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sv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sv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39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.pn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3.svg" Type="http://schemas.openxmlformats.org/officeDocument/2006/relationships/image"/><Relationship Id="rId5" Target="../media/image51.png" Type="http://schemas.openxmlformats.org/officeDocument/2006/relationships/image"/><Relationship Id="rId6" Target="" TargetMode="External" Type="http://schemas.openxmlformats.org/officeDocument/2006/relationships/hyperlink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4.png" Type="http://schemas.openxmlformats.org/officeDocument/2006/relationships/image"/><Relationship Id="rId2" Target="../media/image39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9.png" Type="http://schemas.openxmlformats.org/officeDocument/2006/relationships/image"/><Relationship Id="rId15" Target="../media/image4.png" Type="http://schemas.openxmlformats.org/officeDocument/2006/relationships/image"/><Relationship Id="rId2" Target="../media/image39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68.png" Type="http://schemas.openxmlformats.org/officeDocument/2006/relationships/image"/><Relationship Id="rId8" Target="../media/image64.sv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svg" Type="http://schemas.openxmlformats.org/officeDocument/2006/relationships/image"/><Relationship Id="rId11" Target="../media/image87.png" Type="http://schemas.openxmlformats.org/officeDocument/2006/relationships/image"/><Relationship Id="rId12" Target="../media/image88.png" Type="http://schemas.openxmlformats.org/officeDocument/2006/relationships/image"/><Relationship Id="rId13" Target="../media/image89.png" Type="http://schemas.openxmlformats.org/officeDocument/2006/relationships/image"/><Relationship Id="rId14" Target="../media/image4.png" Type="http://schemas.openxmlformats.org/officeDocument/2006/relationships/image"/><Relationship Id="rId2" Target="../media/image39.png" Type="http://schemas.openxmlformats.org/officeDocument/2006/relationships/image"/><Relationship Id="rId3" Target="../media/image5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98.png" Type="http://schemas.openxmlformats.org/officeDocument/2006/relationships/image"/><Relationship Id="rId15" Target="../media/image99.png" Type="http://schemas.openxmlformats.org/officeDocument/2006/relationships/image"/><Relationship Id="rId16" Target="../media/image100.svg" Type="http://schemas.openxmlformats.org/officeDocument/2006/relationships/image"/><Relationship Id="rId17" Target="../media/image101.png" Type="http://schemas.openxmlformats.org/officeDocument/2006/relationships/image"/><Relationship Id="rId18" Target="../media/image102.png" Type="http://schemas.openxmlformats.org/officeDocument/2006/relationships/image"/><Relationship Id="rId19" Target="../media/image103.png" Type="http://schemas.openxmlformats.org/officeDocument/2006/relationships/image"/><Relationship Id="rId2" Target="../media/image39.png" Type="http://schemas.openxmlformats.org/officeDocument/2006/relationships/image"/><Relationship Id="rId20" Target="../media/image104.png" Type="http://schemas.openxmlformats.org/officeDocument/2006/relationships/image"/><Relationship Id="rId21" Target="../media/image105.png" Type="http://schemas.openxmlformats.org/officeDocument/2006/relationships/image"/><Relationship Id="rId3" Target="../media/image59.png" Type="http://schemas.openxmlformats.org/officeDocument/2006/relationships/image"/><Relationship Id="rId4" Target="../media/image80.png" Type="http://schemas.openxmlformats.org/officeDocument/2006/relationships/image"/><Relationship Id="rId5" Target="../media/image90.png" Type="http://schemas.openxmlformats.org/officeDocument/2006/relationships/image"/><Relationship Id="rId6" Target="../media/image4.pn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sv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14.png" Type="http://schemas.openxmlformats.org/officeDocument/2006/relationships/image"/><Relationship Id="rId14" Target="../media/image115.svg" Type="http://schemas.openxmlformats.org/officeDocument/2006/relationships/image"/><Relationship Id="rId15" Target="../media/image116.png" Type="http://schemas.openxmlformats.org/officeDocument/2006/relationships/image"/><Relationship Id="rId16" Target="../media/image4.png" Type="http://schemas.openxmlformats.org/officeDocument/2006/relationships/image"/><Relationship Id="rId2" Target="../media/image39.png" Type="http://schemas.openxmlformats.org/officeDocument/2006/relationships/image"/><Relationship Id="rId3" Target="../media/image59.png" Type="http://schemas.openxmlformats.org/officeDocument/2006/relationships/image"/><Relationship Id="rId4" Target="../media/image80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sv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2.svg" Type="http://schemas.openxmlformats.org/officeDocument/2006/relationships/image"/><Relationship Id="rId11" Target="../media/image123.png" Type="http://schemas.openxmlformats.org/officeDocument/2006/relationships/image"/><Relationship Id="rId12" Target="../media/image124.png" Type="http://schemas.openxmlformats.org/officeDocument/2006/relationships/image"/><Relationship Id="rId13" Target="../media/image125.png" Type="http://schemas.openxmlformats.org/officeDocument/2006/relationships/image"/><Relationship Id="rId14" Target="../media/image4.png" Type="http://schemas.openxmlformats.org/officeDocument/2006/relationships/image"/><Relationship Id="rId2" Target="../media/image5.png" Type="http://schemas.openxmlformats.org/officeDocument/2006/relationships/image"/><Relationship Id="rId3" Target="../media/image117.png" Type="http://schemas.openxmlformats.org/officeDocument/2006/relationships/image"/><Relationship Id="rId4" Target="../media/image118.png" Type="http://schemas.openxmlformats.org/officeDocument/2006/relationships/image"/><Relationship Id="rId5" Target="../media/image59.png" Type="http://schemas.openxmlformats.org/officeDocument/2006/relationships/image"/><Relationship Id="rId6" Target="../media/image80.png" Type="http://schemas.openxmlformats.org/officeDocument/2006/relationships/image"/><Relationship Id="rId7" Target="../media/image119.png" Type="http://schemas.openxmlformats.org/officeDocument/2006/relationships/image"/><Relationship Id="rId8" Target="../media/image120.png" Type="http://schemas.openxmlformats.org/officeDocument/2006/relationships/image"/><Relationship Id="rId9" Target="../media/image1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png" Type="http://schemas.openxmlformats.org/officeDocument/2006/relationships/image"/><Relationship Id="rId11" Target="../media/image131.png" Type="http://schemas.openxmlformats.org/officeDocument/2006/relationships/image"/><Relationship Id="rId12" Target="../media/image132.png" Type="http://schemas.openxmlformats.org/officeDocument/2006/relationships/image"/><Relationship Id="rId13" Target="../media/image4.png" Type="http://schemas.openxmlformats.org/officeDocument/2006/relationships/image"/><Relationship Id="rId2" Target="../media/image5.png" Type="http://schemas.openxmlformats.org/officeDocument/2006/relationships/image"/><Relationship Id="rId3" Target="../media/image126.png" Type="http://schemas.openxmlformats.org/officeDocument/2006/relationships/image"/><Relationship Id="rId4" Target="../media/image59.png" Type="http://schemas.openxmlformats.org/officeDocument/2006/relationships/image"/><Relationship Id="rId5" Target="../media/image80.png" Type="http://schemas.openxmlformats.org/officeDocument/2006/relationships/image"/><Relationship Id="rId6" Target="../media/image127.pn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140.svg" Type="http://schemas.openxmlformats.org/officeDocument/2006/relationships/image"/><Relationship Id="rId12" Target="../media/image141.png" Type="http://schemas.openxmlformats.org/officeDocument/2006/relationships/image"/><Relationship Id="rId13" Target="../media/image142.svg" Type="http://schemas.openxmlformats.org/officeDocument/2006/relationships/image"/><Relationship Id="rId14" Target="../media/image143.svg" Type="http://schemas.openxmlformats.org/officeDocument/2006/relationships/image"/><Relationship Id="rId15" Target="../media/image144.svg" Type="http://schemas.openxmlformats.org/officeDocument/2006/relationships/image"/><Relationship Id="rId16" Target="../media/image59.png" Type="http://schemas.openxmlformats.org/officeDocument/2006/relationships/image"/><Relationship Id="rId17" Target="../media/image80.png" Type="http://schemas.openxmlformats.org/officeDocument/2006/relationships/image"/><Relationship Id="rId18" Target="../media/image145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137.svg" Type="http://schemas.openxmlformats.org/officeDocument/2006/relationships/image"/><Relationship Id="rId9" Target="../media/image1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50.png" Type="http://schemas.openxmlformats.org/officeDocument/2006/relationships/image"/><Relationship Id="rId12" Target="../media/image57.png" Type="http://schemas.openxmlformats.org/officeDocument/2006/relationships/image"/><Relationship Id="rId13" Target="../media/image151.png" Type="http://schemas.openxmlformats.org/officeDocument/2006/relationships/image"/><Relationship Id="rId2" Target="../media/image146.png" Type="http://schemas.openxmlformats.org/officeDocument/2006/relationships/image"/><Relationship Id="rId3" Target="../media/image147.png" Type="http://schemas.openxmlformats.org/officeDocument/2006/relationships/image"/><Relationship Id="rId4" Target="../media/image3.svg" Type="http://schemas.openxmlformats.org/officeDocument/2006/relationships/image"/><Relationship Id="rId5" Target="../media/image51.png" Type="http://schemas.openxmlformats.org/officeDocument/2006/relationships/image"/><Relationship Id="rId6" Target="" TargetMode="External" Type="http://schemas.openxmlformats.org/officeDocument/2006/relationships/hyperlink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4.png" Type="http://schemas.openxmlformats.org/officeDocument/2006/relationships/image"/><Relationship Id="rId2" Target="../media/image152.png" Type="http://schemas.openxmlformats.org/officeDocument/2006/relationships/image"/><Relationship Id="rId3" Target="../media/image153.svg" Type="http://schemas.openxmlformats.org/officeDocument/2006/relationships/image"/><Relationship Id="rId4" Target="../media/image154.png" Type="http://schemas.openxmlformats.org/officeDocument/2006/relationships/image"/><Relationship Id="rId5" Target="../media/image155.png" Type="http://schemas.openxmlformats.org/officeDocument/2006/relationships/image"/><Relationship Id="rId6" Target="../media/image156.png" Type="http://schemas.openxmlformats.org/officeDocument/2006/relationships/image"/><Relationship Id="rId7" Target="../media/image157.png" Type="http://schemas.openxmlformats.org/officeDocument/2006/relationships/image"/><Relationship Id="rId8" Target="../media/image158.png" Type="http://schemas.openxmlformats.org/officeDocument/2006/relationships/image"/><Relationship Id="rId9" Target="../media/image15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svg" Type="http://schemas.openxmlformats.org/officeDocument/2006/relationships/image"/><Relationship Id="rId11" Target="../media/image165.png" Type="http://schemas.openxmlformats.org/officeDocument/2006/relationships/image"/><Relationship Id="rId12" Target="../media/image166.png" Type="http://schemas.openxmlformats.org/officeDocument/2006/relationships/image"/><Relationship Id="rId13" Target="../media/image167.png" Type="http://schemas.openxmlformats.org/officeDocument/2006/relationships/image"/><Relationship Id="rId14" Target="../media/image4.png" Type="http://schemas.openxmlformats.org/officeDocument/2006/relationships/image"/><Relationship Id="rId2" Target="../media/image160.png" Type="http://schemas.openxmlformats.org/officeDocument/2006/relationships/image"/><Relationship Id="rId3" Target="../media/image161.png" Type="http://schemas.openxmlformats.org/officeDocument/2006/relationships/image"/><Relationship Id="rId4" Target="../media/image154.png" Type="http://schemas.openxmlformats.org/officeDocument/2006/relationships/image"/><Relationship Id="rId5" Target="../media/image155.png" Type="http://schemas.openxmlformats.org/officeDocument/2006/relationships/image"/><Relationship Id="rId6" Target="../media/image5.png" Type="http://schemas.openxmlformats.org/officeDocument/2006/relationships/image"/><Relationship Id="rId7" Target="../media/image162.png" Type="http://schemas.openxmlformats.org/officeDocument/2006/relationships/image"/><Relationship Id="rId8" Target="../media/image163.png" Type="http://schemas.openxmlformats.org/officeDocument/2006/relationships/image"/><Relationship Id="rId9" Target="../media/image16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5.png" Type="http://schemas.openxmlformats.org/officeDocument/2006/relationships/image"/><Relationship Id="rId11" Target="../media/image176.png" Type="http://schemas.openxmlformats.org/officeDocument/2006/relationships/image"/><Relationship Id="rId12" Target="../media/image177.png" Type="http://schemas.openxmlformats.org/officeDocument/2006/relationships/image"/><Relationship Id="rId13" Target="../media/image178.png" Type="http://schemas.openxmlformats.org/officeDocument/2006/relationships/image"/><Relationship Id="rId14" Target="../media/image179.png" Type="http://schemas.openxmlformats.org/officeDocument/2006/relationships/image"/><Relationship Id="rId15" Target="../media/image180.png" Type="http://schemas.openxmlformats.org/officeDocument/2006/relationships/image"/><Relationship Id="rId16" Target="../media/image181.png" Type="http://schemas.openxmlformats.org/officeDocument/2006/relationships/image"/><Relationship Id="rId17" Target="../media/image182.png" Type="http://schemas.openxmlformats.org/officeDocument/2006/relationships/image"/><Relationship Id="rId18" Target="../media/image154.png" Type="http://schemas.openxmlformats.org/officeDocument/2006/relationships/image"/><Relationship Id="rId19" Target="../media/image183.png" Type="http://schemas.openxmlformats.org/officeDocument/2006/relationships/image"/><Relationship Id="rId2" Target="../media/image39.png" Type="http://schemas.openxmlformats.org/officeDocument/2006/relationships/image"/><Relationship Id="rId20" Target="../media/image4.png" Type="http://schemas.openxmlformats.org/officeDocument/2006/relationships/image"/><Relationship Id="rId21" Target="../media/image184.png" Type="http://schemas.openxmlformats.org/officeDocument/2006/relationships/image"/><Relationship Id="rId3" Target="../media/image168.png" Type="http://schemas.openxmlformats.org/officeDocument/2006/relationships/image"/><Relationship Id="rId4" Target="../media/image169.png" Type="http://schemas.openxmlformats.org/officeDocument/2006/relationships/image"/><Relationship Id="rId5" Target="../media/image170.svg" Type="http://schemas.openxmlformats.org/officeDocument/2006/relationships/image"/><Relationship Id="rId6" Target="../media/image171.png" Type="http://schemas.openxmlformats.org/officeDocument/2006/relationships/image"/><Relationship Id="rId7" Target="../media/image172.svg" Type="http://schemas.openxmlformats.org/officeDocument/2006/relationships/image"/><Relationship Id="rId8" Target="../media/image173.png" Type="http://schemas.openxmlformats.org/officeDocument/2006/relationships/image"/><Relationship Id="rId9" Target="../media/image17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2.png" Type="http://schemas.openxmlformats.org/officeDocument/2006/relationships/image"/><Relationship Id="rId11" Target="../media/image154.png" Type="http://schemas.openxmlformats.org/officeDocument/2006/relationships/image"/><Relationship Id="rId12" Target="../media/image168.png" Type="http://schemas.openxmlformats.org/officeDocument/2006/relationships/image"/><Relationship Id="rId13" Target="../media/image193.png" Type="http://schemas.openxmlformats.org/officeDocument/2006/relationships/image"/><Relationship Id="rId14" Target="../media/image183.png" Type="http://schemas.openxmlformats.org/officeDocument/2006/relationships/image"/><Relationship Id="rId15" Target="../media/image4.png" Type="http://schemas.openxmlformats.org/officeDocument/2006/relationships/image"/><Relationship Id="rId2" Target="../media/image5.png" Type="http://schemas.openxmlformats.org/officeDocument/2006/relationships/image"/><Relationship Id="rId3" Target="../media/image185.png" Type="http://schemas.openxmlformats.org/officeDocument/2006/relationships/image"/><Relationship Id="rId4" Target="../media/image186.svg" Type="http://schemas.openxmlformats.org/officeDocument/2006/relationships/image"/><Relationship Id="rId5" Target="../media/image187.png" Type="http://schemas.openxmlformats.org/officeDocument/2006/relationships/image"/><Relationship Id="rId6" Target="../media/image188.png" Type="http://schemas.openxmlformats.org/officeDocument/2006/relationships/image"/><Relationship Id="rId7" Target="../media/image189.svg" Type="http://schemas.openxmlformats.org/officeDocument/2006/relationships/image"/><Relationship Id="rId8" Target="../media/image190.png" Type="http://schemas.openxmlformats.org/officeDocument/2006/relationships/image"/><Relationship Id="rId9" Target="../media/image19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6.png" Type="http://schemas.openxmlformats.org/officeDocument/2006/relationships/image"/><Relationship Id="rId11" Target="../media/image197.png" Type="http://schemas.openxmlformats.org/officeDocument/2006/relationships/image"/><Relationship Id="rId12" Target="../media/image198.svg" Type="http://schemas.openxmlformats.org/officeDocument/2006/relationships/image"/><Relationship Id="rId13" Target="../media/image199.png" Type="http://schemas.openxmlformats.org/officeDocument/2006/relationships/image"/><Relationship Id="rId2" Target="../media/image5.png" Type="http://schemas.openxmlformats.org/officeDocument/2006/relationships/imag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154.png" Type="http://schemas.openxmlformats.org/officeDocument/2006/relationships/image"/><Relationship Id="rId6" Target="../media/image194.png" Type="http://schemas.openxmlformats.org/officeDocument/2006/relationships/image"/><Relationship Id="rId7" Target="../media/image195.png" Type="http://schemas.openxmlformats.org/officeDocument/2006/relationships/image"/><Relationship Id="rId8" Target="../media/image183.png" Type="http://schemas.openxmlformats.org/officeDocument/2006/relationships/image"/><Relationship Id="rId9" Target="../media/image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4.png" Type="http://schemas.openxmlformats.org/officeDocument/2006/relationships/image"/><Relationship Id="rId11" Target="../media/image183.png" Type="http://schemas.openxmlformats.org/officeDocument/2006/relationships/image"/><Relationship Id="rId12" Target="../media/image4.png" Type="http://schemas.openxmlformats.org/officeDocument/2006/relationships/image"/><Relationship Id="rId13" Target="../media/image205.png" Type="http://schemas.openxmlformats.org/officeDocument/2006/relationships/image"/><Relationship Id="rId14" Target="../media/image206.png" Type="http://schemas.openxmlformats.org/officeDocument/2006/relationships/image"/><Relationship Id="rId15" Target="../media/image207.png" Type="http://schemas.openxmlformats.org/officeDocument/2006/relationships/image"/><Relationship Id="rId16" Target="../media/image208.svg" Type="http://schemas.openxmlformats.org/officeDocument/2006/relationships/image"/><Relationship Id="rId2" Target="../media/image5.png" Type="http://schemas.openxmlformats.org/officeDocument/2006/relationships/imag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154.png" Type="http://schemas.openxmlformats.org/officeDocument/2006/relationships/image"/><Relationship Id="rId6" Target="../media/image200.png" Type="http://schemas.openxmlformats.org/officeDocument/2006/relationships/image"/><Relationship Id="rId7" Target="../media/image201.png" Type="http://schemas.openxmlformats.org/officeDocument/2006/relationships/image"/><Relationship Id="rId8" Target="../media/image202.png" Type="http://schemas.openxmlformats.org/officeDocument/2006/relationships/image"/><Relationship Id="rId9" Target="../media/image20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2.png" Type="http://schemas.openxmlformats.org/officeDocument/2006/relationships/image"/><Relationship Id="rId11" Target="../media/image183.png" Type="http://schemas.openxmlformats.org/officeDocument/2006/relationships/image"/><Relationship Id="rId12" Target="../media/image4.png" Type="http://schemas.openxmlformats.org/officeDocument/2006/relationships/image"/><Relationship Id="rId13" Target="../media/image213.png" Type="http://schemas.openxmlformats.org/officeDocument/2006/relationships/image"/><Relationship Id="rId2" Target="../media/image5.png" Type="http://schemas.openxmlformats.org/officeDocument/2006/relationships/imag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154.png" Type="http://schemas.openxmlformats.org/officeDocument/2006/relationships/image"/><Relationship Id="rId6" Target="../media/image209.png" Type="http://schemas.openxmlformats.org/officeDocument/2006/relationships/image"/><Relationship Id="rId7" Target="../media/image210.png" Type="http://schemas.openxmlformats.org/officeDocument/2006/relationships/image"/><Relationship Id="rId8" Target="../media/image211.png" Type="http://schemas.openxmlformats.org/officeDocument/2006/relationships/image"/><Relationship Id="rId9" Target="../media/image203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8.png" Type="http://schemas.openxmlformats.org/officeDocument/2006/relationships/image"/><Relationship Id="rId11" Target="../media/image219.png" Type="http://schemas.openxmlformats.org/officeDocument/2006/relationships/image"/><Relationship Id="rId12" Target="../media/image220.png" Type="http://schemas.openxmlformats.org/officeDocument/2006/relationships/image"/><Relationship Id="rId13" Target="../media/image4.png" Type="http://schemas.openxmlformats.org/officeDocument/2006/relationships/image"/><Relationship Id="rId14" Target="../media/image221.png" Type="http://schemas.openxmlformats.org/officeDocument/2006/relationships/image"/><Relationship Id="rId2" Target="../media/image5.png" Type="http://schemas.openxmlformats.org/officeDocument/2006/relationships/imag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154.png" Type="http://schemas.openxmlformats.org/officeDocument/2006/relationships/image"/><Relationship Id="rId6" Target="../media/image214.png" Type="http://schemas.openxmlformats.org/officeDocument/2006/relationships/image"/><Relationship Id="rId7" Target="../media/image215.png" Type="http://schemas.openxmlformats.org/officeDocument/2006/relationships/image"/><Relationship Id="rId8" Target="../media/image216.png" Type="http://schemas.openxmlformats.org/officeDocument/2006/relationships/image"/><Relationship Id="rId9" Target="../media/image2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2.png" Type="http://schemas.openxmlformats.org/officeDocument/2006/relationships/image"/><Relationship Id="rId4" Target="../media/image223.png" Type="http://schemas.openxmlformats.org/officeDocument/2006/relationships/image"/><Relationship Id="rId5" Target="../media/image224.png" Type="http://schemas.openxmlformats.org/officeDocument/2006/relationships/image"/><Relationship Id="rId6" Target="../media/image4.png" Type="http://schemas.openxmlformats.org/officeDocument/2006/relationships/image"/><Relationship Id="rId7" Target="../media/image225.png" Type="http://schemas.openxmlformats.org/officeDocument/2006/relationships/image"/><Relationship Id="rId8" Target="../media/image154.png" Type="http://schemas.openxmlformats.org/officeDocument/2006/relationships/image"/><Relationship Id="rId9" Target="../media/image22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0.png" Type="http://schemas.openxmlformats.org/officeDocument/2006/relationships/image"/><Relationship Id="rId11" Target="../media/image231.png" Type="http://schemas.openxmlformats.org/officeDocument/2006/relationships/image"/><Relationship Id="rId12" Target="../media/image232.svg" Type="http://schemas.openxmlformats.org/officeDocument/2006/relationships/image"/><Relationship Id="rId13" Target="../media/image233.png" Type="http://schemas.openxmlformats.org/officeDocument/2006/relationships/image"/><Relationship Id="rId14" Target="../media/image153.svg" Type="http://schemas.openxmlformats.org/officeDocument/2006/relationships/image"/><Relationship Id="rId15" Target="../media/image234.png" Type="http://schemas.openxmlformats.org/officeDocument/2006/relationships/image"/><Relationship Id="rId16" Target="../media/image235.svg" Type="http://schemas.openxmlformats.org/officeDocument/2006/relationships/image"/><Relationship Id="rId17" Target="../media/image236.png" Type="http://schemas.openxmlformats.org/officeDocument/2006/relationships/image"/><Relationship Id="rId18" Target="../media/image237.png" Type="http://schemas.openxmlformats.org/officeDocument/2006/relationships/image"/><Relationship Id="rId19" Target="../media/image4.png" Type="http://schemas.openxmlformats.org/officeDocument/2006/relationships/image"/><Relationship Id="rId2" Target="../media/image5.png" Type="http://schemas.openxmlformats.org/officeDocument/2006/relationships/image"/><Relationship Id="rId20" Target="../media/image221.png" Type="http://schemas.openxmlformats.org/officeDocument/2006/relationships/imag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154.png" Type="http://schemas.openxmlformats.org/officeDocument/2006/relationships/image"/><Relationship Id="rId6" Target="../media/image226.png" Type="http://schemas.openxmlformats.org/officeDocument/2006/relationships/image"/><Relationship Id="rId7" Target="../media/image227.png" Type="http://schemas.openxmlformats.org/officeDocument/2006/relationships/image"/><Relationship Id="rId8" Target="../media/image228.png" Type="http://schemas.openxmlformats.org/officeDocument/2006/relationships/image"/><Relationship Id="rId9" Target="../media/image22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0.png" Type="http://schemas.openxmlformats.org/officeDocument/2006/relationships/image"/><Relationship Id="rId11" Target="../media/image241.png" Type="http://schemas.openxmlformats.org/officeDocument/2006/relationships/image"/><Relationship Id="rId12" Target="../media/image57.png" Type="http://schemas.openxmlformats.org/officeDocument/2006/relationships/image"/><Relationship Id="rId13" Target="../media/image151.png" Type="http://schemas.openxmlformats.org/officeDocument/2006/relationships/image"/><Relationship Id="rId2" Target="../media/image238.png" Type="http://schemas.openxmlformats.org/officeDocument/2006/relationships/image"/><Relationship Id="rId3" Target="../media/image147.png" Type="http://schemas.openxmlformats.org/officeDocument/2006/relationships/image"/><Relationship Id="rId4" Target="../media/image3.svg" Type="http://schemas.openxmlformats.org/officeDocument/2006/relationships/image"/><Relationship Id="rId5" Target="../media/image51.png" Type="http://schemas.openxmlformats.org/officeDocument/2006/relationships/image"/><Relationship Id="rId6" Target="" TargetMode="External" Type="http://schemas.openxmlformats.org/officeDocument/2006/relationships/hyperlink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23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7.png" Type="http://schemas.openxmlformats.org/officeDocument/2006/relationships/image"/><Relationship Id="rId11" Target="../media/image248.png" Type="http://schemas.openxmlformats.org/officeDocument/2006/relationships/image"/><Relationship Id="rId12" Target="../media/image249.png" Type="http://schemas.openxmlformats.org/officeDocument/2006/relationships/image"/><Relationship Id="rId13" Target="../media/image250.png" Type="http://schemas.openxmlformats.org/officeDocument/2006/relationships/image"/><Relationship Id="rId14" Target="../media/image251.png" Type="http://schemas.openxmlformats.org/officeDocument/2006/relationships/image"/><Relationship Id="rId15" Target="../media/image252.png" Type="http://schemas.openxmlformats.org/officeDocument/2006/relationships/image"/><Relationship Id="rId2" Target="../media/image12.png" Type="http://schemas.openxmlformats.org/officeDocument/2006/relationships/image"/><Relationship Id="rId3" Target="../media/image39.png" Type="http://schemas.openxmlformats.org/officeDocument/2006/relationships/image"/><Relationship Id="rId4" Target="../media/image242.png" Type="http://schemas.openxmlformats.org/officeDocument/2006/relationships/image"/><Relationship Id="rId5" Target="../media/image243.png" Type="http://schemas.openxmlformats.org/officeDocument/2006/relationships/image"/><Relationship Id="rId6" Target="../media/image244.png" Type="http://schemas.openxmlformats.org/officeDocument/2006/relationships/image"/><Relationship Id="rId7" Target="../media/image245.png" Type="http://schemas.openxmlformats.org/officeDocument/2006/relationships/image"/><Relationship Id="rId8" Target="../media/image68.png" Type="http://schemas.openxmlformats.org/officeDocument/2006/relationships/image"/><Relationship Id="rId9" Target="../media/image24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8.png" Type="http://schemas.openxmlformats.org/officeDocument/2006/relationships/image"/><Relationship Id="rId11" Target="../media/image259.svg" Type="http://schemas.openxmlformats.org/officeDocument/2006/relationships/image"/><Relationship Id="rId12" Target="../media/image260.png" Type="http://schemas.openxmlformats.org/officeDocument/2006/relationships/image"/><Relationship Id="rId13" Target="../media/image261.png" Type="http://schemas.openxmlformats.org/officeDocument/2006/relationships/image"/><Relationship Id="rId14" Target="../media/image96.svg" Type="http://schemas.openxmlformats.org/officeDocument/2006/relationships/image"/><Relationship Id="rId15" Target="../media/image97.png" Type="http://schemas.openxmlformats.org/officeDocument/2006/relationships/image"/><Relationship Id="rId16" Target="../media/image131.png" Type="http://schemas.openxmlformats.org/officeDocument/2006/relationships/image"/><Relationship Id="rId17" Target="../media/image262.png" Type="http://schemas.openxmlformats.org/officeDocument/2006/relationships/image"/><Relationship Id="rId18" Target="../media/image103.png" Type="http://schemas.openxmlformats.org/officeDocument/2006/relationships/image"/><Relationship Id="rId19" Target="../media/image104.png" Type="http://schemas.openxmlformats.org/officeDocument/2006/relationships/image"/><Relationship Id="rId2" Target="../media/image12.png" Type="http://schemas.openxmlformats.org/officeDocument/2006/relationships/image"/><Relationship Id="rId3" Target="../media/image39.png" Type="http://schemas.openxmlformats.org/officeDocument/2006/relationships/image"/><Relationship Id="rId4" Target="../media/image242.png" Type="http://schemas.openxmlformats.org/officeDocument/2006/relationships/image"/><Relationship Id="rId5" Target="../media/image253.png" Type="http://schemas.openxmlformats.org/officeDocument/2006/relationships/image"/><Relationship Id="rId6" Target="../media/image254.png" Type="http://schemas.openxmlformats.org/officeDocument/2006/relationships/image"/><Relationship Id="rId7" Target="../media/image255.png" Type="http://schemas.openxmlformats.org/officeDocument/2006/relationships/image"/><Relationship Id="rId8" Target="../media/image256.png" Type="http://schemas.openxmlformats.org/officeDocument/2006/relationships/image"/><Relationship Id="rId9" Target="../media/image25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6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267.png" Type="http://schemas.openxmlformats.org/officeDocument/2006/relationships/image"/><Relationship Id="rId14" Target="../media/image268.png" Type="http://schemas.openxmlformats.org/officeDocument/2006/relationships/image"/><Relationship Id="rId15" Target="../media/image269.png" Type="http://schemas.openxmlformats.org/officeDocument/2006/relationships/image"/><Relationship Id="rId16" Target="../media/image104.png" Type="http://schemas.openxmlformats.org/officeDocument/2006/relationships/image"/><Relationship Id="rId17" Target="../media/image270.png" Type="http://schemas.openxmlformats.org/officeDocument/2006/relationships/image"/><Relationship Id="rId18" Target="../media/image271.svg" Type="http://schemas.openxmlformats.org/officeDocument/2006/relationships/image"/><Relationship Id="rId19" Target="../media/image272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242.png" Type="http://schemas.openxmlformats.org/officeDocument/2006/relationships/image"/><Relationship Id="rId5" Target="../media/image253.png" Type="http://schemas.openxmlformats.org/officeDocument/2006/relationships/image"/><Relationship Id="rId6" Target="../media/image263.png" Type="http://schemas.openxmlformats.org/officeDocument/2006/relationships/image"/><Relationship Id="rId7" Target="../media/image264.png" Type="http://schemas.openxmlformats.org/officeDocument/2006/relationships/image"/><Relationship Id="rId8" Target="../media/image259.svg" Type="http://schemas.openxmlformats.org/officeDocument/2006/relationships/image"/><Relationship Id="rId9" Target="../media/image26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7.png" Type="http://schemas.openxmlformats.org/officeDocument/2006/relationships/image"/><Relationship Id="rId11" Target="../media/image278.png" Type="http://schemas.openxmlformats.org/officeDocument/2006/relationships/image"/><Relationship Id="rId12" Target="../media/image279.png" Type="http://schemas.openxmlformats.org/officeDocument/2006/relationships/image"/><Relationship Id="rId13" Target="../media/image280.png" Type="http://schemas.openxmlformats.org/officeDocument/2006/relationships/image"/><Relationship Id="rId14" Target="../media/image281.png" Type="http://schemas.openxmlformats.org/officeDocument/2006/relationships/image"/><Relationship Id="rId15" Target="../media/image282.png" Type="http://schemas.openxmlformats.org/officeDocument/2006/relationships/image"/><Relationship Id="rId16" Target="../media/image283.png" Type="http://schemas.openxmlformats.org/officeDocument/2006/relationships/image"/><Relationship Id="rId17" Target="../media/image284.png" Type="http://schemas.openxmlformats.org/officeDocument/2006/relationships/image"/><Relationship Id="rId18" Target="../media/image285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242.png" Type="http://schemas.openxmlformats.org/officeDocument/2006/relationships/image"/><Relationship Id="rId5" Target="../media/image253.png" Type="http://schemas.openxmlformats.org/officeDocument/2006/relationships/image"/><Relationship Id="rId6" Target="../media/image273.png" Type="http://schemas.openxmlformats.org/officeDocument/2006/relationships/image"/><Relationship Id="rId7" Target="../media/image274.png" Type="http://schemas.openxmlformats.org/officeDocument/2006/relationships/image"/><Relationship Id="rId8" Target="../media/image275.png" Type="http://schemas.openxmlformats.org/officeDocument/2006/relationships/image"/><Relationship Id="rId9" Target="../media/image27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2.svg" Type="http://schemas.openxmlformats.org/officeDocument/2006/relationships/image"/><Relationship Id="rId11" Target="../media/image293.svg" Type="http://schemas.openxmlformats.org/officeDocument/2006/relationships/image"/><Relationship Id="rId12" Target="../media/image294.svg" Type="http://schemas.openxmlformats.org/officeDocument/2006/relationships/image"/><Relationship Id="rId13" Target="../media/image295.png" Type="http://schemas.openxmlformats.org/officeDocument/2006/relationships/image"/><Relationship Id="rId14" Target="../media/image296.svg" Type="http://schemas.openxmlformats.org/officeDocument/2006/relationships/image"/><Relationship Id="rId15" Target="../media/image297.png" Type="http://schemas.openxmlformats.org/officeDocument/2006/relationships/image"/><Relationship Id="rId16" Target="../media/image298.svg" Type="http://schemas.openxmlformats.org/officeDocument/2006/relationships/image"/><Relationship Id="rId17" Target="../media/image299.png" Type="http://schemas.openxmlformats.org/officeDocument/2006/relationships/image"/><Relationship Id="rId18" Target="../media/image242.png" Type="http://schemas.openxmlformats.org/officeDocument/2006/relationships/image"/><Relationship Id="rId19" Target="../media/image253.png" Type="http://schemas.openxmlformats.org/officeDocument/2006/relationships/image"/><Relationship Id="rId2" Target="../media/image4.png" Type="http://schemas.openxmlformats.org/officeDocument/2006/relationships/image"/><Relationship Id="rId20" Target="../media/image300.png" Type="http://schemas.openxmlformats.org/officeDocument/2006/relationships/image"/><Relationship Id="rId21" Target="../media/image301.png" Type="http://schemas.openxmlformats.org/officeDocument/2006/relationships/image"/><Relationship Id="rId3" Target="../media/image5.png" Type="http://schemas.openxmlformats.org/officeDocument/2006/relationships/image"/><Relationship Id="rId4" Target="../media/image286.png" Type="http://schemas.openxmlformats.org/officeDocument/2006/relationships/image"/><Relationship Id="rId5" Target="../media/image287.svg" Type="http://schemas.openxmlformats.org/officeDocument/2006/relationships/image"/><Relationship Id="rId6" Target="../media/image288.png" Type="http://schemas.openxmlformats.org/officeDocument/2006/relationships/image"/><Relationship Id="rId7" Target="../media/image289.png" Type="http://schemas.openxmlformats.org/officeDocument/2006/relationships/image"/><Relationship Id="rId8" Target="../media/image290.svg" Type="http://schemas.openxmlformats.org/officeDocument/2006/relationships/image"/><Relationship Id="rId9" Target="../media/image29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8.png" Type="http://schemas.openxmlformats.org/officeDocument/2006/relationships/image"/><Relationship Id="rId11" Target="../media/image309.png" Type="http://schemas.openxmlformats.org/officeDocument/2006/relationships/image"/><Relationship Id="rId12" Target="../media/image310.png" Type="http://schemas.openxmlformats.org/officeDocument/2006/relationships/image"/><Relationship Id="rId13" Target="../media/image311.png" Type="http://schemas.openxmlformats.org/officeDocument/2006/relationships/image"/><Relationship Id="rId14" Target="../media/image312.png" Type="http://schemas.openxmlformats.org/officeDocument/2006/relationships/image"/><Relationship Id="rId15" Target="../media/image242.png" Type="http://schemas.openxmlformats.org/officeDocument/2006/relationships/image"/><Relationship Id="rId16" Target="../media/image253.png" Type="http://schemas.openxmlformats.org/officeDocument/2006/relationships/image"/><Relationship Id="rId17" Target="../media/image313.png" Type="http://schemas.openxmlformats.org/officeDocument/2006/relationships/image"/><Relationship Id="rId18" Target="../media/image314.svg" Type="http://schemas.openxmlformats.org/officeDocument/2006/relationships/image"/><Relationship Id="rId19" Target="../media/image315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302.png" Type="http://schemas.openxmlformats.org/officeDocument/2006/relationships/image"/><Relationship Id="rId5" Target="../media/image303.svg" Type="http://schemas.openxmlformats.org/officeDocument/2006/relationships/image"/><Relationship Id="rId6" Target="../media/image304.png" Type="http://schemas.openxmlformats.org/officeDocument/2006/relationships/image"/><Relationship Id="rId7" Target="../media/image305.svg" Type="http://schemas.openxmlformats.org/officeDocument/2006/relationships/image"/><Relationship Id="rId8" Target="../media/image306.png" Type="http://schemas.openxmlformats.org/officeDocument/2006/relationships/image"/><Relationship Id="rId9" Target="../media/image30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9.png" Type="http://schemas.openxmlformats.org/officeDocument/2006/relationships/image"/><Relationship Id="rId11" Target="../media/image320.png" Type="http://schemas.openxmlformats.org/officeDocument/2006/relationships/image"/><Relationship Id="rId12" Target="../media/image57.png" Type="http://schemas.openxmlformats.org/officeDocument/2006/relationships/image"/><Relationship Id="rId13" Target="../media/image151.png" Type="http://schemas.openxmlformats.org/officeDocument/2006/relationships/image"/><Relationship Id="rId2" Target="../media/image316.png" Type="http://schemas.openxmlformats.org/officeDocument/2006/relationships/image"/><Relationship Id="rId3" Target="../media/image317.png" Type="http://schemas.openxmlformats.org/officeDocument/2006/relationships/image"/><Relationship Id="rId4" Target="../media/image3.svg" Type="http://schemas.openxmlformats.org/officeDocument/2006/relationships/image"/><Relationship Id="rId5" Target="../media/image51.png" Type="http://schemas.openxmlformats.org/officeDocument/2006/relationships/image"/><Relationship Id="rId6" Target="" TargetMode="External" Type="http://schemas.openxmlformats.org/officeDocument/2006/relationships/hyperlink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31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7.svg" Type="http://schemas.openxmlformats.org/officeDocument/2006/relationships/image"/><Relationship Id="rId11" Target="../media/image328.png" Type="http://schemas.openxmlformats.org/officeDocument/2006/relationships/image"/><Relationship Id="rId12" Target="../media/image329.svg" Type="http://schemas.openxmlformats.org/officeDocument/2006/relationships/image"/><Relationship Id="rId13" Target="../media/image330.png" Type="http://schemas.openxmlformats.org/officeDocument/2006/relationships/image"/><Relationship Id="rId14" Target="../media/image331.png" Type="http://schemas.openxmlformats.org/officeDocument/2006/relationships/image"/><Relationship Id="rId15" Target="../media/image332.png" Type="http://schemas.openxmlformats.org/officeDocument/2006/relationships/image"/><Relationship Id="rId16" Target="../media/image333.svg" Type="http://schemas.openxmlformats.org/officeDocument/2006/relationships/image"/><Relationship Id="rId17" Target="../media/image334.png" Type="http://schemas.openxmlformats.org/officeDocument/2006/relationships/image"/><Relationship Id="rId18" Target="../media/image335.png" Type="http://schemas.openxmlformats.org/officeDocument/2006/relationships/image"/><Relationship Id="rId19" Target="../media/image297.png" Type="http://schemas.openxmlformats.org/officeDocument/2006/relationships/image"/><Relationship Id="rId2" Target="../media/image38.png" Type="http://schemas.openxmlformats.org/officeDocument/2006/relationships/image"/><Relationship Id="rId20" Target="../media/image298.svg" Type="http://schemas.openxmlformats.org/officeDocument/2006/relationships/image"/><Relationship Id="rId21" Target="../media/image336.png" Type="http://schemas.openxmlformats.org/officeDocument/2006/relationships/image"/><Relationship Id="rId3" Target="../media/image39.png" Type="http://schemas.openxmlformats.org/officeDocument/2006/relationships/image"/><Relationship Id="rId4" Target="../media/image321.png" Type="http://schemas.openxmlformats.org/officeDocument/2006/relationships/image"/><Relationship Id="rId5" Target="../media/image322.png" Type="http://schemas.openxmlformats.org/officeDocument/2006/relationships/image"/><Relationship Id="rId6" Target="../media/image323.png" Type="http://schemas.openxmlformats.org/officeDocument/2006/relationships/image"/><Relationship Id="rId7" Target="../media/image324.png" Type="http://schemas.openxmlformats.org/officeDocument/2006/relationships/image"/><Relationship Id="rId8" Target="../media/image325.png" Type="http://schemas.openxmlformats.org/officeDocument/2006/relationships/image"/><Relationship Id="rId9" Target="../media/image32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8.png" Type="http://schemas.openxmlformats.org/officeDocument/2006/relationships/image"/><Relationship Id="rId11" Target="../media/image329.svg" Type="http://schemas.openxmlformats.org/officeDocument/2006/relationships/image"/><Relationship Id="rId12" Target="../media/image330.png" Type="http://schemas.openxmlformats.org/officeDocument/2006/relationships/image"/><Relationship Id="rId13" Target="../media/image339.png" Type="http://schemas.openxmlformats.org/officeDocument/2006/relationships/image"/><Relationship Id="rId14" Target="../media/image332.png" Type="http://schemas.openxmlformats.org/officeDocument/2006/relationships/image"/><Relationship Id="rId15" Target="../media/image333.svg" Type="http://schemas.openxmlformats.org/officeDocument/2006/relationships/image"/><Relationship Id="rId16" Target="../media/image334.png" Type="http://schemas.openxmlformats.org/officeDocument/2006/relationships/image"/><Relationship Id="rId17" Target="../media/image340.png" Type="http://schemas.openxmlformats.org/officeDocument/2006/relationships/image"/><Relationship Id="rId18" Target="../media/image341.png" Type="http://schemas.openxmlformats.org/officeDocument/2006/relationships/image"/><Relationship Id="rId19" Target="../media/image298.svg" Type="http://schemas.openxmlformats.org/officeDocument/2006/relationships/image"/><Relationship Id="rId2" Target="../media/image38.png" Type="http://schemas.openxmlformats.org/officeDocument/2006/relationships/image"/><Relationship Id="rId20" Target="../media/image342.png" Type="http://schemas.openxmlformats.org/officeDocument/2006/relationships/image"/><Relationship Id="rId21" Target="../media/image343.png" Type="http://schemas.openxmlformats.org/officeDocument/2006/relationships/image"/><Relationship Id="rId3" Target="../media/image39.png" Type="http://schemas.openxmlformats.org/officeDocument/2006/relationships/image"/><Relationship Id="rId4" Target="../media/image321.png" Type="http://schemas.openxmlformats.org/officeDocument/2006/relationships/image"/><Relationship Id="rId5" Target="../media/image322.png" Type="http://schemas.openxmlformats.org/officeDocument/2006/relationships/image"/><Relationship Id="rId6" Target="../media/image337.png" Type="http://schemas.openxmlformats.org/officeDocument/2006/relationships/image"/><Relationship Id="rId7" Target="../media/image338.png" Type="http://schemas.openxmlformats.org/officeDocument/2006/relationships/image"/><Relationship Id="rId8" Target="../media/image326.png" Type="http://schemas.openxmlformats.org/officeDocument/2006/relationships/image"/><Relationship Id="rId9" Target="../media/image327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8.svg" Type="http://schemas.openxmlformats.org/officeDocument/2006/relationships/image"/><Relationship Id="rId11" Target="../media/image349.png" Type="http://schemas.openxmlformats.org/officeDocument/2006/relationships/image"/><Relationship Id="rId12" Target="../media/image350.svg" Type="http://schemas.openxmlformats.org/officeDocument/2006/relationships/image"/><Relationship Id="rId13" Target="../media/image351.png" Type="http://schemas.openxmlformats.org/officeDocument/2006/relationships/image"/><Relationship Id="rId14" Target="../media/image352.png" Type="http://schemas.openxmlformats.org/officeDocument/2006/relationships/image"/><Relationship Id="rId15" Target="../media/image353.png" Type="http://schemas.openxmlformats.org/officeDocument/2006/relationships/image"/><Relationship Id="rId16" Target="../media/image354.png" Type="http://schemas.openxmlformats.org/officeDocument/2006/relationships/image"/><Relationship Id="rId17" Target="../media/image355.png" Type="http://schemas.openxmlformats.org/officeDocument/2006/relationships/image"/><Relationship Id="rId18" Target="../media/image356.png" Type="http://schemas.openxmlformats.org/officeDocument/2006/relationships/image"/><Relationship Id="rId19" Target="../media/image357.svg" Type="http://schemas.openxmlformats.org/officeDocument/2006/relationships/image"/><Relationship Id="rId2" Target="../media/image38.png" Type="http://schemas.openxmlformats.org/officeDocument/2006/relationships/image"/><Relationship Id="rId20" Target="../media/image358.png" Type="http://schemas.openxmlformats.org/officeDocument/2006/relationships/image"/><Relationship Id="rId21" Target="../media/image359.png" Type="http://schemas.openxmlformats.org/officeDocument/2006/relationships/image"/><Relationship Id="rId22" Target="../media/image360.png" Type="http://schemas.openxmlformats.org/officeDocument/2006/relationships/image"/><Relationship Id="rId23" Target="../media/image361.png" Type="http://schemas.openxmlformats.org/officeDocument/2006/relationships/image"/><Relationship Id="rId3" Target="../media/image39.png" Type="http://schemas.openxmlformats.org/officeDocument/2006/relationships/image"/><Relationship Id="rId4" Target="../media/image321.png" Type="http://schemas.openxmlformats.org/officeDocument/2006/relationships/image"/><Relationship Id="rId5" Target="../media/image322.png" Type="http://schemas.openxmlformats.org/officeDocument/2006/relationships/image"/><Relationship Id="rId6" Target="../media/image344.png" Type="http://schemas.openxmlformats.org/officeDocument/2006/relationships/image"/><Relationship Id="rId7" Target="../media/image345.png" Type="http://schemas.openxmlformats.org/officeDocument/2006/relationships/image"/><Relationship Id="rId8" Target="../media/image346.png" Type="http://schemas.openxmlformats.org/officeDocument/2006/relationships/image"/><Relationship Id="rId9" Target="../media/image34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8.svg" Type="http://schemas.openxmlformats.org/officeDocument/2006/relationships/image"/><Relationship Id="rId11" Target="../media/image366.png" Type="http://schemas.openxmlformats.org/officeDocument/2006/relationships/image"/><Relationship Id="rId2" Target="../media/image12.png" Type="http://schemas.openxmlformats.org/officeDocument/2006/relationships/image"/><Relationship Id="rId3" Target="../media/image39.png" Type="http://schemas.openxmlformats.org/officeDocument/2006/relationships/image"/><Relationship Id="rId4" Target="../media/image321.png" Type="http://schemas.openxmlformats.org/officeDocument/2006/relationships/image"/><Relationship Id="rId5" Target="../media/image362.png" Type="http://schemas.openxmlformats.org/officeDocument/2006/relationships/image"/><Relationship Id="rId6" Target="../media/image363.png" Type="http://schemas.openxmlformats.org/officeDocument/2006/relationships/image"/><Relationship Id="rId7" Target="../media/image364.png" Type="http://schemas.openxmlformats.org/officeDocument/2006/relationships/image"/><Relationship Id="rId8" Target="../media/image365.png" Type="http://schemas.openxmlformats.org/officeDocument/2006/relationships/image"/><Relationship Id="rId9" Target="../media/image29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9.png" Type="http://schemas.openxmlformats.org/officeDocument/2006/relationships/image"/><Relationship Id="rId11" Target="../media/image370.png" Type="http://schemas.openxmlformats.org/officeDocument/2006/relationships/image"/><Relationship Id="rId12" Target="../media/image371.svg" Type="http://schemas.openxmlformats.org/officeDocument/2006/relationships/image"/><Relationship Id="rId13" Target="../media/image372.png" Type="http://schemas.openxmlformats.org/officeDocument/2006/relationships/image"/><Relationship Id="rId14" Target="../media/image373.png" Type="http://schemas.openxmlformats.org/officeDocument/2006/relationships/image"/><Relationship Id="rId15" Target="../media/image374.svg" Type="http://schemas.openxmlformats.org/officeDocument/2006/relationships/image"/><Relationship Id="rId16" Target="../media/image190.png" Type="http://schemas.openxmlformats.org/officeDocument/2006/relationships/image"/><Relationship Id="rId17" Target="../media/image191.svg" Type="http://schemas.openxmlformats.org/officeDocument/2006/relationships/image"/><Relationship Id="rId18" Target="../media/image375.pn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321.png" Type="http://schemas.openxmlformats.org/officeDocument/2006/relationships/image"/><Relationship Id="rId5" Target="../media/image362.png" Type="http://schemas.openxmlformats.org/officeDocument/2006/relationships/image"/><Relationship Id="rId6" Target="../media/image367.png" Type="http://schemas.openxmlformats.org/officeDocument/2006/relationships/image"/><Relationship Id="rId7" Target="../media/image368.png" Type="http://schemas.openxmlformats.org/officeDocument/2006/relationships/image"/><Relationship Id="rId8" Target="../media/image297.png" Type="http://schemas.openxmlformats.org/officeDocument/2006/relationships/image"/><Relationship Id="rId9" Target="../media/image298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8.png" Type="http://schemas.openxmlformats.org/officeDocument/2006/relationships/image"/><Relationship Id="rId11" Target="../media/image379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166.png" Type="http://schemas.openxmlformats.org/officeDocument/2006/relationships/image"/><Relationship Id="rId15" Target="../media/image380.png" Type="http://schemas.openxmlformats.org/officeDocument/2006/relationships/image"/><Relationship Id="rId16" Target="../media/image381.png" Type="http://schemas.openxmlformats.org/officeDocument/2006/relationships/image"/><Relationship Id="rId17" Target="../media/image104.png" Type="http://schemas.openxmlformats.org/officeDocument/2006/relationships/image"/><Relationship Id="rId18" Target="../media/image85.png" Type="http://schemas.openxmlformats.org/officeDocument/2006/relationships/image"/><Relationship Id="rId19" Target="../media/image382.png" Type="http://schemas.openxmlformats.org/officeDocument/2006/relationships/image"/><Relationship Id="rId2" Target="../media/image5.png" Type="http://schemas.openxmlformats.org/officeDocument/2006/relationships/image"/><Relationship Id="rId20" Target="../media/image383.png" Type="http://schemas.openxmlformats.org/officeDocument/2006/relationships/image"/><Relationship Id="rId21" Target="../media/image102.png" Type="http://schemas.openxmlformats.org/officeDocument/2006/relationships/image"/><Relationship Id="rId22" Target="../media/image384.png" Type="http://schemas.openxmlformats.org/officeDocument/2006/relationships/image"/><Relationship Id="rId23" Target="../media/image385.png" Type="http://schemas.openxmlformats.org/officeDocument/2006/relationships/image"/><Relationship Id="rId24" Target="../media/image386.png" Type="http://schemas.openxmlformats.org/officeDocument/2006/relationships/image"/><Relationship Id="rId3" Target="../media/image376.png" Type="http://schemas.openxmlformats.org/officeDocument/2006/relationships/image"/><Relationship Id="rId4" Target="../media/image4.png" Type="http://schemas.openxmlformats.org/officeDocument/2006/relationships/image"/><Relationship Id="rId5" Target="../media/image321.png" Type="http://schemas.openxmlformats.org/officeDocument/2006/relationships/image"/><Relationship Id="rId6" Target="../media/image362.png" Type="http://schemas.openxmlformats.org/officeDocument/2006/relationships/image"/><Relationship Id="rId7" Target="../media/image377.png" Type="http://schemas.openxmlformats.org/officeDocument/2006/relationships/image"/><Relationship Id="rId8" Target="../media/image164.png" Type="http://schemas.openxmlformats.org/officeDocument/2006/relationships/image"/><Relationship Id="rId9" Target="../media/image259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1.png" Type="http://schemas.openxmlformats.org/officeDocument/2006/relationships/image"/><Relationship Id="rId11" Target="../media/image392.svg" Type="http://schemas.openxmlformats.org/officeDocument/2006/relationships/image"/><Relationship Id="rId12" Target="../media/image393.png" Type="http://schemas.openxmlformats.org/officeDocument/2006/relationships/image"/><Relationship Id="rId13" Target="../media/image394.png" Type="http://schemas.openxmlformats.org/officeDocument/2006/relationships/image"/><Relationship Id="rId14" Target="../media/image395.svg" Type="http://schemas.openxmlformats.org/officeDocument/2006/relationships/image"/><Relationship Id="rId15" Target="../media/image396.png" Type="http://schemas.openxmlformats.org/officeDocument/2006/relationships/image"/><Relationship Id="rId16" Target="../media/image397.png" Type="http://schemas.openxmlformats.org/officeDocument/2006/relationships/image"/><Relationship Id="rId17" Target="../media/image398.png" Type="http://schemas.openxmlformats.org/officeDocument/2006/relationships/image"/><Relationship Id="rId2" Target="../media/image5.png" Type="http://schemas.openxmlformats.org/officeDocument/2006/relationships/image"/><Relationship Id="rId3" Target="../media/image387.png" Type="http://schemas.openxmlformats.org/officeDocument/2006/relationships/image"/><Relationship Id="rId4" Target="../media/image4.png" Type="http://schemas.openxmlformats.org/officeDocument/2006/relationships/image"/><Relationship Id="rId5" Target="../media/image321.png" Type="http://schemas.openxmlformats.org/officeDocument/2006/relationships/image"/><Relationship Id="rId6" Target="../media/image362.png" Type="http://schemas.openxmlformats.org/officeDocument/2006/relationships/image"/><Relationship Id="rId7" Target="../media/image388.png" Type="http://schemas.openxmlformats.org/officeDocument/2006/relationships/image"/><Relationship Id="rId8" Target="../media/image389.png" Type="http://schemas.openxmlformats.org/officeDocument/2006/relationships/image"/><Relationship Id="rId9" Target="../media/image390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5.png" Type="http://schemas.openxmlformats.org/officeDocument/2006/relationships/image"/><Relationship Id="rId11" Target="../media/image406.png" Type="http://schemas.openxmlformats.org/officeDocument/2006/relationships/image"/><Relationship Id="rId12" Target="../media/image407.png" Type="http://schemas.openxmlformats.org/officeDocument/2006/relationships/image"/><Relationship Id="rId13" Target="../media/image408.png" Type="http://schemas.openxmlformats.org/officeDocument/2006/relationships/image"/><Relationship Id="rId14" Target="../media/image409.png" Type="http://schemas.openxmlformats.org/officeDocument/2006/relationships/image"/><Relationship Id="rId15" Target="../media/image410.png" Type="http://schemas.openxmlformats.org/officeDocument/2006/relationships/image"/><Relationship Id="rId16" Target="../media/image411.png" Type="http://schemas.openxmlformats.org/officeDocument/2006/relationships/image"/><Relationship Id="rId17" Target="../media/image412.png" Type="http://schemas.openxmlformats.org/officeDocument/2006/relationships/image"/><Relationship Id="rId18" Target="../media/image413.svg" Type="http://schemas.openxmlformats.org/officeDocument/2006/relationships/image"/><Relationship Id="rId19" Target="../media/image414.png" Type="http://schemas.openxmlformats.org/officeDocument/2006/relationships/image"/><Relationship Id="rId2" Target="../media/image4.png" Type="http://schemas.openxmlformats.org/officeDocument/2006/relationships/image"/><Relationship Id="rId20" Target="../media/image415.png" Type="http://schemas.openxmlformats.org/officeDocument/2006/relationships/image"/><Relationship Id="rId21" Target="../media/image321.png" Type="http://schemas.openxmlformats.org/officeDocument/2006/relationships/image"/><Relationship Id="rId22" Target="../media/image362.png" Type="http://schemas.openxmlformats.org/officeDocument/2006/relationships/image"/><Relationship Id="rId3" Target="../media/image5.png" Type="http://schemas.openxmlformats.org/officeDocument/2006/relationships/image"/><Relationship Id="rId4" Target="../media/image399.png" Type="http://schemas.openxmlformats.org/officeDocument/2006/relationships/image"/><Relationship Id="rId5" Target="../media/image400.svg" Type="http://schemas.openxmlformats.org/officeDocument/2006/relationships/image"/><Relationship Id="rId6" Target="../media/image401.png" Type="http://schemas.openxmlformats.org/officeDocument/2006/relationships/image"/><Relationship Id="rId7" Target="../media/image402.png" Type="http://schemas.openxmlformats.org/officeDocument/2006/relationships/image"/><Relationship Id="rId8" Target="../media/image403.png" Type="http://schemas.openxmlformats.org/officeDocument/2006/relationships/image"/><Relationship Id="rId9" Target="../media/image40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2700"/>
            <a:ext cx="183007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17700" y="9829800"/>
            <a:ext cx="32766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0" y="406400"/>
            <a:ext cx="1498600" cy="647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0800" y="1803400"/>
            <a:ext cx="13957300" cy="2933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5600" y="9842500"/>
            <a:ext cx="5994400" cy="36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20800" y="5207000"/>
            <a:ext cx="14478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111500" y="2514600"/>
            <a:ext cx="120777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941800" y="381000"/>
            <a:ext cx="1028700" cy="73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2700" y="4203700"/>
            <a:ext cx="18313400" cy="3797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2311400" y="4800600"/>
            <a:ext cx="2425700" cy="198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6007100" y="4800600"/>
            <a:ext cx="2425700" cy="198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4800600"/>
            <a:ext cx="2425700" cy="198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385800" y="4800600"/>
            <a:ext cx="2425700" cy="198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03500" y="5778500"/>
            <a:ext cx="19304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14600" y="5130800"/>
            <a:ext cx="8255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261100" y="5778500"/>
            <a:ext cx="23241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172200" y="5130800"/>
            <a:ext cx="10668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956800" y="5778500"/>
            <a:ext cx="23368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42500" y="5130800"/>
            <a:ext cx="1295400" cy="368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614400" y="5778500"/>
            <a:ext cx="2311400" cy="91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512800" y="5130800"/>
            <a:ext cx="10668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111500" y="1689100"/>
            <a:ext cx="12077700" cy="1206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473200" y="4038600"/>
            <a:ext cx="15341600" cy="4292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913100" y="5372100"/>
            <a:ext cx="2070100" cy="4381500"/>
          </a:xfrm>
          <a:prstGeom prst="rect">
            <a:avLst/>
          </a:prstGeom>
          <a:effectLst>
            <a:outerShdw dir="2700000" dist="95397" blurRad="82677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213100" y="5867400"/>
            <a:ext cx="123571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2463800" y="5918200"/>
            <a:ext cx="520700" cy="52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5930900"/>
            <a:ext cx="292100" cy="53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13100" y="4724400"/>
            <a:ext cx="13081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463800" y="4775200"/>
            <a:ext cx="533400" cy="533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90800" y="4775200"/>
            <a:ext cx="254000" cy="533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941800" y="381000"/>
            <a:ext cx="1028700" cy="73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213100" y="7010400"/>
            <a:ext cx="123571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2463800" y="7073900"/>
            <a:ext cx="5207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578100" y="7061200"/>
            <a:ext cx="2921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0" y="673100"/>
            <a:ext cx="2527300" cy="533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193800"/>
            <a:ext cx="2768600" cy="67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21300" y="3797300"/>
            <a:ext cx="76454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654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676900" y="5130800"/>
            <a:ext cx="6934200" cy="520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2700"/>
            <a:ext cx="183007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name="Picture 4" id="4">
            <a:hlinkClick r:id="rId6" tooltip=""/>
          </p:cNvPr>
          <p:cNvPicPr>
            <a:picLocks noChangeAspect="true"/>
          </p:cNvPicPr>
          <p:nvPr/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673100" y="-850900"/>
            <a:ext cx="19634200" cy="1148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3810000"/>
            <a:ext cx="120269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" y="2895600"/>
            <a:ext cx="21590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1300" y="5384800"/>
            <a:ext cx="62611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16400" y="330200"/>
            <a:ext cx="10795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14600" y="419100"/>
            <a:ext cx="1524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193800"/>
            <a:ext cx="45974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16500" y="2514600"/>
            <a:ext cx="8255000" cy="105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02300" y="3530600"/>
            <a:ext cx="68961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2374900" y="4292600"/>
            <a:ext cx="6210300" cy="478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03500" y="4521200"/>
            <a:ext cx="5753100" cy="326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65400" y="7924800"/>
            <a:ext cx="5829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08300" y="8470900"/>
            <a:ext cx="51435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702800" y="4292600"/>
            <a:ext cx="6210300" cy="478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931400" y="4521200"/>
            <a:ext cx="5753100" cy="326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893300" y="7924800"/>
            <a:ext cx="58293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893300" y="8470900"/>
            <a:ext cx="5829300" cy="495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193800"/>
            <a:ext cx="45974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711700" y="2514600"/>
            <a:ext cx="8877300" cy="105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73600" y="3530600"/>
            <a:ext cx="89408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2374900" y="4292600"/>
            <a:ext cx="6210300" cy="478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65400" y="7924800"/>
            <a:ext cx="58293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65400" y="8509000"/>
            <a:ext cx="5829300" cy="431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702800" y="4292600"/>
            <a:ext cx="6210300" cy="478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893300" y="7924800"/>
            <a:ext cx="58293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93300" y="8509000"/>
            <a:ext cx="5829300" cy="43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03500" y="4521200"/>
            <a:ext cx="5753100" cy="326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969500" y="4521200"/>
            <a:ext cx="5753100" cy="326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245100" y="2578100"/>
            <a:ext cx="7797800" cy="116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828800" y="4330700"/>
            <a:ext cx="14643100" cy="128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489200" y="4660900"/>
            <a:ext cx="135382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828800" y="5803900"/>
            <a:ext cx="146431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76500" y="6134100"/>
            <a:ext cx="13538200" cy="63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828800" y="7264400"/>
            <a:ext cx="14643100" cy="128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76500" y="7594600"/>
            <a:ext cx="135382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35300" y="2578100"/>
            <a:ext cx="12217400" cy="116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181100" y="5181600"/>
            <a:ext cx="15938500" cy="3797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95500" y="3848100"/>
            <a:ext cx="140970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35200" y="6388100"/>
            <a:ext cx="304800" cy="609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070100" y="5600700"/>
            <a:ext cx="6350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35200" y="5613400"/>
            <a:ext cx="304800" cy="60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82900" y="5613400"/>
            <a:ext cx="136652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070100" y="79121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882900" y="7899400"/>
            <a:ext cx="13487400" cy="635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235200" y="7924800"/>
            <a:ext cx="304800" cy="60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070100" y="6756400"/>
            <a:ext cx="6350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235200" y="6769100"/>
            <a:ext cx="304800" cy="609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882900" y="6769100"/>
            <a:ext cx="137668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21200" y="2654300"/>
            <a:ext cx="9245600" cy="116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4991100"/>
            <a:ext cx="15836900" cy="901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6667500" y="5842000"/>
            <a:ext cx="4597400" cy="12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2166600" y="5842000"/>
            <a:ext cx="4597400" cy="12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28000" y="5943600"/>
            <a:ext cx="1701800" cy="74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741400" y="5943600"/>
            <a:ext cx="1701800" cy="74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070100" y="7670800"/>
            <a:ext cx="14147800" cy="90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971800" y="7835900"/>
            <a:ext cx="123444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73400" y="2260600"/>
            <a:ext cx="12153900" cy="1168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02200" y="3403600"/>
            <a:ext cx="8496300" cy="50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24300" y="4140200"/>
            <a:ext cx="4673600" cy="430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677400" y="4140200"/>
            <a:ext cx="4686300" cy="430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3924300" y="8674100"/>
            <a:ext cx="4635500" cy="774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445000" y="8763000"/>
            <a:ext cx="36449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702800" y="8674100"/>
            <a:ext cx="4635500" cy="774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10800" y="8763000"/>
            <a:ext cx="3644900" cy="58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01800" y="4165600"/>
            <a:ext cx="14884400" cy="232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27700" y="2349500"/>
            <a:ext cx="6832600" cy="1168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092700" y="3479800"/>
            <a:ext cx="81026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28800" y="6667500"/>
            <a:ext cx="146431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76500" y="6997700"/>
            <a:ext cx="13538200" cy="63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28800" y="8140700"/>
            <a:ext cx="14643100" cy="128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76500" y="8470900"/>
            <a:ext cx="135382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27100" y="4254500"/>
            <a:ext cx="16433800" cy="434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7100" y="4254500"/>
            <a:ext cx="16433800" cy="434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27100" y="5118100"/>
            <a:ext cx="164338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27100" y="5981700"/>
            <a:ext cx="164338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27100" y="6845300"/>
            <a:ext cx="164338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27100" y="7708900"/>
            <a:ext cx="164338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27100" y="4254500"/>
            <a:ext cx="2921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068800" y="4254500"/>
            <a:ext cx="292100" cy="29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00000">
            <a:off x="17068800" y="8318500"/>
            <a:ext cx="2921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>
            <a:off x="927100" y="8318500"/>
            <a:ext cx="292100" cy="292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17500" y="673100"/>
            <a:ext cx="25654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85800" y="1193800"/>
            <a:ext cx="37592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702300" y="2349500"/>
            <a:ext cx="6883400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2700"/>
            <a:ext cx="183007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name="Picture 4" id="4">
            <a:hlinkClick r:id="rId6" tooltip=""/>
          </p:cNvPr>
          <p:cNvPicPr>
            <a:picLocks noChangeAspect="true"/>
          </p:cNvPicPr>
          <p:nvPr/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673100" y="-850900"/>
            <a:ext cx="19634200" cy="1148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3810000"/>
            <a:ext cx="61341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" y="2895600"/>
            <a:ext cx="22606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0300" y="5384800"/>
            <a:ext cx="106934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16400" y="330200"/>
            <a:ext cx="10795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14600" y="419100"/>
            <a:ext cx="1524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2197100" y="4406900"/>
            <a:ext cx="13906500" cy="2501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31750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27700" y="2616200"/>
            <a:ext cx="6832600" cy="116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76700" y="4876800"/>
            <a:ext cx="10121900" cy="1562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22500" y="7569200"/>
            <a:ext cx="8877300" cy="74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734800" y="7569200"/>
            <a:ext cx="43307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13000" y="4457700"/>
            <a:ext cx="13449300" cy="68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530600" y="5422900"/>
            <a:ext cx="11226800" cy="685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31750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11700" y="3530600"/>
            <a:ext cx="88646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828800" y="6591300"/>
            <a:ext cx="14643100" cy="128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76500" y="6921500"/>
            <a:ext cx="135382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828800" y="8051800"/>
            <a:ext cx="14643100" cy="128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76500" y="8382000"/>
            <a:ext cx="135382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79700" y="2692400"/>
            <a:ext cx="12941300" cy="105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2501900" y="4089400"/>
            <a:ext cx="40386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2768600" y="4419600"/>
            <a:ext cx="5207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08300" y="4432300"/>
            <a:ext cx="254000" cy="508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568700" y="4368800"/>
            <a:ext cx="2451100" cy="622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7124700" y="4089400"/>
            <a:ext cx="4038600" cy="1168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404100" y="4419600"/>
            <a:ext cx="520700" cy="52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531100" y="4432300"/>
            <a:ext cx="254000" cy="508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191500" y="4368800"/>
            <a:ext cx="18923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1747500" y="4089400"/>
            <a:ext cx="4038600" cy="1168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2026900" y="4419600"/>
            <a:ext cx="520700" cy="52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166600" y="4432300"/>
            <a:ext cx="2540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14300" y="4368800"/>
            <a:ext cx="22733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85800" y="1193800"/>
            <a:ext cx="4559300" cy="673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676900" y="5613400"/>
            <a:ext cx="7112000" cy="5346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914900"/>
            <a:ext cx="14503400" cy="354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92300" y="4914900"/>
            <a:ext cx="14503400" cy="3543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892300" y="5791200"/>
            <a:ext cx="145034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892300" y="6667500"/>
            <a:ext cx="14503400" cy="3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892300" y="7556500"/>
            <a:ext cx="145034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92300" y="4914900"/>
            <a:ext cx="254000" cy="25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6141700" y="4914900"/>
            <a:ext cx="254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16141700" y="8204200"/>
            <a:ext cx="254000" cy="25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892300" y="8204200"/>
            <a:ext cx="254000" cy="25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19600" y="3632200"/>
            <a:ext cx="94615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85800" y="1193800"/>
            <a:ext cx="45593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851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141700" y="81407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892300" y="81407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84900" y="3530600"/>
            <a:ext cx="59182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193800"/>
            <a:ext cx="45593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08300" y="4648200"/>
            <a:ext cx="12484100" cy="2476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781300" y="8013700"/>
            <a:ext cx="12738100" cy="90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40100" y="8178800"/>
            <a:ext cx="11607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851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892300" y="81407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24300" y="3632200"/>
            <a:ext cx="104267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111500" y="8013700"/>
            <a:ext cx="12065000" cy="901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873500" y="8178800"/>
            <a:ext cx="105410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5800" y="1193800"/>
            <a:ext cx="4559300" cy="67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568700" y="4699000"/>
            <a:ext cx="11150600" cy="255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697200" y="5397500"/>
            <a:ext cx="2032000" cy="1244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4757400" y="5080000"/>
            <a:ext cx="7493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851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892300" y="81407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46700" y="3632200"/>
            <a:ext cx="75946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111500" y="8013700"/>
            <a:ext cx="12065000" cy="901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33900" y="8178800"/>
            <a:ext cx="92075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5800" y="1193800"/>
            <a:ext cx="4559300" cy="67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632200" y="4699000"/>
            <a:ext cx="110363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851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141700" y="81407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892300" y="81407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0" y="3632200"/>
            <a:ext cx="91567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28900" y="4432300"/>
            <a:ext cx="13030200" cy="74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86600" y="5448300"/>
            <a:ext cx="4102100" cy="3784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1245160">
            <a:off x="11150600" y="6769100"/>
            <a:ext cx="11557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293600" y="6388100"/>
            <a:ext cx="3492500" cy="1244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581900" y="6667500"/>
            <a:ext cx="1803400" cy="1041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85800" y="1193800"/>
            <a:ext cx="50800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77600" y="3594100"/>
            <a:ext cx="5359400" cy="530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24200" y="5486400"/>
            <a:ext cx="45339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93900" y="7188200"/>
            <a:ext cx="8115300" cy="182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4300" y="2857500"/>
            <a:ext cx="5308600" cy="2374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85800" y="1193800"/>
            <a:ext cx="50800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892300" y="4851400"/>
            <a:ext cx="254000" cy="25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141700" y="8140700"/>
            <a:ext cx="254000" cy="25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892300" y="8140700"/>
            <a:ext cx="254000" cy="25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100" y="673100"/>
            <a:ext cx="40513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905500" y="3632200"/>
            <a:ext cx="64643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55900" y="4622800"/>
            <a:ext cx="12788900" cy="86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215477">
            <a:off x="13893800" y="5549900"/>
            <a:ext cx="11557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909800" y="5562600"/>
            <a:ext cx="1943100" cy="85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3423900" y="5346700"/>
            <a:ext cx="2095500" cy="127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197100" y="6769100"/>
            <a:ext cx="13906500" cy="2501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3378200" y="7226300"/>
            <a:ext cx="11544300" cy="72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114800" y="7302500"/>
            <a:ext cx="100711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873500" y="8166100"/>
            <a:ext cx="10541000" cy="787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85800" y="1193800"/>
            <a:ext cx="50800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2700"/>
            <a:ext cx="183007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name="Picture 4" id="4">
            <a:hlinkClick r:id="rId6" tooltip=""/>
          </p:cNvPr>
          <p:cNvPicPr>
            <a:picLocks noChangeAspect="true"/>
          </p:cNvPicPr>
          <p:nvPr/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673100" y="-850900"/>
            <a:ext cx="19634200" cy="1148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3810000"/>
            <a:ext cx="61341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" y="2895600"/>
            <a:ext cx="22733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0300" y="5384800"/>
            <a:ext cx="106934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16400" y="330200"/>
            <a:ext cx="10795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14600" y="419100"/>
            <a:ext cx="1524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36830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57700" y="3530600"/>
            <a:ext cx="93726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374900" y="4381500"/>
            <a:ext cx="6210300" cy="478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565400" y="7874000"/>
            <a:ext cx="5829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679700" y="8420100"/>
            <a:ext cx="5588000" cy="495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702800" y="4381500"/>
            <a:ext cx="6210300" cy="478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93300" y="7874000"/>
            <a:ext cx="58293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893300" y="8420100"/>
            <a:ext cx="5829300" cy="495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956800" y="4838700"/>
            <a:ext cx="5715000" cy="280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616200" y="4838700"/>
            <a:ext cx="57150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41529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07000" y="3530600"/>
            <a:ext cx="78740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55800" y="4292600"/>
            <a:ext cx="143891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54200" y="5295900"/>
            <a:ext cx="14566900" cy="74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828800" y="6451600"/>
            <a:ext cx="14643100" cy="128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251200" y="6769100"/>
            <a:ext cx="128651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374900" y="67818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540000" y="6794500"/>
            <a:ext cx="304800" cy="609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854200" y="7912100"/>
            <a:ext cx="14643100" cy="128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276600" y="8242300"/>
            <a:ext cx="12865100" cy="635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400300" y="8242300"/>
            <a:ext cx="635000" cy="635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565400" y="8255000"/>
            <a:ext cx="3048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41529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40000"/>
            <a:ext cx="12941300" cy="200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828800" y="4940300"/>
            <a:ext cx="14643100" cy="128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251200" y="5270500"/>
            <a:ext cx="128651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374900" y="5270500"/>
            <a:ext cx="635000" cy="63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540000" y="5283200"/>
            <a:ext cx="304800" cy="60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854200" y="6489700"/>
            <a:ext cx="14643100" cy="128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276600" y="6819900"/>
            <a:ext cx="128651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400300" y="68199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565400" y="6845300"/>
            <a:ext cx="304800" cy="609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3378200" y="8267700"/>
            <a:ext cx="11544300" cy="1028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762500" y="8496300"/>
            <a:ext cx="87630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41529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146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78500" y="3530600"/>
            <a:ext cx="67310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71600" y="4559300"/>
            <a:ext cx="15544800" cy="2159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54200" y="5003800"/>
            <a:ext cx="20193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54200" y="5753100"/>
            <a:ext cx="2311400" cy="52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70400" y="4864100"/>
            <a:ext cx="120269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660900" y="5740400"/>
            <a:ext cx="11544300" cy="673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71600" y="7035800"/>
            <a:ext cx="15544800" cy="215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54200" y="7480300"/>
            <a:ext cx="20193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854200" y="8229600"/>
            <a:ext cx="2311400" cy="52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470400" y="7315200"/>
            <a:ext cx="12026900" cy="622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660900" y="8216900"/>
            <a:ext cx="115443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9500" y="4114800"/>
            <a:ext cx="16129000" cy="4051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4114800"/>
            <a:ext cx="16129000" cy="4051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9500" y="4914900"/>
            <a:ext cx="16129000" cy="5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9500" y="5727700"/>
            <a:ext cx="16129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9500" y="6527800"/>
            <a:ext cx="161290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9500" y="7327900"/>
            <a:ext cx="161290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079500" y="4114800"/>
            <a:ext cx="266700" cy="266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16941800" y="4114800"/>
            <a:ext cx="266700" cy="266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16941800" y="7899400"/>
            <a:ext cx="266700" cy="266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079500" y="7899400"/>
            <a:ext cx="266700" cy="266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324100" y="8420100"/>
            <a:ext cx="13639800" cy="97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797300" y="8597900"/>
            <a:ext cx="10693400" cy="622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685800" y="1193800"/>
            <a:ext cx="4152900" cy="673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79700" y="2362200"/>
            <a:ext cx="12941300" cy="1054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4864100" y="3378200"/>
            <a:ext cx="85598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71600" y="5422900"/>
            <a:ext cx="10312400" cy="1828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701800" y="5753100"/>
            <a:ext cx="23114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03400" y="5791200"/>
            <a:ext cx="2120900" cy="44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368800" y="5727700"/>
            <a:ext cx="53213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371600" y="7518400"/>
            <a:ext cx="10312400" cy="182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701800" y="7861300"/>
            <a:ext cx="2311400" cy="533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03400" y="7899400"/>
            <a:ext cx="21209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369800" y="6007100"/>
            <a:ext cx="4521200" cy="3390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90600" y="2730500"/>
            <a:ext cx="6273800" cy="2374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368800" y="7861300"/>
            <a:ext cx="5321300" cy="137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00" y="673100"/>
            <a:ext cx="41021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85800" y="1193800"/>
            <a:ext cx="41529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4414500" y="3911600"/>
            <a:ext cx="3340100" cy="2120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732000" y="4368800"/>
            <a:ext cx="27178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-12700"/>
            <a:ext cx="183007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name="Picture 4" id="4">
            <a:hlinkClick r:id="rId6" tooltip=""/>
          </p:cNvPr>
          <p:cNvPicPr>
            <a:picLocks noChangeAspect="true"/>
          </p:cNvPicPr>
          <p:nvPr/>
        </p:nvPicPr>
        <p:blipFill>
          <a:blip r:embed="rId5">
            <a:alphaModFix amt="5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673100" y="-850900"/>
            <a:ext cx="19634200" cy="1148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3810000"/>
            <a:ext cx="110744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0300" y="2895600"/>
            <a:ext cx="22860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0300" y="5384800"/>
            <a:ext cx="106934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16400" y="330200"/>
            <a:ext cx="10795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14600" y="419100"/>
            <a:ext cx="1524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27686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3749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045200" y="3390900"/>
            <a:ext cx="61976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24100" y="4330700"/>
            <a:ext cx="5168900" cy="3886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93200" y="4330700"/>
            <a:ext cx="6883400" cy="374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72600" y="4559300"/>
            <a:ext cx="6311900" cy="52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63100" y="4597400"/>
            <a:ext cx="59309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372600" y="5308600"/>
            <a:ext cx="63119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372600" y="6286500"/>
            <a:ext cx="6311900" cy="52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563100" y="6311900"/>
            <a:ext cx="5930900" cy="44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372600" y="7023100"/>
            <a:ext cx="6311900" cy="685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2324100" y="8432800"/>
            <a:ext cx="136398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616200" y="8610600"/>
            <a:ext cx="130683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27686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3749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59400" y="3390900"/>
            <a:ext cx="7569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093200" y="4330700"/>
            <a:ext cx="6883400" cy="374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4559300"/>
            <a:ext cx="6311900" cy="52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63100" y="4597400"/>
            <a:ext cx="59309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72600" y="5308600"/>
            <a:ext cx="6311900" cy="68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372600" y="6286500"/>
            <a:ext cx="6311900" cy="52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563100" y="6311900"/>
            <a:ext cx="5930900" cy="44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372600" y="7023100"/>
            <a:ext cx="6311900" cy="685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2324100" y="8432800"/>
            <a:ext cx="13639800" cy="97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16200" y="8610600"/>
            <a:ext cx="13068300" cy="673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324100" y="4394200"/>
            <a:ext cx="51689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27686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3749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97500" y="3390900"/>
            <a:ext cx="74930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222500" y="4406900"/>
            <a:ext cx="9232900" cy="494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899900" y="4394200"/>
            <a:ext cx="5054600" cy="148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0" y="4648200"/>
            <a:ext cx="406400" cy="40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192000" y="4660900"/>
            <a:ext cx="406400" cy="393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801600" y="4622800"/>
            <a:ext cx="3759200" cy="457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192000" y="5181600"/>
            <a:ext cx="44577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899900" y="6057900"/>
            <a:ext cx="5054600" cy="148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0" y="6311900"/>
            <a:ext cx="4064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192000" y="6324600"/>
            <a:ext cx="406400" cy="393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801600" y="6286500"/>
            <a:ext cx="3759200" cy="457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192000" y="6845300"/>
            <a:ext cx="4457700" cy="508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899900" y="7721600"/>
            <a:ext cx="5054600" cy="1485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0" y="7975600"/>
            <a:ext cx="406400" cy="406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192000" y="7988300"/>
            <a:ext cx="406400" cy="393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801600" y="7950200"/>
            <a:ext cx="3759200" cy="457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2192000" y="8509000"/>
            <a:ext cx="44577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54737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5781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25900" y="3594100"/>
            <a:ext cx="102362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67000" y="4394200"/>
            <a:ext cx="12966700" cy="364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2324100" y="8432800"/>
            <a:ext cx="13639800" cy="977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089400" y="8610600"/>
            <a:ext cx="101092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119600" y="381000"/>
            <a:ext cx="1028700" cy="736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79600" y="9817100"/>
            <a:ext cx="3403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85800" y="1193800"/>
            <a:ext cx="54737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79700" y="2603500"/>
            <a:ext cx="129413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854700" y="3810000"/>
            <a:ext cx="65786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324100" y="8432800"/>
            <a:ext cx="13639800" cy="97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89400" y="8610600"/>
            <a:ext cx="101092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273300" y="4851400"/>
            <a:ext cx="13741400" cy="335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273300" y="4851400"/>
            <a:ext cx="13741400" cy="3352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2273300" y="5689600"/>
            <a:ext cx="137414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2273300" y="6515100"/>
            <a:ext cx="137414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2273300" y="7353300"/>
            <a:ext cx="137414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2273300" y="4851400"/>
            <a:ext cx="254000" cy="254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15760700" y="4851400"/>
            <a:ext cx="254000" cy="254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15760700" y="7950200"/>
            <a:ext cx="254000" cy="254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2273300" y="7950200"/>
            <a:ext cx="2540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79700" y="2743200"/>
            <a:ext cx="12941300" cy="105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193800"/>
            <a:ext cx="54737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20900" y="3924300"/>
            <a:ext cx="140335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41500" y="5029200"/>
            <a:ext cx="146431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63900" y="5359400"/>
            <a:ext cx="1663700" cy="63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387600" y="5359400"/>
            <a:ext cx="6350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52700" y="5372100"/>
            <a:ext cx="304800" cy="60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41500" y="6502400"/>
            <a:ext cx="14643100" cy="128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51200" y="6819900"/>
            <a:ext cx="19685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387600" y="6832600"/>
            <a:ext cx="635000" cy="635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552700" y="6845300"/>
            <a:ext cx="304800" cy="60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41500" y="7962900"/>
            <a:ext cx="14643100" cy="1282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263900" y="8293100"/>
            <a:ext cx="1930400" cy="635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387600" y="82931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552700" y="8305800"/>
            <a:ext cx="304800" cy="6096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350000" y="5334000"/>
            <a:ext cx="8597900" cy="685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6350000" y="6807200"/>
            <a:ext cx="8597900" cy="685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350000" y="8267700"/>
            <a:ext cx="8597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679700" y="2743200"/>
            <a:ext cx="12941300" cy="105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193800"/>
            <a:ext cx="54737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62500" y="3797300"/>
            <a:ext cx="87757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92300" y="6972300"/>
            <a:ext cx="145034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892300" y="7302500"/>
            <a:ext cx="2971800" cy="59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44700" y="7340600"/>
            <a:ext cx="2692400" cy="482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892300" y="9207500"/>
            <a:ext cx="145034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92300" y="8255000"/>
            <a:ext cx="145161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892300" y="4864100"/>
            <a:ext cx="29718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44700" y="4914900"/>
            <a:ext cx="2692400" cy="482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181600" y="4914900"/>
            <a:ext cx="4559300" cy="508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28800" y="5549900"/>
            <a:ext cx="146304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941800" y="368300"/>
            <a:ext cx="1054100" cy="749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617700" y="9842500"/>
            <a:ext cx="3276600" cy="368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372100" y="6972300"/>
            <a:ext cx="3619500" cy="193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00700" y="7251700"/>
            <a:ext cx="3162300" cy="53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549900" y="8013700"/>
            <a:ext cx="3276600" cy="635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067800" y="7645400"/>
            <a:ext cx="4826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525000" y="6972300"/>
            <a:ext cx="3619500" cy="193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53600" y="7251700"/>
            <a:ext cx="3162300" cy="533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02800" y="8013700"/>
            <a:ext cx="32766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20700" y="7645400"/>
            <a:ext cx="482600" cy="584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677900" y="6972300"/>
            <a:ext cx="3619500" cy="193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906500" y="7251700"/>
            <a:ext cx="3162300" cy="533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55700" y="8013700"/>
            <a:ext cx="3276600" cy="635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054600" y="5422900"/>
            <a:ext cx="115951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813300" y="2374900"/>
            <a:ext cx="8674100" cy="1054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60500" y="5778500"/>
            <a:ext cx="4140200" cy="3695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800100" y="3759200"/>
            <a:ext cx="3340100" cy="2120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5700" y="4191000"/>
            <a:ext cx="2616200" cy="965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429500" y="4102100"/>
            <a:ext cx="7810500" cy="1054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-279400" y="673100"/>
            <a:ext cx="6273800" cy="533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85800" y="1193800"/>
            <a:ext cx="5473700" cy="67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