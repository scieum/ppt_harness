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3748906d24dfb" /><Relationship Type="http://schemas.openxmlformats.org/officeDocument/2006/relationships/extended-properties" Target="/docProps/app.xml" Id="Radff9690f6b4481b" /><Relationship Type="http://schemas.openxmlformats.org/officeDocument/2006/relationships/officeDocument" Target="/ppt/presentation.xml" Id="R4996455b7bf3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6a64847f75441d"/>
  </p:sldMasterIdLst>
  <p:notesMasterIdLst>
    <p:notesMasterId xmlns:r="http://schemas.openxmlformats.org/officeDocument/2006/relationships" r:id="Raa98361949444e54"/>
  </p:notesMasterIdLst>
  <p:sldIdLst>
    <p:sldId xmlns:r="http://schemas.openxmlformats.org/officeDocument/2006/relationships" id="256" r:id="Ra6ca6ea362fe4774"/>
    <p:sldId xmlns:r="http://schemas.openxmlformats.org/officeDocument/2006/relationships" id="257" r:id="R440274b912d34edd"/>
    <p:sldId xmlns:r="http://schemas.openxmlformats.org/officeDocument/2006/relationships" id="258" r:id="Rdf2e4e1d05344eac"/>
    <p:sldId xmlns:r="http://schemas.openxmlformats.org/officeDocument/2006/relationships" id="259" r:id="Rbfe1e70c49d147aa"/>
    <p:sldId xmlns:r="http://schemas.openxmlformats.org/officeDocument/2006/relationships" id="260" r:id="R405c2fcb5e204452"/>
    <p:sldId xmlns:r="http://schemas.openxmlformats.org/officeDocument/2006/relationships" id="261" r:id="R6016b93d7bfa4848"/>
    <p:sldId xmlns:r="http://schemas.openxmlformats.org/officeDocument/2006/relationships" id="262" r:id="R8766ecef1ad848f5"/>
    <p:sldId xmlns:r="http://schemas.openxmlformats.org/officeDocument/2006/relationships" id="263" r:id="R0348c27b7f03451a"/>
    <p:sldId xmlns:r="http://schemas.openxmlformats.org/officeDocument/2006/relationships" id="264" r:id="Rd8b62bdef2ef44e4"/>
    <p:sldId xmlns:r="http://schemas.openxmlformats.org/officeDocument/2006/relationships" id="265" r:id="Red14e28c7b164091"/>
    <p:sldId xmlns:r="http://schemas.openxmlformats.org/officeDocument/2006/relationships" id="266" r:id="Rb04a9d1a9c084a81"/>
    <p:sldId xmlns:r="http://schemas.openxmlformats.org/officeDocument/2006/relationships" id="267" r:id="R9d2b90013ed34716"/>
    <p:sldId xmlns:r="http://schemas.openxmlformats.org/officeDocument/2006/relationships" id="268" r:id="R68956c13af9c4075"/>
    <p:sldId xmlns:r="http://schemas.openxmlformats.org/officeDocument/2006/relationships" id="269" r:id="Rbd4998686cf1486f"/>
    <p:sldId xmlns:r="http://schemas.openxmlformats.org/officeDocument/2006/relationships" id="270" r:id="R43bc5150be5d49b4"/>
    <p:sldId xmlns:r="http://schemas.openxmlformats.org/officeDocument/2006/relationships" id="271" r:id="R4417fbb674444fde"/>
    <p:sldId xmlns:r="http://schemas.openxmlformats.org/officeDocument/2006/relationships" id="272" r:id="Ref1d0fc5d3df4620"/>
    <p:sldId xmlns:r="http://schemas.openxmlformats.org/officeDocument/2006/relationships" id="273" r:id="R180efd3b5f36434d"/>
    <p:sldId xmlns:r="http://schemas.openxmlformats.org/officeDocument/2006/relationships" id="274" r:id="R9eeecaaa85314e9c"/>
    <p:sldId xmlns:r="http://schemas.openxmlformats.org/officeDocument/2006/relationships" id="275" r:id="R7763cca3080f47f8"/>
    <p:sldId xmlns:r="http://schemas.openxmlformats.org/officeDocument/2006/relationships" id="276" r:id="Rfee8f3627be7432e"/>
    <p:sldId xmlns:r="http://schemas.openxmlformats.org/officeDocument/2006/relationships" id="277" r:id="Rf2ff2261258e47b3"/>
    <p:sldId xmlns:r="http://schemas.openxmlformats.org/officeDocument/2006/relationships" id="278" r:id="Rd93d6cf00e684462"/>
    <p:sldId xmlns:r="http://schemas.openxmlformats.org/officeDocument/2006/relationships" id="279" r:id="Re6fa13fcbd1e432b"/>
    <p:sldId xmlns:r="http://schemas.openxmlformats.org/officeDocument/2006/relationships" id="280" r:id="Rec010006fadc4879"/>
    <p:sldId xmlns:r="http://schemas.openxmlformats.org/officeDocument/2006/relationships" id="281" r:id="R66ef2f154c594f5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eefd847bb542e3" /><Relationship Type="http://schemas.openxmlformats.org/officeDocument/2006/relationships/slideMaster" Target="/ppt/slideMasters/slideMaster1.xml" Id="R9a6a64847f75441d" /><Relationship Type="http://schemas.openxmlformats.org/officeDocument/2006/relationships/notesMaster" Target="/ppt/notesMasters/notesMaster1.xml" Id="Raa98361949444e54" /><Relationship Type="http://schemas.openxmlformats.org/officeDocument/2006/relationships/presProps" Target="/ppt/presProps.xml" Id="R6454fe4d2e3d4781" /><Relationship Type="http://schemas.openxmlformats.org/officeDocument/2006/relationships/tableStyles" Target="/ppt/tableStyles.xml" Id="Rffe8a21408ed4b1e" /><Relationship Type="http://schemas.openxmlformats.org/officeDocument/2006/relationships/slide" Target="/ppt/slides/slide1.xml" Id="Ra6ca6ea362fe4774" /><Relationship Type="http://schemas.openxmlformats.org/officeDocument/2006/relationships/slide" Target="/ppt/slides/slide2.xml" Id="R440274b912d34edd" /><Relationship Type="http://schemas.openxmlformats.org/officeDocument/2006/relationships/slide" Target="/ppt/slides/slide3.xml" Id="Rdf2e4e1d05344eac" /><Relationship Type="http://schemas.openxmlformats.org/officeDocument/2006/relationships/slide" Target="/ppt/slides/slide4.xml" Id="Rbfe1e70c49d147aa" /><Relationship Type="http://schemas.openxmlformats.org/officeDocument/2006/relationships/slide" Target="/ppt/slides/slide5.xml" Id="R405c2fcb5e204452" /><Relationship Type="http://schemas.openxmlformats.org/officeDocument/2006/relationships/slide" Target="/ppt/slides/slide6.xml" Id="R6016b93d7bfa4848" /><Relationship Type="http://schemas.openxmlformats.org/officeDocument/2006/relationships/slide" Target="/ppt/slides/slide7.xml" Id="R8766ecef1ad848f5" /><Relationship Type="http://schemas.openxmlformats.org/officeDocument/2006/relationships/slide" Target="/ppt/slides/slide8.xml" Id="R0348c27b7f03451a" /><Relationship Type="http://schemas.openxmlformats.org/officeDocument/2006/relationships/slide" Target="/ppt/slides/slide9.xml" Id="Rd8b62bdef2ef44e4" /><Relationship Type="http://schemas.openxmlformats.org/officeDocument/2006/relationships/slide" Target="/ppt/slides/slide10.xml" Id="Red14e28c7b164091" /><Relationship Type="http://schemas.openxmlformats.org/officeDocument/2006/relationships/slide" Target="/ppt/slides/slide11.xml" Id="Rb04a9d1a9c084a81" /><Relationship Type="http://schemas.openxmlformats.org/officeDocument/2006/relationships/slide" Target="/ppt/slides/slide12.xml" Id="R9d2b90013ed34716" /><Relationship Type="http://schemas.openxmlformats.org/officeDocument/2006/relationships/slide" Target="/ppt/slides/slide13.xml" Id="R68956c13af9c4075" /><Relationship Type="http://schemas.openxmlformats.org/officeDocument/2006/relationships/slide" Target="/ppt/slides/slide14.xml" Id="Rbd4998686cf1486f" /><Relationship Type="http://schemas.openxmlformats.org/officeDocument/2006/relationships/slide" Target="/ppt/slides/slide15.xml" Id="R43bc5150be5d49b4" /><Relationship Type="http://schemas.openxmlformats.org/officeDocument/2006/relationships/slide" Target="/ppt/slides/slide16.xml" Id="R4417fbb674444fde" /><Relationship Type="http://schemas.openxmlformats.org/officeDocument/2006/relationships/slide" Target="/ppt/slides/slide17.xml" Id="Ref1d0fc5d3df4620" /><Relationship Type="http://schemas.openxmlformats.org/officeDocument/2006/relationships/slide" Target="/ppt/slides/slide18.xml" Id="R180efd3b5f36434d" /><Relationship Type="http://schemas.openxmlformats.org/officeDocument/2006/relationships/slide" Target="/ppt/slides/slide19.xml" Id="R9eeecaaa85314e9c" /><Relationship Type="http://schemas.openxmlformats.org/officeDocument/2006/relationships/slide" Target="/ppt/slides/slide20.xml" Id="R7763cca3080f47f8" /><Relationship Type="http://schemas.openxmlformats.org/officeDocument/2006/relationships/slide" Target="/ppt/slides/slide21.xml" Id="Rfee8f3627be7432e" /><Relationship Type="http://schemas.openxmlformats.org/officeDocument/2006/relationships/slide" Target="/ppt/slides/slide22.xml" Id="Rf2ff2261258e47b3" /><Relationship Type="http://schemas.openxmlformats.org/officeDocument/2006/relationships/slide" Target="/ppt/slides/slide23.xml" Id="Rd93d6cf00e684462" /><Relationship Type="http://schemas.openxmlformats.org/officeDocument/2006/relationships/slide" Target="/ppt/slides/slide24.xml" Id="Re6fa13fcbd1e432b" /><Relationship Type="http://schemas.openxmlformats.org/officeDocument/2006/relationships/slide" Target="/ppt/slides/slide25.xml" Id="Rec010006fadc4879" /><Relationship Type="http://schemas.openxmlformats.org/officeDocument/2006/relationships/slide" Target="/ppt/slides/slide26.xml" Id="R66ef2f154c594f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0f097f365a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caf9da6094359" /><Relationship Type="http://schemas.openxmlformats.org/officeDocument/2006/relationships/notesMaster" Target="/ppt/notesMasters/notesMaster1.xml" Id="Rc5ff5b5d98e0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714a5a33e4056" /><Relationship Type="http://schemas.openxmlformats.org/officeDocument/2006/relationships/notesMaster" Target="/ppt/notesMasters/notesMaster1.xml" Id="R6d6f1f10a87a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7089e8f12f42fc" /><Relationship Type="http://schemas.openxmlformats.org/officeDocument/2006/relationships/notesMaster" Target="/ppt/notesMasters/notesMaster1.xml" Id="R1f85533a2af74f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f64e0cb0524dff" /><Relationship Type="http://schemas.openxmlformats.org/officeDocument/2006/relationships/notesMaster" Target="/ppt/notesMasters/notesMaster1.xml" Id="Rb125d430ceef45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b9842d7e724489" /><Relationship Type="http://schemas.openxmlformats.org/officeDocument/2006/relationships/notesMaster" Target="/ppt/notesMasters/notesMaster1.xml" Id="R85cf4005e4f4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e66e35e264666" /><Relationship Type="http://schemas.openxmlformats.org/officeDocument/2006/relationships/notesMaster" Target="/ppt/notesMasters/notesMaster1.xml" Id="R2291f97a414742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f3fdd7dd284fe1" /><Relationship Type="http://schemas.openxmlformats.org/officeDocument/2006/relationships/notesMaster" Target="/ppt/notesMasters/notesMaster1.xml" Id="R8e46746cb48941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5bc9b58ca14e9b" /><Relationship Type="http://schemas.openxmlformats.org/officeDocument/2006/relationships/notesMaster" Target="/ppt/notesMasters/notesMaster1.xml" Id="Rbbf37f07ef044d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b9234e21cd4651" /><Relationship Type="http://schemas.openxmlformats.org/officeDocument/2006/relationships/notesMaster" Target="/ppt/notesMasters/notesMaster1.xml" Id="R4529e1e4276a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228030e5c4f6f" /><Relationship Type="http://schemas.openxmlformats.org/officeDocument/2006/relationships/notesMaster" Target="/ppt/notesMasters/notesMaster1.xml" Id="R56f531e6230041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9cbd408e13445f" /><Relationship Type="http://schemas.openxmlformats.org/officeDocument/2006/relationships/notesMaster" Target="/ppt/notesMasters/notesMaster1.xml" Id="Rfbae3cfd9e8541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f56956f9404874" /><Relationship Type="http://schemas.openxmlformats.org/officeDocument/2006/relationships/notesMaster" Target="/ppt/notesMasters/notesMaster1.xml" Id="R60f94ca270b547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7f656777bc4fd6" /><Relationship Type="http://schemas.openxmlformats.org/officeDocument/2006/relationships/notesMaster" Target="/ppt/notesMasters/notesMaster1.xml" Id="R0d8457a860fe4f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c6d79dab804482" /><Relationship Type="http://schemas.openxmlformats.org/officeDocument/2006/relationships/notesMaster" Target="/ppt/notesMasters/notesMaster1.xml" Id="R06797f89c0e944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63151776964c6f" /><Relationship Type="http://schemas.openxmlformats.org/officeDocument/2006/relationships/notesMaster" Target="/ppt/notesMasters/notesMaster1.xml" Id="Ref27b7810e654e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e245ed7f094275" /><Relationship Type="http://schemas.openxmlformats.org/officeDocument/2006/relationships/notesMaster" Target="/ppt/notesMasters/notesMaster1.xml" Id="R8c1caa3f4d5842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85763812c54301" /><Relationship Type="http://schemas.openxmlformats.org/officeDocument/2006/relationships/notesMaster" Target="/ppt/notesMasters/notesMaster1.xml" Id="Rb4a0c5ffaaec4e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6c9569ae634bed" /><Relationship Type="http://schemas.openxmlformats.org/officeDocument/2006/relationships/notesMaster" Target="/ppt/notesMasters/notesMaster1.xml" Id="Re61d4df25f7f40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6a1102412f4458" /><Relationship Type="http://schemas.openxmlformats.org/officeDocument/2006/relationships/notesMaster" Target="/ppt/notesMasters/notesMaster1.xml" Id="Rd16db2c726764b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b74aa65e054c18" /><Relationship Type="http://schemas.openxmlformats.org/officeDocument/2006/relationships/notesMaster" Target="/ppt/notesMasters/notesMaster1.xml" Id="R9f00dcda78124a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e21b78c097415b" /><Relationship Type="http://schemas.openxmlformats.org/officeDocument/2006/relationships/notesMaster" Target="/ppt/notesMasters/notesMaster1.xml" Id="Rcb55f96fe78f48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40bbcd2a0843b6" /><Relationship Type="http://schemas.openxmlformats.org/officeDocument/2006/relationships/notesMaster" Target="/ppt/notesMasters/notesMaster1.xml" Id="R5de8d8b2364f46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d2e08173c342df" /><Relationship Type="http://schemas.openxmlformats.org/officeDocument/2006/relationships/notesMaster" Target="/ppt/notesMasters/notesMaster1.xml" Id="R515925539ba641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5e1908713c462d" /><Relationship Type="http://schemas.openxmlformats.org/officeDocument/2006/relationships/notesMaster" Target="/ppt/notesMasters/notesMaster1.xml" Id="Rfe42fcd2492c4e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ad9223ac084e31" /><Relationship Type="http://schemas.openxmlformats.org/officeDocument/2006/relationships/notesMaster" Target="/ppt/notesMasters/notesMaster1.xml" Id="R45e83203ac5842b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3bdc2718ac4451" /><Relationship Type="http://schemas.openxmlformats.org/officeDocument/2006/relationships/notesMaster" Target="/ppt/notesMasters/notesMaster1.xml" Id="R136c7765d2de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작은 방향제에서 나온 입자가 방 안 곳곳에 퍼져 냄새를 맡을 수 있습니다. 처음과 나중에 입자의 분포가 어떻게 달라지는지 생각해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도입; 등록 검정 머리 남학생·긴 머리 여학생 참조 생성 hook-two-students-v11.png; R04 PDF12 하단 장면과 중심 질문.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 모형의 간격만 보지 말고 위치가 고정되어 있는지와 이동할 수 있는지를 비교한다. 고체도 입자 운동이 멈춘 상태가 아니다.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그림Ⅲ-10; 완자2022 139 상태 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물질의 종류와 양이 다르면 단순히 고체인지 기체인지만 보고 엔트로피의 크기를 비교할 수 없다. 이 단원 그림은 동일한 물질의 상태 차이를 비교하는 모형이다.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천재90; 완자2022 139 비교 설명을 범위 내 재구성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변화량의 부호와 상태 자체의 엔트로피를 구별한다. 같은 두 상태의 변화 방향을 뒤집으면 변화량의 부호도 반대가 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정의; 완자2022 139 엔트로피 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입자의 배열과 운동을 근거로 정방향과 역방향을 짝지어 설명하게 한다. 고체와 기체의 직접 변화는 방향을 말로 풀어 명확히 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그림Ⅲ-11; 완자2022 139 상태 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질소와 수소라는 두 종류를 세는 것이 아니라 계수를 이용해 분자의 수를 센다. 계수는 같은 비율의 몰수로도 해석할 수 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암모니아 예시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암모니아 분자 하나에는 질소 원자 한 개와 수소 원자 세 개가 들어 있다. 두 분자에 들어 있는 원자를 세어 반응 전후의 원자 수 보존을 확인한다.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예시의 입자 해석 보강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꼭지를 열기 전후의 분자를 색깔별로 세게 한다. 화학 반응으로 새 분자가 생긴 것이 아니라 기존 분자의 분포가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완자2022 139 혼합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세 주장 모두 옳지 않다. 첫째 원자 수는 보존된다. 둘째 두 기체의 혼합은 분자 수가 같아도 엔트로피가 증가한다. 셋째 융해에서 물 분자는 유지되고 배열과 운동이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완자2022 139·142 확인 방식 재구성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 내용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20633635941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29f69acef40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a008fdb354d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d01655e4548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b1c281f1242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22486ff4d43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CD5CAB-71FF-44D0-BF61-BF4C241A4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4218BE-FD4B-4B7E-86A6-63A9657DB4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221D58-2D22-48D1-82B4-82B5670F2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1DD3EF-91AE-4B10-B31B-6964E3BA1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9DD153-0692-4F7D-9475-5FBD1E4A89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548F3E-5A28-4153-BBF1-95F2204CA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4DD147-44C7-450C-8305-26FC295F8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C10986-A37D-4002-A729-A8A6A231F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34A8C0-FBE9-4BB2-99E0-72DE0C772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0F277F-7E5E-47CE-94CB-43B0E7665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1b69939b1b4dc7" /><Relationship Type="http://schemas.openxmlformats.org/officeDocument/2006/relationships/slideLayout" Target="/ppt/slideLayouts/slideLayout1.xml" Id="Rc2e666723bda426a" /><Relationship Type="http://schemas.openxmlformats.org/officeDocument/2006/relationships/slideLayout" Target="/ppt/slideLayouts/slideLayout2.xml" Id="Rae73a50389d94755" /><Relationship Type="http://schemas.openxmlformats.org/officeDocument/2006/relationships/slideLayout" Target="/ppt/slideLayouts/slideLayout3.xml" Id="Rf7efdaf3a93147f5" /><Relationship Type="http://schemas.openxmlformats.org/officeDocument/2006/relationships/slideLayout" Target="/ppt/slideLayouts/slideLayout4.xml" Id="Rbf5c88ac6c5442ed" /><Relationship Type="http://schemas.openxmlformats.org/officeDocument/2006/relationships/slideLayout" Target="/ppt/slideLayouts/slideLayout5.xml" Id="R6a51ce138630496c" /><Relationship Type="http://schemas.openxmlformats.org/officeDocument/2006/relationships/slideLayout" Target="/ppt/slideLayouts/slideLayout6.xml" Id="R29a2ba9b3208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666723bda426a"/>
    <p:sldLayoutId xmlns:r="http://schemas.openxmlformats.org/officeDocument/2006/relationships" id="2147483650" r:id="Rae73a50389d94755"/>
    <p:sldLayoutId xmlns:r="http://schemas.openxmlformats.org/officeDocument/2006/relationships" id="2147483651" r:id="Rf7efdaf3a93147f5"/>
    <p:sldLayoutId xmlns:r="http://schemas.openxmlformats.org/officeDocument/2006/relationships" id="2147483652" r:id="Rbf5c88ac6c5442ed"/>
    <p:sldLayoutId xmlns:r="http://schemas.openxmlformats.org/officeDocument/2006/relationships" id="2147483653" r:id="R6a51ce138630496c"/>
    <p:sldLayoutId xmlns:r="http://schemas.openxmlformats.org/officeDocument/2006/relationships" id="2147483654" r:id="R29a2ba9b3208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c8a91408f4e35" /><Relationship Type="http://schemas.openxmlformats.org/officeDocument/2006/relationships/image" Target="/ppt/media/image.png" Id="Rf095f818ff474673" /><Relationship Type="http://schemas.openxmlformats.org/officeDocument/2006/relationships/image" Target="/ppt/media/image2.png" Id="Re218fec3ea7a4b3e" /><Relationship Type="http://schemas.openxmlformats.org/officeDocument/2006/relationships/image" Target="/ppt/media/image3.png" Id="R27be19227fa640a4" /><Relationship Type="http://schemas.openxmlformats.org/officeDocument/2006/relationships/notesSlide" Target="/ppt/notesSlides/notesSlide1.xml" Id="R3c06efb36734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d130fabad4a9b" /><Relationship Type="http://schemas.openxmlformats.org/officeDocument/2006/relationships/image" Target="/ppt/media/image4.png" Id="Rb320efd7f02348b5" /><Relationship Type="http://schemas.openxmlformats.org/officeDocument/2006/relationships/image" Target="/ppt/media/image5.png" Id="R46b5c0fd0a694fef" /><Relationship Type="http://schemas.openxmlformats.org/officeDocument/2006/relationships/image" Target="/ppt/media/image6.png" Id="R0f6d2baed9ec4438" /><Relationship Type="http://schemas.openxmlformats.org/officeDocument/2006/relationships/notesSlide" Target="/ppt/notesSlides/notesSlide2.xml" Id="Rae35bfdf2f94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771f370cd4e05" /><Relationship Type="http://schemas.openxmlformats.org/officeDocument/2006/relationships/image" Target="/ppt/media/image7.png" Id="R0dcc0fecbe7f442e" /><Relationship Type="http://schemas.openxmlformats.org/officeDocument/2006/relationships/notesSlide" Target="/ppt/notesSlides/notesSlide3.xml" Id="R505254995fbf41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c4959976549e9" /><Relationship Type="http://schemas.openxmlformats.org/officeDocument/2006/relationships/image" Target="/ppt/media/image8.png" Id="R32a9adb12dfd4b2a" /><Relationship Type="http://schemas.openxmlformats.org/officeDocument/2006/relationships/notesSlide" Target="/ppt/notesSlides/notesSlide4.xml" Id="R8cd2a6e61ef5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1bf4ff3754ec4" /><Relationship Type="http://schemas.openxmlformats.org/officeDocument/2006/relationships/image" Target="/ppt/media/image9.png" Id="R0f2f7e81bd7547ff" /><Relationship Type="http://schemas.openxmlformats.org/officeDocument/2006/relationships/image" Target="/ppt/media/image10.png" Id="R48ea0b7e9d7e4963" /><Relationship Type="http://schemas.openxmlformats.org/officeDocument/2006/relationships/notesSlide" Target="/ppt/notesSlides/notesSlide5.xml" Id="R3b41ae8cf6dc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1bed26a094b5a" /><Relationship Type="http://schemas.openxmlformats.org/officeDocument/2006/relationships/image" Target="/ppt/media/image11.png" Id="R624c6fbd6e414bfb" /><Relationship Type="http://schemas.openxmlformats.org/officeDocument/2006/relationships/notesSlide" Target="/ppt/notesSlides/notesSlide6.xml" Id="R23348d68d9d34c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8e94570ea4c8a" /><Relationship Type="http://schemas.openxmlformats.org/officeDocument/2006/relationships/image" Target="/ppt/media/image12.png" Id="Re7b126e5505446d0" /><Relationship Type="http://schemas.openxmlformats.org/officeDocument/2006/relationships/image" Target="/ppt/media/image13.png" Id="R7a09222dc9ab4676" /><Relationship Type="http://schemas.openxmlformats.org/officeDocument/2006/relationships/notesSlide" Target="/ppt/notesSlides/notesSlide7.xml" Id="R0823a0d5543543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58ef1249c4f05" /><Relationship Type="http://schemas.openxmlformats.org/officeDocument/2006/relationships/image" Target="/ppt/media/image14.png" Id="Ra1327fbf2e5e4edd" /><Relationship Type="http://schemas.openxmlformats.org/officeDocument/2006/relationships/notesSlide" Target="/ppt/notesSlides/notesSlide8.xml" Id="R33861f2b090340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ce46b48cd47a6" /><Relationship Type="http://schemas.openxmlformats.org/officeDocument/2006/relationships/image" Target="/ppt/media/image15.png" Id="Rfe6db607c1234f72" /><Relationship Type="http://schemas.openxmlformats.org/officeDocument/2006/relationships/notesSlide" Target="/ppt/notesSlides/notesSlide9.xml" Id="Re173efba1809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93d9ceefe4afc" /><Relationship Type="http://schemas.openxmlformats.org/officeDocument/2006/relationships/image" Target="/ppt/media/image16.png" Id="R3f955311c6c546f0" /><Relationship Type="http://schemas.openxmlformats.org/officeDocument/2006/relationships/image" Target="/ppt/media/image17.png" Id="R2f58e05f3e344007" /><Relationship Type="http://schemas.openxmlformats.org/officeDocument/2006/relationships/notesSlide" Target="/ppt/notesSlides/notesSlide10.xml" Id="R21a51b3da5c2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9db9f642c4da1" /><Relationship Type="http://schemas.openxmlformats.org/officeDocument/2006/relationships/image" Target="/ppt/media/image18.png" Id="Rc7509d8f91664ffd" /><Relationship Type="http://schemas.openxmlformats.org/officeDocument/2006/relationships/image" Target="/ppt/media/image19.png" Id="R2acfbc8f68ac4263" /><Relationship Type="http://schemas.openxmlformats.org/officeDocument/2006/relationships/notesSlide" Target="/ppt/notesSlides/notesSlide11.xml" Id="R6d3a717270a844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aefde0cd14131" /><Relationship Type="http://schemas.openxmlformats.org/officeDocument/2006/relationships/image" Target="/ppt/media/image20.png" Id="R97e0ec73b6054740" /><Relationship Type="http://schemas.openxmlformats.org/officeDocument/2006/relationships/notesSlide" Target="/ppt/notesSlides/notesSlide12.xml" Id="R306cb907a02145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d83444dac43e0" /><Relationship Type="http://schemas.openxmlformats.org/officeDocument/2006/relationships/image" Target="/ppt/media/image21.png" Id="R20b672508ea6436d" /><Relationship Type="http://schemas.openxmlformats.org/officeDocument/2006/relationships/image" Target="/ppt/media/image22.png" Id="Rc87fd47e886842bc" /><Relationship Type="http://schemas.openxmlformats.org/officeDocument/2006/relationships/notesSlide" Target="/ppt/notesSlides/notesSlide13.xml" Id="Rd477d8c9bdb346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79f938ad248fb" /><Relationship Type="http://schemas.openxmlformats.org/officeDocument/2006/relationships/image" Target="/ppt/media/image23.png" Id="R8467d73546314346" /><Relationship Type="http://schemas.openxmlformats.org/officeDocument/2006/relationships/notesSlide" Target="/ppt/notesSlides/notesSlide14.xml" Id="R7e0717c0286246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9ec73e6e348aa" /><Relationship Type="http://schemas.openxmlformats.org/officeDocument/2006/relationships/image" Target="/ppt/media/image24.png" Id="R02ea6008b9aa4003" /><Relationship Type="http://schemas.openxmlformats.org/officeDocument/2006/relationships/image" Target="/ppt/media/image25.png" Id="Rbab51ca810bd49f6" /><Relationship Type="http://schemas.openxmlformats.org/officeDocument/2006/relationships/image" Target="/ppt/media/image26.png" Id="R18be833c1f984858" /><Relationship Type="http://schemas.openxmlformats.org/officeDocument/2006/relationships/notesSlide" Target="/ppt/notesSlides/notesSlide15.xml" Id="R37647b0af3ac42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2f65309e042ea" /><Relationship Type="http://schemas.openxmlformats.org/officeDocument/2006/relationships/image" Target="/ppt/media/image27.png" Id="Rc4bc8100ceff49cc" /><Relationship Type="http://schemas.openxmlformats.org/officeDocument/2006/relationships/notesSlide" Target="/ppt/notesSlides/notesSlide16.xml" Id="R9780fd56926148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430b46bfb4b0f" /><Relationship Type="http://schemas.openxmlformats.org/officeDocument/2006/relationships/image" Target="/ppt/media/image28.png" Id="R134987c5654f496d" /><Relationship Type="http://schemas.openxmlformats.org/officeDocument/2006/relationships/notesSlide" Target="/ppt/notesSlides/notesSlide17.xml" Id="Ra2695471c7eb48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7e34ea5c74179" /><Relationship Type="http://schemas.openxmlformats.org/officeDocument/2006/relationships/image" Target="/ppt/media/image29.png" Id="R044b26a71b804b35" /><Relationship Type="http://schemas.openxmlformats.org/officeDocument/2006/relationships/image" Target="/ppt/media/image30.png" Id="R5e672111f04e46a4" /><Relationship Type="http://schemas.openxmlformats.org/officeDocument/2006/relationships/notesSlide" Target="/ppt/notesSlides/notesSlide18.xml" Id="R8e3be7c84658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91cb1e7bf4a97" /><Relationship Type="http://schemas.openxmlformats.org/officeDocument/2006/relationships/image" Target="/ppt/media/image31.png" Id="Rf8257b0b47b84e26" /><Relationship Type="http://schemas.openxmlformats.org/officeDocument/2006/relationships/notesSlide" Target="/ppt/notesSlides/notesSlide19.xml" Id="R2cb2d0c5eedc4b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005b5cd0e4f75" /><Relationship Type="http://schemas.openxmlformats.org/officeDocument/2006/relationships/image" Target="/ppt/media/image32.png" Id="R4f5d1ca6a6cb42bc" /><Relationship Type="http://schemas.openxmlformats.org/officeDocument/2006/relationships/notesSlide" Target="/ppt/notesSlides/notesSlide20.xml" Id="Rd5527c3cf77e4e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cc4fb456f435e" /><Relationship Type="http://schemas.openxmlformats.org/officeDocument/2006/relationships/image" Target="/ppt/media/image33.png" Id="Rb9ed2b207e3d4bf9" /><Relationship Type="http://schemas.openxmlformats.org/officeDocument/2006/relationships/notesSlide" Target="/ppt/notesSlides/notesSlide21.xml" Id="R10e56b26cfe94d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817d88d9c4aa5" /><Relationship Type="http://schemas.openxmlformats.org/officeDocument/2006/relationships/image" Target="/ppt/media/image34.png" Id="R3d2e5357841346f1" /><Relationship Type="http://schemas.openxmlformats.org/officeDocument/2006/relationships/image" Target="/ppt/media/image35.png" Id="R1d9c0f269e2d43b8" /><Relationship Type="http://schemas.openxmlformats.org/officeDocument/2006/relationships/notesSlide" Target="/ppt/notesSlides/notesSlide22.xml" Id="R0e12beb489524e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8d4e692d44842" /><Relationship Type="http://schemas.openxmlformats.org/officeDocument/2006/relationships/image" Target="/ppt/media/image36.png" Id="Ra92a0c9e31854560" /><Relationship Type="http://schemas.openxmlformats.org/officeDocument/2006/relationships/image" Target="/ppt/media/image37.png" Id="Rd75ea326175848f9" /><Relationship Type="http://schemas.openxmlformats.org/officeDocument/2006/relationships/notesSlide" Target="/ppt/notesSlides/notesSlide23.xml" Id="R9cddb81a1aa04e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7f576ffe64a22" /><Relationship Type="http://schemas.openxmlformats.org/officeDocument/2006/relationships/image" Target="/ppt/media/image38.png" Id="R5b65b14da9374947" /><Relationship Type="http://schemas.openxmlformats.org/officeDocument/2006/relationships/image" Target="/ppt/media/image39.png" Id="R9747e2562d4e4dee" /><Relationship Type="http://schemas.openxmlformats.org/officeDocument/2006/relationships/notesSlide" Target="/ppt/notesSlides/notesSlide24.xml" Id="R7008fe7e4c4c4c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35cb90fc0423a" /><Relationship Type="http://schemas.openxmlformats.org/officeDocument/2006/relationships/image" Target="/ppt/media/image40.png" Id="R8fef3e7cdfc1458b" /><Relationship Type="http://schemas.openxmlformats.org/officeDocument/2006/relationships/notesSlide" Target="/ppt/notesSlides/notesSlide25.xml" Id="R0a0554c059784d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da0b043554dce" /><Relationship Type="http://schemas.openxmlformats.org/officeDocument/2006/relationships/image" Target="/ppt/media/image41.png" Id="R3029319f1f374d0a" /><Relationship Type="http://schemas.openxmlformats.org/officeDocument/2006/relationships/notesSlide" Target="/ppt/notesSlides/notesSlide26.xml" Id="R53339efa47184a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23847-D517-406C-81A0-D77D18808E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5f818ff474673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D2A64780-A171-4BCE-BACA-8951200F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4000">
                <a:srgbClr val="0C7D08">
                  <a:alpha val="98000"/>
                </a:srgbClr>
              </a:gs>
              <a:gs pos="38000">
                <a:srgbClr val="0C7D08">
                  <a:alpha val="88000"/>
                </a:srgbClr>
              </a:gs>
              <a:gs pos="61000">
                <a:srgbClr val="0C7D08">
                  <a:alpha val="28000"/>
                </a:srgbClr>
              </a:gs>
              <a:gs pos="78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B71322-B389-4C33-B118-C601135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524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AD8148B-F801-4AE2-9916-B708D69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CE9A13-E882-496F-997B-667AAF7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6660F9-1600-48D7-BC8E-A13C5522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0213-08BD-4651-B0C8-4C2DC8487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fec3ea7a4b3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0C15C-5BE9-405F-ADC1-156EAD116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e19227fa640a4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2DD45251-0692-4BAF-B45C-B902173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7282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1B6A2-B7DB-4298-9832-1E571F3595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0efd7f02348b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4C197-D440-460C-A7B3-88093D709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5c0fd0a694fe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545908BC-63C3-47F5-9DE9-8A3B934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A89DB5-4575-49BE-BDCE-96C035CE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31280-E41F-44A4-8B67-9A335986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AE62F4-7C38-4483-B93D-E9F7E6E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95FDCD2-505D-4388-8952-404A7C7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C657EC-7C70-4FC2-B7F5-AB19F96C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1A560-168C-4256-947C-A775A92E80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d2baed9ec4438"/>
          <a:stretch xmlns:a="http://schemas.openxmlformats.org/drawingml/2006/main"/>
        </p:blipFill>
        <p:spPr>
          <a:xfrm xmlns:a="http://schemas.openxmlformats.org/drawingml/2006/main">
            <a:off x="2738438" y="4476750"/>
            <a:ext cx="8143875" cy="5429250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9BFBFDD8-3F99-41AA-89BE-648F15B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429250"/>
            <a:ext cx="5429250" cy="217170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27CB14-794C-45FA-A438-C2FAB55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67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여기에서도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51D5361-2A51-4EC1-BDBA-A10EF6D2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198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향기가 느껴져!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6E8D8A-640E-4BA6-8E45-18E9921D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4862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퍼지면 무엇이 달라질까?</a:t>
            </a:r>
          </a:p>
        </p:txBody>
      </p:sp>
    </p:spTree>
    <p:extLst>
      <p:ext uri="{BB962C8B-B14F-4D97-AF65-F5344CB8AC3E}">
        <p14:creationId xmlns:p14="http://schemas.microsoft.com/office/powerpoint/2010/main" val="102845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34FED1B-C9E7-4E94-9FCC-BB1E90C8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35109D69-D8BA-4AEF-B6E2-BEB7FD9F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DF093E-F183-4180-95E4-52761CF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615D77-E1AA-4FD1-9C3D-72070225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3CFEED-BD26-4394-A1B2-C4592848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6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2D5CB206-F6D9-4BF6-AE44-D109F0A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409E9C-603D-4A3D-B91C-2624E0F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D521C3-BC44-4B61-8AB3-8D8E435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20F0FC-DCC8-4764-B40D-5EB6EBAA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0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2DA19C23-2E71-4035-96D7-72F4F3A1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5D4E7C-E9FB-4BB9-B04D-703D8E3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7CF554-21F8-42EB-9B59-CF81AB3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BC091B-4D90-4195-8FB6-21E76B9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23E69-1A3E-4D4B-82E6-03F872A39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c0fecbe7f442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15" name="copyright">
            <a:extLst xmlns:a="http://schemas.openxmlformats.org/drawingml/2006/main">
              <a:ext uri="{FF2B5EF4-FFF2-40B4-BE49-F238E27FC236}">
                <a16:creationId xmlns:a16="http://schemas.microsoft.com/office/drawing/2014/main" id="{1048FE7B-CF23-4847-98E3-326B4D51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52611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35E1-E9ED-44B6-B7F3-FF74802B9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9adb12dfd4b2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668D685-5BD3-428C-AB06-0AB061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8A199B-E1E8-41BA-9A82-B04D7B5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32FDCDBA-EA47-476B-B8F4-762DDD5A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D199B8-5C23-466B-A0EF-CC9463C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5509F1-0034-4B3F-BEF5-8FE0B35F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725ED6-0F91-49CF-81F1-3C3821FA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777BFF-98AD-4FC5-ADA0-B19227B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3CAD82-3FBB-46F2-8F07-E9CAB54D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7B84CEE-C631-40FF-8694-E4652F8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7002241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C3450-4C5D-4C29-8D8B-EB8C2232F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f7e81bd7547ff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9E4389E3-537B-4B75-9901-8860822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FBC0D8-A2CE-454A-B0D4-C5FF3D6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1EFF800-ACEA-4D62-A45C-87F93A8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4073A6-E5E8-44DD-8324-1FD986B4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F9B6D-0F85-4ACC-B41C-5D8CC2E07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a0b7e9d7e496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B77CD52C-26AA-4C7D-9782-E0E504A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84545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06A27-23CB-4817-BD53-D656F0D23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c6fbd6e414bf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8444915-88F4-4D77-8C2F-AE8390DF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C7274B-B14E-45D8-84EC-EAB4885A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2811BC-1C05-4CB1-BE39-4F081E18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5C96CF-6C96-4305-B3A2-2FB9D3C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0AEC96-5FA7-4844-AF89-37F2344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AA93B9-6520-4074-ABF7-9CC7474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40193A-E907-4E25-885B-98381C8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B702E660-2CE9-4744-9776-2C58D314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772A2B4D-DDD6-4C29-8602-3DB2B5E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CBAAC711-D077-463C-BEC6-10BE191D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E6D4B452-9BC0-4448-A360-87A953C3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23D5358F-2DB3-4CC1-96F7-FC3BC5FD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85B11952-E53F-4739-AA33-08CC853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DD339C52-5BF1-4D3D-BA1F-AAEDE40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62E10E0-5E08-4923-9D62-987D1F0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5B20C4B-1DE1-4A11-83A1-F11BC10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84040A-1A56-4F6F-AB8A-B46A5AE4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D34A9953-08BF-450D-8257-586B7B76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EC8482A8-5B12-4C7A-8F3B-4950D8F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C56392A6-B40B-4438-B9E4-9F3CF2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BE5189E-BF81-4931-BC0C-19B2B823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1747029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D0DEA-4EC2-4AD4-988B-773320DCB3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126e5505446d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45BAEA5-CB03-455F-818A-28C82B3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2237E4C-CA08-4D5B-A724-9E2512B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FDB001-42B5-4957-AAC9-1CED5D2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B933FF-752B-4470-996A-BB0D8378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870677D-87DF-4C15-A57C-1EC6C9C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AB00B-F7B7-4CD2-A223-50626287D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222dc9ab4676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AB9F56EC-77A6-4F33-8DA0-1D01C990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079C68-0467-44B6-BA92-679FB61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1E1175-EB73-4258-B54E-B57DE14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0406D251-6473-40A4-BAAF-839CF49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1ED1C8-7CED-449D-A258-FF111AB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531FCD7-40CC-49F2-895B-1CDBF7E7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F11F85A5-03CD-4F5B-A8A9-0186D0AE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45DCBE8-F007-4852-918F-F4A73782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EE657D-BDA9-4BED-BC15-E58F02B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1763672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30177-33AA-459F-A0B0-48AC9330C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27fbf2e5e4ed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EDE4E44-ABF2-4CE2-9EE0-13D1D5DF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FAF5A74-9E2D-446F-864F-ADAB16C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1ECF1C-D5D5-4F31-8F18-669D522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EA58C7-1F0E-4B17-B89C-7CB427A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배열과 운동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A17265F-2CF5-4FAD-B98D-D5289425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고체의 입자도 움직인다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55C375-9853-48D0-9C6F-D126272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A68160-903F-4DD6-94E4-4410D39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입자는 일정한 위치에 배열되어 그 자리에서 진동한다.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49FCB923-A88A-489F-A74F-BA3696E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17C615-61D3-43C3-B101-0696B11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9AF930-5E2B-488B-BFFA-FECF368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서로 가까이 있으면서 위치를 바꾸어 이동한다.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79D3E7A-C08E-429D-AE6B-B9BB9D6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EDE817-CB09-4AE6-855C-D160DA4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3A66C1C-D820-45F2-B4A7-1C5E2CAA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멀리 떨어져 넓은 공간을 자유롭게 이동한다.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5A92FB38-5895-4AE3-BECE-CE89C8F5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8075D7-5578-4ED9-A436-8C85441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배열과 운동의 차이를 함께 보고 무질서도를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106931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F1069-A992-4114-A103-D852A9F09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db607c1234f7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CD96C33-52FC-4EB4-85C4-FC2D41D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4C590F6-04F5-4D4B-B755-C63D156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03BF31-98CB-4D74-8D3F-377CAE5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B9EA99-DF6F-4461-A3B5-C143B9D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조건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7F0956D-DE29-4B3D-B47A-43B3900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물질의 상태를 비교한다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B7F259-366B-4462-90AE-092FD581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물질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A20752-48A4-4C3C-B8A6-A9E9B22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얼음·물·수증기는 모두 물 분자로 이루어져 있다.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F529805-55E9-403F-9985-F2EF2C2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EDB2DD-3BA5-498A-AA3A-A5DAFC0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1CE65E-E7E6-46C3-BE14-D3BBA18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양을 같게 두고 상태에 따른 차이를 비교한다.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F866C345-6F7F-4519-8939-B84AC69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A37A253-62E8-4562-8B8C-1B462AA3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비교 결과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895D87-F1FF-455A-9C4E-A3B2851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일반적으로 고체보다 액체, 액체보다 기체의 엔트로피가 크다.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7283E423-285F-4421-B8E3-48E034FB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F8BE7C-45F8-492B-8940-E141279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다른 물질을 상태만 보고 무조건 비교하지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72187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8EB2F-94B5-42B8-A5EC-61F1277D4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55311c6c546f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908AA268-F945-44D3-B36A-AAD55275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779DB3B-9084-4C7D-9825-E986D7FF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3B59C3-882F-4B51-AEDC-F7F96B3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FA1796-4172-439A-ACA3-8B864BEE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B10C-E663-433D-BDBE-90F78ACCC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8e05f3e34400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CC007A4F-81A6-4DC6-9BFD-0B55B89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08877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2929E-E1AE-45AE-A748-A32BD02A9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09d8f91664ff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787FAF7-F830-4785-89C4-BC45575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E07A34-AA1D-45BD-85C4-62CB191B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168DB8-814D-431F-B9D6-79885940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8B837D-D5D6-49F4-9B8D-067D29F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8D1CF72-E388-4452-B3EA-24797B7B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FFAAA5-43F7-47F9-8108-5EE57A4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00665-5D0D-40B8-A64D-09581D834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fbc8f68ac4263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84202658-2CE5-4912-B51D-DA2BA8D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6C60AE-6C54-45E6-A3BA-F40B5950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5AB62D-0D74-4889-9612-E0B69130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A328A4-ABF1-4845-B9CB-7C82ACF0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70DC66-AE02-4FE4-B3B8-CD310FC0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6118218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1E51E-0486-4DF0-B4EB-6CB321A84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0ec73b605474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135DEE9-B22D-42A1-9C48-B05E2FF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1AB93A2-15E7-46EA-9BFE-951F367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9BE324-6B77-43EE-89E6-4E89234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7608C2-4E49-40F8-939B-4E0B94B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부호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447BA37-30DB-4686-A8E2-E2EE233C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증가·감소를 부호로 읽는다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C18A3F-C31D-49BE-99BD-3BDDB27B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증가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A63C0F-8ADB-4775-895A-AE064F9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상태의 엔트로피가 초기 상태보다 크면 양수이다.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D20C6EDC-D479-4DA6-BD01-86AB5C6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FED0E5-6436-41D3-AAAE-883EF19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감소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1B29B8-EF5D-43B8-B78C-AB4C97CA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상태의 엔트로피가 초기 상태보다 작으면 음수이다.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85924EF-8D92-4F8D-882E-22731DCB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74D8F0-FB5A-473A-AE4A-78AB26C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읽는 순서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D679F74-DEEF-4690-AC61-DDBFD237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나중의 상태를 확인한 뒤 최종값에서 초기값을 뺀다.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76A8BE70-FBC3-40FC-9E23-FF606CDB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5530A9-5905-48EC-8368-80873D7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변화가 음수라는 말은 엔트로피가 음수라는 뜻이 아니다.</a:t>
            </a:r>
          </a:p>
        </p:txBody>
      </p:sp>
    </p:spTree>
    <p:extLst>
      <p:ext uri="{BB962C8B-B14F-4D97-AF65-F5344CB8AC3E}">
        <p14:creationId xmlns:p14="http://schemas.microsoft.com/office/powerpoint/2010/main" val="441649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457BF-B92C-4920-AF1F-2408B7003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672508ea6436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B526991-20F7-4BA3-BB72-96DB327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1FD22F5-9836-4822-9A18-72C3426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1E5077-76D2-4EA5-8E41-0DE32D3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708D16-8F49-4363-986A-BBBFC65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4D3E2E2-589B-4846-A309-6E85F795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98E9C5-6177-4B49-B492-112F0603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C4729-B7B0-4F59-B2D9-54E0DC0B0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fd47e886842bc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B7428A-5BCB-47C9-9166-467BE352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DF7201-1145-442C-B0FA-FCF8327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A9A3A5-16F7-4528-A7F0-70DBBF34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15EF48-1CD8-4488-B817-FE799D6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1808785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A30CD-4CE8-4FAE-910F-FC531FDF2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7d7354631434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4E1D3CD-A5B3-434B-8CDC-08692B7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11AEE8-0BCF-429A-9B1B-94CC168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8B1840D-FC51-4B6D-B887-A4E736F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30E4FF-DBE1-4543-8745-E932327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C2A4EB0-D8C6-4053-8CF2-DECDD9E8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방향이 바뀌면 결론도 바뀐다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B6E4EA-913C-4D83-8652-F9B4F1A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고체와 액체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5BCC8C-C25E-416D-9711-7CC59B0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융해는 증가, 응고는 감소이다.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8256333B-9897-4FB5-BA7F-0A960044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585F97-7D8A-4095-94D9-2F1D55B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액체와 기체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BCCDAA2-6CF7-4BD7-8047-8585DD4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기화는 증가, 액화는 감소이다.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D8B73A5-C698-4CC5-8767-562F6621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23CCE6-383C-42DA-BC2F-0AC45CAC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고체와 기체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532BFA-D3BB-43F4-B88B-14BD22B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고체에서 기체로 변하면 증가, 기체에서 고체로 변하면 감소이다.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BBC30E55-7E54-4322-A66E-E82B04F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386869D-A2C5-46AA-A6E1-7CA7EFB9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 이름만 외우기보다 출발 상태와 도착 상태를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815725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52D70-3426-442F-915C-5D91B43BE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a6008b9aa400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1645AC9-0426-4B65-80F7-730FE4F3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F734271-E91E-4491-A25A-C4E0AA3C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F1F6AB-F563-478E-BE35-7861C71F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5B19D0-73FC-4C2E-9720-0DA0581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19666BE-B096-4EF8-B4FD-667211C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A55448-57A4-409B-9045-CE8F8F7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69280-1D8E-4DE5-B330-6C153BBBA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51ca810bd49f6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AC8BD-7CFE-48AB-99DD-224B096B6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e833c1f984858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5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67244-B675-45EF-B41B-B3EE82E13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c8100ceff49c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FEBD70A-7A28-4426-A3DE-E6C38BB6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3C9477-EE9C-4C4C-B19D-91235FBA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02A00A-6B50-4173-8204-CA5A432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BA7BCF-C1DB-47EF-8A02-3587FD29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798BA7C-B84D-4FF2-BCE1-C9015437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반응식의 계수로 분자 수를 센다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0AF228-F091-41D2-A2BC-C9E6A522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F70A7E-ADCE-418D-B7FF-C8DDA2A6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질소 분자 1개와 수소 분자 3개, 모두 4개이다.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E1A05186-1AC2-4C8C-8171-37E2849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5FAF0E-6FB9-4536-A2A8-5AC108B4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C28E67-7127-4DE4-8E28-A6FDD52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 분자 2개가 생성된다.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7D211E6-4CED-46A0-ACC1-82FC222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ACA0B2-34F2-4D0B-98DC-7148530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2C039BE-02F6-4D29-87EF-A801822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4개에서 2개로 줄어 엔트로피가 감소한다.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EC720D63-F930-433C-821A-A2513BE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62F0B0-2795-4EA4-B1CB-8486E3F3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종류 수가 아니라 기체 분자의 전체 수를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4713553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4F0EC-70E8-484E-9E54-2DEFC5C86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987c5654f496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15ABEF5-B7DF-44C5-9A0B-2FB5C10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94B968-B1CD-4CE9-A0B2-73CA5B5F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3B839F-69E4-4391-BED0-9F2A68F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86F380-201E-4FE1-A945-5EEF84B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04D432D-7611-4386-B9C2-3C87C9E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줄어도 원자는 사라지지 않는다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7E288A-CBAB-45E4-BAA2-C108BEC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질소 원자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B1C156-91D4-4065-869B-5F105C1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 전 2개, 반응 후에도 2개이다.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B45EC4C9-9CEC-4723-BFD2-04485C4A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DB3ED9-6C91-4DA5-848F-33AD95E1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수소 원자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80C182-656C-4275-AC18-6EEC722C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 전 6개, 반응 후에도 6개이다.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1F1A7723-A971-474A-8079-36AA8B13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544DB6-3A3F-4F5F-80C3-9D27CC32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달라진 것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C7431E-DD46-46C1-8E55-193F9F47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원자의 결합 방식과 기체 분자의 수가 달라진다.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6878B186-2547-4795-9649-D3BDA454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B8A9CD-6278-46AD-A9F1-15BF1431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원자 수의 보존과 기체 분자 수의 감소는 동시에 성립한다.</a:t>
            </a:r>
          </a:p>
        </p:txBody>
      </p:sp>
    </p:spTree>
    <p:extLst>
      <p:ext uri="{BB962C8B-B14F-4D97-AF65-F5344CB8AC3E}">
        <p14:creationId xmlns:p14="http://schemas.microsoft.com/office/powerpoint/2010/main" val="11456413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29EB4-B30A-43A1-AF45-65BB5C493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b26a71b804b3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FC9BE5A-D7F0-48D3-8BA3-54B9E42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34E3A1-C30B-4148-8EEE-17BF1F0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E08747-9B33-4BA2-9CC9-FB1FF066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ED8BB2-793C-4730-9106-C4C1FE65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0410608-43B1-4914-A922-EFA3AD3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19B541EE-9192-45D1-AD30-875F8EEE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F8F38-C8FE-45C4-ADDF-CF3AE0D30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72111f04e46a4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53C90B-04EB-420F-BCAB-A7D05E1A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7A9C85-7C69-49CD-BB22-8C04D34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C3540356-DF91-4137-9CD5-F4662079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16C006-57AA-477D-BDDE-851856E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EDAE70E-35C7-4A01-BEB0-9F95A7D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77660D22-28A5-4941-A690-0391DD8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7D50E1-224D-42B6-AA7B-9E744C7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28618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6A5C5-073C-4271-B2FF-3EF6646E1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57b0b47b84e2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E759975-D9F1-42C2-A703-2D5226F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2D7A1E-961B-4ECF-8C42-6FFD22B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294ACB4-565B-41B6-B3BA-22E5B0F9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A47ADA-9808-4884-9CD2-C9019351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BAAFB53-3841-4231-AD99-C448691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 전후에 달라진 것과 같은 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07A44B-7440-4BA7-94FF-7B5E22AE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D396BC-7F80-497E-A65B-C98142D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종류의 기체 분자 수와 전체 분자 수는 그대로이다.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BC3E284D-B534-4F57-A64D-402593C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EB19A6-20C0-4AF3-8431-189B79E0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달라진 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E2F6AE-FD14-4FF4-ABBA-9952A135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기체가 퍼져 있을 수 있는 공간이 넓어진다.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450519DA-5170-4C57-AEBF-9A46D0B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4F099A-07BD-443D-B7E2-D2FBFC14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C355098-DEE0-4CF3-A5C8-8557089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다른 두 기체가 섞이므로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A60D3D13-6F46-4964-B8B7-F0686E34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CBF620-1C3C-45EC-B614-9658E42C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변하지 않아도 엔트로피는 변할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56718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95891-0EE2-46F8-AFC1-85FE15049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d1ca6a6cb42b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03EA601-93D7-482B-8947-2530FCF6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5494561-1E14-4328-AB02-4777294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CF0354-7BC0-413B-A024-48DB6EC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DDBF2A-4D77-4D2F-B560-8E3898B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3D4118D-569F-4B3D-9DF6-BCC7D18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B87B8A-A930-4F7E-94E1-017F6399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D139E-D6C8-4566-BEFF-A3529CF985ED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7FEEDD7-C179-4316-8779-E691785F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4EBB5809-F7A3-4B38-8FF4-DDB79AF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25B288F-C238-47C7-BF31-8D2CA96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877F8B64-C23B-4EAF-89AA-BF80407E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24B88E-1718-42F6-AC88-B3B71753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624353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FDDB0-C098-47EB-8FC4-6D02DFF92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d2b207e3d4bf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6BE971D-FD7E-4F65-B9DC-D176D4A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012CE0-A8ED-48DD-BF98-7EAB05A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1EF492-7D98-4C12-A638-14AC74B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AC53F8-4742-4C84-8CB8-B794D876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1D9AEFD-BC5F-4EF3-9B04-1C1F3EC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BA6BD9-FE98-4053-9B8F-AA80996B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705E3D54-AF1A-405D-B0CB-C08BE8E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A88ECE-FB49-4E88-A2AC-FD86FEB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5B712E32-A0CA-475B-A085-EF623A61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B0BF09-7F98-44D8-86A7-3C6711A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80122628-E0D5-42B4-B522-855A2BCA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A50CBF-FD90-4D1B-A72A-BC1314DD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122EC0F0-4891-4A4C-9F5A-5ACA421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B926798-8AA7-484D-8732-562F1B0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CC998666-F358-4D99-B3C0-92D4867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23EA92-3378-4ADE-A0E3-D901BB7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CA442C37-1197-4623-A07B-9340D78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1F65DE-5A00-42F4-B4C9-7E72659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24369310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1A1B7-BC0A-49C3-93E6-BD8B6502C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e5357841346f1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B25028FE-C587-40A8-80FA-201AE3D5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BD65EA-A4E2-449B-921E-CAFA8FA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74FA6E-7A63-4FA0-B67D-EBA3B4A4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16EF77-E385-4D9D-A2BA-12F2CF1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38CA3-F588-420C-A120-CA9FFAA65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c0f269e2d43b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CD01DEBE-3730-4CEE-ABBB-4B6B020E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21680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3346C-9253-4557-89D4-D889A386B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a0c9e3185456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BD92529-E5D8-4A46-B7BA-FC919605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CBF2DE-D4BE-4624-8AB8-4C1ECD7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9269CA-86A6-4F23-9CE0-6DC2DED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3AE0CA-F7B8-4A76-95C6-CE10233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8BCEA58-96A9-4BA2-B570-1B9C6D3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D21B63-A2FD-438F-88E4-47D8089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751A0-51C1-404A-A0B9-6DB0D7CFE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ea326175848f9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DEFF0C-5807-431D-96A5-D7F257DD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D4E84C-EAC0-46B5-AEFB-1501CF53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1437BF-5DC8-46F6-9D8A-209B43D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78C348-AFC5-4AC6-A675-CC6FCB49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72605A-5C1C-4BF3-A930-BC91B98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6101691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5BE71-D603-4157-84B5-C28578010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5b14da937494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D5FB64D-E332-4FC4-A7EF-BD64669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81DDFB-6495-499B-999B-F7C2303C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5049E7-D8E0-48D5-BAB4-D9854B50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614BEE-FB36-4211-82F5-2F5F4F5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3A9013A-C599-4242-98C1-E806AC19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00603B-6C54-4414-B6FB-956AA82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0C54E-9A10-400C-859A-4308CA237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7e2562d4e4dee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7876C6-A142-4A3C-A2C7-DE777B5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2562AA-E246-441D-9798-939B120F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D428FD-7CD5-47EB-93FE-A26B04A7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2070DA-BEB6-4F0E-8DA4-B80E049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B9BB1B-E516-4FD1-AFF2-65FC58EB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4794299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9344A-7EA5-4A5B-A474-C66A05A3AE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f3e7cdfc1458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CCF90C6-E7BF-4238-9B2B-D0BD96F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7135BD-A3A9-4CF9-B081-4E2CE538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65C08AF-B71F-46DD-8F08-EAC3117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1044E3-C444-4485-A3CF-B10289F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오개념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7BF543F-6690-4F60-88FC-985A6D1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 근거를 고쳐 설명해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2F8F64-801F-44B5-B7EC-3FFE54D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주장 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9C24621-D025-4E41-BC1A-FDDE8A7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“기체 분자 수가 줄면 원자 수도 줄어든다.”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4702E68-4033-47FC-A519-FA086C6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204963-4E1F-44CF-BAB2-BE52024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주장 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17B859-FCDB-4455-AB4D-A81CD15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“분자 수가 같으면 엔트로피는 변하지 않는다.”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9204DFA1-C153-4210-9B69-05ADED45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7722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A78A07-75A0-46E0-8680-B386FEF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53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주장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40178F-0496-47DC-BDED-4C52DC0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53275"/>
            <a:ext cx="1181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“얼음이 녹으면 물 분자가 다른 분자로 바뀐다.”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87CF4108-F33D-4428-84F8-9ACD7F60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14859000" cy="9525"/>
          </a:xfrm>
          <a:custGeom xmlns:a="http://schemas.openxmlformats.org/drawingml/2006/main">
            <a:pathLst>
              <a:path w="14859000" h="9525">
                <a:moveTo>
                  <a:pt x="0" y="0"/>
                </a:moveTo>
                <a:lnTo>
                  <a:pt x="1485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849595-5EDE-4AE5-A466-AD1DE39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543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주장에 반례를 들고, 무엇이 실제로 달라졌는지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2658728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FFFAB-D781-4902-90B9-6C457B112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9319f1f374d0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F746ADE-0DC6-4724-8931-BCC44D65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2C5220E-7768-47BC-8FF2-2C5926C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6CA147-6CFE-45C5-8288-337AF00E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DF1170-6AE1-4C2A-94EC-984853AE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FC91D2F-C997-402B-A231-5F703C12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3E8DD1-6625-477B-BCDE-78545CB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물의 액화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8CD50C-CFC5-4CE8-84F5-54E9AB36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기체에서 액체로 바뀐다.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DDE9D38D-4BD1-43D1-84F8-C574467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F1744A-2395-4356-834B-9B0B2BF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D1A452-89D2-4553-8B41-FB01E84B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F374FD4-63AF-4C63-B36D-3F78DEFE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151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99B322-2482-4EB9-BB1D-08F0213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4009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두 기체의 혼합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EE2E1DC-25D4-4AC9-AB37-EC7DED8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수는 같아도 서로 섞이면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6755930E-9179-43B3-A127-864E950A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010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88600F-FE5B-4F32-8D92-85EB350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105900"/>
            <a:ext cx="1504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상태·기체 분자 수·혼합 중 무엇이 달라졌는지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71528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2026-10-30T00:26:59.3410000Z</dcterms:created>
  <dcterms:modified xsi:type="dcterms:W3CDTF">2026-10-30T00:26:59.3410000Z</dcterms:modified>
</coreProperties>
</file>