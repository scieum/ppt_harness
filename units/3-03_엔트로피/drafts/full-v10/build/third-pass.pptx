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407f9399484f90" /><Relationship Type="http://schemas.openxmlformats.org/officeDocument/2006/relationships/extended-properties" Target="/docProps/app.xml" Id="R0837d46b79894b40" /><Relationship Type="http://schemas.openxmlformats.org/officeDocument/2006/relationships/officeDocument" Target="/ppt/presentation.xml" Id="R88e29bed1bcb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7cacabc39c4e52"/>
  </p:sldMasterIdLst>
  <p:notesMasterIdLst>
    <p:notesMasterId xmlns:r="http://schemas.openxmlformats.org/officeDocument/2006/relationships" r:id="R3ff57450a1bc4688"/>
  </p:notesMasterIdLst>
  <p:sldIdLst>
    <p:sldId xmlns:r="http://schemas.openxmlformats.org/officeDocument/2006/relationships" id="256" r:id="R71e9d276a98b4652"/>
    <p:sldId xmlns:r="http://schemas.openxmlformats.org/officeDocument/2006/relationships" id="257" r:id="R65abe5de4d4a4d9f"/>
    <p:sldId xmlns:r="http://schemas.openxmlformats.org/officeDocument/2006/relationships" id="258" r:id="Re7a9a2585df9485f"/>
    <p:sldId xmlns:r="http://schemas.openxmlformats.org/officeDocument/2006/relationships" id="259" r:id="R675686f318bf45e1"/>
    <p:sldId xmlns:r="http://schemas.openxmlformats.org/officeDocument/2006/relationships" id="260" r:id="R984ecfe600f44ad3"/>
    <p:sldId xmlns:r="http://schemas.openxmlformats.org/officeDocument/2006/relationships" id="261" r:id="Rb6b49bdf1b92491b"/>
    <p:sldId xmlns:r="http://schemas.openxmlformats.org/officeDocument/2006/relationships" id="262" r:id="R942300ea550d4364"/>
    <p:sldId xmlns:r="http://schemas.openxmlformats.org/officeDocument/2006/relationships" id="263" r:id="R25c38c1f30ab4f03"/>
    <p:sldId xmlns:r="http://schemas.openxmlformats.org/officeDocument/2006/relationships" id="264" r:id="R4b367c247b0e4db9"/>
    <p:sldId xmlns:r="http://schemas.openxmlformats.org/officeDocument/2006/relationships" id="265" r:id="R88e60a1d52e240e7"/>
    <p:sldId xmlns:r="http://schemas.openxmlformats.org/officeDocument/2006/relationships" id="266" r:id="R106051ae144f462c"/>
    <p:sldId xmlns:r="http://schemas.openxmlformats.org/officeDocument/2006/relationships" id="267" r:id="R9387778e43054505"/>
    <p:sldId xmlns:r="http://schemas.openxmlformats.org/officeDocument/2006/relationships" id="268" r:id="Rf2c566365d304998"/>
    <p:sldId xmlns:r="http://schemas.openxmlformats.org/officeDocument/2006/relationships" id="269" r:id="R4c6ab8e475f34b0b"/>
    <p:sldId xmlns:r="http://schemas.openxmlformats.org/officeDocument/2006/relationships" id="270" r:id="Rf2276c4478f94861"/>
    <p:sldId xmlns:r="http://schemas.openxmlformats.org/officeDocument/2006/relationships" id="271" r:id="Rfd9b907dc64b4d50"/>
    <p:sldId xmlns:r="http://schemas.openxmlformats.org/officeDocument/2006/relationships" id="272" r:id="R41ce196a7abc4abd"/>
    <p:sldId xmlns:r="http://schemas.openxmlformats.org/officeDocument/2006/relationships" id="273" r:id="Rf1b93214c1ef434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3f1a65bc8e4761" /><Relationship Type="http://schemas.openxmlformats.org/officeDocument/2006/relationships/slideMaster" Target="/ppt/slideMasters/slideMaster1.xml" Id="R8d7cacabc39c4e52" /><Relationship Type="http://schemas.openxmlformats.org/officeDocument/2006/relationships/notesMaster" Target="/ppt/notesMasters/notesMaster1.xml" Id="R3ff57450a1bc4688" /><Relationship Type="http://schemas.openxmlformats.org/officeDocument/2006/relationships/presProps" Target="/ppt/presProps.xml" Id="R84b509bc616b41c5" /><Relationship Type="http://schemas.openxmlformats.org/officeDocument/2006/relationships/tableStyles" Target="/ppt/tableStyles.xml" Id="R02b073f99e48448b" /><Relationship Type="http://schemas.openxmlformats.org/officeDocument/2006/relationships/slide" Target="/ppt/slides/slide1.xml" Id="R71e9d276a98b4652" /><Relationship Type="http://schemas.openxmlformats.org/officeDocument/2006/relationships/slide" Target="/ppt/slides/slide2.xml" Id="R65abe5de4d4a4d9f" /><Relationship Type="http://schemas.openxmlformats.org/officeDocument/2006/relationships/slide" Target="/ppt/slides/slide3.xml" Id="Re7a9a2585df9485f" /><Relationship Type="http://schemas.openxmlformats.org/officeDocument/2006/relationships/slide" Target="/ppt/slides/slide4.xml" Id="R675686f318bf45e1" /><Relationship Type="http://schemas.openxmlformats.org/officeDocument/2006/relationships/slide" Target="/ppt/slides/slide5.xml" Id="R984ecfe600f44ad3" /><Relationship Type="http://schemas.openxmlformats.org/officeDocument/2006/relationships/slide" Target="/ppt/slides/slide6.xml" Id="Rb6b49bdf1b92491b" /><Relationship Type="http://schemas.openxmlformats.org/officeDocument/2006/relationships/slide" Target="/ppt/slides/slide7.xml" Id="R942300ea550d4364" /><Relationship Type="http://schemas.openxmlformats.org/officeDocument/2006/relationships/slide" Target="/ppt/slides/slide8.xml" Id="R25c38c1f30ab4f03" /><Relationship Type="http://schemas.openxmlformats.org/officeDocument/2006/relationships/slide" Target="/ppt/slides/slide9.xml" Id="R4b367c247b0e4db9" /><Relationship Type="http://schemas.openxmlformats.org/officeDocument/2006/relationships/slide" Target="/ppt/slides/slide10.xml" Id="R88e60a1d52e240e7" /><Relationship Type="http://schemas.openxmlformats.org/officeDocument/2006/relationships/slide" Target="/ppt/slides/slide11.xml" Id="R106051ae144f462c" /><Relationship Type="http://schemas.openxmlformats.org/officeDocument/2006/relationships/slide" Target="/ppt/slides/slide12.xml" Id="R9387778e43054505" /><Relationship Type="http://schemas.openxmlformats.org/officeDocument/2006/relationships/slide" Target="/ppt/slides/slide13.xml" Id="Rf2c566365d304998" /><Relationship Type="http://schemas.openxmlformats.org/officeDocument/2006/relationships/slide" Target="/ppt/slides/slide14.xml" Id="R4c6ab8e475f34b0b" /><Relationship Type="http://schemas.openxmlformats.org/officeDocument/2006/relationships/slide" Target="/ppt/slides/slide15.xml" Id="Rf2276c4478f94861" /><Relationship Type="http://schemas.openxmlformats.org/officeDocument/2006/relationships/slide" Target="/ppt/slides/slide16.xml" Id="Rfd9b907dc64b4d50" /><Relationship Type="http://schemas.openxmlformats.org/officeDocument/2006/relationships/slide" Target="/ppt/slides/slide17.xml" Id="R41ce196a7abc4abd" /><Relationship Type="http://schemas.openxmlformats.org/officeDocument/2006/relationships/slide" Target="/ppt/slides/slide18.xml" Id="Rf1b93214c1ef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ecca0637cd4f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c10a1edda4d3a" /><Relationship Type="http://schemas.openxmlformats.org/officeDocument/2006/relationships/notesMaster" Target="/ppt/notesMasters/notesMaster1.xml" Id="R1f6301ac8659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2c024c176b45ff" /><Relationship Type="http://schemas.openxmlformats.org/officeDocument/2006/relationships/notesMaster" Target="/ppt/notesMasters/notesMaster1.xml" Id="Rfcd04a9629114f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2c5164b80f4af7" /><Relationship Type="http://schemas.openxmlformats.org/officeDocument/2006/relationships/notesMaster" Target="/ppt/notesMasters/notesMaster1.xml" Id="R942f13f8a4384c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dafacdb5d6408e" /><Relationship Type="http://schemas.openxmlformats.org/officeDocument/2006/relationships/notesMaster" Target="/ppt/notesMasters/notesMaster1.xml" Id="R772c72e3115c41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f1706f5fef4d9e" /><Relationship Type="http://schemas.openxmlformats.org/officeDocument/2006/relationships/notesMaster" Target="/ppt/notesMasters/notesMaster1.xml" Id="R7ef5c68bd7b34b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c70737a30d4748" /><Relationship Type="http://schemas.openxmlformats.org/officeDocument/2006/relationships/notesMaster" Target="/ppt/notesMasters/notesMaster1.xml" Id="Rc96c5cc91c9c44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73fb8f47a4e16" /><Relationship Type="http://schemas.openxmlformats.org/officeDocument/2006/relationships/notesMaster" Target="/ppt/notesMasters/notesMaster1.xml" Id="R3044ec3127df45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7ce8dc874b4b86" /><Relationship Type="http://schemas.openxmlformats.org/officeDocument/2006/relationships/notesMaster" Target="/ppt/notesMasters/notesMaster1.xml" Id="R539e2b82393e46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21bc15d16c46c1" /><Relationship Type="http://schemas.openxmlformats.org/officeDocument/2006/relationships/notesMaster" Target="/ppt/notesMasters/notesMaster1.xml" Id="R5b423522e95f41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6f86134f8742bd" /><Relationship Type="http://schemas.openxmlformats.org/officeDocument/2006/relationships/notesMaster" Target="/ppt/notesMasters/notesMaster1.xml" Id="R7f7ad98abc964e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ea6f079aef4cc7" /><Relationship Type="http://schemas.openxmlformats.org/officeDocument/2006/relationships/notesMaster" Target="/ppt/notesMasters/notesMaster1.xml" Id="R5059b7991cd946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717e5bf4284b64" /><Relationship Type="http://schemas.openxmlformats.org/officeDocument/2006/relationships/notesMaster" Target="/ppt/notesMasters/notesMaster1.xml" Id="R9a8b162181c84b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4c600c551345f5" /><Relationship Type="http://schemas.openxmlformats.org/officeDocument/2006/relationships/notesMaster" Target="/ppt/notesMasters/notesMaster1.xml" Id="R2b54ad1c0ba641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8cc61261fe40a0" /><Relationship Type="http://schemas.openxmlformats.org/officeDocument/2006/relationships/notesMaster" Target="/ppt/notesMasters/notesMaster1.xml" Id="R4a4295e9eedb4f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a3cc3f20304bda" /><Relationship Type="http://schemas.openxmlformats.org/officeDocument/2006/relationships/notesMaster" Target="/ppt/notesMasters/notesMaster1.xml" Id="R8c5a105cf3144b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5f6ded6e6348f9" /><Relationship Type="http://schemas.openxmlformats.org/officeDocument/2006/relationships/notesMaster" Target="/ppt/notesMasters/notesMaster1.xml" Id="Re29e78737abd4a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7baa7fc7dd4aed" /><Relationship Type="http://schemas.openxmlformats.org/officeDocument/2006/relationships/notesMaster" Target="/ppt/notesMasters/notesMaster1.xml" Id="Re30c21052d6741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cc19d9252f440a" /><Relationship Type="http://schemas.openxmlformats.org/officeDocument/2006/relationships/notesMaster" Target="/ppt/notesMasters/notesMaster1.xml" Id="Rf163023cd7a5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오늘은 입자의 배열과 운동을 바탕으로 엔트로피를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작은 방향제에서 나온 입자가 방 안 곳곳에 퍼져 냄새를 맡을 수 있습니다. 처음과 나중에 입자의 분포가 어떻게 달라지는지 생각해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도입; 기존 학생 생성본; R04 PDF12 하단 장면과 중심 질문.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엔트로피의 의미를 먼저 배우고, 여러 변화에서 엔트로피의 증가와 감소를 비교한 뒤 문제에 적용해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R04 PDF3 세 블록 목차.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물질의 상태와 엔트로피를 연결하고, 상태 변화·기체 분자 수·혼합을 근거로 변화 방향을 설명할 수 있어야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같은 물질도 고체·액체·기체에서 입자의 배열과 운동이 다릅니다. 이 차이를 엔트로피와 연결하겠습니다.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엔트로피는 물질의 무질서도를 나타내는 척도이며 기호 S로 나타냅니다. 여기서 무질서도는 입자의 배열과 운동에 관한 것입니다. 다음 그림에서 이를 구체적으로 비교해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고체의 분자는 일정한 위치에서 진동합니다. 액체의 분자는 서로 가까이 있으면서 이동할 수 있습니다. 기체의 분자는 멀리 떨어져 자유롭게 운동합니다. 같은 물질은 일반적으로 고체, 액체, 기체 순으로 엔트로피가 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변화의 방향을 말하려면 처음과 나중을 비교해야 합니다. 엔트로피가 얼마나 달라졌는지 나타내는 방법을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최종 상태의 엔트로피에서 초기 상태의 엔트로피를 빼면 엔트로피 변화입니다. 나중이 더 크면 양수, 더 작으면 음수입니다. 뺄셈 순서를 바꾸지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융해와 기화는 엔트로피가 증가하는 변화입니다. 반대인 응고와 액화는 엔트로피가 감소합니다. 그림의 화살표 방향과 부호를 함께 읽어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질소 분자 한 개와 수소 분자 세 개가 반응해 암모니아 분자 두 개가 됩니다. 기체 분자 수가 네 개에서 두 개로 감소하므로 엔트로피가 감소합니다. 원자 수가 아니라 기체 분자 수를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 원본·생성 반응식 ammonia.png.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꼭지를 열기 전에는 두 기체가 각각의 용기에 있습니다. 꼭지를 열면 두 기체가 전체 공간에 섞입니다. 전체 분자 수는 같아도 혼합으로 엔트로피가 증가합니다.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상태 변화, 기체 분자 수, 혼합 여부가 판단의 근거입니다. 같은 물질의 상태 변화와 모두 기체인 반응을 각각 구분해 읽어야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 그림Ⅲ-10~13; R05 PDF32 비교표 구조.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방향제에서 나온 입자는 처음 가까운 공간에 있다가 공기 중 넓은 공간으로 퍼져 섞입니다. 입자의 분포가 달라지는 이 과정에서 엔트로피가 증가합니다. 입자 수가 늘어서라고 설명하지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지금부터 주어진 변화가 증가인지 감소인지, 무엇을 근거로 판단했는지 함께 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수증기가 액체 물이 되는 액화입니다. 같은 물질이 기체에서 액체로 바뀌므로 엔트로피가 감소합니다. 물 분자 자체가 다른 물질로 바뀌지는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확인(1), 지도서116 해설. 새 생성 condense.png.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일산화 질소 두 분자와 산소 한 분자가 이산화 질소 두 분자가 됩니다. 모두 기체이고 기체 분자 수가 세 개에서 두 개로 줄어드므로 엔트로피가 감소합니다.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확인(2), 지도서116 해설. 새 생성 no.png.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물의 액화는 상태 변화, 일산화 질소의 산화는 기체 분자 수 감소가 근거입니다. 혼합은 분자 수가 같아도 엔트로피가 증가합니다. 무엇이 달라졌는지를 먼저 확인하고 근거를 설명해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천재90~91, 지도서116, 완자2022 138~139 내용 비교.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46a028eda49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e213b054143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05aa3f5ee41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9b5523d2a47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d921ab5f245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e7785090e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C90785-E03F-411C-BBC4-EAE35F5304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CE6831-F98F-4CA2-8628-5AB22C064F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D0C322-8D8F-4DB6-AD0A-857A6C9BFF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4DA13B-BC4B-421E-A1C6-265B099A4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703A09-C663-4F88-B222-5B48E9203A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AE5543-BA52-4947-8023-BD8C259AC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5227DF-60E4-4056-85CB-DB15C8D4AA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E211CB-F2B9-40D1-92CE-7D545845F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74F9E6-691B-4265-834C-1D4D0410B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EBC0D6-C371-480C-A0D9-45D8B099A0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6e8af9d7b4408d" /><Relationship Type="http://schemas.openxmlformats.org/officeDocument/2006/relationships/slideLayout" Target="/ppt/slideLayouts/slideLayout1.xml" Id="Rfadf43837a90417c" /><Relationship Type="http://schemas.openxmlformats.org/officeDocument/2006/relationships/slideLayout" Target="/ppt/slideLayouts/slideLayout2.xml" Id="Ra4db446281ab4066" /><Relationship Type="http://schemas.openxmlformats.org/officeDocument/2006/relationships/slideLayout" Target="/ppt/slideLayouts/slideLayout3.xml" Id="R52fae4cef83d4d40" /><Relationship Type="http://schemas.openxmlformats.org/officeDocument/2006/relationships/slideLayout" Target="/ppt/slideLayouts/slideLayout4.xml" Id="R43a686402c66470d" /><Relationship Type="http://schemas.openxmlformats.org/officeDocument/2006/relationships/slideLayout" Target="/ppt/slideLayouts/slideLayout5.xml" Id="Rb2c7790cac424377" /><Relationship Type="http://schemas.openxmlformats.org/officeDocument/2006/relationships/slideLayout" Target="/ppt/slideLayouts/slideLayout6.xml" Id="R5f1f3596583d41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f43837a90417c"/>
    <p:sldLayoutId xmlns:r="http://schemas.openxmlformats.org/officeDocument/2006/relationships" id="2147483650" r:id="Ra4db446281ab4066"/>
    <p:sldLayoutId xmlns:r="http://schemas.openxmlformats.org/officeDocument/2006/relationships" id="2147483651" r:id="R52fae4cef83d4d40"/>
    <p:sldLayoutId xmlns:r="http://schemas.openxmlformats.org/officeDocument/2006/relationships" id="2147483652" r:id="R43a686402c66470d"/>
    <p:sldLayoutId xmlns:r="http://schemas.openxmlformats.org/officeDocument/2006/relationships" id="2147483653" r:id="Rb2c7790cac424377"/>
    <p:sldLayoutId xmlns:r="http://schemas.openxmlformats.org/officeDocument/2006/relationships" id="2147483654" r:id="R5f1f3596583d41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47c90f1874c6b" /><Relationship Type="http://schemas.openxmlformats.org/officeDocument/2006/relationships/image" Target="/ppt/media/image.png" Id="R94cd8bba74b24850" /><Relationship Type="http://schemas.openxmlformats.org/officeDocument/2006/relationships/image" Target="/ppt/media/image2.png" Id="R1828a45e0def447d" /><Relationship Type="http://schemas.openxmlformats.org/officeDocument/2006/relationships/image" Target="/ppt/media/image3.png" Id="R909b9d57074246f3" /><Relationship Type="http://schemas.openxmlformats.org/officeDocument/2006/relationships/notesSlide" Target="/ppt/notesSlides/notesSlide1.xml" Id="R0b9a913308e744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35b08b71d4905" /><Relationship Type="http://schemas.openxmlformats.org/officeDocument/2006/relationships/image" Target="/ppt/media/image4.png" Id="R579c163b6e2e4c57" /><Relationship Type="http://schemas.openxmlformats.org/officeDocument/2006/relationships/image" Target="/ppt/media/image5.png" Id="Rff17c024f4224ff2" /><Relationship Type="http://schemas.openxmlformats.org/officeDocument/2006/relationships/image" Target="/ppt/media/image6.png" Id="R1ac23907f39949ff" /><Relationship Type="http://schemas.openxmlformats.org/officeDocument/2006/relationships/notesSlide" Target="/ppt/notesSlides/notesSlide2.xml" Id="R7077e9c706ca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688c4f6134390" /><Relationship Type="http://schemas.openxmlformats.org/officeDocument/2006/relationships/image" Target="/ppt/media/image7.png" Id="R90b7364de53e4db0" /><Relationship Type="http://schemas.openxmlformats.org/officeDocument/2006/relationships/notesSlide" Target="/ppt/notesSlides/notesSlide3.xml" Id="R4466b00903bd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ad9cf6b024374" /><Relationship Type="http://schemas.openxmlformats.org/officeDocument/2006/relationships/image" Target="/ppt/media/image8.png" Id="R54a7d7ff4a6f42b3" /><Relationship Type="http://schemas.openxmlformats.org/officeDocument/2006/relationships/notesSlide" Target="/ppt/notesSlides/notesSlide4.xml" Id="R41a98412b7f045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41febbc15466d" /><Relationship Type="http://schemas.openxmlformats.org/officeDocument/2006/relationships/image" Target="/ppt/media/image9.png" Id="R27c401abadd84b71" /><Relationship Type="http://schemas.openxmlformats.org/officeDocument/2006/relationships/image" Target="/ppt/media/image10.png" Id="Rd4409a92a99c4099" /><Relationship Type="http://schemas.openxmlformats.org/officeDocument/2006/relationships/notesSlide" Target="/ppt/notesSlides/notesSlide5.xml" Id="R85c1d3adc00643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0a919e84348b9" /><Relationship Type="http://schemas.openxmlformats.org/officeDocument/2006/relationships/image" Target="/ppt/media/image11.png" Id="Rc2330ca4c64c419c" /><Relationship Type="http://schemas.openxmlformats.org/officeDocument/2006/relationships/notesSlide" Target="/ppt/notesSlides/notesSlide6.xml" Id="R7f58ed32425e47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f408a0d244411" /><Relationship Type="http://schemas.openxmlformats.org/officeDocument/2006/relationships/image" Target="/ppt/media/image12.png" Id="R41d6e12dc2ea4ae5" /><Relationship Type="http://schemas.openxmlformats.org/officeDocument/2006/relationships/image" Target="/ppt/media/image13.png" Id="R3594e9e85fa3445f" /><Relationship Type="http://schemas.openxmlformats.org/officeDocument/2006/relationships/notesSlide" Target="/ppt/notesSlides/notesSlide7.xml" Id="R11ae4ab40d9549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0d155bed24da1" /><Relationship Type="http://schemas.openxmlformats.org/officeDocument/2006/relationships/image" Target="/ppt/media/image14.png" Id="R737699c258ea44bd" /><Relationship Type="http://schemas.openxmlformats.org/officeDocument/2006/relationships/image" Target="/ppt/media/image15.png" Id="R286166f7be644ce6" /><Relationship Type="http://schemas.openxmlformats.org/officeDocument/2006/relationships/notesSlide" Target="/ppt/notesSlides/notesSlide8.xml" Id="R1f115fe72a1e42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ea48e4bc44666" /><Relationship Type="http://schemas.openxmlformats.org/officeDocument/2006/relationships/image" Target="/ppt/media/image16.png" Id="Rc167149018224d4c" /><Relationship Type="http://schemas.openxmlformats.org/officeDocument/2006/relationships/image" Target="/ppt/media/image17.png" Id="Rb4b039f94d26444b" /><Relationship Type="http://schemas.openxmlformats.org/officeDocument/2006/relationships/notesSlide" Target="/ppt/notesSlides/notesSlide9.xml" Id="R8d3abd152e5046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4c94956694352" /><Relationship Type="http://schemas.openxmlformats.org/officeDocument/2006/relationships/image" Target="/ppt/media/image18.png" Id="R8472ab79ad5e4036" /><Relationship Type="http://schemas.openxmlformats.org/officeDocument/2006/relationships/image" Target="/ppt/media/image19.png" Id="Rcb4497b2b70e4e06" /><Relationship Type="http://schemas.openxmlformats.org/officeDocument/2006/relationships/notesSlide" Target="/ppt/notesSlides/notesSlide10.xml" Id="R8ec044719c564c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9b2a0e8e14de9" /><Relationship Type="http://schemas.openxmlformats.org/officeDocument/2006/relationships/image" Target="/ppt/media/image20.png" Id="R4395294c769c4186" /><Relationship Type="http://schemas.openxmlformats.org/officeDocument/2006/relationships/image" Target="/ppt/media/image21.png" Id="R8752d04402334770" /><Relationship Type="http://schemas.openxmlformats.org/officeDocument/2006/relationships/image" Target="/ppt/media/image22.png" Id="Rdda55c56bcb84f59" /><Relationship Type="http://schemas.openxmlformats.org/officeDocument/2006/relationships/notesSlide" Target="/ppt/notesSlides/notesSlide11.xml" Id="Raba2015edff04d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6f995c68142ac" /><Relationship Type="http://schemas.openxmlformats.org/officeDocument/2006/relationships/image" Target="/ppt/media/image23.png" Id="Rdad39bdaa5ba4fd3" /><Relationship Type="http://schemas.openxmlformats.org/officeDocument/2006/relationships/image" Target="/ppt/media/image24.png" Id="R7e8a3478f5a6418e" /><Relationship Type="http://schemas.openxmlformats.org/officeDocument/2006/relationships/notesSlide" Target="/ppt/notesSlides/notesSlide12.xml" Id="R89aac764777945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5a0225a3c4505" /><Relationship Type="http://schemas.openxmlformats.org/officeDocument/2006/relationships/image" Target="/ppt/media/image25.png" Id="R343061b46f2042ad" /><Relationship Type="http://schemas.openxmlformats.org/officeDocument/2006/relationships/notesSlide" Target="/ppt/notesSlides/notesSlide13.xml" Id="R7239e8156ec844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afd923a564c68" /><Relationship Type="http://schemas.openxmlformats.org/officeDocument/2006/relationships/image" Target="/ppt/media/image26.png" Id="R39bf6c7cabe7407f" /><Relationship Type="http://schemas.openxmlformats.org/officeDocument/2006/relationships/notesSlide" Target="/ppt/notesSlides/notesSlide14.xml" Id="R8a026a8b83914a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dbdcf511e4709" /><Relationship Type="http://schemas.openxmlformats.org/officeDocument/2006/relationships/image" Target="/ppt/media/image27.png" Id="R005c80d188144539" /><Relationship Type="http://schemas.openxmlformats.org/officeDocument/2006/relationships/image" Target="/ppt/media/image28.png" Id="R6361807e2f03442d" /><Relationship Type="http://schemas.openxmlformats.org/officeDocument/2006/relationships/notesSlide" Target="/ppt/notesSlides/notesSlide15.xml" Id="Rde793ef64dc944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1712181d1428c" /><Relationship Type="http://schemas.openxmlformats.org/officeDocument/2006/relationships/image" Target="/ppt/media/image29.png" Id="Rcec3d26004d94e38" /><Relationship Type="http://schemas.openxmlformats.org/officeDocument/2006/relationships/image" Target="/ppt/media/image30.png" Id="R3a9b7779b1c94b5b" /><Relationship Type="http://schemas.openxmlformats.org/officeDocument/2006/relationships/notesSlide" Target="/ppt/notesSlides/notesSlide16.xml" Id="R4ce6722dbcc944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cde92feb7490f" /><Relationship Type="http://schemas.openxmlformats.org/officeDocument/2006/relationships/image" Target="/ppt/media/image31.png" Id="R1e1fe5f2f8934568" /><Relationship Type="http://schemas.openxmlformats.org/officeDocument/2006/relationships/image" Target="/ppt/media/image32.png" Id="R49bdfe4ec50f4a3d" /><Relationship Type="http://schemas.openxmlformats.org/officeDocument/2006/relationships/notesSlide" Target="/ppt/notesSlides/notesSlide17.xml" Id="R6f08be096aad4c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6c5ca00084f59" /><Relationship Type="http://schemas.openxmlformats.org/officeDocument/2006/relationships/image" Target="/ppt/media/image33.png" Id="R72a9726e5e914ca1" /><Relationship Type="http://schemas.openxmlformats.org/officeDocument/2006/relationships/notesSlide" Target="/ppt/notesSlides/notesSlide18.xml" Id="R77e5398133fb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34D60-36AC-4AFC-B671-2397AEA6CD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d8bba74b24850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2AC29844-5A60-49FB-A88C-55F4A6F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14"/>
              </a:gs>
              <a:gs pos="24000">
                <a:srgbClr val="0B3B14">
                  <a:alpha val="98000"/>
                </a:srgbClr>
              </a:gs>
              <a:gs pos="38000">
                <a:srgbClr val="0B3B14">
                  <a:alpha val="88000"/>
                </a:srgbClr>
              </a:gs>
              <a:gs pos="61000">
                <a:srgbClr val="0B3B14">
                  <a:alpha val="28000"/>
                </a:srgbClr>
              </a:gs>
              <a:gs pos="78000">
                <a:srgbClr val="0B3B1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8E6A101-CBBE-4FA7-96E7-62A9B493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9D30B5-7FF5-4360-8725-FF66575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8EB017-71EB-4BE1-A19F-A6B489CE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626770-00BB-4A07-B5C4-C824A19A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86611-FFF6-463E-9410-901BCD690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8a45e0def447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7C6ED-FF76-4E9D-B414-496515C16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b9d57074246f3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53B89A21-4803-465A-93C0-77A9DF6C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3023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47FD7-D61F-4FEE-882D-97EC31224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c163b6e2e4c5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5DB8F-A2BF-4DCC-95C7-DECD92341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7c024f4224ff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E3CC8763-334A-4C22-9FA3-84CF9FF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F495B8-870A-4B07-AFB7-49CC6E70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FE917B-B5BA-4F6E-BFF2-9235E1A1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2F501B-FAB7-49DA-9B32-2AFCFEEC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E2444BB-F257-47A9-BF90-B98DFAC7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A81C13-4136-4084-A115-38BBFC0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E7432-5940-40A5-83CF-2CA557B43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23907f39949ff"/>
          <a:stretch xmlns:a="http://schemas.openxmlformats.org/drawingml/2006/main"/>
        </p:blipFill>
        <p:spPr>
          <a:xfrm xmlns:a="http://schemas.openxmlformats.org/drawingml/2006/main">
            <a:off x="2952750" y="4722461"/>
            <a:ext cx="7143750" cy="5366452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7CCBA209-FC22-4DE3-AADB-4A677E1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67350"/>
            <a:ext cx="6286500" cy="20764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학생으로 향하는 말풍선 꼬리">
            <a:extLst xmlns:a="http://schemas.openxmlformats.org/drawingml/2006/main">
              <a:ext uri="{FF2B5EF4-FFF2-40B4-BE49-F238E27FC236}">
                <a16:creationId xmlns:a16="http://schemas.microsoft.com/office/drawing/2014/main" id="{74640550-31DF-400A-A3B7-B024CA27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48450"/>
            <a:ext cx="666750" cy="619125"/>
          </a:xfrm>
          <a:custGeom xmlns:a="http://schemas.openxmlformats.org/drawingml/2006/main">
            <a:pathLst>
              <a:path w="666750" h="619125">
                <a:moveTo>
                  <a:pt x="666750" y="0"/>
                </a:moveTo>
                <a:lnTo>
                  <a:pt x="0" y="619125"/>
                </a:lnTo>
                <a:lnTo>
                  <a:pt x="66675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58E563-2C6F-4BAD-A4C7-C60344A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43575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퍼진 입자들이 다시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9B3CBD-1C3B-498C-A18B-D983C68E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770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한곳에 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916555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3237D-8D62-4CEA-A6B5-7D997A8C9A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7364de53e4db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8E60F8C-9589-48FB-A629-C6C5F120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5208DC-E32E-4573-9C6E-650FC887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C2C81C04-9F50-42B7-8D34-53F3FF5D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FD6483-5377-4ADA-A528-64CEC777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7F9AB8-546C-473D-90BD-BB58D815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7D4013-D68C-4760-917C-F4A15029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8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5EDEF13E-E4D8-4D96-AE26-7501B407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15F03E-931E-4A83-BF6B-B9B0500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6770F6-C993-4E5B-8A5E-7E6757C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5094A9-89F0-4AD1-92B1-5AB3D2CC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988D72E9-E125-4AAB-BDEF-A453C854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4813EE-6031-462A-9193-2E2E2F89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052E705-2163-49CC-B1BD-04606460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DC4E21-A967-4940-8AD6-CFC2373A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43879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8A3FB-857C-4B64-91D6-183CA4C3F2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7d7ff4a6f42b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A7BE3D9-44DB-47F0-876C-9BAD8632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E1379B0-ED92-4802-8F1C-1A3302FB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E005EA54-FDD9-4FD6-A135-A4C99D74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84FD21-759A-4480-890A-52001035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901C84-AA0B-4875-ABD1-F59C176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9AF2A0-5E20-4BC3-8D00-A141A58D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DA7789-4980-4820-9F5E-8DF0BD7E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EC41F8-9F98-472F-844E-A979F23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A8AF0B-ECEF-4F5D-85B0-4FB62641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12852588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DF975-9925-4623-8F54-C5A040A3A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401abadd84b71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908D0A50-2547-496E-82DA-18C27CC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66CD6DC-E3AA-4097-9BCC-EC59FFC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001D81-7E0B-4B41-A382-A9BB2CFC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492E49-21C2-498B-8A6A-09456703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F72ED-1C4C-481D-A0ED-33545EECEF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09a92a99c4099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7DA0EC43-0443-488C-96CC-E301A9D6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282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6AA5D-D34C-4766-AC63-B15262598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30ca4c64c419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9AD0FA9-6553-4232-A124-349FDDAE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54F266-CF63-4CE7-B6C3-B126EC3C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B7AB08-787A-4562-B68C-A75EBB0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EC8E91-DD37-4610-9207-27030F47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09973F-4772-4542-A2B8-797171B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00F85B-F54E-4240-854C-24C470B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36A633-C05B-4543-87E5-BCDAFCE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02F5D0CD-2CF3-408A-B7FF-0C4A7636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216640BC-7D2F-4849-B7F2-E8D4D72E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FE83C008-4B0D-4D48-B354-64845500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FFF66BA-BD63-49AA-ACDA-F7189F8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52EA5FB1-5BF6-4666-B77E-BF17E475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32743368-8E7E-47F1-A8C2-4A31EA4A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D83D2263-4145-42D7-8B3F-67B4726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314167A4-DB1E-4FB7-A9BD-73234BE3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4E4EB53-A684-409E-BFDC-ED48816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02A791-69BF-450E-84BA-8FCBC270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15990392-CD3D-405C-B4C1-D9F798FD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80638985-781C-4B87-BBB7-61BE9860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3C1AC5F3-585F-4728-B718-5160DA1F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31C5A35-B0A1-47EC-8C74-174972C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293337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BAF27-C96E-44B2-9D38-D4EA688AC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6e12dc2ea4ae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A6BA129-1A30-4D81-A848-B35A3EB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671D15E-5292-4872-BE51-8D1654F7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7AB771-46CF-4405-A573-44AB512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0ECA9F3-16C0-4D1E-B77A-7AEBF611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D3149A9-81E0-4FB9-AEEE-D4112739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66758-E240-4B73-AD46-9807A99FB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4e9e85fa3445f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345D7D85-8495-49FD-859C-EE96D6DE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88E7CD-BCD0-4A0D-9314-B7672B7A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53EA65-853D-4110-941C-140D54D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2ADCB95C-061E-4D93-A656-9499B23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9A96A1-BD64-49EB-B44B-052102E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2BA9CB-A555-49F9-BD1F-B76A261F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752D64E8-45AB-4F3F-93CD-0F01655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C54A8B3-3D0B-45B8-B324-239FE339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C2E92BB-1EC6-4394-A51D-EAD3A453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11625696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8F39-7C67-456C-AD7A-FDE07A75F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699c258ea44bd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4ABFCAAC-4D04-49F6-807F-A3082B0C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8D39840-6E0A-4638-938B-1B92B19C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F76A7D-2089-4572-BFD1-3230209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5F4BCE-D79B-4269-B16C-3B6A8E8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79658-62C3-4AFE-B1B1-A1FA7C4B5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166f7be644ce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359D2AF2-C48E-4329-A572-385FAD47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12367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A72E3-959D-4F1D-950D-3B226FC83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7149018224d4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E9707AE-61FE-407E-8D33-2BE29D6D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EE83C64-F675-4291-BFEF-C4963051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A8091F0-03E5-497A-BEB9-7F7DE96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6247D0-6CDB-493C-9F0B-81AD139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A1671AB4-478E-40CC-B341-5F321BB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변화는 최종값과 초기값의 차이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095588-EEB4-49CE-A982-CE741110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884EB-963B-4206-B143-E0076F56A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39f94d26444b"/>
          <a:stretch xmlns:a="http://schemas.openxmlformats.org/drawingml/2006/main"/>
        </p:blipFill>
        <p:spPr>
          <a:xfrm xmlns:a="http://schemas.openxmlformats.org/drawingml/2006/main">
            <a:off x="4667250" y="5019675"/>
            <a:ext cx="8953500" cy="1417180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6F2BD272-ACE7-4CBF-9974-5F0B16ED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90B96D9-D53E-40FE-BAF0-7F6AFDE9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3B545C-C161-4BC6-B3F3-BCB353F3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9453E1-8367-4326-B8E2-CE995D8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1145DDA-1100-4A4A-86D0-88D934EF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552648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305E8-C48E-4FE9-9997-DAF317223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ab79ad5e403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2721566-E55C-46C1-A6CC-C434C5C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6393CA-C444-4FE4-9B01-B91E905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9B330E6-2746-4961-8484-9EFF29ED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E790F9-A131-494B-AF0D-AB53AE4B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4A93D41-ED90-4460-B055-63747A37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582D29-C505-4454-8F59-256255A2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81654-5069-41A1-A24A-DF8407621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497b2b70e4e06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5DD9A94-2EB5-4F44-B3F3-22DCBA42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CFE8EC-4796-4221-80DD-94DC826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BA30C4-2CE2-4EFB-B36D-216EBB1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EF4D79-0607-4AD5-AF92-AEA3992E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776603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B115A-ABF7-42F1-9C44-8C919DDCEE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5294c769c418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7EB92DB-5392-4990-B239-C421392C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3661620-1FC4-4BD9-9F18-88872628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243BDB-8C75-4070-B4B4-B4C78D3C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EC2C92-A297-4043-B57D-0F43BDEC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333F292-4D88-4286-BE77-AC56553E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15BFC0-AB71-4F85-B2C2-43469BE3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9B2AA-763E-4842-8A8E-A58DAA7A1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2d04402334770"/>
          <a:stretch xmlns:a="http://schemas.openxmlformats.org/drawingml/2006/main"/>
        </p:blipFill>
        <p:spPr>
          <a:xfrm xmlns:a="http://schemas.openxmlformats.org/drawingml/2006/main">
            <a:off x="2957392" y="4429125"/>
            <a:ext cx="12373215" cy="43434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663AB-7F11-46D2-8815-FFA9F4BD5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55c56bcb84f59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479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6E565-4F12-4848-9C95-179D79DD0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39bdaa5ba4fd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B34D1E3-DEB4-401E-A6B0-25E51A6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482868-7D32-4F5A-B77F-128492DB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3C2180-6D6B-4599-BFBC-0925C2C9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6F5EB7-33F1-492B-84E6-BE00ABA7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D2AD43D-7CC8-4EBE-9281-F6CFD38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73C4EC27-9461-497B-B9DC-4520D6C0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4AD7E-661A-4BCC-AC9D-448835260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a3478f5a6418e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427960-DEEF-41CF-A0A8-AB41310F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7FDD32-8BEE-4947-9C5B-41E8B781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50B8B6C9-3179-4193-992D-54B179D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336567-E2A6-4AB7-8819-DFEE391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D2D752-A44E-4FDD-A208-1F32C993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2BF42BA3-DE8E-44BA-A6B1-F2B907E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25D3044-5864-4210-B361-4ADF12D2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2927420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DF27B-239D-4D5B-8749-0076ABF7B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061b46f2042a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343E092-7E5E-47D8-83CD-8EB8A672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DA2A312-FA45-440F-B999-52594EA8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C7CDAF-3939-4043-A8A2-90B5CE6C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0D80CB-0769-4F4F-A88F-764F61F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408BA3B-A5B0-425E-A808-B7A261A4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C05E12-5AF1-49FE-9B58-E92B1FE5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9F782-AB2E-42C5-9B28-D7346F7D39B0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BA187F23-08F3-48E5-9440-444AA30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2DA22E9-6A71-410B-AAAB-6087E59E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1C6587A8-6B83-49B5-AE11-76CDA659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B7442E6D-6909-4E2B-B549-C752A925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F56DA3-5170-454A-B1F8-D753965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86779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F2C11-F5EF-4318-ADAF-794D0A0E4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f6c7cabe7407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9F0AA306-67BC-4E94-80CE-DDF434E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AC3ED0-6667-4A54-91AF-958D6BD3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A07D82-5BDD-4C05-B31D-BBBA1CD1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2A7448-E907-42FD-B1BD-773E5ED4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A7E4196-48BE-46DE-A111-5213ACF4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96913F-5347-4F03-8734-567F957E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0D6BBA2E-5352-4F75-A07D-8F5D72E1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2EDFDC-3A46-4D00-94F5-82AD55F3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53568793-6093-4190-A45A-EB7C36F7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0459CF-35A3-4FFD-A327-F034653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20E7537F-6CF2-4C1A-B2E4-1B190FBC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7188C6-0A6B-4D4C-821E-9DF56951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D0C53EF5-2E79-4856-999C-51D71161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B6EC2B-ACE7-42E3-AAA6-A1B38293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39B0E98B-C523-4407-A968-2AE4F891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C7FB096-8A10-4966-A988-5994CE78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BFAC849D-DDE1-49DB-B2DE-333E1DCE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9F988B3-F766-422C-999F-8B7A669A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8400409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A816C-08A5-45FA-BBA6-217707438C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c80d188144539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F7FC31A5-036F-41DE-B999-154ED5B2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E9816E7-9518-4B89-81F1-5CCFC87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0E1DC2-9EA1-4D79-9335-B6417D80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53DB4C-117B-4F8C-BE09-E6B21286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99871-FBAE-448B-A352-CE4FBB09E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1807e2f03442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861485E5-6FA5-4297-A869-0676B85C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99497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E5EB3-80BF-420C-982D-D06D023EB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3d26004d94e3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54F2ACF-383E-4093-BF06-DCA6B135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9075EA-CDFD-45A0-A058-2EB873C9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D74152-AC5F-4DF6-86B3-71EF912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6679DB-408E-465F-800A-83798DFB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AF51FE5B-FDC9-4DFC-8996-9CB7B26F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F4ADE1-6556-407D-A06B-B547AB0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B16D0-0006-4039-8DD0-2F3DAC6B14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b7779b1c94b5b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8BB9ACB-EFD3-4697-83F8-850EBAA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E3EE4C-A6FD-4BC9-8DBA-0B843A8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258531-7900-4A42-AF9E-937AF82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99C4A4-77C8-4E21-899F-24E218AD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C70C1C-C230-4543-BC06-636715C8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13340589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643C1-95AD-4C27-AA8D-1F45655E6E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fe5f2f893456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B62E34D-6AAB-41A9-8861-3C7A40A5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DA510FF-3051-4A94-870B-59C1E34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5C2CF1-C0A2-4A58-BC84-2CD01B5A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409FF9-C35A-43C7-8E84-781CBD92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E8B778A-7D0A-4BAD-BB64-7D5A4BD7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9D6BC4A-A92F-467A-8C3E-9EC2871F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98A3A-8F48-4BCC-BEFC-9502B18FA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dfe4ec50f4a3d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A34D32-C269-46EB-A5DD-F5DBCC8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160851-4207-469A-8212-60D8B67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87B9A6-33B2-4B32-9E61-71C76A75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07C939-6D8D-48EA-A537-E54C49C5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1E5927-190C-4844-BFE0-0052AD8F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20955709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35C31-C852-4EA6-802E-16441AF046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9726e5e914ca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F18CB08-7258-45DC-82A1-A98DF033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D9C511A-CE6B-442D-A01E-B4B306D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8C8C0F-62BE-472F-9373-41374BB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551694-3AAA-4EC9-84CE-8CC0E091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CB526D1-9139-4321-BDC9-F162383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46DF24-A5E5-4D81-9EEA-030F14DB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29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물의 액화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EC9038-109B-44A9-B2FA-857D3609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상태가 기체에서 액체로 바뀐다.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334326B0-A48D-4C53-87A3-829D4DD6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C6658F-4C01-4185-B520-3141072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150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15DDA8-F20A-4B6A-8CF8-9C9E5285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수가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5666A21D-EB40-4D51-A3E8-72DF3404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9151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3B8528-D7AB-417C-98F7-7B631C7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4009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두 기체의 혼합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3E9A55B-EB30-4DD1-8D91-018C9084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009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수는 같아도 서로 섞이면 엔트로피가 증가한다.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DF81E742-F529-4BA9-9EBF-1103425E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010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DBACEF4-4FDB-4D34-9DF8-3717E35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105900"/>
            <a:ext cx="1504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상태·기체 분자 수·혼합 중 무엇이 달라졌는지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93603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2026-10-29T22:27:46.4170000Z</dcterms:created>
  <dcterms:modified xsi:type="dcterms:W3CDTF">2026-10-29T22:27:46.4170000Z</dcterms:modified>
</coreProperties>
</file>