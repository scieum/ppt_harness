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97cc4e48247a8" /><Relationship Type="http://schemas.openxmlformats.org/officeDocument/2006/relationships/extended-properties" Target="/docProps/app.xml" Id="R72a6f8cf21634f8d" /><Relationship Type="http://schemas.openxmlformats.org/officeDocument/2006/relationships/officeDocument" Target="/ppt/presentation.xml" Id="Re28ec0f9f048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d3f5f4d76a433c"/>
  </p:sldMasterIdLst>
  <p:notesMasterIdLst>
    <p:notesMasterId xmlns:r="http://schemas.openxmlformats.org/officeDocument/2006/relationships" r:id="Rda85e075ef63494e"/>
  </p:notesMasterIdLst>
  <p:sldIdLst>
    <p:sldId xmlns:r="http://schemas.openxmlformats.org/officeDocument/2006/relationships" id="256" r:id="R8e9d25e9ce9741ee"/>
    <p:sldId xmlns:r="http://schemas.openxmlformats.org/officeDocument/2006/relationships" id="257" r:id="R4c54e9b04d3841b0"/>
    <p:sldId xmlns:r="http://schemas.openxmlformats.org/officeDocument/2006/relationships" id="258" r:id="Raeaaf941df324424"/>
    <p:sldId xmlns:r="http://schemas.openxmlformats.org/officeDocument/2006/relationships" id="259" r:id="Rad40d580263e47a8"/>
    <p:sldId xmlns:r="http://schemas.openxmlformats.org/officeDocument/2006/relationships" id="260" r:id="R0aa9f427203b4c3b"/>
    <p:sldId xmlns:r="http://schemas.openxmlformats.org/officeDocument/2006/relationships" id="261" r:id="Rd1486e9aa85e4830"/>
    <p:sldId xmlns:r="http://schemas.openxmlformats.org/officeDocument/2006/relationships" id="262" r:id="Rfe7b345797c346e2"/>
    <p:sldId xmlns:r="http://schemas.openxmlformats.org/officeDocument/2006/relationships" id="263" r:id="R44c3ed3e91344a17"/>
    <p:sldId xmlns:r="http://schemas.openxmlformats.org/officeDocument/2006/relationships" id="264" r:id="Rbda8ea40600e487d"/>
    <p:sldId xmlns:r="http://schemas.openxmlformats.org/officeDocument/2006/relationships" id="265" r:id="R9d919b5b6b0242eb"/>
    <p:sldId xmlns:r="http://schemas.openxmlformats.org/officeDocument/2006/relationships" id="266" r:id="R2a110702ae974cf9"/>
    <p:sldId xmlns:r="http://schemas.openxmlformats.org/officeDocument/2006/relationships" id="267" r:id="Rf1c4f30a1e2841d8"/>
    <p:sldId xmlns:r="http://schemas.openxmlformats.org/officeDocument/2006/relationships" id="268" r:id="R4b9419de0bf74089"/>
    <p:sldId xmlns:r="http://schemas.openxmlformats.org/officeDocument/2006/relationships" id="269" r:id="R39e45ddb65d94049"/>
    <p:sldId xmlns:r="http://schemas.openxmlformats.org/officeDocument/2006/relationships" id="270" r:id="R4b6785c60c6b417b"/>
    <p:sldId xmlns:r="http://schemas.openxmlformats.org/officeDocument/2006/relationships" id="271" r:id="R86b1697c03b94ad3"/>
    <p:sldId xmlns:r="http://schemas.openxmlformats.org/officeDocument/2006/relationships" id="272" r:id="R3a1d63c833a24b9a"/>
    <p:sldId xmlns:r="http://schemas.openxmlformats.org/officeDocument/2006/relationships" id="273" r:id="Ra288c9ce30ef4a3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5d39629264831" /><Relationship Type="http://schemas.openxmlformats.org/officeDocument/2006/relationships/slideMaster" Target="/ppt/slideMasters/slideMaster1.xml" Id="Rebd3f5f4d76a433c" /><Relationship Type="http://schemas.openxmlformats.org/officeDocument/2006/relationships/notesMaster" Target="/ppt/notesMasters/notesMaster1.xml" Id="Rda85e075ef63494e" /><Relationship Type="http://schemas.openxmlformats.org/officeDocument/2006/relationships/presProps" Target="/ppt/presProps.xml" Id="Rc6df85a7b42b49cf" /><Relationship Type="http://schemas.openxmlformats.org/officeDocument/2006/relationships/tableStyles" Target="/ppt/tableStyles.xml" Id="Rfe55c5a54c854496" /><Relationship Type="http://schemas.openxmlformats.org/officeDocument/2006/relationships/slide" Target="/ppt/slides/slide1.xml" Id="R8e9d25e9ce9741ee" /><Relationship Type="http://schemas.openxmlformats.org/officeDocument/2006/relationships/slide" Target="/ppt/slides/slide2.xml" Id="R4c54e9b04d3841b0" /><Relationship Type="http://schemas.openxmlformats.org/officeDocument/2006/relationships/slide" Target="/ppt/slides/slide3.xml" Id="Raeaaf941df324424" /><Relationship Type="http://schemas.openxmlformats.org/officeDocument/2006/relationships/slide" Target="/ppt/slides/slide4.xml" Id="Rad40d580263e47a8" /><Relationship Type="http://schemas.openxmlformats.org/officeDocument/2006/relationships/slide" Target="/ppt/slides/slide5.xml" Id="R0aa9f427203b4c3b" /><Relationship Type="http://schemas.openxmlformats.org/officeDocument/2006/relationships/slide" Target="/ppt/slides/slide6.xml" Id="Rd1486e9aa85e4830" /><Relationship Type="http://schemas.openxmlformats.org/officeDocument/2006/relationships/slide" Target="/ppt/slides/slide7.xml" Id="Rfe7b345797c346e2" /><Relationship Type="http://schemas.openxmlformats.org/officeDocument/2006/relationships/slide" Target="/ppt/slides/slide8.xml" Id="R44c3ed3e91344a17" /><Relationship Type="http://schemas.openxmlformats.org/officeDocument/2006/relationships/slide" Target="/ppt/slides/slide9.xml" Id="Rbda8ea40600e487d" /><Relationship Type="http://schemas.openxmlformats.org/officeDocument/2006/relationships/slide" Target="/ppt/slides/slide10.xml" Id="R9d919b5b6b0242eb" /><Relationship Type="http://schemas.openxmlformats.org/officeDocument/2006/relationships/slide" Target="/ppt/slides/slide11.xml" Id="R2a110702ae974cf9" /><Relationship Type="http://schemas.openxmlformats.org/officeDocument/2006/relationships/slide" Target="/ppt/slides/slide12.xml" Id="Rf1c4f30a1e2841d8" /><Relationship Type="http://schemas.openxmlformats.org/officeDocument/2006/relationships/slide" Target="/ppt/slides/slide13.xml" Id="R4b9419de0bf74089" /><Relationship Type="http://schemas.openxmlformats.org/officeDocument/2006/relationships/slide" Target="/ppt/slides/slide14.xml" Id="R39e45ddb65d94049" /><Relationship Type="http://schemas.openxmlformats.org/officeDocument/2006/relationships/slide" Target="/ppt/slides/slide15.xml" Id="R4b6785c60c6b417b" /><Relationship Type="http://schemas.openxmlformats.org/officeDocument/2006/relationships/slide" Target="/ppt/slides/slide16.xml" Id="R86b1697c03b94ad3" /><Relationship Type="http://schemas.openxmlformats.org/officeDocument/2006/relationships/slide" Target="/ppt/slides/slide17.xml" Id="R3a1d63c833a24b9a" /><Relationship Type="http://schemas.openxmlformats.org/officeDocument/2006/relationships/slide" Target="/ppt/slides/slide18.xml" Id="Ra288c9ce30ef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9fa8035362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cdfd3065342f0" /><Relationship Type="http://schemas.openxmlformats.org/officeDocument/2006/relationships/notesMaster" Target="/ppt/notesMasters/notesMaster1.xml" Id="Rd6e1eeca59dd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df4794f5564ed9" /><Relationship Type="http://schemas.openxmlformats.org/officeDocument/2006/relationships/notesMaster" Target="/ppt/notesMasters/notesMaster1.xml" Id="Rdfe620e73b18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baf31304bc420d" /><Relationship Type="http://schemas.openxmlformats.org/officeDocument/2006/relationships/notesMaster" Target="/ppt/notesMasters/notesMaster1.xml" Id="R938e76afc26f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66a392a134559" /><Relationship Type="http://schemas.openxmlformats.org/officeDocument/2006/relationships/notesMaster" Target="/ppt/notesMasters/notesMaster1.xml" Id="Rea31a01fc3d44f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390311f6946ab" /><Relationship Type="http://schemas.openxmlformats.org/officeDocument/2006/relationships/notesMaster" Target="/ppt/notesMasters/notesMaster1.xml" Id="Rea701e3f89d0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e0736e048243bf" /><Relationship Type="http://schemas.openxmlformats.org/officeDocument/2006/relationships/notesMaster" Target="/ppt/notesMasters/notesMaster1.xml" Id="Rc31f14d028024b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b9f8623ac45e2" /><Relationship Type="http://schemas.openxmlformats.org/officeDocument/2006/relationships/notesMaster" Target="/ppt/notesMasters/notesMaster1.xml" Id="Ra3de3ae6f60a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f3ae04b024544" /><Relationship Type="http://schemas.openxmlformats.org/officeDocument/2006/relationships/notesMaster" Target="/ppt/notesMasters/notesMaster1.xml" Id="R20f7403d359e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fd05ef46b4212" /><Relationship Type="http://schemas.openxmlformats.org/officeDocument/2006/relationships/notesMaster" Target="/ppt/notesMasters/notesMaster1.xml" Id="R7d94a81be0b54e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aa9f389124964" /><Relationship Type="http://schemas.openxmlformats.org/officeDocument/2006/relationships/notesMaster" Target="/ppt/notesMasters/notesMaster1.xml" Id="R1b6ffd8b2ff1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a81851fd354653" /><Relationship Type="http://schemas.openxmlformats.org/officeDocument/2006/relationships/notesMaster" Target="/ppt/notesMasters/notesMaster1.xml" Id="R49d68931c9f44a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43c03859fe4155" /><Relationship Type="http://schemas.openxmlformats.org/officeDocument/2006/relationships/notesMaster" Target="/ppt/notesMasters/notesMaster1.xml" Id="R180c6c26172d4f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af951aa41545be" /><Relationship Type="http://schemas.openxmlformats.org/officeDocument/2006/relationships/notesMaster" Target="/ppt/notesMasters/notesMaster1.xml" Id="R95aeb52dd798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b7211805244500" /><Relationship Type="http://schemas.openxmlformats.org/officeDocument/2006/relationships/notesMaster" Target="/ppt/notesMasters/notesMaster1.xml" Id="R50169cc5224b4f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6eaed683c44df6" /><Relationship Type="http://schemas.openxmlformats.org/officeDocument/2006/relationships/notesMaster" Target="/ppt/notesMasters/notesMaster1.xml" Id="Rbf044107cd8a47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8dd19df38f4d40" /><Relationship Type="http://schemas.openxmlformats.org/officeDocument/2006/relationships/notesMaster" Target="/ppt/notesMasters/notesMaster1.xml" Id="Rb527e5e3949949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d5509935a44384" /><Relationship Type="http://schemas.openxmlformats.org/officeDocument/2006/relationships/notesMaster" Target="/ppt/notesMasters/notesMaster1.xml" Id="Ra078e8bc9baa41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f81adaf1c849a3" /><Relationship Type="http://schemas.openxmlformats.org/officeDocument/2006/relationships/notesMaster" Target="/ppt/notesMasters/notesMaster1.xml" Id="R96e1ad9d38bf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1/18장.</a:t>
            </a:r>
          </a:p>
          <a:p xmlns:a="http://schemas.openxmlformats.org/drawingml/2006/main">
            <a:r>
              <a:t>방향제·얼음·혼합 입자가 있는 기존 장면을 보며 엔트로피 단원을 시작한다.</a:t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2/18장.</a:t>
            </a:r>
          </a:p>
          <a:p xmlns:a="http://schemas.openxmlformats.org/drawingml/2006/main">
            <a:r>
              <a:t>고체 방향제가 줄어들고 향기가 퍼지는 현상을 입자의 분포 변화와 연결해 예상한다.</a:t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3/18장.</a:t>
            </a:r>
          </a:p>
          <a:p xmlns:a="http://schemas.openxmlformats.org/drawingml/2006/main">
            <a:r>
              <a:t>뜻을 이해하고 변화의 기준을 배운 다음 교과서 확인문제에 적용한다.</a:t>
            </a:r>
          </a:p>
          <a:p xmlns:a="http://schemas.openxmlformats.org/drawingml/2006/main">
            <a:r>
              <a:t>출처: 천재90~91; R04 PDF3 세 블록 목차.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4/18장.</a:t>
            </a:r>
          </a:p>
          <a:p xmlns:a="http://schemas.openxmlformats.org/drawingml/2006/main">
            <a:r>
              <a:t>엔트로피의 증가와 감소를 정성적으로 설명한다. 자발성의 전체 엔트로피 판정은 다음 단원에서 다룬다.</a:t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5/18장.</a:t>
            </a:r>
          </a:p>
          <a:p xmlns:a="http://schemas.openxmlformats.org/drawingml/2006/main">
            <a:r>
              <a:t>같은 물질도 입자의 배열이 달라지면 무엇이 달라질까?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6/18장.</a:t>
            </a:r>
          </a:p>
          <a:p xmlns:a="http://schemas.openxmlformats.org/drawingml/2006/main">
            <a:r>
              <a:t>엔트로피의 정의를 읽고 용어와 기호를 직접 연결한다. 무질서도의 크기와 엔트로피의 크기를 한 문장으로 설명한다.</a:t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7/18장.</a:t>
            </a:r>
          </a:p>
          <a:p xmlns:a="http://schemas.openxmlformats.org/drawingml/2006/main">
            <a:r>
              <a:t>물의 상태에 따라 배열과 분포가 달라진다. 동일 물질은 일반적으로 고체보다 액체, 액체보다 기체의 엔트로피가 크다.</a:t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8/18장.</a:t>
            </a:r>
          </a:p>
          <a:p xmlns:a="http://schemas.openxmlformats.org/drawingml/2006/main">
            <a:r>
              <a:t>변화가 일어나기 전과 후의 엔트로피는 어떻게 비교할까?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9/18장.</a:t>
            </a:r>
          </a:p>
          <a:p xmlns:a="http://schemas.openxmlformats.org/drawingml/2006/main">
            <a:r>
              <a:t>최종 엔트로피에서 초기 엔트로피를 뺀다. 증가이면 양수, 감소이면 음수다. 뺄셈 순서를 반대로 하지 않도록 짚는다.</a:t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10/18장.</a:t>
            </a:r>
          </a:p>
          <a:p xmlns:a="http://schemas.openxmlformats.org/drawingml/2006/main">
            <a:r>
              <a:t>주황 방향에서는 융해·기화, 파랑 방향에서는 응고·액화가 일어난다. 두 방향에서 엔트로피의 변화를 비교한다.</a:t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11/18장.</a:t>
            </a:r>
          </a:p>
          <a:p xmlns:a="http://schemas.openxmlformats.org/drawingml/2006/main">
            <a:r>
              <a:t>질소 분자1개와 수소 분자3개에서 암모니아 분자2개가 생긴다. 기체 분자 수는4개에서2개로 감소하므로 엔트로피가 감소한다. 원자 수와 분자 수를 구분한다.</a:t>
            </a:r>
          </a:p>
          <a:p xmlns:a="http://schemas.openxmlformats.org/drawingml/2006/main">
            <a:r>
              <a:t>출처: 천재91 그림Ⅲ-12 원본·생성 반응식 ammonia.png.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12/18장.</a:t>
            </a:r>
          </a:p>
          <a:p xmlns:a="http://schemas.openxmlformats.org/drawingml/2006/main">
            <a:r>
              <a:t>혼합 전후 색깔별 입자 수를 세면 전체 분자 수가 보존됨을 알 수 있다. 분자 수 변화 없이도 두 종류의 기체가 섞일 때 엔트로피가 증가한다.</a:t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13/18장.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14/18장.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15/18장.</a:t>
            </a:r>
          </a:p>
          <a:p xmlns:a="http://schemas.openxmlformats.org/drawingml/2006/main">
            <a:r>
              <a:t>주어진 변화에서 엔트로피가 커지는지 근거를 말할 수 있을까?</a:t>
            </a:r>
          </a:p>
          <a:p xmlns:a="http://schemas.openxmlformats.org/drawingml/2006/main">
            <a:r>
              <a:t>출처: 천재90~91. 기존 표지 장면·Part 전환 레퍼런스.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16/18장.</a:t>
            </a:r>
          </a:p>
          <a:p xmlns:a="http://schemas.openxmlformats.org/drawingml/2006/main">
            <a:r>
              <a:t>잠시 답을 가린 뒤 학생이 상태기호를 읽고 액화임을 설명하게 한다. 물질의 종류나 분자 수는 변하지 않고 상태가 바뀐다.</a:t>
            </a:r>
          </a:p>
          <a:p xmlns:a="http://schemas.openxmlformats.org/drawingml/2006/main">
            <a:r>
              <a:t>출처: 천재91 확인(1), 지도서116 해설. 새 생성 condense.png.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17/18장.</a:t>
            </a:r>
          </a:p>
          <a:p xmlns:a="http://schemas.openxmlformats.org/drawingml/2006/main">
            <a:r>
              <a:t>일산화 질소 분자2개와 산소 분자1개에서 이산화 질소 분자2개가 된다. 분자 수3에서2로 감소한다. 원자 수가 감소했다는 설명은 바로잡는다.</a:t>
            </a:r>
          </a:p>
          <a:p xmlns:a="http://schemas.openxmlformats.org/drawingml/2006/main">
            <a:r>
              <a:t>출처: 천재91 확인(2), 지도서116 해설. 새 생성 no.png.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전체 수업 · 18/18장.</a:t>
            </a:r>
          </a:p>
          <a:p xmlns:a="http://schemas.openxmlformats.org/drawingml/2006/main">
            <a:r>
              <a:t>학생에게 감소라는 결론만 말하지 말고 무엇이 바뀌었는지 설명하도록 한다. 혼합은 분자 수가 같아도 증가하므로 분자 수만으로 모든 변화를 판단하지 않는다.</a:t>
            </a:r>
          </a:p>
          <a:p xmlns:a="http://schemas.openxmlformats.org/drawingml/2006/main">
            <a:r>
              <a:t>출처: 천재90~91, 지도서116, 완자2022 138~139 내용 비교.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디자인 확인 전 전체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2a355f93945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7faab0d6d4e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cb9c857ca44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2d1e21a1842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7c2a74ec742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01267a91f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EBFCF0-E1E2-4A9B-B345-A8A6F67E9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9D14B9-DCAB-48AE-B14F-85936887A2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B8F3BA-D798-4FD0-86E4-69159082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088064-97E1-48D8-8168-EBC54655C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8F39E6-BDC5-4724-970C-2F7981926A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3FD61D-FAE3-4FB6-8CF8-B5A2E0A14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578B71-26A6-4A07-BAD6-D837CD197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2ECAD7-2DEF-4EFF-BF01-0A35072D2E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8C2095-58D8-4EB9-87C4-2FE39C112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6DF672-92DE-478E-9DB6-33AA7DD10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7c45f27c594cff" /><Relationship Type="http://schemas.openxmlformats.org/officeDocument/2006/relationships/slideLayout" Target="/ppt/slideLayouts/slideLayout1.xml" Id="R65d14b02ef164c08" /><Relationship Type="http://schemas.openxmlformats.org/officeDocument/2006/relationships/slideLayout" Target="/ppt/slideLayouts/slideLayout2.xml" Id="R24abaefde4894258" /><Relationship Type="http://schemas.openxmlformats.org/officeDocument/2006/relationships/slideLayout" Target="/ppt/slideLayouts/slideLayout3.xml" Id="Rf69c3ff2a1f44b67" /><Relationship Type="http://schemas.openxmlformats.org/officeDocument/2006/relationships/slideLayout" Target="/ppt/slideLayouts/slideLayout4.xml" Id="R0d8f5fd3738c47d9" /><Relationship Type="http://schemas.openxmlformats.org/officeDocument/2006/relationships/slideLayout" Target="/ppt/slideLayouts/slideLayout5.xml" Id="R212709cad1d84649" /><Relationship Type="http://schemas.openxmlformats.org/officeDocument/2006/relationships/slideLayout" Target="/ppt/slideLayouts/slideLayout6.xml" Id="R8d97c85c70fb47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14b02ef164c08"/>
    <p:sldLayoutId xmlns:r="http://schemas.openxmlformats.org/officeDocument/2006/relationships" id="2147483650" r:id="R24abaefde4894258"/>
    <p:sldLayoutId xmlns:r="http://schemas.openxmlformats.org/officeDocument/2006/relationships" id="2147483651" r:id="Rf69c3ff2a1f44b67"/>
    <p:sldLayoutId xmlns:r="http://schemas.openxmlformats.org/officeDocument/2006/relationships" id="2147483652" r:id="R0d8f5fd3738c47d9"/>
    <p:sldLayoutId xmlns:r="http://schemas.openxmlformats.org/officeDocument/2006/relationships" id="2147483653" r:id="R212709cad1d84649"/>
    <p:sldLayoutId xmlns:r="http://schemas.openxmlformats.org/officeDocument/2006/relationships" id="2147483654" r:id="R8d97c85c70fb47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7bc993c8e425a" /><Relationship Type="http://schemas.openxmlformats.org/officeDocument/2006/relationships/image" Target="/ppt/media/image.png" Id="Rf1d901fc619a4960" /><Relationship Type="http://schemas.openxmlformats.org/officeDocument/2006/relationships/image" Target="/ppt/media/image2.png" Id="R225672a0b59541fe" /><Relationship Type="http://schemas.openxmlformats.org/officeDocument/2006/relationships/image" Target="/ppt/media/image3.png" Id="R046627bc5abd4ca0" /><Relationship Type="http://schemas.openxmlformats.org/officeDocument/2006/relationships/notesSlide" Target="/ppt/notesSlides/notesSlide1.xml" Id="R05333ece763b48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dd1c99d294cb4" /><Relationship Type="http://schemas.openxmlformats.org/officeDocument/2006/relationships/image" Target="/ppt/media/image4.png" Id="R3d5cd1ea1472447b" /><Relationship Type="http://schemas.openxmlformats.org/officeDocument/2006/relationships/image" Target="/ppt/media/image5.png" Id="Rb8c748f681384492" /><Relationship Type="http://schemas.openxmlformats.org/officeDocument/2006/relationships/image" Target="/ppt/media/image6.png" Id="R99719c0e8b734ad6" /><Relationship Type="http://schemas.openxmlformats.org/officeDocument/2006/relationships/notesSlide" Target="/ppt/notesSlides/notesSlide2.xml" Id="R54029ed568a3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f5a8cfece498b" /><Relationship Type="http://schemas.openxmlformats.org/officeDocument/2006/relationships/image" Target="/ppt/media/image7.png" Id="Rf0ce3c764f9f45eb" /><Relationship Type="http://schemas.openxmlformats.org/officeDocument/2006/relationships/notesSlide" Target="/ppt/notesSlides/notesSlide3.xml" Id="R7b84021b0b7348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9c1e9fa2f4708" /><Relationship Type="http://schemas.openxmlformats.org/officeDocument/2006/relationships/image" Target="/ppt/media/image8.png" Id="Rb33ad3d492dd438b" /><Relationship Type="http://schemas.openxmlformats.org/officeDocument/2006/relationships/notesSlide" Target="/ppt/notesSlides/notesSlide4.xml" Id="Rfe0653a2c8fb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8bf9519b8493a" /><Relationship Type="http://schemas.openxmlformats.org/officeDocument/2006/relationships/image" Target="/ppt/media/image9.png" Id="Rc5e68ef9528a4c4b" /><Relationship Type="http://schemas.openxmlformats.org/officeDocument/2006/relationships/image" Target="/ppt/media/image10.png" Id="Ra3e9e9531117442c" /><Relationship Type="http://schemas.openxmlformats.org/officeDocument/2006/relationships/notesSlide" Target="/ppt/notesSlides/notesSlide5.xml" Id="R956d24c9de85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7e762865f4bff" /><Relationship Type="http://schemas.openxmlformats.org/officeDocument/2006/relationships/image" Target="/ppt/media/image11.png" Id="Re6b4c2e756a14745" /><Relationship Type="http://schemas.openxmlformats.org/officeDocument/2006/relationships/notesSlide" Target="/ppt/notesSlides/notesSlide6.xml" Id="Rb47f367a144b4e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54ca4b5dc4207" /><Relationship Type="http://schemas.openxmlformats.org/officeDocument/2006/relationships/image" Target="/ppt/media/image12.png" Id="R0900b17b9dc44b4e" /><Relationship Type="http://schemas.openxmlformats.org/officeDocument/2006/relationships/image" Target="/ppt/media/image13.png" Id="R7c40b79077e24271" /><Relationship Type="http://schemas.openxmlformats.org/officeDocument/2006/relationships/notesSlide" Target="/ppt/notesSlides/notesSlide7.xml" Id="R9fa05ce2b8354d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dfc84c61f4594" /><Relationship Type="http://schemas.openxmlformats.org/officeDocument/2006/relationships/image" Target="/ppt/media/image14.png" Id="R0edb926d45cf4ec7" /><Relationship Type="http://schemas.openxmlformats.org/officeDocument/2006/relationships/image" Target="/ppt/media/image15.png" Id="R459b85d371be4106" /><Relationship Type="http://schemas.openxmlformats.org/officeDocument/2006/relationships/notesSlide" Target="/ppt/notesSlides/notesSlide8.xml" Id="R6a987ede25ba4f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22b510b1849a0" /><Relationship Type="http://schemas.openxmlformats.org/officeDocument/2006/relationships/image" Target="/ppt/media/image16.png" Id="Rfca94714156746ba" /><Relationship Type="http://schemas.openxmlformats.org/officeDocument/2006/relationships/image" Target="/ppt/media/image17.png" Id="R50301ee8f0504a02" /><Relationship Type="http://schemas.openxmlformats.org/officeDocument/2006/relationships/notesSlide" Target="/ppt/notesSlides/notesSlide9.xml" Id="Ra8c909088b59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5813a6f1c4e7a" /><Relationship Type="http://schemas.openxmlformats.org/officeDocument/2006/relationships/image" Target="/ppt/media/image18.png" Id="Rba6534c5b3904548" /><Relationship Type="http://schemas.openxmlformats.org/officeDocument/2006/relationships/image" Target="/ppt/media/image19.png" Id="R02fdb28c40b748a3" /><Relationship Type="http://schemas.openxmlformats.org/officeDocument/2006/relationships/notesSlide" Target="/ppt/notesSlides/notesSlide10.xml" Id="R45d7c0ff5ee342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8bf4b4c984537" /><Relationship Type="http://schemas.openxmlformats.org/officeDocument/2006/relationships/image" Target="/ppt/media/image20.png" Id="R8a2684485d494886" /><Relationship Type="http://schemas.openxmlformats.org/officeDocument/2006/relationships/image" Target="/ppt/media/image21.png" Id="R1d1f5602e21b4797" /><Relationship Type="http://schemas.openxmlformats.org/officeDocument/2006/relationships/image" Target="/ppt/media/image22.png" Id="Rdc82c4209fae40b7" /><Relationship Type="http://schemas.openxmlformats.org/officeDocument/2006/relationships/notesSlide" Target="/ppt/notesSlides/notesSlide11.xml" Id="R1c4a90a490454d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91925c45f4f1d" /><Relationship Type="http://schemas.openxmlformats.org/officeDocument/2006/relationships/image" Target="/ppt/media/image23.png" Id="Rdd8f92cbfa554aa4" /><Relationship Type="http://schemas.openxmlformats.org/officeDocument/2006/relationships/image" Target="/ppt/media/image24.png" Id="R172c7c5dddd342a2" /><Relationship Type="http://schemas.openxmlformats.org/officeDocument/2006/relationships/notesSlide" Target="/ppt/notesSlides/notesSlide12.xml" Id="R3879527faa524e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c55b1c3324cd1" /><Relationship Type="http://schemas.openxmlformats.org/officeDocument/2006/relationships/image" Target="/ppt/media/image25.png" Id="R933c489218cc44a9" /><Relationship Type="http://schemas.openxmlformats.org/officeDocument/2006/relationships/notesSlide" Target="/ppt/notesSlides/notesSlide13.xml" Id="Rfb2df164672e47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3cb47b8184beb" /><Relationship Type="http://schemas.openxmlformats.org/officeDocument/2006/relationships/image" Target="/ppt/media/image26.png" Id="Ra8f2443bd3844db1" /><Relationship Type="http://schemas.openxmlformats.org/officeDocument/2006/relationships/notesSlide" Target="/ppt/notesSlides/notesSlide14.xml" Id="Rbae446458e164f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6487007ff45ab" /><Relationship Type="http://schemas.openxmlformats.org/officeDocument/2006/relationships/image" Target="/ppt/media/image27.png" Id="Rf202ebf543644182" /><Relationship Type="http://schemas.openxmlformats.org/officeDocument/2006/relationships/image" Target="/ppt/media/image28.png" Id="R8f3fbf39cb03437c" /><Relationship Type="http://schemas.openxmlformats.org/officeDocument/2006/relationships/notesSlide" Target="/ppt/notesSlides/notesSlide15.xml" Id="R16561bf8ac4140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d862065034179" /><Relationship Type="http://schemas.openxmlformats.org/officeDocument/2006/relationships/image" Target="/ppt/media/image29.png" Id="R4c82bfca80794e8e" /><Relationship Type="http://schemas.openxmlformats.org/officeDocument/2006/relationships/image" Target="/ppt/media/image30.png" Id="Rf2325b3758b046cb" /><Relationship Type="http://schemas.openxmlformats.org/officeDocument/2006/relationships/notesSlide" Target="/ppt/notesSlides/notesSlide16.xml" Id="Rd7ac10cccda944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31c6ecc6d4c8a" /><Relationship Type="http://schemas.openxmlformats.org/officeDocument/2006/relationships/image" Target="/ppt/media/image31.png" Id="R04f35b34f3324561" /><Relationship Type="http://schemas.openxmlformats.org/officeDocument/2006/relationships/image" Target="/ppt/media/image32.png" Id="Rd4920e12442a46a0" /><Relationship Type="http://schemas.openxmlformats.org/officeDocument/2006/relationships/notesSlide" Target="/ppt/notesSlides/notesSlide17.xml" Id="R7548851b6bc34c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3b16568c0489b" /><Relationship Type="http://schemas.openxmlformats.org/officeDocument/2006/relationships/image" Target="/ppt/media/image33.png" Id="R0d3f9b8a35e54cab" /><Relationship Type="http://schemas.openxmlformats.org/officeDocument/2006/relationships/notesSlide" Target="/ppt/notesSlides/notesSlide18.xml" Id="Rd68159e335874b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C235-DC5B-41F5-879A-58F5F9DD7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901fc619a496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72B0E357-086D-4D1E-8F4A-26E94AC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548155-911A-4D99-8A56-B3A4BD0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ABD4B5-FE66-443A-9B40-74FC881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25B47A-0931-483F-9707-71D4DC2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541968-D6AE-4C2C-A593-FE617EA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DD7BB-7482-4E95-AE77-00075CFFB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672a0b59541f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8C05D-0E84-4C20-92EB-086782475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627bc5abd4ca0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B4AF80DD-BF34-4AEA-9095-83F6CEEE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93325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524E2-5566-428A-8971-42DE5C296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cd1ea1472447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849A5-E3DA-40A8-B4DA-AE64E8C93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748f68138449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70454191-B205-4256-B38C-D923EC0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49F78C-39F9-4D74-9C61-C1318A53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922E1C-CD92-41FB-8AF2-2D8558B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C0D801-75D2-434E-BC06-6096DB6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5C7B2E5-846D-410C-A1F8-75C6F06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1EEF7A-9142-4938-956B-6E60138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0131C-BAC1-45B5-A9EE-A127A2566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19c0e8b734ad6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B01F5550-C3BF-4CF1-9589-377E870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CDDB0516-40A7-4CC6-A15C-84B0117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9C1F99-C1E8-4E0E-8425-F0ACDF9D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B1560E-501C-47FA-AFE7-00D4F72E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789300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404B6-3B07-4AE6-BFC8-D06569B2D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e3c764f9f45e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54686F3-B035-4F23-A330-B54F225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BC52B09-5F96-4120-9437-AF4F96C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DB34DEC1-CB09-4EBC-9730-6C70AB5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DA3C4C-396D-4D6C-B536-E1ABEE8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AD5EE7-1945-4D95-A564-C112A327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1904DB-A477-471A-84E8-35D2335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E8FE351D-7180-4ACD-8E29-7B90350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C2BB6B-DB79-427E-A5C2-BE76A15E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3F9661-73FF-468A-A004-8D24E5D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B8807E-8B6D-4D68-B75E-FE687E1A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9892B4E3-33B6-4AFE-BA8B-CBCD4DF9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B77B9E-7E37-4AD5-862B-40A2A310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F2AC6C-0F26-40AA-8A19-14BEC50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0044F55-7216-4FC3-BB05-3D7D3AE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933658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F7B1-C230-43C7-A521-F229ECB6A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ad3d492dd438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7D63CEA-02C7-4BA1-BFA9-0EE6F42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023BBC-CC8A-47A3-893C-F8AB95EE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ADDD7733-AC77-4D7C-B16F-B55D977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FDAA00-23F4-416A-93CB-5AF0FE6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9076A0-D213-4B07-83E5-EF026E28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4CC418-FB7E-45D3-BCC8-A40AB5CA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7B7025-44FD-488F-B8A2-101ED38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422978-6882-4F4F-929D-170B53EB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4B42BE-E64C-4A8D-96D7-66CDAFBE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7317067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B7D6D-4D9F-40BD-9D2A-E7CE2C9EE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68ef9528a4c4b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E3FC637C-BF88-4E4F-AB4C-5829AA4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2B7B99-7B63-4FFD-A67B-E756856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6164ED3-856E-4B3B-B2E2-2F33106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B88D04-EF8C-48AA-BC0A-01C6A2C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CE3F-D777-4707-BFF8-80670AF42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9e9531117442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39ECCAEC-0218-406F-9663-C59E5167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3411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BCEA0-2151-4ACD-B6B0-953D20D7B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4c2e756a1474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5E8461E-DC1C-4331-85E0-6D9175F5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31E202-6FEC-4244-A330-09CD3A2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07DF01-2166-443F-B3C5-79D9B1B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44E4DC-4F13-41CE-ACEB-C0C5B92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5F506E-9CD9-4289-93EA-40AA897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E6A343-051A-4E5A-A1B8-E82D61F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AB5533-027A-43F5-8E68-53C07B6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C27D1E26-6EFF-41A6-9532-7A8090D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9E75F6F1-A927-47D3-A3C1-E22978D4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C14B5A5-8896-4DA5-9375-002E5FB9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9C040522-C549-4983-A8CA-4D07689D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0DB346B0-F0F8-41BD-BA81-9D22E62B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DB31F98B-5ADF-4984-9EBC-008A963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5A7207ED-6BD0-4CF5-A2C6-4F8B228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A4DDABB-E0B5-4C17-86C0-D7DCF0D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F6B263D-8222-4AC4-B74C-AD7E7D41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45A644-F2DD-4A74-A1D3-FA297838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7FA07B13-DAB7-4653-B91F-ECC675E8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AE861364-8494-43F6-8D29-67A1842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9BA1D9AD-4446-4F36-B328-AE503878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C93CEB-0E88-4126-A48B-BB0B39F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871167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A0F00-6995-441B-AD7C-C6A4E54E2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0b17b9dc44b4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F8EE68D-2EFD-4B49-ABB0-57CEE8D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92A1EEB-0595-4DDB-B0D6-070EBBFD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FEAB29-5356-46D3-8BA2-88DF664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DFFD6C-171B-4403-BD1C-1D440591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20ED256-8A19-43C9-B4B8-03C56EF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BDBDC-F2E1-4B43-899A-3D90DCBCB9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0b79077e24271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7E709DA2-790F-40CA-A42F-C538C38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590AA6-139D-40C5-BBBA-BD8BF9A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3C9898-01DB-4530-811A-1B28290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15961FA-1A1E-4292-AE00-AAC0362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5A4FF9-9EA7-4CC0-BA2D-572731B0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C2B385-1283-4F14-BF7B-12349277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663EAC62-6EF3-4970-82A8-67C226D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D902695-6912-44FB-93CF-C6FB4731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8D271B8-1E5C-4093-BBDE-BD2CA08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12227317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61F68-5125-4F8D-9516-761A9309B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b926d45cf4ec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31E2EF70-491C-4EEE-95A1-0767D6AD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D96E77-F650-468F-8582-0C4D1CF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44FCF5-8A39-4268-B2BD-3EC22BB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3A6934-D299-45D5-955D-56446035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AB7DF-670F-4011-9309-4D3260501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b85d371be410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E3209E3E-0190-4CDD-8913-54A7BA47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2994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E94AD-816C-48EC-911E-7B10B9CB40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94714156746b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1702856-562A-44D0-A65C-C1CFBB03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0D3A3CB-2B1A-49C9-975F-F1507D9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E7BC87-BDEA-40B6-8671-0F78A20D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F5E25D-836E-4C81-B73C-405029FF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795C133-CA76-4172-9459-3746EB46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C26B7E-F4BC-4825-BAC6-E6A9498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F5C95-220A-4F3D-AF5A-D81637FBB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01ee8f0504a02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35734E3-0C8C-44D6-B931-ABE5EDB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71CD78-845F-4F1F-B163-6644653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990F7A-83FD-420D-9264-336C7AD6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CD7A34-AA96-4683-B4B3-EC71399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525927-8DCC-44FF-96CE-64EE824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361032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E4EF2-209E-4E87-82DE-8806D55EA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534c5b390454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1E0A7D6-E89A-4F0F-9A2C-66B3551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576270-A80C-4CCD-90D5-EF8F2394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47CC0F-7FC6-46C8-A7FD-08512DF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4734A8-0550-4670-9038-43F3B3C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AC019DC-C7BA-4E51-AFBA-791B6168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8F0C50-EBDD-480B-AF90-45B382BD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B736D-4120-4424-AD80-CD270DDA3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b28c40b748a3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D76150-A625-4A2B-B5AC-E5C2B9B0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5ABE0C-BB8C-4686-91E2-2BF95DF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260961-8750-4BCA-AD9A-C8B015B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F98E90-0EBA-47A8-95CD-3EB8D59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1064676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3B445-7F0C-4D33-9E3C-76A0FB28E2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684485d49488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FBFC681-CD7F-4D3D-B09C-334A8F5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DE9F29-42F1-4E60-BA75-00172044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CEBC25-E578-4DC7-950F-1B238B5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9E6620-3256-44AA-9EBE-170F606A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3A0BAA1-9034-4344-8E8A-BB8C94C0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852416-DCB3-4309-B05D-D649D932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85F3A-6FFC-4BBB-A6FB-032376EE9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f5602e21b4797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31CB7-1EA7-4A12-ACEC-246AB215A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2c4209fae40b7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076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CC34-1E65-4AF3-A13C-E4060A9D27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f92cbfa554aa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CF2BC5C-86D1-4163-9294-E08CCB5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52F6E3-E3C0-498E-8808-7B2BACF2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E0A41D3-E114-4A82-94D6-304A3C5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8E332A-8025-47DA-9A92-D418EAC6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BEA2962-AB52-45A5-845A-95F0150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D74BABEF-BCC6-4105-BF3B-9407E815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75CDF-E57F-4BC6-91F6-8F94D22CB1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7c5dddd342a2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55A49A-CFD0-4A47-BA91-03C7F4BC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5BF4C1-EAB8-450B-B0AE-0801E3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BEEEEF71-661A-443C-9870-D1183F6E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B0804D-BA04-4201-B767-C06F8C0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8CFB09-467A-45B0-AD44-79150DC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3B9C95FA-1BAA-4F5C-9BCC-ECE0D077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569FEA-7652-4B51-93CA-B38AE3E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919964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0552D-BDB9-46C4-BFB4-98E05C2109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c489218cc44a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6DC26EA-C7EC-4982-8550-D49D7CA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E14F183-C5A8-44A1-AB90-6264D2C6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2A0ED1-514E-4903-A941-66CA168F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DFE40B-DCD8-4AD6-824F-6400C87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0E94D9F-0BEC-42AD-93E6-4DFB8AA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577032-6442-4461-B7AD-676AF55A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35B56-F398-4323-AB9F-89FB25C0F590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57C64B2-FF7F-466F-AD6F-04CD6730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AB48231C-31C5-411C-8593-8DB93B8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018F83B-06F4-40C3-8A6D-21BA9E8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DAF92317-6F33-44CE-BC8A-8C5A39D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96BBF6-4937-4514-B9E0-EE7D682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4252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8FB99-07CE-457A-A859-4C8BA1C87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2443bd3844db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0725B58-B616-4D59-8F23-5FF5EE9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C91F6F-D42C-4B29-956A-88DEC36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3F7F97-41C9-4354-AE90-E7E2B470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22F147-C8BE-4A88-A260-DEB22F4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C8236A9-554C-4CE8-AC18-847290C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092409-2BBD-4587-9112-B8D5475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72BCABE7-DAFB-4B31-80F1-B38C7E5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A25B16-37FB-4945-BD0D-CD286A3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B9241A9-9BA0-426A-BEB9-E9B6D7F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DA6D6B-33B6-41AB-B0FB-D88C9AE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487DEE3A-B943-401F-A441-003203A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A87E95-74EF-469A-8267-3FEE43CB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89BD722D-D6BE-45D8-B431-C1261A5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5936B5F-9BD8-47DC-B782-BC381DE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163EE390-AACB-4DF5-A458-F5B3E135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CAC6FB-3A36-4F79-B72C-A699D9B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835AACFF-FA62-4E1E-8E80-22A6400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393154-EB72-4118-8B94-9B19ABEA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5166301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A1112-1BF1-4BF4-B41B-CF7DCC573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2ebf543644182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0E16F36F-FD70-4762-BE52-FC97686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635BAC-1A74-4BAC-A7EC-7325AEC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5B10739-332D-4707-9AE6-0800F942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238825-4ACD-4BC2-A24E-5C59200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AE04E-8090-4D6B-985F-CA3463013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fbf39cb03437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6B6CFEC1-289C-4F7B-8493-E4EADC7A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74071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C7DFA-FF8B-48CF-84F9-EE093C6B9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2bfca80794e8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167801D-C495-40C5-99F6-0FF81C0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81BCF3C-DBAA-4A0A-A2B0-3FD0F122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6979CB-CA45-4D5D-8206-9DC205B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B346D6-B334-4EEB-90A1-2707D6F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25F3BE1-AC9D-4794-85AD-67F0C225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6994DB-372D-4247-B598-D4594EE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F5FE6-A821-41D5-9F5E-6F24B83DA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25b3758b046cb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C66EE9-520F-40B0-88CF-A6A0C25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9E785A-9BC9-41C0-8B8B-04C8A00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D25C80-9026-4876-92D6-80D8DCA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61EDEB-0D18-439D-9529-3638BD3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A7E1464-94B7-43F2-85EE-71B1CA0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4091428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72D0B-79A1-448D-918E-AB906505F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35b34f332456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490EEF7-2596-458A-B8B3-A7397F4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A0F49BE-331C-4434-9992-959183F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6DDB91-956F-43A5-B404-7C24676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B175D0-FF31-418C-8F87-EA0DFC10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76FC23A-C2CD-4D6E-BC58-90DC592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2DBC85-55D8-4963-96A2-35816837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647FF-F284-4299-887F-867C0CF39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20e12442a46a0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A6F4FD-A5F9-41E0-AE59-87F0972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A8BC75-3166-42B0-A3F7-1FB2EA8D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D283E5-1D82-4A2D-B5C9-94D59BE3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221F91-088E-4963-AC2D-FF1ED00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4C9036D-E966-4C9E-BEA4-A6FC044F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323375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BA3D0-8C75-47BC-BEB2-E59FD877A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f9b8a35e54ca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1BEE651-4058-4061-B683-44EB19DD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EAC9F87-72EB-45B2-9A81-BD5365E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A5BC2D-426D-4549-A8ED-F00FFC09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D7092C-9AB5-46FD-AFFD-E1000C63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05470A5-9D0D-4F60-899C-6F00F283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C620F6-E316-4737-A10A-C52481E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물의 액화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2EA98C-ABDF-4F09-9B77-CB28C25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기체에서 액체로 바뀐다.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836A587C-9C17-419F-82BF-6CC9904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596474-007F-4029-9E8A-43A4312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3CE1D6-106B-437C-8B7E-3D7446CD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683A641-FD87-4AF1-A392-8F9A27E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151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3784F0-3D86-4400-8EB1-6BAC91F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4009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두 기체의 혼합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5A8642-4C16-435F-A784-ACF118DF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수는 같아도 서로 섞이면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CE1480C1-92CE-4DDD-888D-282F9CA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010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E8680F-BB31-4E79-A3CC-8D0AF12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105900"/>
            <a:ext cx="1504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상태·기체 분자 수·혼합 중 무엇이 달라졌는지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26082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2026-10-29T22:25:15.5650000Z</dcterms:created>
  <dcterms:modified xsi:type="dcterms:W3CDTF">2026-10-29T22:25:15.5650000Z</dcterms:modified>
</coreProperties>
</file>