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f14cd187a4e84" /><Relationship Type="http://schemas.openxmlformats.org/officeDocument/2006/relationships/extended-properties" Target="/docProps/app.xml" Id="R16b7b582a5974e0c" /><Relationship Type="http://schemas.openxmlformats.org/officeDocument/2006/relationships/officeDocument" Target="/ppt/presentation.xml" Id="R32359b0fcb2843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1a7ce575ec4b44"/>
  </p:sldMasterIdLst>
  <p:notesMasterIdLst>
    <p:notesMasterId xmlns:r="http://schemas.openxmlformats.org/officeDocument/2006/relationships" r:id="Rf8546c1dc57349b6"/>
  </p:notesMasterIdLst>
  <p:sldIdLst>
    <p:sldId xmlns:r="http://schemas.openxmlformats.org/officeDocument/2006/relationships" id="256" r:id="Rc18aaed3107941e6"/>
    <p:sldId xmlns:r="http://schemas.openxmlformats.org/officeDocument/2006/relationships" id="257" r:id="Rbc1eea619c0d472e"/>
    <p:sldId xmlns:r="http://schemas.openxmlformats.org/officeDocument/2006/relationships" id="258" r:id="Rb11844f528004368"/>
    <p:sldId xmlns:r="http://schemas.openxmlformats.org/officeDocument/2006/relationships" id="259" r:id="R8d6cd4ea17f74abb"/>
    <p:sldId xmlns:r="http://schemas.openxmlformats.org/officeDocument/2006/relationships" id="260" r:id="Rb0cc80c206d248f3"/>
    <p:sldId xmlns:r="http://schemas.openxmlformats.org/officeDocument/2006/relationships" id="261" r:id="R5de454cac03a423d"/>
    <p:sldId xmlns:r="http://schemas.openxmlformats.org/officeDocument/2006/relationships" id="262" r:id="Rf52a696845324f1b"/>
    <p:sldId xmlns:r="http://schemas.openxmlformats.org/officeDocument/2006/relationships" id="263" r:id="R24777ca9a81f491e"/>
    <p:sldId xmlns:r="http://schemas.openxmlformats.org/officeDocument/2006/relationships" id="264" r:id="R9bfc4c42a3f44d46"/>
    <p:sldId xmlns:r="http://schemas.openxmlformats.org/officeDocument/2006/relationships" id="265" r:id="R25fd103503e5484e"/>
    <p:sldId xmlns:r="http://schemas.openxmlformats.org/officeDocument/2006/relationships" id="266" r:id="Rb00b0a165cc54dc9"/>
    <p:sldId xmlns:r="http://schemas.openxmlformats.org/officeDocument/2006/relationships" id="267" r:id="R9568df55799242ed"/>
    <p:sldId xmlns:r="http://schemas.openxmlformats.org/officeDocument/2006/relationships" id="268" r:id="R8a3e8a92e65649c8"/>
    <p:sldId xmlns:r="http://schemas.openxmlformats.org/officeDocument/2006/relationships" id="269" r:id="Re0f5788345a14dae"/>
    <p:sldId xmlns:r="http://schemas.openxmlformats.org/officeDocument/2006/relationships" id="270" r:id="R9e391d6d9dad4332"/>
    <p:sldId xmlns:r="http://schemas.openxmlformats.org/officeDocument/2006/relationships" id="271" r:id="R4619ce31ff1e4cdd"/>
    <p:sldId xmlns:r="http://schemas.openxmlformats.org/officeDocument/2006/relationships" id="272" r:id="R65291371f7aa4256"/>
    <p:sldId xmlns:r="http://schemas.openxmlformats.org/officeDocument/2006/relationships" id="273" r:id="R74f6c884985e4e2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805f9a7356405b" /><Relationship Type="http://schemas.openxmlformats.org/officeDocument/2006/relationships/slideMaster" Target="/ppt/slideMasters/slideMaster1.xml" Id="R4e1a7ce575ec4b44" /><Relationship Type="http://schemas.openxmlformats.org/officeDocument/2006/relationships/notesMaster" Target="/ppt/notesMasters/notesMaster1.xml" Id="Rf8546c1dc57349b6" /><Relationship Type="http://schemas.openxmlformats.org/officeDocument/2006/relationships/presProps" Target="/ppt/presProps.xml" Id="R2224add3de994413" /><Relationship Type="http://schemas.openxmlformats.org/officeDocument/2006/relationships/tableStyles" Target="/ppt/tableStyles.xml" Id="Rb9eb3bb4c78540f4" /><Relationship Type="http://schemas.openxmlformats.org/officeDocument/2006/relationships/slide" Target="/ppt/slides/slide1.xml" Id="Rc18aaed3107941e6" /><Relationship Type="http://schemas.openxmlformats.org/officeDocument/2006/relationships/slide" Target="/ppt/slides/slide2.xml" Id="Rbc1eea619c0d472e" /><Relationship Type="http://schemas.openxmlformats.org/officeDocument/2006/relationships/slide" Target="/ppt/slides/slide3.xml" Id="Rb11844f528004368" /><Relationship Type="http://schemas.openxmlformats.org/officeDocument/2006/relationships/slide" Target="/ppt/slides/slide4.xml" Id="R8d6cd4ea17f74abb" /><Relationship Type="http://schemas.openxmlformats.org/officeDocument/2006/relationships/slide" Target="/ppt/slides/slide5.xml" Id="Rb0cc80c206d248f3" /><Relationship Type="http://schemas.openxmlformats.org/officeDocument/2006/relationships/slide" Target="/ppt/slides/slide6.xml" Id="R5de454cac03a423d" /><Relationship Type="http://schemas.openxmlformats.org/officeDocument/2006/relationships/slide" Target="/ppt/slides/slide7.xml" Id="Rf52a696845324f1b" /><Relationship Type="http://schemas.openxmlformats.org/officeDocument/2006/relationships/slide" Target="/ppt/slides/slide8.xml" Id="R24777ca9a81f491e" /><Relationship Type="http://schemas.openxmlformats.org/officeDocument/2006/relationships/slide" Target="/ppt/slides/slide9.xml" Id="R9bfc4c42a3f44d46" /><Relationship Type="http://schemas.openxmlformats.org/officeDocument/2006/relationships/slide" Target="/ppt/slides/slide10.xml" Id="R25fd103503e5484e" /><Relationship Type="http://schemas.openxmlformats.org/officeDocument/2006/relationships/slide" Target="/ppt/slides/slide11.xml" Id="Rb00b0a165cc54dc9" /><Relationship Type="http://schemas.openxmlformats.org/officeDocument/2006/relationships/slide" Target="/ppt/slides/slide12.xml" Id="R9568df55799242ed" /><Relationship Type="http://schemas.openxmlformats.org/officeDocument/2006/relationships/slide" Target="/ppt/slides/slide13.xml" Id="R8a3e8a92e65649c8" /><Relationship Type="http://schemas.openxmlformats.org/officeDocument/2006/relationships/slide" Target="/ppt/slides/slide14.xml" Id="Re0f5788345a14dae" /><Relationship Type="http://schemas.openxmlformats.org/officeDocument/2006/relationships/slide" Target="/ppt/slides/slide15.xml" Id="R9e391d6d9dad4332" /><Relationship Type="http://schemas.openxmlformats.org/officeDocument/2006/relationships/slide" Target="/ppt/slides/slide16.xml" Id="R4619ce31ff1e4cdd" /><Relationship Type="http://schemas.openxmlformats.org/officeDocument/2006/relationships/slide" Target="/ppt/slides/slide17.xml" Id="R65291371f7aa4256" /><Relationship Type="http://schemas.openxmlformats.org/officeDocument/2006/relationships/slide" Target="/ppt/slides/slide18.xml" Id="R74f6c884985e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bfaec7778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305d8472c4733" /><Relationship Type="http://schemas.openxmlformats.org/officeDocument/2006/relationships/notesMaster" Target="/ppt/notesMasters/notesMaster1.xml" Id="R8150d145efc947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309b1e5a74eae" /><Relationship Type="http://schemas.openxmlformats.org/officeDocument/2006/relationships/notesMaster" Target="/ppt/notesMasters/notesMaster1.xml" Id="R0ff71f746ddc41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57fe324b5047d3" /><Relationship Type="http://schemas.openxmlformats.org/officeDocument/2006/relationships/notesMaster" Target="/ppt/notesMasters/notesMaster1.xml" Id="R888aaed2c266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dcb0006944545" /><Relationship Type="http://schemas.openxmlformats.org/officeDocument/2006/relationships/notesMaster" Target="/ppt/notesMasters/notesMaster1.xml" Id="R5d546e0d096c47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a944882b0045f8" /><Relationship Type="http://schemas.openxmlformats.org/officeDocument/2006/relationships/notesMaster" Target="/ppt/notesMasters/notesMaster1.xml" Id="R5778bdaafbdd4d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decd6ad71240fa" /><Relationship Type="http://schemas.openxmlformats.org/officeDocument/2006/relationships/notesMaster" Target="/ppt/notesMasters/notesMaster1.xml" Id="Rece4d1100522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43f30d2787452e" /><Relationship Type="http://schemas.openxmlformats.org/officeDocument/2006/relationships/notesMaster" Target="/ppt/notesMasters/notesMaster1.xml" Id="Rccf66160b4b949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8f72d9c6514439" /><Relationship Type="http://schemas.openxmlformats.org/officeDocument/2006/relationships/notesMaster" Target="/ppt/notesMasters/notesMaster1.xml" Id="R45f161c6ffea42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19aeff2daa4846" /><Relationship Type="http://schemas.openxmlformats.org/officeDocument/2006/relationships/notesMaster" Target="/ppt/notesMasters/notesMaster1.xml" Id="R8e143d988ea445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3c22b238b64d04" /><Relationship Type="http://schemas.openxmlformats.org/officeDocument/2006/relationships/notesMaster" Target="/ppt/notesMasters/notesMaster1.xml" Id="Raf3b3232917c49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5e795c98c4501" /><Relationship Type="http://schemas.openxmlformats.org/officeDocument/2006/relationships/notesMaster" Target="/ppt/notesMasters/notesMaster1.xml" Id="Ra725d9db226e44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ebcb722d344b25" /><Relationship Type="http://schemas.openxmlformats.org/officeDocument/2006/relationships/notesMaster" Target="/ppt/notesMasters/notesMaster1.xml" Id="R4d4e67e8de304f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5fe163f5994f44" /><Relationship Type="http://schemas.openxmlformats.org/officeDocument/2006/relationships/notesMaster" Target="/ppt/notesMasters/notesMaster1.xml" Id="R7cfc39f938d34b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6654eef60f4adc" /><Relationship Type="http://schemas.openxmlformats.org/officeDocument/2006/relationships/notesMaster" Target="/ppt/notesMasters/notesMaster1.xml" Id="Rc0e6786f40b44c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378c63ff8c4e91" /><Relationship Type="http://schemas.openxmlformats.org/officeDocument/2006/relationships/notesMaster" Target="/ppt/notesMasters/notesMaster1.xml" Id="Rc4c2742fb44442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16608cfa284d58" /><Relationship Type="http://schemas.openxmlformats.org/officeDocument/2006/relationships/notesMaster" Target="/ppt/notesMasters/notesMaster1.xml" Id="Rcea019c5d64d47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a2f06bb594490b" /><Relationship Type="http://schemas.openxmlformats.org/officeDocument/2006/relationships/notesMaster" Target="/ppt/notesMasters/notesMaster1.xml" Id="Ra73f32318dd048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1925f6d19e4023" /><Relationship Type="http://schemas.openxmlformats.org/officeDocument/2006/relationships/notesMaster" Target="/ppt/notesMasters/notesMaster1.xml" Id="R0925c930c5cb49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오늘은 입자의 배열과 운동을 바탕으로 엔트로피를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작은 방향제에서 나온 입자가 방 안 곳곳에 퍼져 냄새를 맡을 수 있습니다. 처음과 나중에 입자의 분포가 어떻게 달라지는지 생각해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엔트로피의 의미를 먼저 배우고, 여러 변화에서 엔트로피의 증가와 감소를 비교한 뒤 문제에 적용해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R04 PDF3 세 블록 목차.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물질의 상태와 엔트로피를 연결하고, 상태 변화·기체 분자 수·혼합을 근거로 변화 방향을 설명할 수 있어야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같은 물질도 고체·액체·기체에서 입자의 배열과 운동이 다릅니다. 이 차이를 엔트로피와 연결하겠습니다.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엔트로피는 물질의 무질서도를 나타내는 척도이며 기호 S로 나타냅니다. 여기서 무질서도는 입자의 배열과 운동에 관한 것입니다. 다음 그림에서 이를 구체적으로 비교해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고체의 분자는 일정한 위치에서 진동합니다. 액체의 분자는 서로 가까이 있으면서 이동할 수 있습니다. 기체의 분자는 멀리 떨어져 자유롭게 운동합니다. 같은 물질은 일반적으로 고체, 액체, 기체 순으로 엔트로피가 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변화의 방향을 말하려면 처음과 나중을 비교해야 합니다. 엔트로피가 얼마나 달라졌는지 나타내는 방법을 알아봅시다.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최종 상태의 엔트로피에서 초기 상태의 엔트로피를 빼면 엔트로피 변화입니다. 나중이 더 크면 양수, 더 작으면 음수입니다. 뺄셈 순서를 바꾸지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엔트로피 변화 정의. 새 생성 식 equations-v10/delta.png.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융해와 기화는 엔트로피가 증가하는 변화입니다. 반대인 응고와 액화는 엔트로피가 감소합니다. 그림의 화살표 방향과 부호를 함께 읽어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질소 분자 한 개와 수소 분자 세 개가 반응해 암모니아 분자 두 개가 됩니다. 기체 분자 수가 네 개에서 두 개로 감소하므로 엔트로피가 감소합니다. 원자 수가 아니라 기체 분자 수를 비교합니다.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그림Ⅲ-12 원본·생성 반응식 ammonia.png.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꼭지를 열기 전에는 두 기체가 각각의 용기에 있습니다. 꼭지를 열면 두 기체가 전체 공간에 섞입니다. 전체 분자 수는 같아도 혼합으로 엔트로피가 증가합니다.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상태 변화, 기체 분자 수, 혼합 여부가 판단의 근거입니다. 같은 물질의 상태 변화와 모두 기체인 반응을 각각 구분해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 그림Ⅲ-10~13; R05 PDF32 비교표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방향제에서 나온 입자는 처음 가까운 공간에 있다가 공기 중 넓은 공간으로 퍼져 섞입니다. 입자의 분포가 달라지는 이 과정에서 엔트로피가 증가합니다. 입자 수가 늘어서라고 설명하지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지금부터 주어진 변화가 증가인지 감소인지, 무엇을 근거로 판단했는지 함께 말해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핵심 문장을 읽고 다음 장과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천재90~91. 기존 표지 장면·Part 전환 레퍼런스.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수증기가 액체 물이 되는 액화입니다. 같은 물질이 기체에서 액체로 바뀌므로 엔트로피가 감소합니다. 물 분자 자체가 다른 물질로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확인(1), 지도서116 해설. 새 생성 condense.png.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일산화 질소 두 분자와 산소 한 분자가 이산화 질소 두 분자가 됩니다. 모두 기체이고 기체 분자 수가 세 개에서 두 개로 줄어드므로 엔트로피가 감소합니다.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학생에게 먼저 증가·감소와 이유를 묻고, 하단 해설을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천재91 확인(2), 지도서116 해설. 새 생성 no.png.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**발화**: 물의 액화는 상태 변화, 일산화 질소의 산화는 기체 분자 수 감소가 근거입니다. 혼합은 분자 수가 같아도 엔트로피가 증가합니다. 무엇이 달라졌는지를 먼저 확인하고 근거를 설명해 봅시다.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**운영**: 그림이나 핵심어를 가리키며 학생 설명을 듣는다.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천재90~91, 지도서116, 완자2022 138~139 내용 비교.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a39889e544b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14be943f742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33a468f7f48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aec67a03245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f1e54c86140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c8123091e47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820EAC-7FD9-4E47-8046-58F65BB04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85E4AA-9345-4A72-A846-A85C55B3B8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66E35B-E3BE-47A0-A679-5BD724041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1761FD-0A38-44A8-8C1A-E8DCD628F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9745BE-080C-4C93-960E-5577E89CB3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9D6033-F8AA-442A-98E5-848565AFB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364248-7B24-4DD5-9243-FC4D346A04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58DF7D-3FE3-4E45-B611-763DF4EA3E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6C18EE-E0A9-4141-9C5C-B0B7031C8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76F24D-085F-4A2F-AD2E-8C3CB9012C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9c3804d154872" /><Relationship Type="http://schemas.openxmlformats.org/officeDocument/2006/relationships/slideLayout" Target="/ppt/slideLayouts/slideLayout1.xml" Id="R370e4b5d02724418" /><Relationship Type="http://schemas.openxmlformats.org/officeDocument/2006/relationships/slideLayout" Target="/ppt/slideLayouts/slideLayout2.xml" Id="R3a1e0a78e3ee4a4f" /><Relationship Type="http://schemas.openxmlformats.org/officeDocument/2006/relationships/slideLayout" Target="/ppt/slideLayouts/slideLayout3.xml" Id="R90aaf2e043974e0b" /><Relationship Type="http://schemas.openxmlformats.org/officeDocument/2006/relationships/slideLayout" Target="/ppt/slideLayouts/slideLayout4.xml" Id="Rf022aa1742da4742" /><Relationship Type="http://schemas.openxmlformats.org/officeDocument/2006/relationships/slideLayout" Target="/ppt/slideLayouts/slideLayout5.xml" Id="R3ea18c33a69b49f0" /><Relationship Type="http://schemas.openxmlformats.org/officeDocument/2006/relationships/slideLayout" Target="/ppt/slideLayouts/slideLayout6.xml" Id="Rfbfccce905ab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e4b5d02724418"/>
    <p:sldLayoutId xmlns:r="http://schemas.openxmlformats.org/officeDocument/2006/relationships" id="2147483650" r:id="R3a1e0a78e3ee4a4f"/>
    <p:sldLayoutId xmlns:r="http://schemas.openxmlformats.org/officeDocument/2006/relationships" id="2147483651" r:id="R90aaf2e043974e0b"/>
    <p:sldLayoutId xmlns:r="http://schemas.openxmlformats.org/officeDocument/2006/relationships" id="2147483652" r:id="Rf022aa1742da4742"/>
    <p:sldLayoutId xmlns:r="http://schemas.openxmlformats.org/officeDocument/2006/relationships" id="2147483653" r:id="R3ea18c33a69b49f0"/>
    <p:sldLayoutId xmlns:r="http://schemas.openxmlformats.org/officeDocument/2006/relationships" id="2147483654" r:id="Rfbfccce905ab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5469091354aca" /><Relationship Type="http://schemas.openxmlformats.org/officeDocument/2006/relationships/image" Target="/ppt/media/image.png" Id="R2c0687485850493a" /><Relationship Type="http://schemas.openxmlformats.org/officeDocument/2006/relationships/image" Target="/ppt/media/image2.png" Id="Rf1ea6ed75d1f4d03" /><Relationship Type="http://schemas.openxmlformats.org/officeDocument/2006/relationships/image" Target="/ppt/media/image3.png" Id="R34ae8e83581e4fa7" /><Relationship Type="http://schemas.openxmlformats.org/officeDocument/2006/relationships/notesSlide" Target="/ppt/notesSlides/notesSlide1.xml" Id="R66a28bc7d473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6d42a09a04454" /><Relationship Type="http://schemas.openxmlformats.org/officeDocument/2006/relationships/image" Target="/ppt/media/image4.png" Id="R9387d9ee8e38460b" /><Relationship Type="http://schemas.openxmlformats.org/officeDocument/2006/relationships/image" Target="/ppt/media/image5.png" Id="Rc7ace9c587334e21" /><Relationship Type="http://schemas.openxmlformats.org/officeDocument/2006/relationships/image" Target="/ppt/media/image6.png" Id="Ra59d96fdf85a4b62" /><Relationship Type="http://schemas.openxmlformats.org/officeDocument/2006/relationships/notesSlide" Target="/ppt/notesSlides/notesSlide2.xml" Id="R67d042d0e05a4a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2c3c8135e4a1d" /><Relationship Type="http://schemas.openxmlformats.org/officeDocument/2006/relationships/image" Target="/ppt/media/image7.png" Id="Rb344e8c8f5774895" /><Relationship Type="http://schemas.openxmlformats.org/officeDocument/2006/relationships/notesSlide" Target="/ppt/notesSlides/notesSlide3.xml" Id="R7cb6dd18b5db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97e6f71d04fbd" /><Relationship Type="http://schemas.openxmlformats.org/officeDocument/2006/relationships/image" Target="/ppt/media/image8.png" Id="Rf3570f36a1b741eb" /><Relationship Type="http://schemas.openxmlformats.org/officeDocument/2006/relationships/notesSlide" Target="/ppt/notesSlides/notesSlide4.xml" Id="Rdaa6f631a48a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49aeb988641fd" /><Relationship Type="http://schemas.openxmlformats.org/officeDocument/2006/relationships/image" Target="/ppt/media/image9.png" Id="Rba4c973598424d83" /><Relationship Type="http://schemas.openxmlformats.org/officeDocument/2006/relationships/image" Target="/ppt/media/image10.png" Id="R635dbdd7c1394feb" /><Relationship Type="http://schemas.openxmlformats.org/officeDocument/2006/relationships/notesSlide" Target="/ppt/notesSlides/notesSlide5.xml" Id="R79b883bf67bc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806bd2b504a5c" /><Relationship Type="http://schemas.openxmlformats.org/officeDocument/2006/relationships/image" Target="/ppt/media/image11.png" Id="R6f10d5f73cc04b4e" /><Relationship Type="http://schemas.openxmlformats.org/officeDocument/2006/relationships/notesSlide" Target="/ppt/notesSlides/notesSlide6.xml" Id="R1b41939bf5b946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201dc2f5c40aa" /><Relationship Type="http://schemas.openxmlformats.org/officeDocument/2006/relationships/image" Target="/ppt/media/image12.png" Id="R798ee42224b94701" /><Relationship Type="http://schemas.openxmlformats.org/officeDocument/2006/relationships/image" Target="/ppt/media/image13.png" Id="R0ba079f93a274a64" /><Relationship Type="http://schemas.openxmlformats.org/officeDocument/2006/relationships/notesSlide" Target="/ppt/notesSlides/notesSlide7.xml" Id="R8e7ba13a6dc6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516596f5f4972" /><Relationship Type="http://schemas.openxmlformats.org/officeDocument/2006/relationships/image" Target="/ppt/media/image14.png" Id="Rada4a30d6d39484e" /><Relationship Type="http://schemas.openxmlformats.org/officeDocument/2006/relationships/image" Target="/ppt/media/image15.png" Id="Rb5e0b78f6e3c4da3" /><Relationship Type="http://schemas.openxmlformats.org/officeDocument/2006/relationships/notesSlide" Target="/ppt/notesSlides/notesSlide8.xml" Id="R1a2187c33ab94e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5794d84da84052" /><Relationship Type="http://schemas.openxmlformats.org/officeDocument/2006/relationships/image" Target="/ppt/media/image16.png" Id="R18c4b97950f84dde" /><Relationship Type="http://schemas.openxmlformats.org/officeDocument/2006/relationships/image" Target="/ppt/media/image17.png" Id="R4e6e0216f7c14928" /><Relationship Type="http://schemas.openxmlformats.org/officeDocument/2006/relationships/notesSlide" Target="/ppt/notesSlides/notesSlide9.xml" Id="Re4fe0c30d62d4b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8cc738ec34034" /><Relationship Type="http://schemas.openxmlformats.org/officeDocument/2006/relationships/image" Target="/ppt/media/image18.png" Id="R1b7b3b80b27f4ec5" /><Relationship Type="http://schemas.openxmlformats.org/officeDocument/2006/relationships/image" Target="/ppt/media/image19.png" Id="Rb403ce36934c4759" /><Relationship Type="http://schemas.openxmlformats.org/officeDocument/2006/relationships/notesSlide" Target="/ppt/notesSlides/notesSlide10.xml" Id="Ra36665045d8743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ea1e122e343bd" /><Relationship Type="http://schemas.openxmlformats.org/officeDocument/2006/relationships/image" Target="/ppt/media/image20.png" Id="Raf79bf682aa942ba" /><Relationship Type="http://schemas.openxmlformats.org/officeDocument/2006/relationships/image" Target="/ppt/media/image21.png" Id="Rb70c8a64d2c74a43" /><Relationship Type="http://schemas.openxmlformats.org/officeDocument/2006/relationships/image" Target="/ppt/media/image22.png" Id="R988e4e7d3e95499c" /><Relationship Type="http://schemas.openxmlformats.org/officeDocument/2006/relationships/notesSlide" Target="/ppt/notesSlides/notesSlide11.xml" Id="Raab4a76bfca640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83eb176764cd2" /><Relationship Type="http://schemas.openxmlformats.org/officeDocument/2006/relationships/image" Target="/ppt/media/image23.png" Id="R40a4a3649bea4592" /><Relationship Type="http://schemas.openxmlformats.org/officeDocument/2006/relationships/image" Target="/ppt/media/image24.png" Id="Ra3b7197b4985455c" /><Relationship Type="http://schemas.openxmlformats.org/officeDocument/2006/relationships/notesSlide" Target="/ppt/notesSlides/notesSlide12.xml" Id="Rdfaf2fcf905e43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520fde52b42b6" /><Relationship Type="http://schemas.openxmlformats.org/officeDocument/2006/relationships/image" Target="/ppt/media/image25.png" Id="Rf9045b728d574c0f" /><Relationship Type="http://schemas.openxmlformats.org/officeDocument/2006/relationships/notesSlide" Target="/ppt/notesSlides/notesSlide13.xml" Id="Rf534e15891e043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030b463a149da" /><Relationship Type="http://schemas.openxmlformats.org/officeDocument/2006/relationships/image" Target="/ppt/media/image26.png" Id="Rf26a63d8a8474f60" /><Relationship Type="http://schemas.openxmlformats.org/officeDocument/2006/relationships/notesSlide" Target="/ppt/notesSlides/notesSlide14.xml" Id="R3beecbfa1e0842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ddc665bc941d4" /><Relationship Type="http://schemas.openxmlformats.org/officeDocument/2006/relationships/image" Target="/ppt/media/image27.png" Id="Ra4ecd30a80044b27" /><Relationship Type="http://schemas.openxmlformats.org/officeDocument/2006/relationships/image" Target="/ppt/media/image28.png" Id="Rf55dd1c48aff4425" /><Relationship Type="http://schemas.openxmlformats.org/officeDocument/2006/relationships/notesSlide" Target="/ppt/notesSlides/notesSlide15.xml" Id="R67dedab41c964e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1dc10f6954774" /><Relationship Type="http://schemas.openxmlformats.org/officeDocument/2006/relationships/image" Target="/ppt/media/image29.png" Id="Rf8ee5bced9864827" /><Relationship Type="http://schemas.openxmlformats.org/officeDocument/2006/relationships/image" Target="/ppt/media/image30.png" Id="R2a2edc76f55b4973" /><Relationship Type="http://schemas.openxmlformats.org/officeDocument/2006/relationships/notesSlide" Target="/ppt/notesSlides/notesSlide16.xml" Id="R911f65e43a294d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e6373b2974bc4" /><Relationship Type="http://schemas.openxmlformats.org/officeDocument/2006/relationships/image" Target="/ppt/media/image31.png" Id="R2f418fff30234c3a" /><Relationship Type="http://schemas.openxmlformats.org/officeDocument/2006/relationships/image" Target="/ppt/media/image32.png" Id="R27ba2016e0b64404" /><Relationship Type="http://schemas.openxmlformats.org/officeDocument/2006/relationships/notesSlide" Target="/ppt/notesSlides/notesSlide17.xml" Id="R056245f91ede4a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ea74d964843f2" /><Relationship Type="http://schemas.openxmlformats.org/officeDocument/2006/relationships/image" Target="/ppt/media/image33.png" Id="R4108b38391224116" /><Relationship Type="http://schemas.openxmlformats.org/officeDocument/2006/relationships/notesSlide" Target="/ppt/notesSlides/notesSlide18.xml" Id="R78767a4ad8c349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D52B9-AE6F-47A7-8689-7F626B852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687485850493a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1F0A50DD-08B7-4EF9-8EAE-D6DC646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9635720-0372-4F05-8794-F8C73B84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C76CB2-545C-4C85-B332-908C8E5A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EFC1A9A-C729-4F20-8F34-CE3822F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89B873-F5F0-42BD-8DA4-CE0CCA9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5EC6C-BE63-4B18-BD86-702049B6E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a6ed75d1f4d0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22993-AE5C-4016-9401-D377F250C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e8e83581e4fa7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2BD0B9BA-5894-4B82-B3D4-853B059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92284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FA93D-3FC4-4223-80D8-88A61BB3C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7d9ee8e38460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E800E-1816-41C9-97F8-DDE7FBD152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ce9c587334e2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2C040807-12A6-416B-A22E-C840CD14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3C3D34A-2C6C-4D23-94E1-D4C4B1B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8CF8DA-1C5A-4D6F-ACDB-11BB2B3F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4FA4F3-F235-4E6D-B5B0-077BD847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82FDB93-DCB5-406F-898D-DDB1129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9D2426-FB93-4415-A582-341265B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2BAF4-788A-4359-A1A4-7AB65F76D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d96fdf85a4b62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7ED0F25A-785F-46F5-A5C2-FD0A441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C80894D6-C5CE-4048-AAA5-921CF873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BDEB34-1D9E-432E-B8EA-7643CEBD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623F0A-9EC5-41DB-874B-7E64933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094727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E9E019-B7E2-4B1A-AC79-4752C8D4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7D67FA39-5782-4339-8CAA-3180504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DEEB79A-57C6-42CD-960C-A66E78D0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0B99ABC-58D4-4F1A-9E4D-3BB2EAF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00B410-C5EE-4407-A748-BACBDBA0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6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E2F521CE-5276-4321-9438-65D70127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A3EA18-CD91-4EF2-8F69-017A306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09497D-98EF-4415-A3B1-D2A8DF08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1C3C6B-2430-4182-BA66-B9F5C31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0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91C42E63-06B8-4276-A992-5189A280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87BC5E-2DA7-46E2-B2F6-83264CEA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26C0FF-4EF3-4FF9-B0CE-C3A8244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9C16D0-52AB-4C61-ABE9-47ECD727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08C19-A036-47BE-A9D7-F109EFB19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4e8c8f577489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15" name="copyright">
            <a:extLst xmlns:a="http://schemas.openxmlformats.org/drawingml/2006/main">
              <a:ext uri="{FF2B5EF4-FFF2-40B4-BE49-F238E27FC236}">
                <a16:creationId xmlns:a16="http://schemas.microsoft.com/office/drawing/2014/main" id="{4A98127F-6BCD-4F40-8EA0-82937C9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391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91D43-45D7-448A-AD6E-7C0747F05B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70f36a1b741e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5E90322-7DE4-40D0-BD5C-55E5C94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907B6C7-7C76-4860-B4A5-25AC622F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FAA27864-C0DB-403E-87A3-0CB6B99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A65DE7-AAE3-44AC-AD29-0E9BDC36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BF7270-9AD2-4BBB-8529-4509DD40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A1CA021-6155-47A8-871C-3566A586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86FC73-CF0C-46B5-8602-3FF2251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0D6162-AF17-4394-A1B7-36547F1C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43D7E9-F464-4134-ABD6-B808F72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321461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5F2A9-7B19-4003-8189-BDD0E41A3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c973598424d83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F6DB6824-D0F3-4669-97B7-5FAD725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7DADA89-16CE-4DD1-BDAD-76FC8C6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CFFE327-9520-4D0D-802D-9B0D8390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D45780-CDFE-4B03-BD9A-00F5DEB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입자의 배열이 달라지면 무엇이 달라질까?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C8E70-10DD-4D68-B132-06ED2D2CC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dbdd7c1394fe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69157E3D-8603-4F13-B9E4-4E112ECA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6862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EE5EA-09A5-4007-B97D-8EA27BDE1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0d5f73cc04b4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CE07909-EA8F-4BDA-953E-62F6C684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6A2BECD-ACB3-4805-A505-816D158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00484C-694E-4F36-9510-C31F967B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C83BD0-4600-46B6-B5C2-6DE8E0C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790656-D146-456A-BC15-15105D55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79FC9D-A870-40D5-B603-7DAD1A6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A64DEB-F274-4234-8317-D34A2BA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A1FFC391-772A-4046-889B-E98515C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DAB30113-28A7-4295-8186-5E6F0D56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E84D35BF-1E71-4DB6-948D-249837C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4F21EC0F-7782-4B76-9F59-590AFFBD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266762FF-075A-488B-B0BD-56804CBA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3A6EB117-50D5-451C-8C93-0BA02E31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101D23F3-8C84-4151-B56E-96CD6B0F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7506119B-E3A3-4235-B3E0-862F1BBD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1DC62F7-6513-4A6A-B3DE-46685BFB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388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입자의 배열·운동과 관련된 무질서도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E5B0879-3995-49C0-A7D9-9537F8E1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2A540811-6138-416D-8E4A-1A740D26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7AB2E188-349D-4AD9-BC43-19EABEA5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5893A532-649D-4900-BE9F-BB894791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6AFC8C3-F79B-45EF-A7F2-7575E5B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53450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고체·액체·기체에서 입자의 배열과 운동을 비교해 보자.</a:t>
            </a:r>
          </a:p>
        </p:txBody>
      </p:sp>
    </p:spTree>
    <p:extLst>
      <p:ext uri="{BB962C8B-B14F-4D97-AF65-F5344CB8AC3E}">
        <p14:creationId xmlns:p14="http://schemas.microsoft.com/office/powerpoint/2010/main" val="478177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32947-CB56-49B1-BC43-E8F224ACF1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ee42224b94701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F3853F9-A467-4E67-B11A-57F97F2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80C0DC-8D42-4BDF-BDEB-B2EBE91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EB23E9-6856-4929-ADAA-69FA8616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565492-A855-4D5D-98E1-3682CBC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3F2129FE-9626-4CA9-8B3B-FB2A700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824F4-3869-4A3E-94BB-E6AA055A0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79f93a274a64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89192EE6-E028-4160-A975-5B528D4B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B85837-B5D8-4A5C-B628-033BE3A3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1DE3C61-F9DC-45F3-B167-D2448F5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82E565B9-FF7E-41C7-BE50-11DD0386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BEE4D8-F049-4FD0-9881-8274A7F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17E21A-6CFB-4E42-90A0-2A4EDE16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0E6FAEAC-923F-4963-8438-857B2BD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40D607-25C3-41DA-B385-801061B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7740A4-5553-4605-9D1C-2CA8F1B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1108439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BC4AA-FB92-4638-967C-5946DCEC2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4a30d6d39484e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F799C401-8B99-498F-B2A7-A8DC5F11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F70C3D5-5173-4497-A2A1-CE2C5166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017A05-7130-4B64-B2C6-CB445860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9A928B-353D-4B0B-B339-4E8B8FC2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변화가 일어나기 전과 후의 엔트로피는 어떻게 비교할까?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B8B5-5620-4F6A-8385-8508FE6CC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0b78f6e3c4da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A9424F57-6922-4FCD-94B3-4D5A6207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48635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5FDF7-CB2A-4FEE-884D-2C6FF1719F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4b97950f84dd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DFEA089-F120-43D5-830D-CA3853A1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9765809-88E6-4CDF-960A-071F3EF5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501F11-D79D-4D1F-9D0C-2687485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9BB9C0-968B-4D4D-8AFB-EB7AD744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A2217B3-77D6-4D9A-9288-06F33E65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변화는 최종값과 초기값의 차이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43D42F-A1F1-401D-91D4-ACA04B30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1485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 변화는 처음과 나중의 엔트로피 차이이다.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C36C9-2BE8-4BEF-8B96-CF2B331EF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e0216f7c14928"/>
          <a:stretch xmlns:a="http://schemas.openxmlformats.org/drawingml/2006/main"/>
        </p:blipFill>
        <p:spPr>
          <a:xfrm xmlns:a="http://schemas.openxmlformats.org/drawingml/2006/main">
            <a:off x="4667250" y="5019675"/>
            <a:ext cx="8953500" cy="1417180"/>
          </a:xfrm>
          <a:prstGeom xmlns:a="http://schemas.openxmlformats.org/drawingml/2006/main" prst="rect">
            <a:avLst/>
          </a:prstGeom>
        </p:spPr>
      </p:pic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939E5E1-406D-4C10-82ED-4D14A70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29425"/>
            <a:ext cx="9525" cy="2066925"/>
          </a:xfrm>
          <a:custGeom xmlns:a="http://schemas.openxmlformats.org/drawingml/2006/main">
            <a:pathLst>
              <a:path w="9525" h="2066925">
                <a:moveTo>
                  <a:pt x="0" y="0"/>
                </a:moveTo>
                <a:lnTo>
                  <a:pt x="0" y="2066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555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DD5521-AEA7-4F9D-9075-427752C0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크면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F025B66-9A63-4F72-85A6-C88983D1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687368-C1C7-4E9A-831E-B3B49411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24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엔트로피가 더 작으면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76D8D0-E5A3-46B5-AF9D-75103A13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0200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1041199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076B7-E292-4E58-8EFA-422ABC753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b3b80b27f4ec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93B80B1-69F7-4768-91E5-B7D91E15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C434F4-0406-4B21-8F4E-52C36F5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49C89E4-7965-460D-AA9C-506156F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394EE4-2AF2-433F-852F-5F3135E6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74840BC-B880-40FC-896E-1086CC25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3DE92E-EC5A-41DD-87B5-0F4FDAB8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BE228-4F43-4424-942C-0949CB00EC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3ce36934c4759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39E7F6-BC04-4C8A-A5EC-FE4048B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FD91A8-140F-44BB-AAFA-6D56FFBF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274E35-19B3-4D36-BC5D-13F1400D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8E2E4B-C09E-418F-8FFC-E36AFBFC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754660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2A82A-CB0A-473C-ADA7-FE162D2F4E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9bf682aa942b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8D6FDCC-DBF3-4F07-A013-607E3161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A296957-3A7E-48BC-A38B-2691AB9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6CEA39-F755-4DFA-9644-71DC169F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17D519-1C75-4EAA-B410-58F98249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039EBEA-A626-4265-9236-2E6CE07B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암모니아가 만들어지면 분자 수가 줄어든다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ABDAA9-DA63-4966-8684-F3A6FB8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반응물과 생성물이 모두 기체일 때 기체 분자 수를 비교한다.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D42BB-7F32-432E-BB51-6A3D71F34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c8a64d2c74a43"/>
          <a:stretch xmlns:a="http://schemas.openxmlformats.org/drawingml/2006/main"/>
        </p:blipFill>
        <p:spPr>
          <a:xfrm xmlns:a="http://schemas.openxmlformats.org/drawingml/2006/main">
            <a:off x="2957392" y="4429125"/>
            <a:ext cx="12373215" cy="43434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90288-D5A1-4256-8F39-DEC6A8AA0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e4e7d3e95499c"/>
          <a:stretch xmlns:a="http://schemas.openxmlformats.org/drawingml/2006/main"/>
        </p:blipFill>
        <p:spPr>
          <a:xfrm xmlns:a="http://schemas.openxmlformats.org/drawingml/2006/main">
            <a:off x="4857750" y="8943975"/>
            <a:ext cx="8572500" cy="887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75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0F87E-7151-4F67-8CF6-183184A31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4a3649bea459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71F0912-D9D3-492F-B9B9-E00147E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6DB14B2-3113-4538-8880-652515F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C7ABE2E-EA51-4D9B-9E8D-EBEB0C5B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102976-60E0-4BEB-A628-B1201EF0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1683DCF-66BA-4A99-8906-6989F2E7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E6D31224-16BA-4B19-9617-D5A5748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0D9AD-0F13-4FAD-AD05-C5C9C0DCF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7197b4985455c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96A5875-00A1-40F6-AB2B-9A005FE7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A05AA4-A0A6-4F7D-93E3-89774E6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8D384CBE-7CA9-441B-B5DE-3BDE6DC9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BDED45-B6A8-464E-B00A-F39BFBE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884D1A-DAEE-4849-B249-760F832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1F724C09-6385-4580-9319-1FE3030F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6CFC79-9153-4B03-856A-4E6C1431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13910034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EDD13-CAFF-4F50-A8D6-45DFB0E043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45b728d574c0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108B334-1FA2-4933-A162-22CFCF0A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340E22-D812-4D13-9D96-2B1B0501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099821-CF59-4E9B-A3B7-CAA113F4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545648-E1CB-48E3-B939-F25A1D6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D44D856-7FCB-4E60-8929-6683187C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44D5FD-09FB-4481-884E-9C6F1AE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8433C-CD9D-4AB5-A84B-D399A9107CA3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4764A5F-A0FA-4C80-AE36-9B47A13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7A5E45B4-53D2-425F-BCE1-AEE39783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A57A8C35-E839-4BC1-BE17-4DB57C60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3A13C68A-F4D3-42DE-9EC3-C520353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C32341-D396-4AC4-991A-B8A837B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01498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0C620-EA7D-4430-94F7-36DD09102E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a63d8a8474f6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6A36136-4BEE-4B06-B565-6BDC840D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3C5CAE8-134E-4D96-ADCE-5830379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28399CB-B0FD-4A0A-8B6A-91EB3EFC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9D6D46-D303-43AA-9F2D-545A8FE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8554948-156F-46CD-BB6E-3802C29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43D0CF-0B36-47E1-94B5-015D16C7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50489D54-BC76-40E3-A09E-3402351E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55446E-7829-4B4B-80C9-8D07DA4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1D87E939-2D44-4385-8C8F-E393FED3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E20F3C8-125B-457A-8E00-B067BA11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ECDDA696-6314-4838-B14D-B310638B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5CCB8D-D383-42AF-907D-11A66C49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F7A94337-CD3C-434C-88D9-4C8775F8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986B2D9-F7F1-43C9-A375-B84EC928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0095DCC2-C0A7-4A24-A984-510071F1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0A7230-4FBA-4E76-A75D-AAB99490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D5CB0D9F-6D0A-4749-BAC6-CBD652C2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1EED5E1-F04A-4B43-BADA-03735176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980462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4B8FE-0E35-4F35-AFD6-12DC7241F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cd30a80044b27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Part 51% 어두운 덮개">
            <a:extLst xmlns:a="http://schemas.openxmlformats.org/drawingml/2006/main">
              <a:ext uri="{FF2B5EF4-FFF2-40B4-BE49-F238E27FC236}">
                <a16:creationId xmlns:a16="http://schemas.microsoft.com/office/drawing/2014/main" id="{3280DB4C-F152-4256-AC0F-788E6C2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1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F5E56C-FFC4-4792-8E06-06F5F97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1428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45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5BF4BF-E475-4BC5-A4CC-D852FA0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1543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 적용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083C43-430E-40F8-BE7F-C0856CC5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915025"/>
            <a:ext cx="1533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주어진 변화에서 엔트로피가 커지는지 근거를 말할 수 있을까?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FDCC2-2837-443C-9908-9E419FCAC9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dd1c48aff442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7" name="copyright">
            <a:extLst xmlns:a="http://schemas.openxmlformats.org/drawingml/2006/main">
              <a:ext uri="{FF2B5EF4-FFF2-40B4-BE49-F238E27FC236}">
                <a16:creationId xmlns:a16="http://schemas.microsoft.com/office/drawing/2014/main" id="{E54FDDB8-3FE4-465B-A34D-A3F33582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72345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7653E-C8A8-44B5-83D7-CBBEF5A6D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e5bced986482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268D72A-FE4E-47D8-A87F-5C361685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CB58CC-C429-48A5-9A06-72467CF1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DA4BC2-B85C-4383-992B-3325BD8A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68F281-5B93-446C-AC3B-7A21CEC8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C85BE33-943E-4BB9-8106-0882D860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수증기가 물이 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F5DC3B-6CDD-47A8-9DF3-569CC826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엔트로피의 증가·감소를 판단하고 그 근거를 설명해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634AB-0FAA-4A93-8AE1-7A305A24F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edc76f55b4973"/>
          <a:stretch xmlns:a="http://schemas.openxmlformats.org/drawingml/2006/main"/>
        </p:blipFill>
        <p:spPr>
          <a:xfrm xmlns:a="http://schemas.openxmlformats.org/drawingml/2006/main">
            <a:off x="5476875" y="4953000"/>
            <a:ext cx="7334250" cy="1154024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3EBACB-AF21-46E9-8705-0F3CF40D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상태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D7B820-0532-430F-9840-98D49426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67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액체 상태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1CE2E5-CA67-4181-B8B1-D84A5169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자유롭게 이동한다.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3E07BB-8EA4-4F97-A7C1-346589A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8667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분자들이 서로 가까이 모인다.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DF5AC8-95B6-45FB-B157-C41B75D4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8487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액화가 일어나면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4538073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722F4-E730-4A4C-81F6-4500F5FC4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18fff30234c3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F44E746-9CA6-4270-BA23-D11B120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6939110-55DF-471C-82C5-A91A3373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F09FE4-99AE-452B-954E-DF2591EB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CB7979-2626-48FE-A847-9A3368E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수에 적용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E3F2A8D-A968-47E8-A9D1-1350E44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일산화 질소가 산화되면?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497270-5623-4A95-A228-07790976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전후의 기체 분자 수를 반응식의 계수로 비교해 보자.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8AB73-F0BE-405B-8A92-193EF5A57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a2016e0b64404"/>
          <a:stretch xmlns:a="http://schemas.openxmlformats.org/drawingml/2006/main"/>
        </p:blipFill>
        <p:spPr>
          <a:xfrm xmlns:a="http://schemas.openxmlformats.org/drawingml/2006/main">
            <a:off x="3524250" y="4953000"/>
            <a:ext cx="11239500" cy="1126767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E5DA6B-AEBF-4187-8A81-B215A831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B8444A-F124-4C51-9639-4B74DE3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85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반응 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826E55-BA02-4DCF-A7EB-945565B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3개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B33E6B-38B3-4DFA-8FB7-62F74F9C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2개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173085-4334-4849-89CE-FE698F68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86825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 분자 수가 줄어들어 엔트로피가 감소한다.</a:t>
            </a:r>
          </a:p>
        </p:txBody>
      </p:sp>
    </p:spTree>
    <p:extLst>
      <p:ext uri="{BB962C8B-B14F-4D97-AF65-F5344CB8AC3E}">
        <p14:creationId xmlns:p14="http://schemas.microsoft.com/office/powerpoint/2010/main" val="19579553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71284-9EFC-4A4D-9E7B-7B6BB33DB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8b3839122411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E03B663-1B95-4B91-9AE2-060AB260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7A8C61-8D42-4CAC-9A2E-66E1E90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엔트로피 변화의 적용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E64B8E-45A9-4177-AA1B-15743D96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283893-31AE-40A5-8923-C83B2E40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근거를 들어 설명하기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FDD742F4-EB4F-4E36-9C39-3B392BA4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감소라도 판단 근거는 다르다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6C0581-10F7-4180-95E5-3252211E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물의 액화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A195A1-E1E7-458F-99CF-0957013C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기체에서 액체로 바뀐다.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623234C8-82F2-4A68-8D6C-D2633CA4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709E65-FED1-455C-8B3D-FC7D56E3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150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일산화 질소의 산화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D708F0-8055-4640-8805-071D635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수가 줄어든다.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FB82852-28DF-4A70-8A3F-7D6617B3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9151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8FFFF1-2D87-4A2E-9769-900755C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4009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두 기체의 혼합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3FCDB9-8C3E-4E29-96C6-CF0BCD3B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009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분자 수는 같아도 서로 섞이면 엔트로피가 증가한다.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4155EAE0-C7E1-4782-9367-73E518F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01050"/>
            <a:ext cx="14287500" cy="9525"/>
          </a:xfrm>
          <a:custGeom xmlns:a="http://schemas.openxmlformats.org/drawingml/2006/main">
            <a:pathLst>
              <a:path w="14287500" h="9525">
                <a:moveTo>
                  <a:pt x="0" y="0"/>
                </a:moveTo>
                <a:lnTo>
                  <a:pt x="14287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545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08DBC3C-0519-4408-9A3B-6FE69D3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105900"/>
            <a:ext cx="1504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상태·기체 분자 수·혼합 중 무엇이 달라졌는지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27813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2026-10-29T22:30:23.0880000Z</dcterms:created>
  <dcterms:modified xsi:type="dcterms:W3CDTF">2026-10-29T22:30:23.0880000Z</dcterms:modified>
</coreProperties>
</file>