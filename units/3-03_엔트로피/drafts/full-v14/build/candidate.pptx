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53bcbf3124b17" /><Relationship Type="http://schemas.openxmlformats.org/officeDocument/2006/relationships/extended-properties" Target="/docProps/app.xml" Id="Rf1ffcb0f003a47e4" /><Relationship Type="http://schemas.openxmlformats.org/officeDocument/2006/relationships/officeDocument" Target="/ppt/presentation.xml" Id="R7bfcc3cfa74a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56c1c6e084c17"/>
  </p:sldMasterIdLst>
  <p:notesMasterIdLst>
    <p:notesMasterId xmlns:r="http://schemas.openxmlformats.org/officeDocument/2006/relationships" r:id="R63942bef13ee45dd"/>
  </p:notesMasterIdLst>
  <p:sldIdLst>
    <p:sldId xmlns:r="http://schemas.openxmlformats.org/officeDocument/2006/relationships" id="256" r:id="Rb72d757bf6c349ca"/>
    <p:sldId xmlns:r="http://schemas.openxmlformats.org/officeDocument/2006/relationships" id="257" r:id="R6bc07757352d4c40"/>
    <p:sldId xmlns:r="http://schemas.openxmlformats.org/officeDocument/2006/relationships" id="258" r:id="R9c1954491e594d44"/>
    <p:sldId xmlns:r="http://schemas.openxmlformats.org/officeDocument/2006/relationships" id="259" r:id="Re5f5d38b727a4458"/>
    <p:sldId xmlns:r="http://schemas.openxmlformats.org/officeDocument/2006/relationships" id="260" r:id="Rda05789d333b4cdb"/>
    <p:sldId xmlns:r="http://schemas.openxmlformats.org/officeDocument/2006/relationships" id="261" r:id="Rffbddcfe22094ceb"/>
    <p:sldId xmlns:r="http://schemas.openxmlformats.org/officeDocument/2006/relationships" id="262" r:id="Re3c0f1fa838d4e30"/>
    <p:sldId xmlns:r="http://schemas.openxmlformats.org/officeDocument/2006/relationships" id="263" r:id="R887ff82a6096407a"/>
    <p:sldId xmlns:r="http://schemas.openxmlformats.org/officeDocument/2006/relationships" id="264" r:id="R4ecf7fa155314363"/>
    <p:sldId xmlns:r="http://schemas.openxmlformats.org/officeDocument/2006/relationships" id="265" r:id="R4f47455d62a144b4"/>
    <p:sldId xmlns:r="http://schemas.openxmlformats.org/officeDocument/2006/relationships" id="266" r:id="R39c86c3524174ed6"/>
    <p:sldId xmlns:r="http://schemas.openxmlformats.org/officeDocument/2006/relationships" id="267" r:id="R27b21c604f974d79"/>
    <p:sldId xmlns:r="http://schemas.openxmlformats.org/officeDocument/2006/relationships" id="268" r:id="R5fa2827309b34510"/>
    <p:sldId xmlns:r="http://schemas.openxmlformats.org/officeDocument/2006/relationships" id="269" r:id="R1700d4206a5844a9"/>
    <p:sldId xmlns:r="http://schemas.openxmlformats.org/officeDocument/2006/relationships" id="270" r:id="R02cc971a8e474a43"/>
    <p:sldId xmlns:r="http://schemas.openxmlformats.org/officeDocument/2006/relationships" id="271" r:id="Rc39525ab8fba4efb"/>
    <p:sldId xmlns:r="http://schemas.openxmlformats.org/officeDocument/2006/relationships" id="272" r:id="R5b2896c4a11d4f66"/>
    <p:sldId xmlns:r="http://schemas.openxmlformats.org/officeDocument/2006/relationships" id="273" r:id="R4d4151d56e514a22"/>
    <p:sldId xmlns:r="http://schemas.openxmlformats.org/officeDocument/2006/relationships" id="274" r:id="R114d9e1494704254"/>
    <p:sldId xmlns:r="http://schemas.openxmlformats.org/officeDocument/2006/relationships" id="275" r:id="R23ec9fde49634bfd"/>
    <p:sldId xmlns:r="http://schemas.openxmlformats.org/officeDocument/2006/relationships" id="276" r:id="R94fb43537af247b3"/>
    <p:sldId xmlns:r="http://schemas.openxmlformats.org/officeDocument/2006/relationships" id="277" r:id="Ra50aeb7f53374eef"/>
    <p:sldId xmlns:r="http://schemas.openxmlformats.org/officeDocument/2006/relationships" id="278" r:id="Rd5621f0cf4824c0d"/>
    <p:sldId xmlns:r="http://schemas.openxmlformats.org/officeDocument/2006/relationships" id="279" r:id="R3d4758a68bbd4536"/>
    <p:sldId xmlns:r="http://schemas.openxmlformats.org/officeDocument/2006/relationships" id="280" r:id="Rea56f640293c448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f061179fa04708" /><Relationship Type="http://schemas.openxmlformats.org/officeDocument/2006/relationships/slideMaster" Target="/ppt/slideMasters/slideMaster1.xml" Id="Rbd056c1c6e084c17" /><Relationship Type="http://schemas.openxmlformats.org/officeDocument/2006/relationships/notesMaster" Target="/ppt/notesMasters/notesMaster1.xml" Id="R63942bef13ee45dd" /><Relationship Type="http://schemas.openxmlformats.org/officeDocument/2006/relationships/presProps" Target="/ppt/presProps.xml" Id="Rd03679bdb1a943b3" /><Relationship Type="http://schemas.openxmlformats.org/officeDocument/2006/relationships/tableStyles" Target="/ppt/tableStyles.xml" Id="R415d915cb5ea4b23" /><Relationship Type="http://schemas.openxmlformats.org/officeDocument/2006/relationships/slide" Target="/ppt/slides/slide1.xml" Id="Rb72d757bf6c349ca" /><Relationship Type="http://schemas.openxmlformats.org/officeDocument/2006/relationships/slide" Target="/ppt/slides/slide2.xml" Id="R6bc07757352d4c40" /><Relationship Type="http://schemas.openxmlformats.org/officeDocument/2006/relationships/slide" Target="/ppt/slides/slide3.xml" Id="R9c1954491e594d44" /><Relationship Type="http://schemas.openxmlformats.org/officeDocument/2006/relationships/slide" Target="/ppt/slides/slide4.xml" Id="Re5f5d38b727a4458" /><Relationship Type="http://schemas.openxmlformats.org/officeDocument/2006/relationships/slide" Target="/ppt/slides/slide5.xml" Id="Rda05789d333b4cdb" /><Relationship Type="http://schemas.openxmlformats.org/officeDocument/2006/relationships/slide" Target="/ppt/slides/slide6.xml" Id="Rffbddcfe22094ceb" /><Relationship Type="http://schemas.openxmlformats.org/officeDocument/2006/relationships/slide" Target="/ppt/slides/slide7.xml" Id="Re3c0f1fa838d4e30" /><Relationship Type="http://schemas.openxmlformats.org/officeDocument/2006/relationships/slide" Target="/ppt/slides/slide8.xml" Id="R887ff82a6096407a" /><Relationship Type="http://schemas.openxmlformats.org/officeDocument/2006/relationships/slide" Target="/ppt/slides/slide9.xml" Id="R4ecf7fa155314363" /><Relationship Type="http://schemas.openxmlformats.org/officeDocument/2006/relationships/slide" Target="/ppt/slides/slide10.xml" Id="R4f47455d62a144b4" /><Relationship Type="http://schemas.openxmlformats.org/officeDocument/2006/relationships/slide" Target="/ppt/slides/slide11.xml" Id="R39c86c3524174ed6" /><Relationship Type="http://schemas.openxmlformats.org/officeDocument/2006/relationships/slide" Target="/ppt/slides/slide12.xml" Id="R27b21c604f974d79" /><Relationship Type="http://schemas.openxmlformats.org/officeDocument/2006/relationships/slide" Target="/ppt/slides/slide13.xml" Id="R5fa2827309b34510" /><Relationship Type="http://schemas.openxmlformats.org/officeDocument/2006/relationships/slide" Target="/ppt/slides/slide14.xml" Id="R1700d4206a5844a9" /><Relationship Type="http://schemas.openxmlformats.org/officeDocument/2006/relationships/slide" Target="/ppt/slides/slide15.xml" Id="R02cc971a8e474a43" /><Relationship Type="http://schemas.openxmlformats.org/officeDocument/2006/relationships/slide" Target="/ppt/slides/slide16.xml" Id="Rc39525ab8fba4efb" /><Relationship Type="http://schemas.openxmlformats.org/officeDocument/2006/relationships/slide" Target="/ppt/slides/slide17.xml" Id="R5b2896c4a11d4f66" /><Relationship Type="http://schemas.openxmlformats.org/officeDocument/2006/relationships/slide" Target="/ppt/slides/slide18.xml" Id="R4d4151d56e514a22" /><Relationship Type="http://schemas.openxmlformats.org/officeDocument/2006/relationships/slide" Target="/ppt/slides/slide19.xml" Id="R114d9e1494704254" /><Relationship Type="http://schemas.openxmlformats.org/officeDocument/2006/relationships/slide" Target="/ppt/slides/slide20.xml" Id="R23ec9fde49634bfd" /><Relationship Type="http://schemas.openxmlformats.org/officeDocument/2006/relationships/slide" Target="/ppt/slides/slide21.xml" Id="R94fb43537af247b3" /><Relationship Type="http://schemas.openxmlformats.org/officeDocument/2006/relationships/slide" Target="/ppt/slides/slide22.xml" Id="Ra50aeb7f53374eef" /><Relationship Type="http://schemas.openxmlformats.org/officeDocument/2006/relationships/slide" Target="/ppt/slides/slide23.xml" Id="Rd5621f0cf4824c0d" /><Relationship Type="http://schemas.openxmlformats.org/officeDocument/2006/relationships/slide" Target="/ppt/slides/slide24.xml" Id="R3d4758a68bbd4536" /><Relationship Type="http://schemas.openxmlformats.org/officeDocument/2006/relationships/slide" Target="/ppt/slides/slide25.xml" Id="Rea56f640293c44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f2afbd12b46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5a2e7e75248c3" /><Relationship Type="http://schemas.openxmlformats.org/officeDocument/2006/relationships/notesMaster" Target="/ppt/notesMasters/notesMaster1.xml" Id="Rd4c4d5ab213c45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f76a52be24765" /><Relationship Type="http://schemas.openxmlformats.org/officeDocument/2006/relationships/notesMaster" Target="/ppt/notesMasters/notesMaster1.xml" Id="R7f1e35a72f8044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eee6e49c24e69" /><Relationship Type="http://schemas.openxmlformats.org/officeDocument/2006/relationships/notesMaster" Target="/ppt/notesMasters/notesMaster1.xml" Id="Rbc7626a784b1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7c28e744834934" /><Relationship Type="http://schemas.openxmlformats.org/officeDocument/2006/relationships/notesMaster" Target="/ppt/notesMasters/notesMaster1.xml" Id="R00ea4153170743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67d89fb9e4f94" /><Relationship Type="http://schemas.openxmlformats.org/officeDocument/2006/relationships/notesMaster" Target="/ppt/notesMasters/notesMaster1.xml" Id="R1d42e6dca47c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ceb252401d46c9" /><Relationship Type="http://schemas.openxmlformats.org/officeDocument/2006/relationships/notesMaster" Target="/ppt/notesMasters/notesMaster1.xml" Id="R0cd7776ff41848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e5a8f260ac4ad9" /><Relationship Type="http://schemas.openxmlformats.org/officeDocument/2006/relationships/notesMaster" Target="/ppt/notesMasters/notesMaster1.xml" Id="R02a17d26695642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9aacacf79f4a79" /><Relationship Type="http://schemas.openxmlformats.org/officeDocument/2006/relationships/notesMaster" Target="/ppt/notesMasters/notesMaster1.xml" Id="R8b333f7fa4644d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3411247dcb4b6c" /><Relationship Type="http://schemas.openxmlformats.org/officeDocument/2006/relationships/notesMaster" Target="/ppt/notesMasters/notesMaster1.xml" Id="R7f032164cf0441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e574a6a6ff449d" /><Relationship Type="http://schemas.openxmlformats.org/officeDocument/2006/relationships/notesMaster" Target="/ppt/notesMasters/notesMaster1.xml" Id="R464bc2bfc1fe45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eac27c8d5b4b48" /><Relationship Type="http://schemas.openxmlformats.org/officeDocument/2006/relationships/notesMaster" Target="/ppt/notesMasters/notesMaster1.xml" Id="R452b42fe72ef41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1e38a18c7e469f" /><Relationship Type="http://schemas.openxmlformats.org/officeDocument/2006/relationships/notesMaster" Target="/ppt/notesMasters/notesMaster1.xml" Id="Racaa12741a9b47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2a5d3f960a4c4f" /><Relationship Type="http://schemas.openxmlformats.org/officeDocument/2006/relationships/notesMaster" Target="/ppt/notesMasters/notesMaster1.xml" Id="R9ed2515573004d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3fa4bdc0244e3f" /><Relationship Type="http://schemas.openxmlformats.org/officeDocument/2006/relationships/notesMaster" Target="/ppt/notesMasters/notesMaster1.xml" Id="Raea6e91b825246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24cae27aeb4de0" /><Relationship Type="http://schemas.openxmlformats.org/officeDocument/2006/relationships/notesMaster" Target="/ppt/notesMasters/notesMaster1.xml" Id="Rab2801a5225b47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97a462b2dd4c85" /><Relationship Type="http://schemas.openxmlformats.org/officeDocument/2006/relationships/notesMaster" Target="/ppt/notesMasters/notesMaster1.xml" Id="R1fe0b4c874a949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b303cf7b6b4cee" /><Relationship Type="http://schemas.openxmlformats.org/officeDocument/2006/relationships/notesMaster" Target="/ppt/notesMasters/notesMaster1.xml" Id="R39d6d7a2979a4e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a8bc67f1534b6c" /><Relationship Type="http://schemas.openxmlformats.org/officeDocument/2006/relationships/notesMaster" Target="/ppt/notesMasters/notesMaster1.xml" Id="R93415fc1302440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8810c0429e4c11" /><Relationship Type="http://schemas.openxmlformats.org/officeDocument/2006/relationships/notesMaster" Target="/ppt/notesMasters/notesMaster1.xml" Id="R6539f0fe9cc440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00a98c400e4890" /><Relationship Type="http://schemas.openxmlformats.org/officeDocument/2006/relationships/notesMaster" Target="/ppt/notesMasters/notesMaster1.xml" Id="Rdabbb8b288f94e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3fc610a8b34647" /><Relationship Type="http://schemas.openxmlformats.org/officeDocument/2006/relationships/notesMaster" Target="/ppt/notesMasters/notesMaster1.xml" Id="Ra677dfda974e40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083aeff8024b17" /><Relationship Type="http://schemas.openxmlformats.org/officeDocument/2006/relationships/notesMaster" Target="/ppt/notesMasters/notesMaster1.xml" Id="R77b988efc88343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b674423780449d2" /><Relationship Type="http://schemas.openxmlformats.org/officeDocument/2006/relationships/notesMaster" Target="/ppt/notesMasters/notesMaster1.xml" Id="Rf5cc5b48dca741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0894d76a93453b" /><Relationship Type="http://schemas.openxmlformats.org/officeDocument/2006/relationships/notesMaster" Target="/ppt/notesMasters/notesMaster1.xml" Id="R4849c355ef8242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0572ed88e249d4" /><Relationship Type="http://schemas.openxmlformats.org/officeDocument/2006/relationships/notesMaster" Target="/ppt/notesMasters/notesMaster1.xml" Id="R063984764b0d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오늘은 입자의 배열과 운동을 바탕으로 엔트로피를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방향제에서 조금 떨어져 있는데도 향기를 맡을 수 있습니다. 방향제 근처에서 나온 향기 입자가 시간이 지나면 어느 공간까지 퍼지는지 그림으로 설명해 봅시다. 그림의 작은 점은 눈에 보이지 않는 향기 입자를 크게 나타낸 모형입니다.</a:t>
            </a:r>
          </a:p>
          <a:p xmlns:a="http://schemas.openxmlformats.org/drawingml/2006/main">
            <a:r>
              <a:t>운영: 먼저 입자가 처음 모여 있던 곳과 나중에 퍼진 공간을 비교하게 한다. 입자가 커지거나 사라지는 것으로 해석하지 않도록 짚는다. 엔트로피의 증가 설명은 개념 학습 뒤 향기 설명 장표에서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등록 두 학생을 참조한 전신 확장·향기 입자 모형 생성 hook-two-students-diffusion-v12.png.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엔트로피의 의미를 먼저 배우고, 여러 변화에서 엔트로피의 증가와 감소를 비교한 뒤 문제에 적용해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R04 PDF3 세 블록 목차.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물질의 상태와 엔트로피를 연결하고, 상태 변화·기체 분자 수·혼합을 근거로 변화 방향을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같은 물질도 고체·액체·기체에서 입자의 배열과 운동이 다릅니다. 이 차이를 엔트로피와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사용자 수정본 3-01 실제5·14·25·32장 검정형 Part 전환.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엔트로피는 물질의 무질서도를 나타내는 척도이며 기호 S로 나타냅니다. 여기서 무질서도는 입자의 배열과 운동에 관한 것입니다. 다음 그림에서 이를 구체적으로 비교해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고체의 분자는 일정한 위치에서 진동합니다. 액체의 분자는 서로 가까이 있으면서 이동할 수 있습니다. 기체의 분자는 멀리 떨어져 자유롭게 운동합니다. 같은 물질은 일반적으로 고체, 액체, 기체 순으로 엔트로피가 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>발화: 입자 모형의 간격만 보지 말고 위치가 고정되어 있는지와 이동할 수 있는지를 비교한다. 고체도 입자 운동이 멈춘 상태가 아니다.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물질의 종류와 양이 다르면 단순히 고체인지 기체인지만 보고 엔트로피의 크기를 비교할 수 없다. 이 단원 그림은 동일한 물질의 상태 차이를 비교하는 모형이다.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천재90; 완자2022 139 비교 설명을 범위 내 재구성;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변화의 방향을 말하려면 처음과 나중을 비교해야 합니다. 엔트로피가 얼마나 달라졌는지 나타내는 방법을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사용자 수정본 3-01 실제5·14·25·32장 검정형 Part 전환.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최종 상태의 엔트로피에서 초기 상태의 엔트로피를 빼면 엔트로피 변화입니다. 나중이 더 크면 양수, 더 작으면 음수입니다. 뺄셈 순서를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변화량의 부호와 상태 자체의 엔트로피를 구별한다. 같은 두 상태의 변화 방향을 뒤집으면 변화량의 부호도 반대가 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정의; 완자2022 139 엔트로피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융해와 기화는 엔트로피가 증가하는 변화입니다. 반대인 응고와 액화는 엔트로피가 감소합니다. 그림의 화살표 방향과 부호를 함께 읽어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입자의 배열과 운동을 근거로 정방향과 역방향을 짝지어 설명하게 한다. 고체와 기체의 직접 변화는 방향을 말로 풀어 명확히 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그림Ⅲ-11; 완자2022 139 상태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질소 분자 한 개와 수소 분자 세 개가 반응해 암모니아 분자 두 개가 됩니다. 기체 분자 수가 네 개에서 두 개로 감소하므로 엔트로피가 감소합니다. 원자 수가 아니라 기체 분자 수를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 원본·생성 반응식 ammonia.png.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질소와 수소라는 두 종류를 세는 것이 아니라 계수를 이용해 분자의 수를 센다. 계수는 같은 비율의 몰수로도 해석할 수 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암모니아 예시;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암모니아 분자 하나에는 질소 원자 한 개와 수소 원자 세 개가 들어 있다. 두 분자에 들어 있는 원자를 세어 반응 전후의 원자 수 보존을 확인한다.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예시의 입자 해석 보강;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꼭지를 열기 전에는 두 기체가 각각의 용기에 있습니다. 꼭지를 열면 두 기체가 전체 공간에 섞입니다. 전체 분자 수는 같아도 혼합으로 엔트로피가 증가합니다.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꼭지를 열기 전후의 분자를 색깔별로 세게 한다. 화학 반응으로 새 분자가 생긴 것이 아니라 기존 분자의 분포가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완자2022 139 혼합;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상태 변화, 기체 분자 수, 혼합 여부가 판단의 근거입니다. 같은 물질의 상태 변화와 모두 기체인 반응을 각각 구분해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 그림Ⅲ-10~13; R05 PDF32 비교표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방향제에서 나온 입자는 처음 가까운 공간에 있다가 공기 중 넓은 공간으로 퍼져 섞입니다. 입자의 분포가 달라지는 이 과정에서 엔트로피가 증가합니다. 입자 수가 늘어서라고 설명하지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지금부터 주어진 변화가 증가인지 감소인지, 무엇을 근거로 판단했는지 함께 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사용자 수정본 3-01 실제5·14·25·32장 검정형 Part 전환.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수증기가 액체 물이 되는 액화입니다. 같은 물질이 기체에서 액체로 바뀌므로 엔트로피가 감소합니다. 물 분자 자체가 다른 물질로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확인(1), 지도서116 해설. 새 생성 condense.png.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일산화 질소 두 분자와 산소 한 분자가 이산화 질소 두 분자가 됩니다. 모두 기체이고 기체 분자 수가 세 개에서 두 개로 줄어드므로 엔트로피가 감소합니다.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확인(2), 지도서116 해설. 새 생성 no.png.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세 주장 모두 옳지 않다. 첫째 원자 수는 보존된다. 둘째 두 기체의 혼합은 분자 수가 같아도 엔트로피가 증가한다. 셋째 융해에서 물 분자는 유지되고 배열과 운동이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완자2022 139·142 확인 방식 재구성;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물의 액화는 상태 변화, 일산화 질소의 산화는 기체 분자 수 감소가 근거입니다. 혼합은 분자 수가 같아도 엔트로피가 증가합니다. 무엇이 달라졌는지를 먼저 확인하고 근거를 설명해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천재90~91, 지도서116, 완자2022 138~139. R06 PDF15 대조 패널과21장 표제 구조를 세 판단 기준으로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7fb00b4a542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9330b219446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708c98e434d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9de0aa1a441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ebc69c4ee4a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689d6e24f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22CBCC-FAF3-44D7-9E69-FC4D5F72A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3CDF0B-40EE-4196-B7F0-443BCA46C6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731995-A3B5-4658-B56A-1BE3C2F22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7428A7-5573-4C6E-B003-1CD74349E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26C7C4-E1C4-4680-B900-A72E1FAFD1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1C29D6-9E4B-400A-A0C3-F4D846B8F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A59AB5-19D4-4248-89BA-04ED5EDD00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E3C304-BC2C-4E37-A91C-1E7C054E2C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737FB-0468-48C5-A231-641C9250D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BD4C96-2F34-41DD-BE71-F90ADFC645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2aebdf9f84fae" /><Relationship Type="http://schemas.openxmlformats.org/officeDocument/2006/relationships/slideLayout" Target="/ppt/slideLayouts/slideLayout1.xml" Id="R77845bb9b4674730" /><Relationship Type="http://schemas.openxmlformats.org/officeDocument/2006/relationships/slideLayout" Target="/ppt/slideLayouts/slideLayout2.xml" Id="Rb5ad042ff895479f" /><Relationship Type="http://schemas.openxmlformats.org/officeDocument/2006/relationships/slideLayout" Target="/ppt/slideLayouts/slideLayout3.xml" Id="R9b00e9d484da44b2" /><Relationship Type="http://schemas.openxmlformats.org/officeDocument/2006/relationships/slideLayout" Target="/ppt/slideLayouts/slideLayout4.xml" Id="R6c468546aabd4f2f" /><Relationship Type="http://schemas.openxmlformats.org/officeDocument/2006/relationships/slideLayout" Target="/ppt/slideLayouts/slideLayout5.xml" Id="R09f1952c2be448bf" /><Relationship Type="http://schemas.openxmlformats.org/officeDocument/2006/relationships/slideLayout" Target="/ppt/slideLayouts/slideLayout6.xml" Id="R4cd5d1bc99c24f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45bb9b4674730"/>
    <p:sldLayoutId xmlns:r="http://schemas.openxmlformats.org/officeDocument/2006/relationships" id="2147483650" r:id="Rb5ad042ff895479f"/>
    <p:sldLayoutId xmlns:r="http://schemas.openxmlformats.org/officeDocument/2006/relationships" id="2147483651" r:id="R9b00e9d484da44b2"/>
    <p:sldLayoutId xmlns:r="http://schemas.openxmlformats.org/officeDocument/2006/relationships" id="2147483652" r:id="R6c468546aabd4f2f"/>
    <p:sldLayoutId xmlns:r="http://schemas.openxmlformats.org/officeDocument/2006/relationships" id="2147483653" r:id="R09f1952c2be448bf"/>
    <p:sldLayoutId xmlns:r="http://schemas.openxmlformats.org/officeDocument/2006/relationships" id="2147483654" r:id="R4cd5d1bc99c24f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f0d0c475d43ad" /><Relationship Type="http://schemas.openxmlformats.org/officeDocument/2006/relationships/image" Target="/ppt/media/image.png" Id="R7199051ee5284775" /><Relationship Type="http://schemas.openxmlformats.org/officeDocument/2006/relationships/image" Target="/ppt/media/image2.png" Id="R96a140fcfe844a9f" /><Relationship Type="http://schemas.openxmlformats.org/officeDocument/2006/relationships/image" Target="/ppt/media/image3.png" Id="R47f8a66c7fae408c" /><Relationship Type="http://schemas.openxmlformats.org/officeDocument/2006/relationships/notesSlide" Target="/ppt/notesSlides/notesSlide1.xml" Id="Rbda373dc8abb40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d52564c4941e0" /><Relationship Type="http://schemas.openxmlformats.org/officeDocument/2006/relationships/image" Target="/ppt/media/image4.png" Id="Rbc86c947dac3453f" /><Relationship Type="http://schemas.openxmlformats.org/officeDocument/2006/relationships/image" Target="/ppt/media/image5.png" Id="Ra31fb9d73ebf4345" /><Relationship Type="http://schemas.openxmlformats.org/officeDocument/2006/relationships/notesSlide" Target="/ppt/notesSlides/notesSlide2.xml" Id="Ra1544eb685e1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751a1fd8d46e5" /><Relationship Type="http://schemas.openxmlformats.org/officeDocument/2006/relationships/image" Target="/ppt/media/image6.png" Id="Rc20b2e932fdf4f0d" /><Relationship Type="http://schemas.openxmlformats.org/officeDocument/2006/relationships/notesSlide" Target="/ppt/notesSlides/notesSlide3.xml" Id="Rc3f9f5e267ea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4c352aea5473c" /><Relationship Type="http://schemas.openxmlformats.org/officeDocument/2006/relationships/image" Target="/ppt/media/image7.png" Id="R84b26b36fa704ba5" /><Relationship Type="http://schemas.openxmlformats.org/officeDocument/2006/relationships/notesSlide" Target="/ppt/notesSlides/notesSlide4.xml" Id="Rd4cae9202dd6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8fac105d240b7" /><Relationship Type="http://schemas.openxmlformats.org/officeDocument/2006/relationships/image" Target="/ppt/media/image8.png" Id="Ra61ff07c0cfc4e79" /><Relationship Type="http://schemas.openxmlformats.org/officeDocument/2006/relationships/notesSlide" Target="/ppt/notesSlides/notesSlide5.xml" Id="R0d104ab5aea945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cac7129734202" /><Relationship Type="http://schemas.openxmlformats.org/officeDocument/2006/relationships/image" Target="/ppt/media/image9.png" Id="R8a54d2bbc0764043" /><Relationship Type="http://schemas.openxmlformats.org/officeDocument/2006/relationships/notesSlide" Target="/ppt/notesSlides/notesSlide6.xml" Id="Rd16877a6a7e0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e9a08c8784bad" /><Relationship Type="http://schemas.openxmlformats.org/officeDocument/2006/relationships/image" Target="/ppt/media/image10.png" Id="Rca42c9a5805f4e27" /><Relationship Type="http://schemas.openxmlformats.org/officeDocument/2006/relationships/image" Target="/ppt/media/image11.png" Id="R50dbcfe053c64e98" /><Relationship Type="http://schemas.openxmlformats.org/officeDocument/2006/relationships/notesSlide" Target="/ppt/notesSlides/notesSlide7.xml" Id="R4eddfc2ac024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cba8e980240f1" /><Relationship Type="http://schemas.openxmlformats.org/officeDocument/2006/relationships/image" Target="/ppt/media/image12.png" Id="Rb5faec9c361b4418" /><Relationship Type="http://schemas.openxmlformats.org/officeDocument/2006/relationships/notesSlide" Target="/ppt/notesSlides/notesSlide8.xml" Id="R77c8d3d4ef8247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ede8c248e48d6" /><Relationship Type="http://schemas.openxmlformats.org/officeDocument/2006/relationships/image" Target="/ppt/media/image13.png" Id="Ra7cdfe7d3f1e49b4" /><Relationship Type="http://schemas.openxmlformats.org/officeDocument/2006/relationships/notesSlide" Target="/ppt/notesSlides/notesSlide9.xml" Id="Rfc6247a3c6a845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075eecc7d4460" /><Relationship Type="http://schemas.openxmlformats.org/officeDocument/2006/relationships/image" Target="/ppt/media/image14.png" Id="R51154c0d3d984ed1" /><Relationship Type="http://schemas.openxmlformats.org/officeDocument/2006/relationships/image" Target="/ppt/media/image15.png" Id="Rd6381c60d58746d6" /><Relationship Type="http://schemas.openxmlformats.org/officeDocument/2006/relationships/notesSlide" Target="/ppt/notesSlides/notesSlide10.xml" Id="Rbc971a37fdaf4c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08b8cc3ca4b41" /><Relationship Type="http://schemas.openxmlformats.org/officeDocument/2006/relationships/image" Target="/ppt/media/image16.png" Id="R04d29686d9e4403c" /><Relationship Type="http://schemas.openxmlformats.org/officeDocument/2006/relationships/image" Target="/ppt/media/image17.png" Id="R211bea9ed8974e85" /><Relationship Type="http://schemas.openxmlformats.org/officeDocument/2006/relationships/notesSlide" Target="/ppt/notesSlides/notesSlide11.xml" Id="Rb073e9db9e8248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e0ceb7440436c" /><Relationship Type="http://schemas.openxmlformats.org/officeDocument/2006/relationships/image" Target="/ppt/media/image18.png" Id="R180bbac8988644f8" /><Relationship Type="http://schemas.openxmlformats.org/officeDocument/2006/relationships/image" Target="/ppt/media/image19.png" Id="R65b69254655249e8" /><Relationship Type="http://schemas.openxmlformats.org/officeDocument/2006/relationships/notesSlide" Target="/ppt/notesSlides/notesSlide12.xml" Id="R9f18aa75698d4f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441d90fe54610" /><Relationship Type="http://schemas.openxmlformats.org/officeDocument/2006/relationships/image" Target="/ppt/media/image20.png" Id="R9755e2170ab8480a" /><Relationship Type="http://schemas.openxmlformats.org/officeDocument/2006/relationships/notesSlide" Target="/ppt/notesSlides/notesSlide13.xml" Id="R712739f4620d40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b9b2fc34545c7" /><Relationship Type="http://schemas.openxmlformats.org/officeDocument/2006/relationships/image" Target="/ppt/media/image21.png" Id="Rd996b027b5094abf" /><Relationship Type="http://schemas.openxmlformats.org/officeDocument/2006/relationships/image" Target="/ppt/media/image22.png" Id="R44f1e28d67a640a1" /><Relationship Type="http://schemas.openxmlformats.org/officeDocument/2006/relationships/image" Target="/ppt/media/image23.png" Id="R0c0e2669165c4e61" /><Relationship Type="http://schemas.openxmlformats.org/officeDocument/2006/relationships/notesSlide" Target="/ppt/notesSlides/notesSlide14.xml" Id="R63a9f659788446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0255c64fa4abd" /><Relationship Type="http://schemas.openxmlformats.org/officeDocument/2006/relationships/image" Target="/ppt/media/image24.png" Id="Rf18a706257574f6a" /><Relationship Type="http://schemas.openxmlformats.org/officeDocument/2006/relationships/image" Target="/ppt/media/image25.png" Id="Rb19ceda8106d45fd" /><Relationship Type="http://schemas.openxmlformats.org/officeDocument/2006/relationships/notesSlide" Target="/ppt/notesSlides/notesSlide15.xml" Id="R18086720d3734f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7fe5f756f49d0" /><Relationship Type="http://schemas.openxmlformats.org/officeDocument/2006/relationships/image" Target="/ppt/media/image26.png" Id="R7353b4e77cc84cef" /><Relationship Type="http://schemas.openxmlformats.org/officeDocument/2006/relationships/image" Target="/ppt/media/image27.png" Id="R309dc7b08ccf4c2d" /><Relationship Type="http://schemas.openxmlformats.org/officeDocument/2006/relationships/notesSlide" Target="/ppt/notesSlides/notesSlide16.xml" Id="R5bbce11d91e14c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f6f894c59487a" /><Relationship Type="http://schemas.openxmlformats.org/officeDocument/2006/relationships/image" Target="/ppt/media/image28.png" Id="Rd52a118556fd4d3d" /><Relationship Type="http://schemas.openxmlformats.org/officeDocument/2006/relationships/image" Target="/ppt/media/image29.png" Id="R163f7d5f16b641e6" /><Relationship Type="http://schemas.openxmlformats.org/officeDocument/2006/relationships/notesSlide" Target="/ppt/notesSlides/notesSlide17.xml" Id="R3aa10c5f9af649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bc1a119304c12" /><Relationship Type="http://schemas.openxmlformats.org/officeDocument/2006/relationships/image" Target="/ppt/media/image30.png" Id="R49a7bcf8849f4c7c" /><Relationship Type="http://schemas.openxmlformats.org/officeDocument/2006/relationships/image" Target="/ppt/media/image31.png" Id="R3b7d94fa895e439a" /><Relationship Type="http://schemas.openxmlformats.org/officeDocument/2006/relationships/notesSlide" Target="/ppt/notesSlides/notesSlide18.xml" Id="R659a627d99d04a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557d78b834bec" /><Relationship Type="http://schemas.openxmlformats.org/officeDocument/2006/relationships/image" Target="/ppt/media/image32.png" Id="Rc3d987349d754aa6" /><Relationship Type="http://schemas.openxmlformats.org/officeDocument/2006/relationships/notesSlide" Target="/ppt/notesSlides/notesSlide19.xml" Id="Rd9c99c40200e49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23d788f6e4770" /><Relationship Type="http://schemas.openxmlformats.org/officeDocument/2006/relationships/image" Target="/ppt/media/image33.png" Id="R8d9481debd2d4924" /><Relationship Type="http://schemas.openxmlformats.org/officeDocument/2006/relationships/notesSlide" Target="/ppt/notesSlides/notesSlide20.xml" Id="R7ceaa159ef6244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0eaae33bb4330" /><Relationship Type="http://schemas.openxmlformats.org/officeDocument/2006/relationships/image" Target="/ppt/media/image34.png" Id="R307e1290f3034900" /><Relationship Type="http://schemas.openxmlformats.org/officeDocument/2006/relationships/notesSlide" Target="/ppt/notesSlides/notesSlide21.xml" Id="Rd67dbab476024c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7009cdee540d8" /><Relationship Type="http://schemas.openxmlformats.org/officeDocument/2006/relationships/image" Target="/ppt/media/image35.png" Id="R3084011f233243c8" /><Relationship Type="http://schemas.openxmlformats.org/officeDocument/2006/relationships/image" Target="/ppt/media/image36.png" Id="Re94a2db8680b457a" /><Relationship Type="http://schemas.openxmlformats.org/officeDocument/2006/relationships/notesSlide" Target="/ppt/notesSlides/notesSlide22.xml" Id="Ra7a989d0bf4845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a7573fd564789" /><Relationship Type="http://schemas.openxmlformats.org/officeDocument/2006/relationships/image" Target="/ppt/media/image37.png" Id="R44a777d0b4cd431b" /><Relationship Type="http://schemas.openxmlformats.org/officeDocument/2006/relationships/image" Target="/ppt/media/image38.png" Id="Rd06a4178e00041fd" /><Relationship Type="http://schemas.openxmlformats.org/officeDocument/2006/relationships/notesSlide" Target="/ppt/notesSlides/notesSlide23.xml" Id="Ra76fc34ca06d42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3ba3ea3864b42" /><Relationship Type="http://schemas.openxmlformats.org/officeDocument/2006/relationships/image" Target="/ppt/media/image39.png" Id="Rcb52a5fa78944816" /><Relationship Type="http://schemas.openxmlformats.org/officeDocument/2006/relationships/notesSlide" Target="/ppt/notesSlides/notesSlide24.xml" Id="Re97592471f664c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7293504334e77" /><Relationship Type="http://schemas.openxmlformats.org/officeDocument/2006/relationships/image" Target="/ppt/media/image40.png" Id="R25ea23b8f48146a0" /><Relationship Type="http://schemas.openxmlformats.org/officeDocument/2006/relationships/notesSlide" Target="/ppt/notesSlides/notesSlide25.xml" Id="R1ff6c8c3e69041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F3F52-BD68-4BD5-A921-487E2FBE4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9051ee5284775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9ABF8296-7613-4DE3-B530-D5A9A8D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4000">
                <a:srgbClr val="0C7D08">
                  <a:alpha val="98000"/>
                </a:srgbClr>
              </a:gs>
              <a:gs pos="38000">
                <a:srgbClr val="0C7D08">
                  <a:alpha val="88000"/>
                </a:srgbClr>
              </a:gs>
              <a:gs pos="61000">
                <a:srgbClr val="0C7D08">
                  <a:alpha val="28000"/>
                </a:srgbClr>
              </a:gs>
              <a:gs pos="78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DBA594-BABB-43F4-9249-27970A8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524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27EEEB-7B43-4EC0-95D2-A12EA28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CD6D36-3546-4D73-9BB4-30376AB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4B67BE-25DC-43A4-9FE4-3293059B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A74B4-45AE-4A3C-9CEE-50BCB3238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140fcfe844a9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5438B-C24A-492F-BA14-3D9635CE3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8a66c7fae408c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F435700E-9F9A-4A3D-8BDA-640B256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46950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3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6D15B-7D8E-4F7A-8DBA-7C174C801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6c947dac3453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9153635-CA49-4FDB-9FBE-47FFFD81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083057-AAAB-46C8-AF27-8A4711D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48F0D1-EB99-4F34-85B1-F0B5078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16F0F5-DC7A-4C42-8C68-3276BFAF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2CED6C6-D6FF-4C18-B642-99F3009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떨어져 있어도 향기를 맡을 수 있는 까닭은?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EB986A-A107-454B-A165-0B9D3EA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1524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 근처에 있던 향기 입자는 시간이 지나면 어떻게 분포할까?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73497-DBE4-4F52-A88A-E0F044C9D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fb9d73ebf4345"/>
          <a:stretch xmlns:a="http://schemas.openxmlformats.org/drawingml/2006/main"/>
        </p:blipFill>
        <p:spPr>
          <a:xfrm xmlns:a="http://schemas.openxmlformats.org/drawingml/2006/main">
            <a:off x="4786313" y="4191000"/>
            <a:ext cx="8715375" cy="58102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1B0DE3A-A656-49C6-A70A-C6C2DF1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401175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작은 점은 눈에 보이지 않는 향기 입자를 나타낸 모형이다.</a:t>
            </a:r>
          </a:p>
        </p:txBody>
      </p:sp>
    </p:spTree>
    <p:extLst>
      <p:ext uri="{BB962C8B-B14F-4D97-AF65-F5344CB8AC3E}">
        <p14:creationId xmlns:p14="http://schemas.microsoft.com/office/powerpoint/2010/main" val="949858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13F949E-DB79-48C8-9CE3-E1C0946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900465E2-8354-40FF-8BFB-CF8006BD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EF0918F-28FB-4F97-A02C-BA072586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2E062C-2C5B-400C-BF4F-C45ECC92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BB6434-4993-4999-B756-712F9BCA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6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3A04EDC7-27DC-4E90-A908-4D6203F6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445288-439F-41C8-84AD-8600323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947532-ED19-4E19-9839-96B8058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AA7BA6-6A09-4452-A6AB-F193C115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0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05493EA1-A629-41BF-B49E-1C4F8B8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665F33-D16C-4F94-A80F-179BD9B6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AF84DF-7829-497B-849C-D84BCC7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F1C9432-CFB3-4DDD-BAB7-09B046D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122E9-189A-456F-8D82-7FD9F0815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b2e932fdf4f0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15" name="copyright">
            <a:extLst xmlns:a="http://schemas.openxmlformats.org/drawingml/2006/main">
              <a:ext uri="{FF2B5EF4-FFF2-40B4-BE49-F238E27FC236}">
                <a16:creationId xmlns:a16="http://schemas.microsoft.com/office/drawing/2014/main" id="{6BBD8DC2-7E27-4DD7-A25C-A6BA4C85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8171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0F23A-873D-4190-B617-E5F5064209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26b36fa704ba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5DCF4BA-7372-49A9-B36E-907DDE00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6EC7AC9-472A-4B06-9EF9-54AC0EA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4FC38EBF-CE65-4A4B-9E34-AB58FFCB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A8DFD7-350A-4575-BF9F-6CB5E590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BD1DB1-3E33-4663-886F-24C000A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0EB624-4CCC-4D2F-93D0-A776852D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E0E30A-55E0-40FE-8DE2-B9FBBF7C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37A90F-94A0-4E34-9CEF-A3059D84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41349B-9D2D-4571-B0E5-1759755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737198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6277D7-AE2A-4194-8CE1-C764144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428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8C0B683-298D-40B0-8FD5-9FECF463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00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86D44ED-1557-4293-9EC9-CBA80806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6F184-5CA0-492C-9F4D-54E22D5A38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ff07c0cfc4e7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18C1F3B4-7987-48DA-B7BA-808CE25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8554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DC5C4-7314-4A5C-9AD1-4C109BAA2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4d2bbc076404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A11FC68-64A4-4819-A83F-CED37234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66E364-61CE-4198-817E-A4EA2773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D41226-612F-40E0-AC78-F5362D90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7E28BA-7613-4B2E-9F46-979037B3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ADAC58-DA0E-4036-B443-4EA73798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102B67-1891-4F2E-876E-A30DC629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D4CB87-B1D5-4021-9A79-E44081A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9F4181EB-5F90-400E-BDF2-FABE9F7A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B8581CED-68FE-4BE9-8FA4-298B493E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EEA36DBC-C489-4985-9FF8-169C2F7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543EA52-D4EA-4CBC-963C-8FA444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69B2497B-377A-443B-81B9-AFA5765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4D7FE7D4-2896-420B-8816-FA7E257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AE260D69-5847-42D5-BEC3-F84AF3D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FFBD6856-8DF5-48C2-B50A-ADF1675D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96FD5BA-02ED-424A-8691-A3EBC83D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B94AA6-1EE8-447E-9124-14E3BA3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ED4CC230-3A37-47A9-8D66-8C44B68F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C23797F5-E87C-4B62-9D41-2C6C3DAA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263B7544-E7AA-410A-96F8-B3C7C66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54A701-744C-4386-BAA1-DB19EBF1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241629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9C740-9C78-42FD-9170-959EC37D1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2c9a5805f4e2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EFA635D-739C-42EB-AE23-2D0CF058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9E6F62-A19C-43B8-8D18-04E4C6D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7AFF2F-0B47-4022-A309-1EFB058E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13A197-61DC-4E5A-8ACF-B662CE7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89A6D82-6A03-4FC6-BAAC-8D892DC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196C7-D890-4A25-B49E-EB54CFFC6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bcfe053c64e98"/>
          <a:stretch xmlns:a="http://schemas.openxmlformats.org/drawingml/2006/main"/>
        </p:blipFill>
        <p:spPr>
          <a:xfrm xmlns:a="http://schemas.openxmlformats.org/drawingml/2006/main">
            <a:off x="2952750" y="3915472"/>
            <a:ext cx="12382500" cy="3865756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54C098-E303-4DED-BB7B-DFD50A6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905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F04726-7429-42AC-8A68-ACAB415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4963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521E80-4F4A-422F-A108-8D89F1A1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392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제자리에서 진동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C85F7C-AC5E-4EC0-8CEF-BEDFB33A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905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819058-592B-43FE-9756-2D9449DD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4963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가까이 모여 있음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A6A4C2-F59B-40B5-8C7B-4E614F03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0392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위치를 바꾸며 이동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F4AE1CC-614C-4DC0-A15F-E121D44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905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F4F250-7AE1-4617-BF8C-185D0A97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4963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EC93109-5745-4629-95B8-466D52E5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0392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자유롭게 이동</a:t>
            </a:r>
          </a:p>
        </p:txBody>
      </p:sp>
    </p:spTree>
    <p:extLst>
      <p:ext uri="{BB962C8B-B14F-4D97-AF65-F5344CB8AC3E}">
        <p14:creationId xmlns:p14="http://schemas.microsoft.com/office/powerpoint/2010/main" val="2087716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96FB8-AB6D-46A7-B391-0EB3E2894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aec9c361b441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605D4DE-2F8E-4F58-B385-91A503FD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43611D2-9187-4DB1-A7A1-7388565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96E3B7-E2E8-40DD-9B66-7CCE1FF5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A042A3-5F9A-4318-8074-EB4C7B66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조건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7D2FD26-3160-4561-BB84-4D956DB6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물질의 상태를 비교한다</a:t>
            </a:r>
          </a:p>
        </p:txBody>
      </p:sp>
      <p:sp>
        <p:nvSpPr>
          <p:cNvPr id="7" name="비교조건1">
            <a:extLst xmlns:a="http://schemas.openxmlformats.org/drawingml/2006/main">
              <a:ext uri="{FF2B5EF4-FFF2-40B4-BE49-F238E27FC236}">
                <a16:creationId xmlns:a16="http://schemas.microsoft.com/office/drawing/2014/main" id="{A2E5A37E-F32B-4E8D-A72A-B1B07DB6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695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비교조건2">
            <a:extLst xmlns:a="http://schemas.openxmlformats.org/drawingml/2006/main">
              <a:ext uri="{FF2B5EF4-FFF2-40B4-BE49-F238E27FC236}">
                <a16:creationId xmlns:a16="http://schemas.microsoft.com/office/drawing/2014/main" id="{D442A05E-CAE9-4319-B71C-515EF956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695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EBE123-C954-4124-B648-2C0A827E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물질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5D9CAE-0088-4DD6-94F5-30F8301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얼음·물·수증기는 모두 물 분자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51F347C-480D-4700-A0D6-9647DA10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767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47BE4B-60AE-4BF0-9147-8B29A639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양을 같게 두고 비교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80CD996-7AF1-47B6-ADC7-9B209F26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38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일반적인 엔트로피 크기</a:t>
            </a:r>
          </a:p>
        </p:txBody>
      </p:sp>
      <p:sp>
        <p:nvSpPr>
          <p:cNvPr id="14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1FAAC347-CE23-456B-8542-09DC80C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C0365A-1B6A-432E-8053-8BD9D74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497B54-C2D9-4F15-9CB8-E4C8EE3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0095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&lt;</a:t>
            </a:r>
          </a:p>
        </p:txBody>
      </p:sp>
      <p:sp>
        <p:nvSpPr>
          <p:cNvPr id="17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A4117A12-B5C2-4501-8975-753CBB72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6C57F0-923B-48DA-80F2-360C4E4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17C05DB-6505-46BC-8413-D4702BF3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60095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40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&lt;</a:t>
            </a:r>
          </a:p>
        </p:txBody>
      </p:sp>
      <p:sp>
        <p:nvSpPr>
          <p:cNvPr id="20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009C25CF-F91B-4C05-B3C8-D81C8AD9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9BC2627-466B-4CD6-91C6-7DA72FB1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16BD973-962E-499C-938A-23077470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001125"/>
            <a:ext cx="1447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물질의 종류와 양이 다르면 상태만으로 단순 비교할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17898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98D62E-150D-4482-A1A7-3E182C72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428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8D4E91-66DA-4DB4-9D84-D4D7DBD3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00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67B14A-1850-4509-9001-E22A5400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B3CEC-5FD7-448D-9567-8D6EA5F1A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dfe7d3f1e49b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F827A889-254A-4712-A70D-9254B458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59038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C2201-0875-45A0-AD98-6F823C373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54c0d3d984ed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4EBD411-1F0A-4323-93F9-E6B375E2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E88B68-79D2-4A8D-8F4F-124D917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B626FE-3BBF-49CC-AA9D-0324492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DF3BB4-C55F-43B2-A2EB-52F719C3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FEADE3E-6D2B-464B-BB76-814E0D09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8EE19B-B385-4B81-B67D-94372F8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758BB-F934-4723-A272-2637FD8CA0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81c60d58746d6"/>
          <a:stretch xmlns:a="http://schemas.openxmlformats.org/drawingml/2006/main"/>
        </p:blipFill>
        <p:spPr>
          <a:xfrm xmlns:a="http://schemas.openxmlformats.org/drawingml/2006/main">
            <a:off x="5114925" y="5090636"/>
            <a:ext cx="8058150" cy="1275462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9AC49F8-9940-417B-8892-D039C1B5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41B0DB-29D2-4E93-ADE4-BD72944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11E5CE-216F-4AB1-B55F-380A4DF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EB3EE6-6768-4344-A7E9-EBEC5AC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489090-901A-4E72-AB49-73FDEDF1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977256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A6C00-C326-49F2-BF1A-12F3E30EBF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29686d9e4403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966A7362-A3B1-496A-A3FC-3ACB8035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761B9A-1070-4F84-A602-123F9D95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646D0B-1380-4C87-BF69-C875AB76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2993BA-4FAA-4889-A5FD-260CB3E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부호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3D1A783-8A64-442D-9CC8-7E7E5FC8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증가·감소를 부호로 읽는다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CC7DB-FB31-4833-838E-D411D4AAB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bea9ed8974e85"/>
          <a:stretch xmlns:a="http://schemas.openxmlformats.org/drawingml/2006/main"/>
        </p:blipFill>
        <p:spPr>
          <a:xfrm xmlns:a="http://schemas.openxmlformats.org/drawingml/2006/main">
            <a:off x="5905500" y="3924300"/>
            <a:ext cx="6477000" cy="1025194"/>
          </a:xfrm>
          <a:prstGeom xmlns:a="http://schemas.openxmlformats.org/drawingml/2006/main" prst="rect">
            <a:avLst/>
          </a:prstGeom>
        </p:spPr>
      </p:pic>
      <p:sp>
        <p:nvSpPr>
          <p:cNvPr id="8" name="증가감소 비교">
            <a:extLst xmlns:a="http://schemas.openxmlformats.org/drawingml/2006/main">
              <a:ext uri="{FF2B5EF4-FFF2-40B4-BE49-F238E27FC236}">
                <a16:creationId xmlns:a16="http://schemas.microsoft.com/office/drawing/2014/main" id="{2642E681-5744-494E-97D4-12A7650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6762750" cy="2809875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1862B1-C484-4466-8EB9-1E9A97D0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245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E231FF-82A9-4B73-AE7F-80A9822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981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최종값이 초기값보다 크다.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6ABB59-45ED-467D-A0B6-6C0F19A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8771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변화량은 양수</a:t>
            </a:r>
          </a:p>
        </p:txBody>
      </p:sp>
      <p:sp>
        <p:nvSpPr>
          <p:cNvPr id="12" name="증가감소 비교">
            <a:extLst xmlns:a="http://schemas.openxmlformats.org/drawingml/2006/main">
              <a:ext uri="{FF2B5EF4-FFF2-40B4-BE49-F238E27FC236}">
                <a16:creationId xmlns:a16="http://schemas.microsoft.com/office/drawing/2014/main" id="{D602893D-C336-4CAE-816D-F5D2D101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6762750" cy="2809875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5661F7-DED3-4C76-93D6-FA87A92A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245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F3B221-8512-477F-B9F8-0313123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81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최종값이 초기값보다 작다.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53AF71-A954-4449-84E3-BD58145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771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변화량은 음수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327A5E-3BED-41F4-9D9F-2939387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124950"/>
            <a:ext cx="1447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음수인 것은 엔트로피 자체가 아니라 처음과 나중의 차이이다.</a:t>
            </a:r>
          </a:p>
        </p:txBody>
      </p:sp>
    </p:spTree>
    <p:extLst>
      <p:ext uri="{BB962C8B-B14F-4D97-AF65-F5344CB8AC3E}">
        <p14:creationId xmlns:p14="http://schemas.microsoft.com/office/powerpoint/2010/main" val="123747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DD98D-6B9B-473D-B676-5DB74D4DB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bbac8988644f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977C3B0D-E04A-4799-A2D9-AF857C6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0E47E28-8E93-4245-8D1A-35D8EB24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60A42D-DD05-4804-8B08-85BA9227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188C3F-7F91-4E81-94DB-6EDA482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FB9A63E-FBFC-4D76-A6C2-AC32AE3D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077B47-241B-44B1-830C-5728CC3F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EF69C-B51D-4C75-B844-18EE03E09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69254655249e8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DA326F-6490-4E43-B2CD-2EC6FA7B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7DD541-3F78-4499-8011-27CA766E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31A5E8-D6C9-4CDF-BAFC-C5D02A5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54D7CE-3251-4AA6-86D3-D14805C7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385246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D4914-4C78-4C26-92C7-F82BAC7A7A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5e2170ab8480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C4F1B34-2F11-40DB-8230-998B7DB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7EAAC18-E8D8-4DE8-B070-90370636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AF1F84-F6C8-4D6C-9617-7B56F3AC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47BCCF-698D-45CB-9C43-AA160C9D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90D8155-1194-4EF3-BA26-A068C088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방향이 바뀌면 결론도 바뀐다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FE1373-D60C-4297-A844-CEEEFFC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8615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출발 상태와 도착 상태를 짝지어 비교한다.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7E135-E4A5-45FB-A190-6AB14D992292}"/>
              </a:ext>
            </a:extLst>
          </p:cNvPr>
          <p:cNvGraphicFramePr/>
          <p:nvPr/>
        </p:nvGraphicFramePr>
        <p:xfrm>
          <a:off xmlns:a="http://schemas.openxmlformats.org/drawingml/2006/main" x="1828800" y="4714875"/>
          <a:ext xmlns:a="http://schemas.openxmlformats.org/drawingml/2006/main" cx="14639925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0425"/>
                <a:gridCol w="5619750"/>
                <a:gridCol w="5619750"/>
              </a:tblGrid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비교하는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· 액체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→ 액체  /  융해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→ 고체  /  응고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· 기체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→ 기체  /  기화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→ 액체  /  액화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· 기체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→ 기체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→ 고체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626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B436B-76F2-46AF-B8F8-609D6CF13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6b027b5094ab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4554996-85A5-45AE-B6CF-C920684D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547B0F1-636B-4CA1-8D6A-6B04DC6F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C52324-9335-4D80-B4A1-0021DE7B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9EE53F-3FA0-41C6-A20A-F552521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6DFF711-3C30-4746-A47F-421B368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3FD1B0-4FCC-44E6-BC22-27F799C9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sp>
        <p:nvSpPr>
          <p:cNvPr id="8" name="암모니아 원본과 설명을 묶은 패널">
            <a:extLst xmlns:a="http://schemas.openxmlformats.org/drawingml/2006/main">
              <a:ext uri="{FF2B5EF4-FFF2-40B4-BE49-F238E27FC236}">
                <a16:creationId xmlns:a16="http://schemas.microsoft.com/office/drawing/2014/main" id="{8BCACE6D-7781-4B89-99D2-4F7C304B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0075"/>
            <a:ext cx="13716000" cy="4191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232BA-03B9-40C8-9BB3-93527151D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1e28d67a640a1"/>
          <a:stretch xmlns:a="http://schemas.openxmlformats.org/drawingml/2006/main"/>
        </p:blipFill>
        <p:spPr>
          <a:xfrm xmlns:a="http://schemas.openxmlformats.org/drawingml/2006/main">
            <a:off x="2720401" y="4591050"/>
            <a:ext cx="12847198" cy="35623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ADC57ED-B057-4D0F-B2BE-685410F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9724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rPr>
              <a:t>반응 전 · 기체 분자 4개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272111B-6B70-42CE-8392-8D6CC650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9724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52525"/>
                </a:solidFill>
                <a:latin typeface="Pretendard"/>
                <a:ea typeface="Pretendard"/>
                <a:cs typeface="Pretendard"/>
              </a:rPr>
              <a:t>반응 후 · 기체 분자 2개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2CF86-F914-4A99-9935-2BF70518D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e2669165c4e61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74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2CD28-2089-4846-BB28-6B0E0850F9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a706257574f6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98BF039-CB18-4768-BF99-99C08ED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08BAE05-099E-4FDE-85C8-00CAF05E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465C51-A994-4AAB-AA37-FF8C5C46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A518CD-1CCF-4C5D-80F6-4B9F8633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35E7FAB-1DC9-4CF2-9CD2-14303AE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반응식의 계수로 분자 수를 센다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BC45-6440-48DD-B631-596B6C6FDA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ceda8106d45fd"/>
          <a:stretch xmlns:a="http://schemas.openxmlformats.org/drawingml/2006/main"/>
        </p:blipFill>
        <p:spPr>
          <a:xfrm xmlns:a="http://schemas.openxmlformats.org/drawingml/2006/main">
            <a:off x="3524250" y="4048125"/>
            <a:ext cx="11239500" cy="1163036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8930CEC1-42DC-4C03-9B44-0CD72A83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FFF68"/>
            </a:solidFill>
            <a:prstDash val="solid"/>
          </a:ln>
        </p:spPr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947B96F1-5221-4A8E-8E6E-CCE7BD9A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381625"/>
            <a:ext cx="2762250" cy="9525"/>
          </a:xfrm>
          <a:custGeom xmlns:a="http://schemas.openxmlformats.org/drawingml/2006/main"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FFF68"/>
            </a:solidFill>
            <a:prstDash val="solid"/>
          </a:ln>
        </p:spPr>
      </p:sp>
      <p:sp>
        <p:nvSpPr>
          <p:cNvPr id="10" name="반응 전 분자수">
            <a:extLst xmlns:a="http://schemas.openxmlformats.org/drawingml/2006/main">
              <a:ext uri="{FF2B5EF4-FFF2-40B4-BE49-F238E27FC236}">
                <a16:creationId xmlns:a16="http://schemas.microsoft.com/office/drawing/2014/main" id="{8DD75111-A90F-4168-8CD8-86E5C73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48375"/>
            <a:ext cx="619125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반응 후 분자수">
            <a:extLst xmlns:a="http://schemas.openxmlformats.org/drawingml/2006/main">
              <a:ext uri="{FF2B5EF4-FFF2-40B4-BE49-F238E27FC236}">
                <a16:creationId xmlns:a16="http://schemas.microsoft.com/office/drawing/2014/main" id="{80E49DB8-228D-44FD-BE98-E1A07B75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48375"/>
            <a:ext cx="619125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225631-105F-49DD-88B6-14733CB8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267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질소 1개 + 수소 3개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7356583-A529-4420-A812-C505F19E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056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4개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BC6500-0440-4B84-A1AD-C2E9D448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67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암모니아 2개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E59736-DA98-40DC-A21A-2550937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056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ED13880-0EBD-46D9-92B3-BC4850A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97255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 감소 → 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373857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B2366-5A4F-41FA-8B20-00557F385F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3b4e77cc84ce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9DBCDCB-A98F-4337-A71E-5292085D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F834CD6-EA13-4478-A5B1-E6B15E7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C30E86-0F2B-4830-957B-ADED46B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E0617C-4C86-4952-B0FF-8E94DAFD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CCA43AF-ADCE-4EF5-A496-672A186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줄어도 원자는 사라지지 않는다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14494-D9DB-4700-8B03-9A4760943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dc7b08ccf4c2d"/>
          <a:stretch xmlns:a="http://schemas.openxmlformats.org/drawingml/2006/main"/>
        </p:blipFill>
        <p:spPr>
          <a:xfrm xmlns:a="http://schemas.openxmlformats.org/drawingml/2006/main">
            <a:off x="1143000" y="4848759"/>
            <a:ext cx="8191500" cy="28754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4077D-004A-4496-81C5-E73C61778737}"/>
              </a:ext>
            </a:extLst>
          </p:cNvPr>
          <p:cNvGraphicFramePr/>
          <p:nvPr/>
        </p:nvGraphicFramePr>
        <p:xfrm>
          <a:off xmlns:a="http://schemas.openxmlformats.org/drawingml/2006/main" x="9810750" y="42862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95500"/>
                <a:gridCol w="2095500"/>
              </a:tblGrid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반응 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반응 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질소 원자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수소 원자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8E581D-7A87-4507-9BF8-9D67E8A2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934450"/>
            <a:ext cx="1504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원자는 보존되고, 원자가 묶인 분자의 수가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4021669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B5E26-92E4-4B35-AB52-1B73F792A3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a118556fd4d3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4B7C429-4CC2-48D3-900C-BB61EBB1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5DA8A76-526A-4ACA-8B93-CE97ABD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91EB29-90C1-4E31-AB64-4CFC302E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9340F2-544D-4E03-BAD3-4031F2B2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9F9D1EC-EA9E-4603-8A77-A32A3B6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D99379EB-8C9A-4E7A-93B5-4EE4B8D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FCD9D-4DA8-41F8-92A0-41C27C485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f7d5f16b641e6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3E23AF-58BA-4C1C-8F87-A6D92AE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38D0BB-C3BE-49A9-B090-7FE88170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82343EE3-37D8-43E1-8DB7-1291A6A7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E9BC9D-2E06-4B34-A09E-55D7309B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AFEFB7-3031-4451-8B43-C4172C1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23909F0A-7E91-4ADE-A169-18D508C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B606D6-FB60-4B2A-90C0-D72E727E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11843242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5DB5D-C303-4E45-9EA4-6B55988A46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7bcf8849f4c7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0C58E56-5668-48A5-A596-B2792CB8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9D52C6-623D-40CF-A112-DB731202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D4A452-4FA7-4FE3-9A97-7BBE8CC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88463E-D237-439D-9529-8EE16889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3F369E7-02C4-49AF-9EC2-C63D2DC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 전후에 달라진 것과 같은 것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9229F-DA02-4A1E-B39E-74C581F2D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d94fa895e439a"/>
          <a:stretch xmlns:a="http://schemas.openxmlformats.org/drawingml/2006/main"/>
        </p:blipFill>
        <p:spPr>
          <a:xfrm xmlns:a="http://schemas.openxmlformats.org/drawingml/2006/main">
            <a:off x="1528536" y="4200525"/>
            <a:ext cx="5705929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표제">
            <a:extLst xmlns:a="http://schemas.openxmlformats.org/drawingml/2006/main">
              <a:ext uri="{FF2B5EF4-FFF2-40B4-BE49-F238E27FC236}">
                <a16:creationId xmlns:a16="http://schemas.microsoft.com/office/drawing/2014/main" id="{B252F5D3-761D-4CFF-8F76-DB0CE99F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67879D-BE53-4AC8-9FD0-36EDF6C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유지</a:t>
            </a:r>
          </a:p>
        </p:txBody>
      </p:sp>
      <p:sp>
        <p:nvSpPr>
          <p:cNvPr id="10" name="해설">
            <a:extLst xmlns:a="http://schemas.openxmlformats.org/drawingml/2006/main">
              <a:ext uri="{FF2B5EF4-FFF2-40B4-BE49-F238E27FC236}">
                <a16:creationId xmlns:a16="http://schemas.microsoft.com/office/drawing/2014/main" id="{A4CD7EBC-1494-4263-97CD-37E3DF2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529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30CBA3D-EB83-4431-9566-81D57203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053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기체의 분자 수</a:t>
            </a:r>
          </a:p>
        </p:txBody>
      </p:sp>
      <p:sp>
        <p:nvSpPr>
          <p:cNvPr id="12" name="표제">
            <a:extLst xmlns:a="http://schemas.openxmlformats.org/drawingml/2006/main">
              <a:ext uri="{FF2B5EF4-FFF2-40B4-BE49-F238E27FC236}">
                <a16:creationId xmlns:a16="http://schemas.microsoft.com/office/drawing/2014/main" id="{8ECB0F1C-7AA7-418E-8604-29648CD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150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4BA8CA-B9D5-4930-B548-EB244D87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674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4" name="해설">
            <a:extLst xmlns:a="http://schemas.openxmlformats.org/drawingml/2006/main">
              <a:ext uri="{FF2B5EF4-FFF2-40B4-BE49-F238E27FC236}">
                <a16:creationId xmlns:a16="http://schemas.microsoft.com/office/drawing/2014/main" id="{D0E03A34-BD38-4734-81F9-ECB90AF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150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CA5DA3-1AEC-4B20-B3F1-8EB7744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기체가 퍼지는 공간</a:t>
            </a:r>
          </a:p>
        </p:txBody>
      </p:sp>
      <p:sp>
        <p:nvSpPr>
          <p:cNvPr id="16" name="표제">
            <a:extLst xmlns:a="http://schemas.openxmlformats.org/drawingml/2006/main">
              <a:ext uri="{FF2B5EF4-FFF2-40B4-BE49-F238E27FC236}">
                <a16:creationId xmlns:a16="http://schemas.microsoft.com/office/drawing/2014/main" id="{618CA10E-399A-4F81-B1EB-BF143A18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6771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9215B7-0BB2-4496-A891-B4A6FA8B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829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8" name="해설">
            <a:extLst xmlns:a="http://schemas.openxmlformats.org/drawingml/2006/main">
              <a:ext uri="{FF2B5EF4-FFF2-40B4-BE49-F238E27FC236}">
                <a16:creationId xmlns:a16="http://schemas.microsoft.com/office/drawing/2014/main" id="{F6F1333F-D6B0-493D-822C-8E96303F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6771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2E92B0-D10D-4AA4-9C81-5472C568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8295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혼합으로 엔트로피 증가</a:t>
            </a:r>
          </a:p>
        </p:txBody>
      </p:sp>
    </p:spTree>
    <p:extLst>
      <p:ext uri="{BB962C8B-B14F-4D97-AF65-F5344CB8AC3E}">
        <p14:creationId xmlns:p14="http://schemas.microsoft.com/office/powerpoint/2010/main" val="523526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223E8-7016-480A-A5A8-66FA4F628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987349d754aa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00C8814-60A9-486B-ADC1-B1D689DE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DB68EC8-0C30-4824-839E-EDC6C569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62A57C-63FD-48E9-B023-987F785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31D5E7-08EF-47B9-9B00-EB6A24A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80097FD-7E0D-4EE2-89D8-BF5C360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177726-3CE4-47A2-8020-C5A02B4D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8EB5D-0D6E-4E35-8A35-99ABC680E665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09F857AA-55C8-4308-8AD2-9387EBBC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32307B3D-F045-4A08-A930-C0D32796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4240F375-BEA5-4792-9FF0-E656FA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2D926402-B011-41E5-9D09-E5DF1D18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1130DE-B5BF-4D7A-A11B-7040C44F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358962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D2E2B-9AF6-4661-BF3F-FF0692947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481debd2d492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910C5FC-E944-40BA-B4A3-2D61CD29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B6CDD23-3B74-40AD-9AA6-A67DEBA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FA2A9F-FFBE-4444-B5BA-87CE0EBD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37535A-26EF-478C-B6E3-79D6F89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E1E5A31-BAC8-4C91-99B4-C3FDE93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1E3DF7-C24E-424D-B770-909D4E2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88B35492-72A9-4005-9138-96FA9C32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E2AAEE-7DF6-42A1-99D2-4030FDBF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ACA4B2C3-009A-4BE9-B668-D8EC9D76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80D6AD8-3F90-45A9-B2FF-0530B0F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96D1BFE1-9D30-4A50-A88E-C709663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07B1054-8282-4D02-8439-788A06DF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D497C744-E195-4E6A-88F7-27A54B6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5AACAC-832A-411B-89BB-A2A3E78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92940618-D840-490E-9B65-13E45213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D1BC45C-1E45-4139-A094-7E6922E1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DE60B15C-E522-4E3D-BCDB-7BAFD032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4FEF91-F0E6-4AD4-B758-A2070F5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21350381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7127EA-15E6-4344-A6EE-F41C20D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428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701EA1-398A-40CD-AD28-FF8F6B3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00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6658C8-3533-4DD5-A116-E0C1BBC9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7E874-8834-4C39-BE51-FE6224B07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e1290f303490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F4144ECA-DC51-4160-A878-6E6EB34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927137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AD0CA-C5D8-4EBC-8630-87788F4BD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4011f233243c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7C79AA4-6C09-42C1-894C-D97CBBD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8D04969-F390-4905-ACED-CE190B89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2A3696-FCB9-4C4D-9764-E0887BA8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C616A5-6E64-4AF9-8CF2-9545276B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D30F7BB-C90E-4550-9C4D-63231CC6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CF1C90-A92B-46A9-A162-5420F403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E476E-D69C-4886-8FF3-1E68B7A22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a2db8680b457a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198C24-D518-4F1A-84DC-886F0AB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86C2CB-226B-4EBC-B17D-C6C2FD0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57CE49-39A3-4962-8DD7-CE642091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7F5327-6A20-42EC-9C21-E92ABBC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88D79B-ED24-4517-86F0-F8127203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5161889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10C65-3875-4748-AD39-26BE52B9D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777d0b4cd431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4D57482-2223-4AD7-8AFF-6131C610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C5F4AA-789B-467B-88FC-F1B1436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106349-C314-4D6C-9E92-A28BF44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CD70BD-AC7A-4107-A7B5-F716BD2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B1D420E-254E-4E0F-8BDE-AEAE58A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7AE1AE-6D2C-4A14-B9B0-55D56B2E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4948A-6B31-474E-B209-DBD31EFD54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a4178e00041fd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76DD91-FED4-4F1B-8AC8-EE11426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D45095-8B73-4B84-8B74-848F4C86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4F02FE-C008-4EF4-A0EE-F4DA6CAF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099BDE-2441-45CA-B80B-C14BE187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487366-4195-4093-B55E-5E72AE37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4753850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F04C93-A8BE-44A3-A898-D943D55E5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2a5fa7894481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928A8138-F4A8-4421-BF12-DEB0AD16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D302B6-CA80-4CF3-A751-026945E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891A28-76F4-4C2B-9E5B-C775B143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20D163-2D0C-4B63-83D1-4A2607B7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오개념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8A9FBA3-4CBE-407E-BB99-E2C941F8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 근거를 고쳐 설명해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B13A5C-D042-4C2C-B01E-01A66BCC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틀린 부분을 찾고, 아래의 사례로 바르게 설명해 보자.</a:t>
            </a:r>
          </a:p>
        </p:txBody>
      </p:sp>
      <p:sp>
        <p:nvSpPr>
          <p:cNvPr id="8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EE09E33A-A1B4-4C7C-BF1C-DE7C1569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1A5C40-09ED-4C80-B9F5-660BB605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7E3334-DF1F-4A33-A474-CD67D7C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B510F93-FEEE-4EC4-8BD2-7DA70D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원자 수도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CAAB58CC-86E3-4449-B3F3-58B3975B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B787EF-CD6C-4762-9ACD-975FE92D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816CCB8-F43F-4702-99A1-C253F47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암모니아 합성</a:t>
            </a:r>
          </a:p>
        </p:txBody>
      </p:sp>
      <p:sp>
        <p:nvSpPr>
          <p:cNvPr id="15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9D22E11E-7424-4419-A251-C652A2A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3EE06F-474B-4AD4-A099-7A4E996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A8646AB-5B8E-4B94-BDCE-E4B95BD0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같으면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F83DF4-50A4-4802-937C-4D7A3884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엔트로피도 같다.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7EFCACBB-78F9-4D44-B244-5B3FF3C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BD54E99-A068-4F03-B3EA-F9CFCA94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0EB0E0F-20D4-44D7-A37E-4865F208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서로 다른 두 기체의 혼합</a:t>
            </a:r>
          </a:p>
        </p:txBody>
      </p:sp>
      <p:sp>
        <p:nvSpPr>
          <p:cNvPr id="22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F9A4A2CC-F5B5-45D8-8318-6287C697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A7AA6A3-8BF8-4B1B-BF5C-5AAACC6F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925E534-B4EF-44BB-8526-00C0BD56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얼음이 녹으면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7CE205C-73C9-42E8-9294-E15D3AA0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종류가 바뀐다.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010B81F6-19DA-46C2-8E0C-BBF4841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361FC61-CD3F-4325-8996-CE9EC944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61B7327-F5F3-4EFC-830A-1034E6AD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얼음의 융해</a:t>
            </a:r>
          </a:p>
        </p:txBody>
      </p:sp>
    </p:spTree>
    <p:extLst>
      <p:ext uri="{BB962C8B-B14F-4D97-AF65-F5344CB8AC3E}">
        <p14:creationId xmlns:p14="http://schemas.microsoft.com/office/powerpoint/2010/main" val="11122204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D853AA-7569-42EE-B304-BA654DD28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a23b8f48146a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2B2D35F-1DC0-46FC-A5E8-6ABF53FE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2E8633-DF06-44A7-9979-9E82D7D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B2D26B-84D7-47BA-9CC5-AD497578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4B4DA4-9F4C-4091-8EBD-A48D499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FA3F5BF-6CF2-4BC9-884A-2B1AF04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687DA185-7F22-4008-BC4C-02F1CFA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2C083401-95BE-44F4-BA44-6B594F89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201458-11CA-4B0E-9415-CDADCD0B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D5E7AE-C812-444C-946E-CE3296C3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물로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45C2EE-9415-4CEE-BB95-14E7F75C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기체에서 액체로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C9D46E-B7B2-4DD5-9570-38BF5DE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상태가 바뀐다.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93C5CE-6C42-4D35-9E10-AB0E061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14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2FE99451-1510-4EB9-88B5-B1A9B37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1901B3F1-6B58-43D0-85E1-72183DC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796B3E5-A578-4440-9CD4-0A99116B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1EB3DCB-FD3F-44A9-9491-A5B3A82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6508683-835D-4A93-BC1A-22B1730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기체 분자가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80027A-F12A-473A-B73E-FEF0B8CE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3개에서 2개로 줄어든다.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180A764-15D8-46E6-A788-8078E8BA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21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AD74286A-FF12-4231-8C6E-4B5296F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2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D06A1E03-67AC-49E1-94B9-E8419344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98C0D31-D347-406B-B3F9-949492F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B4ADE0F-BB30-4EA9-A58B-E3BBAAF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다른 두 기체의 혼합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8B0399F-0540-4F84-8853-E067C9E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 수는 같아도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886F495-02DD-47DF-AFA0-54CADE8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서로 섞여 분포가 달라진다.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E29072F-92B8-4A41-9DFD-1E3AE40C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</p:spTree>
    <p:extLst>
      <p:ext uri="{BB962C8B-B14F-4D97-AF65-F5344CB8AC3E}">
        <p14:creationId xmlns:p14="http://schemas.microsoft.com/office/powerpoint/2010/main" val="597350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2026-10-30T03:51:12.5730000Z</dcterms:created>
  <dcterms:modified xsi:type="dcterms:W3CDTF">2026-10-30T03:51:12.5730000Z</dcterms:modified>
</coreProperties>
</file>