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7d19ac125146aa" /><Relationship Type="http://schemas.openxmlformats.org/officeDocument/2006/relationships/extended-properties" Target="/docProps/app.xml" Id="R6b9b7922ae914419" /><Relationship Type="http://schemas.openxmlformats.org/officeDocument/2006/relationships/officeDocument" Target="/ppt/presentation.xml" Id="R271a812ee5334d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ab2102b22e4a50"/>
  </p:sldMasterIdLst>
  <p:notesMasterIdLst>
    <p:notesMasterId xmlns:r="http://schemas.openxmlformats.org/officeDocument/2006/relationships" r:id="Re0cde9bdf93e42b8"/>
  </p:notesMasterIdLst>
  <p:sldIdLst>
    <p:sldId xmlns:r="http://schemas.openxmlformats.org/officeDocument/2006/relationships" id="256" r:id="R9a11aaba9de24870"/>
    <p:sldId xmlns:r="http://schemas.openxmlformats.org/officeDocument/2006/relationships" id="257" r:id="R531d07f55734430b"/>
    <p:sldId xmlns:r="http://schemas.openxmlformats.org/officeDocument/2006/relationships" id="258" r:id="Rd328d722242947e0"/>
    <p:sldId xmlns:r="http://schemas.openxmlformats.org/officeDocument/2006/relationships" id="259" r:id="R2e4cb4a1338b400c"/>
    <p:sldId xmlns:r="http://schemas.openxmlformats.org/officeDocument/2006/relationships" id="260" r:id="Rc594217d6fb7453c"/>
    <p:sldId xmlns:r="http://schemas.openxmlformats.org/officeDocument/2006/relationships" id="261" r:id="R975ab03e07d34aa0"/>
    <p:sldId xmlns:r="http://schemas.openxmlformats.org/officeDocument/2006/relationships" id="262" r:id="Rd934c07f8dc443ab"/>
    <p:sldId xmlns:r="http://schemas.openxmlformats.org/officeDocument/2006/relationships" id="263" r:id="R84e04cba9f1e43de"/>
    <p:sldId xmlns:r="http://schemas.openxmlformats.org/officeDocument/2006/relationships" id="264" r:id="R7e0393d6855f4c78"/>
    <p:sldId xmlns:r="http://schemas.openxmlformats.org/officeDocument/2006/relationships" id="265" r:id="Re7f1d2de3aeb4bd6"/>
    <p:sldId xmlns:r="http://schemas.openxmlformats.org/officeDocument/2006/relationships" id="266" r:id="R406d7071a8c0453f"/>
    <p:sldId xmlns:r="http://schemas.openxmlformats.org/officeDocument/2006/relationships" id="267" r:id="R22e7e96171fa4bd2"/>
    <p:sldId xmlns:r="http://schemas.openxmlformats.org/officeDocument/2006/relationships" id="268" r:id="R66ef3452358c463d"/>
    <p:sldId xmlns:r="http://schemas.openxmlformats.org/officeDocument/2006/relationships" id="269" r:id="R4a49c54d94ce41bf"/>
    <p:sldId xmlns:r="http://schemas.openxmlformats.org/officeDocument/2006/relationships" id="270" r:id="R9f1f9ed458714b3d"/>
    <p:sldId xmlns:r="http://schemas.openxmlformats.org/officeDocument/2006/relationships" id="271" r:id="R13afa2889e794da8"/>
    <p:sldId xmlns:r="http://schemas.openxmlformats.org/officeDocument/2006/relationships" id="272" r:id="R5b4f2481ce5b44d1"/>
    <p:sldId xmlns:r="http://schemas.openxmlformats.org/officeDocument/2006/relationships" id="273" r:id="Rabaebd242215417b"/>
    <p:sldId xmlns:r="http://schemas.openxmlformats.org/officeDocument/2006/relationships" id="274" r:id="Raf276df209de41a9"/>
    <p:sldId xmlns:r="http://schemas.openxmlformats.org/officeDocument/2006/relationships" id="275" r:id="Rf6b51bab4ee94b1b"/>
    <p:sldId xmlns:r="http://schemas.openxmlformats.org/officeDocument/2006/relationships" id="276" r:id="R9b19c32b103b4815"/>
    <p:sldId xmlns:r="http://schemas.openxmlformats.org/officeDocument/2006/relationships" id="277" r:id="Rdc474db559104ed6"/>
    <p:sldId xmlns:r="http://schemas.openxmlformats.org/officeDocument/2006/relationships" id="278" r:id="R7e2cf85ba54444dd"/>
    <p:sldId xmlns:r="http://schemas.openxmlformats.org/officeDocument/2006/relationships" id="279" r:id="R6c394cee21854883"/>
    <p:sldId xmlns:r="http://schemas.openxmlformats.org/officeDocument/2006/relationships" id="280" r:id="Rfda019bad8a949bf"/>
    <p:sldId xmlns:r="http://schemas.openxmlformats.org/officeDocument/2006/relationships" id="281" r:id="R4fca4c77741641d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3457288f84921" /><Relationship Type="http://schemas.openxmlformats.org/officeDocument/2006/relationships/slideMaster" Target="/ppt/slideMasters/slideMaster1.xml" Id="R9dab2102b22e4a50" /><Relationship Type="http://schemas.openxmlformats.org/officeDocument/2006/relationships/notesMaster" Target="/ppt/notesMasters/notesMaster1.xml" Id="Re0cde9bdf93e42b8" /><Relationship Type="http://schemas.openxmlformats.org/officeDocument/2006/relationships/presProps" Target="/ppt/presProps.xml" Id="Re50a2d6da0294465" /><Relationship Type="http://schemas.openxmlformats.org/officeDocument/2006/relationships/tableStyles" Target="/ppt/tableStyles.xml" Id="R1eac43884a134124" /><Relationship Type="http://schemas.openxmlformats.org/officeDocument/2006/relationships/slide" Target="/ppt/slides/slide1.xml" Id="R9a11aaba9de24870" /><Relationship Type="http://schemas.openxmlformats.org/officeDocument/2006/relationships/slide" Target="/ppt/slides/slide2.xml" Id="R531d07f55734430b" /><Relationship Type="http://schemas.openxmlformats.org/officeDocument/2006/relationships/slide" Target="/ppt/slides/slide3.xml" Id="Rd328d722242947e0" /><Relationship Type="http://schemas.openxmlformats.org/officeDocument/2006/relationships/slide" Target="/ppt/slides/slide4.xml" Id="R2e4cb4a1338b400c" /><Relationship Type="http://schemas.openxmlformats.org/officeDocument/2006/relationships/slide" Target="/ppt/slides/slide5.xml" Id="Rc594217d6fb7453c" /><Relationship Type="http://schemas.openxmlformats.org/officeDocument/2006/relationships/slide" Target="/ppt/slides/slide6.xml" Id="R975ab03e07d34aa0" /><Relationship Type="http://schemas.openxmlformats.org/officeDocument/2006/relationships/slide" Target="/ppt/slides/slide7.xml" Id="Rd934c07f8dc443ab" /><Relationship Type="http://schemas.openxmlformats.org/officeDocument/2006/relationships/slide" Target="/ppt/slides/slide8.xml" Id="R84e04cba9f1e43de" /><Relationship Type="http://schemas.openxmlformats.org/officeDocument/2006/relationships/slide" Target="/ppt/slides/slide9.xml" Id="R7e0393d6855f4c78" /><Relationship Type="http://schemas.openxmlformats.org/officeDocument/2006/relationships/slide" Target="/ppt/slides/slide10.xml" Id="Re7f1d2de3aeb4bd6" /><Relationship Type="http://schemas.openxmlformats.org/officeDocument/2006/relationships/slide" Target="/ppt/slides/slide11.xml" Id="R406d7071a8c0453f" /><Relationship Type="http://schemas.openxmlformats.org/officeDocument/2006/relationships/slide" Target="/ppt/slides/slide12.xml" Id="R22e7e96171fa4bd2" /><Relationship Type="http://schemas.openxmlformats.org/officeDocument/2006/relationships/slide" Target="/ppt/slides/slide13.xml" Id="R66ef3452358c463d" /><Relationship Type="http://schemas.openxmlformats.org/officeDocument/2006/relationships/slide" Target="/ppt/slides/slide14.xml" Id="R4a49c54d94ce41bf" /><Relationship Type="http://schemas.openxmlformats.org/officeDocument/2006/relationships/slide" Target="/ppt/slides/slide15.xml" Id="R9f1f9ed458714b3d" /><Relationship Type="http://schemas.openxmlformats.org/officeDocument/2006/relationships/slide" Target="/ppt/slides/slide16.xml" Id="R13afa2889e794da8" /><Relationship Type="http://schemas.openxmlformats.org/officeDocument/2006/relationships/slide" Target="/ppt/slides/slide17.xml" Id="R5b4f2481ce5b44d1" /><Relationship Type="http://schemas.openxmlformats.org/officeDocument/2006/relationships/slide" Target="/ppt/slides/slide18.xml" Id="Rabaebd242215417b" /><Relationship Type="http://schemas.openxmlformats.org/officeDocument/2006/relationships/slide" Target="/ppt/slides/slide19.xml" Id="Raf276df209de41a9" /><Relationship Type="http://schemas.openxmlformats.org/officeDocument/2006/relationships/slide" Target="/ppt/slides/slide20.xml" Id="Rf6b51bab4ee94b1b" /><Relationship Type="http://schemas.openxmlformats.org/officeDocument/2006/relationships/slide" Target="/ppt/slides/slide21.xml" Id="R9b19c32b103b4815" /><Relationship Type="http://schemas.openxmlformats.org/officeDocument/2006/relationships/slide" Target="/ppt/slides/slide22.xml" Id="Rdc474db559104ed6" /><Relationship Type="http://schemas.openxmlformats.org/officeDocument/2006/relationships/slide" Target="/ppt/slides/slide23.xml" Id="R7e2cf85ba54444dd" /><Relationship Type="http://schemas.openxmlformats.org/officeDocument/2006/relationships/slide" Target="/ppt/slides/slide24.xml" Id="R6c394cee21854883" /><Relationship Type="http://schemas.openxmlformats.org/officeDocument/2006/relationships/slide" Target="/ppt/slides/slide25.xml" Id="Rfda019bad8a949bf" /><Relationship Type="http://schemas.openxmlformats.org/officeDocument/2006/relationships/slide" Target="/ppt/slides/slide26.xml" Id="R4fca4c77741641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f701854c544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1fbe2b5984f7f" /><Relationship Type="http://schemas.openxmlformats.org/officeDocument/2006/relationships/notesMaster" Target="/ppt/notesMasters/notesMaster1.xml" Id="R2190e36f73ef41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d0a78ebbc64d11" /><Relationship Type="http://schemas.openxmlformats.org/officeDocument/2006/relationships/notesMaster" Target="/ppt/notesMasters/notesMaster1.xml" Id="R46e465b2815f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bcb76559284cd9" /><Relationship Type="http://schemas.openxmlformats.org/officeDocument/2006/relationships/notesMaster" Target="/ppt/notesMasters/notesMaster1.xml" Id="R9615df5007df44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cf1e486f645ed" /><Relationship Type="http://schemas.openxmlformats.org/officeDocument/2006/relationships/notesMaster" Target="/ppt/notesMasters/notesMaster1.xml" Id="R095b4ee77bcb4f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c93b15a504b4d" /><Relationship Type="http://schemas.openxmlformats.org/officeDocument/2006/relationships/notesMaster" Target="/ppt/notesMasters/notesMaster1.xml" Id="Rd5d5c026256b44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17a0f965841af" /><Relationship Type="http://schemas.openxmlformats.org/officeDocument/2006/relationships/notesMaster" Target="/ppt/notesMasters/notesMaster1.xml" Id="R7655571756ce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0043fe22244173" /><Relationship Type="http://schemas.openxmlformats.org/officeDocument/2006/relationships/notesMaster" Target="/ppt/notesMasters/notesMaster1.xml" Id="R44dd14bfd68644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0fc15178ae4bf4" /><Relationship Type="http://schemas.openxmlformats.org/officeDocument/2006/relationships/notesMaster" Target="/ppt/notesMasters/notesMaster1.xml" Id="Rb6339eb6a4f04a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ced86c14714e4a" /><Relationship Type="http://schemas.openxmlformats.org/officeDocument/2006/relationships/notesMaster" Target="/ppt/notesMasters/notesMaster1.xml" Id="R6fba8939e2c546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0139c421154ef7" /><Relationship Type="http://schemas.openxmlformats.org/officeDocument/2006/relationships/notesMaster" Target="/ppt/notesMasters/notesMaster1.xml" Id="Rb2dfb3fbe90942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42d4ef0f84e4c" /><Relationship Type="http://schemas.openxmlformats.org/officeDocument/2006/relationships/notesMaster" Target="/ppt/notesMasters/notesMaster1.xml" Id="R55ebea16402645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dcd838a03046cd" /><Relationship Type="http://schemas.openxmlformats.org/officeDocument/2006/relationships/notesMaster" Target="/ppt/notesMasters/notesMaster1.xml" Id="Rd61f92890f8a40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d41f20b8494c0a" /><Relationship Type="http://schemas.openxmlformats.org/officeDocument/2006/relationships/notesMaster" Target="/ppt/notesMasters/notesMaster1.xml" Id="R8b32d2abf9fe4b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600b939bb74c84" /><Relationship Type="http://schemas.openxmlformats.org/officeDocument/2006/relationships/notesMaster" Target="/ppt/notesMasters/notesMaster1.xml" Id="Rfa87535993de43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bf8af7bf204fdf" /><Relationship Type="http://schemas.openxmlformats.org/officeDocument/2006/relationships/notesMaster" Target="/ppt/notesMasters/notesMaster1.xml" Id="R02f0eb3702204b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b3e6e7f19a437c" /><Relationship Type="http://schemas.openxmlformats.org/officeDocument/2006/relationships/notesMaster" Target="/ppt/notesMasters/notesMaster1.xml" Id="R55302e26871541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e24efb6f9a41f7" /><Relationship Type="http://schemas.openxmlformats.org/officeDocument/2006/relationships/notesMaster" Target="/ppt/notesMasters/notesMaster1.xml" Id="R9d82b410336e43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b461719d93419e" /><Relationship Type="http://schemas.openxmlformats.org/officeDocument/2006/relationships/notesMaster" Target="/ppt/notesMasters/notesMaster1.xml" Id="R0bc7fa5aacfb4b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5820232d0842a4" /><Relationship Type="http://schemas.openxmlformats.org/officeDocument/2006/relationships/notesMaster" Target="/ppt/notesMasters/notesMaster1.xml" Id="Re3c56c2d9fed40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d3b1d53b7d49aa" /><Relationship Type="http://schemas.openxmlformats.org/officeDocument/2006/relationships/notesMaster" Target="/ppt/notesMasters/notesMaster1.xml" Id="Radb3f4c1ff5c40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b5b330f7e340f8" /><Relationship Type="http://schemas.openxmlformats.org/officeDocument/2006/relationships/notesMaster" Target="/ppt/notesMasters/notesMaster1.xml" Id="Rfb6435cf842743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df869c2be24fd3" /><Relationship Type="http://schemas.openxmlformats.org/officeDocument/2006/relationships/notesMaster" Target="/ppt/notesMasters/notesMaster1.xml" Id="Rbc7033619d9844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5f883ce3e84d3c" /><Relationship Type="http://schemas.openxmlformats.org/officeDocument/2006/relationships/notesMaster" Target="/ppt/notesMasters/notesMaster1.xml" Id="Red6b3737d3024e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acde3ce2034e17" /><Relationship Type="http://schemas.openxmlformats.org/officeDocument/2006/relationships/notesMaster" Target="/ppt/notesMasters/notesMaster1.xml" Id="R73ab8d6784804d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621e847f214d05" /><Relationship Type="http://schemas.openxmlformats.org/officeDocument/2006/relationships/notesMaster" Target="/ppt/notesMasters/notesMaster1.xml" Id="R8b48581426b244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a3243b547b45ee" /><Relationship Type="http://schemas.openxmlformats.org/officeDocument/2006/relationships/notesMaster" Target="/ppt/notesMasters/notesMaster1.xml" Id="Rf2b3770ae52845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오늘은 입자의 배열과 운동을 바탕으로 엔트로피를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방향제에서 조금 떨어져 있는데도 향기를 맡을 수 있습니다. 방향제 근처에서 나온 향기 입자가 시간이 지나면 어느 공간까지 퍼지는지 그림으로 설명해 봅시다. 그림의 작은 점은 눈에 보이지 않는 향기 입자를 크게 나타낸 모형입니다.</a:t>
            </a:r>
          </a:p>
          <a:p xmlns:a="http://schemas.openxmlformats.org/drawingml/2006/main">
            <a:r>
              <a:t>운영: 먼저 입자가 처음 모여 있던 곳과 나중에 퍼진 공간을 비교하게 한다. 입자가 커지거나 사라지는 것으로 해석하지 않도록 짚는다. 엔트로피의 증가 설명은 개념 학습 뒤 향기 설명 장표에서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등록 두 학생을 참조한 전신 확장·향기 입자 모형 생성 hook-two-students-diffusion-v12.png.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엔트로피의 의미를 먼저 배우고, 여러 변화에서 엔트로피의 증가와 감소를 비교한 뒤 문제에 적용해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R04 PDF3 세 블록 목차.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물질의 상태와 엔트로피를 연결하고, 상태 변화·기체 분자 수·혼합을 근거로 변화 방향을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같은 물질도 고체·액체·기체에서 입자의 배열과 운동이 다릅니다. 이 차이를 엔트로피와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엔트로피는 물질의 무질서도를 나타내는 척도이며 기호 S로 나타냅니다. 여기서 무질서도는 입자의 배열과 운동에 관한 것입니다. 다음 그림에서 이를 구체적으로 비교해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고체의 분자는 일정한 위치에서 진동합니다. 액체의 분자는 서로 가까이 있으면서 이동할 수 있습니다. 기체의 분자는 멀리 떨어져 자유롭게 운동합니다. 같은 물질은 일반적으로 고체, 액체, 기체 순으로 엔트로피가 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 모형의 간격만 보지 말고 위치가 고정되어 있는지와 이동할 수 있는지를 비교한다. 고체도 입자 운동이 멈춘 상태가 아니다.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그림Ⅲ-10; 완자2022 139 상태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물질의 종류와 양이 다르면 단순히 고체인지 기체인지만 보고 엔트로피의 크기를 비교할 수 없다. 이 단원 그림은 동일한 물질의 상태 차이를 비교하는 모형이다.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천재90; 완자2022 139 비교 설명을 범위 내 재구성;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변화의 방향을 말하려면 처음과 나중을 비교해야 합니다. 엔트로피가 얼마나 달라졌는지 나타내는 방법을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최종 상태의 엔트로피에서 초기 상태의 엔트로피를 빼면 엔트로피 변화입니다. 나중이 더 크면 양수, 더 작으면 음수입니다. 뺄셈 순서를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변화량의 부호와 상태 자체의 엔트로피를 구별한다. 같은 두 상태의 변화 방향을 뒤집으면 변화량의 부호도 반대가 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정의; 완자2022 139 엔트로피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융해와 기화는 엔트로피가 증가하는 변화입니다. 반대인 응고와 액화는 엔트로피가 감소합니다. 그림의 화살표 방향과 부호를 함께 읽어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입자의 배열과 운동을 근거로 정방향과 역방향을 짝지어 설명하게 한다. 고체와 기체의 직접 변화는 방향을 말로 풀어 명확히 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그림Ⅲ-11; 완자2022 139 상태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질소 분자 한 개와 수소 분자 세 개가 반응해 암모니아 분자 두 개가 됩니다. 기체 분자 수가 네 개에서 두 개로 감소하므로 엔트로피가 감소합니다. 원자 수가 아니라 기체 분자 수를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 원본·생성 반응식 ammonia.png.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질소와 수소라는 두 종류를 세는 것이 아니라 계수를 이용해 분자의 수를 센다. 계수는 같은 비율의 몰수로도 해석할 수 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암모니아 예시;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암모니아 분자 하나에는 질소 원자 한 개와 수소 원자 세 개가 들어 있다. 두 분자에 들어 있는 원자를 세어 반응 전후의 원자 수 보존을 확인한다.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예시의 입자 해석 보강;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꼭지를 열기 전에는 두 기체가 각각의 용기에 있습니다. 꼭지를 열면 두 기체가 전체 공간에 섞입니다. 전체 분자 수는 같아도 혼합으로 엔트로피가 증가합니다.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꼭지를 열기 전후의 분자를 색깔별로 세게 한다. 화학 반응으로 새 분자가 생긴 것이 아니라 기존 분자의 분포가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완자2022 139 혼합;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상태 변화, 기체 분자 수, 혼합 여부가 판단의 근거입니다. 같은 물질의 상태 변화와 모두 기체인 반응을 각각 구분해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 그림Ⅲ-10~13; R05 PDF32 비교표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방향제에서 나온 입자는 처음 가까운 공간에 있다가 공기 중 넓은 공간으로 퍼져 섞입니다. 입자의 분포가 달라지는 이 과정에서 엔트로피가 증가합니다. 입자 수가 늘어서라고 설명하지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지금부터 주어진 변화가 증가인지 감소인지, 무엇을 근거로 판단했는지 함께 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수증기가 액체 물이 되는 액화입니다. 같은 물질이 기체에서 액체로 바뀌므로 엔트로피가 감소합니다. 물 분자 자체가 다른 물질로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확인(1), 지도서116 해설. 새 생성 condense.png.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일산화 질소 두 분자와 산소 한 분자가 이산화 질소 두 분자가 됩니다. 모두 기체이고 기체 분자 수가 세 개에서 두 개로 줄어드므로 엔트로피가 감소합니다.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확인(2), 지도서116 해설. 새 생성 no.png.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세 주장 모두 옳지 않다. 첫째 원자 수는 보존된다. 둘째 두 기체의 혼합은 분자 수가 같아도 엔트로피가 증가한다. 셋째 융해에서 물 분자는 유지되고 배열과 운동이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완자2022 139·142 확인 방식 재구성;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물의 액화는 상태 변화, 일산화 질소의 산화는 기체 분자 수 감소가 근거입니다. 혼합은 분자 수가 같아도 엔트로피가 증가합니다. 무엇이 달라졌는지를 먼저 확인하고 근거를 설명해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천재90~91, 지도서116, 완자2022 138~139. R06 PDF15 대조 패널과21장 표제 구조를 세 판단 기준으로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657df1d094c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23d4a618f4b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c4481a2934d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fa36c25b7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adda2fd5f4e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c4d08a15049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DC36FF-5862-47B4-AFD4-FC9D82DFC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7C1DAB-783C-4623-B113-F53FC22FFD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1E6F28-9396-43DC-8193-437AE2D6E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E572CA-A62D-412A-BCEE-BF2C07C40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499194-D598-4BC6-B3AE-7D5663959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808EF0-2DDD-40C4-960B-E09D72CF5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81997F-7844-48B2-9AFE-65F26E85C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B518D7-8103-460F-A9B5-18287F21B0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5FF99B-BDF5-4785-AEA9-1E667362D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4AE13F-1C8B-403D-B426-E008DCF3A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820c7adaf146d7" /><Relationship Type="http://schemas.openxmlformats.org/officeDocument/2006/relationships/slideLayout" Target="/ppt/slideLayouts/slideLayout1.xml" Id="Rf6ba7fddd38a4928" /><Relationship Type="http://schemas.openxmlformats.org/officeDocument/2006/relationships/slideLayout" Target="/ppt/slideLayouts/slideLayout2.xml" Id="R3306edee897f4e69" /><Relationship Type="http://schemas.openxmlformats.org/officeDocument/2006/relationships/slideLayout" Target="/ppt/slideLayouts/slideLayout3.xml" Id="R84c53ad6c9004057" /><Relationship Type="http://schemas.openxmlformats.org/officeDocument/2006/relationships/slideLayout" Target="/ppt/slideLayouts/slideLayout4.xml" Id="Ree6a88f3b88b432e" /><Relationship Type="http://schemas.openxmlformats.org/officeDocument/2006/relationships/slideLayout" Target="/ppt/slideLayouts/slideLayout5.xml" Id="R4370112c0c2140da" /><Relationship Type="http://schemas.openxmlformats.org/officeDocument/2006/relationships/slideLayout" Target="/ppt/slideLayouts/slideLayout6.xml" Id="Refd8559cabf34c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ba7fddd38a4928"/>
    <p:sldLayoutId xmlns:r="http://schemas.openxmlformats.org/officeDocument/2006/relationships" id="2147483650" r:id="R3306edee897f4e69"/>
    <p:sldLayoutId xmlns:r="http://schemas.openxmlformats.org/officeDocument/2006/relationships" id="2147483651" r:id="R84c53ad6c9004057"/>
    <p:sldLayoutId xmlns:r="http://schemas.openxmlformats.org/officeDocument/2006/relationships" id="2147483652" r:id="Ree6a88f3b88b432e"/>
    <p:sldLayoutId xmlns:r="http://schemas.openxmlformats.org/officeDocument/2006/relationships" id="2147483653" r:id="R4370112c0c2140da"/>
    <p:sldLayoutId xmlns:r="http://schemas.openxmlformats.org/officeDocument/2006/relationships" id="2147483654" r:id="Refd8559cabf34c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51b7b4ada41d6" /><Relationship Type="http://schemas.openxmlformats.org/officeDocument/2006/relationships/image" Target="/ppt/media/image.png" Id="Rb317a37514694c0f" /><Relationship Type="http://schemas.openxmlformats.org/officeDocument/2006/relationships/image" Target="/ppt/media/image2.png" Id="R7a3e9ec8d63a4412" /><Relationship Type="http://schemas.openxmlformats.org/officeDocument/2006/relationships/image" Target="/ppt/media/image3.png" Id="R3f4f9ef071da47ba" /><Relationship Type="http://schemas.openxmlformats.org/officeDocument/2006/relationships/notesSlide" Target="/ppt/notesSlides/notesSlide1.xml" Id="R03c3656118d3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6dec65eb642db" /><Relationship Type="http://schemas.openxmlformats.org/officeDocument/2006/relationships/image" Target="/ppt/media/image4.png" Id="Rc0c8759a97d143d9" /><Relationship Type="http://schemas.openxmlformats.org/officeDocument/2006/relationships/image" Target="/ppt/media/image5.png" Id="Recef350c7e974003" /><Relationship Type="http://schemas.openxmlformats.org/officeDocument/2006/relationships/image" Target="/ppt/media/image6.png" Id="Re768a4bf90874786" /><Relationship Type="http://schemas.openxmlformats.org/officeDocument/2006/relationships/notesSlide" Target="/ppt/notesSlides/notesSlide2.xml" Id="R79c417a307a3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9c92090c44307" /><Relationship Type="http://schemas.openxmlformats.org/officeDocument/2006/relationships/image" Target="/ppt/media/image7.png" Id="Rd6cbf16aa6af4822" /><Relationship Type="http://schemas.openxmlformats.org/officeDocument/2006/relationships/notesSlide" Target="/ppt/notesSlides/notesSlide3.xml" Id="Rfae52dc76e0249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6d8e5a5d14a91" /><Relationship Type="http://schemas.openxmlformats.org/officeDocument/2006/relationships/image" Target="/ppt/media/image8.png" Id="Rac5c372b45c84897" /><Relationship Type="http://schemas.openxmlformats.org/officeDocument/2006/relationships/notesSlide" Target="/ppt/notesSlides/notesSlide4.xml" Id="Rdbb39dce566642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4a806957d468d" /><Relationship Type="http://schemas.openxmlformats.org/officeDocument/2006/relationships/image" Target="/ppt/media/image9.png" Id="Rc83485deb89f405d" /><Relationship Type="http://schemas.openxmlformats.org/officeDocument/2006/relationships/image" Target="/ppt/media/image10.png" Id="Rd4d0688dfda14a48" /><Relationship Type="http://schemas.openxmlformats.org/officeDocument/2006/relationships/notesSlide" Target="/ppt/notesSlides/notesSlide5.xml" Id="R1959b93e2b7543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9743072124d83" /><Relationship Type="http://schemas.openxmlformats.org/officeDocument/2006/relationships/image" Target="/ppt/media/image11.png" Id="R6634a549f85c4a3f" /><Relationship Type="http://schemas.openxmlformats.org/officeDocument/2006/relationships/notesSlide" Target="/ppt/notesSlides/notesSlide6.xml" Id="R125c3808406c41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5b721f67841f7" /><Relationship Type="http://schemas.openxmlformats.org/officeDocument/2006/relationships/image" Target="/ppt/media/image12.png" Id="Racc0cc5f04294a8c" /><Relationship Type="http://schemas.openxmlformats.org/officeDocument/2006/relationships/image" Target="/ppt/media/image13.png" Id="R221081da19dc45f4" /><Relationship Type="http://schemas.openxmlformats.org/officeDocument/2006/relationships/notesSlide" Target="/ppt/notesSlides/notesSlide7.xml" Id="R6cc2edf65e8047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8711447654dc6" /><Relationship Type="http://schemas.openxmlformats.org/officeDocument/2006/relationships/image" Target="/ppt/media/image14.png" Id="R447b8bbf6c724eed" /><Relationship Type="http://schemas.openxmlformats.org/officeDocument/2006/relationships/image" Target="/ppt/media/image15.png" Id="R6354feb33da2458e" /><Relationship Type="http://schemas.openxmlformats.org/officeDocument/2006/relationships/notesSlide" Target="/ppt/notesSlides/notesSlide8.xml" Id="Rf02fc1f2bb964e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e4dd69e744386" /><Relationship Type="http://schemas.openxmlformats.org/officeDocument/2006/relationships/image" Target="/ppt/media/image16.png" Id="R4c676d75bcb6491f" /><Relationship Type="http://schemas.openxmlformats.org/officeDocument/2006/relationships/notesSlide" Target="/ppt/notesSlides/notesSlide9.xml" Id="R6f287568100f41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af335ee604fd9" /><Relationship Type="http://schemas.openxmlformats.org/officeDocument/2006/relationships/image" Target="/ppt/media/image17.png" Id="R6c6daab958444152" /><Relationship Type="http://schemas.openxmlformats.org/officeDocument/2006/relationships/image" Target="/ppt/media/image18.png" Id="R3882aa28492e4f76" /><Relationship Type="http://schemas.openxmlformats.org/officeDocument/2006/relationships/notesSlide" Target="/ppt/notesSlides/notesSlide10.xml" Id="Rbddea9da0b044f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cf4b840e84efa" /><Relationship Type="http://schemas.openxmlformats.org/officeDocument/2006/relationships/image" Target="/ppt/media/image19.png" Id="Rf40998bd5c0048f2" /><Relationship Type="http://schemas.openxmlformats.org/officeDocument/2006/relationships/image" Target="/ppt/media/image20.png" Id="R3c7256d2c83c496d" /><Relationship Type="http://schemas.openxmlformats.org/officeDocument/2006/relationships/notesSlide" Target="/ppt/notesSlides/notesSlide11.xml" Id="Rc163405a5f774e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8b27c5eeb4c0d" /><Relationship Type="http://schemas.openxmlformats.org/officeDocument/2006/relationships/image" Target="/ppt/media/image21.png" Id="Ra79640adc19f4cd9" /><Relationship Type="http://schemas.openxmlformats.org/officeDocument/2006/relationships/image" Target="/ppt/media/image22.png" Id="R18871b9ce72c48ff" /><Relationship Type="http://schemas.openxmlformats.org/officeDocument/2006/relationships/notesSlide" Target="/ppt/notesSlides/notesSlide12.xml" Id="R905babd3ff2648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38eaf632f4de9" /><Relationship Type="http://schemas.openxmlformats.org/officeDocument/2006/relationships/image" Target="/ppt/media/image23.png" Id="R02ae4e193c524973" /><Relationship Type="http://schemas.openxmlformats.org/officeDocument/2006/relationships/image" Target="/ppt/media/image24.png" Id="R0cce1ec70e5f4afe" /><Relationship Type="http://schemas.openxmlformats.org/officeDocument/2006/relationships/notesSlide" Target="/ppt/notesSlides/notesSlide13.xml" Id="R3f19dcf4024648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1184f256543cf" /><Relationship Type="http://schemas.openxmlformats.org/officeDocument/2006/relationships/image" Target="/ppt/media/image25.png" Id="Rf68bd0de66824824" /><Relationship Type="http://schemas.openxmlformats.org/officeDocument/2006/relationships/notesSlide" Target="/ppt/notesSlides/notesSlide14.xml" Id="Ra5121d40ba1b42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b006df3f04abb" /><Relationship Type="http://schemas.openxmlformats.org/officeDocument/2006/relationships/image" Target="/ppt/media/image26.png" Id="Re84dd8a529864f00" /><Relationship Type="http://schemas.openxmlformats.org/officeDocument/2006/relationships/image" Target="/ppt/media/image27.png" Id="R3f94678210db4cdf" /><Relationship Type="http://schemas.openxmlformats.org/officeDocument/2006/relationships/image" Target="/ppt/media/image28.png" Id="R43ca2f3a83d74344" /><Relationship Type="http://schemas.openxmlformats.org/officeDocument/2006/relationships/notesSlide" Target="/ppt/notesSlides/notesSlide15.xml" Id="Re3a90627183c47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7f623745e465e" /><Relationship Type="http://schemas.openxmlformats.org/officeDocument/2006/relationships/image" Target="/ppt/media/image29.png" Id="Rdda2917ba43f461a" /><Relationship Type="http://schemas.openxmlformats.org/officeDocument/2006/relationships/image" Target="/ppt/media/image30.png" Id="R9e3940c052d440c5" /><Relationship Type="http://schemas.openxmlformats.org/officeDocument/2006/relationships/notesSlide" Target="/ppt/notesSlides/notesSlide16.xml" Id="R9cc8068d0bfe45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dbc522b674da8" /><Relationship Type="http://schemas.openxmlformats.org/officeDocument/2006/relationships/image" Target="/ppt/media/image31.png" Id="Rd06482947d5d40af" /><Relationship Type="http://schemas.openxmlformats.org/officeDocument/2006/relationships/image" Target="/ppt/media/image32.png" Id="R38d799fffc4b42c3" /><Relationship Type="http://schemas.openxmlformats.org/officeDocument/2006/relationships/notesSlide" Target="/ppt/notesSlides/notesSlide17.xml" Id="Re3bf929297d044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eaa83b640416d" /><Relationship Type="http://schemas.openxmlformats.org/officeDocument/2006/relationships/image" Target="/ppt/media/image33.png" Id="R3478af7264b640e8" /><Relationship Type="http://schemas.openxmlformats.org/officeDocument/2006/relationships/image" Target="/ppt/media/image34.png" Id="Re06452d82e534c45" /><Relationship Type="http://schemas.openxmlformats.org/officeDocument/2006/relationships/notesSlide" Target="/ppt/notesSlides/notesSlide18.xml" Id="R6c97cd61919b47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6db6cc70049e6" /><Relationship Type="http://schemas.openxmlformats.org/officeDocument/2006/relationships/image" Target="/ppt/media/image35.png" Id="Rf382a430d5c949e0" /><Relationship Type="http://schemas.openxmlformats.org/officeDocument/2006/relationships/image" Target="/ppt/media/image36.png" Id="R33a213b2df66470b" /><Relationship Type="http://schemas.openxmlformats.org/officeDocument/2006/relationships/notesSlide" Target="/ppt/notesSlides/notesSlide19.xml" Id="R7e421ff5fadb44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10912a5ee4f54" /><Relationship Type="http://schemas.openxmlformats.org/officeDocument/2006/relationships/image" Target="/ppt/media/image37.png" Id="R3b8fc89698054313" /><Relationship Type="http://schemas.openxmlformats.org/officeDocument/2006/relationships/notesSlide" Target="/ppt/notesSlides/notesSlide20.xml" Id="Rf1ef6e7d270d48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34ce6af7c4fc5" /><Relationship Type="http://schemas.openxmlformats.org/officeDocument/2006/relationships/image" Target="/ppt/media/image38.png" Id="R4b79ea6c13d14352" /><Relationship Type="http://schemas.openxmlformats.org/officeDocument/2006/relationships/notesSlide" Target="/ppt/notesSlides/notesSlide21.xml" Id="R663f913521c741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1d14a6c794fc4" /><Relationship Type="http://schemas.openxmlformats.org/officeDocument/2006/relationships/image" Target="/ppt/media/image39.png" Id="R9c45dbdec1fa40c7" /><Relationship Type="http://schemas.openxmlformats.org/officeDocument/2006/relationships/image" Target="/ppt/media/image40.png" Id="Rf824d55ab75946cb" /><Relationship Type="http://schemas.openxmlformats.org/officeDocument/2006/relationships/notesSlide" Target="/ppt/notesSlides/notesSlide22.xml" Id="R40c08361a8ff4b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2a3a508a74458" /><Relationship Type="http://schemas.openxmlformats.org/officeDocument/2006/relationships/image" Target="/ppt/media/image41.png" Id="Rfe9f6185014d4ef6" /><Relationship Type="http://schemas.openxmlformats.org/officeDocument/2006/relationships/image" Target="/ppt/media/image42.png" Id="R0b4d4a4c69af44b9" /><Relationship Type="http://schemas.openxmlformats.org/officeDocument/2006/relationships/notesSlide" Target="/ppt/notesSlides/notesSlide23.xml" Id="R25cd8d56acfc45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1b748b0e84932" /><Relationship Type="http://schemas.openxmlformats.org/officeDocument/2006/relationships/image" Target="/ppt/media/image43.png" Id="Rac404b47248a4bb7" /><Relationship Type="http://schemas.openxmlformats.org/officeDocument/2006/relationships/image" Target="/ppt/media/image44.png" Id="Re7daff88f0d4419c" /><Relationship Type="http://schemas.openxmlformats.org/officeDocument/2006/relationships/notesSlide" Target="/ppt/notesSlides/notesSlide24.xml" Id="R121d91d760864a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542e6313f4007" /><Relationship Type="http://schemas.openxmlformats.org/officeDocument/2006/relationships/image" Target="/ppt/media/image45.png" Id="R5a0ac658f85643ee" /><Relationship Type="http://schemas.openxmlformats.org/officeDocument/2006/relationships/notesSlide" Target="/ppt/notesSlides/notesSlide25.xml" Id="Rf3805e6102854a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1dd3c846d400c" /><Relationship Type="http://schemas.openxmlformats.org/officeDocument/2006/relationships/image" Target="/ppt/media/image46.png" Id="R79e288fc7a3e43d2" /><Relationship Type="http://schemas.openxmlformats.org/officeDocument/2006/relationships/notesSlide" Target="/ppt/notesSlides/notesSlide26.xml" Id="Rda52575661ec4d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75A2E-001B-403B-8EA1-591971F96E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7a37514694c0f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92E4EEE3-BFFC-4522-91E4-20232EB3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4000">
                <a:srgbClr val="0C7D08">
                  <a:alpha val="98000"/>
                </a:srgbClr>
              </a:gs>
              <a:gs pos="38000">
                <a:srgbClr val="0C7D08">
                  <a:alpha val="88000"/>
                </a:srgbClr>
              </a:gs>
              <a:gs pos="61000">
                <a:srgbClr val="0C7D08">
                  <a:alpha val="28000"/>
                </a:srgbClr>
              </a:gs>
              <a:gs pos="78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09637CA-0295-41DE-BF2F-9532ADB3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524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9148B3-D5AD-46B7-A56D-C2B86BB0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8EB17A-FBA5-462D-812B-ED931A5C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08FA48-3472-4B22-8EA7-5ED893B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9F678-E201-4993-A293-7876B00B2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e9ec8d63a441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67422-73D3-4BC6-93E8-27DC1C54D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9ef071da47ba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5122E9BE-B7C0-4801-B4D1-49F129B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59728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F3DEB-6457-4096-B5F3-CBBEAE3FA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8759a97d143d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ECA60-7456-45B7-86C5-514DFA8CAC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f350c7e97400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11929F7C-C552-4217-B135-99CD2AB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F938AD-DAAD-4511-A82E-3951C801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471B3B-CF1D-4B9B-9A82-4024CFD8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E294B1-7D06-4ADA-A055-7002D919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E44E5E8-DA97-4EC2-90B3-7364A72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떨어져 있어도 향기를 맡을 수 있는 까닭은?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A786D3-15AA-478C-AFA1-82ECB04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1524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 근처에 있던 향기 입자는 시간이 지나면 어떻게 분포할까?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9D18E-2DAB-40AE-AAB9-AE159B5F27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8a4bf90874786"/>
          <a:stretch xmlns:a="http://schemas.openxmlformats.org/drawingml/2006/main"/>
        </p:blipFill>
        <p:spPr>
          <a:xfrm xmlns:a="http://schemas.openxmlformats.org/drawingml/2006/main">
            <a:off x="4786313" y="4191000"/>
            <a:ext cx="8715375" cy="58102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E596C5-AC6B-43B5-8C14-B0B2440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401175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작은 점은 눈에 보이지 않는 향기 입자를 나타낸 모형이다.</a:t>
            </a:r>
          </a:p>
        </p:txBody>
      </p:sp>
    </p:spTree>
    <p:extLst>
      <p:ext uri="{BB962C8B-B14F-4D97-AF65-F5344CB8AC3E}">
        <p14:creationId xmlns:p14="http://schemas.microsoft.com/office/powerpoint/2010/main" val="1589008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0FE3E0E-7B72-4DF1-9611-3438A9BB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3477D87F-A9F7-4AC6-91B3-7B546427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259033C-F6BE-433F-869F-CD943923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94622AF-C4C8-4445-A632-3D0960A9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882FE3-E581-4834-B7E7-DBB0EC3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6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776B05C8-B7C5-448F-8D22-0199915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49C38F-82BB-4CEF-9E7C-9161CFBF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AF16FC-077A-4BBE-B716-BCBE60E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4405BBD-BFED-41FE-9EC9-7A7F1959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0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B33EEBD9-4048-44B9-A7BD-F131D41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5514EE-7640-47A1-A31A-2EDDAB3B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9C4B21-41BE-4169-A3FA-D32FEB6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CF985D-9612-40B8-82D1-B0045AE8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01327-E0F8-4340-9393-80E4AD986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bf16aa6af482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15" name="copyright">
            <a:extLst xmlns:a="http://schemas.openxmlformats.org/drawingml/2006/main">
              <a:ext uri="{FF2B5EF4-FFF2-40B4-BE49-F238E27FC236}">
                <a16:creationId xmlns:a16="http://schemas.microsoft.com/office/drawing/2014/main" id="{178F5139-54F3-481A-A0C7-B4065A8A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0641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086C0-A79F-4EB4-AADD-6B556832C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c372b45c8489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6BC77C2-A063-40FD-81A3-C1F6C99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D928A3-4BAF-4899-A626-C0D07472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6F4FAF37-C1D1-4759-A90B-FAF96789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DEA9B5-6326-400F-9A99-B7F60F57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015CCE-CB02-47B8-AA5F-FFBFB99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F78C25-5C3C-4B85-953D-83A5548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598B41-E651-43F6-BF5C-872275A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E56F1E-2B77-4272-91A6-3D990D4F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6C98E3-B5EC-4832-B032-254C3C0E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18022461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A4AF3-8F5F-48B4-AD45-531529B18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485deb89f405d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EB75E7E3-D981-452A-9E6F-4ECF38AF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40775A9-0901-4648-8215-61FF67F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EB4A48-761E-43B2-990B-0FA13D5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7CC125-F2DA-4977-A3E5-F7360C3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D539E-1185-4163-A60A-9B14DDC27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0688dfda14a4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FEDC8F9B-683A-4A1A-B2C2-6C2C3A00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5879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0F69B-6F0C-4E9E-9E9D-77E17C756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4a549f85c4a3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E7F6D46-A557-45CA-B784-82F3B54D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61406B7-D58F-4AE9-B41F-BDB7FA95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F1E7D4-474D-4EAA-8364-10F4F8DC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11412E-C5CB-4566-950D-30CCBFF1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2F4459-67A3-48FF-B8B0-5FEAA7DD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6E7C2D-0C2D-4AAD-80CC-BF7BA3E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F95566-4915-4FD7-9A31-9FBC070E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CD779C0C-0574-4138-8E7D-5EA5EC2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43761FAB-ACA8-4012-94F2-53E6F11B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ABCCEF52-F4DF-4104-8CE6-E8711F7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430A6A93-9CC3-4A97-B416-1422C0CE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646AEE84-7391-467C-820E-D6D3A528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8B487B8-2A9A-4D7D-8ED0-64348EB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E1F5F34A-6035-4A05-ACB6-893175EA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3FA26E96-0FF1-4CE0-88BB-2B6FB25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769F18E-11D6-48F5-B14E-B25F172B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63F140E-9043-42D7-BA41-CF96611B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6BED4541-8812-45E4-8C67-49FBCBD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8C9780A1-E688-4660-B8FF-DAE1B4E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E68298B5-7BB7-4967-9CDA-CE7659C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D154CE3-A99B-4C01-945C-B5F095BB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530292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33C7A-DB38-49C2-81E4-47BF828B18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0cc5f04294a8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92F991D-B721-45FA-98E4-74CEC88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FD11C6F-234F-4409-B965-32C89C92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48414B-5D94-4349-B09A-FCA8FD23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26AF0C-C245-4EC1-9001-A5539725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CF2B955-A2D9-4E75-AC24-6E71AFD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BD165-8EF1-426F-81D9-14FC584D0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081da19dc45f4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DF7EFF58-EA3C-42F6-AF00-C74C02B4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F52E63-89D3-4D4D-81EF-B796137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E84EE2-65CC-4859-8D6E-BD6768A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01ED5ABC-A6EB-4A7A-9097-5D2B034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445FEC-274E-4C79-A223-1C742ED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BD5193-A84C-4872-B404-268CB269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B15815C1-A198-433D-B126-C23EA5BC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83DD0F-19E0-4BB3-AD9A-82EF6A96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74B42B-1F62-4235-B324-DF691646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308377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9113C-EFA9-4CC7-BE00-4C13A0DB6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b8bbf6c724ee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CE57215-F3F8-48E3-B4CE-DC884DC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B96D23-DBDD-4A9D-A4F6-1C26D45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19C90B-6B99-40F4-9BC8-43F8A8B3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94902A-E9C0-49B4-A5CA-1C17FCE9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배열과 운동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EBD07F3-7AFD-4BDA-8E33-7A67542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고체의 입자도 움직인다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0A193-E575-4BD7-8FD9-B0B4497DA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4feb33da2458e"/>
          <a:stretch xmlns:a="http://schemas.openxmlformats.org/drawingml/2006/main"/>
        </p:blipFill>
        <p:spPr>
          <a:xfrm xmlns:a="http://schemas.openxmlformats.org/drawingml/2006/main">
            <a:off x="2952750" y="3915472"/>
            <a:ext cx="12382500" cy="3865756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9A1692-14E8-4639-8BEB-13DE3E74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0295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6A33E8-EAC7-41F7-B7AE-76D2B81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686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제자리에서 진동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68C995-7DF2-4ABE-8086-C25AB1E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0295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B159AD-5F4F-4615-8BEA-07387F9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686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가까이서 이동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89375C-A46A-4C59-AE19-8B0C9EF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0295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2E5B30-2325-4FE3-B053-227C3164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686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공간을 자유롭게 이동</a:t>
            </a:r>
          </a:p>
        </p:txBody>
      </p:sp>
    </p:spTree>
    <p:extLst>
      <p:ext uri="{BB962C8B-B14F-4D97-AF65-F5344CB8AC3E}">
        <p14:creationId xmlns:p14="http://schemas.microsoft.com/office/powerpoint/2010/main" val="1668483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9CC64-B5E5-470D-9305-80C74BEE1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76d75bcb6491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44E3DAF-95E5-4ACC-BFA0-7E97D32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9CDF74B-D0E3-41FB-8373-61E211F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E9DFFB-0C93-4FB3-B6C2-18F2DE50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CD66B1-4A1A-47CD-9B46-9066A050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조건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243EAE6-C871-43DC-8273-A9D2661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물질의 상태를 비교한다</a:t>
            </a:r>
          </a:p>
        </p:txBody>
      </p:sp>
      <p:sp>
        <p:nvSpPr>
          <p:cNvPr id="7" name="비교조건1">
            <a:extLst xmlns:a="http://schemas.openxmlformats.org/drawingml/2006/main">
              <a:ext uri="{FF2B5EF4-FFF2-40B4-BE49-F238E27FC236}">
                <a16:creationId xmlns:a16="http://schemas.microsoft.com/office/drawing/2014/main" id="{BDAAE605-6D59-47E3-AC2A-2A02C0D7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695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비교조건2">
            <a:extLst xmlns:a="http://schemas.openxmlformats.org/drawingml/2006/main">
              <a:ext uri="{FF2B5EF4-FFF2-40B4-BE49-F238E27FC236}">
                <a16:creationId xmlns:a16="http://schemas.microsoft.com/office/drawing/2014/main" id="{C0E476F2-5DE1-41BB-88AD-644A603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695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7D27B5-02B7-4061-B5D1-24882E7A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물질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8CE3EB-0A11-4049-B443-1D2B086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얼음·물·수증기는 모두 물 분자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4196CE-070E-4B13-A9F8-7E985BA3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767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6FB0F1D-3E9F-4952-9155-8DF17E68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양을 같게 두고 비교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359B3C-A55D-42F3-AC4E-A29D207C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38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일반적인 엔트로피 크기</a:t>
            </a:r>
          </a:p>
        </p:txBody>
      </p:sp>
      <p:sp>
        <p:nvSpPr>
          <p:cNvPr id="14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A54B38CA-97CE-4386-AFF3-C8DACCF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EF70A3D-4812-404D-8A54-12579D19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270F8D-6137-4E19-B144-32F830D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7247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보다 작다</a:t>
            </a:r>
          </a:p>
        </p:txBody>
      </p:sp>
      <p:sp>
        <p:nvSpPr>
          <p:cNvPr id="17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AEA54CED-882B-44BB-AC23-B90DB254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8A59698-AFF3-4329-A43D-63DA1B8B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5BAC179-EEB3-4D5B-A6A1-91FCF070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7247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보다 작다</a:t>
            </a:r>
          </a:p>
        </p:txBody>
      </p:sp>
      <p:sp>
        <p:nvSpPr>
          <p:cNvPr id="20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C4106420-2F8B-4667-9194-BD5A4F7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95D98FA-EBCE-40FE-90FC-9AFB6EA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F7D74B-E216-4907-AA01-B35F0C86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001125"/>
            <a:ext cx="1447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물질의 종류와 양이 다르면 상태만으로 단순 비교할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893772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65A2A-3788-44CC-9603-3D532B924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daab958444152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63225DAE-10F7-41A1-84A0-136A26F8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64431F0-D380-4202-B676-B98B715B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F01FD5-B952-448D-A88B-8502F0A8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B117E4-E5C3-404C-B0AE-C4D5DBA7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C4663-6E0F-4F20-A33A-7D1085EA5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2aa28492e4f7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77729585-BB6E-44B4-AE73-DEE99253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4596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65724-2D92-4485-93F4-E121EB396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998bd5c0048f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DA62F9C-5091-4142-9BB3-1200D39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70F715D-4B41-42B0-BF70-59A466A0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E81D1-C7A5-45E4-8881-89646AE4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B1528B-0396-41AE-8589-50B54C75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0E0614B-CBFF-4807-A705-41A90F2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6CAF98-7932-49B7-9A3D-2E6EFF9F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FA4FA-3BCC-4271-823A-F9AE6901F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256d2c83c496d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D31A10DE-BCDE-474F-910A-ACCFB392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5B2AB0-6660-4EC0-9C5A-16E08B70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A4A4D0-74CD-47E0-8790-E2DD245F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E1D6CA0-79A5-41FD-8A60-D5665986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497490-D6D8-43F6-93F4-4CBA3FB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715181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124A2-4094-4CDE-A5D7-5D77D4288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640adc19f4cd9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67BC878-0EC7-4BB7-95BE-18EAC1BB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F3B4461-BD41-41A0-B0F6-84C385C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67DD53-87C3-4773-9564-D9BB553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ECBFC1-AC4E-4A96-958B-E4DC0EE7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부호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CA5790C-16C5-4FEF-B326-1B28195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증가·감소를 부호로 읽는다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95C50-66CF-4BA9-99BF-02A802030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71b9ce72c48ff"/>
          <a:stretch xmlns:a="http://schemas.openxmlformats.org/drawingml/2006/main"/>
        </p:blipFill>
        <p:spPr>
          <a:xfrm xmlns:a="http://schemas.openxmlformats.org/drawingml/2006/main">
            <a:off x="5905500" y="3924300"/>
            <a:ext cx="6477000" cy="1025194"/>
          </a:xfrm>
          <a:prstGeom xmlns:a="http://schemas.openxmlformats.org/drawingml/2006/main" prst="rect">
            <a:avLst/>
          </a:prstGeom>
        </p:spPr>
      </p:pic>
      <p:sp>
        <p:nvSpPr>
          <p:cNvPr id="8" name="증가감소 비교">
            <a:extLst xmlns:a="http://schemas.openxmlformats.org/drawingml/2006/main">
              <a:ext uri="{FF2B5EF4-FFF2-40B4-BE49-F238E27FC236}">
                <a16:creationId xmlns:a16="http://schemas.microsoft.com/office/drawing/2014/main" id="{97132CE0-97AA-4433-BF2F-28A51B24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6762750" cy="2809875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33B4BAC-9C23-41F0-B53C-5E46C0D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245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0710C9-08B8-4281-9F74-851354A4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981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최종값이 초기값보다 크다.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E85525C-D251-40D0-BC9E-54C335DE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8771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변화량은 양수</a:t>
            </a:r>
          </a:p>
        </p:txBody>
      </p:sp>
      <p:sp>
        <p:nvSpPr>
          <p:cNvPr id="12" name="증가감소 비교">
            <a:extLst xmlns:a="http://schemas.openxmlformats.org/drawingml/2006/main">
              <a:ext uri="{FF2B5EF4-FFF2-40B4-BE49-F238E27FC236}">
                <a16:creationId xmlns:a16="http://schemas.microsoft.com/office/drawing/2014/main" id="{E4333996-15E1-4F44-9DBA-1B0F474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6762750" cy="2809875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17BC8E1-ED7A-4BAE-99FB-C9F09F0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245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F6BA1BA-B9BB-4B77-AF28-D6F96921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81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최종값이 초기값보다 작다.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FF3690-45B2-43E7-800A-3C50924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771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변화량은 음수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AD666B-E6CB-46A2-8B3A-8C43995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124950"/>
            <a:ext cx="1447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음수인 것은 엔트로피 자체가 아니라 처음과 나중의 차이이다.</a:t>
            </a:r>
          </a:p>
        </p:txBody>
      </p:sp>
    </p:spTree>
    <p:extLst>
      <p:ext uri="{BB962C8B-B14F-4D97-AF65-F5344CB8AC3E}">
        <p14:creationId xmlns:p14="http://schemas.microsoft.com/office/powerpoint/2010/main" val="1184727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14FAF-9D8C-4D57-A015-EC1F71FA6B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e4e193c52497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9C9E812-1E27-4628-93B0-844BEDE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FC24C6-6C9C-40E6-9E16-734E648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63274D-874F-4326-930A-1E3AA7BF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CDE97D-4E0A-4DF5-B276-E9F7585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D2D5E18-FC74-48B6-A1E2-0304F7A6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A0B058-D4D0-4AC4-BC3D-144CEAFA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1869B-854C-4573-9E27-B17DBF87A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e1ec70e5f4afe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4F1DE71-A6DB-4432-9FAA-78B1CC1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E57C67-1B9C-4102-847B-2B93856A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F1CC41-C89E-47F8-A6A1-5CC4180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217C10-0354-4E1D-9E1C-F14D0DC8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21247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7EBFE-CAEE-44F9-9E0D-47FA36689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bd0de6682482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5E63E07-9766-4983-A99C-9E2A8E11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62BD53-D714-417A-97FC-D5D9860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D487044-C306-4F87-BDD3-E7EB663F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8636D6-4013-4296-A7D6-E3C1B9C3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A5455A2-612E-41C1-A8C7-4434C34A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방향이 바뀌면 결론도 바뀐다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C80B7B6-678B-43B1-A157-52D34BDB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8615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출발 상태와 도착 상태를 짝지어 비교한다.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081E5-8523-40CD-84F6-DD241C976099}"/>
              </a:ext>
            </a:extLst>
          </p:cNvPr>
          <p:cNvGraphicFramePr/>
          <p:nvPr/>
        </p:nvGraphicFramePr>
        <p:xfrm>
          <a:off xmlns:a="http://schemas.openxmlformats.org/drawingml/2006/main" x="1828800" y="4714875"/>
          <a:ext xmlns:a="http://schemas.openxmlformats.org/drawingml/2006/main" cx="14639925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0425"/>
                <a:gridCol w="5619750"/>
                <a:gridCol w="5619750"/>
              </a:tblGrid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비교하는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· 액체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→ 액체  /  융해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→ 고체  /  응고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· 기체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→ 기체  /  기화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→ 액체  /  액화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· 기체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→ 기체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→ 고체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335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CCA1-5742-4358-BFAA-BDC511874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dd8a529864f0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21825E3-F209-4591-B475-82D58944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D5090C-8852-46BA-8564-53E2FFC8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28E590-3C45-47BD-A079-3F3FD06C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BA44F9-0C9B-4FBA-BE2C-E2551660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64FED24-1B28-454E-A8AA-A3EA730D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AA9E24-9582-447D-87E0-2CC7BF33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B7B4-8720-4EF2-B6B0-DE561CDD7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4678210db4cdf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57920-8F71-491A-BA95-8D5BCD782A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a2f3a83d74344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70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8CBAD-C98E-4135-A49C-521A701E3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2917ba43f461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E41FF80-ACFF-4108-9874-99B3CA0C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0E12033-6DA3-4B1E-B324-5D5A50D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5C57B1-70C6-48DB-B77B-67966E1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5E0B98-FB10-472A-AFA2-3447A7A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36C537A-1F86-48E5-B395-808F76C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반응식의 계수로 분자 수를 센다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19160-CA11-433A-89B0-C1A9A5D63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940c052d440c5"/>
          <a:stretch xmlns:a="http://schemas.openxmlformats.org/drawingml/2006/main"/>
        </p:blipFill>
        <p:spPr>
          <a:xfrm xmlns:a="http://schemas.openxmlformats.org/drawingml/2006/main">
            <a:off x="3524250" y="4048125"/>
            <a:ext cx="11239500" cy="1163036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C36CD6FD-0FA4-492D-80B2-6CEA59E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FFF68"/>
            </a:solidFill>
            <a:prstDash val="solid"/>
          </a:ln>
        </p:spPr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395BAF9C-5AB3-4315-A68F-9D57CA82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381625"/>
            <a:ext cx="2762250" cy="9525"/>
          </a:xfrm>
          <a:custGeom xmlns:a="http://schemas.openxmlformats.org/drawingml/2006/main"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FFF68"/>
            </a:solidFill>
            <a:prstDash val="solid"/>
          </a:ln>
        </p:spPr>
      </p:sp>
      <p:sp>
        <p:nvSpPr>
          <p:cNvPr id="10" name="반응 전 분자수">
            <a:extLst xmlns:a="http://schemas.openxmlformats.org/drawingml/2006/main">
              <a:ext uri="{FF2B5EF4-FFF2-40B4-BE49-F238E27FC236}">
                <a16:creationId xmlns:a16="http://schemas.microsoft.com/office/drawing/2014/main" id="{B7E618C9-526B-4032-A22B-C02B04F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48375"/>
            <a:ext cx="619125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반응 후 분자수">
            <a:extLst xmlns:a="http://schemas.openxmlformats.org/drawingml/2006/main">
              <a:ext uri="{FF2B5EF4-FFF2-40B4-BE49-F238E27FC236}">
                <a16:creationId xmlns:a16="http://schemas.microsoft.com/office/drawing/2014/main" id="{374A9EAC-57E6-4324-8D95-D9AC980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48375"/>
            <a:ext cx="619125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89DB25A-8254-4134-9320-A97EB3E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267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질소 1개 + 수소 3개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F43521E-75FE-4C3B-96BD-D0853737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056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4개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ADC5A6-8BF3-4673-9CD6-43AF559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67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암모니아 2개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0C90E7D-4346-4AB5-9D8E-3FA5DD7E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056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C42B3E-F22E-4C1E-BC31-81998E8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97255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 감소 → 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0669501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C1392-42A4-409E-B644-325308A3C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482947d5d40a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59D41AB-7EC5-44F6-A70E-6BEA386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BEF61E-1A27-4D58-972B-D3C0FE08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C6ACCB-20EF-45C6-8D68-10D444F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430594-7781-42F7-83C1-345C28D2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A502865-4D6E-46A1-9980-48E2E119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줄어도 원자는 사라지지 않는다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CB7D9-9A2A-457F-A0FC-BF846C676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799fffc4b42c3"/>
          <a:stretch xmlns:a="http://schemas.openxmlformats.org/drawingml/2006/main"/>
        </p:blipFill>
        <p:spPr>
          <a:xfrm xmlns:a="http://schemas.openxmlformats.org/drawingml/2006/main">
            <a:off x="1143000" y="4848759"/>
            <a:ext cx="8191500" cy="28754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76CF-87CB-46A3-9044-93647AAFE222}"/>
              </a:ext>
            </a:extLst>
          </p:cNvPr>
          <p:cNvGraphicFramePr/>
          <p:nvPr/>
        </p:nvGraphicFramePr>
        <p:xfrm>
          <a:off xmlns:a="http://schemas.openxmlformats.org/drawingml/2006/main" x="9810750" y="42862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95500"/>
                <a:gridCol w="2095500"/>
              </a:tblGrid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반응 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반응 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질소 원자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수소 원자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C6CCD4-ED87-401F-ACA0-9A815012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934450"/>
            <a:ext cx="1504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원자는 보존되고, 원자가 묶인 분자의 수가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6182350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70F51-0881-41BC-9B5C-06B7937BE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8af7264b640e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CC81EEA-5405-442D-9B76-312DDB6E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21572A8-B528-4F91-902A-9331627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B01166-D48B-4A4F-BEC6-9B000BD5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D29725-9D58-4DBB-8E28-4CDDE3E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FFCF8B4-12C4-4A39-BE17-B0C0484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A897A1E1-9290-4520-9872-D8AB876D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B422-876A-4083-A0D7-CCDF4FC4C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52d82e534c45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AC54C3-3145-45D0-8A2E-162CA408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E79E2B-99A9-4B64-9899-55196273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9FF98FD5-57CA-45BB-A2EE-0164078D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EE7025-3320-40BD-B367-72255D61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5B7E6A-BBD7-4934-B176-5641FF69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8949A31E-AD58-4C8E-A8AF-FD9FE030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49A51C-8696-4A15-9497-F916BFE2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2092963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91982-383D-4BE1-B52B-B718ED625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2a430d5c949e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B1767C1-E501-4023-8818-BC645B23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84FC211-8483-49B6-B680-632B99B8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D9A41F-78BC-43CD-9617-2500F4E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EB965A-C1E5-4C3A-B8CC-78FEECC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A591A90-F58F-461C-AC46-443178D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 전후에 달라진 것과 같은 것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C1E71-DA2E-4F8C-BF7E-1F51C24F6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213b2df66470b"/>
          <a:stretch xmlns:a="http://schemas.openxmlformats.org/drawingml/2006/main"/>
        </p:blipFill>
        <p:spPr>
          <a:xfrm xmlns:a="http://schemas.openxmlformats.org/drawingml/2006/main">
            <a:off x="1528536" y="4200525"/>
            <a:ext cx="5705929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표제">
            <a:extLst xmlns:a="http://schemas.openxmlformats.org/drawingml/2006/main">
              <a:ext uri="{FF2B5EF4-FFF2-40B4-BE49-F238E27FC236}">
                <a16:creationId xmlns:a16="http://schemas.microsoft.com/office/drawing/2014/main" id="{AC36E246-8872-4C2D-9C3C-83C8988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69D6B0-A475-44BF-A372-E668EF3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유지</a:t>
            </a:r>
          </a:p>
        </p:txBody>
      </p:sp>
      <p:sp>
        <p:nvSpPr>
          <p:cNvPr id="10" name="해설">
            <a:extLst xmlns:a="http://schemas.openxmlformats.org/drawingml/2006/main">
              <a:ext uri="{FF2B5EF4-FFF2-40B4-BE49-F238E27FC236}">
                <a16:creationId xmlns:a16="http://schemas.microsoft.com/office/drawing/2014/main" id="{5E227079-611F-4A35-9A04-1021253D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529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D777F4-89A3-4C4E-AC5B-F7699B56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053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기체의 분자 수</a:t>
            </a:r>
          </a:p>
        </p:txBody>
      </p:sp>
      <p:sp>
        <p:nvSpPr>
          <p:cNvPr id="12" name="표제">
            <a:extLst xmlns:a="http://schemas.openxmlformats.org/drawingml/2006/main">
              <a:ext uri="{FF2B5EF4-FFF2-40B4-BE49-F238E27FC236}">
                <a16:creationId xmlns:a16="http://schemas.microsoft.com/office/drawing/2014/main" id="{617F4136-395B-440E-9A14-A957BC6D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150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4E72F3-7BE0-4EDB-908F-35366F42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674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4" name="해설">
            <a:extLst xmlns:a="http://schemas.openxmlformats.org/drawingml/2006/main">
              <a:ext uri="{FF2B5EF4-FFF2-40B4-BE49-F238E27FC236}">
                <a16:creationId xmlns:a16="http://schemas.microsoft.com/office/drawing/2014/main" id="{D1227120-5E04-40CA-9FFE-FB02156C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150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01303F-152D-430E-B22A-118970D5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기체가 퍼지는 공간</a:t>
            </a:r>
          </a:p>
        </p:txBody>
      </p:sp>
      <p:sp>
        <p:nvSpPr>
          <p:cNvPr id="16" name="표제">
            <a:extLst xmlns:a="http://schemas.openxmlformats.org/drawingml/2006/main">
              <a:ext uri="{FF2B5EF4-FFF2-40B4-BE49-F238E27FC236}">
                <a16:creationId xmlns:a16="http://schemas.microsoft.com/office/drawing/2014/main" id="{66079142-8BB5-4337-9F26-63895DA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6771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BB184C2-0B9D-4842-8BC8-801EF8D1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829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8" name="해설">
            <a:extLst xmlns:a="http://schemas.openxmlformats.org/drawingml/2006/main">
              <a:ext uri="{FF2B5EF4-FFF2-40B4-BE49-F238E27FC236}">
                <a16:creationId xmlns:a16="http://schemas.microsoft.com/office/drawing/2014/main" id="{C8A4E2D8-0AA8-49D4-863A-17088A92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6771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5D6D6B-79B9-40D8-88BF-92CA6BBC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8295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혼합으로 엔트로피 증가</a:t>
            </a:r>
          </a:p>
        </p:txBody>
      </p:sp>
    </p:spTree>
    <p:extLst>
      <p:ext uri="{BB962C8B-B14F-4D97-AF65-F5344CB8AC3E}">
        <p14:creationId xmlns:p14="http://schemas.microsoft.com/office/powerpoint/2010/main" val="15335632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5AC28-F3FA-414A-AD39-90AFD8C14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fc8969805431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A41172C-2ED2-4F4E-BC54-D2152DBE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5EB6EF-8C03-4A68-A03A-36CB56D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7296ED-3410-4389-A6FA-F7EEF8C3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C726FC-679F-4359-A775-90669558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2ADF0BD-5AD9-42F4-8701-69F759C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F4C549-FB26-4B51-83AE-546DC3A0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7287-747E-4F79-BD77-C4A0153ADF12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A17172BB-9A4C-4768-9E43-7527E6B7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4E73499B-1743-467A-89DB-435B7C45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E9426F83-9C47-4B92-B4BD-EA2C3E5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AD3A88E-FF00-421A-A37A-5F1DB59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84B2591-3CF1-46E2-B1DB-33B85E5F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059692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658DE-D624-4C39-BB18-8F5CC18D7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9ea6c13d1435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5539EE0-66DF-4578-A6B4-ABF0F583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53B739A-5858-4E52-98F7-E3D7F8E1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86990A-528B-429A-8791-BF97B661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CC1B16-D39C-41EB-97D4-EC95D075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05D8625-017F-477F-BDA2-7808BF62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F8EC8C-E64C-4CF6-8209-72FF786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04DFFC66-26CE-43D9-9BBB-A3289BD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D3B886-070A-4C00-9EDB-65E81E9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AA1FD64A-0D74-4930-84A1-CB8027F0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7B66EC-F89A-4963-BA13-88B140B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19475121-EC70-4ED7-80E6-88C9742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48100FE-5D45-4260-A7FD-793A42CE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09F73E79-71C6-42F1-8C09-5D30B38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411ABE-74EA-481B-A050-ADC32B7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A3F4741E-0B93-4F67-9FA2-61ECC98D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DD65A3F-A7D7-4D8A-85D1-D71B478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6E9CBD8C-ABD2-4525-A20C-445D4B2B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F1ADCC8-B625-4CE8-8883-D54A9F0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7536815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968DE-E658-4797-85F6-391C4520D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5dbdec1fa40c7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72E5345A-5E46-4C1C-B542-11AA019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2177C69-EA4D-414A-A83D-054A9097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D95522-428F-4473-8F8E-AD7DA0A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29EC93-232E-4A48-A543-9771C63F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58B8-09EC-455B-B7FE-E24ECE138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4d55ab75946c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7A85C35B-6D9F-4570-95E7-3BCE50D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94114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3B3B2-D853-483C-B0FC-93BE89BBD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f6185014d4ef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8107D37-F42B-419A-8D1E-2399F6D4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AC3D73-B162-4DC2-945C-665D5265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3580F1-4477-4D67-A6ED-EA330BF8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11689D-D1DC-4BF1-9742-4ED3FAED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0C28C25-F681-4B7D-A85E-E02A7CE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FE8852-51A8-4953-B04C-C43F1C44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07028-A9D0-4A44-BE62-EBFF474EC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d4a4c69af44b9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C84735-ED68-47E0-B7A7-C466A52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ED4A18-CC51-4195-9217-A884C5BF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F6CBEA4-80DA-4206-B674-61EE1CC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785DED-58F8-44C5-974A-0649FED6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ACE2AA-52EA-41E8-BBA6-D223BECE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8783661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1DF32-CABA-4702-AE02-D38B60D78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04b47248a4bb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BAB41D3-CBC9-4E02-BABA-A12801D4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2BD05F7-9F95-4931-8148-4BF4BE13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D126FAD-BF99-4AE6-BF5D-3E4FA92B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45D0D42-A088-4092-A172-F5D4BA2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F9899AC-0A77-469D-AA32-92A22B3B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4AFB06-2481-4574-A0EE-09F8F8DD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CC38A-4BD3-482B-B936-0DB86CA65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aff88f0d4419c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2C6E97-1B9C-49AC-BEB2-0C627781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292988-C2F9-4A91-AB23-2D113431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EC287D-0D2B-47CA-819D-D1C26DF8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3E42C7B-C0A4-4B9C-AAB7-B61AF4EF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067E30-9101-4F8A-A430-30795EF5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8860745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A8EE9-59A9-4A03-ABA0-568FB7799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ac658f85643e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434D499-57C5-445F-85B2-D1116193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04F0710-0071-4186-80A3-04C47388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0A0DE1-C8A2-4D43-B4D4-B5700F1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3416DC-3639-44BB-B21E-AB667C4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오개념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BF2404B-6BB7-4DA2-A0B0-00B7710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 근거를 고쳐 설명해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046BE1C-D880-4DCF-A83A-CD9D889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틀린 부분을 찾고, 아래의 사례로 바르게 설명해 보자.</a:t>
            </a:r>
          </a:p>
        </p:txBody>
      </p:sp>
      <p:sp>
        <p:nvSpPr>
          <p:cNvPr id="8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ED38525F-0460-45F2-8B83-889CC1B0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F69D17-8D76-4A39-B457-B7F0B92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E108C0-B300-4CA9-B3C5-555CCA3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B257AD-FDD0-4126-BC92-0FA45C9B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원자 수도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C38FA8B8-6518-45BF-8F02-A2054E57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9222E6-B1CD-4237-A640-D6F2992D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39B143-780C-434B-B1AD-30A61ED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암모니아 합성</a:t>
            </a:r>
          </a:p>
        </p:txBody>
      </p:sp>
      <p:sp>
        <p:nvSpPr>
          <p:cNvPr id="15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0A55B4B2-6886-4606-A72B-7E00247F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78E3180-2A74-40B0-AB56-426ACBEC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DF2CBF-DFD5-4CFF-911A-A9B85A43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같으면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B5E3D08-5FCA-4A36-8055-144F2690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엔트로피도 같다.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B08C75DE-50B6-491E-8C09-A43335C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B4B2933-189E-4ACE-96AF-56C8EBE9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8C4D7EB-75D8-4F24-A41E-B794FD2D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서로 다른 두 기체의 혼합</a:t>
            </a:r>
          </a:p>
        </p:txBody>
      </p:sp>
      <p:sp>
        <p:nvSpPr>
          <p:cNvPr id="22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29017340-145C-417A-AB69-286057E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012E143-9197-45FE-BC39-46BE907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3BC7CCE-1624-428A-BB04-C69CF34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얼음이 녹으면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67112A2-3C7C-4640-8391-6CBEA79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종류가 바뀐다.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319A3BF1-8D39-47BD-B82D-93BBF830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8CBC4E8-AD31-4305-893F-60E39BB5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CAADB95-8058-4E41-8B50-0C27734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얼음의 융해</a:t>
            </a:r>
          </a:p>
        </p:txBody>
      </p:sp>
    </p:spTree>
    <p:extLst>
      <p:ext uri="{BB962C8B-B14F-4D97-AF65-F5344CB8AC3E}">
        <p14:creationId xmlns:p14="http://schemas.microsoft.com/office/powerpoint/2010/main" val="16146581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3E317-5484-4B00-A89E-E5F7D2FA2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288fc7a3e43d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B8B2ED1-A0C5-42C4-9756-D7FDC62F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A8FF18B-117B-4EE9-AA88-219BD003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44E3F5A-8173-416F-AE81-B6FB44B9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9F684B-7EFB-4E22-A15E-6258506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4F1A07C-FAF0-4E79-9A6D-89051B7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1D27DAE6-AD47-4168-9022-2851C5A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370D8913-1681-463D-9A48-BB4177B1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B68B48D-C043-4979-8899-3986D7A4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3DD7BF-2539-4138-85C0-50CBE7C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물로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5F7CB3-B365-4E07-A1EF-C7D50257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기체에서 액체로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442814-BDE5-4FE0-A8DD-19457668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상태가 바뀐다.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D8409F-4704-4DC5-809F-19CE26D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14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8D7E3436-E35A-4390-895D-BB50C542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5BAA1C73-D931-42D1-8FAF-17B83F40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C34115-98F0-4A6E-8183-50CB719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F28A0BB-B4FF-4B6B-B775-12165E57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70E23AA-8CAD-405E-8663-98018D49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기체 분자가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031A5C-5FAD-4927-8D55-FE3F73D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3개에서 2개로 줄어든다.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1BF5936-47AB-4489-B77B-E072163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21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9E424B60-443B-4535-9E7D-5B2A060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2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709A71D7-8D65-4A96-9FEB-13B6635B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F8B4EB-908A-4158-AEAC-14C2E40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B0BF18E-C4F1-45BA-9408-1A645FEF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다른 두 기체의 혼합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3A23E43-6631-45BA-AE28-5067B563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 수는 같아도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97D987D-AA4C-4C3E-9D40-DA64163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서로 섞여 분포가 달라진다.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0E89F36-9F2B-4028-945A-4FC8C8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</p:spTree>
    <p:extLst>
      <p:ext uri="{BB962C8B-B14F-4D97-AF65-F5344CB8AC3E}">
        <p14:creationId xmlns:p14="http://schemas.microsoft.com/office/powerpoint/2010/main" val="1153339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2026-10-30T02:08:17.1840000Z</dcterms:created>
  <dcterms:modified xsi:type="dcterms:W3CDTF">2026-10-30T02:08:17.1840000Z</dcterms:modified>
</coreProperties>
</file>