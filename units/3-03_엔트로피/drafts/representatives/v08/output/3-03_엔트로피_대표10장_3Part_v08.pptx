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5df94d1e3f42b3" /><Relationship Type="http://schemas.openxmlformats.org/officeDocument/2006/relationships/extended-properties" Target="/docProps/app.xml" Id="R982a25091fb34869" /><Relationship Type="http://schemas.openxmlformats.org/officeDocument/2006/relationships/officeDocument" Target="/ppt/presentation.xml" Id="Rc21fe975bee748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2f61d3a5c496e"/>
  </p:sldMasterIdLst>
  <p:notesMasterIdLst>
    <p:notesMasterId xmlns:r="http://schemas.openxmlformats.org/officeDocument/2006/relationships" r:id="Re2602964079440ab"/>
  </p:notesMasterIdLst>
  <p:sldIdLst>
    <p:sldId xmlns:r="http://schemas.openxmlformats.org/officeDocument/2006/relationships" id="256" r:id="R0374d129578249c9"/>
    <p:sldId xmlns:r="http://schemas.openxmlformats.org/officeDocument/2006/relationships" id="257" r:id="Rd7fe46bfc24a491c"/>
    <p:sldId xmlns:r="http://schemas.openxmlformats.org/officeDocument/2006/relationships" id="258" r:id="Reef1292350e14fd7"/>
    <p:sldId xmlns:r="http://schemas.openxmlformats.org/officeDocument/2006/relationships" id="259" r:id="Rd72504a867be4e77"/>
    <p:sldId xmlns:r="http://schemas.openxmlformats.org/officeDocument/2006/relationships" id="260" r:id="Rdee04677277f41d5"/>
    <p:sldId xmlns:r="http://schemas.openxmlformats.org/officeDocument/2006/relationships" id="261" r:id="Rd1c89a56860043c5"/>
    <p:sldId xmlns:r="http://schemas.openxmlformats.org/officeDocument/2006/relationships" id="262" r:id="R313db458abed440f"/>
    <p:sldId xmlns:r="http://schemas.openxmlformats.org/officeDocument/2006/relationships" id="263" r:id="Rd7cefd62acec419e"/>
    <p:sldId xmlns:r="http://schemas.openxmlformats.org/officeDocument/2006/relationships" id="264" r:id="R5836fa87ecb04256"/>
    <p:sldId xmlns:r="http://schemas.openxmlformats.org/officeDocument/2006/relationships" id="265" r:id="Ra4ec4921e0d54e4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70dafa9384901" /><Relationship Type="http://schemas.openxmlformats.org/officeDocument/2006/relationships/slideMaster" Target="/ppt/slideMasters/slideMaster1.xml" Id="Rc8e2f61d3a5c496e" /><Relationship Type="http://schemas.openxmlformats.org/officeDocument/2006/relationships/notesMaster" Target="/ppt/notesMasters/notesMaster1.xml" Id="Re2602964079440ab" /><Relationship Type="http://schemas.openxmlformats.org/officeDocument/2006/relationships/presProps" Target="/ppt/presProps.xml" Id="Rd647d103782a42c3" /><Relationship Type="http://schemas.openxmlformats.org/officeDocument/2006/relationships/tableStyles" Target="/ppt/tableStyles.xml" Id="Re2f9a3a4f8224524" /><Relationship Type="http://schemas.openxmlformats.org/officeDocument/2006/relationships/slide" Target="/ppt/slides/slide1.xml" Id="R0374d129578249c9" /><Relationship Type="http://schemas.openxmlformats.org/officeDocument/2006/relationships/slide" Target="/ppt/slides/slide2.xml" Id="Rd7fe46bfc24a491c" /><Relationship Type="http://schemas.openxmlformats.org/officeDocument/2006/relationships/slide" Target="/ppt/slides/slide3.xml" Id="Reef1292350e14fd7" /><Relationship Type="http://schemas.openxmlformats.org/officeDocument/2006/relationships/slide" Target="/ppt/slides/slide4.xml" Id="Rd72504a867be4e77" /><Relationship Type="http://schemas.openxmlformats.org/officeDocument/2006/relationships/slide" Target="/ppt/slides/slide5.xml" Id="Rdee04677277f41d5" /><Relationship Type="http://schemas.openxmlformats.org/officeDocument/2006/relationships/slide" Target="/ppt/slides/slide6.xml" Id="Rd1c89a56860043c5" /><Relationship Type="http://schemas.openxmlformats.org/officeDocument/2006/relationships/slide" Target="/ppt/slides/slide7.xml" Id="R313db458abed440f" /><Relationship Type="http://schemas.openxmlformats.org/officeDocument/2006/relationships/slide" Target="/ppt/slides/slide8.xml" Id="Rd7cefd62acec419e" /><Relationship Type="http://schemas.openxmlformats.org/officeDocument/2006/relationships/slide" Target="/ppt/slides/slide9.xml" Id="R5836fa87ecb04256" /><Relationship Type="http://schemas.openxmlformats.org/officeDocument/2006/relationships/slide" Target="/ppt/slides/slide10.xml" Id="Ra4ec4921e0d54e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ccf9cd4986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819c4e2f14775" /><Relationship Type="http://schemas.openxmlformats.org/officeDocument/2006/relationships/notesMaster" Target="/ppt/notesMasters/notesMaster1.xml" Id="Rec3c3b567e6142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d9dd22138144e8" /><Relationship Type="http://schemas.openxmlformats.org/officeDocument/2006/relationships/notesMaster" Target="/ppt/notesMasters/notesMaster1.xml" Id="R8cfa22db2052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42bb66ec624935" /><Relationship Type="http://schemas.openxmlformats.org/officeDocument/2006/relationships/notesMaster" Target="/ppt/notesMasters/notesMaster1.xml" Id="Ra04bbe4c7b2f41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d1321dfdf47e8" /><Relationship Type="http://schemas.openxmlformats.org/officeDocument/2006/relationships/notesMaster" Target="/ppt/notesMasters/notesMaster1.xml" Id="R7e3f4389b23b46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92621ec8f4a03" /><Relationship Type="http://schemas.openxmlformats.org/officeDocument/2006/relationships/notesMaster" Target="/ppt/notesMasters/notesMaster1.xml" Id="R6308c9aec4b345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ac2b7f22da4a1a" /><Relationship Type="http://schemas.openxmlformats.org/officeDocument/2006/relationships/notesMaster" Target="/ppt/notesMasters/notesMaster1.xml" Id="R9de52404071147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fa956a09394c64" /><Relationship Type="http://schemas.openxmlformats.org/officeDocument/2006/relationships/notesMaster" Target="/ppt/notesMasters/notesMaster1.xml" Id="Rdd0d306d38494a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e42d2615c24074" /><Relationship Type="http://schemas.openxmlformats.org/officeDocument/2006/relationships/notesMaster" Target="/ppt/notesMasters/notesMaster1.xml" Id="R73675b00724443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2dd1028eff4af0" /><Relationship Type="http://schemas.openxmlformats.org/officeDocument/2006/relationships/notesMaster" Target="/ppt/notesMasters/notesMaster1.xml" Id="Rb7d78b5169dc46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3a58255fc34f74" /><Relationship Type="http://schemas.openxmlformats.org/officeDocument/2006/relationships/notesMaster" Target="/ppt/notesMasters/notesMaster1.xml" Id="R561e15640a3441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1/18장.</a:t>
            </a:r>
          </a:p>
          <a:p xmlns:a="http://schemas.openxmlformats.org/drawingml/2006/main">
            <a:r>
              <a:t>방향제·얼음·혼합 입자가 있는 기존 장면을 보며 엔트로피 단원을 시작한다.</a:t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2/18장.</a:t>
            </a:r>
          </a:p>
          <a:p xmlns:a="http://schemas.openxmlformats.org/drawingml/2006/main">
            <a:r>
              <a:t>고체 방향제가 줄어들고 향기가 퍼지는 현상을 입자의 분포 변화와 연결해 예상한다.</a:t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3/18장.</a:t>
            </a:r>
          </a:p>
          <a:p xmlns:a="http://schemas.openxmlformats.org/drawingml/2006/main">
            <a:r>
              <a:t>뜻을 이해하고 변화의 기준을 배운 다음 교과서 확인문제에 적용한다.</a:t>
            </a:r>
          </a:p>
          <a:p xmlns:a="http://schemas.openxmlformats.org/drawingml/2006/main">
            <a:r>
              <a:t>출처: 천재90~91; R04 PDF3 세 블록 목차.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4/18장.</a:t>
            </a:r>
          </a:p>
          <a:p xmlns:a="http://schemas.openxmlformats.org/drawingml/2006/main">
            <a:r>
              <a:t>엔트로피의 증가와 감소를 정성적으로 설명한다. 자발성의 전체 엔트로피 판정은 다음 단원에서 다룬다.</a:t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6/18장.</a:t>
            </a:r>
          </a:p>
          <a:p xmlns:a="http://schemas.openxmlformats.org/drawingml/2006/main">
            <a:r>
              <a:t>엔트로피가 무질서도를 나타내는 척도라는 한 가지 정의를 먼저 읽고, 기호와 과학자의 역할을 짧게 연결한다.</a:t>
            </a:r>
          </a:p>
          <a:p xmlns:a="http://schemas.openxmlformats.org/drawingml/2006/main">
            <a:r>
              <a:t>출처: 천재90 정의; 완자2022 138; 기존 과학자 manifest; R05 PDF13 핵심어와 의미 직접 대응.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7/18장.</a:t>
            </a:r>
          </a:p>
          <a:p xmlns:a="http://schemas.openxmlformats.org/drawingml/2006/main">
            <a:r>
              <a:t>물의 상태에 따라 배열과 분포가 달라진다. 동일 물질은 일반적으로 고체보다 액체, 액체보다 기체의 엔트로피가 크다.</a:t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10/18장.</a:t>
            </a:r>
          </a:p>
          <a:p xmlns:a="http://schemas.openxmlformats.org/drawingml/2006/main">
            <a:r>
              <a:t>주황 방향에서는 융해·기화, 파랑 방향에서는 응고·액화가 일어난다. 두 방향에서 엔트로피의 변화를 비교한다.</a:t>
            </a:r>
          </a:p>
          <a:p xmlns:a="http://schemas.openxmlformats.org/drawingml/2006/main">
            <a:r>
              <a:t>출처: 천재91 그림Ⅲ-11 도식 내부 식 보존. R03 PDF22 칠판 원본 추출 자산.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12/18장.</a:t>
            </a:r>
          </a:p>
          <a:p xmlns:a="http://schemas.openxmlformats.org/drawingml/2006/main">
            <a:r>
              <a:t>혼합 전후 색깔별 입자 수를 세면 전체 분자 수가 보존됨을 알 수 있다. 분자 수 변화 없이도 두 종류의 기체가 섞일 때 엔트로피가 증가한다.</a:t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13/18장.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14/18장.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2abe499a94f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ce8d33aef40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ca5c1ab2740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c27b9047b4e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5a82c216849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7bcd68896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0E11D-C8FC-4BF3-AC9C-923ABF1A9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FD1958-3D66-404D-9519-81A55E3556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14FEEF-782F-43CD-BBE5-26157C21F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1CB00-5DE6-4B07-9304-1B15EA4D0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616284-567A-46EF-9B4F-F953A7F4B0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CB6498-68EE-4CFB-94EC-13A041063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564801-0403-4B4B-AD7B-EF4A0CA1B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25E324-B4FE-4205-8D2E-697FFB59AC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539717-2203-4382-8FE3-9755730BC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9AA941-5B64-4C97-B678-C51F26742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ac2628f91459b" /><Relationship Type="http://schemas.openxmlformats.org/officeDocument/2006/relationships/slideLayout" Target="/ppt/slideLayouts/slideLayout1.xml" Id="R5ee4573c969c4035" /><Relationship Type="http://schemas.openxmlformats.org/officeDocument/2006/relationships/slideLayout" Target="/ppt/slideLayouts/slideLayout2.xml" Id="R2348afe5fba44abf" /><Relationship Type="http://schemas.openxmlformats.org/officeDocument/2006/relationships/slideLayout" Target="/ppt/slideLayouts/slideLayout3.xml" Id="R6f648fcd74a747ca" /><Relationship Type="http://schemas.openxmlformats.org/officeDocument/2006/relationships/slideLayout" Target="/ppt/slideLayouts/slideLayout4.xml" Id="R726f0ba440fa44c3" /><Relationship Type="http://schemas.openxmlformats.org/officeDocument/2006/relationships/slideLayout" Target="/ppt/slideLayouts/slideLayout5.xml" Id="R18a3cd27be8f4dbc" /><Relationship Type="http://schemas.openxmlformats.org/officeDocument/2006/relationships/slideLayout" Target="/ppt/slideLayouts/slideLayout6.xml" Id="Rc3e113d4df80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e4573c969c4035"/>
    <p:sldLayoutId xmlns:r="http://schemas.openxmlformats.org/officeDocument/2006/relationships" id="2147483650" r:id="R2348afe5fba44abf"/>
    <p:sldLayoutId xmlns:r="http://schemas.openxmlformats.org/officeDocument/2006/relationships" id="2147483651" r:id="R6f648fcd74a747ca"/>
    <p:sldLayoutId xmlns:r="http://schemas.openxmlformats.org/officeDocument/2006/relationships" id="2147483652" r:id="R726f0ba440fa44c3"/>
    <p:sldLayoutId xmlns:r="http://schemas.openxmlformats.org/officeDocument/2006/relationships" id="2147483653" r:id="R18a3cd27be8f4dbc"/>
    <p:sldLayoutId xmlns:r="http://schemas.openxmlformats.org/officeDocument/2006/relationships" id="2147483654" r:id="Rc3e113d4df80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6f07a587f4c81" /><Relationship Type="http://schemas.openxmlformats.org/officeDocument/2006/relationships/image" Target="/ppt/media/image.png" Id="Red3a7c41c5b1454f" /><Relationship Type="http://schemas.openxmlformats.org/officeDocument/2006/relationships/image" Target="/ppt/media/image2.png" Id="R1084cc1064c84251" /><Relationship Type="http://schemas.openxmlformats.org/officeDocument/2006/relationships/image" Target="/ppt/media/image3.png" Id="R0e6b4bc7b23445b6" /><Relationship Type="http://schemas.openxmlformats.org/officeDocument/2006/relationships/notesSlide" Target="/ppt/notesSlides/notesSlide1.xml" Id="R9bc13ec524e04b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9f93e924c45af" /><Relationship Type="http://schemas.openxmlformats.org/officeDocument/2006/relationships/image" Target="/ppt/media/image4.png" Id="R2c314519635f4cd8" /><Relationship Type="http://schemas.openxmlformats.org/officeDocument/2006/relationships/image" Target="/ppt/media/image5.png" Id="Rb1977c1411e44b3c" /><Relationship Type="http://schemas.openxmlformats.org/officeDocument/2006/relationships/image" Target="/ppt/media/image6.png" Id="R8dabddf34dd24def" /><Relationship Type="http://schemas.openxmlformats.org/officeDocument/2006/relationships/notesSlide" Target="/ppt/notesSlides/notesSlide2.xml" Id="R3bd1d4e17cd4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080396c3f47c3" /><Relationship Type="http://schemas.openxmlformats.org/officeDocument/2006/relationships/image" Target="/ppt/media/image7.png" Id="Rcea4715d53e6488a" /><Relationship Type="http://schemas.openxmlformats.org/officeDocument/2006/relationships/notesSlide" Target="/ppt/notesSlides/notesSlide3.xml" Id="Ra533a69a4b0f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f6bf027b243de" /><Relationship Type="http://schemas.openxmlformats.org/officeDocument/2006/relationships/image" Target="/ppt/media/image8.png" Id="Rbd3bf80364d24ca8" /><Relationship Type="http://schemas.openxmlformats.org/officeDocument/2006/relationships/notesSlide" Target="/ppt/notesSlides/notesSlide4.xml" Id="R81d923f4b2c74a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c4fde817b41e5" /><Relationship Type="http://schemas.openxmlformats.org/officeDocument/2006/relationships/image" Target="/ppt/media/image9.png" Id="R6eed5460f600484c" /><Relationship Type="http://schemas.openxmlformats.org/officeDocument/2006/relationships/image" Target="/ppt/media/image10.png" Id="Rdd4f7b5f8cc847f3" /><Relationship Type="http://schemas.openxmlformats.org/officeDocument/2006/relationships/image" Target="/ppt/media/image11.png" Id="R6ac39db0bb524331" /><Relationship Type="http://schemas.openxmlformats.org/officeDocument/2006/relationships/notesSlide" Target="/ppt/notesSlides/notesSlide5.xml" Id="Rc803f267ace94a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20d2ae3a74425" /><Relationship Type="http://schemas.openxmlformats.org/officeDocument/2006/relationships/image" Target="/ppt/media/image12.png" Id="R61a1932126ce4d30" /><Relationship Type="http://schemas.openxmlformats.org/officeDocument/2006/relationships/image" Target="/ppt/media/image13.png" Id="R2bfa72ce16644daa" /><Relationship Type="http://schemas.openxmlformats.org/officeDocument/2006/relationships/notesSlide" Target="/ppt/notesSlides/notesSlide6.xml" Id="R76331ea767f5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b0cf58ec4477f" /><Relationship Type="http://schemas.openxmlformats.org/officeDocument/2006/relationships/image" Target="/ppt/media/image14.png" Id="Rbaccf6c08c284231" /><Relationship Type="http://schemas.openxmlformats.org/officeDocument/2006/relationships/image" Target="/ppt/media/image15.png" Id="R86254365a03c47a3" /><Relationship Type="http://schemas.openxmlformats.org/officeDocument/2006/relationships/image" Target="/ppt/media/image16.png" Id="Ra030e66cf52f4770" /><Relationship Type="http://schemas.openxmlformats.org/officeDocument/2006/relationships/notesSlide" Target="/ppt/notesSlides/notesSlide7.xml" Id="R1caff65d637e46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c4794c3444aa4" /><Relationship Type="http://schemas.openxmlformats.org/officeDocument/2006/relationships/image" Target="/ppt/media/image17.png" Id="R6c5f49aab72b4658" /><Relationship Type="http://schemas.openxmlformats.org/officeDocument/2006/relationships/image" Target="/ppt/media/image18.png" Id="Rf63eea8dfde54bde" /><Relationship Type="http://schemas.openxmlformats.org/officeDocument/2006/relationships/notesSlide" Target="/ppt/notesSlides/notesSlide8.xml" Id="R129bb179e0d344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56684e97049ac" /><Relationship Type="http://schemas.openxmlformats.org/officeDocument/2006/relationships/image" Target="/ppt/media/image19.png" Id="Rf9ea5928db7f44a0" /><Relationship Type="http://schemas.openxmlformats.org/officeDocument/2006/relationships/notesSlide" Target="/ppt/notesSlides/notesSlide9.xml" Id="R4311192ce1b34c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ba0cf47474112" /><Relationship Type="http://schemas.openxmlformats.org/officeDocument/2006/relationships/image" Target="/ppt/media/image20.png" Id="R84c91040f96d4041" /><Relationship Type="http://schemas.openxmlformats.org/officeDocument/2006/relationships/notesSlide" Target="/ppt/notesSlides/notesSlide10.xml" Id="Rc2b41f156b04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09B6C-0673-4C9A-B9C7-D05EC4D1A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a7c41c5b1454f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24AC081D-BDE3-4EFE-9C92-3988B42B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27D44C-5D87-4217-AAEF-D6943FF8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0F72A2-DBCB-4F4E-A7C0-7FDFB920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DF5B9D-328A-49A5-BEA3-833DB060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87F8DC-0D3D-4920-9AB7-0D5B80F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B396D-EABA-421C-95EB-2DC9D614B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4cc1064c8425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5518F-D023-4BC6-9E1D-D25F5DE8D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b4bc7b23445b6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5703949A-B6D3-40F3-92FD-0275AD2C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12819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8136D-4050-49B8-9792-1CE76B2BC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14519635f4cd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D497E-E54E-40CB-9E8F-ADDD05391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77c1411e44b3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93EF4A84-9869-45BC-9E51-B172AD0A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B3C352-6E6F-47E0-9EC5-CB780414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4511BB-BDFA-4242-987C-D81A3064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81D0E0-D2E8-4219-B275-F2CC6A8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19A532D-9A6E-4084-AECD-384EBD0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A430C6-5DA6-4B7C-B839-65AE3BF9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D8034-3E9C-4C8A-92B7-0FD31EACA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bddf34dd24def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BDD6B7BD-0DE8-4D4B-AED9-BC17156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AED03FFB-F2B3-48B6-AD1A-098AB1A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72BB7F-14A9-441D-901E-1AA7654A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921705-BD12-4538-8ADD-E237929B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819286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DC34D-36E5-4AE0-BE67-2F34C24A0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4715d53e6488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C588267-8BAE-4F34-8FCD-0923731D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474D51D-B5FF-4E11-A2DA-75A65AF1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C4D8FCDC-5900-40DD-8B02-2A08D4E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C33D3B-5CE9-44A7-AF22-D15E05B2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959BB0-FF9C-40F2-B7ED-D40549A6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DEBB95-1626-4B7D-A959-ABC3CACF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8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F835231A-7018-475C-AF43-B5ACE982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1976766-0514-41E7-87E5-0A024FB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AAA0C2-57D0-4F58-8A1A-B82E0E2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E83813-BF06-404E-B201-4A1FA30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A1D81B9E-FE2F-4D79-9496-AD8C9752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D81AEA-3316-4A6E-AA1A-37DAFA7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45CBCC5-DEBC-4964-884A-9ED7D36E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5A101D6-D592-4986-B1F7-E75BDFFC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140243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2B039-195C-4EE9-A64B-733DFCC92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bf80364d24ca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D340C4C-4F87-4FB4-A0E4-5483FEF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EA28C9-AEA1-42C0-B817-77BAB2D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1FBADB31-38F7-4A7D-938C-3B955E7B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D48021-E7CC-4545-994C-AA54B9B6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6DCBEA-22F2-4CE6-958D-589BB3F1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A91E38-6754-4B32-916F-E3700044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532D1B-5BB0-4F64-9F80-EEDEB96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949E4-3794-4EB4-94E8-B941A895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28B2A0-D08E-4CD9-9052-5AD6929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277002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541AD-36D6-4D59-8224-02ED444C8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d5460f600484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9DE06C2-FABA-441B-B3A7-1B4A109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9E12079-D8CC-44EB-8BFD-F26CAE6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5FA094-4042-4748-998C-B6C2785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375AB4-6520-44B7-99E0-D31D235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rich">
            <a:extLst xmlns:a="http://schemas.openxmlformats.org/drawingml/2006/main">
              <a:ext uri="{FF2B5EF4-FFF2-40B4-BE49-F238E27FC236}">
                <a16:creationId xmlns:a16="http://schemas.microsoft.com/office/drawing/2014/main" id="{123B4222-7C33-404B-B9D7-7B310413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57475"/>
            <a:ext cx="1466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t>무질서도</a:t>
            </a:r>
            <a:r>
              <a:rPr>
                <a:solidFill>
                  <a:srgbClr val="FFFFFF"/>
                </a:solidFill>
              </a:rPr>
              <a:t>를 나타내는 척도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8A3432-7C22-4D67-A45D-F8201F08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F9976F-B820-413B-BEB3-0EEED06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27672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기호 S</a:t>
            </a:r>
          </a:p>
        </p:txBody>
      </p:sp>
      <p:sp>
        <p:nvSpPr>
          <p:cNvPr id="9" name="정의 핵심 밑줄">
            <a:extLst xmlns:a="http://schemas.openxmlformats.org/drawingml/2006/main">
              <a:ext uri="{FF2B5EF4-FFF2-40B4-BE49-F238E27FC236}">
                <a16:creationId xmlns:a16="http://schemas.microsoft.com/office/drawing/2014/main" id="{DB225915-00C9-4E03-A012-143EEE2D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6457950" cy="9525"/>
          </a:xfrm>
          <a:custGeom xmlns:a="http://schemas.openxmlformats.org/drawingml/2006/main">
            <a:pathLst>
              <a:path w="6457950" h="9525">
                <a:moveTo>
                  <a:pt x="0" y="0"/>
                </a:moveTo>
                <a:lnTo>
                  <a:pt x="6457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9FFF6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B37EF5-FE7B-49CA-96F4-FA1FE3F5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91175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C6297-BA5F-4767-BE65-8EC377D6C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f7b5f8cc847f3"/>
          <a:stretch xmlns:a="http://schemas.openxmlformats.org/drawingml/2006/main"/>
        </p:blipFill>
        <p:spPr>
          <a:xfrm xmlns:a="http://schemas.openxmlformats.org/drawingml/2006/main">
            <a:off x="2667000" y="6829425"/>
            <a:ext cx="2095500" cy="2514600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B20E53-505D-4E5F-8B91-5BB418B8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162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클라우지우스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99491B8-DF31-4D04-B6A2-6995C612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8676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개념 도입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FEB43-1598-47F2-978B-2EF065304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39db0bb524331"/>
          <a:stretch xmlns:a="http://schemas.openxmlformats.org/drawingml/2006/main"/>
        </p:blipFill>
        <p:spPr>
          <a:xfrm xmlns:a="http://schemas.openxmlformats.org/drawingml/2006/main">
            <a:off x="9906000" y="6829926"/>
            <a:ext cx="2076450" cy="2513597"/>
          </a:xfrm>
          <a:prstGeom xmlns:a="http://schemas.openxmlformats.org/drawingml/2006/main" prst="rect">
            <a:avLst/>
          </a:prstGeom>
        </p:spPr>
      </p:pic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FABD83C-FD09-4F88-AD10-24EE688B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1628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볼츠만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443729-0187-492F-BF94-725DABF4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8676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통계적 해석</a:t>
            </a:r>
          </a:p>
        </p:txBody>
      </p:sp>
    </p:spTree>
    <p:extLst>
      <p:ext uri="{BB962C8B-B14F-4D97-AF65-F5344CB8AC3E}">
        <p14:creationId xmlns:p14="http://schemas.microsoft.com/office/powerpoint/2010/main" val="1236850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18B10-80C3-4510-8FB5-9F95A18D3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1932126ce4d3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8A8A937-E851-4314-8C94-7B9852C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56412F9-E6E0-4680-B6A8-FC36318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D2B813B-B251-4023-BB87-DBA47B42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2BEC38-A6E4-43DB-B0EC-09F6CC2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BE03D86-9D95-4A6A-A288-BA6E99FB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DA9C4-4A11-455B-87C0-65800F8E1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a72ce16644daa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B30D8946-7C20-4344-A0DD-EE6B433A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53998E-49FE-425E-B4BC-C1375907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C45407-AE3E-4C0A-AF3A-5F3325C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CD32E52-A808-40A2-8202-CCB5E9B3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3D34D05-19F0-4920-987E-9297CA9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F3A93B-70ED-4C3F-8140-BB8F544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102514B4-4A86-441B-8FA7-A7476A90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515A1B9-CF6C-45F7-81AB-E5C019A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F94A1B-5AFE-4832-92E5-4BFBA60C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98387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78381-A040-4ACA-AEEB-9DE588753C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cf6c08c28423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3D05A6E-D86E-43DD-9755-3FA454F2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80C62A-72D0-4EA9-9141-4B291DFF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10BFCF-D488-4A17-B320-C0630605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E235A9-F974-4F55-A67A-4CC9E656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03943E9-A14F-4BD5-8FFD-0E6359E0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C9CB6-0B77-474D-924E-28AC85343F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54365a03c47a3"/>
          <a:stretch xmlns:a="http://schemas.openxmlformats.org/drawingml/2006/main"/>
        </p:blipFill>
        <p:spPr>
          <a:xfrm xmlns:a="http://schemas.openxmlformats.org/drawingml/2006/main">
            <a:off x="4604047" y="3524250"/>
            <a:ext cx="9079907" cy="6477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9B64F4-00AB-4C81-B211-27AB4DF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195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고체에서 액체로, 액체에서 기체로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67AE8-4267-40CA-A09F-83E9D376B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0e66cf52f4770"/>
          <a:stretch xmlns:a="http://schemas.openxmlformats.org/drawingml/2006/main"/>
        </p:blipFill>
        <p:spPr>
          <a:xfrm xmlns:a="http://schemas.openxmlformats.org/drawingml/2006/main">
            <a:off x="5048250" y="5278319"/>
            <a:ext cx="8191500" cy="1721086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1FFFC2-2A67-4FE5-A49C-0F84017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6581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189B34-5AB3-42DF-8386-E6657176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581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6F7C52-5BB5-4F09-A330-5BA6B3FB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305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4CA6D9-156E-4168-907B-130FE2C9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05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2117275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0798E-1A52-4933-9373-F959CDE78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f49aab72b465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A080DB2-55F0-482C-B869-9AA487A8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EED1997-4C8E-4245-A2E9-B330911B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633FBE-1EAB-4C77-858E-C92E546B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89F1CA-B038-4858-8F94-6842FB9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EF68CC0-16AF-4645-A9F9-56B0F3BE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975950E5-EE64-4D37-A959-17F46BC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12C92-4764-4A71-BE27-1A0EEB9C7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eea8dfde54bde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FD06FE-A11A-4645-8859-3D775A1F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14F2AB-4E3B-434B-AE3D-7B2B9966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C77ED8E5-3AAE-4A5A-A7B9-3916B91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F147952-74E9-4C57-A890-E097F3A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1BC406-3392-4051-9BE7-CC74E4B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D131A902-B86E-435F-BE0D-9AECEC37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10FE56-D38B-4B8A-A2FE-A0988338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378404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998D7-A2A3-447C-8306-88BDC634C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a5928db7f44a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15C87C9-5EF8-4947-8619-605254A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2C071E-F7CF-4B3D-858E-857A51D1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C7D89E-DDE6-4D7C-ACB5-3063A898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9CE7CD-459D-44CD-BD78-D5EC10D0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A13D99E-18F3-4095-8B30-2C92080C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ABA857-59FB-4F1E-A71D-9E011E0B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E06E3-2BAF-4F6C-BB38-DC3CAC0AEBC5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22C3E438-6CE2-4019-BD01-CDDFA59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2D5AF802-0353-406A-A771-B508760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01754D58-F246-4CE3-B757-81F44DA7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28644840-0D4A-4FD4-84D8-2C27EE7F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563BC6-CA55-482B-84EC-D202AEC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55805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14AC5-DBC1-4810-92CB-EBEC4B83E4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91040f96d404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F3B5CE9-9C18-418F-8A5C-7F62DEC9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A62941-41A5-44A5-8A1B-4473645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76F38F-1D16-4387-A765-9D11DAD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7F4C9D-6B77-442E-A12A-B30DF6C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7B93E03-BA64-4949-A73F-B8FE6E31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6AC5BE-A13C-4F2C-A2B9-F0C3F52C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427DCE01-A53D-4AD2-935E-18DBFA38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8793E7-7E56-42A3-A887-DCBE58C3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49C54CE0-8B8F-4B65-A6A1-237AEB7F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6AF20F-D83E-4170-A2F7-33D7588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5ED4905D-DE69-4DBC-ABD0-89E6477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9D70158-AF90-4B2B-A600-B09E3779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AD381523-E394-4F5C-8742-CE42E69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8580FD4-30C8-4C35-818E-F0F65FF3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AC6F0DD9-B17E-4E21-9BB0-6D164A4F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2D4F18A-125B-4CDA-BE52-008050E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D8B98B8B-F21B-4AB1-8F7D-212AB9C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DE9380-01DB-4B58-87FA-7F021D4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379160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2026-10-28T14:55:42.8630000Z</dcterms:created>
  <dcterms:modified xsi:type="dcterms:W3CDTF">2026-10-28T14:55:42.8630000Z</dcterms:modified>
</coreProperties>
</file>