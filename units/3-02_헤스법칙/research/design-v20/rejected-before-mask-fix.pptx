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4c4386836f4eb5" /><Relationship Type="http://schemas.openxmlformats.org/officeDocument/2006/relationships/extended-properties" Target="/docProps/app.xml" Id="R276dbe5ea6d44a0e" /><Relationship Type="http://schemas.openxmlformats.org/officeDocument/2006/relationships/officeDocument" Target="/ppt/presentation.xml" Id="R1dbb48af94b645dd" /></Relationships>
</file>

<file path=ppt/presentation.xml><?xml version="1.0" encoding="utf-8"?>
<p:presentation xmlns:p="http://schemas.openxmlformats.org/presentationml/2006/main">
  <p:sldMasterIdLst>
    <p:sldMasterId xmlns:r="http://schemas.openxmlformats.org/officeDocument/2006/relationships" id="2147483648" r:id="R44480dd5c4094d92"/>
  </p:sldMasterIdLst>
  <p:notesMasterIdLst>
    <p:notesMasterId xmlns:r="http://schemas.openxmlformats.org/officeDocument/2006/relationships" r:id="Raefd06e6c0c949c3"/>
  </p:notesMasterIdLst>
  <p:sldIdLst>
    <p:sldId xmlns:r="http://schemas.openxmlformats.org/officeDocument/2006/relationships" id="256" r:id="Rfb0dca4bfa2e4586"/>
    <p:sldId xmlns:r="http://schemas.openxmlformats.org/officeDocument/2006/relationships" id="257" r:id="R60abd8fa03434d17"/>
    <p:sldId xmlns:r="http://schemas.openxmlformats.org/officeDocument/2006/relationships" id="258" r:id="R03cb7fd561e24fda"/>
    <p:sldId xmlns:r="http://schemas.openxmlformats.org/officeDocument/2006/relationships" id="259" r:id="R58d4ec0ce5454789"/>
    <p:sldId xmlns:r="http://schemas.openxmlformats.org/officeDocument/2006/relationships" id="260" r:id="Rf87cab595a5043bb"/>
    <p:sldId xmlns:r="http://schemas.openxmlformats.org/officeDocument/2006/relationships" id="261" r:id="R5d063df2b85642d1"/>
    <p:sldId xmlns:r="http://schemas.openxmlformats.org/officeDocument/2006/relationships" id="262" r:id="R0e70fa2761e64c84"/>
    <p:sldId xmlns:r="http://schemas.openxmlformats.org/officeDocument/2006/relationships" id="263" r:id="R64f07acf829649b2"/>
    <p:sldId xmlns:r="http://schemas.openxmlformats.org/officeDocument/2006/relationships" id="264" r:id="R216a2dcdad00400b"/>
    <p:sldId xmlns:r="http://schemas.openxmlformats.org/officeDocument/2006/relationships" id="265" r:id="R9317d7cdcb6c4f77"/>
    <p:sldId xmlns:r="http://schemas.openxmlformats.org/officeDocument/2006/relationships" id="266" r:id="Ra4ac4737f47e42bc"/>
    <p:sldId xmlns:r="http://schemas.openxmlformats.org/officeDocument/2006/relationships" id="267" r:id="R0d40a4f75d57401d"/>
    <p:sldId xmlns:r="http://schemas.openxmlformats.org/officeDocument/2006/relationships" id="268" r:id="Rd470b53fcc684dfb"/>
    <p:sldId xmlns:r="http://schemas.openxmlformats.org/officeDocument/2006/relationships" id="269" r:id="Rc76d438bcad848db"/>
    <p:sldId xmlns:r="http://schemas.openxmlformats.org/officeDocument/2006/relationships" id="270" r:id="Re4975c48bdcb456e"/>
    <p:sldId xmlns:r="http://schemas.openxmlformats.org/officeDocument/2006/relationships" id="271" r:id="R37ef73bc85ca4807"/>
    <p:sldId xmlns:r="http://schemas.openxmlformats.org/officeDocument/2006/relationships" id="272" r:id="R51e30e5914284af4"/>
    <p:sldId xmlns:r="http://schemas.openxmlformats.org/officeDocument/2006/relationships" id="273" r:id="R45adb9369f5f4a20"/>
    <p:sldId xmlns:r="http://schemas.openxmlformats.org/officeDocument/2006/relationships" id="274" r:id="Rbef6a3d9c4234c21"/>
    <p:sldId xmlns:r="http://schemas.openxmlformats.org/officeDocument/2006/relationships" id="275" r:id="R55b9dfe261394d84"/>
    <p:sldId xmlns:r="http://schemas.openxmlformats.org/officeDocument/2006/relationships" id="276" r:id="R00f805cac37e4e84"/>
    <p:sldId xmlns:r="http://schemas.openxmlformats.org/officeDocument/2006/relationships" id="277" r:id="R13bc59dfb96f4356"/>
    <p:sldId xmlns:r="http://schemas.openxmlformats.org/officeDocument/2006/relationships" id="278" r:id="R97615f3e0721469e"/>
    <p:sldId xmlns:r="http://schemas.openxmlformats.org/officeDocument/2006/relationships" id="279" r:id="Rf1619e694cac4635"/>
    <p:sldId xmlns:r="http://schemas.openxmlformats.org/officeDocument/2006/relationships" id="280" r:id="R95f7c42eba414e20"/>
    <p:sldId xmlns:r="http://schemas.openxmlformats.org/officeDocument/2006/relationships" id="281" r:id="Rdfd55c2310c8405a"/>
    <p:sldId xmlns:r="http://schemas.openxmlformats.org/officeDocument/2006/relationships" id="282" r:id="Rd05c15c2d99641ab"/>
    <p:sldId xmlns:r="http://schemas.openxmlformats.org/officeDocument/2006/relationships" id="283" r:id="Rc4c362f431b84997"/>
    <p:sldId xmlns:r="http://schemas.openxmlformats.org/officeDocument/2006/relationships" id="284" r:id="Rd066d9205e0a43ae"/>
    <p:sldId xmlns:r="http://schemas.openxmlformats.org/officeDocument/2006/relationships" id="285" r:id="R89469ee3c1044f4c"/>
    <p:sldId xmlns:r="http://schemas.openxmlformats.org/officeDocument/2006/relationships" id="286" r:id="R7f1bf9fe322346b5"/>
    <p:sldId xmlns:r="http://schemas.openxmlformats.org/officeDocument/2006/relationships" id="287" r:id="R6c301c57e0394762"/>
    <p:sldId xmlns:r="http://schemas.openxmlformats.org/officeDocument/2006/relationships" id="288" r:id="Rb97eaa8a7da14428"/>
    <p:sldId xmlns:r="http://schemas.openxmlformats.org/officeDocument/2006/relationships" id="289" r:id="Ra46f1675c242400a"/>
    <p:sldId xmlns:r="http://schemas.openxmlformats.org/officeDocument/2006/relationships" id="290" r:id="Rd6ea0ab60a1d4aba"/>
    <p:sldId xmlns:r="http://schemas.openxmlformats.org/officeDocument/2006/relationships" id="291" r:id="R62342c5e4f21446a"/>
    <p:sldId xmlns:r="http://schemas.openxmlformats.org/officeDocument/2006/relationships" id="292" r:id="R6a700089c5c647fa"/>
    <p:sldId xmlns:r="http://schemas.openxmlformats.org/officeDocument/2006/relationships" id="293" r:id="R39aadfc45b6a492a"/>
    <p:sldId xmlns:r="http://schemas.openxmlformats.org/officeDocument/2006/relationships" id="294" r:id="R48ea5f353d3e45c4"/>
    <p:sldId xmlns:r="http://schemas.openxmlformats.org/officeDocument/2006/relationships" id="295" r:id="R629eba464cf44ae8"/>
    <p:sldId xmlns:r="http://schemas.openxmlformats.org/officeDocument/2006/relationships" id="296" r:id="R1d796b5e07864558"/>
    <p:sldId xmlns:r="http://schemas.openxmlformats.org/officeDocument/2006/relationships" id="297" r:id="R2318c66d281442c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8cd70bd3354065" /><Relationship Type="http://schemas.openxmlformats.org/officeDocument/2006/relationships/slideMaster" Target="/ppt/slideMasters/slideMaster1.xml" Id="R44480dd5c4094d92" /><Relationship Type="http://schemas.openxmlformats.org/officeDocument/2006/relationships/notesMaster" Target="/ppt/notesMasters/notesMaster1.xml" Id="Raefd06e6c0c949c3" /><Relationship Type="http://schemas.openxmlformats.org/officeDocument/2006/relationships/presProps" Target="/ppt/presProps.xml" Id="R19a18fb3bdf44639" /><Relationship Type="http://schemas.openxmlformats.org/officeDocument/2006/relationships/tableStyles" Target="/ppt/tableStyles.xml" Id="R78454f82f4884b48" /><Relationship Type="http://schemas.openxmlformats.org/officeDocument/2006/relationships/slide" Target="/ppt/slides/slide1.xml" Id="Rfb0dca4bfa2e4586" /><Relationship Type="http://schemas.openxmlformats.org/officeDocument/2006/relationships/slide" Target="/ppt/slides/slide2.xml" Id="R60abd8fa03434d17" /><Relationship Type="http://schemas.openxmlformats.org/officeDocument/2006/relationships/slide" Target="/ppt/slides/slide3.xml" Id="R03cb7fd561e24fda" /><Relationship Type="http://schemas.openxmlformats.org/officeDocument/2006/relationships/slide" Target="/ppt/slides/slide4.xml" Id="R58d4ec0ce5454789" /><Relationship Type="http://schemas.openxmlformats.org/officeDocument/2006/relationships/slide" Target="/ppt/slides/slide5.xml" Id="Rf87cab595a5043bb" /><Relationship Type="http://schemas.openxmlformats.org/officeDocument/2006/relationships/slide" Target="/ppt/slides/slide6.xml" Id="R5d063df2b85642d1" /><Relationship Type="http://schemas.openxmlformats.org/officeDocument/2006/relationships/slide" Target="/ppt/slides/slide7.xml" Id="R0e70fa2761e64c84" /><Relationship Type="http://schemas.openxmlformats.org/officeDocument/2006/relationships/slide" Target="/ppt/slides/slide8.xml" Id="R64f07acf829649b2" /><Relationship Type="http://schemas.openxmlformats.org/officeDocument/2006/relationships/slide" Target="/ppt/slides/slide9.xml" Id="R216a2dcdad00400b" /><Relationship Type="http://schemas.openxmlformats.org/officeDocument/2006/relationships/slide" Target="/ppt/slides/slide10.xml" Id="R9317d7cdcb6c4f77" /><Relationship Type="http://schemas.openxmlformats.org/officeDocument/2006/relationships/slide" Target="/ppt/slides/slide11.xml" Id="Ra4ac4737f47e42bc" /><Relationship Type="http://schemas.openxmlformats.org/officeDocument/2006/relationships/slide" Target="/ppt/slides/slide12.xml" Id="R0d40a4f75d57401d" /><Relationship Type="http://schemas.openxmlformats.org/officeDocument/2006/relationships/slide" Target="/ppt/slides/slide13.xml" Id="Rd470b53fcc684dfb" /><Relationship Type="http://schemas.openxmlformats.org/officeDocument/2006/relationships/slide" Target="/ppt/slides/slide14.xml" Id="Rc76d438bcad848db" /><Relationship Type="http://schemas.openxmlformats.org/officeDocument/2006/relationships/slide" Target="/ppt/slides/slide15.xml" Id="Re4975c48bdcb456e" /><Relationship Type="http://schemas.openxmlformats.org/officeDocument/2006/relationships/slide" Target="/ppt/slides/slide16.xml" Id="R37ef73bc85ca4807" /><Relationship Type="http://schemas.openxmlformats.org/officeDocument/2006/relationships/slide" Target="/ppt/slides/slide17.xml" Id="R51e30e5914284af4" /><Relationship Type="http://schemas.openxmlformats.org/officeDocument/2006/relationships/slide" Target="/ppt/slides/slide18.xml" Id="R45adb9369f5f4a20" /><Relationship Type="http://schemas.openxmlformats.org/officeDocument/2006/relationships/slide" Target="/ppt/slides/slide19.xml" Id="Rbef6a3d9c4234c21" /><Relationship Type="http://schemas.openxmlformats.org/officeDocument/2006/relationships/slide" Target="/ppt/slides/slide20.xml" Id="R55b9dfe261394d84" /><Relationship Type="http://schemas.openxmlformats.org/officeDocument/2006/relationships/slide" Target="/ppt/slides/slide21.xml" Id="R00f805cac37e4e84" /><Relationship Type="http://schemas.openxmlformats.org/officeDocument/2006/relationships/slide" Target="/ppt/slides/slide22.xml" Id="R13bc59dfb96f4356" /><Relationship Type="http://schemas.openxmlformats.org/officeDocument/2006/relationships/slide" Target="/ppt/slides/slide23.xml" Id="R97615f3e0721469e" /><Relationship Type="http://schemas.openxmlformats.org/officeDocument/2006/relationships/slide" Target="/ppt/slides/slide24.xml" Id="Rf1619e694cac4635" /><Relationship Type="http://schemas.openxmlformats.org/officeDocument/2006/relationships/slide" Target="/ppt/slides/slide25.xml" Id="R95f7c42eba414e20" /><Relationship Type="http://schemas.openxmlformats.org/officeDocument/2006/relationships/slide" Target="/ppt/slides/slide26.xml" Id="Rdfd55c2310c8405a" /><Relationship Type="http://schemas.openxmlformats.org/officeDocument/2006/relationships/slide" Target="/ppt/slides/slide27.xml" Id="Rd05c15c2d99641ab" /><Relationship Type="http://schemas.openxmlformats.org/officeDocument/2006/relationships/slide" Target="/ppt/slides/slide28.xml" Id="Rc4c362f431b84997" /><Relationship Type="http://schemas.openxmlformats.org/officeDocument/2006/relationships/slide" Target="/ppt/slides/slide29.xml" Id="Rd066d9205e0a43ae" /><Relationship Type="http://schemas.openxmlformats.org/officeDocument/2006/relationships/slide" Target="/ppt/slides/slide30.xml" Id="R89469ee3c1044f4c" /><Relationship Type="http://schemas.openxmlformats.org/officeDocument/2006/relationships/slide" Target="/ppt/slides/slide31.xml" Id="R7f1bf9fe322346b5" /><Relationship Type="http://schemas.openxmlformats.org/officeDocument/2006/relationships/slide" Target="/ppt/slides/slide32.xml" Id="R6c301c57e0394762" /><Relationship Type="http://schemas.openxmlformats.org/officeDocument/2006/relationships/slide" Target="/ppt/slides/slide33.xml" Id="Rb97eaa8a7da14428" /><Relationship Type="http://schemas.openxmlformats.org/officeDocument/2006/relationships/slide" Target="/ppt/slides/slide34.xml" Id="Ra46f1675c242400a" /><Relationship Type="http://schemas.openxmlformats.org/officeDocument/2006/relationships/slide" Target="/ppt/slides/slide35.xml" Id="Rd6ea0ab60a1d4aba" /><Relationship Type="http://schemas.openxmlformats.org/officeDocument/2006/relationships/slide" Target="/ppt/slides/slide36.xml" Id="R62342c5e4f21446a" /><Relationship Type="http://schemas.openxmlformats.org/officeDocument/2006/relationships/slide" Target="/ppt/slides/slide37.xml" Id="R6a700089c5c647fa" /><Relationship Type="http://schemas.openxmlformats.org/officeDocument/2006/relationships/slide" Target="/ppt/slides/slide38.xml" Id="R39aadfc45b6a492a" /><Relationship Type="http://schemas.openxmlformats.org/officeDocument/2006/relationships/slide" Target="/ppt/slides/slide39.xml" Id="R48ea5f353d3e45c4" /><Relationship Type="http://schemas.openxmlformats.org/officeDocument/2006/relationships/slide" Target="/ppt/slides/slide40.xml" Id="R629eba464cf44ae8" /><Relationship Type="http://schemas.openxmlformats.org/officeDocument/2006/relationships/slide" Target="/ppt/slides/slide41.xml" Id="R1d796b5e07864558" /><Relationship Type="http://schemas.openxmlformats.org/officeDocument/2006/relationships/slide" Target="/ppt/slides/slide42.xml" Id="R2318c66d281442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3358f5acc849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e129271fe948ea" /><Relationship Type="http://schemas.openxmlformats.org/officeDocument/2006/relationships/notesMaster" Target="/ppt/notesMasters/notesMaster1.xml" Id="R1e48805e92e242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2eee3a7c3048cd" /><Relationship Type="http://schemas.openxmlformats.org/officeDocument/2006/relationships/notesMaster" Target="/ppt/notesMasters/notesMaster1.xml" Id="R977bef48d8604e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bc37870f174d03" /><Relationship Type="http://schemas.openxmlformats.org/officeDocument/2006/relationships/notesMaster" Target="/ppt/notesMasters/notesMaster1.xml" Id="R1677ddd0c0614b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6e78d690a44557" /><Relationship Type="http://schemas.openxmlformats.org/officeDocument/2006/relationships/notesMaster" Target="/ppt/notesMasters/notesMaster1.xml" Id="Rb2335dea1f9343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264bc57e844bac" /><Relationship Type="http://schemas.openxmlformats.org/officeDocument/2006/relationships/notesMaster" Target="/ppt/notesMasters/notesMaster1.xml" Id="R35e13e1e518f42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cbb1610d0c4294" /><Relationship Type="http://schemas.openxmlformats.org/officeDocument/2006/relationships/notesMaster" Target="/ppt/notesMasters/notesMaster1.xml" Id="Rc702dccd571e45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630fd37eaf4876" /><Relationship Type="http://schemas.openxmlformats.org/officeDocument/2006/relationships/notesMaster" Target="/ppt/notesMasters/notesMaster1.xml" Id="R30b4e96ee8444f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b258a38c844bdd" /><Relationship Type="http://schemas.openxmlformats.org/officeDocument/2006/relationships/notesMaster" Target="/ppt/notesMasters/notesMaster1.xml" Id="R06beed311f7443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243fc19dd1491f" /><Relationship Type="http://schemas.openxmlformats.org/officeDocument/2006/relationships/notesMaster" Target="/ppt/notesMasters/notesMaster1.xml" Id="Rbfab4b38ed5d41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53b04fb1e647d9" /><Relationship Type="http://schemas.openxmlformats.org/officeDocument/2006/relationships/notesMaster" Target="/ppt/notesMasters/notesMaster1.xml" Id="Rfce50d22c3a04a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405719623f4e0e" /><Relationship Type="http://schemas.openxmlformats.org/officeDocument/2006/relationships/notesMaster" Target="/ppt/notesMasters/notesMaster1.xml" Id="Rdd5efc8c482b49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f12f4e86ad4592" /><Relationship Type="http://schemas.openxmlformats.org/officeDocument/2006/relationships/notesMaster" Target="/ppt/notesMasters/notesMaster1.xml" Id="R7b0a23ccd9f14c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043357f498496e" /><Relationship Type="http://schemas.openxmlformats.org/officeDocument/2006/relationships/notesMaster" Target="/ppt/notesMasters/notesMaster1.xml" Id="Rb48835e3edc443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feb1e1d9044808" /><Relationship Type="http://schemas.openxmlformats.org/officeDocument/2006/relationships/notesMaster" Target="/ppt/notesMasters/notesMaster1.xml" Id="Recc0d3fdfaa046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c30ccb4c6d40d3" /><Relationship Type="http://schemas.openxmlformats.org/officeDocument/2006/relationships/notesMaster" Target="/ppt/notesMasters/notesMaster1.xml" Id="Rafad26073f324a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6d03f232944c8e" /><Relationship Type="http://schemas.openxmlformats.org/officeDocument/2006/relationships/notesMaster" Target="/ppt/notesMasters/notesMaster1.xml" Id="R0598375b1e214c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daf58bea3f40c0" /><Relationship Type="http://schemas.openxmlformats.org/officeDocument/2006/relationships/notesMaster" Target="/ppt/notesMasters/notesMaster1.xml" Id="Rf83b4886c9ca41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106a9de0bc4540" /><Relationship Type="http://schemas.openxmlformats.org/officeDocument/2006/relationships/notesMaster" Target="/ppt/notesMasters/notesMaster1.xml" Id="R00acf65cf7a34e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91a1e6a140472b" /><Relationship Type="http://schemas.openxmlformats.org/officeDocument/2006/relationships/notesMaster" Target="/ppt/notesMasters/notesMaster1.xml" Id="R352c205b75a64c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6e3254af2954d6a" /><Relationship Type="http://schemas.openxmlformats.org/officeDocument/2006/relationships/notesMaster" Target="/ppt/notesMasters/notesMaster1.xml" Id="R8fd1f8e3b26b49d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8e4a0cc15c41ce" /><Relationship Type="http://schemas.openxmlformats.org/officeDocument/2006/relationships/notesMaster" Target="/ppt/notesMasters/notesMaster1.xml" Id="R4ba83d3618cd4ba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e0ee163258483b" /><Relationship Type="http://schemas.openxmlformats.org/officeDocument/2006/relationships/notesMaster" Target="/ppt/notesMasters/notesMaster1.xml" Id="Rd87893d2050641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873aee181024f42" /><Relationship Type="http://schemas.openxmlformats.org/officeDocument/2006/relationships/notesMaster" Target="/ppt/notesMasters/notesMaster1.xml" Id="R66d95e18ab0946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b9dbda9eb0496f" /><Relationship Type="http://schemas.openxmlformats.org/officeDocument/2006/relationships/notesMaster" Target="/ppt/notesMasters/notesMaster1.xml" Id="Rbc73499a2ebe48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e585c04df3486c" /><Relationship Type="http://schemas.openxmlformats.org/officeDocument/2006/relationships/notesMaster" Target="/ppt/notesMasters/notesMaster1.xml" Id="Re37cbcb5dd8747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1650ccf18443aa" /><Relationship Type="http://schemas.openxmlformats.org/officeDocument/2006/relationships/notesMaster" Target="/ppt/notesMasters/notesMaster1.xml" Id="R6cfda6b50fd64e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f372140fc1942e8" /><Relationship Type="http://schemas.openxmlformats.org/officeDocument/2006/relationships/notesMaster" Target="/ppt/notesMasters/notesMaster1.xml" Id="R0a08b70def8746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c2d40ef8b19432f" /><Relationship Type="http://schemas.openxmlformats.org/officeDocument/2006/relationships/notesMaster" Target="/ppt/notesMasters/notesMaster1.xml" Id="R2589d0ca36d5488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b41e140e07649dc" /><Relationship Type="http://schemas.openxmlformats.org/officeDocument/2006/relationships/notesMaster" Target="/ppt/notesMasters/notesMaster1.xml" Id="R217acc86b08440f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9798f9766764bda" /><Relationship Type="http://schemas.openxmlformats.org/officeDocument/2006/relationships/notesMaster" Target="/ppt/notesMasters/notesMaster1.xml" Id="R5684a671f94b4d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6cbe4395654b2b" /><Relationship Type="http://schemas.openxmlformats.org/officeDocument/2006/relationships/notesMaster" Target="/ppt/notesMasters/notesMaster1.xml" Id="R0db9c47a60f643c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ba0ba7afac24335" /><Relationship Type="http://schemas.openxmlformats.org/officeDocument/2006/relationships/notesMaster" Target="/ppt/notesMasters/notesMaster1.xml" Id="R4269378f0867490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f91b30cbfcb46e4" /><Relationship Type="http://schemas.openxmlformats.org/officeDocument/2006/relationships/notesMaster" Target="/ppt/notesMasters/notesMaster1.xml" Id="R5c574d8dfaa74e6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986c3a4502a48da" /><Relationship Type="http://schemas.openxmlformats.org/officeDocument/2006/relationships/notesMaster" Target="/ppt/notesMasters/notesMaster1.xml" Id="Ra62c30fd85c242d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346c86285124bf5" /><Relationship Type="http://schemas.openxmlformats.org/officeDocument/2006/relationships/notesMaster" Target="/ppt/notesMasters/notesMaster1.xml" Id="Re885772bf74645b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1c130ace64e43b3" /><Relationship Type="http://schemas.openxmlformats.org/officeDocument/2006/relationships/notesMaster" Target="/ppt/notesMasters/notesMaster1.xml" Id="R8e2531d0b0dc4a3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8f599e8b9c9450d" /><Relationship Type="http://schemas.openxmlformats.org/officeDocument/2006/relationships/notesMaster" Target="/ppt/notesMasters/notesMaster1.xml" Id="R03f94582dbcf43d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c8482a7c424640" /><Relationship Type="http://schemas.openxmlformats.org/officeDocument/2006/relationships/notesMaster" Target="/ppt/notesMasters/notesMaster1.xml" Id="R65aace402aa14cb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5e6fa13848546d4" /><Relationship Type="http://schemas.openxmlformats.org/officeDocument/2006/relationships/notesMaster" Target="/ppt/notesMasters/notesMaster1.xml" Id="Rff006c22b3a0412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a5178102a69472a" /><Relationship Type="http://schemas.openxmlformats.org/officeDocument/2006/relationships/notesMaster" Target="/ppt/notesMasters/notesMaster1.xml" Id="R5919312abf4c4ad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e60ad26a21f485e" /><Relationship Type="http://schemas.openxmlformats.org/officeDocument/2006/relationships/notesMaster" Target="/ppt/notesMasters/notesMaster1.xml" Id="Raf14c0d5c2344f1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ddf754b2e5246b5" /><Relationship Type="http://schemas.openxmlformats.org/officeDocument/2006/relationships/notesMaster" Target="/ppt/notesMasters/notesMaster1.xml" Id="Rec30d9fd549c4f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2c616d51714e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86ab873b3143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73534b39d146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d2f59fa0d04e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5377131e6c45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7c1672a42e42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F47EEA-5438-46CF-935A-C2A689BFF45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3A8219-6F67-49D3-8C8E-B8B4E43D7E6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B8895A-A9DE-4639-AACB-C0F3EF168C70}"/>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73B767-6CB2-44CB-B653-DBE6F7686A5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C48DC8-4030-45BB-8124-0FA8CB2E139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0DE2AA-4613-4C36-9782-177B04530B9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5F7D5A-AA93-4AB9-9A2D-09B25C030D0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764441-AA04-43EF-B313-ED87F6CE3C9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BB218F-735D-4FED-9DC3-1E9AD034353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8441C6-CE99-4EF7-824B-0DD90AD0BB3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1ec5c4812f4674" /><Relationship Type="http://schemas.openxmlformats.org/officeDocument/2006/relationships/slideLayout" Target="/ppt/slideLayouts/slideLayout1.xml" Id="Re127bc51a7fa4cae" /><Relationship Type="http://schemas.openxmlformats.org/officeDocument/2006/relationships/slideLayout" Target="/ppt/slideLayouts/slideLayout2.xml" Id="Re9a8ea271dcb460d" /><Relationship Type="http://schemas.openxmlformats.org/officeDocument/2006/relationships/slideLayout" Target="/ppt/slideLayouts/slideLayout3.xml" Id="R57b00724dda04c7b" /><Relationship Type="http://schemas.openxmlformats.org/officeDocument/2006/relationships/slideLayout" Target="/ppt/slideLayouts/slideLayout4.xml" Id="R8dd3b37d17fb461d" /><Relationship Type="http://schemas.openxmlformats.org/officeDocument/2006/relationships/slideLayout" Target="/ppt/slideLayouts/slideLayout5.xml" Id="R4526d78587744030" /><Relationship Type="http://schemas.openxmlformats.org/officeDocument/2006/relationships/slideLayout" Target="/ppt/slideLayouts/slideLayout6.xml" Id="Rabc8df570db143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27bc51a7fa4cae"/>
    <p:sldLayoutId xmlns:r="http://schemas.openxmlformats.org/officeDocument/2006/relationships" id="2147483650" r:id="Re9a8ea271dcb460d"/>
    <p:sldLayoutId xmlns:r="http://schemas.openxmlformats.org/officeDocument/2006/relationships" id="2147483651" r:id="R57b00724dda04c7b"/>
    <p:sldLayoutId xmlns:r="http://schemas.openxmlformats.org/officeDocument/2006/relationships" id="2147483652" r:id="R8dd3b37d17fb461d"/>
    <p:sldLayoutId xmlns:r="http://schemas.openxmlformats.org/officeDocument/2006/relationships" id="2147483653" r:id="R4526d78587744030"/>
    <p:sldLayoutId xmlns:r="http://schemas.openxmlformats.org/officeDocument/2006/relationships" id="2147483654" r:id="Rabc8df570db143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f21ddd5b464a9b" /><Relationship Type="http://schemas.openxmlformats.org/officeDocument/2006/relationships/image" Target="/ppt/media/image.png" Id="Rce39c00e29784ba1" /><Relationship Type="http://schemas.openxmlformats.org/officeDocument/2006/relationships/image" Target="/ppt/media/image2.png" Id="Rb760565939864466" /><Relationship Type="http://schemas.openxmlformats.org/officeDocument/2006/relationships/image" Target="/ppt/media/image3.png" Id="Rdf6b90d757fc4727" /><Relationship Type="http://schemas.openxmlformats.org/officeDocument/2006/relationships/notesSlide" Target="/ppt/notesSlides/notesSlide1.xml" Id="R50a34c18ef114e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8c1f8b2a704525" /><Relationship Type="http://schemas.openxmlformats.org/officeDocument/2006/relationships/image" Target="/ppt/media/image4.png" Id="R1cacc74f2b4b447f" /><Relationship Type="http://schemas.openxmlformats.org/officeDocument/2006/relationships/image" Target="/ppt/media/image5.png" Id="Rca215cad31f94c25" /><Relationship Type="http://schemas.openxmlformats.org/officeDocument/2006/relationships/notesSlide" Target="/ppt/notesSlides/notesSlide2.xml" Id="Rc52ad6198de84c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381fb833c14076" /><Relationship Type="http://schemas.openxmlformats.org/officeDocument/2006/relationships/image" Target="/ppt/media/image6.png" Id="Rae597ff3a4c647ff" /><Relationship Type="http://schemas.openxmlformats.org/officeDocument/2006/relationships/notesSlide" Target="/ppt/notesSlides/notesSlide3.xml" Id="R0bf33e6aa95f4b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20c56302bc4509" /><Relationship Type="http://schemas.openxmlformats.org/officeDocument/2006/relationships/image" Target="/ppt/media/image7.png" Id="R40a0d5a94e0245b6" /><Relationship Type="http://schemas.openxmlformats.org/officeDocument/2006/relationships/image" Target="/ppt/media/image8.png" Id="R61a67456f8d741ba" /><Relationship Type="http://schemas.openxmlformats.org/officeDocument/2006/relationships/notesSlide" Target="/ppt/notesSlides/notesSlide4.xml" Id="R050b84cc2a3a48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842f7b751074fd1" /><Relationship Type="http://schemas.openxmlformats.org/officeDocument/2006/relationships/image" Target="/ppt/media/image9.png" Id="R965ec9597e774793" /><Relationship Type="http://schemas.openxmlformats.org/officeDocument/2006/relationships/image" Target="/ppt/media/image10.png" Id="R2786a879640a4afa" /><Relationship Type="http://schemas.openxmlformats.org/officeDocument/2006/relationships/notesSlide" Target="/ppt/notesSlides/notesSlide5.xml" Id="R9ff76e2dd39945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57b8d1c84d4017" /><Relationship Type="http://schemas.openxmlformats.org/officeDocument/2006/relationships/image" Target="/ppt/media/image11.png" Id="R75ecdd2268ce406c" /><Relationship Type="http://schemas.openxmlformats.org/officeDocument/2006/relationships/notesSlide" Target="/ppt/notesSlides/notesSlide6.xml" Id="Rcbf5f2f7d9d14a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27e728a7bd4110" /><Relationship Type="http://schemas.openxmlformats.org/officeDocument/2006/relationships/image" Target="/ppt/media/image12.png" Id="Ra40f8d11dfa547d0" /><Relationship Type="http://schemas.openxmlformats.org/officeDocument/2006/relationships/image" Target="/ppt/media/image13.png" Id="R50ab693cd6714f5b" /><Relationship Type="http://schemas.openxmlformats.org/officeDocument/2006/relationships/image" Target="/ppt/media/image14.png" Id="R5ea747e0928e4019" /><Relationship Type="http://schemas.openxmlformats.org/officeDocument/2006/relationships/image" Target="/ppt/media/image15.png" Id="R68451d77fbec4269" /><Relationship Type="http://schemas.openxmlformats.org/officeDocument/2006/relationships/notesSlide" Target="/ppt/notesSlides/notesSlide7.xml" Id="R56e09c5cf30d49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61db6826b84f14" /><Relationship Type="http://schemas.openxmlformats.org/officeDocument/2006/relationships/image" Target="/ppt/media/image16.png" Id="Rd6d3784ce5cb4d26" /><Relationship Type="http://schemas.openxmlformats.org/officeDocument/2006/relationships/image" Target="/ppt/media/image17.png" Id="R518a57c648ac47ee" /><Relationship Type="http://schemas.openxmlformats.org/officeDocument/2006/relationships/notesSlide" Target="/ppt/notesSlides/notesSlide8.xml" Id="R964eee0ef3ab45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1ad1fd7798a4f21" /><Relationship Type="http://schemas.openxmlformats.org/officeDocument/2006/relationships/image" Target="/ppt/media/image18.png" Id="R8a144f6cab5c4ec1" /><Relationship Type="http://schemas.openxmlformats.org/officeDocument/2006/relationships/image" Target="/ppt/media/image19.png" Id="R60a60e1aab4448f3" /><Relationship Type="http://schemas.openxmlformats.org/officeDocument/2006/relationships/image" Target="/ppt/media/image20.png" Id="R5e8d6c3a39ff4fcd" /><Relationship Type="http://schemas.openxmlformats.org/officeDocument/2006/relationships/image" Target="/ppt/media/image21.png" Id="Rc3980fed4b4044b9" /><Relationship Type="http://schemas.openxmlformats.org/officeDocument/2006/relationships/notesSlide" Target="/ppt/notesSlides/notesSlide9.xml" Id="R69eb3835945340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2a221be964540c6" /><Relationship Type="http://schemas.openxmlformats.org/officeDocument/2006/relationships/image" Target="/ppt/media/image22.png" Id="R92886d82031f4c7a" /><Relationship Type="http://schemas.openxmlformats.org/officeDocument/2006/relationships/image" Target="/ppt/media/image23.png" Id="R777f7d5f813946f7" /><Relationship Type="http://schemas.openxmlformats.org/officeDocument/2006/relationships/image" Target="/ppt/media/image24.png" Id="Rfcf201711a1b4fe1" /><Relationship Type="http://schemas.openxmlformats.org/officeDocument/2006/relationships/notesSlide" Target="/ppt/notesSlides/notesSlide10.xml" Id="R109aaef514af47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8961d22e64f464b" /><Relationship Type="http://schemas.openxmlformats.org/officeDocument/2006/relationships/image" Target="/ppt/media/image25.png" Id="Rb43f449299a94edb" /><Relationship Type="http://schemas.openxmlformats.org/officeDocument/2006/relationships/image" Target="/ppt/media/image26.png" Id="Re274aae09a044cb3" /><Relationship Type="http://schemas.openxmlformats.org/officeDocument/2006/relationships/image" Target="/ppt/media/image27.png" Id="R0d2acfd5e5674b13" /><Relationship Type="http://schemas.openxmlformats.org/officeDocument/2006/relationships/notesSlide" Target="/ppt/notesSlides/notesSlide11.xml" Id="R9aa6f1863bdb44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533401adb8a4095" /><Relationship Type="http://schemas.openxmlformats.org/officeDocument/2006/relationships/image" Target="/ppt/media/image28.png" Id="Rd8d096a083144bc3" /><Relationship Type="http://schemas.openxmlformats.org/officeDocument/2006/relationships/notesSlide" Target="/ppt/notesSlides/notesSlide12.xml" Id="R3f15af3b550442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f975d1fbe984d46" /><Relationship Type="http://schemas.openxmlformats.org/officeDocument/2006/relationships/image" Target="/ppt/media/image29.png" Id="R1f520a4c0d1a455d" /><Relationship Type="http://schemas.openxmlformats.org/officeDocument/2006/relationships/image" Target="/ppt/media/image30.png" Id="Ra2b895947b294f8d" /><Relationship Type="http://schemas.openxmlformats.org/officeDocument/2006/relationships/notesSlide" Target="/ppt/notesSlides/notesSlide13.xml" Id="R27311d97a44e42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b0b1f70dea4f27" /><Relationship Type="http://schemas.openxmlformats.org/officeDocument/2006/relationships/image" Target="/ppt/media/image31.png" Id="R4538d7309c534beb" /><Relationship Type="http://schemas.openxmlformats.org/officeDocument/2006/relationships/image" Target="/ppt/media/image32.png" Id="Re20e6c1d6cf14fa5" /><Relationship Type="http://schemas.openxmlformats.org/officeDocument/2006/relationships/notesSlide" Target="/ppt/notesSlides/notesSlide14.xml" Id="R849c22a486a145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e9ef44176242df" /><Relationship Type="http://schemas.openxmlformats.org/officeDocument/2006/relationships/image" Target="/ppt/media/image33.png" Id="R0dd768e2635e4e67" /><Relationship Type="http://schemas.openxmlformats.org/officeDocument/2006/relationships/image" Target="/ppt/media/image34.png" Id="R1e2dc3af803c4acd" /><Relationship Type="http://schemas.openxmlformats.org/officeDocument/2006/relationships/image" Target="/ppt/media/image35.png" Id="R27449fb67e874d5a" /><Relationship Type="http://schemas.openxmlformats.org/officeDocument/2006/relationships/image" Target="/ppt/media/image36.png" Id="Rf8ae8d948a1a4c96" /><Relationship Type="http://schemas.openxmlformats.org/officeDocument/2006/relationships/notesSlide" Target="/ppt/notesSlides/notesSlide15.xml" Id="Rcb9ccc7ce16c47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bf498c8801d40bc" /><Relationship Type="http://schemas.openxmlformats.org/officeDocument/2006/relationships/image" Target="/ppt/media/image37.png" Id="Ra7ef1dbe62664c56" /><Relationship Type="http://schemas.openxmlformats.org/officeDocument/2006/relationships/image" Target="/ppt/media/image38.png" Id="R24b2e68d916f4181" /><Relationship Type="http://schemas.openxmlformats.org/officeDocument/2006/relationships/notesSlide" Target="/ppt/notesSlides/notesSlide16.xml" Id="R39b7baa30d7d4d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d7d7e3a217b41ed" /><Relationship Type="http://schemas.openxmlformats.org/officeDocument/2006/relationships/image" Target="/ppt/media/image39.png" Id="R90258fb47fe64a27" /><Relationship Type="http://schemas.openxmlformats.org/officeDocument/2006/relationships/image" Target="/ppt/media/image40.png" Id="R319b0ffeae2849bf" /><Relationship Type="http://schemas.openxmlformats.org/officeDocument/2006/relationships/image" Target="/ppt/media/image41.png" Id="Rb7fcf7a5123f45a1" /><Relationship Type="http://schemas.openxmlformats.org/officeDocument/2006/relationships/notesSlide" Target="/ppt/notesSlides/notesSlide17.xml" Id="R64f2ddddd7c747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0692d7994ed4af8" /><Relationship Type="http://schemas.openxmlformats.org/officeDocument/2006/relationships/image" Target="/ppt/media/image42.png" Id="R4526cb4d13d042c4" /><Relationship Type="http://schemas.openxmlformats.org/officeDocument/2006/relationships/image" Target="/ppt/media/image43.png" Id="R44c51c12ab484552" /><Relationship Type="http://schemas.openxmlformats.org/officeDocument/2006/relationships/image" Target="/ppt/media/image44.png" Id="R00a57daad69d4ee9" /><Relationship Type="http://schemas.openxmlformats.org/officeDocument/2006/relationships/notesSlide" Target="/ppt/notesSlides/notesSlide18.xml" Id="R18d0838a98ee40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1733be3ac84fc5" /><Relationship Type="http://schemas.openxmlformats.org/officeDocument/2006/relationships/image" Target="/ppt/media/image45.png" Id="R2c055d68e99d4ad1" /><Relationship Type="http://schemas.openxmlformats.org/officeDocument/2006/relationships/image" Target="/ppt/media/image46.png" Id="R5b68b3d6eb1c4ef9" /><Relationship Type="http://schemas.openxmlformats.org/officeDocument/2006/relationships/image" Target="/ppt/media/image47.png" Id="Rcaab4d8994684b22" /><Relationship Type="http://schemas.openxmlformats.org/officeDocument/2006/relationships/notesSlide" Target="/ppt/notesSlides/notesSlide19.xml" Id="R0b3cfe2f9dbb44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ac822a5e0b14ade" /><Relationship Type="http://schemas.openxmlformats.org/officeDocument/2006/relationships/image" Target="/ppt/media/image48.png" Id="R57ec14721b2a4a4d" /><Relationship Type="http://schemas.openxmlformats.org/officeDocument/2006/relationships/notesSlide" Target="/ppt/notesSlides/notesSlide20.xml" Id="R9373305512434d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172fa59185743b4" /><Relationship Type="http://schemas.openxmlformats.org/officeDocument/2006/relationships/image" Target="/ppt/media/image49.png" Id="Rd412aedcc8e14ddf" /><Relationship Type="http://schemas.openxmlformats.org/officeDocument/2006/relationships/image" Target="/ppt/media/image50.png" Id="Reaffc94d03d8496c" /><Relationship Type="http://schemas.openxmlformats.org/officeDocument/2006/relationships/image" Target="/ppt/media/image51.png" Id="R7bf5e31e3f734bdb" /><Relationship Type="http://schemas.openxmlformats.org/officeDocument/2006/relationships/notesSlide" Target="/ppt/notesSlides/notesSlide21.xml" Id="Rc269a1832c7c43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3cad0b7103743ea" /><Relationship Type="http://schemas.openxmlformats.org/officeDocument/2006/relationships/image" Target="/ppt/media/image52.png" Id="R0a3051f7effe4f42" /><Relationship Type="http://schemas.openxmlformats.org/officeDocument/2006/relationships/image" Target="/ppt/media/image53.png" Id="R1ac8f35cb27c4c09" /><Relationship Type="http://schemas.openxmlformats.org/officeDocument/2006/relationships/image" Target="/ppt/media/image54.png" Id="R325c99e08dd9438d" /><Relationship Type="http://schemas.openxmlformats.org/officeDocument/2006/relationships/notesSlide" Target="/ppt/notesSlides/notesSlide22.xml" Id="R1ada0f43013a4a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14b46ee39644661" /><Relationship Type="http://schemas.openxmlformats.org/officeDocument/2006/relationships/image" Target="/ppt/media/image55.png" Id="Rd805c967d2b84428" /><Relationship Type="http://schemas.openxmlformats.org/officeDocument/2006/relationships/image" Target="/ppt/media/image56.png" Id="R4b03cae200554672" /><Relationship Type="http://schemas.openxmlformats.org/officeDocument/2006/relationships/notesSlide" Target="/ppt/notesSlides/notesSlide23.xml" Id="R0da4588e43b7439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8c008b36af34249" /><Relationship Type="http://schemas.openxmlformats.org/officeDocument/2006/relationships/image" Target="/ppt/media/image57.png" Id="Rd20b4c5f71cc456f" /><Relationship Type="http://schemas.openxmlformats.org/officeDocument/2006/relationships/image" Target="/ppt/media/image58.png" Id="Rd7a2a2537a754dfc" /><Relationship Type="http://schemas.openxmlformats.org/officeDocument/2006/relationships/notesSlide" Target="/ppt/notesSlides/notesSlide24.xml" Id="R6bf2606e873442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a0a396b36e445af" /><Relationship Type="http://schemas.openxmlformats.org/officeDocument/2006/relationships/image" Target="/ppt/media/image59.png" Id="R00be90cf471143d2" /><Relationship Type="http://schemas.openxmlformats.org/officeDocument/2006/relationships/image" Target="/ppt/media/image60.png" Id="R1a24b8122a484084" /><Relationship Type="http://schemas.openxmlformats.org/officeDocument/2006/relationships/notesSlide" Target="/ppt/notesSlides/notesSlide25.xml" Id="R1a16d8e6768749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c4828b39b534967" /><Relationship Type="http://schemas.openxmlformats.org/officeDocument/2006/relationships/image" Target="/ppt/media/image61.png" Id="R6d4863dde2e84330" /><Relationship Type="http://schemas.openxmlformats.org/officeDocument/2006/relationships/notesSlide" Target="/ppt/notesSlides/notesSlide26.xml" Id="R93a28686d5a74f8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004662115a14577" /><Relationship Type="http://schemas.openxmlformats.org/officeDocument/2006/relationships/image" Target="/ppt/media/image62.png" Id="R062c89de206143e3" /><Relationship Type="http://schemas.openxmlformats.org/officeDocument/2006/relationships/image" Target="/ppt/media/image63.png" Id="Re118e113660546dc" /><Relationship Type="http://schemas.openxmlformats.org/officeDocument/2006/relationships/image" Target="/ppt/media/image64.png" Id="R12a783121f70410d" /><Relationship Type="http://schemas.openxmlformats.org/officeDocument/2006/relationships/image" Target="/ppt/media/image65.png" Id="Rd74b0c6313394f25" /><Relationship Type="http://schemas.openxmlformats.org/officeDocument/2006/relationships/image" Target="/ppt/media/image66.png" Id="R1d01216571aa4f27" /><Relationship Type="http://schemas.openxmlformats.org/officeDocument/2006/relationships/notesSlide" Target="/ppt/notesSlides/notesSlide27.xml" Id="R43f995c96f314c3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67eab7895b643f6" /><Relationship Type="http://schemas.openxmlformats.org/officeDocument/2006/relationships/image" Target="/ppt/media/image67.png" Id="Rdb0935ed10f440eb" /><Relationship Type="http://schemas.openxmlformats.org/officeDocument/2006/relationships/image" Target="/ppt/media/image68.png" Id="R940855b548cb4130" /><Relationship Type="http://schemas.openxmlformats.org/officeDocument/2006/relationships/notesSlide" Target="/ppt/notesSlides/notesSlide28.xml" Id="Rc1cc99039af64be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0fcbcd42f264d82" /><Relationship Type="http://schemas.openxmlformats.org/officeDocument/2006/relationships/image" Target="/ppt/media/image69.png" Id="R09b6873804554243" /><Relationship Type="http://schemas.openxmlformats.org/officeDocument/2006/relationships/notesSlide" Target="/ppt/notesSlides/notesSlide29.xml" Id="R4c2637ada50f4b8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67a68281bed4487" /><Relationship Type="http://schemas.openxmlformats.org/officeDocument/2006/relationships/image" Target="/ppt/media/image70.png" Id="Rf153c1cab7254e5d" /><Relationship Type="http://schemas.openxmlformats.org/officeDocument/2006/relationships/image" Target="/ppt/media/image71.png" Id="R7c80d14f11f14e69" /><Relationship Type="http://schemas.openxmlformats.org/officeDocument/2006/relationships/notesSlide" Target="/ppt/notesSlides/notesSlide30.xml" Id="R220396164cbc41d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49d8f567ddc4eb1" /><Relationship Type="http://schemas.openxmlformats.org/officeDocument/2006/relationships/image" Target="/ppt/media/image72.png" Id="R1c071cc42a8a491f" /><Relationship Type="http://schemas.openxmlformats.org/officeDocument/2006/relationships/image" Target="/ppt/media/image73.png" Id="Rce8154b8ccf144a2" /><Relationship Type="http://schemas.openxmlformats.org/officeDocument/2006/relationships/image" Target="/ppt/media/image74.png" Id="Rfbf1338c89764b6a" /><Relationship Type="http://schemas.openxmlformats.org/officeDocument/2006/relationships/notesSlide" Target="/ppt/notesSlides/notesSlide31.xml" Id="R4b6377875c72478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8d3031a215f4956" /><Relationship Type="http://schemas.openxmlformats.org/officeDocument/2006/relationships/image" Target="/ppt/media/image75.png" Id="R0b302b6974974339" /><Relationship Type="http://schemas.openxmlformats.org/officeDocument/2006/relationships/notesSlide" Target="/ppt/notesSlides/notesSlide32.xml" Id="R3d068d97d510485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6ff53fd9db546d1" /><Relationship Type="http://schemas.openxmlformats.org/officeDocument/2006/relationships/image" Target="/ppt/media/image76.png" Id="Ra6f7c934ba834a95" /><Relationship Type="http://schemas.openxmlformats.org/officeDocument/2006/relationships/image" Target="/ppt/media/image77.png" Id="R37821d1494094814" /><Relationship Type="http://schemas.openxmlformats.org/officeDocument/2006/relationships/notesSlide" Target="/ppt/notesSlides/notesSlide33.xml" Id="R4d3952730b8041a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eef238c4f44419b" /><Relationship Type="http://schemas.openxmlformats.org/officeDocument/2006/relationships/image" Target="/ppt/media/image78.png" Id="R5c2cec15deba44b8" /><Relationship Type="http://schemas.openxmlformats.org/officeDocument/2006/relationships/image" Target="/ppt/media/image79.png" Id="R35fbdc17e2324d81" /><Relationship Type="http://schemas.openxmlformats.org/officeDocument/2006/relationships/image" Target="/ppt/media/image80.png" Id="R9a83d9b6523644e6" /><Relationship Type="http://schemas.openxmlformats.org/officeDocument/2006/relationships/image" Target="/ppt/media/image81.png" Id="R37e6357fa2134b66" /><Relationship Type="http://schemas.openxmlformats.org/officeDocument/2006/relationships/image" Target="/ppt/media/image82.png" Id="Rec16b2277be440a4" /><Relationship Type="http://schemas.openxmlformats.org/officeDocument/2006/relationships/notesSlide" Target="/ppt/notesSlides/notesSlide34.xml" Id="Rb0b2e0e7d9ac46d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2e16006b1a6400f" /><Relationship Type="http://schemas.openxmlformats.org/officeDocument/2006/relationships/image" Target="/ppt/media/image83.png" Id="R454449c6e42b4230" /><Relationship Type="http://schemas.openxmlformats.org/officeDocument/2006/relationships/image" Target="/ppt/media/image84.png" Id="Rad36a0ea0c8849a2" /><Relationship Type="http://schemas.openxmlformats.org/officeDocument/2006/relationships/image" Target="/ppt/media/image85.png" Id="Rc0a73c0e96e244e8" /><Relationship Type="http://schemas.openxmlformats.org/officeDocument/2006/relationships/notesSlide" Target="/ppt/notesSlides/notesSlide35.xml" Id="Rf39f39fc7f7b431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d30a953bcce463a" /><Relationship Type="http://schemas.openxmlformats.org/officeDocument/2006/relationships/image" Target="/ppt/media/image86.png" Id="R849188e711714fef" /><Relationship Type="http://schemas.openxmlformats.org/officeDocument/2006/relationships/notesSlide" Target="/ppt/notesSlides/notesSlide36.xml" Id="R20cf64ac4d54496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71d1e2f1fbe442f" /><Relationship Type="http://schemas.openxmlformats.org/officeDocument/2006/relationships/image" Target="/ppt/media/image87.png" Id="R2b263c1c994f4265" /><Relationship Type="http://schemas.openxmlformats.org/officeDocument/2006/relationships/notesSlide" Target="/ppt/notesSlides/notesSlide37.xml" Id="R07fbc6c5f5e248f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f6c7688a29d469d" /><Relationship Type="http://schemas.openxmlformats.org/officeDocument/2006/relationships/image" Target="/ppt/media/image88.png" Id="Rb88e2054e6944801" /><Relationship Type="http://schemas.openxmlformats.org/officeDocument/2006/relationships/notesSlide" Target="/ppt/notesSlides/notesSlide38.xml" Id="R38f10de0da14479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2f1dac7c061440c" /><Relationship Type="http://schemas.openxmlformats.org/officeDocument/2006/relationships/image" Target="/ppt/media/image89.png" Id="Rf559a4a7ef89490b" /><Relationship Type="http://schemas.openxmlformats.org/officeDocument/2006/relationships/notesSlide" Target="/ppt/notesSlides/notesSlide39.xml" Id="R965173ac2a3344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1b4321b56d64ca2" /><Relationship Type="http://schemas.openxmlformats.org/officeDocument/2006/relationships/image" Target="/ppt/media/image90.png" Id="R41aab4edd74d4e0b" /><Relationship Type="http://schemas.openxmlformats.org/officeDocument/2006/relationships/notesSlide" Target="/ppt/notesSlides/notesSlide40.xml" Id="Rd6072eb9654c4bd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c6148a5d4ec46c8" /><Relationship Type="http://schemas.openxmlformats.org/officeDocument/2006/relationships/image" Target="/ppt/media/image91.png" Id="R3ffb37b3d034409e" /><Relationship Type="http://schemas.openxmlformats.org/officeDocument/2006/relationships/image" Target="/ppt/media/image92.png" Id="R8ec1541782a74670" /><Relationship Type="http://schemas.openxmlformats.org/officeDocument/2006/relationships/image" Target="/ppt/media/image93.png" Id="Rd5b572af83e24888" /><Relationship Type="http://schemas.openxmlformats.org/officeDocument/2006/relationships/image" Target="/ppt/media/image94.png" Id="R4371c228b50a4d17" /><Relationship Type="http://schemas.openxmlformats.org/officeDocument/2006/relationships/notesSlide" Target="/ppt/notesSlides/notesSlide41.xml" Id="R7c35264ef7de47b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1e607486359466f" /><Relationship Type="http://schemas.openxmlformats.org/officeDocument/2006/relationships/image" Target="/ppt/media/image95.png" Id="Rdf7968a46d8f4058" /><Relationship Type="http://schemas.openxmlformats.org/officeDocument/2006/relationships/notesSlide" Target="/ppt/notesSlides/notesSlide42.xml" Id="R103af4a15b784f8d"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B984EED-1310-4F4A-BACA-324250B921A4}"/>
              </a:ext>
            </a:extLst>
          </p:cNvPr>
          <p:cNvPicPr>
            <a:picLocks xmlns:a="http://schemas.openxmlformats.org/drawingml/2006/main" noChangeAspect="1"/>
          </p:cNvPicPr>
          <p:nvPr/>
        </p:nvPicPr>
        <p:blipFill>
          <a:blip xmlns:r="http://schemas.openxmlformats.org/officeDocument/2006/relationships" xmlns:a="http://schemas.openxmlformats.org/drawingml/2006/main" r:embed="Rce39c00e29784ba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1F9BDB1B-B8D9-4573-B112-31F439D8CEC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76BF3419-1481-44BD-972D-A89C86CA7D63}"/>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025FAB99-13B9-4E05-B2F3-7FA1134F7AE2}"/>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074769E3-0E47-4BB0-923F-FB978479AABB}"/>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60278C97-EA3D-4A4E-BEE2-5A8D687F2FAA}"/>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6ABE6439-FFA3-4434-9673-226B602B3C03}"/>
              </a:ext>
            </a:extLst>
          </p:cNvPr>
          <p:cNvPicPr>
            <a:picLocks xmlns:a="http://schemas.openxmlformats.org/drawingml/2006/main" noChangeAspect="1"/>
          </p:cNvPicPr>
          <p:nvPr/>
        </p:nvPicPr>
        <p:blipFill>
          <a:blip xmlns:r="http://schemas.openxmlformats.org/officeDocument/2006/relationships" xmlns:a="http://schemas.openxmlformats.org/drawingml/2006/main" r:embed="Rb76056593986446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9F4B16B-E4A9-4241-A592-5D1C934E278A}"/>
              </a:ext>
            </a:extLst>
          </p:cNvPr>
          <p:cNvPicPr>
            <a:picLocks xmlns:a="http://schemas.openxmlformats.org/drawingml/2006/main" noChangeAspect="1"/>
          </p:cNvPicPr>
          <p:nvPr/>
        </p:nvPicPr>
        <p:blipFill>
          <a:blip xmlns:r="http://schemas.openxmlformats.org/officeDocument/2006/relationships" xmlns:a="http://schemas.openxmlformats.org/drawingml/2006/main" r:embed="Rdf6b90d757fc4727"/>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1D655DF2-BB03-4A1B-903C-35F3DD6167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6213314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B0FFA51-6034-4E6A-BC3A-9F04ED3ECF86}"/>
              </a:ext>
            </a:extLst>
          </p:cNvPr>
          <p:cNvPicPr>
            <a:picLocks xmlns:a="http://schemas.openxmlformats.org/drawingml/2006/main" noChangeAspect="1"/>
          </p:cNvPicPr>
          <p:nvPr/>
        </p:nvPicPr>
        <p:blipFill>
          <a:blip xmlns:r="http://schemas.openxmlformats.org/officeDocument/2006/relationships" xmlns:a="http://schemas.openxmlformats.org/drawingml/2006/main" r:embed="R1cacc74f2b4b44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CD3BD4-B837-466E-B944-D64E853E15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9662CC-D46D-4B58-ACD0-0F3074856D3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2984A0CE-87DC-4C43-88EC-6A9237F9BB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33DB0D7-9E06-440B-842A-30550226A0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AE8D7321-FB41-4ED6-BA93-8A84BBFFEC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A46AE127-97E3-4394-9031-39291B4263A8}"/>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9B33DE91-5D27-4BF2-AE82-36BDEE64E1F4}"/>
              </a:ext>
            </a:extLst>
          </p:cNvPr>
          <p:cNvPicPr>
            <a:picLocks xmlns:a="http://schemas.openxmlformats.org/drawingml/2006/main" noChangeAspect="1"/>
          </p:cNvPicPr>
          <p:nvPr/>
        </p:nvPicPr>
        <p:blipFill>
          <a:blip xmlns:r="http://schemas.openxmlformats.org/officeDocument/2006/relationships" xmlns:a="http://schemas.openxmlformats.org/drawingml/2006/main" r:embed="Rca215cad31f94c25"/>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357109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287134A-BAAA-4B4F-B2FC-BA3AC16ADD72}"/>
              </a:ext>
            </a:extLst>
          </p:cNvPr>
          <p:cNvPicPr>
            <a:picLocks xmlns:a="http://schemas.openxmlformats.org/drawingml/2006/main" noChangeAspect="1"/>
          </p:cNvPicPr>
          <p:nvPr/>
        </p:nvPicPr>
        <p:blipFill>
          <a:blip xmlns:r="http://schemas.openxmlformats.org/officeDocument/2006/relationships" xmlns:a="http://schemas.openxmlformats.org/drawingml/2006/main" r:embed="Rae597ff3a4c647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BCF5D7-F77F-45EE-94A1-9A35729841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889B1B-239E-4DD1-87D1-3BA6AD7EC61F}"/>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28A24CBE-DDCD-41D8-8D35-34B5D0D0BC29}"/>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43E9C2BC-DD94-462C-A508-EF8545819558}"/>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082DA7A-0F31-40BE-AED1-3A8CB7054365}"/>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165FA6DE-D248-49A9-B4EE-0B670539867F}"/>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F23441F-AB9C-499B-8FFD-560F3F1DBE08}"/>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A6B8AA0E-2F7A-477D-91F3-C2E3C527B032}"/>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3E7C83AC-36DB-4285-972B-0BF58D1CC21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8DCACE6-AAA0-4819-8373-B706ACBD4FFA}"/>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614049B8-CF1B-4A06-8FAA-DA2808C50FA0}"/>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EE47AD77-5A1A-41F4-9282-2A34E9151AA1}"/>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5DDB59D-D640-4F79-AFE7-849ED6CC4040}"/>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4DEE283F-CBC4-400C-B731-83803E447614}"/>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7744688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89294F0-C662-4F08-8E68-EFDD79B35D98}"/>
              </a:ext>
            </a:extLst>
          </p:cNvPr>
          <p:cNvPicPr>
            <a:picLocks xmlns:a="http://schemas.openxmlformats.org/drawingml/2006/main" noChangeAspect="1"/>
          </p:cNvPicPr>
          <p:nvPr/>
        </p:nvPicPr>
        <p:blipFill>
          <a:blip xmlns:r="http://schemas.openxmlformats.org/officeDocument/2006/relationships" xmlns:a="http://schemas.openxmlformats.org/drawingml/2006/main" r:embed="R40a0d5a94e0245b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C3F1EC6-2005-4570-8298-B5A8AB78AE9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C29A0D-AF47-4F55-AC32-B836769BBD8C}"/>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052B0F27-7047-4B31-A0D8-F2CE92877787}"/>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0EF990-C5CC-48E9-84B5-3BE7AF9A6868}"/>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C1494BAC-6875-40E8-96EC-E5334C782D29}"/>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F7EC570C-E06A-4DC7-BBC7-BBBDF16D068F}"/>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A16FC75C-372E-43F4-A3F7-D42C9439CADF}"/>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410BDA3-34E7-48BA-BFE9-C1D3D46E7A0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AB20865D-22E0-40E6-A585-0446D8840060}"/>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B21383E3-7C3C-4C66-BF17-F8957183FEF0}"/>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E55F261-1787-4B67-9E4E-A72C038D3AF5}"/>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1BE8FC6B-A223-429B-99AC-3D509DAF9AB3}"/>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C96E1F5A-5517-4AEC-A052-508DEFAC02DF}"/>
              </a:ext>
            </a:extLst>
          </p:cNvPr>
          <p:cNvPicPr>
            <a:picLocks xmlns:a="http://schemas.openxmlformats.org/drawingml/2006/main" noChangeAspect="1"/>
          </p:cNvPicPr>
          <p:nvPr/>
        </p:nvPicPr>
        <p:blipFill>
          <a:blip xmlns:r="http://schemas.openxmlformats.org/officeDocument/2006/relationships" xmlns:a="http://schemas.openxmlformats.org/drawingml/2006/main" r:embed="R61a67456f8d741ba"/>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33007985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391E962-8440-4482-B884-0A737F7848FD}"/>
              </a:ext>
            </a:extLst>
          </p:cNvPr>
          <p:cNvPicPr>
            <a:picLocks xmlns:a="http://schemas.openxmlformats.org/drawingml/2006/main" noChangeAspect="1"/>
          </p:cNvPicPr>
          <p:nvPr/>
        </p:nvPicPr>
        <p:blipFill>
          <a:blip xmlns:r="http://schemas.openxmlformats.org/officeDocument/2006/relationships" xmlns:a="http://schemas.openxmlformats.org/drawingml/2006/main" r:embed="R965ec9597e77479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31CD2B1-AFD4-4FD1-88B1-A5D375EC8CB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4331FEBC-C10C-4D54-8DE6-8D9E334865A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33B4E4E-408D-4E52-9FB7-D51FDB635CD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B4EDC43-BE0E-4D51-BF0E-A28FB03E47B8}"/>
              </a:ext>
            </a:extLst>
          </p:cNvPr>
          <p:cNvPicPr>
            <a:picLocks xmlns:a="http://schemas.openxmlformats.org/drawingml/2006/main" noChangeAspect="1"/>
          </p:cNvPicPr>
          <p:nvPr/>
        </p:nvPicPr>
        <p:blipFill>
          <a:blip xmlns:r="http://schemas.openxmlformats.org/officeDocument/2006/relationships" xmlns:a="http://schemas.openxmlformats.org/drawingml/2006/main" r:embed="R2786a879640a4a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DE5016C7-D9B4-43AD-9087-408AC52DC5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413DF31-05FF-4A50-A7EC-B7D2421F746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47410759-3682-425A-A5F7-75EFA632440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259D0DD4-2D93-4E8F-B02F-93416DC11D2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6345518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0986A43-3AFC-43E6-90F4-76BEAF9173F7}"/>
              </a:ext>
            </a:extLst>
          </p:cNvPr>
          <p:cNvPicPr>
            <a:picLocks xmlns:a="http://schemas.openxmlformats.org/drawingml/2006/main" noChangeAspect="1"/>
          </p:cNvPicPr>
          <p:nvPr/>
        </p:nvPicPr>
        <p:blipFill>
          <a:blip xmlns:r="http://schemas.openxmlformats.org/officeDocument/2006/relationships" xmlns:a="http://schemas.openxmlformats.org/drawingml/2006/main" r:embed="R75ecdd2268ce406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ECCFF3-6947-4766-B6C3-FD8A0657CA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CBA0D5-1F72-4347-92E5-7C99B6CE3C9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757A5A2-B056-4586-AB04-A147A2AD18F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3C52F3E-6933-40F8-B47E-D8F7C9D2FC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8917EEA-0DF0-422D-B2A6-6A51283118A4}"/>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504ACF1B-9699-4CE7-A97B-1578730D5EA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1DD76357-CEB9-4B9D-90B7-FDE52956C21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39646310-162A-4E52-B380-5A907304C5C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60E86D24-CA2F-471C-B7EF-D39392B8F90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B574AE61-CDBC-4C51-AA8E-C3F7528504E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6C7246B-D55B-4304-B05D-EA595EABA34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6750883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88EF29CD-3931-41D2-9B8F-0CC2A83A087F}"/>
              </a:ext>
            </a:extLst>
          </p:cNvPr>
          <p:cNvPicPr>
            <a:picLocks xmlns:a="http://schemas.openxmlformats.org/drawingml/2006/main" noChangeAspect="1"/>
          </p:cNvPicPr>
          <p:nvPr/>
        </p:nvPicPr>
        <p:blipFill>
          <a:blip xmlns:r="http://schemas.openxmlformats.org/officeDocument/2006/relationships" xmlns:a="http://schemas.openxmlformats.org/drawingml/2006/main" r:embed="Ra40f8d11dfa547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D2DD59-F484-4F89-922F-4BE5141E2F8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CA63BF-23D6-49DA-8F60-F81B43BA49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8781698-5F8C-4A0D-AA5A-1898FDE1C69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4CCD08-A504-4910-BAE2-F9190DFB637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8D3721B-AF02-4175-8165-3D0784B22E7A}"/>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B4FF2E5E-0AD5-4743-9F4C-5212B6AC8A0E}"/>
              </a:ext>
            </a:extLst>
          </p:cNvPr>
          <p:cNvPicPr>
            <a:picLocks xmlns:a="http://schemas.openxmlformats.org/drawingml/2006/main" noChangeAspect="1"/>
          </p:cNvPicPr>
          <p:nvPr/>
        </p:nvPicPr>
        <p:blipFill>
          <a:blip xmlns:r="http://schemas.openxmlformats.org/officeDocument/2006/relationships" xmlns:a="http://schemas.openxmlformats.org/drawingml/2006/main" r:embed="R50ab693cd6714f5b"/>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78CE37B-65E6-4898-A20D-F8F44A929778}"/>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69C173B8-955D-45F9-A44A-1A23449482B5}"/>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B34580BC-638D-44F6-80CA-2BE904107BBB}"/>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C1B12CAD-CEEB-4C65-A76F-B02D6875979E}"/>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74BC8B83-BE97-4879-AC29-313B8DB843B7}"/>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BCCEBEE2-226E-454A-BB23-742D3A3482E5}"/>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66A6ECE8-46EA-48A7-BE9B-CAF8757F975A}"/>
              </a:ext>
            </a:extLst>
          </p:cNvPr>
          <p:cNvPicPr>
            <a:picLocks xmlns:a="http://schemas.openxmlformats.org/drawingml/2006/main" noChangeAspect="1"/>
          </p:cNvPicPr>
          <p:nvPr/>
        </p:nvPicPr>
        <p:blipFill>
          <a:blip xmlns:r="http://schemas.openxmlformats.org/officeDocument/2006/relationships" xmlns:a="http://schemas.openxmlformats.org/drawingml/2006/main" r:embed="R5ea747e0928e4019"/>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F2D0D9AA-95D2-4B95-91CC-5410EAB96EDB}"/>
              </a:ext>
            </a:extLst>
          </p:cNvPr>
          <p:cNvPicPr>
            <a:picLocks xmlns:a="http://schemas.openxmlformats.org/drawingml/2006/main" noChangeAspect="1"/>
          </p:cNvPicPr>
          <p:nvPr/>
        </p:nvPicPr>
        <p:blipFill>
          <a:blip xmlns:r="http://schemas.openxmlformats.org/officeDocument/2006/relationships" xmlns:a="http://schemas.openxmlformats.org/drawingml/2006/main" r:embed="R68451d77fbec4269"/>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11E3CC3F-345F-4C46-8682-D8A716B4FB26}"/>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B6CF0F10-5948-481B-9F44-75C20A0E9995}"/>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67159F91-4C0B-4CCD-9360-43E08C4E8E80}"/>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F3BBA6CE-242B-450F-AF66-95738581718B}"/>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FDC61FBE-DC5A-46ED-9F68-325F85CE9304}"/>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DE75A3FC-073C-4F64-9790-9E3C3BCDEB0A}"/>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3DB08C3-9688-45DC-9270-3A24FF5E3682}"/>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F82151FE-466B-494C-ACB9-4871615D9C17}"/>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0794981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F40F252D-C0DE-46A3-816E-0A7073757D0E}"/>
              </a:ext>
            </a:extLst>
          </p:cNvPr>
          <p:cNvPicPr>
            <a:picLocks xmlns:a="http://schemas.openxmlformats.org/drawingml/2006/main" noChangeAspect="1"/>
          </p:cNvPicPr>
          <p:nvPr/>
        </p:nvPicPr>
        <p:blipFill>
          <a:blip xmlns:r="http://schemas.openxmlformats.org/officeDocument/2006/relationships" xmlns:a="http://schemas.openxmlformats.org/drawingml/2006/main" r:embed="Rd6d3784ce5cb4d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F18DE7-7EB4-45D3-8BB8-009E038707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D7916F2-BEC5-426E-BA0A-4C908FCD984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1253192-AEA7-4CA0-9351-3B3715B5937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56CADB1-253E-4367-8ACB-0F3135EDD7D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6360675A-86CC-45A6-870E-787533209114}"/>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11C99D93-60F4-44E2-BA47-B83723E255A4}"/>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DE2173DF-AD29-4A11-9351-1207F67043A3}"/>
              </a:ext>
            </a:extLst>
          </p:cNvPr>
          <p:cNvPicPr>
            <a:picLocks xmlns:a="http://schemas.openxmlformats.org/drawingml/2006/main" noChangeAspect="1"/>
          </p:cNvPicPr>
          <p:nvPr/>
        </p:nvPicPr>
        <p:blipFill>
          <a:blip xmlns:r="http://schemas.openxmlformats.org/officeDocument/2006/relationships" xmlns:a="http://schemas.openxmlformats.org/drawingml/2006/main" r:embed="R518a57c648ac47ee"/>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8BB8551-D0F0-4EF3-9EBD-08021F986068}"/>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BA3C4EF1-A4FD-43A2-96F7-1D2C393057D2}"/>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35E13E40-2DBB-4374-A9E5-35F09521512B}"/>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B3AA2A2F-26CB-40C5-8BF2-77FFE22B3AAA}"/>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9CA0CBBC-AC10-4469-9F73-948C11B1BD9B}"/>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F36870E5-E81D-424A-800E-202EFD5BAC4E}"/>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54B4592C-63FF-498E-8DC0-3EE8C15232BF}"/>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C80AC1CF-3599-4F79-9865-2B0C387B4CF9}"/>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3906500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D114CD0-EC6A-4700-A388-AE3C28DECD88}"/>
              </a:ext>
            </a:extLst>
          </p:cNvPr>
          <p:cNvPicPr>
            <a:picLocks xmlns:a="http://schemas.openxmlformats.org/drawingml/2006/main" noChangeAspect="1"/>
          </p:cNvPicPr>
          <p:nvPr/>
        </p:nvPicPr>
        <p:blipFill>
          <a:blip xmlns:r="http://schemas.openxmlformats.org/officeDocument/2006/relationships" xmlns:a="http://schemas.openxmlformats.org/drawingml/2006/main" r:embed="R8a144f6cab5c4e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8E835B-FD8B-459F-9F68-C67F5D7303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76186F-D610-43F0-B792-55BDDE86226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CC8A845-5900-4A09-A314-9CDB5E35D2C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8BEC803-94B9-492B-9311-175DA47A4A3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F3423AD-F372-4119-8184-0F9B52BC6A2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E19B7D7D-FA8F-41B0-90D5-7F596007D974}"/>
              </a:ext>
            </a:extLst>
          </p:cNvPr>
          <p:cNvPicPr>
            <a:picLocks xmlns:a="http://schemas.openxmlformats.org/drawingml/2006/main" noChangeAspect="1"/>
          </p:cNvPicPr>
          <p:nvPr/>
        </p:nvPicPr>
        <p:blipFill>
          <a:blip xmlns:r="http://schemas.openxmlformats.org/officeDocument/2006/relationships" xmlns:a="http://schemas.openxmlformats.org/drawingml/2006/main" r:embed="R60a60e1aab4448f3"/>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E5D2F2D-0662-490E-8586-BD013E0E2E9B}"/>
              </a:ext>
            </a:extLst>
          </p:cNvPr>
          <p:cNvPicPr>
            <a:picLocks xmlns:a="http://schemas.openxmlformats.org/drawingml/2006/main" noChangeAspect="1"/>
          </p:cNvPicPr>
          <p:nvPr/>
        </p:nvPicPr>
        <p:blipFill>
          <a:blip xmlns:r="http://schemas.openxmlformats.org/officeDocument/2006/relationships" xmlns:a="http://schemas.openxmlformats.org/drawingml/2006/main" r:embed="R5e8d6c3a39ff4fcd"/>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534CB213-C5E9-494E-B345-462484E72E35}"/>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A3621BC5-C105-4F61-B888-F07516A6B59B}"/>
              </a:ext>
            </a:extLst>
          </p:cNvPr>
          <p:cNvPicPr>
            <a:picLocks xmlns:a="http://schemas.openxmlformats.org/drawingml/2006/main" noChangeAspect="1"/>
          </p:cNvPicPr>
          <p:nvPr/>
        </p:nvPicPr>
        <p:blipFill>
          <a:blip xmlns:r="http://schemas.openxmlformats.org/officeDocument/2006/relationships" xmlns:a="http://schemas.openxmlformats.org/drawingml/2006/main" r:embed="Rc3980fed4b4044b9"/>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CD4A469F-6EC4-4137-B432-4E1B22C69E92}"/>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2B03583-EE51-4C38-AB54-0D0E9C5B5C4C}"/>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0516804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7048991-9998-4F8A-BB54-8EA569AD625B}"/>
              </a:ext>
            </a:extLst>
          </p:cNvPr>
          <p:cNvPicPr>
            <a:picLocks xmlns:a="http://schemas.openxmlformats.org/drawingml/2006/main" noChangeAspect="1"/>
          </p:cNvPicPr>
          <p:nvPr/>
        </p:nvPicPr>
        <p:blipFill>
          <a:blip xmlns:r="http://schemas.openxmlformats.org/officeDocument/2006/relationships" xmlns:a="http://schemas.openxmlformats.org/drawingml/2006/main" r:embed="R92886d82031f4c7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CFA318-8D82-47A5-AABC-996400F702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C5261B-8141-49D2-B41C-DDA7E9CA8A1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E36C786-81CB-410A-986E-EB6B022AA2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F09C1A8-AB37-4E07-B886-59D622A50EA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20A33FC-5658-49FD-BCEC-E878C1CDB7C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3728CDFF-ED9E-45D7-B599-E8266E9D243F}"/>
              </a:ext>
            </a:extLst>
          </p:cNvPr>
          <p:cNvPicPr>
            <a:picLocks xmlns:a="http://schemas.openxmlformats.org/drawingml/2006/main" noChangeAspect="1"/>
          </p:cNvPicPr>
          <p:nvPr/>
        </p:nvPicPr>
        <p:blipFill>
          <a:blip xmlns:r="http://schemas.openxmlformats.org/officeDocument/2006/relationships" xmlns:a="http://schemas.openxmlformats.org/drawingml/2006/main" r:embed="R777f7d5f813946f7"/>
          <a:stretch xmlns:a="http://schemas.openxmlformats.org/drawingml/2006/main"/>
        </p:blipFill>
        <p:spPr>
          <a:xfrm xmlns:a="http://schemas.openxmlformats.org/drawingml/2006/main">
            <a:off x="2247909" y="4836566"/>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EBA9332-A096-4D3D-AA26-F4A4B0CC07F0}"/>
              </a:ext>
            </a:extLst>
          </p:cNvPr>
          <p:cNvPicPr>
            <a:picLocks xmlns:a="http://schemas.openxmlformats.org/drawingml/2006/main" noChangeAspect="1"/>
          </p:cNvPicPr>
          <p:nvPr/>
        </p:nvPicPr>
        <p:blipFill>
          <a:blip xmlns:r="http://schemas.openxmlformats.org/officeDocument/2006/relationships" xmlns:a="http://schemas.openxmlformats.org/drawingml/2006/main" r:embed="Rfcf201711a1b4fe1"/>
          <a:stretch xmlns:a="http://schemas.openxmlformats.org/drawingml/2006/main"/>
        </p:blipFill>
        <p:spPr>
          <a:xfrm xmlns:a="http://schemas.openxmlformats.org/drawingml/2006/main">
            <a:off x="1547813" y="5963591"/>
            <a:ext cx="15192375" cy="144484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24F720A9-983E-44D0-A4C5-DCF9F0A42CD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457F3EB-9DE3-4559-939A-39E3BAD6841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7341FD87-C7A9-4D05-BEE1-36810FDFDDC4}"/>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222E07F7-55DA-460E-AC8A-546D7A51EE80}"/>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8199822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36422F-7C36-492E-BCF6-FAC16193FEA7}"/>
              </a:ext>
            </a:extLst>
          </p:cNvPr>
          <p:cNvPicPr>
            <a:picLocks xmlns:a="http://schemas.openxmlformats.org/drawingml/2006/main" noChangeAspect="1"/>
          </p:cNvPicPr>
          <p:nvPr/>
        </p:nvPicPr>
        <p:blipFill>
          <a:blip xmlns:r="http://schemas.openxmlformats.org/officeDocument/2006/relationships" xmlns:a="http://schemas.openxmlformats.org/drawingml/2006/main" r:embed="Rb43f449299a94ed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1DB0C4-B5D9-4FAB-9834-CE77B73C5DD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45CEA9-F8ED-4401-9029-855260D118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2B7A58B-A262-424F-AA76-08EFD99231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F1AD2A-D7B2-4B47-B26A-F7FEBB7B87B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D3B6D59-8A2A-46F3-BC66-D7500F88E2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BC71C25F-3920-4DDC-A798-64B8E68B3D68}"/>
              </a:ext>
            </a:extLst>
          </p:cNvPr>
          <p:cNvPicPr>
            <a:picLocks xmlns:a="http://schemas.openxmlformats.org/drawingml/2006/main" noChangeAspect="1"/>
          </p:cNvPicPr>
          <p:nvPr/>
        </p:nvPicPr>
        <p:blipFill>
          <a:blip xmlns:r="http://schemas.openxmlformats.org/officeDocument/2006/relationships" xmlns:a="http://schemas.openxmlformats.org/drawingml/2006/main" r:embed="Re274aae09a044cb3"/>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A67230D-4D85-4878-B96F-917EEA2E8D1F}"/>
              </a:ext>
            </a:extLst>
          </p:cNvPr>
          <p:cNvPicPr>
            <a:picLocks xmlns:a="http://schemas.openxmlformats.org/drawingml/2006/main" noChangeAspect="1"/>
          </p:cNvPicPr>
          <p:nvPr/>
        </p:nvPicPr>
        <p:blipFill>
          <a:blip xmlns:r="http://schemas.openxmlformats.org/officeDocument/2006/relationships" xmlns:a="http://schemas.openxmlformats.org/drawingml/2006/main" r:embed="R0d2acfd5e5674b13"/>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9E90B267-608A-4B97-B7DE-CC003538983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2BC0F23-1D8A-42D2-84C6-13827D11DCA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4453D169-E3CF-4165-9D71-0B3651C27A38}"/>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7BFC4B34-469F-4383-A2E5-54CA44559C6A}"/>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8377543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AF8BB47-E4DF-4893-8408-063134774607}"/>
              </a:ext>
            </a:extLst>
          </p:cNvPr>
          <p:cNvPicPr>
            <a:picLocks xmlns:a="http://schemas.openxmlformats.org/drawingml/2006/main" noChangeAspect="1"/>
          </p:cNvPicPr>
          <p:nvPr/>
        </p:nvPicPr>
        <p:blipFill>
          <a:blip xmlns:r="http://schemas.openxmlformats.org/officeDocument/2006/relationships" xmlns:a="http://schemas.openxmlformats.org/drawingml/2006/main" r:embed="Rd8d096a083144b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BA7A50-8966-4333-90D0-68BCF76D5C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32B864-E6C6-444E-A0D5-D0D74FE2E67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2AC1317-C0A9-48BC-9CBF-9675CEF1E8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C484BB9-FDF0-4322-B27C-A070279376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E174EB27-F05E-4607-A7A3-8607B631B7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39E26739-320A-424E-8183-7EF189731768}"/>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CDA4237-E0D3-40D4-9456-4A2C2A96B69F}"/>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EFCAB81-0C85-45F1-AAA6-79A6AA5CB598}"/>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57E3996-85F4-4FC4-A6AE-3D7D4FE38118}"/>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29C2D68-952C-4D1E-9B63-C24B172784A8}"/>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64915045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DB8992F-1295-46D0-8669-4768C2F12FBD}"/>
              </a:ext>
            </a:extLst>
          </p:cNvPr>
          <p:cNvPicPr>
            <a:picLocks xmlns:a="http://schemas.openxmlformats.org/drawingml/2006/main" noChangeAspect="1"/>
          </p:cNvPicPr>
          <p:nvPr/>
        </p:nvPicPr>
        <p:blipFill>
          <a:blip xmlns:r="http://schemas.openxmlformats.org/officeDocument/2006/relationships" xmlns:a="http://schemas.openxmlformats.org/drawingml/2006/main" r:embed="R1f520a4c0d1a455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27AFA80-F232-42DC-955E-C67687AD488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478B5BC-D5E0-4316-95F5-EA5DD77F2F5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9FB96F0C-B39E-48AB-808F-7C20B3CFE8B4}"/>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1AF9DB8-0388-4665-A81B-45C7757CD238}"/>
              </a:ext>
            </a:extLst>
          </p:cNvPr>
          <p:cNvPicPr>
            <a:picLocks xmlns:a="http://schemas.openxmlformats.org/drawingml/2006/main" noChangeAspect="1"/>
          </p:cNvPicPr>
          <p:nvPr/>
        </p:nvPicPr>
        <p:blipFill>
          <a:blip xmlns:r="http://schemas.openxmlformats.org/officeDocument/2006/relationships" xmlns:a="http://schemas.openxmlformats.org/drawingml/2006/main" r:embed="Ra2b895947b294f8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B890DBAF-04A5-4C09-BA5E-D3922B7494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4F03E067-7386-43D9-9CF6-532774C9A80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FDDCDFB3-D578-42EB-9FA6-FCCC9E9FB6E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0FB93874-F24B-424C-AD63-4D99427F1E5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5278302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EA58720A-913C-4620-8EC5-B68AA2A5E736}"/>
              </a:ext>
            </a:extLst>
          </p:cNvPr>
          <p:cNvPicPr>
            <a:picLocks xmlns:a="http://schemas.openxmlformats.org/drawingml/2006/main" noChangeAspect="1"/>
          </p:cNvPicPr>
          <p:nvPr/>
        </p:nvPicPr>
        <p:blipFill>
          <a:blip xmlns:r="http://schemas.openxmlformats.org/officeDocument/2006/relationships" xmlns:a="http://schemas.openxmlformats.org/drawingml/2006/main" r:embed="R4538d7309c534b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DF66C4-4716-4F06-88BA-B5594BD54C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D8D274-017B-49C7-8E25-24DF24FE3FF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56DCC9D-199A-4C18-8274-2554ED7129B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4A0A393-A47B-4AA1-A53A-C482E586DF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A0237C5-4495-46F8-AD11-B19E8E609B0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8D67D5EA-6F25-43C3-8578-4F677B614904}"/>
              </a:ext>
            </a:extLst>
          </p:cNvPr>
          <p:cNvPicPr>
            <a:picLocks xmlns:a="http://schemas.openxmlformats.org/drawingml/2006/main" noChangeAspect="1"/>
          </p:cNvPicPr>
          <p:nvPr/>
        </p:nvPicPr>
        <p:blipFill>
          <a:blip xmlns:r="http://schemas.openxmlformats.org/officeDocument/2006/relationships" xmlns:a="http://schemas.openxmlformats.org/drawingml/2006/main" r:embed="Re20e6c1d6cf14fa5"/>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1BF9E265-5ACF-40E0-BD25-9B15E347B65D}"/>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C8D4D7E3-8F38-40DB-B2F4-130CDB5B668B}"/>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DF4D643D-91AD-4260-9354-9C3D4F3BEC2E}"/>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14944F58-5365-49CD-B061-DC61B492966F}"/>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C8DC474C-9CC1-4B6A-BDC5-3DEE4B1673D8}"/>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6EB80BAA-C29F-4800-8E79-CCDF3B895745}"/>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C3FE1AC0-1BFF-4335-9803-00BFFB24192D}"/>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AC1CA32C-5220-41F9-A90A-87926C371910}"/>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5072C5FA-DA01-453E-913A-1A4CF9B50D39}"/>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9B5ED980-C60F-4777-906E-52C0B9FCEAAD}"/>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16FF6202-DE60-4D9B-9168-1B744C07A18A}"/>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D7B0E906-C325-48F4-BF6C-5A1CD3FA55FD}"/>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34881845-E21D-4AB2-B44F-D6AAAA2FC8F6}"/>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2171094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3484E51-0822-41F1-9E5A-DA7D7CB875B7}"/>
              </a:ext>
            </a:extLst>
          </p:cNvPr>
          <p:cNvPicPr>
            <a:picLocks xmlns:a="http://schemas.openxmlformats.org/drawingml/2006/main" noChangeAspect="1"/>
          </p:cNvPicPr>
          <p:nvPr/>
        </p:nvPicPr>
        <p:blipFill>
          <a:blip xmlns:r="http://schemas.openxmlformats.org/officeDocument/2006/relationships" xmlns:a="http://schemas.openxmlformats.org/drawingml/2006/main" r:embed="R0dd768e2635e4e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F3303E-EC19-4F50-A70A-B7BCC171D2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D26863-4D2E-4BE8-A07B-C30A4797664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277B0D5-F354-44AB-8E39-C23F2FD1A0F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00C113A-8E8C-4CFA-BCD1-CE0629C4134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613BB29-E073-4B63-98BC-190A9C6D9BF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389AF128-BADA-4105-A9BE-816C61BE18F6}"/>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CB362E01-0202-4169-B6A3-3B8FB335D107}"/>
              </a:ext>
            </a:extLst>
          </p:cNvPr>
          <p:cNvPicPr>
            <a:picLocks xmlns:a="http://schemas.openxmlformats.org/drawingml/2006/main" noChangeAspect="1"/>
          </p:cNvPicPr>
          <p:nvPr/>
        </p:nvPicPr>
        <p:blipFill>
          <a:blip xmlns:r="http://schemas.openxmlformats.org/officeDocument/2006/relationships" xmlns:a="http://schemas.openxmlformats.org/drawingml/2006/main" r:embed="R1e2dc3af803c4acd"/>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1081E48-1544-4DA0-A2C8-AA29A6F80D0B}"/>
              </a:ext>
            </a:extLst>
          </p:cNvPr>
          <p:cNvPicPr>
            <a:picLocks xmlns:a="http://schemas.openxmlformats.org/drawingml/2006/main" noChangeAspect="1"/>
          </p:cNvPicPr>
          <p:nvPr/>
        </p:nvPicPr>
        <p:blipFill>
          <a:blip xmlns:r="http://schemas.openxmlformats.org/officeDocument/2006/relationships" xmlns:a="http://schemas.openxmlformats.org/drawingml/2006/main" r:embed="R27449fb67e874d5a"/>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D8ADFAA-03F8-4EE8-A144-B796A9096F3E}"/>
              </a:ext>
            </a:extLst>
          </p:cNvPr>
          <p:cNvPicPr>
            <a:picLocks xmlns:a="http://schemas.openxmlformats.org/drawingml/2006/main" noChangeAspect="1"/>
          </p:cNvPicPr>
          <p:nvPr/>
        </p:nvPicPr>
        <p:blipFill>
          <a:blip xmlns:r="http://schemas.openxmlformats.org/officeDocument/2006/relationships" xmlns:a="http://schemas.openxmlformats.org/drawingml/2006/main" r:embed="Rf8ae8d948a1a4c96"/>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9399461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2F2E1CF-36EB-4549-B1A0-B7C90E8DD1AE}"/>
              </a:ext>
            </a:extLst>
          </p:cNvPr>
          <p:cNvPicPr>
            <a:picLocks xmlns:a="http://schemas.openxmlformats.org/drawingml/2006/main" noChangeAspect="1"/>
          </p:cNvPicPr>
          <p:nvPr/>
        </p:nvPicPr>
        <p:blipFill>
          <a:blip xmlns:r="http://schemas.openxmlformats.org/officeDocument/2006/relationships" xmlns:a="http://schemas.openxmlformats.org/drawingml/2006/main" r:embed="Ra7ef1dbe62664c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F1E253F-76E6-4C16-B48F-5750F6F0B3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16EE28-4C98-4D5D-8A8D-1249C5C0CB7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E4CCA0B-9CCE-4CB6-82BB-3394A543C4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BC11E10-EE3F-430B-B6EF-358C2A94A30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7ED359E-158D-4147-A992-3AE635F101B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EDDF1B73-EEBC-4695-9486-53113F7689A9}"/>
              </a:ext>
            </a:extLst>
          </p:cNvPr>
          <p:cNvPicPr>
            <a:picLocks xmlns:a="http://schemas.openxmlformats.org/drawingml/2006/main" noChangeAspect="1"/>
          </p:cNvPicPr>
          <p:nvPr/>
        </p:nvPicPr>
        <p:blipFill>
          <a:blip xmlns:r="http://schemas.openxmlformats.org/officeDocument/2006/relationships" xmlns:a="http://schemas.openxmlformats.org/drawingml/2006/main" r:embed="R24b2e68d916f4181"/>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D1DAC92-1307-44B3-BE23-D79366A30346}"/>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84A547C2-44E7-42FE-A5B9-1FD20379FBE4}"/>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073660A-6E42-4C80-90C0-FA3B7D37D2DB}"/>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8758025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8F584DF-8240-4FAD-82F6-089A64DAB175}"/>
              </a:ext>
            </a:extLst>
          </p:cNvPr>
          <p:cNvPicPr>
            <a:picLocks xmlns:a="http://schemas.openxmlformats.org/drawingml/2006/main" noChangeAspect="1"/>
          </p:cNvPicPr>
          <p:nvPr/>
        </p:nvPicPr>
        <p:blipFill>
          <a:blip xmlns:r="http://schemas.openxmlformats.org/officeDocument/2006/relationships" xmlns:a="http://schemas.openxmlformats.org/drawingml/2006/main" r:embed="R90258fb47fe64a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D3C4DD-603B-44FD-83F7-100C3E42D87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98B02E-A580-46CD-82FA-8180D40D2B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271E6C1-C3D3-4597-A862-3CCC811A17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B224A83-9866-4B65-AAE4-32394BF953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BF97628-4AC0-4423-8C61-1AA43E71FF5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9A8C7888-8639-4FEC-B22B-8C28A7FFB5DB}"/>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7ADEDA63-8A13-4619-AD16-F86545F4A11B}"/>
              </a:ext>
            </a:extLst>
          </p:cNvPr>
          <p:cNvPicPr>
            <a:picLocks xmlns:a="http://schemas.openxmlformats.org/drawingml/2006/main" noChangeAspect="1"/>
          </p:cNvPicPr>
          <p:nvPr/>
        </p:nvPicPr>
        <p:blipFill>
          <a:blip xmlns:r="http://schemas.openxmlformats.org/officeDocument/2006/relationships" xmlns:a="http://schemas.openxmlformats.org/drawingml/2006/main" r:embed="R319b0ffeae2849bf"/>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1D3FFB8-D7BB-4952-97C0-DA3D4313A320}"/>
              </a:ext>
            </a:extLst>
          </p:cNvPr>
          <p:cNvPicPr>
            <a:picLocks xmlns:a="http://schemas.openxmlformats.org/drawingml/2006/main" noChangeAspect="1"/>
          </p:cNvPicPr>
          <p:nvPr/>
        </p:nvPicPr>
        <p:blipFill>
          <a:blip xmlns:r="http://schemas.openxmlformats.org/officeDocument/2006/relationships" xmlns:a="http://schemas.openxmlformats.org/drawingml/2006/main" r:embed="Rb7fcf7a5123f45a1"/>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3DFE97B2-47B4-4EE7-BECC-2E04E933D383}"/>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8833ACA3-934B-44D3-98BF-7A29684200B4}"/>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4624415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97DC7BF-0FE5-4F76-B0FF-C5B88CA58B42}"/>
              </a:ext>
            </a:extLst>
          </p:cNvPr>
          <p:cNvPicPr>
            <a:picLocks xmlns:a="http://schemas.openxmlformats.org/drawingml/2006/main" noChangeAspect="1"/>
          </p:cNvPicPr>
          <p:nvPr/>
        </p:nvPicPr>
        <p:blipFill>
          <a:blip xmlns:r="http://schemas.openxmlformats.org/officeDocument/2006/relationships" xmlns:a="http://schemas.openxmlformats.org/drawingml/2006/main" r:embed="R4526cb4d13d042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B094F3-C14D-498B-89EC-0BC8224731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E522E4-80ED-4456-9CD3-934849D73E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115503E-0FA7-4583-B24A-B5335116F57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002C2CD-5BC8-494C-ADF0-8313417BE3B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60E7E69-ACCD-40EF-992E-BF927AAB0BC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609E8419-1CBE-4B2C-A81C-973E6C9D5A19}"/>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AC12499C-5B1D-4DBD-80A2-B0328F2C6E9A}"/>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65FE4D03-0F34-4D54-8FD3-BC55E89F6414}"/>
              </a:ext>
            </a:extLst>
          </p:cNvPr>
          <p:cNvPicPr>
            <a:picLocks xmlns:a="http://schemas.openxmlformats.org/drawingml/2006/main" noChangeAspect="1"/>
          </p:cNvPicPr>
          <p:nvPr/>
        </p:nvPicPr>
        <p:blipFill>
          <a:blip xmlns:r="http://schemas.openxmlformats.org/officeDocument/2006/relationships" xmlns:a="http://schemas.openxmlformats.org/drawingml/2006/main" r:embed="R44c51c12ab484552"/>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8D6EB32B-ADA3-498F-BF86-518295ADDA90}"/>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B0EDA5B-32D5-4CA5-898A-4BA145400BBA}"/>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9CCCA62F-25BD-4173-814B-06F3ED8077E8}"/>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D784A484-3B06-44D5-9C92-5138BCABEC5F}"/>
              </a:ext>
            </a:extLst>
          </p:cNvPr>
          <p:cNvPicPr>
            <a:picLocks xmlns:a="http://schemas.openxmlformats.org/drawingml/2006/main" noChangeAspect="1"/>
          </p:cNvPicPr>
          <p:nvPr/>
        </p:nvPicPr>
        <p:blipFill>
          <a:blip xmlns:r="http://schemas.openxmlformats.org/officeDocument/2006/relationships" xmlns:a="http://schemas.openxmlformats.org/drawingml/2006/main" r:embed="R00a57daad69d4ee9"/>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8922239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1AD8835-EE86-4447-83E7-68FE3D1361AB}"/>
              </a:ext>
            </a:extLst>
          </p:cNvPr>
          <p:cNvPicPr>
            <a:picLocks xmlns:a="http://schemas.openxmlformats.org/drawingml/2006/main" noChangeAspect="1"/>
          </p:cNvPicPr>
          <p:nvPr/>
        </p:nvPicPr>
        <p:blipFill>
          <a:blip xmlns:r="http://schemas.openxmlformats.org/officeDocument/2006/relationships" xmlns:a="http://schemas.openxmlformats.org/drawingml/2006/main" r:embed="R2c055d68e99d4a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14D7C6-CCDD-44F1-BEEC-BEDD23AC92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0BA0C2-E15F-4195-9401-950D67ED585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AD53330-AC17-45D0-BFFF-F63F917869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247219-307C-482E-9EDC-D6530F17462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38477F1-4AF9-41D8-872E-59843829ECE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FD590A5F-A005-4582-AEC3-81693DF9E018}"/>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C4FDBE40-7121-4584-AF76-17493826B92D}"/>
              </a:ext>
            </a:extLst>
          </p:cNvPr>
          <p:cNvPicPr>
            <a:picLocks xmlns:a="http://schemas.openxmlformats.org/drawingml/2006/main" noChangeAspect="1"/>
          </p:cNvPicPr>
          <p:nvPr/>
        </p:nvPicPr>
        <p:blipFill>
          <a:blip xmlns:r="http://schemas.openxmlformats.org/officeDocument/2006/relationships" xmlns:a="http://schemas.openxmlformats.org/drawingml/2006/main" r:embed="R5b68b3d6eb1c4ef9"/>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02242C0-E92D-4D27-8477-2BF9A2003E64}"/>
              </a:ext>
            </a:extLst>
          </p:cNvPr>
          <p:cNvPicPr>
            <a:picLocks xmlns:a="http://schemas.openxmlformats.org/drawingml/2006/main" noChangeAspect="1"/>
          </p:cNvPicPr>
          <p:nvPr/>
        </p:nvPicPr>
        <p:blipFill>
          <a:blip xmlns:r="http://schemas.openxmlformats.org/officeDocument/2006/relationships" xmlns:a="http://schemas.openxmlformats.org/drawingml/2006/main" r:embed="Rcaab4d8994684b22"/>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606C79FB-7BC0-4A6E-A848-8C7D1B76142E}"/>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43E7B70D-0A7B-45F9-AB6D-D60962C630D6}"/>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1BDA2D45-3F88-43C9-B1A7-88679D34B208}"/>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3199208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7CB9172-59E7-475B-B003-8E289A2B9836}"/>
              </a:ext>
            </a:extLst>
          </p:cNvPr>
          <p:cNvPicPr>
            <a:picLocks xmlns:a="http://schemas.openxmlformats.org/drawingml/2006/main" noChangeAspect="1"/>
          </p:cNvPicPr>
          <p:nvPr/>
        </p:nvPicPr>
        <p:blipFill>
          <a:blip xmlns:r="http://schemas.openxmlformats.org/officeDocument/2006/relationships" xmlns:a="http://schemas.openxmlformats.org/drawingml/2006/main" r:embed="R57ec14721b2a4a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85E3C9-3068-48E3-943A-A86A55AEF5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CCEEEA-9029-4E0E-A82A-F62A1C8825F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011861F-EB48-4D66-B898-6F5080F4AF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79BC391-3BB7-4049-92DC-EF00ECFA1F0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8095A3D-BFD0-4E98-B706-2544EF62FBB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EAE173D1-FCD5-4D83-9EC1-8094D0B72352}"/>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8C108A9-A26D-4C91-AB01-965FF37C2467}"/>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7CC47790-F548-447F-B65E-913231005A8A}"/>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B82A5166-A72E-4FFF-BC8F-3835B97B1391}"/>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F4E8A8FB-64F8-422C-9540-8CCC94B7A774}"/>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2B866B06-AF51-4A63-958D-EB7D35782B4F}"/>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0D7D1A8-54A1-4ABE-951D-0B39F0A72BC1}"/>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E775997E-828C-45E2-A454-53E1A4391FD5}"/>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260D64B1-97FF-4330-9797-7A7B478A8D45}"/>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C96D13B-04A9-456E-918D-5CC4C1D1D8E9}"/>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6A166F0A-2B57-4007-8480-DBB0A12AAC5B}"/>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D767FA6A-E1C4-4334-BFB5-CA84E2A408EC}"/>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044D74C3-88D5-4CC7-8889-A9A6C990230D}"/>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CD0ADF64-CC38-4120-8F3C-179413801FD5}"/>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0FE94697-A286-422C-B968-492713BE278F}"/>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07B1634D-FB91-4546-907E-CACD3FB4784A}"/>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7EBF1189-A5D5-407F-93AD-B7309119D144}"/>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3E982261-0033-4262-BDCC-CDAF45134568}"/>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B9E104AF-DD92-4C39-A6B9-BBF0A978B88D}"/>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16D595B2-04F3-4E09-AD05-51A8E6CCF226}"/>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625436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BC0A472-E0B0-4851-B314-C91F18922ABF}"/>
              </a:ext>
            </a:extLst>
          </p:cNvPr>
          <p:cNvPicPr>
            <a:picLocks xmlns:a="http://schemas.openxmlformats.org/drawingml/2006/main" noChangeAspect="1"/>
          </p:cNvPicPr>
          <p:nvPr/>
        </p:nvPicPr>
        <p:blipFill>
          <a:blip xmlns:r="http://schemas.openxmlformats.org/officeDocument/2006/relationships" xmlns:a="http://schemas.openxmlformats.org/drawingml/2006/main" r:embed="Rd412aedcc8e14d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2F68DC3-CF37-4512-B7F3-5A333D7942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A027BA-7254-4516-9141-4C182646CC0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CE1F917-73DC-46BF-9D8A-A244E3BBD2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83B77F3-D001-4F90-8A9B-E3547BEB006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3E1C216-845B-49C8-8F3C-3589DF4026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75A6FB05-864E-47F9-B2F5-668EF6F1532B}"/>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21C85780-C3DA-468C-9C25-C8BA4C76F192}"/>
              </a:ext>
            </a:extLst>
          </p:cNvPr>
          <p:cNvPicPr>
            <a:picLocks xmlns:a="http://schemas.openxmlformats.org/drawingml/2006/main" noChangeAspect="1"/>
          </p:cNvPicPr>
          <p:nvPr/>
        </p:nvPicPr>
        <p:blipFill>
          <a:blip xmlns:r="http://schemas.openxmlformats.org/officeDocument/2006/relationships" xmlns:a="http://schemas.openxmlformats.org/drawingml/2006/main" r:embed="Reaffc94d03d8496c"/>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71CFA94-9AC4-4644-A2E1-DF8BF608C406}"/>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37AFA894-DCD7-4027-AF36-091D14DB73E2}"/>
              </a:ext>
            </a:extLst>
          </p:cNvPr>
          <p:cNvPicPr>
            <a:picLocks xmlns:a="http://schemas.openxmlformats.org/drawingml/2006/main" noChangeAspect="1"/>
          </p:cNvPicPr>
          <p:nvPr/>
        </p:nvPicPr>
        <p:blipFill>
          <a:blip xmlns:r="http://schemas.openxmlformats.org/officeDocument/2006/relationships" xmlns:a="http://schemas.openxmlformats.org/drawingml/2006/main" r:embed="R7bf5e31e3f734bdb"/>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88481994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A9786C5-7FC6-45D6-A87B-E559BC8AAB00}"/>
              </a:ext>
            </a:extLst>
          </p:cNvPr>
          <p:cNvPicPr>
            <a:picLocks xmlns:a="http://schemas.openxmlformats.org/drawingml/2006/main" noChangeAspect="1"/>
          </p:cNvPicPr>
          <p:nvPr/>
        </p:nvPicPr>
        <p:blipFill>
          <a:blip xmlns:r="http://schemas.openxmlformats.org/officeDocument/2006/relationships" xmlns:a="http://schemas.openxmlformats.org/drawingml/2006/main" r:embed="R0a3051f7effe4f4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AA8B3E-2952-412E-8E09-20EB891D003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1738403-E159-4FC9-88F2-D205B68A9EC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A00A2F7-DA9F-4E2D-8B00-F6A415D7507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A8BC542-C6B5-41F0-9464-D5BF121065B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6D7038F-5B05-4D16-93C2-04DD642730A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312078F1-73DB-42B3-A5A9-3713F6D9D3F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D22F19B4-66A0-43C4-A968-2DA14A2EF2BC}"/>
              </a:ext>
            </a:extLst>
          </p:cNvPr>
          <p:cNvPicPr>
            <a:picLocks xmlns:a="http://schemas.openxmlformats.org/drawingml/2006/main" noChangeAspect="1"/>
          </p:cNvPicPr>
          <p:nvPr/>
        </p:nvPicPr>
        <p:blipFill>
          <a:blip xmlns:r="http://schemas.openxmlformats.org/officeDocument/2006/relationships" xmlns:a="http://schemas.openxmlformats.org/drawingml/2006/main" r:embed="R1ac8f35cb27c4c09"/>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81ADBFA-15B6-4AC3-818D-1B4816326179}"/>
              </a:ext>
            </a:extLst>
          </p:cNvPr>
          <p:cNvPicPr>
            <a:picLocks xmlns:a="http://schemas.openxmlformats.org/drawingml/2006/main" noChangeAspect="1"/>
          </p:cNvPicPr>
          <p:nvPr/>
        </p:nvPicPr>
        <p:blipFill>
          <a:blip xmlns:r="http://schemas.openxmlformats.org/officeDocument/2006/relationships" xmlns:a="http://schemas.openxmlformats.org/drawingml/2006/main" r:embed="R325c99e08dd9438d"/>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727C085F-5108-418D-9D1C-10869B99EBC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46FD03CA-E6AA-4E66-8257-8FE1AC97BD6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78020655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6624210-F21A-41E7-A041-DA562FA9D81A}"/>
              </a:ext>
            </a:extLst>
          </p:cNvPr>
          <p:cNvPicPr>
            <a:picLocks xmlns:a="http://schemas.openxmlformats.org/drawingml/2006/main" noChangeAspect="1"/>
          </p:cNvPicPr>
          <p:nvPr/>
        </p:nvPicPr>
        <p:blipFill>
          <a:blip xmlns:r="http://schemas.openxmlformats.org/officeDocument/2006/relationships" xmlns:a="http://schemas.openxmlformats.org/drawingml/2006/main" r:embed="Rd805c967d2b844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265CB5-BDB3-446C-98A8-31AB6690FF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83F328-C039-4A1C-B848-47AF818FB5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F951CE0-F483-4E94-A124-EC69974C22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EC5AE7D-2587-4894-A7F0-81FCE2C2D9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AAACC36-15FD-4392-9D3D-9763B15A133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07DB8AD3-4F03-4354-A0A4-00DE83494AF7}"/>
              </a:ext>
            </a:extLst>
          </p:cNvPr>
          <p:cNvPicPr>
            <a:picLocks xmlns:a="http://schemas.openxmlformats.org/drawingml/2006/main" noChangeAspect="1"/>
          </p:cNvPicPr>
          <p:nvPr/>
        </p:nvPicPr>
        <p:blipFill>
          <a:blip xmlns:r="http://schemas.openxmlformats.org/officeDocument/2006/relationships" xmlns:a="http://schemas.openxmlformats.org/drawingml/2006/main" r:embed="R4b03cae200554672"/>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362B216-2695-452D-BB8F-234E79FB8568}"/>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379F8141-2F29-44EA-A4A5-1F70B0E8E06D}"/>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1C7E90FC-0C94-45B2-9014-746B7D8D5B13}"/>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1C08B9F3-763E-4377-B46E-948FED7B6A51}"/>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15074723"/>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2D8E445-12AC-4E13-A64E-77E2C82F56CC}"/>
              </a:ext>
            </a:extLst>
          </p:cNvPr>
          <p:cNvPicPr>
            <a:picLocks xmlns:a="http://schemas.openxmlformats.org/drawingml/2006/main" noChangeAspect="1"/>
          </p:cNvPicPr>
          <p:nvPr/>
        </p:nvPicPr>
        <p:blipFill>
          <a:blip xmlns:r="http://schemas.openxmlformats.org/officeDocument/2006/relationships" xmlns:a="http://schemas.openxmlformats.org/drawingml/2006/main" r:embed="Rd20b4c5f71cc456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B0A89B6-B53D-432B-8306-B9C38A2090D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0998405-5C59-4DDF-8551-8B2C9A9D00C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FAA6C4DF-7EEC-40E9-93CF-FB6BB43C2C2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786D8B7-B903-456A-877E-3D6EAA5E245F}"/>
              </a:ext>
            </a:extLst>
          </p:cNvPr>
          <p:cNvPicPr>
            <a:picLocks xmlns:a="http://schemas.openxmlformats.org/drawingml/2006/main" noChangeAspect="1"/>
          </p:cNvPicPr>
          <p:nvPr/>
        </p:nvPicPr>
        <p:blipFill>
          <a:blip xmlns:r="http://schemas.openxmlformats.org/officeDocument/2006/relationships" xmlns:a="http://schemas.openxmlformats.org/drawingml/2006/main" r:embed="Rd7a2a2537a754d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FECC9752-2C8A-46B9-9BCD-3EE1B48F2F8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FDC276D8-6861-4924-B048-8A6B341AB08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31CA25EE-7EAE-4692-9E9B-280854C1561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9B4D82E0-C998-4292-BD6E-218CEABB860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55183744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AE8B6FA-B591-4655-A7BD-4F35897E84D2}"/>
              </a:ext>
            </a:extLst>
          </p:cNvPr>
          <p:cNvPicPr>
            <a:picLocks xmlns:a="http://schemas.openxmlformats.org/drawingml/2006/main" noChangeAspect="1"/>
          </p:cNvPicPr>
          <p:nvPr/>
        </p:nvPicPr>
        <p:blipFill>
          <a:blip xmlns:r="http://schemas.openxmlformats.org/officeDocument/2006/relationships" xmlns:a="http://schemas.openxmlformats.org/drawingml/2006/main" r:embed="R00be90cf471143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51F7E4-9A6E-419E-9A6B-625D71426D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BBEBF4-7215-4801-9ECC-8790E2C4502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8ABCC5D-07F2-4911-A278-3CCEE96FC2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CE0B647-3E13-4FD9-A850-FF4DA100AE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E088F1C-52F4-47B6-AE0F-DF7AB70CCD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23E2C222-64D9-43B7-8AE1-475633C7FA75}"/>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5BF2E938-9806-4613-A945-FDCB450A5FF6}"/>
              </a:ext>
            </a:extLst>
          </p:cNvPr>
          <p:cNvPicPr>
            <a:picLocks xmlns:a="http://schemas.openxmlformats.org/drawingml/2006/main" noChangeAspect="1"/>
          </p:cNvPicPr>
          <p:nvPr/>
        </p:nvPicPr>
        <p:blipFill>
          <a:blip xmlns:r="http://schemas.openxmlformats.org/officeDocument/2006/relationships" xmlns:a="http://schemas.openxmlformats.org/drawingml/2006/main" r:embed="R1a24b8122a484084"/>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72EA7F25-D0A8-4B3E-8678-17D0AF91426D}"/>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3842CB56-F7A7-42C0-AEDA-86E6E939E8A5}"/>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F8C754C8-51A2-41CF-8A2D-202A295C79EF}"/>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210908630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6D70BF5-8F96-406B-9680-544D26BEAF95}"/>
              </a:ext>
            </a:extLst>
          </p:cNvPr>
          <p:cNvPicPr>
            <a:picLocks xmlns:a="http://schemas.openxmlformats.org/drawingml/2006/main" noChangeAspect="1"/>
          </p:cNvPicPr>
          <p:nvPr/>
        </p:nvPicPr>
        <p:blipFill>
          <a:blip xmlns:r="http://schemas.openxmlformats.org/officeDocument/2006/relationships" xmlns:a="http://schemas.openxmlformats.org/drawingml/2006/main" r:embed="R6d4863dde2e843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769C93-C438-4CE7-ADCE-14CBD1655D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7213AE-A35D-4B56-AC62-49E1B78251A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D2747C7-75EC-488D-B799-44DA8C85F3B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C22DA63-B7B6-491D-9FE8-6699E06B25B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EC5977D-61A6-48E1-BA18-7F37280C566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481EF8DE-EA1B-4FFA-806F-D60FC3F77E9D}"/>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D7C18CE-C320-47D8-98DA-19339650F597}"/>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6086905-E7DA-4A4C-8B50-D2DD10845AEF}"/>
              </a:ext>
            </a:extLst>
          </p:cNvPr>
          <p:cNvSpPr>
            <a:spLocks xmlns:a="http://schemas.openxmlformats.org/drawingml/2006/main" noGrp="1"/>
          </p:cNvSpPr>
          <p:nvPr/>
        </p:nvSpPr>
        <p:spPr>
          <a:xfrm xmlns:a="http://schemas.openxmlformats.org/drawingml/2006/main" rot="5400000">
            <a:off x="1297305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31F9161-90F1-4DAC-9379-81ADCB9C9C61}"/>
              </a:ext>
            </a:extLst>
          </p:cNvPr>
          <p:cNvSpPr>
            <a:spLocks xmlns:a="http://schemas.openxmlformats.org/drawingml/2006/main" noGrp="1"/>
          </p:cNvSpPr>
          <p:nvPr/>
        </p:nvSpPr>
        <p:spPr>
          <a:xfrm xmlns:a="http://schemas.openxmlformats.org/drawingml/2006/main" rot="10800000">
            <a:off x="1297305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F9601A4-192E-4182-B50D-BF521BB5BEAD}"/>
              </a:ext>
            </a:extLst>
          </p:cNvPr>
          <p:cNvSpPr>
            <a:spLocks xmlns:a="http://schemas.openxmlformats.org/drawingml/2006/main" noGrp="1"/>
          </p:cNvSpPr>
          <p:nvPr/>
        </p:nvSpPr>
        <p:spPr>
          <a:xfrm xmlns:a="http://schemas.openxmlformats.org/drawingml/2006/main" rot="16200000">
            <a:off x="182880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9921950E-193C-4F36-B332-9F9900985E09}"/>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8DBE1B3-FCC8-49B3-9E17-7B5048FAF6C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
        <p:nvSpPr>
          <p:cNvPr id="14" name="text">
            <a:extLst xmlns:a="http://schemas.openxmlformats.org/drawingml/2006/main">
              <a:ext uri="{FF2B5EF4-FFF2-40B4-BE49-F238E27FC236}">
                <a16:creationId xmlns:a16="http://schemas.microsoft.com/office/drawing/2014/main" id="{502E6C56-374E-4AD1-8971-309C51381770}"/>
              </a:ext>
            </a:extLst>
          </p:cNvPr>
          <p:cNvSpPr>
            <a:spLocks xmlns:a="http://schemas.openxmlformats.org/drawingml/2006/main" noGrp="1"/>
          </p:cNvSpPr>
          <p:nvPr/>
        </p:nvSpPr>
        <p:spPr>
          <a:xfrm xmlns:a="http://schemas.openxmlformats.org/drawingml/2006/main">
            <a:off x="2286000" y="84296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O₂의 표준 생성 엔탈피는 0이지만, 다른 동소체는 다르다.</a:t>
            </a:r>
          </a:p>
        </p:txBody>
      </p:sp>
    </p:spTree>
    <p:extLst>
      <p:ext uri="{BB962C8B-B14F-4D97-AF65-F5344CB8AC3E}">
        <p14:creationId xmlns:p14="http://schemas.microsoft.com/office/powerpoint/2010/main" val="191184228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061A3E9-8AA0-4D1F-9009-36BEF351EF0E}"/>
              </a:ext>
            </a:extLst>
          </p:cNvPr>
          <p:cNvPicPr>
            <a:picLocks xmlns:a="http://schemas.openxmlformats.org/drawingml/2006/main" noChangeAspect="1"/>
          </p:cNvPicPr>
          <p:nvPr/>
        </p:nvPicPr>
        <p:blipFill>
          <a:blip xmlns:r="http://schemas.openxmlformats.org/officeDocument/2006/relationships" xmlns:a="http://schemas.openxmlformats.org/drawingml/2006/main" r:embed="R062c89de206143e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5F2F13-F89B-4820-81A3-3B4E5A8ED2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CEC185-45D7-4E47-8693-8B5D5076130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2B12B20-449E-4067-8C3F-082EBA6BC27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A200DD0-15F1-40BA-B3F7-9F27A8D6A96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056F1B6-C971-46E4-BC8B-A8629340919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C6911A5-5CC5-46F6-85E0-3A555DC34F35}"/>
              </a:ext>
            </a:extLst>
          </p:cNvPr>
          <p:cNvPicPr>
            <a:picLocks xmlns:a="http://schemas.openxmlformats.org/drawingml/2006/main" noChangeAspect="1"/>
          </p:cNvPicPr>
          <p:nvPr/>
        </p:nvPicPr>
        <p:blipFill>
          <a:blip xmlns:r="http://schemas.openxmlformats.org/officeDocument/2006/relationships" xmlns:a="http://schemas.openxmlformats.org/drawingml/2006/main" r:embed="Re118e113660546dc"/>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0908C78-34CE-4240-A7B4-17DD38709830}"/>
              </a:ext>
            </a:extLst>
          </p:cNvPr>
          <p:cNvPicPr>
            <a:picLocks xmlns:a="http://schemas.openxmlformats.org/drawingml/2006/main" noChangeAspect="1"/>
          </p:cNvPicPr>
          <p:nvPr/>
        </p:nvPicPr>
        <p:blipFill>
          <a:blip xmlns:r="http://schemas.openxmlformats.org/officeDocument/2006/relationships" xmlns:a="http://schemas.openxmlformats.org/drawingml/2006/main" r:embed="R12a783121f70410d"/>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41820E3B-6CBE-4B91-905A-CC530D0DC3C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DC73608-1DA7-4027-91B8-751878DFE70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6761326E-E688-4B1C-B677-D4425E8B735F}"/>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D03221D3-EC63-481C-A29D-4CBA77653BD9}"/>
              </a:ext>
            </a:extLst>
          </p:cNvPr>
          <p:cNvPicPr>
            <a:picLocks xmlns:a="http://schemas.openxmlformats.org/drawingml/2006/main" noChangeAspect="1"/>
          </p:cNvPicPr>
          <p:nvPr/>
        </p:nvPicPr>
        <p:blipFill>
          <a:blip xmlns:r="http://schemas.openxmlformats.org/officeDocument/2006/relationships" xmlns:a="http://schemas.openxmlformats.org/drawingml/2006/main" r:embed="Rd74b0c6313394f25"/>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B49F7DDC-30D7-4EB5-BFC2-203A9F376220}"/>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766A6B2C-72D7-45BE-92A0-7C745EA508BA}"/>
              </a:ext>
            </a:extLst>
          </p:cNvPr>
          <p:cNvPicPr>
            <a:picLocks xmlns:a="http://schemas.openxmlformats.org/drawingml/2006/main" noChangeAspect="1"/>
          </p:cNvPicPr>
          <p:nvPr/>
        </p:nvPicPr>
        <p:blipFill>
          <a:blip xmlns:r="http://schemas.openxmlformats.org/officeDocument/2006/relationships" xmlns:a="http://schemas.openxmlformats.org/drawingml/2006/main" r:embed="R1d01216571aa4f27"/>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6627551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AF55479-FB8D-4FEC-BD1D-69F82F2807E9}"/>
              </a:ext>
            </a:extLst>
          </p:cNvPr>
          <p:cNvPicPr>
            <a:picLocks xmlns:a="http://schemas.openxmlformats.org/drawingml/2006/main" noChangeAspect="1"/>
          </p:cNvPicPr>
          <p:nvPr/>
        </p:nvPicPr>
        <p:blipFill>
          <a:blip xmlns:r="http://schemas.openxmlformats.org/officeDocument/2006/relationships" xmlns:a="http://schemas.openxmlformats.org/drawingml/2006/main" r:embed="Rdb0935ed10f440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D6E3F6-C1B2-496A-965E-65549CBCD2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9566FB-57B4-4598-9FBC-E4C72E7A334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10C6E45-5C87-4124-969D-B2FEA58D3BE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9238DBF-E1F0-4158-BCE7-C65F4A01D2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FCC7D47-AA12-4A29-9E93-8E66C73F64D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1DD1E21-671F-4059-82FB-422A7B077F5B}"/>
              </a:ext>
            </a:extLst>
          </p:cNvPr>
          <p:cNvPicPr>
            <a:picLocks xmlns:a="http://schemas.openxmlformats.org/drawingml/2006/main" noChangeAspect="1"/>
          </p:cNvPicPr>
          <p:nvPr/>
        </p:nvPicPr>
        <p:blipFill>
          <a:blip xmlns:r="http://schemas.openxmlformats.org/officeDocument/2006/relationships" xmlns:a="http://schemas.openxmlformats.org/drawingml/2006/main" r:embed="R940855b548cb4130"/>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C6E8C80F-B0E3-41B6-81A0-C3B25655318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CED34651-CD63-4541-957E-C7F9DCB03AA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3039449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D35DE9F-22FF-46E1-BF7F-45800E58E167}"/>
              </a:ext>
            </a:extLst>
          </p:cNvPr>
          <p:cNvPicPr>
            <a:picLocks xmlns:a="http://schemas.openxmlformats.org/drawingml/2006/main" noChangeAspect="1"/>
          </p:cNvPicPr>
          <p:nvPr/>
        </p:nvPicPr>
        <p:blipFill>
          <a:blip xmlns:r="http://schemas.openxmlformats.org/officeDocument/2006/relationships" xmlns:a="http://schemas.openxmlformats.org/drawingml/2006/main" r:embed="R09b68738045542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B511CA-EA42-4C00-A8D1-2BBAB1B997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175C04F-A8EE-4813-A057-F05D7D594AF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F6C2713-E2FA-4A14-AF80-35407591D9C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0D09403-B600-4EE3-AA66-4AB032995F0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E2B9D54-76F1-416E-8A47-B38BC8872A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0DCDC49E-FCD0-4E72-BD96-268E5A23DB31}"/>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098AE250-15C7-40A3-A90C-FF8CD18B6DC0}"/>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8C408717-39F1-4CF2-BAD2-D2384B33C788}"/>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6DC4D95A-DB8C-4A58-B1FD-91A5ABF4FFBA}"/>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43E59A67-9699-46FB-9EBB-2FBF48F73093}"/>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B1C2C688-EE64-471C-9000-83327DE38C50}"/>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305C8A5D-CDA4-428A-81B5-24778CD97411}"/>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90383846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A7CA625-FE5B-487A-B571-E8241C35E02D}"/>
              </a:ext>
            </a:extLst>
          </p:cNvPr>
          <p:cNvPicPr>
            <a:picLocks xmlns:a="http://schemas.openxmlformats.org/drawingml/2006/main" noChangeAspect="1"/>
          </p:cNvPicPr>
          <p:nvPr/>
        </p:nvPicPr>
        <p:blipFill>
          <a:blip xmlns:r="http://schemas.openxmlformats.org/officeDocument/2006/relationships" xmlns:a="http://schemas.openxmlformats.org/drawingml/2006/main" r:embed="Rf153c1cab7254e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5D7385-BD0D-4FC6-ADFD-77DC6ADCEC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E16F06-664A-49B7-B7C7-26BD7804CF2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77BE92B-8C0A-4904-98E8-561CD270C61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C15A33B-ADD1-4BDE-B1F3-E92A11D030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E635AB4-0B04-479B-8720-074B104A21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B37BBCCF-9CC0-491E-AB0A-30CF68A1EC0B}"/>
              </a:ext>
            </a:extLst>
          </p:cNvPr>
          <p:cNvPicPr>
            <a:picLocks xmlns:a="http://schemas.openxmlformats.org/drawingml/2006/main" noChangeAspect="1"/>
          </p:cNvPicPr>
          <p:nvPr/>
        </p:nvPicPr>
        <p:blipFill>
          <a:blip xmlns:r="http://schemas.openxmlformats.org/officeDocument/2006/relationships" xmlns:a="http://schemas.openxmlformats.org/drawingml/2006/main" r:embed="R7c80d14f11f14e69"/>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AB64B238-4CDA-4672-9837-E3E417D0E5A6}"/>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CEF16F4-969B-4C81-9E6E-0A8B156B901D}"/>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183C0A8-4408-4D24-AC9D-DE0A1A0661D6}"/>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54C3988-3098-4BD9-870F-451CD460949C}"/>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AF7EE1B-4018-4B57-93A3-6831708B113B}"/>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3527FCCA-1363-4F87-A552-A6131699A8E6}"/>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1A752A64-F9D1-4807-A08D-6D15146252CD}"/>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8A33D672-089C-4F0C-AC74-7C62471C3546}"/>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AAE9A1C2-B0D0-45EC-9D96-5C7B8C171DC7}"/>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4096920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D996BAF-7B0B-42F6-8B72-BB0D5EB573B1}"/>
              </a:ext>
            </a:extLst>
          </p:cNvPr>
          <p:cNvPicPr>
            <a:picLocks xmlns:a="http://schemas.openxmlformats.org/drawingml/2006/main" noChangeAspect="1"/>
          </p:cNvPicPr>
          <p:nvPr/>
        </p:nvPicPr>
        <p:blipFill>
          <a:blip xmlns:r="http://schemas.openxmlformats.org/officeDocument/2006/relationships" xmlns:a="http://schemas.openxmlformats.org/drawingml/2006/main" r:embed="R1c071cc42a8a49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67954B-8B4C-4F4A-B524-83B0769A46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E9F3DB-0A11-4DA1-A7E7-495527BE5FF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5359099-C289-4A04-A849-BDCD7B002AE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05061E-5D21-4281-8A7B-AA7BC9F969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6D0B478-8A4C-4C9E-AD53-3795FB2806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76D235DE-EBAE-4F7D-8BA5-1343CD24295C}"/>
              </a:ext>
            </a:extLst>
          </p:cNvPr>
          <p:cNvPicPr>
            <a:picLocks xmlns:a="http://schemas.openxmlformats.org/drawingml/2006/main" noChangeAspect="1"/>
          </p:cNvPicPr>
          <p:nvPr/>
        </p:nvPicPr>
        <p:blipFill>
          <a:blip xmlns:r="http://schemas.openxmlformats.org/officeDocument/2006/relationships" xmlns:a="http://schemas.openxmlformats.org/drawingml/2006/main" r:embed="Rce8154b8ccf144a2"/>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CACD755-F0BE-456F-BA6A-9059D39C8B76}"/>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3228EB8A-CAA0-4909-B300-BD92946B5378}"/>
              </a:ext>
            </a:extLst>
          </p:cNvPr>
          <p:cNvPicPr>
            <a:picLocks xmlns:a="http://schemas.openxmlformats.org/drawingml/2006/main" noChangeAspect="1"/>
          </p:cNvPicPr>
          <p:nvPr/>
        </p:nvPicPr>
        <p:blipFill>
          <a:blip xmlns:r="http://schemas.openxmlformats.org/officeDocument/2006/relationships" xmlns:a="http://schemas.openxmlformats.org/drawingml/2006/main" r:embed="Rfbf1338c89764b6a"/>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6353F315-7902-49B2-8FBB-5F43569DC5FF}"/>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3B8E796D-FF75-45D1-B652-7F094D135412}"/>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A89DEC3D-8CB7-43B9-8811-B9F694FFF88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50D4725-5CE4-400E-A4CE-61B8A8220CB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208582147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2908406-AF12-4709-B414-8447DFBED3DF}"/>
              </a:ext>
            </a:extLst>
          </p:cNvPr>
          <p:cNvPicPr>
            <a:picLocks xmlns:a="http://schemas.openxmlformats.org/drawingml/2006/main" noChangeAspect="1"/>
          </p:cNvPicPr>
          <p:nvPr/>
        </p:nvPicPr>
        <p:blipFill>
          <a:blip xmlns:r="http://schemas.openxmlformats.org/officeDocument/2006/relationships" xmlns:a="http://schemas.openxmlformats.org/drawingml/2006/main" r:embed="R0b302b69749743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146CDE-CAD1-4AF7-B7A4-918012F153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2279D3-0EF4-4CD3-9F75-15E6B8F99F2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6D2156C-AAAE-450E-ACD6-8F69841A3E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208CEFA-3899-4E70-A91A-60DE9794F7C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135CD6F-22AF-44AD-B7B6-C913044143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6237B6EA-6F0F-4898-B877-CC6A3E72EA36}"/>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0DBE856-214E-4462-88CA-212796E7A91B}"/>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55F21E1-C27F-4977-938D-4374CAED3894}"/>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1DF4386-5962-40E9-A1A7-269EF44DBCF3}"/>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3797DAD-1F22-4340-9765-671519B9CFE4}"/>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591868302"/>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3423F6E-D57A-43E3-B37F-65556CB7EC51}"/>
              </a:ext>
            </a:extLst>
          </p:cNvPr>
          <p:cNvPicPr>
            <a:picLocks xmlns:a="http://schemas.openxmlformats.org/drawingml/2006/main" noChangeAspect="1"/>
          </p:cNvPicPr>
          <p:nvPr/>
        </p:nvPicPr>
        <p:blipFill>
          <a:blip xmlns:r="http://schemas.openxmlformats.org/officeDocument/2006/relationships" xmlns:a="http://schemas.openxmlformats.org/drawingml/2006/main" r:embed="Ra6f7c934ba834a9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F33CB80B-A5BD-4D40-AF9B-D40E2F400F9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E9FECD5-533E-4C8F-84F6-3CAFBB889D1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B935908-62F2-438F-A021-28946536F4A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5D758FB3-4011-4C8D-A48D-98A083EEC5BA}"/>
              </a:ext>
            </a:extLst>
          </p:cNvPr>
          <p:cNvPicPr>
            <a:picLocks xmlns:a="http://schemas.openxmlformats.org/drawingml/2006/main" noChangeAspect="1"/>
          </p:cNvPicPr>
          <p:nvPr/>
        </p:nvPicPr>
        <p:blipFill>
          <a:blip xmlns:r="http://schemas.openxmlformats.org/officeDocument/2006/relationships" xmlns:a="http://schemas.openxmlformats.org/drawingml/2006/main" r:embed="R37821d14940948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7E574314-B14F-4F61-80A3-C9D143C6B6D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A4899B2D-4C21-4B59-9AEF-C6AC275E932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2A40E93B-A662-43D5-9126-39A1E5B861C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9F6EBF2B-7B0B-4E1F-9291-A385E359F7C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37585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0B22BF1-23FB-477D-8FDA-036CC5FA981D}"/>
              </a:ext>
            </a:extLst>
          </p:cNvPr>
          <p:cNvPicPr>
            <a:picLocks xmlns:a="http://schemas.openxmlformats.org/drawingml/2006/main" noChangeAspect="1"/>
          </p:cNvPicPr>
          <p:nvPr/>
        </p:nvPicPr>
        <p:blipFill>
          <a:blip xmlns:r="http://schemas.openxmlformats.org/officeDocument/2006/relationships" xmlns:a="http://schemas.openxmlformats.org/drawingml/2006/main" r:embed="R5c2cec15deba44b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FAE169-4763-4D78-A501-9E04E5C2CA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6C66A7-7D17-4B9E-BB78-266B1549EA5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ADF6CE5-80DF-4416-A844-D9F99679302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01843B1-F849-4B5D-B245-0BCC27CB7A1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A8E0A44B-0DC5-4636-AE4F-EC33F9D0C95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4B066BBE-72EA-4A1C-9AA6-19C39239B1C3}"/>
              </a:ext>
            </a:extLst>
          </p:cNvPr>
          <p:cNvPicPr>
            <a:picLocks xmlns:a="http://schemas.openxmlformats.org/drawingml/2006/main" noChangeAspect="1"/>
          </p:cNvPicPr>
          <p:nvPr/>
        </p:nvPicPr>
        <p:blipFill>
          <a:blip xmlns:r="http://schemas.openxmlformats.org/officeDocument/2006/relationships" xmlns:a="http://schemas.openxmlformats.org/drawingml/2006/main" r:embed="R35fbdc17e2324d81"/>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3188DE0-4411-418E-8050-D480A7C4647B}"/>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156F70F3-4B70-427D-AACA-94656C86713C}"/>
              </a:ext>
            </a:extLst>
          </p:cNvPr>
          <p:cNvPicPr>
            <a:picLocks xmlns:a="http://schemas.openxmlformats.org/drawingml/2006/main" noChangeAspect="1"/>
          </p:cNvPicPr>
          <p:nvPr/>
        </p:nvPicPr>
        <p:blipFill>
          <a:blip xmlns:r="http://schemas.openxmlformats.org/officeDocument/2006/relationships" xmlns:a="http://schemas.openxmlformats.org/drawingml/2006/main" r:embed="R9a83d9b6523644e6"/>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A52D592-A5B0-442B-AA58-D598CC0214C4}"/>
              </a:ext>
            </a:extLst>
          </p:cNvPr>
          <p:cNvPicPr>
            <a:picLocks xmlns:a="http://schemas.openxmlformats.org/drawingml/2006/main" noChangeAspect="1"/>
          </p:cNvPicPr>
          <p:nvPr/>
        </p:nvPicPr>
        <p:blipFill>
          <a:blip xmlns:r="http://schemas.openxmlformats.org/officeDocument/2006/relationships" xmlns:a="http://schemas.openxmlformats.org/drawingml/2006/main" r:embed="R37e6357fa2134b66"/>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2ABB2B7-337C-4A1D-9450-3565A80DF588}"/>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C5610905-7E8C-4B5D-A822-90FC4DF36C9C}"/>
              </a:ext>
            </a:extLst>
          </p:cNvPr>
          <p:cNvPicPr>
            <a:picLocks xmlns:a="http://schemas.openxmlformats.org/drawingml/2006/main" noChangeAspect="1"/>
          </p:cNvPicPr>
          <p:nvPr/>
        </p:nvPicPr>
        <p:blipFill>
          <a:blip xmlns:r="http://schemas.openxmlformats.org/officeDocument/2006/relationships" xmlns:a="http://schemas.openxmlformats.org/drawingml/2006/main" r:embed="Rec16b2277be440a4"/>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94325366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B0DAC4C-BCE3-4FC6-A81A-9E9755E98228}"/>
              </a:ext>
            </a:extLst>
          </p:cNvPr>
          <p:cNvPicPr>
            <a:picLocks xmlns:a="http://schemas.openxmlformats.org/drawingml/2006/main" noChangeAspect="1"/>
          </p:cNvPicPr>
          <p:nvPr/>
        </p:nvPicPr>
        <p:blipFill>
          <a:blip xmlns:r="http://schemas.openxmlformats.org/officeDocument/2006/relationships" xmlns:a="http://schemas.openxmlformats.org/drawingml/2006/main" r:embed="R454449c6e42b42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D5C075-0D9C-4CC4-9673-C14751635C1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FAE209-889F-4E80-AFF6-1C5F55F581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AB3ACE6-45EC-4DF4-9C31-295500A40FC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F789B3-FB99-4326-A97B-7FCA999C1C7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12481B03-1AA2-49DD-AA3F-11D207CE4EF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BB1CA360-562D-4EBC-BBDF-EC12920D2CD5}"/>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CCA3943E-819E-4C6E-9EE9-549CBAAA81F6}"/>
              </a:ext>
            </a:extLst>
          </p:cNvPr>
          <p:cNvPicPr>
            <a:picLocks xmlns:a="http://schemas.openxmlformats.org/drawingml/2006/main" noChangeAspect="1"/>
          </p:cNvPicPr>
          <p:nvPr/>
        </p:nvPicPr>
        <p:blipFill>
          <a:blip xmlns:r="http://schemas.openxmlformats.org/officeDocument/2006/relationships" xmlns:a="http://schemas.openxmlformats.org/drawingml/2006/main" r:embed="Rad36a0ea0c8849a2"/>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9E4BA55-F0A4-4C12-85C3-C1DEB175F07E}"/>
              </a:ext>
            </a:extLst>
          </p:cNvPr>
          <p:cNvPicPr>
            <a:picLocks xmlns:a="http://schemas.openxmlformats.org/drawingml/2006/main" noChangeAspect="1"/>
          </p:cNvPicPr>
          <p:nvPr/>
        </p:nvPicPr>
        <p:blipFill>
          <a:blip xmlns:r="http://schemas.openxmlformats.org/officeDocument/2006/relationships" xmlns:a="http://schemas.openxmlformats.org/drawingml/2006/main" r:embed="Rc0a73c0e96e244e8"/>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417623FB-85A7-4634-AF43-6F2217DBC84E}"/>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91E69AD-18CA-49D3-92A7-970DE8A8575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EC0C96F0-3F1B-4EA2-A9A0-BA4229EEA22C}"/>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4D89DEA-A880-4F4E-A432-24C8CD5DA0C2}"/>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81691687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5D21F8D0-A651-4699-A825-BA994B591AA9}"/>
              </a:ext>
            </a:extLst>
          </p:cNvPr>
          <p:cNvPicPr>
            <a:picLocks xmlns:a="http://schemas.openxmlformats.org/drawingml/2006/main" noChangeAspect="1"/>
          </p:cNvPicPr>
          <p:nvPr/>
        </p:nvPicPr>
        <p:blipFill>
          <a:blip xmlns:r="http://schemas.openxmlformats.org/officeDocument/2006/relationships" xmlns:a="http://schemas.openxmlformats.org/drawingml/2006/main" r:embed="R849188e711714fe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9955A1-2A7A-465E-AC26-839B9B76AA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51D7AD9-766E-4515-8244-EECC6FC2EFB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AD16B7C-6A21-4CD5-BB01-742B04AA86E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99A389F-7CB6-4617-BFD0-1AA176C6A93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7C40221-B1C1-43EE-8EE7-D8248E3850A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23CE67E8-BEA9-4642-BAFC-11CAF90B41D8}"/>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811D488D-83B6-4DE8-9C5D-67FFE9661BD1}"/>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A30168C-481B-43A8-BE57-5395ED8045EE}"/>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7080E864-EBF4-4458-9074-4235382A1CDE}"/>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BDF7BC5-5147-4758-B170-E84452A009E3}"/>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3DEB94C2-A076-451F-939E-DF002681878A}"/>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F701B4E-D3CB-4F04-8F6E-81070A91B8DD}"/>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D40E5F7B-8DA7-4625-A5B2-A3D7ADE8A84D}"/>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0CC32C6-96CC-40AA-9879-86D83B3E11A1}"/>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975C2E7D-962F-48A3-A4EE-5651B204DADF}"/>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605D5D6-C756-4829-89FC-474413204420}"/>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6399DADD-AFF5-4AEA-9E1D-2E561BAEBD06}"/>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3237CAD4-B38F-4E03-8288-E88F3003C658}"/>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C272A4FF-3D2C-4B75-BB03-06802713A585}"/>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5ADF09EB-F6B6-4787-B925-B882A0CDD59F}"/>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17383822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35BDCF4-E269-4934-912A-89A42749AF6B}"/>
              </a:ext>
            </a:extLst>
          </p:cNvPr>
          <p:cNvPicPr>
            <a:picLocks xmlns:a="http://schemas.openxmlformats.org/drawingml/2006/main" noChangeAspect="1"/>
          </p:cNvPicPr>
          <p:nvPr/>
        </p:nvPicPr>
        <p:blipFill>
          <a:blip xmlns:r="http://schemas.openxmlformats.org/officeDocument/2006/relationships" xmlns:a="http://schemas.openxmlformats.org/drawingml/2006/main" r:embed="R2b263c1c994f426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6C169A-F31F-4135-AC35-B4FAD49526A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B3300F-6C17-4496-B924-109074789C0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79E3FD6-6360-48AE-8264-FF3BE1F030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22AC1F4-B863-4825-B077-680E48FB1FB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FAB183E-0C3D-4BBA-B7AE-18FBD40232C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EBAC35C9-A06A-410F-95B4-505112080D3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FC54B77-B189-49A1-8A25-CA0688C6E926}"/>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9C992D1-DCEB-41A6-A9EB-138BE629516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5CF302D-2D52-4E3C-8F81-5DBA8AC126C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DB41A1B-1261-4BC6-B4F0-4D77AB6BBAF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AC42E3A-A59C-46E3-B07B-5CC3EA33417A}"/>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44128729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30C23C29-415D-43FA-AF5F-FF050D9163E1}"/>
              </a:ext>
            </a:extLst>
          </p:cNvPr>
          <p:cNvPicPr>
            <a:picLocks xmlns:a="http://schemas.openxmlformats.org/drawingml/2006/main" noChangeAspect="1"/>
          </p:cNvPicPr>
          <p:nvPr/>
        </p:nvPicPr>
        <p:blipFill>
          <a:blip xmlns:r="http://schemas.openxmlformats.org/officeDocument/2006/relationships" xmlns:a="http://schemas.openxmlformats.org/drawingml/2006/main" r:embed="Rb88e2054e69448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0BB0D4-1C7E-455C-BD59-51EEDAC9D4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9D4836-ACCF-4DBD-873E-D0EF22323E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AA75AC4-F24C-4F14-9E4C-89FAE6D3862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1E2907-4969-49E5-85F0-2C47FE5ADCC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E293B4D-2EA2-403D-850D-267CF62DA1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E91658E9-F0E5-4661-AC08-F0F44CB6E6CC}"/>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2B87C7D4-9E3E-4E62-A57F-4AD5472649C9}"/>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6548E448-8427-41AF-BE59-A7C9F3419E85}"/>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9AB1B829-BBBF-4478-97F9-C8C7B11BBFC8}"/>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3579982A-913A-4FCA-9EFE-6783F78BDA2C}"/>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6795C1F-A498-4620-9882-7C446587563D}"/>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7D2337D6-3622-4C1A-ABBA-59C073DB5171}"/>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B3D178FA-946A-4283-B6BB-1007EB78DBC4}"/>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D1457591-8C54-44B9-B681-5F30AB1D77A1}"/>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BBC77EC9-9EEC-4A1B-BEFB-22894AE0C7C2}"/>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4C4223AD-7586-48BE-A1D1-16F4F2F9AF04}"/>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55A1AB89-08B1-4B8B-B79A-7268D84E2801}"/>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85965584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5195E49-2EFF-45C2-8F77-29BD39849DEE}"/>
              </a:ext>
            </a:extLst>
          </p:cNvPr>
          <p:cNvPicPr>
            <a:picLocks xmlns:a="http://schemas.openxmlformats.org/drawingml/2006/main" noChangeAspect="1"/>
          </p:cNvPicPr>
          <p:nvPr/>
        </p:nvPicPr>
        <p:blipFill>
          <a:blip xmlns:r="http://schemas.openxmlformats.org/officeDocument/2006/relationships" xmlns:a="http://schemas.openxmlformats.org/drawingml/2006/main" r:embed="Rf559a4a7ef8949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81528D-B3BA-4E87-A768-8BA94B94875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4EE2DE-79B4-4340-A6B8-2171BA09D6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99BB9F9-43DD-4B69-A1DA-D43499AFAB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3A3FEA5-BFCF-4BE8-A5E4-30EC23716B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EA9E0D0-D632-4825-BDD5-566A3EF92FA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B63DCF95-36B5-4C70-A946-925E094ADB3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7F2CE9E-F015-4D10-9A2D-09D2980E068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895D8AF-534C-48DC-BFB3-8E26D7FBF8E1}"/>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E92756E-0AD8-41D6-A908-C70F9239CE44}"/>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2EC61CD-5045-4432-8D13-4206E2F9ABB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06772E3-0308-4DD6-B745-6FE591B46066}"/>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49922799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6132179-619A-4852-B998-C570FC9AB429}"/>
              </a:ext>
            </a:extLst>
          </p:cNvPr>
          <p:cNvPicPr>
            <a:picLocks xmlns:a="http://schemas.openxmlformats.org/drawingml/2006/main" noChangeAspect="1"/>
          </p:cNvPicPr>
          <p:nvPr/>
        </p:nvPicPr>
        <p:blipFill>
          <a:blip xmlns:r="http://schemas.openxmlformats.org/officeDocument/2006/relationships" xmlns:a="http://schemas.openxmlformats.org/drawingml/2006/main" r:embed="R41aab4edd74d4e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6C4A7C-1A62-496B-B411-4F7C1ADCC5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1373F0-25A4-4E57-9177-90977C5187D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F1A2422-DC0F-4E5B-911E-158924FBC3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E259B61-B443-4AB1-89F5-BEB05E38F63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1F3E995-1315-46C4-BDEE-F0A92A5E00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AC7767A9-B043-49C7-BF4F-3DE60FEBF98C}"/>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57422C89-BDC1-43B2-91AB-7D99AA15EF38}"/>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t>−41.50 + (−52.25)</a:t>
            </a:r>
          </a:p>
        </p:txBody>
      </p:sp>
      <p:sp>
        <p:nvSpPr>
          <p:cNvPr id="9" name="text">
            <a:extLst xmlns:a="http://schemas.openxmlformats.org/drawingml/2006/main">
              <a:ext uri="{FF2B5EF4-FFF2-40B4-BE49-F238E27FC236}">
                <a16:creationId xmlns:a16="http://schemas.microsoft.com/office/drawing/2014/main" id="{AF860631-87C4-4A41-8515-636EBB26202E}"/>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57962F"/>
                </a:solidFill>
                <a:latin typeface="Pretendard"/>
                <a:ea typeface="Pretendard"/>
                <a:cs typeface="Pretendard"/>
              </a:defRPr>
            </a:defPPr>
            <a:lvl1pPr algn="l">
              <a:defRPr sz="5100" b="1">
                <a:solidFill>
                  <a:srgbClr val="57962F"/>
                </a:solidFill>
                <a:latin typeface="Pretendard"/>
                <a:ea typeface="Pretendard"/>
                <a:cs typeface="Pretendard"/>
              </a:defRPr>
            </a:lvl1pPr>
            <a:lvl2pPr algn="l">
              <a:defRPr sz="5100" b="1">
                <a:solidFill>
                  <a:srgbClr val="57962F"/>
                </a:solidFill>
                <a:latin typeface="Pretendard"/>
                <a:ea typeface="Pretendard"/>
                <a:cs typeface="Pretendard"/>
              </a:defRPr>
            </a:lvl2pPr>
            <a:lvl3pPr algn="l">
              <a:defRPr sz="5100" b="1">
                <a:solidFill>
                  <a:srgbClr val="57962F"/>
                </a:solidFill>
                <a:latin typeface="Pretendard"/>
                <a:ea typeface="Pretendard"/>
                <a:cs typeface="Pretendard"/>
              </a:defRPr>
            </a:lvl3pPr>
            <a:lvl4pPr algn="l">
              <a:defRPr sz="5100" b="1">
                <a:solidFill>
                  <a:srgbClr val="57962F"/>
                </a:solidFill>
                <a:latin typeface="Pretendard"/>
                <a:ea typeface="Pretendard"/>
                <a:cs typeface="Pretendard"/>
              </a:defRPr>
            </a:lvl4pPr>
            <a:lvl5pPr algn="l">
              <a:defRPr sz="5100" b="1">
                <a:solidFill>
                  <a:srgbClr val="57962F"/>
                </a:solidFill>
                <a:latin typeface="Pretendard"/>
                <a:ea typeface="Pretendard"/>
                <a:cs typeface="Pretendard"/>
              </a:defRPr>
            </a:lvl5pPr>
            <a:lvl6pPr algn="l">
              <a:defRPr sz="5100" b="1">
                <a:solidFill>
                  <a:srgbClr val="57962F"/>
                </a:solidFill>
                <a:latin typeface="Pretendard"/>
                <a:ea typeface="Pretendard"/>
                <a:cs typeface="Pretendard"/>
              </a:defRPr>
            </a:lvl6pPr>
            <a:lvl7pPr algn="l">
              <a:defRPr sz="5100" b="1">
                <a:solidFill>
                  <a:srgbClr val="57962F"/>
                </a:solidFill>
                <a:latin typeface="Pretendard"/>
                <a:ea typeface="Pretendard"/>
                <a:cs typeface="Pretendard"/>
              </a:defRPr>
            </a:lvl7pPr>
            <a:lvl8pPr algn="l">
              <a:defRPr sz="5100" b="1">
                <a:solidFill>
                  <a:srgbClr val="57962F"/>
                </a:solidFill>
                <a:latin typeface="Pretendard"/>
                <a:ea typeface="Pretendard"/>
                <a:cs typeface="Pretendard"/>
              </a:defRPr>
            </a:lvl8pPr>
            <a:lvl9pPr algn="l">
              <a:defRPr sz="5100" b="1">
                <a:solidFill>
                  <a:srgbClr val="57962F"/>
                </a:solidFill>
                <a:latin typeface="Pretendard"/>
                <a:ea typeface="Pretendard"/>
                <a:cs typeface="Pretendard"/>
              </a:defRPr>
            </a:lvl9pPr>
          </a:lstStyle>
          <a:p xmlns:a="http://schemas.openxmlformats.org/drawingml/2006/main">
            <a:pPr algn="l">
              <a:defRPr sz="5100" b="1">
                <a:solidFill>
                  <a:srgbClr val="57962F"/>
                </a:solidFill>
                <a:latin typeface="Pretendard"/>
                <a:ea typeface="Pretendard"/>
                <a:cs typeface="Pretendard"/>
              </a:defRPr>
            </a:pPr>
            <a:r>
              <a:rPr sz="5100"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42D40F11-583E-4887-97AE-29EC65975618}"/>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00230D3C-4ADD-4FCB-8ECA-AD4B1C23AFD9}"/>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000000"/>
                </a:solidFill>
                <a:latin typeface="Pretendard"/>
                <a:ea typeface="Pretendard"/>
                <a:cs typeface="Pretendard"/>
              </a:defRPr>
            </a:defPPr>
            <a:lvl1pPr algn="l">
              <a:defRPr sz="5100" b="1">
                <a:solidFill>
                  <a:srgbClr val="000000"/>
                </a:solidFill>
                <a:latin typeface="Pretendard"/>
                <a:ea typeface="Pretendard"/>
                <a:cs typeface="Pretendard"/>
              </a:defRPr>
            </a:lvl1pPr>
            <a:lvl2pPr algn="l">
              <a:defRPr sz="5100" b="1">
                <a:solidFill>
                  <a:srgbClr val="000000"/>
                </a:solidFill>
                <a:latin typeface="Pretendard"/>
                <a:ea typeface="Pretendard"/>
                <a:cs typeface="Pretendard"/>
              </a:defRPr>
            </a:lvl2pPr>
            <a:lvl3pPr algn="l">
              <a:defRPr sz="5100" b="1">
                <a:solidFill>
                  <a:srgbClr val="000000"/>
                </a:solidFill>
                <a:latin typeface="Pretendard"/>
                <a:ea typeface="Pretendard"/>
                <a:cs typeface="Pretendard"/>
              </a:defRPr>
            </a:lvl3pPr>
            <a:lvl4pPr algn="l">
              <a:defRPr sz="5100" b="1">
                <a:solidFill>
                  <a:srgbClr val="000000"/>
                </a:solidFill>
                <a:latin typeface="Pretendard"/>
                <a:ea typeface="Pretendard"/>
                <a:cs typeface="Pretendard"/>
              </a:defRPr>
            </a:lvl4pPr>
            <a:lvl5pPr algn="l">
              <a:defRPr sz="5100" b="1">
                <a:solidFill>
                  <a:srgbClr val="000000"/>
                </a:solidFill>
                <a:latin typeface="Pretendard"/>
                <a:ea typeface="Pretendard"/>
                <a:cs typeface="Pretendard"/>
              </a:defRPr>
            </a:lvl5pPr>
            <a:lvl6pPr algn="l">
              <a:defRPr sz="5100" b="1">
                <a:solidFill>
                  <a:srgbClr val="000000"/>
                </a:solidFill>
                <a:latin typeface="Pretendard"/>
                <a:ea typeface="Pretendard"/>
                <a:cs typeface="Pretendard"/>
              </a:defRPr>
            </a:lvl6pPr>
            <a:lvl7pPr algn="l">
              <a:defRPr sz="5100" b="1">
                <a:solidFill>
                  <a:srgbClr val="000000"/>
                </a:solidFill>
                <a:latin typeface="Pretendard"/>
                <a:ea typeface="Pretendard"/>
                <a:cs typeface="Pretendard"/>
              </a:defRPr>
            </a:lvl7pPr>
            <a:lvl8pPr algn="l">
              <a:defRPr sz="5100" b="1">
                <a:solidFill>
                  <a:srgbClr val="000000"/>
                </a:solidFill>
                <a:latin typeface="Pretendard"/>
                <a:ea typeface="Pretendard"/>
                <a:cs typeface="Pretendard"/>
              </a:defRPr>
            </a:lvl8pPr>
            <a:lvl9pPr algn="l">
              <a:defRPr sz="5100" b="1">
                <a:solidFill>
                  <a:srgbClr val="000000"/>
                </a:solidFill>
                <a:latin typeface="Pretendard"/>
                <a:ea typeface="Pretendard"/>
                <a:cs typeface="Pretendard"/>
              </a:defRPr>
            </a:lvl9pPr>
          </a:lstStyle>
          <a:p xmlns:a="http://schemas.openxmlformats.org/drawingml/2006/main">
            <a:pPr algn="l">
              <a:defRPr sz="5100" b="1">
                <a:solidFill>
                  <a:srgbClr val="000000"/>
                </a:solidFill>
                <a:latin typeface="Pretendard"/>
                <a:ea typeface="Pretendard"/>
                <a:cs typeface="Pretendard"/>
              </a:defRPr>
            </a:pPr>
            <a:r>
              <a:rPr sz="5100"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1212972A-8CF7-49C9-9D25-2DDB16A2ED9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910262C9-C5A1-4E1C-A293-AB4A53D50A16}"/>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8120124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390C2083-2796-475A-9CC2-6C8DB623074C}"/>
              </a:ext>
            </a:extLst>
          </p:cNvPr>
          <p:cNvPicPr>
            <a:picLocks xmlns:a="http://schemas.openxmlformats.org/drawingml/2006/main" noChangeAspect="1"/>
          </p:cNvPicPr>
          <p:nvPr/>
        </p:nvPicPr>
        <p:blipFill>
          <a:blip xmlns:r="http://schemas.openxmlformats.org/officeDocument/2006/relationships" xmlns:a="http://schemas.openxmlformats.org/drawingml/2006/main" r:embed="R3ffb37b3d03440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EEBE43-C885-47D7-A10E-23B6B85E1C6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DBEEB84-4832-4F15-AA27-742E2F4C55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9393310-5FD6-4FC9-91F8-5467413B78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2C439D5-319E-4A6F-8238-703ED0C890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CEC219A-BDE1-4BC8-9553-57BB670F6164}"/>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81A2FE9A-17C2-4B5B-A5B0-A6CB4D24D420}"/>
              </a:ext>
            </a:extLst>
          </p:cNvPr>
          <p:cNvPicPr>
            <a:picLocks xmlns:a="http://schemas.openxmlformats.org/drawingml/2006/main" noChangeAspect="1"/>
          </p:cNvPicPr>
          <p:nvPr/>
        </p:nvPicPr>
        <p:blipFill>
          <a:blip xmlns:r="http://schemas.openxmlformats.org/officeDocument/2006/relationships" xmlns:a="http://schemas.openxmlformats.org/drawingml/2006/main" r:embed="R8ec1541782a74670"/>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9C6298D-C5E0-4FC8-A5CE-7B95CCC7A512}"/>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0CB3F128-5B2C-4E26-83FD-BD8BAB4B259B}"/>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C70D4FB8-F904-4945-AEBF-144F431E994C}"/>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CC69CE15-03B6-4B82-ABE3-4091FE4ACB1E}"/>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9181FEBC-3D39-4514-8A4B-8ABA289F7D79}"/>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B32EE1E5-BE5E-4EAF-A782-CD806DED8DE5}"/>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B091D831-6B34-4433-AC59-EEFB493FFB42}"/>
              </a:ext>
            </a:extLst>
          </p:cNvPr>
          <p:cNvPicPr>
            <a:picLocks xmlns:a="http://schemas.openxmlformats.org/drawingml/2006/main" noChangeAspect="1"/>
          </p:cNvPicPr>
          <p:nvPr/>
        </p:nvPicPr>
        <p:blipFill>
          <a:blip xmlns:r="http://schemas.openxmlformats.org/officeDocument/2006/relationships" xmlns:a="http://schemas.openxmlformats.org/drawingml/2006/main" r:embed="Rd5b572af83e24888"/>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CBE4A01-BDD7-4E9E-B291-A2E966DCE3A2}"/>
              </a:ext>
            </a:extLst>
          </p:cNvPr>
          <p:cNvPicPr>
            <a:picLocks xmlns:a="http://schemas.openxmlformats.org/drawingml/2006/main" noChangeAspect="1"/>
          </p:cNvPicPr>
          <p:nvPr/>
        </p:nvPicPr>
        <p:blipFill>
          <a:blip xmlns:r="http://schemas.openxmlformats.org/officeDocument/2006/relationships" xmlns:a="http://schemas.openxmlformats.org/drawingml/2006/main" r:embed="R4371c228b50a4d17"/>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77E2427F-63F6-425B-B489-0EB8E5E28ED1}"/>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1DAED876-5F58-48C9-83DA-D844183A9519}"/>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72AB2E19-6930-432C-A111-93DED5D1FA25}"/>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D7D766D3-10BD-4203-B13D-62873F2C6A0C}"/>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E0447AA8-8AEE-4F9E-A109-CF955B34ABC1}"/>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2B662121-0041-4829-93E3-A18DBA0527F3}"/>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DA664097-024F-434E-BA07-032ACA194686}"/>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6A5CFB72-9668-4840-9B0C-DE2CF9547A85}"/>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41392709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F5B1AEA-C145-4A42-9ED6-509D9EB9686F}"/>
              </a:ext>
            </a:extLst>
          </p:cNvPr>
          <p:cNvPicPr>
            <a:picLocks xmlns:a="http://schemas.openxmlformats.org/drawingml/2006/main" noChangeAspect="1"/>
          </p:cNvPicPr>
          <p:nvPr/>
        </p:nvPicPr>
        <p:blipFill>
          <a:blip xmlns:r="http://schemas.openxmlformats.org/officeDocument/2006/relationships" xmlns:a="http://schemas.openxmlformats.org/drawingml/2006/main" r:embed="Rdf7968a46d8f40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322DF4-88DC-4923-99BE-79D8FD24062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0FE46D-DE68-4316-AC37-3D281AAF3BA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F2821D4-4D7D-4CD1-A8A9-1F912C28BBC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2E527D7-54CB-4F8F-8746-3EB59CDDEFC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D783B92-0950-4C7B-A3B2-EDED12868F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9DAFC17F-3AA9-4AA7-866D-104432232CC4}"/>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5A62A2EC-64DB-421A-A66C-DECCC72AC692}"/>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1AFFB1CA-3BCC-49E7-8A92-15D63DD068CC}"/>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A87C4AB0-72CC-43EB-AA34-16515D93CF07}"/>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050B732E-5B2F-4BDE-904E-7F0C818A62D0}"/>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032D5BBA-4493-4BC6-A4E2-87E2F4B20B97}"/>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34A13977-7CB0-45B5-B5B0-FE1FFEAEE1FE}"/>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DED83308-7767-409C-9679-BDADECB01135}"/>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2BAB94AA-92B5-4627-95CD-26C4BF3014B3}"/>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097B6794-F520-4786-A0C7-0A2374D11E10}"/>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CD6D0FBC-60A8-4064-AB73-1D43E8D7CF8C}"/>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963674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2026-10-27T23:02:23.5590000Z</dcterms:created>
  <dcterms:modified xsi:type="dcterms:W3CDTF">2026-10-27T23:02:23.5590000Z</dcterms:modified>
</coreProperties>
</file>