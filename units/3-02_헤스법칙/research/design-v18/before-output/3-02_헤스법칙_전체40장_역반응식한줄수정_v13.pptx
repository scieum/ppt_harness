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8461cb17dd4912" /><Relationship Type="http://schemas.openxmlformats.org/officeDocument/2006/relationships/extended-properties" Target="/docProps/app.xml" Id="R194f7e175940413a" /><Relationship Type="http://schemas.openxmlformats.org/officeDocument/2006/relationships/officeDocument" Target="/ppt/presentation.xml" Id="Rad12db0910ef4936" /></Relationships>
</file>

<file path=ppt/presentation.xml><?xml version="1.0" encoding="utf-8"?>
<p:presentation xmlns:p="http://schemas.openxmlformats.org/presentationml/2006/main">
  <p:sldMasterIdLst>
    <p:sldMasterId xmlns:r="http://schemas.openxmlformats.org/officeDocument/2006/relationships" id="2147483648" r:id="R76fa451aaaa74c2f"/>
  </p:sldMasterIdLst>
  <p:notesMasterIdLst>
    <p:notesMasterId xmlns:r="http://schemas.openxmlformats.org/officeDocument/2006/relationships" r:id="R812da93041d04d03"/>
  </p:notesMasterIdLst>
  <p:sldIdLst>
    <p:sldId xmlns:r="http://schemas.openxmlformats.org/officeDocument/2006/relationships" id="256" r:id="Rae71a275e87b4ce1"/>
    <p:sldId xmlns:r="http://schemas.openxmlformats.org/officeDocument/2006/relationships" id="257" r:id="R1d24ebdbf6184a40"/>
    <p:sldId xmlns:r="http://schemas.openxmlformats.org/officeDocument/2006/relationships" id="258" r:id="Rb64cb52953554aa1"/>
    <p:sldId xmlns:r="http://schemas.openxmlformats.org/officeDocument/2006/relationships" id="259" r:id="Refe2921de1ec449f"/>
    <p:sldId xmlns:r="http://schemas.openxmlformats.org/officeDocument/2006/relationships" id="260" r:id="Rcbcab7432ad94f82"/>
    <p:sldId xmlns:r="http://schemas.openxmlformats.org/officeDocument/2006/relationships" id="261" r:id="Rad4cc52e6b3e454c"/>
    <p:sldId xmlns:r="http://schemas.openxmlformats.org/officeDocument/2006/relationships" id="262" r:id="R7f37dbda08e74458"/>
    <p:sldId xmlns:r="http://schemas.openxmlformats.org/officeDocument/2006/relationships" id="263" r:id="R8207f4be2dcc4fea"/>
    <p:sldId xmlns:r="http://schemas.openxmlformats.org/officeDocument/2006/relationships" id="264" r:id="R87d5b047cc3046b9"/>
    <p:sldId xmlns:r="http://schemas.openxmlformats.org/officeDocument/2006/relationships" id="265" r:id="Re5d95c9428e3456f"/>
    <p:sldId xmlns:r="http://schemas.openxmlformats.org/officeDocument/2006/relationships" id="266" r:id="Rd87fe9462da64fb8"/>
    <p:sldId xmlns:r="http://schemas.openxmlformats.org/officeDocument/2006/relationships" id="267" r:id="R5c71129b44144fba"/>
    <p:sldId xmlns:r="http://schemas.openxmlformats.org/officeDocument/2006/relationships" id="268" r:id="R6c6e0c2b102c41bd"/>
    <p:sldId xmlns:r="http://schemas.openxmlformats.org/officeDocument/2006/relationships" id="269" r:id="R5f4b0970555743c9"/>
    <p:sldId xmlns:r="http://schemas.openxmlformats.org/officeDocument/2006/relationships" id="270" r:id="R412cfe156ab24850"/>
    <p:sldId xmlns:r="http://schemas.openxmlformats.org/officeDocument/2006/relationships" id="271" r:id="Rcdd9be5cdea94b8f"/>
    <p:sldId xmlns:r="http://schemas.openxmlformats.org/officeDocument/2006/relationships" id="272" r:id="R8bf95ff5856e4290"/>
    <p:sldId xmlns:r="http://schemas.openxmlformats.org/officeDocument/2006/relationships" id="273" r:id="R15142dd136bd4009"/>
    <p:sldId xmlns:r="http://schemas.openxmlformats.org/officeDocument/2006/relationships" id="274" r:id="R741c030ccbbe461c"/>
    <p:sldId xmlns:r="http://schemas.openxmlformats.org/officeDocument/2006/relationships" id="275" r:id="R24ffa8b7d04e4dcf"/>
    <p:sldId xmlns:r="http://schemas.openxmlformats.org/officeDocument/2006/relationships" id="276" r:id="Rcbf6fd8de0144f13"/>
    <p:sldId xmlns:r="http://schemas.openxmlformats.org/officeDocument/2006/relationships" id="277" r:id="Rb9acaace58384022"/>
    <p:sldId xmlns:r="http://schemas.openxmlformats.org/officeDocument/2006/relationships" id="278" r:id="Rdaf08ccd25354511"/>
    <p:sldId xmlns:r="http://schemas.openxmlformats.org/officeDocument/2006/relationships" id="279" r:id="R243054f888c2458c"/>
    <p:sldId xmlns:r="http://schemas.openxmlformats.org/officeDocument/2006/relationships" id="280" r:id="Ra6e35afdfee941c1"/>
    <p:sldId xmlns:r="http://schemas.openxmlformats.org/officeDocument/2006/relationships" id="281" r:id="Rae9de502092f4ad8"/>
    <p:sldId xmlns:r="http://schemas.openxmlformats.org/officeDocument/2006/relationships" id="282" r:id="Rf6256513b8fb494f"/>
    <p:sldId xmlns:r="http://schemas.openxmlformats.org/officeDocument/2006/relationships" id="283" r:id="Rc57cc351fa1c459d"/>
    <p:sldId xmlns:r="http://schemas.openxmlformats.org/officeDocument/2006/relationships" id="284" r:id="R4c30f21475ed409e"/>
    <p:sldId xmlns:r="http://schemas.openxmlformats.org/officeDocument/2006/relationships" id="285" r:id="R8c6ce535c094430d"/>
    <p:sldId xmlns:r="http://schemas.openxmlformats.org/officeDocument/2006/relationships" id="286" r:id="R5697786fffa848e6"/>
    <p:sldId xmlns:r="http://schemas.openxmlformats.org/officeDocument/2006/relationships" id="287" r:id="Rda5e65e35d6041d2"/>
    <p:sldId xmlns:r="http://schemas.openxmlformats.org/officeDocument/2006/relationships" id="288" r:id="Rf873c6e847fb4300"/>
    <p:sldId xmlns:r="http://schemas.openxmlformats.org/officeDocument/2006/relationships" id="289" r:id="R0fc59ab1709a4123"/>
    <p:sldId xmlns:r="http://schemas.openxmlformats.org/officeDocument/2006/relationships" id="290" r:id="R476a64152adc40a5"/>
    <p:sldId xmlns:r="http://schemas.openxmlformats.org/officeDocument/2006/relationships" id="291" r:id="R37bde43c1a2840f4"/>
    <p:sldId xmlns:r="http://schemas.openxmlformats.org/officeDocument/2006/relationships" id="292" r:id="Ra84cd5515dab4092"/>
    <p:sldId xmlns:r="http://schemas.openxmlformats.org/officeDocument/2006/relationships" id="293" r:id="Rdaebedd5acdc44ba"/>
    <p:sldId xmlns:r="http://schemas.openxmlformats.org/officeDocument/2006/relationships" id="294" r:id="Rd18435ab4e774966"/>
    <p:sldId xmlns:r="http://schemas.openxmlformats.org/officeDocument/2006/relationships" id="295" r:id="R3ecc698a4f534ce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9e3ce194204474" /><Relationship Type="http://schemas.openxmlformats.org/officeDocument/2006/relationships/slideMaster" Target="/ppt/slideMasters/slideMaster1.xml" Id="R76fa451aaaa74c2f" /><Relationship Type="http://schemas.openxmlformats.org/officeDocument/2006/relationships/notesMaster" Target="/ppt/notesMasters/notesMaster1.xml" Id="R812da93041d04d03" /><Relationship Type="http://schemas.openxmlformats.org/officeDocument/2006/relationships/presProps" Target="/ppt/presProps.xml" Id="Ra22860d10d404b29" /><Relationship Type="http://schemas.openxmlformats.org/officeDocument/2006/relationships/tableStyles" Target="/ppt/tableStyles.xml" Id="R4bf76a4d93174c0a" /><Relationship Type="http://schemas.openxmlformats.org/officeDocument/2006/relationships/slide" Target="/ppt/slides/slide1.xml" Id="Rae71a275e87b4ce1" /><Relationship Type="http://schemas.openxmlformats.org/officeDocument/2006/relationships/slide" Target="/ppt/slides/slide2.xml" Id="R1d24ebdbf6184a40" /><Relationship Type="http://schemas.openxmlformats.org/officeDocument/2006/relationships/slide" Target="/ppt/slides/slide3.xml" Id="Rb64cb52953554aa1" /><Relationship Type="http://schemas.openxmlformats.org/officeDocument/2006/relationships/slide" Target="/ppt/slides/slide4.xml" Id="Refe2921de1ec449f" /><Relationship Type="http://schemas.openxmlformats.org/officeDocument/2006/relationships/slide" Target="/ppt/slides/slide5.xml" Id="Rcbcab7432ad94f82" /><Relationship Type="http://schemas.openxmlformats.org/officeDocument/2006/relationships/slide" Target="/ppt/slides/slide6.xml" Id="Rad4cc52e6b3e454c" /><Relationship Type="http://schemas.openxmlformats.org/officeDocument/2006/relationships/slide" Target="/ppt/slides/slide7.xml" Id="R7f37dbda08e74458" /><Relationship Type="http://schemas.openxmlformats.org/officeDocument/2006/relationships/slide" Target="/ppt/slides/slide8.xml" Id="R8207f4be2dcc4fea" /><Relationship Type="http://schemas.openxmlformats.org/officeDocument/2006/relationships/slide" Target="/ppt/slides/slide9.xml" Id="R87d5b047cc3046b9" /><Relationship Type="http://schemas.openxmlformats.org/officeDocument/2006/relationships/slide" Target="/ppt/slides/slide10.xml" Id="Re5d95c9428e3456f" /><Relationship Type="http://schemas.openxmlformats.org/officeDocument/2006/relationships/slide" Target="/ppt/slides/slide11.xml" Id="Rd87fe9462da64fb8" /><Relationship Type="http://schemas.openxmlformats.org/officeDocument/2006/relationships/slide" Target="/ppt/slides/slide12.xml" Id="R5c71129b44144fba" /><Relationship Type="http://schemas.openxmlformats.org/officeDocument/2006/relationships/slide" Target="/ppt/slides/slide13.xml" Id="R6c6e0c2b102c41bd" /><Relationship Type="http://schemas.openxmlformats.org/officeDocument/2006/relationships/slide" Target="/ppt/slides/slide14.xml" Id="R5f4b0970555743c9" /><Relationship Type="http://schemas.openxmlformats.org/officeDocument/2006/relationships/slide" Target="/ppt/slides/slide15.xml" Id="R412cfe156ab24850" /><Relationship Type="http://schemas.openxmlformats.org/officeDocument/2006/relationships/slide" Target="/ppt/slides/slide16.xml" Id="Rcdd9be5cdea94b8f" /><Relationship Type="http://schemas.openxmlformats.org/officeDocument/2006/relationships/slide" Target="/ppt/slides/slide17.xml" Id="R8bf95ff5856e4290" /><Relationship Type="http://schemas.openxmlformats.org/officeDocument/2006/relationships/slide" Target="/ppt/slides/slide18.xml" Id="R15142dd136bd4009" /><Relationship Type="http://schemas.openxmlformats.org/officeDocument/2006/relationships/slide" Target="/ppt/slides/slide19.xml" Id="R741c030ccbbe461c" /><Relationship Type="http://schemas.openxmlformats.org/officeDocument/2006/relationships/slide" Target="/ppt/slides/slide20.xml" Id="R24ffa8b7d04e4dcf" /><Relationship Type="http://schemas.openxmlformats.org/officeDocument/2006/relationships/slide" Target="/ppt/slides/slide21.xml" Id="Rcbf6fd8de0144f13" /><Relationship Type="http://schemas.openxmlformats.org/officeDocument/2006/relationships/slide" Target="/ppt/slides/slide22.xml" Id="Rb9acaace58384022" /><Relationship Type="http://schemas.openxmlformats.org/officeDocument/2006/relationships/slide" Target="/ppt/slides/slide23.xml" Id="Rdaf08ccd25354511" /><Relationship Type="http://schemas.openxmlformats.org/officeDocument/2006/relationships/slide" Target="/ppt/slides/slide24.xml" Id="R243054f888c2458c" /><Relationship Type="http://schemas.openxmlformats.org/officeDocument/2006/relationships/slide" Target="/ppt/slides/slide25.xml" Id="Ra6e35afdfee941c1" /><Relationship Type="http://schemas.openxmlformats.org/officeDocument/2006/relationships/slide" Target="/ppt/slides/slide26.xml" Id="Rae9de502092f4ad8" /><Relationship Type="http://schemas.openxmlformats.org/officeDocument/2006/relationships/slide" Target="/ppt/slides/slide27.xml" Id="Rf6256513b8fb494f" /><Relationship Type="http://schemas.openxmlformats.org/officeDocument/2006/relationships/slide" Target="/ppt/slides/slide28.xml" Id="Rc57cc351fa1c459d" /><Relationship Type="http://schemas.openxmlformats.org/officeDocument/2006/relationships/slide" Target="/ppt/slides/slide29.xml" Id="R4c30f21475ed409e" /><Relationship Type="http://schemas.openxmlformats.org/officeDocument/2006/relationships/slide" Target="/ppt/slides/slide30.xml" Id="R8c6ce535c094430d" /><Relationship Type="http://schemas.openxmlformats.org/officeDocument/2006/relationships/slide" Target="/ppt/slides/slide31.xml" Id="R5697786fffa848e6" /><Relationship Type="http://schemas.openxmlformats.org/officeDocument/2006/relationships/slide" Target="/ppt/slides/slide32.xml" Id="Rda5e65e35d6041d2" /><Relationship Type="http://schemas.openxmlformats.org/officeDocument/2006/relationships/slide" Target="/ppt/slides/slide33.xml" Id="Rf873c6e847fb4300" /><Relationship Type="http://schemas.openxmlformats.org/officeDocument/2006/relationships/slide" Target="/ppt/slides/slide34.xml" Id="R0fc59ab1709a4123" /><Relationship Type="http://schemas.openxmlformats.org/officeDocument/2006/relationships/slide" Target="/ppt/slides/slide35.xml" Id="R476a64152adc40a5" /><Relationship Type="http://schemas.openxmlformats.org/officeDocument/2006/relationships/slide" Target="/ppt/slides/slide36.xml" Id="R37bde43c1a2840f4" /><Relationship Type="http://schemas.openxmlformats.org/officeDocument/2006/relationships/slide" Target="/ppt/slides/slide37.xml" Id="Ra84cd5515dab4092" /><Relationship Type="http://schemas.openxmlformats.org/officeDocument/2006/relationships/slide" Target="/ppt/slides/slide38.xml" Id="Rdaebedd5acdc44ba" /><Relationship Type="http://schemas.openxmlformats.org/officeDocument/2006/relationships/slide" Target="/ppt/slides/slide39.xml" Id="Rd18435ab4e774966" /><Relationship Type="http://schemas.openxmlformats.org/officeDocument/2006/relationships/slide" Target="/ppt/slides/slide40.xml" Id="R3ecc698a4f534c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f8c0d0d72949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fddf8af9e244ee" /><Relationship Type="http://schemas.openxmlformats.org/officeDocument/2006/relationships/notesMaster" Target="/ppt/notesMasters/notesMaster1.xml" Id="R84f62fb3fc2c4b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e9baf81eb04c75" /><Relationship Type="http://schemas.openxmlformats.org/officeDocument/2006/relationships/notesMaster" Target="/ppt/notesMasters/notesMaster1.xml" Id="Rb5879b1a096f4e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fb999cfb0443d4" /><Relationship Type="http://schemas.openxmlformats.org/officeDocument/2006/relationships/notesMaster" Target="/ppt/notesMasters/notesMaster1.xml" Id="Rbd9d3d59dda443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2d848459ee4f6c" /><Relationship Type="http://schemas.openxmlformats.org/officeDocument/2006/relationships/notesMaster" Target="/ppt/notesMasters/notesMaster1.xml" Id="Rc7d36687530545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20ff0dd4d4440d" /><Relationship Type="http://schemas.openxmlformats.org/officeDocument/2006/relationships/notesMaster" Target="/ppt/notesMasters/notesMaster1.xml" Id="R5113138cb49843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9146a07ac042d6" /><Relationship Type="http://schemas.openxmlformats.org/officeDocument/2006/relationships/notesMaster" Target="/ppt/notesMasters/notesMaster1.xml" Id="Rf87279f330fd41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08cf24c06740ba" /><Relationship Type="http://schemas.openxmlformats.org/officeDocument/2006/relationships/notesMaster" Target="/ppt/notesMasters/notesMaster1.xml" Id="Ra25ce507c57b43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03e125e368459d" /><Relationship Type="http://schemas.openxmlformats.org/officeDocument/2006/relationships/notesMaster" Target="/ppt/notesMasters/notesMaster1.xml" Id="R597f8c4de53d4c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3850b198e94ad4" /><Relationship Type="http://schemas.openxmlformats.org/officeDocument/2006/relationships/notesMaster" Target="/ppt/notesMasters/notesMaster1.xml" Id="Rc6f7f82f1bbd4c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598c7e78524a43" /><Relationship Type="http://schemas.openxmlformats.org/officeDocument/2006/relationships/notesMaster" Target="/ppt/notesMasters/notesMaster1.xml" Id="R1117ff7fe6d54e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73619a6527470c" /><Relationship Type="http://schemas.openxmlformats.org/officeDocument/2006/relationships/notesMaster" Target="/ppt/notesMasters/notesMaster1.xml" Id="R5e0ce5b0677e4f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f8df8031b749fe" /><Relationship Type="http://schemas.openxmlformats.org/officeDocument/2006/relationships/notesMaster" Target="/ppt/notesMasters/notesMaster1.xml" Id="R8f0706243b0f4c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cbde608bce41c3" /><Relationship Type="http://schemas.openxmlformats.org/officeDocument/2006/relationships/notesMaster" Target="/ppt/notesMasters/notesMaster1.xml" Id="Rd1d17ab594864b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aba194db7bd4877" /><Relationship Type="http://schemas.openxmlformats.org/officeDocument/2006/relationships/notesMaster" Target="/ppt/notesMasters/notesMaster1.xml" Id="R3b372fe0fe6641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18347321c446fc" /><Relationship Type="http://schemas.openxmlformats.org/officeDocument/2006/relationships/notesMaster" Target="/ppt/notesMasters/notesMaster1.xml" Id="R628e7e512c6e48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f244561a9d4a23" /><Relationship Type="http://schemas.openxmlformats.org/officeDocument/2006/relationships/notesMaster" Target="/ppt/notesMasters/notesMaster1.xml" Id="R0d64cadf7df548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958d4c09e1413a" /><Relationship Type="http://schemas.openxmlformats.org/officeDocument/2006/relationships/notesMaster" Target="/ppt/notesMasters/notesMaster1.xml" Id="R21067938e6954f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edebc456f8b4627" /><Relationship Type="http://schemas.openxmlformats.org/officeDocument/2006/relationships/notesMaster" Target="/ppt/notesMasters/notesMaster1.xml" Id="R86d635a090e64cd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4e2536bc5e4bea" /><Relationship Type="http://schemas.openxmlformats.org/officeDocument/2006/relationships/notesMaster" Target="/ppt/notesMasters/notesMaster1.xml" Id="R8e8180e774cb40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76bc4f432841c3" /><Relationship Type="http://schemas.openxmlformats.org/officeDocument/2006/relationships/notesMaster" Target="/ppt/notesMasters/notesMaster1.xml" Id="R22696f1251d141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c4f5edaa1f7405d" /><Relationship Type="http://schemas.openxmlformats.org/officeDocument/2006/relationships/notesMaster" Target="/ppt/notesMasters/notesMaster1.xml" Id="Rb76085e37f6d47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c2f48a0af7499b" /><Relationship Type="http://schemas.openxmlformats.org/officeDocument/2006/relationships/notesMaster" Target="/ppt/notesMasters/notesMaster1.xml" Id="R4da6c9581b1a4e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0594b7c733e4fce" /><Relationship Type="http://schemas.openxmlformats.org/officeDocument/2006/relationships/notesMaster" Target="/ppt/notesMasters/notesMaster1.xml" Id="Rd927ee549f5e486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2e98008682e4ea0" /><Relationship Type="http://schemas.openxmlformats.org/officeDocument/2006/relationships/notesMaster" Target="/ppt/notesMasters/notesMaster1.xml" Id="R8c7d8f4933df4e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3f6ec9cf4d84542" /><Relationship Type="http://schemas.openxmlformats.org/officeDocument/2006/relationships/notesMaster" Target="/ppt/notesMasters/notesMaster1.xml" Id="Rb84c2e05b10341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3a7866878f94d00" /><Relationship Type="http://schemas.openxmlformats.org/officeDocument/2006/relationships/notesMaster" Target="/ppt/notesMasters/notesMaster1.xml" Id="R7dad4c017cfd4d9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37cf8f4447141a8" /><Relationship Type="http://schemas.openxmlformats.org/officeDocument/2006/relationships/notesMaster" Target="/ppt/notesMasters/notesMaster1.xml" Id="Rb113fc65a9d94a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d3635468ef14a64" /><Relationship Type="http://schemas.openxmlformats.org/officeDocument/2006/relationships/notesMaster" Target="/ppt/notesMasters/notesMaster1.xml" Id="Rd183c8103bba4c3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64dd852ed81493c" /><Relationship Type="http://schemas.openxmlformats.org/officeDocument/2006/relationships/notesMaster" Target="/ppt/notesMasters/notesMaster1.xml" Id="R22a33fb7d3a64fc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635de1eb17b49cf" /><Relationship Type="http://schemas.openxmlformats.org/officeDocument/2006/relationships/notesMaster" Target="/ppt/notesMasters/notesMaster1.xml" Id="Rb4e974ec7c14425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df7343ee0f84449" /><Relationship Type="http://schemas.openxmlformats.org/officeDocument/2006/relationships/notesMaster" Target="/ppt/notesMasters/notesMaster1.xml" Id="R8b527093901643e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86a8f251baf4030" /><Relationship Type="http://schemas.openxmlformats.org/officeDocument/2006/relationships/notesMaster" Target="/ppt/notesMasters/notesMaster1.xml" Id="R4220f9ed2ad1426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88ee18af890455e" /><Relationship Type="http://schemas.openxmlformats.org/officeDocument/2006/relationships/notesMaster" Target="/ppt/notesMasters/notesMaster1.xml" Id="R86d6e1d66ec5401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5c1b17565ac4ffe" /><Relationship Type="http://schemas.openxmlformats.org/officeDocument/2006/relationships/notesMaster" Target="/ppt/notesMasters/notesMaster1.xml" Id="R4b38627e3c35449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43c0714090d4651" /><Relationship Type="http://schemas.openxmlformats.org/officeDocument/2006/relationships/notesMaster" Target="/ppt/notesMasters/notesMaster1.xml" Id="R07ef2a509564460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6df31100c6e495a" /><Relationship Type="http://schemas.openxmlformats.org/officeDocument/2006/relationships/notesMaster" Target="/ppt/notesMasters/notesMaster1.xml" Id="R5fcd826f7d4547a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f1da19a7c1343d8" /><Relationship Type="http://schemas.openxmlformats.org/officeDocument/2006/relationships/notesMaster" Target="/ppt/notesMasters/notesMaster1.xml" Id="R28f423eceb6d41d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daf6b21b1334400" /><Relationship Type="http://schemas.openxmlformats.org/officeDocument/2006/relationships/notesMaster" Target="/ppt/notesMasters/notesMaster1.xml" Id="Rff62e4f1774f43a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84326d8a26b4c28" /><Relationship Type="http://schemas.openxmlformats.org/officeDocument/2006/relationships/notesMaster" Target="/ppt/notesMasters/notesMaster1.xml" Id="Racdcc7a87e29487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704ae1bc5dc4246" /><Relationship Type="http://schemas.openxmlformats.org/officeDocument/2006/relationships/notesMaster" Target="/ppt/notesMasters/notesMaster1.xml" Id="R8a05a2514bf344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실험복·플라스크를 제거하고 등산 재킷·배낭을 적용했다. 최신 사용자 첨부 캐릭터에 따라 남학생은 둥근 검정 안경과 머리 위 검정 고글을 착용한다. 이 첨부는 앞선 은색 무테 안경 요청을 대체한다. 그림의 두 등산로는 같은 출발점과 정상으로 연결된다. 경로에 따른 높이 차를 예상하는 동기 유발용 장면이며 과학적 실험 결과의 근거를 대체하지 않는다. 장면 출처 assets/generated/hiking-v09-provenance.json. 원본 PNG의 투명도는 유지하며 장표에서는 하체 일부와 좌우 투명 여백만 크롭했다. 원본 1774×887과 가로·세로 잔존율 0.76이 같으므로 표시 상자는 원본 비율 2:1인 1090×545로 맞췄다. 가로·세로 균일 배율을 적용하고 가운데 배치했다.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98ae37022441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4242855c2044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e2a37af2fcd42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74ea9048534b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38d26090ba4e1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16aa45396a4a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7EB100-C7C5-485F-908F-7C40C2AFBBF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3897A1-B4CC-434B-98AC-3C916D74DB5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510987-E312-428C-91C2-44FBF684DEE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F3A775-D940-4150-ADBD-5CC79B34D78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B0D7CA-5948-4FFA-94DD-7DF84952BB0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8CD924-4382-45BF-A5CC-F49C9AD822A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86B2CF-C3FC-4003-9ABC-1FBE7E7CC0D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0B63926-1287-4243-B785-7116E190896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637422-BF8F-40BB-B02A-BFE3F71AC8A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32EAF8-C149-46C6-B719-E41903EB5D1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3dea49f1894970" /><Relationship Type="http://schemas.openxmlformats.org/officeDocument/2006/relationships/slideLayout" Target="/ppt/slideLayouts/slideLayout1.xml" Id="R81fb6620107e484f" /><Relationship Type="http://schemas.openxmlformats.org/officeDocument/2006/relationships/slideLayout" Target="/ppt/slideLayouts/slideLayout2.xml" Id="R45822abb34194231" /><Relationship Type="http://schemas.openxmlformats.org/officeDocument/2006/relationships/slideLayout" Target="/ppt/slideLayouts/slideLayout3.xml" Id="R755d87f44f2e499d" /><Relationship Type="http://schemas.openxmlformats.org/officeDocument/2006/relationships/slideLayout" Target="/ppt/slideLayouts/slideLayout4.xml" Id="Re1df632156344073" /><Relationship Type="http://schemas.openxmlformats.org/officeDocument/2006/relationships/slideLayout" Target="/ppt/slideLayouts/slideLayout5.xml" Id="R7223027ee31b4db7" /><Relationship Type="http://schemas.openxmlformats.org/officeDocument/2006/relationships/slideLayout" Target="/ppt/slideLayouts/slideLayout6.xml" Id="R1b51190ef2264b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b6620107e484f"/>
    <p:sldLayoutId xmlns:r="http://schemas.openxmlformats.org/officeDocument/2006/relationships" id="2147483650" r:id="R45822abb34194231"/>
    <p:sldLayoutId xmlns:r="http://schemas.openxmlformats.org/officeDocument/2006/relationships" id="2147483651" r:id="R755d87f44f2e499d"/>
    <p:sldLayoutId xmlns:r="http://schemas.openxmlformats.org/officeDocument/2006/relationships" id="2147483652" r:id="Re1df632156344073"/>
    <p:sldLayoutId xmlns:r="http://schemas.openxmlformats.org/officeDocument/2006/relationships" id="2147483653" r:id="R7223027ee31b4db7"/>
    <p:sldLayoutId xmlns:r="http://schemas.openxmlformats.org/officeDocument/2006/relationships" id="2147483654" r:id="R1b51190ef2264b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e8299a6ba4f4ac4" /><Relationship Type="http://schemas.openxmlformats.org/officeDocument/2006/relationships/image" Target="/ppt/media/image.png" Id="R3f31cf8351e5418a" /><Relationship Type="http://schemas.openxmlformats.org/officeDocument/2006/relationships/image" Target="/ppt/media/image2.png" Id="R2dbef4d7647f4be3" /><Relationship Type="http://schemas.openxmlformats.org/officeDocument/2006/relationships/notesSlide" Target="/ppt/notesSlides/notesSlide1.xml" Id="R518e96417a2042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df6f85db6c4a45" /><Relationship Type="http://schemas.openxmlformats.org/officeDocument/2006/relationships/image" Target="/ppt/media/image3.png" Id="R2a0f7e41a33e40e5" /><Relationship Type="http://schemas.openxmlformats.org/officeDocument/2006/relationships/image" Target="/ppt/media/image4.png" Id="Rd2fd43352d6b44d2" /><Relationship Type="http://schemas.openxmlformats.org/officeDocument/2006/relationships/notesSlide" Target="/ppt/notesSlides/notesSlide2.xml" Id="R27e12d4d122049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537419423f4ce4" /><Relationship Type="http://schemas.openxmlformats.org/officeDocument/2006/relationships/image" Target="/ppt/media/image5.png" Id="Rcb4efac743fd4135" /><Relationship Type="http://schemas.openxmlformats.org/officeDocument/2006/relationships/notesSlide" Target="/ppt/notesSlides/notesSlide3.xml" Id="R980a5ba1f50d49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638c08251249e2" /><Relationship Type="http://schemas.openxmlformats.org/officeDocument/2006/relationships/image" Target="/ppt/media/image6.png" Id="Rf6eae3f6d50844fc" /><Relationship Type="http://schemas.openxmlformats.org/officeDocument/2006/relationships/image" Target="/ppt/media/image7.png" Id="R5b3fd4e31b024e9a" /><Relationship Type="http://schemas.openxmlformats.org/officeDocument/2006/relationships/notesSlide" Target="/ppt/notesSlides/notesSlide4.xml" Id="R7d1f8ef5969141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d6f0f752f640e2" /><Relationship Type="http://schemas.openxmlformats.org/officeDocument/2006/relationships/image" Target="/ppt/media/image8.png" Id="Ra8d1bf5b846145f8" /><Relationship Type="http://schemas.openxmlformats.org/officeDocument/2006/relationships/notesSlide" Target="/ppt/notesSlides/notesSlide5.xml" Id="Rfed7ededaa284a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94cb71cf024481" /><Relationship Type="http://schemas.openxmlformats.org/officeDocument/2006/relationships/image" Target="/ppt/media/image9.png" Id="R4970a4750fbd47c4" /><Relationship Type="http://schemas.openxmlformats.org/officeDocument/2006/relationships/notesSlide" Target="/ppt/notesSlides/notesSlide6.xml" Id="R48ac1a432ac84f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ecc20a64cc473a" /><Relationship Type="http://schemas.openxmlformats.org/officeDocument/2006/relationships/image" Target="/ppt/media/image10.png" Id="R700c731c33d34db5" /><Relationship Type="http://schemas.openxmlformats.org/officeDocument/2006/relationships/notesSlide" Target="/ppt/notesSlides/notesSlide7.xml" Id="Rb61079150c2141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384dc111abb4f8f" /><Relationship Type="http://schemas.openxmlformats.org/officeDocument/2006/relationships/image" Target="/ppt/media/image11.png" Id="Re02644168c0b41e9" /><Relationship Type="http://schemas.openxmlformats.org/officeDocument/2006/relationships/image" Target="/ppt/media/image12.png" Id="R2a7aa4d6be654723" /><Relationship Type="http://schemas.openxmlformats.org/officeDocument/2006/relationships/notesSlide" Target="/ppt/notesSlides/notesSlide8.xml" Id="Ra0d7e2b3f6de41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d21c049b8b4608" /><Relationship Type="http://schemas.openxmlformats.org/officeDocument/2006/relationships/image" Target="/ppt/media/image13.png" Id="R8e99543610174f93" /><Relationship Type="http://schemas.openxmlformats.org/officeDocument/2006/relationships/image" Target="/ppt/media/image14.png" Id="Rc5e79c691818477b" /><Relationship Type="http://schemas.openxmlformats.org/officeDocument/2006/relationships/image" Target="/ppt/media/image15.png" Id="Rba80b28243b24e80" /><Relationship Type="http://schemas.openxmlformats.org/officeDocument/2006/relationships/image" Target="/ppt/media/image16.png" Id="R4b5df62133c74163" /><Relationship Type="http://schemas.openxmlformats.org/officeDocument/2006/relationships/notesSlide" Target="/ppt/notesSlides/notesSlide9.xml" Id="R0ce62f6050484b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4be8acb5704869" /><Relationship Type="http://schemas.openxmlformats.org/officeDocument/2006/relationships/image" Target="/ppt/media/image17.png" Id="Rc321b118dfe5432b" /><Relationship Type="http://schemas.openxmlformats.org/officeDocument/2006/relationships/image" Target="/ppt/media/image18.png" Id="R2c3266a9fed244a2" /><Relationship Type="http://schemas.openxmlformats.org/officeDocument/2006/relationships/image" Target="/ppt/media/image19.png" Id="R5024e91bbd694a79" /><Relationship Type="http://schemas.openxmlformats.org/officeDocument/2006/relationships/notesSlide" Target="/ppt/notesSlides/notesSlide10.xml" Id="R0cacf7a5e48744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81d490075614d05" /><Relationship Type="http://schemas.openxmlformats.org/officeDocument/2006/relationships/image" Target="/ppt/media/image20.png" Id="R703388806bff4d49" /><Relationship Type="http://schemas.openxmlformats.org/officeDocument/2006/relationships/image" Target="/ppt/media/image21.png" Id="R2955d4bcf5cc4398" /><Relationship Type="http://schemas.openxmlformats.org/officeDocument/2006/relationships/image" Target="/ppt/media/image22.png" Id="Rf44f31b87c74473c" /><Relationship Type="http://schemas.openxmlformats.org/officeDocument/2006/relationships/notesSlide" Target="/ppt/notesSlides/notesSlide11.xml" Id="Rcefc516fdfa348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4c3d9b843e84b52" /><Relationship Type="http://schemas.openxmlformats.org/officeDocument/2006/relationships/image" Target="/ppt/media/image23.png" Id="R96d88fca51e34ce2" /><Relationship Type="http://schemas.openxmlformats.org/officeDocument/2006/relationships/notesSlide" Target="/ppt/notesSlides/notesSlide12.xml" Id="R0fccb74a3a7c46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6fdad1f95014a10" /><Relationship Type="http://schemas.openxmlformats.org/officeDocument/2006/relationships/image" Target="/ppt/media/image24.png" Id="R2c765fb6ed584b70" /><Relationship Type="http://schemas.openxmlformats.org/officeDocument/2006/relationships/notesSlide" Target="/ppt/notesSlides/notesSlide13.xml" Id="Red3d5324639249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c809c084cc2479c" /><Relationship Type="http://schemas.openxmlformats.org/officeDocument/2006/relationships/image" Target="/ppt/media/image25.png" Id="Rf9d05b3b4f904dfd" /><Relationship Type="http://schemas.openxmlformats.org/officeDocument/2006/relationships/notesSlide" Target="/ppt/notesSlides/notesSlide14.xml" Id="Rc2f3878fd9af43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09deaca86fd48d7" /><Relationship Type="http://schemas.openxmlformats.org/officeDocument/2006/relationships/image" Target="/ppt/media/image26.png" Id="Redaf58ef4f1849c8" /><Relationship Type="http://schemas.openxmlformats.org/officeDocument/2006/relationships/image" Target="/ppt/media/image27.png" Id="R96c1cc1210e34ef8" /><Relationship Type="http://schemas.openxmlformats.org/officeDocument/2006/relationships/image" Target="/ppt/media/image28.png" Id="Rb96413a542b44a62" /><Relationship Type="http://schemas.openxmlformats.org/officeDocument/2006/relationships/image" Target="/ppt/media/image29.png" Id="Rd0fca5d4305b4558" /><Relationship Type="http://schemas.openxmlformats.org/officeDocument/2006/relationships/notesSlide" Target="/ppt/notesSlides/notesSlide15.xml" Id="R8b08fabb6af44a7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2892b11efc64357" /><Relationship Type="http://schemas.openxmlformats.org/officeDocument/2006/relationships/image" Target="/ppt/media/image30.png" Id="R649e35a462134019" /><Relationship Type="http://schemas.openxmlformats.org/officeDocument/2006/relationships/image" Target="/ppt/media/image31.png" Id="R287eaff524614bd8" /><Relationship Type="http://schemas.openxmlformats.org/officeDocument/2006/relationships/notesSlide" Target="/ppt/notesSlides/notesSlide16.xml" Id="R45ea8a7bfe82432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98967404ea0450a" /><Relationship Type="http://schemas.openxmlformats.org/officeDocument/2006/relationships/image" Target="/ppt/media/image32.png" Id="Rfa53d0e394624425" /><Relationship Type="http://schemas.openxmlformats.org/officeDocument/2006/relationships/image" Target="/ppt/media/image33.png" Id="R22bbe9b6f15f42e8" /><Relationship Type="http://schemas.openxmlformats.org/officeDocument/2006/relationships/image" Target="/ppt/media/image34.png" Id="R6b9a9d5653d34b36" /><Relationship Type="http://schemas.openxmlformats.org/officeDocument/2006/relationships/notesSlide" Target="/ppt/notesSlides/notesSlide17.xml" Id="R2a36ea62ac0941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6c22d65cbc541a3" /><Relationship Type="http://schemas.openxmlformats.org/officeDocument/2006/relationships/image" Target="/ppt/media/image35.png" Id="Recc01d938c034e24" /><Relationship Type="http://schemas.openxmlformats.org/officeDocument/2006/relationships/notesSlide" Target="/ppt/notesSlides/notesSlide18.xml" Id="R83f003e39a444c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9f24f7144b400d" /><Relationship Type="http://schemas.openxmlformats.org/officeDocument/2006/relationships/image" Target="/ppt/media/image36.png" Id="R2be79247bd854828" /><Relationship Type="http://schemas.openxmlformats.org/officeDocument/2006/relationships/image" Target="/ppt/media/image37.png" Id="R38ff88b6042d46ce" /><Relationship Type="http://schemas.openxmlformats.org/officeDocument/2006/relationships/image" Target="/ppt/media/image38.png" Id="Rf4c94fad495749df" /><Relationship Type="http://schemas.openxmlformats.org/officeDocument/2006/relationships/notesSlide" Target="/ppt/notesSlides/notesSlide19.xml" Id="Rcdf971a2daed4f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6a060f8190e4d0b" /><Relationship Type="http://schemas.openxmlformats.org/officeDocument/2006/relationships/image" Target="/ppt/media/image39.png" Id="R562d91987a5d4939" /><Relationship Type="http://schemas.openxmlformats.org/officeDocument/2006/relationships/image" Target="/ppt/media/image40.png" Id="R1d9510297f3d4d5a" /><Relationship Type="http://schemas.openxmlformats.org/officeDocument/2006/relationships/image" Target="/ppt/media/image41.png" Id="R33ce931b5b7b4ea7" /><Relationship Type="http://schemas.openxmlformats.org/officeDocument/2006/relationships/notesSlide" Target="/ppt/notesSlides/notesSlide20.xml" Id="Rfe1138fcdb8341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8505ea5d25a403f" /><Relationship Type="http://schemas.openxmlformats.org/officeDocument/2006/relationships/image" Target="/ppt/media/image42.png" Id="Ra5f16b57ab9e4f94" /><Relationship Type="http://schemas.openxmlformats.org/officeDocument/2006/relationships/image" Target="/ppt/media/image43.png" Id="Rd20e8096b827489b" /><Relationship Type="http://schemas.openxmlformats.org/officeDocument/2006/relationships/notesSlide" Target="/ppt/notesSlides/notesSlide21.xml" Id="R42021eaa7d8a43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f1f73bdff4642c7" /><Relationship Type="http://schemas.openxmlformats.org/officeDocument/2006/relationships/image" Target="/ppt/media/image44.png" Id="R8bd43416dafc440e" /><Relationship Type="http://schemas.openxmlformats.org/officeDocument/2006/relationships/notesSlide" Target="/ppt/notesSlides/notesSlide22.xml" Id="R37e4cca228f7461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593b949ae3b4bc0" /><Relationship Type="http://schemas.openxmlformats.org/officeDocument/2006/relationships/image" Target="/ppt/media/image45.png" Id="R3ba3c793fc544440" /><Relationship Type="http://schemas.openxmlformats.org/officeDocument/2006/relationships/image" Target="/ppt/media/image46.png" Id="R51d8306d79d7469a" /><Relationship Type="http://schemas.openxmlformats.org/officeDocument/2006/relationships/notesSlide" Target="/ppt/notesSlides/notesSlide23.xml" Id="R20e8234966984f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614153c6a034cfe" /><Relationship Type="http://schemas.openxmlformats.org/officeDocument/2006/relationships/image" Target="/ppt/media/image47.png" Id="Rdd8895f8ddd848d6" /><Relationship Type="http://schemas.openxmlformats.org/officeDocument/2006/relationships/notesSlide" Target="/ppt/notesSlides/notesSlide24.xml" Id="R0b8228fe55af4d8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4159357cca14a9e" /><Relationship Type="http://schemas.openxmlformats.org/officeDocument/2006/relationships/image" Target="/ppt/media/image48.png" Id="Re17ab296f5724a6c" /><Relationship Type="http://schemas.openxmlformats.org/officeDocument/2006/relationships/image" Target="/ppt/media/image49.png" Id="R16845ee1be20409c" /><Relationship Type="http://schemas.openxmlformats.org/officeDocument/2006/relationships/image" Target="/ppt/media/image50.png" Id="R1391c0b5215d435e" /><Relationship Type="http://schemas.openxmlformats.org/officeDocument/2006/relationships/notesSlide" Target="/ppt/notesSlides/notesSlide25.xml" Id="R4edfab2151b742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b13daaf81254672" /><Relationship Type="http://schemas.openxmlformats.org/officeDocument/2006/relationships/image" Target="/ppt/media/image51.png" Id="Rf2eecb4dcb004bca" /><Relationship Type="http://schemas.openxmlformats.org/officeDocument/2006/relationships/image" Target="/ppt/media/image52.png" Id="R7e856053e2784266" /><Relationship Type="http://schemas.openxmlformats.org/officeDocument/2006/relationships/notesSlide" Target="/ppt/notesSlides/notesSlide26.xml" Id="R57e088c1f4ba467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a18dd4305d34ebb" /><Relationship Type="http://schemas.openxmlformats.org/officeDocument/2006/relationships/image" Target="/ppt/media/image53.png" Id="R9d76283e3b60435f" /><Relationship Type="http://schemas.openxmlformats.org/officeDocument/2006/relationships/notesSlide" Target="/ppt/notesSlides/notesSlide27.xml" Id="R9647aeb0e66f4e8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e97e913c2c94679" /><Relationship Type="http://schemas.openxmlformats.org/officeDocument/2006/relationships/image" Target="/ppt/media/image54.png" Id="Rcba086acdf32401a" /><Relationship Type="http://schemas.openxmlformats.org/officeDocument/2006/relationships/image" Target="/ppt/media/image55.png" Id="Rd929cd62faa44164" /><Relationship Type="http://schemas.openxmlformats.org/officeDocument/2006/relationships/notesSlide" Target="/ppt/notesSlides/notesSlide28.xml" Id="R2a81c67e4df74c2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e3875ae13ad4f53" /><Relationship Type="http://schemas.openxmlformats.org/officeDocument/2006/relationships/image" Target="/ppt/media/image56.png" Id="R7432bf02b388499f" /><Relationship Type="http://schemas.openxmlformats.org/officeDocument/2006/relationships/image" Target="/ppt/media/image57.png" Id="R3861bae54af44c36" /><Relationship Type="http://schemas.openxmlformats.org/officeDocument/2006/relationships/image" Target="/ppt/media/image58.png" Id="R72e939f541de49b1" /><Relationship Type="http://schemas.openxmlformats.org/officeDocument/2006/relationships/notesSlide" Target="/ppt/notesSlides/notesSlide29.xml" Id="R207cf0703795470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401811b4e7f249d5" /><Relationship Type="http://schemas.openxmlformats.org/officeDocument/2006/relationships/image" Target="/ppt/media/image59.png" Id="Rac54c96551ae4a59" /><Relationship Type="http://schemas.openxmlformats.org/officeDocument/2006/relationships/notesSlide" Target="/ppt/notesSlides/notesSlide30.xml" Id="R3a924cfa94484bd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196446fcd22452e" /><Relationship Type="http://schemas.openxmlformats.org/officeDocument/2006/relationships/image" Target="/ppt/media/image60.png" Id="R71b4647cef2f43ac" /><Relationship Type="http://schemas.openxmlformats.org/officeDocument/2006/relationships/notesSlide" Target="/ppt/notesSlides/notesSlide31.xml" Id="R6fb15ef92b68490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2c0fa2e49504193" /><Relationship Type="http://schemas.openxmlformats.org/officeDocument/2006/relationships/image" Target="/ppt/media/image61.png" Id="R6ecc77fe4174451f" /><Relationship Type="http://schemas.openxmlformats.org/officeDocument/2006/relationships/image" Target="/ppt/media/image62.png" Id="Rfede7a23d02a4787" /><Relationship Type="http://schemas.openxmlformats.org/officeDocument/2006/relationships/image" Target="/ppt/media/image63.png" Id="R5afa1dfbcb1f47d6" /><Relationship Type="http://schemas.openxmlformats.org/officeDocument/2006/relationships/image" Target="/ppt/media/image64.png" Id="R6d012bf8390e4cfe" /><Relationship Type="http://schemas.openxmlformats.org/officeDocument/2006/relationships/image" Target="/ppt/media/image65.png" Id="R8fa1a39c593b4e7e" /><Relationship Type="http://schemas.openxmlformats.org/officeDocument/2006/relationships/notesSlide" Target="/ppt/notesSlides/notesSlide32.xml" Id="Rff32a8ebf88c4fb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e91e225dbbc452d" /><Relationship Type="http://schemas.openxmlformats.org/officeDocument/2006/relationships/image" Target="/ppt/media/image66.png" Id="R14775fec99ed4873" /><Relationship Type="http://schemas.openxmlformats.org/officeDocument/2006/relationships/image" Target="/ppt/media/image67.png" Id="Rd4103a95d15b441a" /><Relationship Type="http://schemas.openxmlformats.org/officeDocument/2006/relationships/image" Target="/ppt/media/image68.png" Id="R914795454f7d4824" /><Relationship Type="http://schemas.openxmlformats.org/officeDocument/2006/relationships/notesSlide" Target="/ppt/notesSlides/notesSlide33.xml" Id="R47d03deb96ae4e1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cd2fbc1280e4627" /><Relationship Type="http://schemas.openxmlformats.org/officeDocument/2006/relationships/image" Target="/ppt/media/image69.png" Id="R0a07c448dab946a5" /><Relationship Type="http://schemas.openxmlformats.org/officeDocument/2006/relationships/notesSlide" Target="/ppt/notesSlides/notesSlide34.xml" Id="Rda7d72f6f7a4440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ac788bdb5d14b90" /><Relationship Type="http://schemas.openxmlformats.org/officeDocument/2006/relationships/image" Target="/ppt/media/image70.png" Id="Rb8f77ce0f0fe422d" /><Relationship Type="http://schemas.openxmlformats.org/officeDocument/2006/relationships/notesSlide" Target="/ppt/notesSlides/notesSlide35.xml" Id="Rf4db5f0b1ad9470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d6d3c0d006d4c27" /><Relationship Type="http://schemas.openxmlformats.org/officeDocument/2006/relationships/image" Target="/ppt/media/image71.png" Id="R8c52634fdb854f42" /><Relationship Type="http://schemas.openxmlformats.org/officeDocument/2006/relationships/notesSlide" Target="/ppt/notesSlides/notesSlide36.xml" Id="Rf07bf6046f21495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4892793aff24676" /><Relationship Type="http://schemas.openxmlformats.org/officeDocument/2006/relationships/image" Target="/ppt/media/image72.png" Id="Ra9767426e26b48be" /><Relationship Type="http://schemas.openxmlformats.org/officeDocument/2006/relationships/notesSlide" Target="/ppt/notesSlides/notesSlide37.xml" Id="Re9732988a5794a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abf1f12241484b78" /><Relationship Type="http://schemas.openxmlformats.org/officeDocument/2006/relationships/image" Target="/ppt/media/image73.png" Id="R336ee7e9ca7845c1" /><Relationship Type="http://schemas.openxmlformats.org/officeDocument/2006/relationships/notesSlide" Target="/ppt/notesSlides/notesSlide38.xml" Id="Rab8a854206f0408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8315d4567a414eb3" /><Relationship Type="http://schemas.openxmlformats.org/officeDocument/2006/relationships/image" Target="/ppt/media/image74.png" Id="R1bd34ff15db549da" /><Relationship Type="http://schemas.openxmlformats.org/officeDocument/2006/relationships/notesSlide" Target="/ppt/notesSlides/notesSlide39.xml" Id="R7fce1aa27492458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f3e93ca6f434258" /><Relationship Type="http://schemas.openxmlformats.org/officeDocument/2006/relationships/image" Target="/ppt/media/image75.png" Id="R223eaea3cf024314" /><Relationship Type="http://schemas.openxmlformats.org/officeDocument/2006/relationships/notesSlide" Target="/ppt/notesSlides/notesSlide40.xml" Id="Ree0e98d916fa4306"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F32A3439-047A-4E8F-AB1C-395AD72FCAB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639CF461-178A-4EED-B08C-57238C63EFCE}"/>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DA03E26E-C49F-400E-B7A9-A8373349ADC8}"/>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E651F374-4784-43CD-A3CA-26ACCC0B98B0}"/>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995772E8-4E8A-4FFE-98AE-5D6D686BA14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822EAFC8-2A08-41C7-A175-3805745A7776}"/>
              </a:ext>
            </a:extLst>
          </p:cNvPr>
          <p:cNvPicPr>
            <a:picLocks xmlns:a="http://schemas.openxmlformats.org/drawingml/2006/main" noChangeAspect="1"/>
          </p:cNvPicPr>
          <p:nvPr/>
        </p:nvPicPr>
        <p:blipFill>
          <a:blip xmlns:r="http://schemas.openxmlformats.org/officeDocument/2006/relationships" xmlns:a="http://schemas.openxmlformats.org/drawingml/2006/main" r:embed="R3f31cf8351e5418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2EDEC89-035D-4F14-9771-E48161A977FA}"/>
              </a:ext>
            </a:extLst>
          </p:cNvPr>
          <p:cNvPicPr>
            <a:picLocks xmlns:a="http://schemas.openxmlformats.org/drawingml/2006/main" noChangeAspect="1"/>
          </p:cNvPicPr>
          <p:nvPr/>
        </p:nvPicPr>
        <p:blipFill>
          <a:blip xmlns:r="http://schemas.openxmlformats.org/officeDocument/2006/relationships" xmlns:a="http://schemas.openxmlformats.org/drawingml/2006/main" r:embed="R2dbef4d7647f4be3"/>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4EB624E0-4E21-40D5-B7EC-77104360CD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4738169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5634E10-4167-4D18-9564-6B458D8E214B}"/>
              </a:ext>
            </a:extLst>
          </p:cNvPr>
          <p:cNvPicPr>
            <a:picLocks xmlns:a="http://schemas.openxmlformats.org/drawingml/2006/main" noChangeAspect="1"/>
          </p:cNvPicPr>
          <p:nvPr/>
        </p:nvPicPr>
        <p:blipFill>
          <a:blip xmlns:r="http://schemas.openxmlformats.org/officeDocument/2006/relationships" xmlns:a="http://schemas.openxmlformats.org/drawingml/2006/main" r:embed="R2a0f7e41a33e40e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AAF137-F38D-4AA7-9156-46F1BDC316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98BA9E-B911-4C6C-938F-3A07DEA4200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B471DD1-4F4B-40B4-9A4B-9B250C31ED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28BE44A-3318-4E6B-8B69-46A41E1940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0389B569-BE13-4559-A4B9-E61F1DAB58B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57F35F04-A6E9-4EE1-98DB-174093328DA4}"/>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BBF54F6A-2A19-4C14-BA5B-F1046CEE5EA0}"/>
              </a:ext>
            </a:extLst>
          </p:cNvPr>
          <p:cNvPicPr>
            <a:picLocks xmlns:a="http://schemas.openxmlformats.org/drawingml/2006/main" noChangeAspect="1"/>
          </p:cNvPicPr>
          <p:nvPr/>
        </p:nvPicPr>
        <p:blipFill>
          <a:blip xmlns:r="http://schemas.openxmlformats.org/officeDocument/2006/relationships" xmlns:a="http://schemas.openxmlformats.org/drawingml/2006/main" r:embed="Rd2fd43352d6b44d2"/>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5952992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1700C10-6BFD-4759-A666-7A1B5D04F496}"/>
              </a:ext>
            </a:extLst>
          </p:cNvPr>
          <p:cNvPicPr>
            <a:picLocks xmlns:a="http://schemas.openxmlformats.org/drawingml/2006/main" noChangeAspect="1"/>
          </p:cNvPicPr>
          <p:nvPr/>
        </p:nvPicPr>
        <p:blipFill>
          <a:blip xmlns:r="http://schemas.openxmlformats.org/officeDocument/2006/relationships" xmlns:a="http://schemas.openxmlformats.org/drawingml/2006/main" r:embed="Rcb4efac743fd413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B2FDC9-357F-42B3-8825-71FF38512A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CF7449-90E7-4515-AE2C-D8948C5CF370}"/>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AE9CD61A-AB93-4696-B78C-820BC05C4ED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C5AF7AA2-B06D-48F9-944B-B312EC088B8A}"/>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29C95D1A-8288-4A3B-B32B-9FCBB85B57BF}"/>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3084678C-1788-4B2D-8650-6A39A36E4CF2}"/>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954B6929-6078-4DCA-9ED2-55293024CBDE}"/>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F504B56-EA66-4F0D-957F-B2D99190FC38}"/>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7B711C9D-07A8-4448-91C3-66F17848EC8A}"/>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0A67E8A-D753-4A1F-B8E7-D10182CD2222}"/>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2B6B5F4D-579E-4277-B547-E6613F757ED5}"/>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5FEB10C0-132B-4CD7-A57B-4EEC4E0567BA}"/>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B88A7DD-31EA-4A09-A2B9-2ECFAFB8A9E2}"/>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CBD07744-E24F-4715-B822-E8F09DCF7881}"/>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20800527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E59CCF7-6153-4689-8570-93E840F24B3D}"/>
              </a:ext>
            </a:extLst>
          </p:cNvPr>
          <p:cNvPicPr>
            <a:picLocks xmlns:a="http://schemas.openxmlformats.org/drawingml/2006/main" noChangeAspect="1"/>
          </p:cNvPicPr>
          <p:nvPr/>
        </p:nvPicPr>
        <p:blipFill>
          <a:blip xmlns:r="http://schemas.openxmlformats.org/officeDocument/2006/relationships" xmlns:a="http://schemas.openxmlformats.org/drawingml/2006/main" r:embed="Rf6eae3f6d50844f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D4F7558-B4E9-4EFE-BE42-A65491D55F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019489-1FB3-4ABA-8F76-B4E09151543D}"/>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584ADD4-E600-43CD-8B56-2F27E58FACC6}"/>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587E86-594C-4AFD-9302-344E2275CBB5}"/>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4812CFB4-D7B5-4E2A-A8A5-FB2EBD6D9DCD}"/>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95F8516-BE74-43E5-A681-31CD54FEB5C9}"/>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5E3D8D4E-A838-4A7D-83E1-BC8916DBE9ED}"/>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FE60152D-DE99-4342-BC6F-C6B09FC3C270}"/>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089DBFD-0632-49C8-92C7-57FDFD204F72}"/>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447146D1-240F-4A0A-892E-6D4C0BEF6278}"/>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A7788A3-A293-481C-BDBE-695E4DD93189}"/>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E5FE6FEC-CF8C-4ACC-BAD4-C12E746C6074}"/>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E4420693-C210-4D90-BD13-33FA0C3A4479}"/>
              </a:ext>
            </a:extLst>
          </p:cNvPr>
          <p:cNvPicPr>
            <a:picLocks xmlns:a="http://schemas.openxmlformats.org/drawingml/2006/main" noChangeAspect="1"/>
          </p:cNvPicPr>
          <p:nvPr/>
        </p:nvPicPr>
        <p:blipFill>
          <a:blip xmlns:r="http://schemas.openxmlformats.org/officeDocument/2006/relationships" xmlns:a="http://schemas.openxmlformats.org/drawingml/2006/main" r:embed="R5b3fd4e31b024e9a"/>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7155728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0840EA5F-B04B-4476-A3A3-ADCAB9513F6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BC926C59-8FE8-440C-B588-9D22347B1608}"/>
              </a:ext>
            </a:extLst>
          </p:cNvPr>
          <p:cNvPicPr>
            <a:picLocks xmlns:a="http://schemas.openxmlformats.org/drawingml/2006/main" noChangeAspect="1"/>
          </p:cNvPicPr>
          <p:nvPr/>
        </p:nvPicPr>
        <p:blipFill>
          <a:blip xmlns:r="http://schemas.openxmlformats.org/officeDocument/2006/relationships" xmlns:a="http://schemas.openxmlformats.org/drawingml/2006/main" r:embed="Ra8d1bf5b846145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E9E86576-EFD1-40DD-90CC-2ACD22F567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341AFF7-D203-474D-938F-F88FBB6D94A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ABE25C51-D319-436D-85DD-2CEB425E6542}"/>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69E214F6-BEAC-440A-8778-A83A779B2A9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3777906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6409CFB-C9EF-4867-809E-490F6143D658}"/>
              </a:ext>
            </a:extLst>
          </p:cNvPr>
          <p:cNvPicPr>
            <a:picLocks xmlns:a="http://schemas.openxmlformats.org/drawingml/2006/main" noChangeAspect="1"/>
          </p:cNvPicPr>
          <p:nvPr/>
        </p:nvPicPr>
        <p:blipFill>
          <a:blip xmlns:r="http://schemas.openxmlformats.org/officeDocument/2006/relationships" xmlns:a="http://schemas.openxmlformats.org/drawingml/2006/main" r:embed="R4970a4750fbd47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E057F2B-917C-494D-9239-FCE0AEE916C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CB992F-41E4-4557-90F5-E8AEAB90A72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FB825D5-5377-4576-83D5-71EDE98996A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6FD3D1B-0D06-4B16-B93A-4310C7203ED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3A8CAC0-26D7-4F75-B2CF-2931A60FC919}"/>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5C270464-9F85-40E6-95B5-BD7DA2F034C4}"/>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DEFE85D5-93D3-42EB-A855-31B74A6419B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8BD5CC55-ED8C-48D3-926C-226BC32DDF6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8338789E-3358-4E15-82DD-F8295CF5263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D482CB3B-51BE-4C5B-9222-8E2EFAB1868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52FC13D1-9933-4340-A18E-DA611150528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2778493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301B762-453A-420C-AD81-7CED32F9FB76}"/>
              </a:ext>
            </a:extLst>
          </p:cNvPr>
          <p:cNvPicPr>
            <a:picLocks xmlns:a="http://schemas.openxmlformats.org/drawingml/2006/main" noChangeAspect="1"/>
          </p:cNvPicPr>
          <p:nvPr/>
        </p:nvPicPr>
        <p:blipFill>
          <a:blip xmlns:r="http://schemas.openxmlformats.org/officeDocument/2006/relationships" xmlns:a="http://schemas.openxmlformats.org/drawingml/2006/main" r:embed="R700c731c33d34db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D35210-C405-4134-AF13-B2502D55FB7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07D7F4-12B0-4F9C-910F-32937C52C37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D219862-CB61-4A4D-BD8D-18E0949C82C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E8CAB9-604F-4A7B-BE33-B1D5286744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09EFA8D-C265-4906-B919-20B23A9F8E2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FB00D6CD-15BA-4660-98A3-3B5DCE0A7161}"/>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5372DA80-9563-4EC2-9E63-477B44C9D22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F3E7CE3B-E6FE-496C-AE47-0A3313005985}"/>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4F027A73-7823-4A17-BD10-0D98C6B2DAE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788D904F-A442-4EEB-8FFF-4D384B1DBA4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7F100316-C938-419E-BC58-E34E7701C25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7CC2A69E-2352-4556-8268-4930E1E5CF7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717330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12898223-8764-421C-8B23-389ABC4C3160}"/>
              </a:ext>
            </a:extLst>
          </p:cNvPr>
          <p:cNvPicPr>
            <a:picLocks xmlns:a="http://schemas.openxmlformats.org/drawingml/2006/main" noChangeAspect="1"/>
          </p:cNvPicPr>
          <p:nvPr/>
        </p:nvPicPr>
        <p:blipFill>
          <a:blip xmlns:r="http://schemas.openxmlformats.org/officeDocument/2006/relationships" xmlns:a="http://schemas.openxmlformats.org/drawingml/2006/main" r:embed="Re02644168c0b41e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30AC03-6234-42FA-B759-4B3100F82BD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30D57C-C412-4FE5-B067-7EB58429D2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3D011E6-D795-4DF6-9120-38CF540B480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B1C7C93-C0DB-4B9F-909D-D0DB8830F42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A3ED67D9-98DA-4F97-B8F1-674158AC12C9}"/>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E28D443B-2045-4D05-8BC0-DD3AD30B02D1}"/>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A0B6BCCC-EB59-465B-B528-75107CF04CB9}"/>
              </a:ext>
            </a:extLst>
          </p:cNvPr>
          <p:cNvPicPr>
            <a:picLocks xmlns:a="http://schemas.openxmlformats.org/drawingml/2006/main" noChangeAspect="1"/>
          </p:cNvPicPr>
          <p:nvPr/>
        </p:nvPicPr>
        <p:blipFill>
          <a:blip xmlns:r="http://schemas.openxmlformats.org/officeDocument/2006/relationships" xmlns:a="http://schemas.openxmlformats.org/drawingml/2006/main" r:embed="R2a7aa4d6be654723"/>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FCBF7DD5-E0C6-4646-BD05-4E6BEEA65F2F}"/>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86DCA4EC-E44F-4B69-97F9-48635B9C0B27}"/>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9F992B1B-FEEF-4A52-AD66-5A8AEE1F7758}"/>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09F06B88-8E67-4E4E-84F5-B629752EB6A7}"/>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0C060915-EAEE-4A19-B8D1-6EC9A5254608}"/>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FDD56D38-D1BE-4306-AB1C-C4B0C4DB5577}"/>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D16B4821-84CA-4C04-AF62-B92424ED0E95}"/>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55538112-42AC-4A22-96A8-605C951F63D8}"/>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2605515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21BE23C-9642-4FCF-A08E-CB734983F61C}"/>
              </a:ext>
            </a:extLst>
          </p:cNvPr>
          <p:cNvPicPr>
            <a:picLocks xmlns:a="http://schemas.openxmlformats.org/drawingml/2006/main" noChangeAspect="1"/>
          </p:cNvPicPr>
          <p:nvPr/>
        </p:nvPicPr>
        <p:blipFill>
          <a:blip xmlns:r="http://schemas.openxmlformats.org/officeDocument/2006/relationships" xmlns:a="http://schemas.openxmlformats.org/drawingml/2006/main" r:embed="R8e99543610174f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964E6AC-8AAD-4DCC-854B-BC77D99344A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B8BBDFE-9D72-4DD1-8B65-3FDE50E137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1210257-F9BD-45E5-9CE9-DC26B26669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7E95528-E973-40AE-8A55-03A6A25637A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6C3B1D4-0DD0-4AF6-B3F2-6AB7302D7C3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5FC95E20-649E-4617-8650-4859DBCD40EB}"/>
              </a:ext>
            </a:extLst>
          </p:cNvPr>
          <p:cNvPicPr>
            <a:picLocks xmlns:a="http://schemas.openxmlformats.org/drawingml/2006/main" noChangeAspect="1"/>
          </p:cNvPicPr>
          <p:nvPr/>
        </p:nvPicPr>
        <p:blipFill>
          <a:blip xmlns:r="http://schemas.openxmlformats.org/officeDocument/2006/relationships" xmlns:a="http://schemas.openxmlformats.org/drawingml/2006/main" r:embed="Rc5e79c691818477b"/>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879C4AE-191F-43C9-945D-02E9DB4D1DED}"/>
              </a:ext>
            </a:extLst>
          </p:cNvPr>
          <p:cNvPicPr>
            <a:picLocks xmlns:a="http://schemas.openxmlformats.org/drawingml/2006/main" noChangeAspect="1"/>
          </p:cNvPicPr>
          <p:nvPr/>
        </p:nvPicPr>
        <p:blipFill>
          <a:blip xmlns:r="http://schemas.openxmlformats.org/officeDocument/2006/relationships" xmlns:a="http://schemas.openxmlformats.org/drawingml/2006/main" r:embed="Rba80b28243b24e80"/>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57CF97BF-6F91-48FD-9A9F-603EFED1D6C2}"/>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8088EC07-599E-4C4C-91AF-7BE892BB8013}"/>
              </a:ext>
            </a:extLst>
          </p:cNvPr>
          <p:cNvPicPr>
            <a:picLocks xmlns:a="http://schemas.openxmlformats.org/drawingml/2006/main" noChangeAspect="1"/>
          </p:cNvPicPr>
          <p:nvPr/>
        </p:nvPicPr>
        <p:blipFill>
          <a:blip xmlns:r="http://schemas.openxmlformats.org/officeDocument/2006/relationships" xmlns:a="http://schemas.openxmlformats.org/drawingml/2006/main" r:embed="R4b5df62133c74163"/>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8BC535E6-5B55-49F1-BE79-340EA5C2ACE3}"/>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43FAA3B3-95A6-4856-BDCE-22A5BD11C32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0451799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7AB5C0C-EB4A-4DBF-9FCB-FF9242647C80}"/>
              </a:ext>
            </a:extLst>
          </p:cNvPr>
          <p:cNvPicPr>
            <a:picLocks xmlns:a="http://schemas.openxmlformats.org/drawingml/2006/main" noChangeAspect="1"/>
          </p:cNvPicPr>
          <p:nvPr/>
        </p:nvPicPr>
        <p:blipFill>
          <a:blip xmlns:r="http://schemas.openxmlformats.org/officeDocument/2006/relationships" xmlns:a="http://schemas.openxmlformats.org/drawingml/2006/main" r:embed="Rc321b118dfe5432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6B94A3-4C85-45FA-A95F-A2A3FE66E7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76690D-3D4D-4DB6-8F68-D4D0630761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17ECB28-D675-4A0E-B0C1-3158822D3D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C678D63-E664-48C2-AAA4-01D01B7FE3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842A1530-3F54-4E96-9E00-5A597F9E89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C9D568CE-BD3E-4E33-9B2F-0740F8C44221}"/>
              </a:ext>
            </a:extLst>
          </p:cNvPr>
          <p:cNvPicPr>
            <a:picLocks xmlns:a="http://schemas.openxmlformats.org/drawingml/2006/main" noChangeAspect="1"/>
          </p:cNvPicPr>
          <p:nvPr/>
        </p:nvPicPr>
        <p:blipFill>
          <a:blip xmlns:r="http://schemas.openxmlformats.org/officeDocument/2006/relationships" xmlns:a="http://schemas.openxmlformats.org/drawingml/2006/main" r:embed="R2c3266a9fed244a2"/>
          <a:stretch xmlns:a="http://schemas.openxmlformats.org/drawingml/2006/main"/>
        </p:blipFill>
        <p:spPr>
          <a:xfrm xmlns:a="http://schemas.openxmlformats.org/drawingml/2006/main">
            <a:off x="2247909" y="4400550"/>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F0010DE-7BA4-4FD7-929E-9644161940C2}"/>
              </a:ext>
            </a:extLst>
          </p:cNvPr>
          <p:cNvPicPr>
            <a:picLocks xmlns:a="http://schemas.openxmlformats.org/drawingml/2006/main" noChangeAspect="1"/>
          </p:cNvPicPr>
          <p:nvPr/>
        </p:nvPicPr>
        <p:blipFill>
          <a:blip xmlns:r="http://schemas.openxmlformats.org/officeDocument/2006/relationships" xmlns:a="http://schemas.openxmlformats.org/drawingml/2006/main" r:embed="R5024e91bbd694a79"/>
          <a:stretch xmlns:a="http://schemas.openxmlformats.org/drawingml/2006/main"/>
        </p:blipFill>
        <p:spPr>
          <a:xfrm xmlns:a="http://schemas.openxmlformats.org/drawingml/2006/main">
            <a:off x="2247909" y="6096000"/>
            <a:ext cx="13811231" cy="1313498"/>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DF8609F-992F-420D-A69B-9D988537623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77F0FF41-A107-4B6D-A74B-0399F67C6B4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8910357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8B85F7E-BCF7-4DEC-969E-82127EAC927E}"/>
              </a:ext>
            </a:extLst>
          </p:cNvPr>
          <p:cNvPicPr>
            <a:picLocks xmlns:a="http://schemas.openxmlformats.org/drawingml/2006/main" noChangeAspect="1"/>
          </p:cNvPicPr>
          <p:nvPr/>
        </p:nvPicPr>
        <p:blipFill>
          <a:blip xmlns:r="http://schemas.openxmlformats.org/officeDocument/2006/relationships" xmlns:a="http://schemas.openxmlformats.org/drawingml/2006/main" r:embed="R703388806bff4d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9AB0963-803F-440A-845E-1826439650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814E095-D5DB-4CB5-9275-BB75FCB6B91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C5C00DC-466A-4087-B14F-6684770C09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95DB1B8-5A00-4E5D-BE4D-8517C29121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9C14278-E235-429B-BC94-04D6665B7A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B94AA26A-1FA6-4A89-A9DA-C950BC1B7197}"/>
              </a:ext>
            </a:extLst>
          </p:cNvPr>
          <p:cNvPicPr>
            <a:picLocks xmlns:a="http://schemas.openxmlformats.org/drawingml/2006/main" noChangeAspect="1"/>
          </p:cNvPicPr>
          <p:nvPr/>
        </p:nvPicPr>
        <p:blipFill>
          <a:blip xmlns:r="http://schemas.openxmlformats.org/officeDocument/2006/relationships" xmlns:a="http://schemas.openxmlformats.org/drawingml/2006/main" r:embed="R2955d4bcf5cc4398"/>
          <a:stretch xmlns:a="http://schemas.openxmlformats.org/drawingml/2006/main"/>
        </p:blipFill>
        <p:spPr>
          <a:xfrm xmlns:a="http://schemas.openxmlformats.org/drawingml/2006/main">
            <a:off x="2247929" y="4362450"/>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E39CC16-D59C-45D9-BD86-299603751311}"/>
              </a:ext>
            </a:extLst>
          </p:cNvPr>
          <p:cNvPicPr>
            <a:picLocks xmlns:a="http://schemas.openxmlformats.org/drawingml/2006/main" noChangeAspect="1"/>
          </p:cNvPicPr>
          <p:nvPr/>
        </p:nvPicPr>
        <p:blipFill>
          <a:blip xmlns:r="http://schemas.openxmlformats.org/officeDocument/2006/relationships" xmlns:a="http://schemas.openxmlformats.org/drawingml/2006/main" r:embed="Rf44f31b87c74473c"/>
          <a:stretch xmlns:a="http://schemas.openxmlformats.org/drawingml/2006/main"/>
        </p:blipFill>
        <p:spPr>
          <a:xfrm xmlns:a="http://schemas.openxmlformats.org/drawingml/2006/main">
            <a:off x="1332671" y="6010275"/>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3BB7ADA-05D5-4A1E-97E4-AC259635F39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A580EAB0-8D38-461C-A207-0EFA9867855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2118352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F7EC3F3-190A-47D8-B668-0057BEA6AD8D}"/>
              </a:ext>
            </a:extLst>
          </p:cNvPr>
          <p:cNvPicPr>
            <a:picLocks xmlns:a="http://schemas.openxmlformats.org/drawingml/2006/main" noChangeAspect="1"/>
          </p:cNvPicPr>
          <p:nvPr/>
        </p:nvPicPr>
        <p:blipFill>
          <a:blip xmlns:r="http://schemas.openxmlformats.org/officeDocument/2006/relationships" xmlns:a="http://schemas.openxmlformats.org/drawingml/2006/main" r:embed="R96d88fca51e34c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BAD6C5-D3C3-40D8-A063-396D25AB96D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EE73BC3-26ED-4890-A5F7-2B243757190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A51E867-5F07-42AC-864C-4CD0873A59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0DCCC1A-3CB2-46B0-9FEE-5953438E8A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84CC38E-17B9-49AD-8FFA-93DBB6556FD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2F862A53-6729-4BF3-98E0-56A32C766F8E}"/>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35A4AA38-D854-4C20-A1D8-AB67821A3138}"/>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927E84B7-9B9B-4082-BEC2-9EEF5F970FF8}"/>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69EDA8C-D6E3-4CA6-B10A-124188319757}"/>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48A5E19-F361-4F9D-A0F9-E63B5626F1E3}"/>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72297912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DFECE577-2F0C-420D-B355-9FA2661CCF62}"/>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2C94513-55A5-4226-94C4-F9F0D6CFB6B0}"/>
              </a:ext>
            </a:extLst>
          </p:cNvPr>
          <p:cNvPicPr>
            <a:picLocks xmlns:a="http://schemas.openxmlformats.org/drawingml/2006/main" noChangeAspect="1"/>
          </p:cNvPicPr>
          <p:nvPr/>
        </p:nvPicPr>
        <p:blipFill>
          <a:blip xmlns:r="http://schemas.openxmlformats.org/officeDocument/2006/relationships" xmlns:a="http://schemas.openxmlformats.org/drawingml/2006/main" r:embed="R2c765fb6ed584b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0EF5D90-3D12-4D59-BF16-DBB834148A8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1401495-5995-41E0-AD9D-8B68D207FAE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9934D485-A117-44DD-A582-44A48EC22F1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F82B957E-6C31-4EF1-B6BE-A8A29E6D8CC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8793125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8615918-9B64-4496-8164-5645093B7EBE}"/>
              </a:ext>
            </a:extLst>
          </p:cNvPr>
          <p:cNvPicPr>
            <a:picLocks xmlns:a="http://schemas.openxmlformats.org/drawingml/2006/main" noChangeAspect="1"/>
          </p:cNvPicPr>
          <p:nvPr/>
        </p:nvPicPr>
        <p:blipFill>
          <a:blip xmlns:r="http://schemas.openxmlformats.org/officeDocument/2006/relationships" xmlns:a="http://schemas.openxmlformats.org/drawingml/2006/main" r:embed="Rf9d05b3b4f904d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7AAEF8-1D39-41F0-8F20-9732479DA3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69935F-7E7B-4640-9B50-0CFDEE4EAE2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3D577D0-1B1B-41AE-B8A7-25A2B538316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9131DF5-B40B-4865-AA82-4BF5D81D02B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017BE73-1721-4638-91AA-D226907A70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C23D262A-B97C-431F-948C-CFD7EF5C876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C6EC8EB-AAC9-46BF-97AF-7682C86F4BF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04D4F649-8A17-403A-8976-333419AF66E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7FC2310-CDBD-43E7-A2EC-824C17CB861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67B1D640-34C6-476F-A2A8-26847295960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C2D689D-62D4-4101-A6C0-9B96507797C4}"/>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1679097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2CF4566-1135-4437-A672-C02417C6AF77}"/>
              </a:ext>
            </a:extLst>
          </p:cNvPr>
          <p:cNvPicPr>
            <a:picLocks xmlns:a="http://schemas.openxmlformats.org/drawingml/2006/main" noChangeAspect="1"/>
          </p:cNvPicPr>
          <p:nvPr/>
        </p:nvPicPr>
        <p:blipFill>
          <a:blip xmlns:r="http://schemas.openxmlformats.org/officeDocument/2006/relationships" xmlns:a="http://schemas.openxmlformats.org/drawingml/2006/main" r:embed="Redaf58ef4f1849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43040E-B543-47FE-A819-12C2DD71EB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82C9211-402A-4723-B3E5-B7EDA5EBB37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39EBCE0-E3CB-44D5-9754-00DEAFEAA6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AAEDB0B-674C-440E-B693-9E247FB512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73A3C513-1CE7-4DB4-B6AF-6245EA3D555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74A904F5-0B10-488D-B43E-3A45705CBF34}"/>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7999C251-F71B-49DF-8A9C-8E52DFC08E91}"/>
              </a:ext>
            </a:extLst>
          </p:cNvPr>
          <p:cNvPicPr>
            <a:picLocks xmlns:a="http://schemas.openxmlformats.org/drawingml/2006/main" noChangeAspect="1"/>
          </p:cNvPicPr>
          <p:nvPr/>
        </p:nvPicPr>
        <p:blipFill>
          <a:blip xmlns:r="http://schemas.openxmlformats.org/officeDocument/2006/relationships" xmlns:a="http://schemas.openxmlformats.org/drawingml/2006/main" r:embed="R96c1cc1210e34ef8"/>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6310ACC-F215-446E-A65D-A1937A38FFAF}"/>
              </a:ext>
            </a:extLst>
          </p:cNvPr>
          <p:cNvPicPr>
            <a:picLocks xmlns:a="http://schemas.openxmlformats.org/drawingml/2006/main" noChangeAspect="1"/>
          </p:cNvPicPr>
          <p:nvPr/>
        </p:nvPicPr>
        <p:blipFill>
          <a:blip xmlns:r="http://schemas.openxmlformats.org/officeDocument/2006/relationships" xmlns:a="http://schemas.openxmlformats.org/drawingml/2006/main" r:embed="Rb96413a542b44a62"/>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21F39FA-AA46-4D25-A3C8-89092D1B584A}"/>
              </a:ext>
            </a:extLst>
          </p:cNvPr>
          <p:cNvPicPr>
            <a:picLocks xmlns:a="http://schemas.openxmlformats.org/drawingml/2006/main" noChangeAspect="1"/>
          </p:cNvPicPr>
          <p:nvPr/>
        </p:nvPicPr>
        <p:blipFill>
          <a:blip xmlns:r="http://schemas.openxmlformats.org/officeDocument/2006/relationships" xmlns:a="http://schemas.openxmlformats.org/drawingml/2006/main" r:embed="Rd0fca5d4305b4558"/>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18907240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7D33C36-27FC-4E7F-A64F-25336C622A0B}"/>
              </a:ext>
            </a:extLst>
          </p:cNvPr>
          <p:cNvPicPr>
            <a:picLocks xmlns:a="http://schemas.openxmlformats.org/drawingml/2006/main" noChangeAspect="1"/>
          </p:cNvPicPr>
          <p:nvPr/>
        </p:nvPicPr>
        <p:blipFill>
          <a:blip xmlns:r="http://schemas.openxmlformats.org/officeDocument/2006/relationships" xmlns:a="http://schemas.openxmlformats.org/drawingml/2006/main" r:embed="R649e35a46213401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19546A2-0B1C-452A-8CB7-C900A944B9E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4D0D3A-6AA3-4671-9F8A-8D899282EB4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0A340FE-07D4-472B-A4F5-ECC1F0F2251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0413720-72BE-4E59-8D93-59193EE4FAB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29B2AD2-E59C-43CF-A4C8-AF03666F20A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9DF7F79C-C995-40A2-9C06-094AF8FCFF59}"/>
              </a:ext>
            </a:extLst>
          </p:cNvPr>
          <p:cNvPicPr>
            <a:picLocks xmlns:a="http://schemas.openxmlformats.org/drawingml/2006/main" noChangeAspect="1"/>
          </p:cNvPicPr>
          <p:nvPr/>
        </p:nvPicPr>
        <p:blipFill>
          <a:blip xmlns:r="http://schemas.openxmlformats.org/officeDocument/2006/relationships" xmlns:a="http://schemas.openxmlformats.org/drawingml/2006/main" r:embed="R287eaff524614bd8"/>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A9A0CCA-AAC4-4F01-A1E6-42560C6447B1}"/>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9B855B9A-0A67-4119-8C74-BCEEA7CFB19F}"/>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ECA612F-A7B2-4912-A6C9-85C73851F70C}"/>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4391861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D58ADC0-5DD6-4449-86C9-BF34B4747A6C}"/>
              </a:ext>
            </a:extLst>
          </p:cNvPr>
          <p:cNvPicPr>
            <a:picLocks xmlns:a="http://schemas.openxmlformats.org/drawingml/2006/main" noChangeAspect="1"/>
          </p:cNvPicPr>
          <p:nvPr/>
        </p:nvPicPr>
        <p:blipFill>
          <a:blip xmlns:r="http://schemas.openxmlformats.org/officeDocument/2006/relationships" xmlns:a="http://schemas.openxmlformats.org/drawingml/2006/main" r:embed="Rfa53d0e3946244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9DBF90-90B6-4A7B-87FA-1AFC291FAC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195DA2-B1BE-4A62-AAEF-39D726AEB5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F7D243E-2F9E-4065-8338-6D059D616FD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42B4AAE-519E-47FB-A1F0-795736B2919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F190080-3067-403B-A3BF-16FCCF3EFFA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7A1ECEF6-EFFD-44B3-AB44-4F044FADFD6D}"/>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26E1312F-3751-4557-A33B-22D8C8076B73}"/>
              </a:ext>
            </a:extLst>
          </p:cNvPr>
          <p:cNvPicPr>
            <a:picLocks xmlns:a="http://schemas.openxmlformats.org/drawingml/2006/main" noChangeAspect="1"/>
          </p:cNvPicPr>
          <p:nvPr/>
        </p:nvPicPr>
        <p:blipFill>
          <a:blip xmlns:r="http://schemas.openxmlformats.org/officeDocument/2006/relationships" xmlns:a="http://schemas.openxmlformats.org/drawingml/2006/main" r:embed="R22bbe9b6f15f42e8"/>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ACC7D5F-D007-4095-BB19-BE6A2BA2627F}"/>
              </a:ext>
            </a:extLst>
          </p:cNvPr>
          <p:cNvPicPr>
            <a:picLocks xmlns:a="http://schemas.openxmlformats.org/drawingml/2006/main" noChangeAspect="1"/>
          </p:cNvPicPr>
          <p:nvPr/>
        </p:nvPicPr>
        <p:blipFill>
          <a:blip xmlns:r="http://schemas.openxmlformats.org/officeDocument/2006/relationships" xmlns:a="http://schemas.openxmlformats.org/drawingml/2006/main" r:embed="R6b9a9d5653d34b36"/>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4C3E3682-04A8-4880-8024-BB51DB9E3D1E}"/>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702509B7-763E-4F4A-9D20-31C660538361}"/>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7968999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DFADBF26-6745-4D49-BAF1-C4DF03E65C2F}"/>
              </a:ext>
            </a:extLst>
          </p:cNvPr>
          <p:cNvPicPr>
            <a:picLocks xmlns:a="http://schemas.openxmlformats.org/drawingml/2006/main" noChangeAspect="1"/>
          </p:cNvPicPr>
          <p:nvPr/>
        </p:nvPicPr>
        <p:blipFill>
          <a:blip xmlns:r="http://schemas.openxmlformats.org/officeDocument/2006/relationships" xmlns:a="http://schemas.openxmlformats.org/drawingml/2006/main" r:embed="Recc01d938c034e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B1A190-560C-4F8E-A1CF-166BE50263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B5471A8-7514-4A30-9038-06A0154B505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489BA6A-D565-4535-B8C7-F3CB057F58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B8F7C0C-8C23-4478-A254-2FB50508BD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A4843F7-A9AD-4AAD-AB1E-26654C5F57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A9D43E25-32DF-4F44-829D-8A3088BF1015}"/>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CF54D2-7D88-49D5-942E-C9E0F19920F3}"/>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F909520-43A1-4592-8DF5-501770830313}"/>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7A28AF2F-A21D-4554-A0F6-418E433B270F}"/>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39495BEA-80EA-418F-9441-F7CCFD52C91A}"/>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ABFC183C-D5D0-4A48-88E3-61FBB87A31AE}"/>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9A0E59-BF8D-4F10-A707-DBBD93BC592E}"/>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DF86424-D82F-495B-8F71-24D5FC0F7F65}"/>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5C999AB9-65F7-4BEC-B2C1-B9BEA1FC319F}"/>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A553E0B7-963E-494A-89AA-D5D1FBDA77EB}"/>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AA91ACD5-F6F9-44B0-898D-731B045680A5}"/>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DDCB04-A695-4179-96AE-804BEB4A51FD}"/>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1BAD59CA-7BB8-404A-B91D-E22F983F7676}"/>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D125E7A8-2AEE-41B2-9E95-BF8735FFD76F}"/>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1ADE0606-2113-4C51-BBF2-4248B6B8CE59}"/>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B96197C1-E842-476A-9759-FFC09C585912}"/>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6ECCB59-D9D2-49BE-8118-30494A6C42CA}"/>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E468147A-5803-4135-B934-1E1EBD3B6140}"/>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E221B068-CCF5-4B12-93A4-9422FB6D55CF}"/>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054F494C-B9FF-42CC-B516-2A2D0AE44828}"/>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1816921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8FC74C6-24F8-49E3-B563-A0C99CD744BE}"/>
              </a:ext>
            </a:extLst>
          </p:cNvPr>
          <p:cNvPicPr>
            <a:picLocks xmlns:a="http://schemas.openxmlformats.org/drawingml/2006/main" noChangeAspect="1"/>
          </p:cNvPicPr>
          <p:nvPr/>
        </p:nvPicPr>
        <p:blipFill>
          <a:blip xmlns:r="http://schemas.openxmlformats.org/officeDocument/2006/relationships" xmlns:a="http://schemas.openxmlformats.org/drawingml/2006/main" r:embed="R2be79247bd8548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4E8F5E-3718-4AE5-AB14-7CA529A1F3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14F60F-1EC8-478B-A22A-0BBE1111DF3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6FD0418-26DF-4392-AFB1-2975F5EAF4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7CEB18-C308-4925-AFD7-33FD8BA1E61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8EF346F-AE6D-4E8B-A964-28A64F85E68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FCE84915-227A-4436-B819-3C7E74C47B22}"/>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D681CE36-D928-45D5-AEBB-565D37FDF728}"/>
              </a:ext>
            </a:extLst>
          </p:cNvPr>
          <p:cNvPicPr>
            <a:picLocks xmlns:a="http://schemas.openxmlformats.org/drawingml/2006/main" noChangeAspect="1"/>
          </p:cNvPicPr>
          <p:nvPr/>
        </p:nvPicPr>
        <p:blipFill>
          <a:blip xmlns:r="http://schemas.openxmlformats.org/officeDocument/2006/relationships" xmlns:a="http://schemas.openxmlformats.org/drawingml/2006/main" r:embed="R38ff88b6042d46ce"/>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9A1AFD4-53E6-4FBE-B337-151E07EAC554}"/>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598FA57B-59A7-4291-8BA0-9E0D44507F25}"/>
              </a:ext>
            </a:extLst>
          </p:cNvPr>
          <p:cNvPicPr>
            <a:picLocks xmlns:a="http://schemas.openxmlformats.org/drawingml/2006/main" noChangeAspect="1"/>
          </p:cNvPicPr>
          <p:nvPr/>
        </p:nvPicPr>
        <p:blipFill>
          <a:blip xmlns:r="http://schemas.openxmlformats.org/officeDocument/2006/relationships" xmlns:a="http://schemas.openxmlformats.org/drawingml/2006/main" r:embed="Rf4c94fad495749df"/>
          <a:stretch xmlns:a="http://schemas.openxmlformats.org/drawingml/2006/main"/>
        </p:blipFill>
        <p:spPr>
          <a:xfrm xmlns:a="http://schemas.openxmlformats.org/drawingml/2006/main">
            <a:off x="5619750" y="7096125"/>
            <a:ext cx="11782044" cy="1549908"/>
          </a:xfrm>
          <a:prstGeom xmlns:a="http://schemas.openxmlformats.org/drawingml/2006/main" prst="rect">
            <a:avLst/>
          </a:prstGeom>
        </p:spPr>
      </p:pic>
    </p:spTree>
    <p:extLst>
      <p:ext uri="{BB962C8B-B14F-4D97-AF65-F5344CB8AC3E}">
        <p14:creationId xmlns:p14="http://schemas.microsoft.com/office/powerpoint/2010/main" val="16716930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8C3A82E-CFCE-4D7C-BF2D-3CDAEBA868A4}"/>
              </a:ext>
            </a:extLst>
          </p:cNvPr>
          <p:cNvPicPr>
            <a:picLocks xmlns:a="http://schemas.openxmlformats.org/drawingml/2006/main" noChangeAspect="1"/>
          </p:cNvPicPr>
          <p:nvPr/>
        </p:nvPicPr>
        <p:blipFill>
          <a:blip xmlns:r="http://schemas.openxmlformats.org/officeDocument/2006/relationships" xmlns:a="http://schemas.openxmlformats.org/drawingml/2006/main" r:embed="R562d91987a5d49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53D0BA-BD65-4C58-A1A0-4B9C8C6124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42A86BB-DD45-4419-988C-4932CC7D572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95EE305-EB54-47DE-9AD6-7734253EDEE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C1B7721-5219-4A33-8F1D-45C2489251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9F7E77B-2C01-404E-BF95-D5C235AA30B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BF69D05E-5AC0-4352-A134-511D9B202E7E}"/>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3D20B0A7-5E38-43CE-8CD2-8522DC552B30}"/>
              </a:ext>
            </a:extLst>
          </p:cNvPr>
          <p:cNvPicPr>
            <a:picLocks xmlns:a="http://schemas.openxmlformats.org/drawingml/2006/main" noChangeAspect="1"/>
          </p:cNvPicPr>
          <p:nvPr/>
        </p:nvPicPr>
        <p:blipFill>
          <a:blip xmlns:r="http://schemas.openxmlformats.org/officeDocument/2006/relationships" xmlns:a="http://schemas.openxmlformats.org/drawingml/2006/main" r:embed="R1d9510297f3d4d5a"/>
          <a:stretch xmlns:a="http://schemas.openxmlformats.org/drawingml/2006/main"/>
        </p:blipFill>
        <p:spPr>
          <a:xfrm xmlns:a="http://schemas.openxmlformats.org/drawingml/2006/main">
            <a:off x="2395728" y="4552950"/>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EC2DEBE-1856-4F97-B1DE-0A315F9E7FB8}"/>
              </a:ext>
            </a:extLst>
          </p:cNvPr>
          <p:cNvPicPr>
            <a:picLocks xmlns:a="http://schemas.openxmlformats.org/drawingml/2006/main" noChangeAspect="1"/>
          </p:cNvPicPr>
          <p:nvPr/>
        </p:nvPicPr>
        <p:blipFill>
          <a:blip xmlns:r="http://schemas.openxmlformats.org/officeDocument/2006/relationships" xmlns:a="http://schemas.openxmlformats.org/drawingml/2006/main" r:embed="R33ce931b5b7b4ea7"/>
          <a:stretch xmlns:a="http://schemas.openxmlformats.org/drawingml/2006/main"/>
        </p:blipFill>
        <p:spPr>
          <a:xfrm xmlns:a="http://schemas.openxmlformats.org/drawingml/2006/main">
            <a:off x="3252978" y="685800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A07B742E-6EBB-4DA6-8360-48328C3B182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A3B4C89C-FA83-44C5-BF98-DE389C015EB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3321383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C665E60-8898-42A5-BF63-C1B78D80DBC7}"/>
              </a:ext>
            </a:extLst>
          </p:cNvPr>
          <p:cNvPicPr>
            <a:picLocks xmlns:a="http://schemas.openxmlformats.org/drawingml/2006/main" noChangeAspect="1"/>
          </p:cNvPicPr>
          <p:nvPr/>
        </p:nvPicPr>
        <p:blipFill>
          <a:blip xmlns:r="http://schemas.openxmlformats.org/officeDocument/2006/relationships" xmlns:a="http://schemas.openxmlformats.org/drawingml/2006/main" r:embed="Ra5f16b57ab9e4f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828B3A-EBF6-49B6-B55E-E88E7F56E2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5BE343-2C55-4502-A036-7D1575A56C0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02A54B2-4FA9-44FE-A1A7-1C4801BBC5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007290D-4C9B-45DF-9D7E-C64F1FA24F1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FE74600-25AE-45AB-917F-208AA4937EE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35C2059F-5AD0-4592-937F-2C95420DEBB6}"/>
              </a:ext>
            </a:extLst>
          </p:cNvPr>
          <p:cNvPicPr>
            <a:picLocks xmlns:a="http://schemas.openxmlformats.org/drawingml/2006/main" noChangeAspect="1"/>
          </p:cNvPicPr>
          <p:nvPr/>
        </p:nvPicPr>
        <p:blipFill>
          <a:blip xmlns:r="http://schemas.openxmlformats.org/officeDocument/2006/relationships" xmlns:a="http://schemas.openxmlformats.org/drawingml/2006/main" r:embed="Rd20e8096b827489b"/>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B31397E-ED3B-44EE-B2C0-7BD6F466E000}"/>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E3712B88-D2BA-48B3-B391-5988DCE712F8}"/>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CF25283E-6FBC-495D-92D7-A6FE56F34D56}"/>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C0B2A728-6B6A-42D4-96D1-5037EB8EFE82}"/>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09400015"/>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CF844FB0-8EE8-4132-90AD-E1B24D44BBC2}"/>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AA81469-88A7-4B95-9301-E28CB4C4CDC8}"/>
              </a:ext>
            </a:extLst>
          </p:cNvPr>
          <p:cNvPicPr>
            <a:picLocks xmlns:a="http://schemas.openxmlformats.org/drawingml/2006/main" noChangeAspect="1"/>
          </p:cNvPicPr>
          <p:nvPr/>
        </p:nvPicPr>
        <p:blipFill>
          <a:blip xmlns:r="http://schemas.openxmlformats.org/officeDocument/2006/relationships" xmlns:a="http://schemas.openxmlformats.org/drawingml/2006/main" r:embed="R8bd43416dafc44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D4D70BB-49FC-436D-A9F7-5F5EB7DD46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3245F50-FE0A-480F-9036-5568614C6906}"/>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F47806EB-B7FA-4010-847D-7260ABA934F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9E292CBA-DA2D-4515-A66F-FE778F26D69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31096760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B5D04A9-5595-42BD-8B16-3BE81C72151C}"/>
              </a:ext>
            </a:extLst>
          </p:cNvPr>
          <p:cNvPicPr>
            <a:picLocks xmlns:a="http://schemas.openxmlformats.org/drawingml/2006/main" noChangeAspect="1"/>
          </p:cNvPicPr>
          <p:nvPr/>
        </p:nvPicPr>
        <p:blipFill>
          <a:blip xmlns:r="http://schemas.openxmlformats.org/officeDocument/2006/relationships" xmlns:a="http://schemas.openxmlformats.org/drawingml/2006/main" r:embed="R3ba3c793fc5444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B1D840-C7B7-4847-A0DB-6259D98CA1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0C7F92-CCBF-4D44-B489-DAE3505EF9E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4662393-F527-47D5-8702-239888B6445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471CF31-C733-4AFA-8F86-1C3DA1908BB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03ED594-5F4F-42BD-A1C2-69FC3179CC8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4063C296-BCF1-45A4-9F81-B239767A9FB3}"/>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58627516-24C5-4853-86EA-26CE1E57572A}"/>
              </a:ext>
            </a:extLst>
          </p:cNvPr>
          <p:cNvPicPr>
            <a:picLocks xmlns:a="http://schemas.openxmlformats.org/drawingml/2006/main" noChangeAspect="1"/>
          </p:cNvPicPr>
          <p:nvPr/>
        </p:nvPicPr>
        <p:blipFill>
          <a:blip xmlns:r="http://schemas.openxmlformats.org/officeDocument/2006/relationships" xmlns:a="http://schemas.openxmlformats.org/drawingml/2006/main" r:embed="R51d8306d79d7469a"/>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D3738C2E-3312-45D2-A789-B7D4C44A5E29}"/>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A081E188-679D-4C72-9003-0E67F885124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C4255226-BE7C-4E5D-8906-38BCF8BAB8F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5574BBF1-E83C-41DA-AAB1-8D93ADC1C44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90678565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3CEECFD-1DC8-4299-B61E-A7728959ABA9}"/>
              </a:ext>
            </a:extLst>
          </p:cNvPr>
          <p:cNvPicPr>
            <a:picLocks xmlns:a="http://schemas.openxmlformats.org/drawingml/2006/main" noChangeAspect="1"/>
          </p:cNvPicPr>
          <p:nvPr/>
        </p:nvPicPr>
        <p:blipFill>
          <a:blip xmlns:r="http://schemas.openxmlformats.org/officeDocument/2006/relationships" xmlns:a="http://schemas.openxmlformats.org/drawingml/2006/main" r:embed="Rdd8895f8ddd848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C1EB327-D1BA-4081-B5CD-51F506E813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646200-17C5-4135-913E-C7C9C0C937F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082547D-62C1-448F-B670-18B6406BD7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1F41D92-A22C-4BAA-86D1-A50F4F09546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AEBED13-4810-4B68-BD78-EC4FB48C83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7901FD05-87B0-4AD3-ADEA-FA041F955530}"/>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8062527-869A-4979-A6A9-D59471B1A9EE}"/>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1BC1313-7C09-4A50-BEF5-AB8001037921}"/>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25E930B-CBBA-408D-800B-241099BFF95D}"/>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AF37E28-E184-45D5-B104-FC1A2572858D}"/>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0D7C261D-B8A2-42C9-AE24-C4FDE2499832}"/>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D4FB3887-1999-440D-BB2C-1A26A50F09D2}"/>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1077488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46E2482-04EE-49B4-B9F7-F3C4B27578B5}"/>
              </a:ext>
            </a:extLst>
          </p:cNvPr>
          <p:cNvPicPr>
            <a:picLocks xmlns:a="http://schemas.openxmlformats.org/drawingml/2006/main" noChangeAspect="1"/>
          </p:cNvPicPr>
          <p:nvPr/>
        </p:nvPicPr>
        <p:blipFill>
          <a:blip xmlns:r="http://schemas.openxmlformats.org/officeDocument/2006/relationships" xmlns:a="http://schemas.openxmlformats.org/drawingml/2006/main" r:embed="Re17ab296f5724a6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04D865-BA2C-4FC7-8B90-6F2C13CC45C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243D447-D90D-4EB4-92C6-68AC1A43F29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E70C878-8C70-441A-B9DA-A5FE0D530F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71502FD-0339-47AB-9820-1624BB12016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D1EE191-EBED-4C15-8222-930BA2796AE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EBE9BAE9-DED5-40C0-BFD0-238527CEE336}"/>
              </a:ext>
            </a:extLst>
          </p:cNvPr>
          <p:cNvPicPr>
            <a:picLocks xmlns:a="http://schemas.openxmlformats.org/drawingml/2006/main" noChangeAspect="1"/>
          </p:cNvPicPr>
          <p:nvPr/>
        </p:nvPicPr>
        <p:blipFill>
          <a:blip xmlns:r="http://schemas.openxmlformats.org/officeDocument/2006/relationships" xmlns:a="http://schemas.openxmlformats.org/drawingml/2006/main" r:embed="R16845ee1be20409c"/>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8AD6BD0-EB2E-480A-8319-B3C778C657C7}"/>
              </a:ext>
            </a:extLst>
          </p:cNvPr>
          <p:cNvPicPr>
            <a:picLocks xmlns:a="http://schemas.openxmlformats.org/drawingml/2006/main" noChangeAspect="1"/>
          </p:cNvPicPr>
          <p:nvPr/>
        </p:nvPicPr>
        <p:blipFill>
          <a:blip xmlns:r="http://schemas.openxmlformats.org/officeDocument/2006/relationships" xmlns:a="http://schemas.openxmlformats.org/drawingml/2006/main" r:embed="R1391c0b5215d435e"/>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B5A86E9F-4BD7-4E11-8175-47427D27924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75ED8A9-211B-4CA4-8BCF-D2D180B7D1A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7819054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EB9C718-B4AE-4104-B22E-B87B77327468}"/>
              </a:ext>
            </a:extLst>
          </p:cNvPr>
          <p:cNvPicPr>
            <a:picLocks xmlns:a="http://schemas.openxmlformats.org/drawingml/2006/main" noChangeAspect="1"/>
          </p:cNvPicPr>
          <p:nvPr/>
        </p:nvPicPr>
        <p:blipFill>
          <a:blip xmlns:r="http://schemas.openxmlformats.org/officeDocument/2006/relationships" xmlns:a="http://schemas.openxmlformats.org/drawingml/2006/main" r:embed="Rf2eecb4dcb004b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921D6B-3287-4EFF-920E-915FF55645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ADC2D9-BBB3-429C-8631-5300D98550C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BD31AAC-C5DE-416D-A3A7-A6DFF18508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87510CD-64F4-4B92-847D-BBC310BB5BF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E1BF8D0-083A-4898-BE5D-04357AFAC7A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A4F9A02-6496-4BAC-8C22-83E5BDFE7155}"/>
              </a:ext>
            </a:extLst>
          </p:cNvPr>
          <p:cNvPicPr>
            <a:picLocks xmlns:a="http://schemas.openxmlformats.org/drawingml/2006/main" noChangeAspect="1"/>
          </p:cNvPicPr>
          <p:nvPr/>
        </p:nvPicPr>
        <p:blipFill>
          <a:blip xmlns:r="http://schemas.openxmlformats.org/officeDocument/2006/relationships" xmlns:a="http://schemas.openxmlformats.org/drawingml/2006/main" r:embed="R7e856053e2784266"/>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4FB53FBC-A575-473A-AA8D-0E5333AAC191}"/>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82DC8F01-DC64-41A4-85B1-E3F112911E2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84756408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0FAC609-6B0B-4DBE-9387-2DECEC7CC6C4}"/>
              </a:ext>
            </a:extLst>
          </p:cNvPr>
          <p:cNvPicPr>
            <a:picLocks xmlns:a="http://schemas.openxmlformats.org/drawingml/2006/main" noChangeAspect="1"/>
          </p:cNvPicPr>
          <p:nvPr/>
        </p:nvPicPr>
        <p:blipFill>
          <a:blip xmlns:r="http://schemas.openxmlformats.org/officeDocument/2006/relationships" xmlns:a="http://schemas.openxmlformats.org/drawingml/2006/main" r:embed="R9d76283e3b60435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E62233-7D00-4A02-836E-990F2662543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6AE58A3-8CCC-48EE-A1AE-03A7615121E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5FA1FFD-7BE7-46F1-AFD5-48104C2DAE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D12B4AA-B7F1-448F-AA15-C106410E8FE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D5A1069-FEE6-4722-83FB-C6CC295B90A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1A5BDC1A-36AD-4E1B-8BD2-777F5F060232}"/>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DBCAA595-59EB-410D-B68C-1878BE4E7B76}"/>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40749994-ECD7-4667-A268-C0B32112F357}"/>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1D9EFF01-C0C9-4B54-AAFF-E40FFDD40023}"/>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623ED5C9-F171-4C0D-803E-19FDFAABDDE7}"/>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3A518836-0A9F-447D-B65D-F3417290652F}"/>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73534871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F27ECF3B-2858-41DD-AF2E-2428EADCAF99}"/>
              </a:ext>
            </a:extLst>
          </p:cNvPr>
          <p:cNvPicPr>
            <a:picLocks xmlns:a="http://schemas.openxmlformats.org/drawingml/2006/main" noChangeAspect="1"/>
          </p:cNvPicPr>
          <p:nvPr/>
        </p:nvPicPr>
        <p:blipFill>
          <a:blip xmlns:r="http://schemas.openxmlformats.org/officeDocument/2006/relationships" xmlns:a="http://schemas.openxmlformats.org/drawingml/2006/main" r:embed="Rcba086acdf3240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28F76B-98F8-4B4F-8B49-908E71892D1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70A989-8D81-47A9-836E-498326BA84B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FD4FBCD-5779-4434-8FC8-F19CF27F980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22C8132-FC6A-48B1-B917-F31F3835B29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DB8083B-EDCF-4FF4-B699-0136AC23F9D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7AAB72B8-8410-4E72-B447-723514DCD478}"/>
              </a:ext>
            </a:extLst>
          </p:cNvPr>
          <p:cNvPicPr>
            <a:picLocks xmlns:a="http://schemas.openxmlformats.org/drawingml/2006/main" noChangeAspect="1"/>
          </p:cNvPicPr>
          <p:nvPr/>
        </p:nvPicPr>
        <p:blipFill>
          <a:blip xmlns:r="http://schemas.openxmlformats.org/officeDocument/2006/relationships" xmlns:a="http://schemas.openxmlformats.org/drawingml/2006/main" r:embed="Rd929cd62faa44164"/>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82926BE0-C685-459E-B608-2D7A6AE120F1}"/>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5DD40ED7-6752-4465-BCCD-C4A6245FB22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926E7CC-2CA1-4EFC-A0B1-F972FD120712}"/>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1883370-365C-4022-8A2A-39A5D6F76A22}"/>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A40840C-F2F1-4CFC-A169-1BBD0C08EABD}"/>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06F1C031-9D49-485D-9A2A-837A4DD95451}"/>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E8DDE516-F0C6-46E3-A8B6-208E39983F43}"/>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01DCA7C6-1C4A-4486-BE13-F3CBCAC221DF}"/>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9C617D21-7951-4259-8597-5908DCF81A32}"/>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33625924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7E59161-AE31-4E47-8906-12D5130C3155}"/>
              </a:ext>
            </a:extLst>
          </p:cNvPr>
          <p:cNvPicPr>
            <a:picLocks xmlns:a="http://schemas.openxmlformats.org/drawingml/2006/main" noChangeAspect="1"/>
          </p:cNvPicPr>
          <p:nvPr/>
        </p:nvPicPr>
        <p:blipFill>
          <a:blip xmlns:r="http://schemas.openxmlformats.org/officeDocument/2006/relationships" xmlns:a="http://schemas.openxmlformats.org/drawingml/2006/main" r:embed="R7432bf02b388499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B6454EC-E609-4E14-A531-AE8C48F8EB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40558F8-239A-4A13-A9EE-F27D9886A6E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1077571-9964-4BF7-95DD-71B3C69DC6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733C671-9877-41B5-84B9-276CE1C83BA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B9B8EFD-078F-4862-9807-8F5A4D1688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6A4B1071-A22C-4469-9BAE-EC1614AE8EA7}"/>
              </a:ext>
            </a:extLst>
          </p:cNvPr>
          <p:cNvPicPr>
            <a:picLocks xmlns:a="http://schemas.openxmlformats.org/drawingml/2006/main" noChangeAspect="1"/>
          </p:cNvPicPr>
          <p:nvPr/>
        </p:nvPicPr>
        <p:blipFill>
          <a:blip xmlns:r="http://schemas.openxmlformats.org/officeDocument/2006/relationships" xmlns:a="http://schemas.openxmlformats.org/drawingml/2006/main" r:embed="R3861bae54af44c36"/>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1063F99-ED46-453A-BF92-15ABF29540CF}"/>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98AE40D3-79BC-461D-A25B-D31B273EF9D8}"/>
              </a:ext>
            </a:extLst>
          </p:cNvPr>
          <p:cNvPicPr>
            <a:picLocks xmlns:a="http://schemas.openxmlformats.org/drawingml/2006/main" noChangeAspect="1"/>
          </p:cNvPicPr>
          <p:nvPr/>
        </p:nvPicPr>
        <p:blipFill>
          <a:blip xmlns:r="http://schemas.openxmlformats.org/officeDocument/2006/relationships" xmlns:a="http://schemas.openxmlformats.org/drawingml/2006/main" r:embed="R72e939f541de49b1"/>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A198DC71-2B30-43F0-B538-A7E3BAA81071}"/>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1CFB3684-9DBE-4443-BB3D-82AD9249C14E}"/>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A301C7B6-F130-4C35-AD0E-3BF9A317795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F97B9034-7698-49A1-A250-BC40FCBF337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14902713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DFE8D00-91F3-46D1-9C95-556B7CF0AA5B}"/>
              </a:ext>
            </a:extLst>
          </p:cNvPr>
          <p:cNvPicPr>
            <a:picLocks xmlns:a="http://schemas.openxmlformats.org/drawingml/2006/main" noChangeAspect="1"/>
          </p:cNvPicPr>
          <p:nvPr/>
        </p:nvPicPr>
        <p:blipFill>
          <a:blip xmlns:r="http://schemas.openxmlformats.org/officeDocument/2006/relationships" xmlns:a="http://schemas.openxmlformats.org/drawingml/2006/main" r:embed="Rac54c96551ae4a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6C0528C-DEA5-4D0F-88FD-41573C18A84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0D0872-3336-4326-A085-5732F366228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914DAB9-49AC-4AFF-963C-AC5D03AF047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876F22F-9A0E-4E80-8FFA-E89CF6E9421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44A4386-7BDD-42DF-AC61-F5D8B097D84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754BD4A6-1CB5-48E6-84B7-B9ADD492D0E9}"/>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1D2A93C-94EF-4FC7-BFAB-6F7947A2C6D4}"/>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C3F3058-45FB-43B4-9844-AAEC2DAA6255}"/>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4E054FD-65FE-4C0D-8110-8218F0A84868}"/>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9ECD1D0-CDE6-4BB0-9906-3D5E148742E9}"/>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12810203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9A0D392-79B7-4457-A904-E96940AFD3D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8A9F1CE-CCA1-4E77-BB2C-5FD9AAC9B248}"/>
              </a:ext>
            </a:extLst>
          </p:cNvPr>
          <p:cNvPicPr>
            <a:picLocks xmlns:a="http://schemas.openxmlformats.org/drawingml/2006/main" noChangeAspect="1"/>
          </p:cNvPicPr>
          <p:nvPr/>
        </p:nvPicPr>
        <p:blipFill>
          <a:blip xmlns:r="http://schemas.openxmlformats.org/officeDocument/2006/relationships" xmlns:a="http://schemas.openxmlformats.org/drawingml/2006/main" r:embed="R71b4647cef2f43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346609E7-E997-4676-9515-2FAF4C0A4F1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AA8C305A-179A-463D-8E3B-B6A491E6E68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AFD8D9AD-1850-463E-B7E1-2FC80FDF46C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649D4ED8-6CEC-4056-A65E-6711D4943227}"/>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44733174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9F48790-2ADD-42B1-9E08-D465D9F15F69}"/>
              </a:ext>
            </a:extLst>
          </p:cNvPr>
          <p:cNvPicPr>
            <a:picLocks xmlns:a="http://schemas.openxmlformats.org/drawingml/2006/main" noChangeAspect="1"/>
          </p:cNvPicPr>
          <p:nvPr/>
        </p:nvPicPr>
        <p:blipFill>
          <a:blip xmlns:r="http://schemas.openxmlformats.org/officeDocument/2006/relationships" xmlns:a="http://schemas.openxmlformats.org/drawingml/2006/main" r:embed="R6ecc77fe417445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39B7EE-683F-48E2-A00D-EAF6D316CCF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12C5C15-77AA-4C69-A349-1DE0B60C2D1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560D978-6555-47D0-9F79-9AA2A9EDD1C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D0BCAE1-C434-43FF-9917-050CCBB07FB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ADFD392C-A82F-4938-8CA4-F5AF210EF5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53D2AF38-9481-4EEF-8CA2-431A8D67821C}"/>
              </a:ext>
            </a:extLst>
          </p:cNvPr>
          <p:cNvPicPr>
            <a:picLocks xmlns:a="http://schemas.openxmlformats.org/drawingml/2006/main" noChangeAspect="1"/>
          </p:cNvPicPr>
          <p:nvPr/>
        </p:nvPicPr>
        <p:blipFill>
          <a:blip xmlns:r="http://schemas.openxmlformats.org/officeDocument/2006/relationships" xmlns:a="http://schemas.openxmlformats.org/drawingml/2006/main" r:embed="Rfede7a23d02a4787"/>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0F46A39-5085-4A12-AB9C-32D1E84D8D61}"/>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D900276F-0314-4472-8A00-A8B3D4328CD2}"/>
              </a:ext>
            </a:extLst>
          </p:cNvPr>
          <p:cNvPicPr>
            <a:picLocks xmlns:a="http://schemas.openxmlformats.org/drawingml/2006/main" noChangeAspect="1"/>
          </p:cNvPicPr>
          <p:nvPr/>
        </p:nvPicPr>
        <p:blipFill>
          <a:blip xmlns:r="http://schemas.openxmlformats.org/officeDocument/2006/relationships" xmlns:a="http://schemas.openxmlformats.org/drawingml/2006/main" r:embed="R5afa1dfbcb1f47d6"/>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9AAA954-3D69-4855-8B84-3392D2F3C392}"/>
              </a:ext>
            </a:extLst>
          </p:cNvPr>
          <p:cNvPicPr>
            <a:picLocks xmlns:a="http://schemas.openxmlformats.org/drawingml/2006/main" noChangeAspect="1"/>
          </p:cNvPicPr>
          <p:nvPr/>
        </p:nvPicPr>
        <p:blipFill>
          <a:blip xmlns:r="http://schemas.openxmlformats.org/officeDocument/2006/relationships" xmlns:a="http://schemas.openxmlformats.org/drawingml/2006/main" r:embed="R6d012bf8390e4cfe"/>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211E8F0-C16D-4B33-918D-19EB487A2EB3}"/>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AEA776AF-8C4B-4630-AC1F-B106B0681964}"/>
              </a:ext>
            </a:extLst>
          </p:cNvPr>
          <p:cNvPicPr>
            <a:picLocks xmlns:a="http://schemas.openxmlformats.org/drawingml/2006/main" noChangeAspect="1"/>
          </p:cNvPicPr>
          <p:nvPr/>
        </p:nvPicPr>
        <p:blipFill>
          <a:blip xmlns:r="http://schemas.openxmlformats.org/officeDocument/2006/relationships" xmlns:a="http://schemas.openxmlformats.org/drawingml/2006/main" r:embed="R8fa1a39c593b4e7e"/>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4443603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ED8F767-8114-46D3-9F18-CAD7C1DC137C}"/>
              </a:ext>
            </a:extLst>
          </p:cNvPr>
          <p:cNvPicPr>
            <a:picLocks xmlns:a="http://schemas.openxmlformats.org/drawingml/2006/main" noChangeAspect="1"/>
          </p:cNvPicPr>
          <p:nvPr/>
        </p:nvPicPr>
        <p:blipFill>
          <a:blip xmlns:r="http://schemas.openxmlformats.org/officeDocument/2006/relationships" xmlns:a="http://schemas.openxmlformats.org/drawingml/2006/main" r:embed="R14775fec99ed48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37E12B-5FA6-4693-9168-FE2C9E6BF8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9B0DB9-608E-45EA-999F-25D9F56E9F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CCC9B96-4B50-46F2-88C7-967C0801D9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833C9AA-7A2D-4EBB-A88A-8FFA1BCF5C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7EF54376-E6A6-4BC3-9A9E-F93990F2533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0FC516CB-501C-4CB5-9F47-4B13EF5B2205}"/>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AC0351B9-E590-419E-BEA7-774CE1BECFB0}"/>
              </a:ext>
            </a:extLst>
          </p:cNvPr>
          <p:cNvPicPr>
            <a:picLocks xmlns:a="http://schemas.openxmlformats.org/drawingml/2006/main" noChangeAspect="1"/>
          </p:cNvPicPr>
          <p:nvPr/>
        </p:nvPicPr>
        <p:blipFill>
          <a:blip xmlns:r="http://schemas.openxmlformats.org/officeDocument/2006/relationships" xmlns:a="http://schemas.openxmlformats.org/drawingml/2006/main" r:embed="Rd4103a95d15b441a"/>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FC51DB7-856D-46DC-8307-0D16FDF9C4E8}"/>
              </a:ext>
            </a:extLst>
          </p:cNvPr>
          <p:cNvPicPr>
            <a:picLocks xmlns:a="http://schemas.openxmlformats.org/drawingml/2006/main" noChangeAspect="1"/>
          </p:cNvPicPr>
          <p:nvPr/>
        </p:nvPicPr>
        <p:blipFill>
          <a:blip xmlns:r="http://schemas.openxmlformats.org/officeDocument/2006/relationships" xmlns:a="http://schemas.openxmlformats.org/drawingml/2006/main" r:embed="R914795454f7d4824"/>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B0457A76-397D-4529-A97B-398692BC9D01}"/>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F358F7FB-0B71-4438-817D-A2F95836804B}"/>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FD498C87-1934-43AC-981D-F2DF500A8EA4}"/>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44B4AB0-FC64-4279-BD30-BA588EBC758D}"/>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205647410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36C9618-6EAA-4139-A2BF-4C4D7DC9E5E7}"/>
              </a:ext>
            </a:extLst>
          </p:cNvPr>
          <p:cNvPicPr>
            <a:picLocks xmlns:a="http://schemas.openxmlformats.org/drawingml/2006/main" noChangeAspect="1"/>
          </p:cNvPicPr>
          <p:nvPr/>
        </p:nvPicPr>
        <p:blipFill>
          <a:blip xmlns:r="http://schemas.openxmlformats.org/officeDocument/2006/relationships" xmlns:a="http://schemas.openxmlformats.org/drawingml/2006/main" r:embed="R0a07c448dab946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C8C7BF-8E87-4C1D-B19D-34C55E5B85A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225B3D1-BCBF-48A9-B7CB-DD62C0495C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2E127C9-58B6-4194-8F26-76DE420320F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3D48EB4-50C0-45D3-BAE5-80171CCA7FF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E89B026-C238-4B6E-A672-6B01809C350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E1B67FE0-1F55-423D-8FB0-B266D63CFF3B}"/>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E19A0530-0149-4380-A7B2-111F7D375EC4}"/>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C600F487-D160-4F86-A697-2608D564703C}"/>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B30BAE7A-C2F8-4840-9FAD-2E8D4DED6DD1}"/>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480715A7-1EDC-4BCC-841F-46E77433F070}"/>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4590AC08-621F-4499-A97C-A81709C5E753}"/>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9AD5822-B8B0-4460-91AE-7CED227C876F}"/>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69683931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0E867EC-5AC9-4007-964E-9AC7819CBC44}"/>
              </a:ext>
            </a:extLst>
          </p:cNvPr>
          <p:cNvPicPr>
            <a:picLocks xmlns:a="http://schemas.openxmlformats.org/drawingml/2006/main" noChangeAspect="1"/>
          </p:cNvPicPr>
          <p:nvPr/>
        </p:nvPicPr>
        <p:blipFill>
          <a:blip xmlns:r="http://schemas.openxmlformats.org/officeDocument/2006/relationships" xmlns:a="http://schemas.openxmlformats.org/drawingml/2006/main" r:embed="Rb8f77ce0f0fe42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616A414-CA06-4C12-9D8A-AD9503E911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3CCE5B-834F-475C-89BC-C96E554F228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B4CCCDE-A9C9-437D-9B12-7B73A8892C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B0CD175-FFB6-4C40-9957-EB8563D2DC4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B80F12D-5552-4223-9323-6AC3563C26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824924B7-1275-443E-99F6-A1E8D620AF3B}"/>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02241BF-6197-49BE-A8EC-BBC266D71D76}"/>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9539666-C8DA-4D56-A714-A955D7EBDEB0}"/>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A6DF8E8-2C38-44E3-8A33-6E63810983F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5AE436A-08E6-4D82-A7EC-8B3744310647}"/>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6C908AF-8466-402D-AA14-6CB491FE5EB1}"/>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91476860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8E3C9D6-4A7B-4ED6-B84D-4BEEB0924913}"/>
              </a:ext>
            </a:extLst>
          </p:cNvPr>
          <p:cNvPicPr>
            <a:picLocks xmlns:a="http://schemas.openxmlformats.org/drawingml/2006/main" noChangeAspect="1"/>
          </p:cNvPicPr>
          <p:nvPr/>
        </p:nvPicPr>
        <p:blipFill>
          <a:blip xmlns:r="http://schemas.openxmlformats.org/officeDocument/2006/relationships" xmlns:a="http://schemas.openxmlformats.org/drawingml/2006/main" r:embed="R8c52634fdb854f4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2972B6-4CCE-46E9-8E0F-62A9A85033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BD18E2-78B0-493B-9219-67A29F1F112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3C344A5-1DB5-401F-A97F-B40484C0FE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C5F3554-F816-4120-839F-4798EFE406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9F44AC9-A786-42D1-8C1D-C867A795942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0C566F8A-0BBA-498A-841D-45EFD32D49C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DF13439-D6A9-42C7-85C1-22474C1AAED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B3135424-795B-4094-B52E-AFE53E1EA06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D15ACDB-C8DF-46F7-94FC-0829D8B5CA7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FF4307E7-B672-49D0-BF70-3F9B1BBD18E8}"/>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5610F196-9884-4FAE-929D-29856E0402D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74249596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3F58ECB-A027-4DD9-AD04-EC182FB54093}"/>
              </a:ext>
            </a:extLst>
          </p:cNvPr>
          <p:cNvPicPr>
            <a:picLocks xmlns:a="http://schemas.openxmlformats.org/drawingml/2006/main" noChangeAspect="1"/>
          </p:cNvPicPr>
          <p:nvPr/>
        </p:nvPicPr>
        <p:blipFill>
          <a:blip xmlns:r="http://schemas.openxmlformats.org/officeDocument/2006/relationships" xmlns:a="http://schemas.openxmlformats.org/drawingml/2006/main" r:embed="Ra9767426e26b48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776D9B6-869D-47CF-87DF-B38E74AAB89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B8EBE0-B71C-47F9-8945-5D43CD1659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FD331DF-478D-4146-855D-62997B1526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59CE0CA-28B5-47F6-BBEF-74088AE80F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9CBAC477-2360-43E0-954A-5D1D170241A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D1504C78-52B0-4115-B5FE-CFF8CC6A8A27}"/>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2502C07-4D2E-47C3-9AAB-C2CEBDF5C80C}"/>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3E64DE6-8738-40C9-B3CB-94BB844059EA}"/>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8D48E619-FC70-43C7-8680-52719BC3C2E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2FD82E9-CA16-4F21-B1EE-97CADECBAEB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45E863D-ED1B-4A39-8F67-B943A5B3CE7F}"/>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78048742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C0B3965-7462-4A97-8797-475FCB33ABFE}"/>
              </a:ext>
            </a:extLst>
          </p:cNvPr>
          <p:cNvPicPr>
            <a:picLocks xmlns:a="http://schemas.openxmlformats.org/drawingml/2006/main" noChangeAspect="1"/>
          </p:cNvPicPr>
          <p:nvPr/>
        </p:nvPicPr>
        <p:blipFill>
          <a:blip xmlns:r="http://schemas.openxmlformats.org/officeDocument/2006/relationships" xmlns:a="http://schemas.openxmlformats.org/drawingml/2006/main" r:embed="R336ee7e9ca7845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C7C520-2B70-45AA-A582-73C4FF33F2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E1676BE-2A30-4ECE-AB9B-3CC2CFABDD7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C619A94-1E06-4FF0-9434-F479FA8F361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B199B93-3A0A-4CE4-BE28-944CF652A3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28963B19-D6C4-4D2D-BAD7-BA51A64620E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7B5F7681-DB02-4CA7-A8CF-7D0C58F048F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F0B175D-9EEE-4789-B67D-F84052F9BF6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9F3EA89D-61ED-452E-861D-3A35E759C0F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B74471D-7EDA-4133-9616-0A5FFEF63E4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B1EF083A-C409-4384-AF22-0F4090A96D4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C935DB7-EF99-4431-A384-10CCA890B68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65542652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AE6959B-DE48-47C9-B06B-C95CC1CEA5E9}"/>
              </a:ext>
            </a:extLst>
          </p:cNvPr>
          <p:cNvPicPr>
            <a:picLocks xmlns:a="http://schemas.openxmlformats.org/drawingml/2006/main" noChangeAspect="1"/>
          </p:cNvPicPr>
          <p:nvPr/>
        </p:nvPicPr>
        <p:blipFill>
          <a:blip xmlns:r="http://schemas.openxmlformats.org/officeDocument/2006/relationships" xmlns:a="http://schemas.openxmlformats.org/drawingml/2006/main" r:embed="R1bd34ff15db549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268493-91D7-419C-BB01-236AC77C6F4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DA144B3-BA98-43B2-91A1-1A1B4E7CB9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52E2C20-A0BB-426E-B7EC-7B874ED7CD0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046FCA61-69A5-4191-93D0-F7D74F0102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C2C1630C-25F3-4035-8DE8-15319336348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3DE45257-142E-4A1B-88DB-58ECFECAE7A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067EC85-11AC-4A3D-8213-D217D8E0FC5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DC58263E-60C3-48CD-8717-2EE5EAAF378A}"/>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98E055F-9D40-4F08-AA23-7B15CFEE152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C2B9DFEB-4E6C-4EC1-953C-295D777A4034}"/>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7488A1B-5956-4273-B2EE-2F1FF7EB1E0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164940770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7CA6CD4-80BB-47DB-83AD-23237C79CE83}"/>
              </a:ext>
            </a:extLst>
          </p:cNvPr>
          <p:cNvPicPr>
            <a:picLocks xmlns:a="http://schemas.openxmlformats.org/drawingml/2006/main" noChangeAspect="1"/>
          </p:cNvPicPr>
          <p:nvPr/>
        </p:nvPicPr>
        <p:blipFill>
          <a:blip xmlns:r="http://schemas.openxmlformats.org/officeDocument/2006/relationships" xmlns:a="http://schemas.openxmlformats.org/drawingml/2006/main" r:embed="R223eaea3cf0243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A6EB9F-2A8C-46F2-B7AE-86330E82DFA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B00BB3-7DF5-4CFD-8812-8B7A31FB54E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F4854FE-A00E-4139-9DE1-786550BBB13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99AB04F9-CE57-445C-8C7F-32C58093FAC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74E39168-3BBA-49FE-B743-EC620A3928B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1FE2B7EF-75C4-4AEF-843D-530F149A722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79E093C9-2455-40B1-B120-183860594DCA}"/>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7637166F-4A1F-4B08-8276-CDCE1826EF4F}"/>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E708F4E-1FFF-4327-950A-89714D0F777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99D1D27F-108F-4F05-AD88-9CC1551FE83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E6F675DE-1B3F-4ED7-9D49-860B998F47E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782559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2026-10-27T14:05:42.4410000Z</dcterms:created>
  <dcterms:modified xsi:type="dcterms:W3CDTF">2026-10-27T14:05:42.4410000Z</dcterms:modified>
</coreProperties>
</file>