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2676324cc3401a" /><Relationship Type="http://schemas.openxmlformats.org/officeDocument/2006/relationships/extended-properties" Target="/docProps/app.xml" Id="R0ae302e9b2c74c86" /><Relationship Type="http://schemas.openxmlformats.org/officeDocument/2006/relationships/officeDocument" Target="/ppt/presentation.xml" Id="R991a67e6308a4ebd" /></Relationships>
</file>

<file path=ppt/presentation.xml><?xml version="1.0" encoding="utf-8"?>
<p:presentation xmlns:p="http://schemas.openxmlformats.org/presentationml/2006/main">
  <p:sldMasterIdLst>
    <p:sldMasterId xmlns:r="http://schemas.openxmlformats.org/officeDocument/2006/relationships" id="2147483648" r:id="R55748190378e42dd"/>
  </p:sldMasterIdLst>
  <p:notesMasterIdLst>
    <p:notesMasterId xmlns:r="http://schemas.openxmlformats.org/officeDocument/2006/relationships" r:id="R89334d5191c34878"/>
  </p:notesMasterIdLst>
  <p:sldIdLst>
    <p:sldId xmlns:r="http://schemas.openxmlformats.org/officeDocument/2006/relationships" id="256" r:id="R385b3125c7f64ad2"/>
    <p:sldId xmlns:r="http://schemas.openxmlformats.org/officeDocument/2006/relationships" id="257" r:id="R0461f60f39a1417b"/>
    <p:sldId xmlns:r="http://schemas.openxmlformats.org/officeDocument/2006/relationships" id="258" r:id="Rf66f1a93853c4af5"/>
    <p:sldId xmlns:r="http://schemas.openxmlformats.org/officeDocument/2006/relationships" id="259" r:id="R22516610c4544149"/>
    <p:sldId xmlns:r="http://schemas.openxmlformats.org/officeDocument/2006/relationships" id="260" r:id="R82e4c59e289241d8"/>
    <p:sldId xmlns:r="http://schemas.openxmlformats.org/officeDocument/2006/relationships" id="261" r:id="Rab93724fee364c35"/>
    <p:sldId xmlns:r="http://schemas.openxmlformats.org/officeDocument/2006/relationships" id="262" r:id="R11dca6aea30a4470"/>
    <p:sldId xmlns:r="http://schemas.openxmlformats.org/officeDocument/2006/relationships" id="263" r:id="R91e84ac421de4782"/>
    <p:sldId xmlns:r="http://schemas.openxmlformats.org/officeDocument/2006/relationships" id="264" r:id="R0be997687db84834"/>
    <p:sldId xmlns:r="http://schemas.openxmlformats.org/officeDocument/2006/relationships" id="265" r:id="R5f94e15954164c0b"/>
    <p:sldId xmlns:r="http://schemas.openxmlformats.org/officeDocument/2006/relationships" id="266" r:id="R5c183afde6c249ab"/>
    <p:sldId xmlns:r="http://schemas.openxmlformats.org/officeDocument/2006/relationships" id="267" r:id="R34cb4f9f8b0745bc"/>
    <p:sldId xmlns:r="http://schemas.openxmlformats.org/officeDocument/2006/relationships" id="268" r:id="R7b97e9d76a4d45c0"/>
    <p:sldId xmlns:r="http://schemas.openxmlformats.org/officeDocument/2006/relationships" id="269" r:id="Rb5bb6f92a6b14f7e"/>
    <p:sldId xmlns:r="http://schemas.openxmlformats.org/officeDocument/2006/relationships" id="270" r:id="R92c0a98fa9234f0f"/>
    <p:sldId xmlns:r="http://schemas.openxmlformats.org/officeDocument/2006/relationships" id="271" r:id="R2708d8a2c3fd4d59"/>
    <p:sldId xmlns:r="http://schemas.openxmlformats.org/officeDocument/2006/relationships" id="272" r:id="R510ca131724c4d3b"/>
    <p:sldId xmlns:r="http://schemas.openxmlformats.org/officeDocument/2006/relationships" id="273" r:id="Recf73ae21ed7480c"/>
    <p:sldId xmlns:r="http://schemas.openxmlformats.org/officeDocument/2006/relationships" id="274" r:id="Ra6556e63e5474da0"/>
    <p:sldId xmlns:r="http://schemas.openxmlformats.org/officeDocument/2006/relationships" id="275" r:id="Ra07bb63ed5d34a60"/>
    <p:sldId xmlns:r="http://schemas.openxmlformats.org/officeDocument/2006/relationships" id="276" r:id="Rd8b29766682747fe"/>
    <p:sldId xmlns:r="http://schemas.openxmlformats.org/officeDocument/2006/relationships" id="277" r:id="R24fcd233b40f402e"/>
    <p:sldId xmlns:r="http://schemas.openxmlformats.org/officeDocument/2006/relationships" id="278" r:id="Rceb1362e20d44795"/>
    <p:sldId xmlns:r="http://schemas.openxmlformats.org/officeDocument/2006/relationships" id="279" r:id="Rd3be19d7bdce40d6"/>
    <p:sldId xmlns:r="http://schemas.openxmlformats.org/officeDocument/2006/relationships" id="280" r:id="Rc37a175f762343f1"/>
    <p:sldId xmlns:r="http://schemas.openxmlformats.org/officeDocument/2006/relationships" id="281" r:id="R7f57da611c2e49db"/>
    <p:sldId xmlns:r="http://schemas.openxmlformats.org/officeDocument/2006/relationships" id="282" r:id="R2aa9a4847c2d46ac"/>
    <p:sldId xmlns:r="http://schemas.openxmlformats.org/officeDocument/2006/relationships" id="283" r:id="R9fed514da5a3441f"/>
    <p:sldId xmlns:r="http://schemas.openxmlformats.org/officeDocument/2006/relationships" id="284" r:id="Rf414014296a844b8"/>
    <p:sldId xmlns:r="http://schemas.openxmlformats.org/officeDocument/2006/relationships" id="285" r:id="R93299b3321014787"/>
    <p:sldId xmlns:r="http://schemas.openxmlformats.org/officeDocument/2006/relationships" id="286" r:id="R05d9280c3e464941"/>
    <p:sldId xmlns:r="http://schemas.openxmlformats.org/officeDocument/2006/relationships" id="287" r:id="Ra8d069e3fd724810"/>
    <p:sldId xmlns:r="http://schemas.openxmlformats.org/officeDocument/2006/relationships" id="288" r:id="R64fc69da40cf4675"/>
    <p:sldId xmlns:r="http://schemas.openxmlformats.org/officeDocument/2006/relationships" id="289" r:id="Rd63b1209cb6344c0"/>
    <p:sldId xmlns:r="http://schemas.openxmlformats.org/officeDocument/2006/relationships" id="290" r:id="Rd0f660dc2a6c4dfa"/>
    <p:sldId xmlns:r="http://schemas.openxmlformats.org/officeDocument/2006/relationships" id="291" r:id="R9322af7d921d4f28"/>
    <p:sldId xmlns:r="http://schemas.openxmlformats.org/officeDocument/2006/relationships" id="292" r:id="R1aee5b547df84a48"/>
    <p:sldId xmlns:r="http://schemas.openxmlformats.org/officeDocument/2006/relationships" id="293" r:id="R5067d950c63c41e4"/>
    <p:sldId xmlns:r="http://schemas.openxmlformats.org/officeDocument/2006/relationships" id="294" r:id="R7d1f7c96f3a84a12"/>
    <p:sldId xmlns:r="http://schemas.openxmlformats.org/officeDocument/2006/relationships" id="295" r:id="R93bd6c8f38144166"/>
    <p:sldId xmlns:r="http://schemas.openxmlformats.org/officeDocument/2006/relationships" id="296" r:id="R3df8c4a6b1094fb1"/>
    <p:sldId xmlns:r="http://schemas.openxmlformats.org/officeDocument/2006/relationships" id="297" r:id="R2ff22d7719e34ac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2f54a7003f4bfb" /><Relationship Type="http://schemas.openxmlformats.org/officeDocument/2006/relationships/slideMaster" Target="/ppt/slideMasters/slideMaster1.xml" Id="R55748190378e42dd" /><Relationship Type="http://schemas.openxmlformats.org/officeDocument/2006/relationships/notesMaster" Target="/ppt/notesMasters/notesMaster1.xml" Id="R89334d5191c34878" /><Relationship Type="http://schemas.openxmlformats.org/officeDocument/2006/relationships/presProps" Target="/ppt/presProps.xml" Id="Rea6619f081b3401d" /><Relationship Type="http://schemas.openxmlformats.org/officeDocument/2006/relationships/tableStyles" Target="/ppt/tableStyles.xml" Id="Rdad3a5269e8e4c12" /><Relationship Type="http://schemas.openxmlformats.org/officeDocument/2006/relationships/slide" Target="/ppt/slides/slide1.xml" Id="R385b3125c7f64ad2" /><Relationship Type="http://schemas.openxmlformats.org/officeDocument/2006/relationships/slide" Target="/ppt/slides/slide2.xml" Id="R0461f60f39a1417b" /><Relationship Type="http://schemas.openxmlformats.org/officeDocument/2006/relationships/slide" Target="/ppt/slides/slide3.xml" Id="Rf66f1a93853c4af5" /><Relationship Type="http://schemas.openxmlformats.org/officeDocument/2006/relationships/slide" Target="/ppt/slides/slide4.xml" Id="R22516610c4544149" /><Relationship Type="http://schemas.openxmlformats.org/officeDocument/2006/relationships/slide" Target="/ppt/slides/slide5.xml" Id="R82e4c59e289241d8" /><Relationship Type="http://schemas.openxmlformats.org/officeDocument/2006/relationships/slide" Target="/ppt/slides/slide6.xml" Id="Rab93724fee364c35" /><Relationship Type="http://schemas.openxmlformats.org/officeDocument/2006/relationships/slide" Target="/ppt/slides/slide7.xml" Id="R11dca6aea30a4470" /><Relationship Type="http://schemas.openxmlformats.org/officeDocument/2006/relationships/slide" Target="/ppt/slides/slide8.xml" Id="R91e84ac421de4782" /><Relationship Type="http://schemas.openxmlformats.org/officeDocument/2006/relationships/slide" Target="/ppt/slides/slide9.xml" Id="R0be997687db84834" /><Relationship Type="http://schemas.openxmlformats.org/officeDocument/2006/relationships/slide" Target="/ppt/slides/slide10.xml" Id="R5f94e15954164c0b" /><Relationship Type="http://schemas.openxmlformats.org/officeDocument/2006/relationships/slide" Target="/ppt/slides/slide11.xml" Id="R5c183afde6c249ab" /><Relationship Type="http://schemas.openxmlformats.org/officeDocument/2006/relationships/slide" Target="/ppt/slides/slide12.xml" Id="R34cb4f9f8b0745bc" /><Relationship Type="http://schemas.openxmlformats.org/officeDocument/2006/relationships/slide" Target="/ppt/slides/slide13.xml" Id="R7b97e9d76a4d45c0" /><Relationship Type="http://schemas.openxmlformats.org/officeDocument/2006/relationships/slide" Target="/ppt/slides/slide14.xml" Id="Rb5bb6f92a6b14f7e" /><Relationship Type="http://schemas.openxmlformats.org/officeDocument/2006/relationships/slide" Target="/ppt/slides/slide15.xml" Id="R92c0a98fa9234f0f" /><Relationship Type="http://schemas.openxmlformats.org/officeDocument/2006/relationships/slide" Target="/ppt/slides/slide16.xml" Id="R2708d8a2c3fd4d59" /><Relationship Type="http://schemas.openxmlformats.org/officeDocument/2006/relationships/slide" Target="/ppt/slides/slide17.xml" Id="R510ca131724c4d3b" /><Relationship Type="http://schemas.openxmlformats.org/officeDocument/2006/relationships/slide" Target="/ppt/slides/slide18.xml" Id="Recf73ae21ed7480c" /><Relationship Type="http://schemas.openxmlformats.org/officeDocument/2006/relationships/slide" Target="/ppt/slides/slide19.xml" Id="Ra6556e63e5474da0" /><Relationship Type="http://schemas.openxmlformats.org/officeDocument/2006/relationships/slide" Target="/ppt/slides/slide20.xml" Id="Ra07bb63ed5d34a60" /><Relationship Type="http://schemas.openxmlformats.org/officeDocument/2006/relationships/slide" Target="/ppt/slides/slide21.xml" Id="Rd8b29766682747fe" /><Relationship Type="http://schemas.openxmlformats.org/officeDocument/2006/relationships/slide" Target="/ppt/slides/slide22.xml" Id="R24fcd233b40f402e" /><Relationship Type="http://schemas.openxmlformats.org/officeDocument/2006/relationships/slide" Target="/ppt/slides/slide23.xml" Id="Rceb1362e20d44795" /><Relationship Type="http://schemas.openxmlformats.org/officeDocument/2006/relationships/slide" Target="/ppt/slides/slide24.xml" Id="Rd3be19d7bdce40d6" /><Relationship Type="http://schemas.openxmlformats.org/officeDocument/2006/relationships/slide" Target="/ppt/slides/slide25.xml" Id="Rc37a175f762343f1" /><Relationship Type="http://schemas.openxmlformats.org/officeDocument/2006/relationships/slide" Target="/ppt/slides/slide26.xml" Id="R7f57da611c2e49db" /><Relationship Type="http://schemas.openxmlformats.org/officeDocument/2006/relationships/slide" Target="/ppt/slides/slide27.xml" Id="R2aa9a4847c2d46ac" /><Relationship Type="http://schemas.openxmlformats.org/officeDocument/2006/relationships/slide" Target="/ppt/slides/slide28.xml" Id="R9fed514da5a3441f" /><Relationship Type="http://schemas.openxmlformats.org/officeDocument/2006/relationships/slide" Target="/ppt/slides/slide29.xml" Id="Rf414014296a844b8" /><Relationship Type="http://schemas.openxmlformats.org/officeDocument/2006/relationships/slide" Target="/ppt/slides/slide30.xml" Id="R93299b3321014787" /><Relationship Type="http://schemas.openxmlformats.org/officeDocument/2006/relationships/slide" Target="/ppt/slides/slide31.xml" Id="R05d9280c3e464941" /><Relationship Type="http://schemas.openxmlformats.org/officeDocument/2006/relationships/slide" Target="/ppt/slides/slide32.xml" Id="Ra8d069e3fd724810" /><Relationship Type="http://schemas.openxmlformats.org/officeDocument/2006/relationships/slide" Target="/ppt/slides/slide33.xml" Id="R64fc69da40cf4675" /><Relationship Type="http://schemas.openxmlformats.org/officeDocument/2006/relationships/slide" Target="/ppt/slides/slide34.xml" Id="Rd63b1209cb6344c0" /><Relationship Type="http://schemas.openxmlformats.org/officeDocument/2006/relationships/slide" Target="/ppt/slides/slide35.xml" Id="Rd0f660dc2a6c4dfa" /><Relationship Type="http://schemas.openxmlformats.org/officeDocument/2006/relationships/slide" Target="/ppt/slides/slide36.xml" Id="R9322af7d921d4f28" /><Relationship Type="http://schemas.openxmlformats.org/officeDocument/2006/relationships/slide" Target="/ppt/slides/slide37.xml" Id="R1aee5b547df84a48" /><Relationship Type="http://schemas.openxmlformats.org/officeDocument/2006/relationships/slide" Target="/ppt/slides/slide38.xml" Id="R5067d950c63c41e4" /><Relationship Type="http://schemas.openxmlformats.org/officeDocument/2006/relationships/slide" Target="/ppt/slides/slide39.xml" Id="R7d1f7c96f3a84a12" /><Relationship Type="http://schemas.openxmlformats.org/officeDocument/2006/relationships/slide" Target="/ppt/slides/slide40.xml" Id="R93bd6c8f38144166" /><Relationship Type="http://schemas.openxmlformats.org/officeDocument/2006/relationships/slide" Target="/ppt/slides/slide41.xml" Id="R3df8c4a6b1094fb1" /><Relationship Type="http://schemas.openxmlformats.org/officeDocument/2006/relationships/slide" Target="/ppt/slides/slide42.xml" Id="R2ff22d7719e34a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b4ff99ed4e4d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ce80a8e19a40c2" /><Relationship Type="http://schemas.openxmlformats.org/officeDocument/2006/relationships/notesMaster" Target="/ppt/notesMasters/notesMaster1.xml" Id="Ref784064e5c445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c36a562f104a40" /><Relationship Type="http://schemas.openxmlformats.org/officeDocument/2006/relationships/notesMaster" Target="/ppt/notesMasters/notesMaster1.xml" Id="R5a9c49b0d45145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e9c6d74fd740cf" /><Relationship Type="http://schemas.openxmlformats.org/officeDocument/2006/relationships/notesMaster" Target="/ppt/notesMasters/notesMaster1.xml" Id="Rfb21e65377894b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15a4fe69164487" /><Relationship Type="http://schemas.openxmlformats.org/officeDocument/2006/relationships/notesMaster" Target="/ppt/notesMasters/notesMaster1.xml" Id="R5422ff73029a4e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6f6283c5344b9d" /><Relationship Type="http://schemas.openxmlformats.org/officeDocument/2006/relationships/notesMaster" Target="/ppt/notesMasters/notesMaster1.xml" Id="Rbfa487fa3d9942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208b0fa74e4185" /><Relationship Type="http://schemas.openxmlformats.org/officeDocument/2006/relationships/notesMaster" Target="/ppt/notesMasters/notesMaster1.xml" Id="Rc8b0f65ab5a848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802c60c2a74a0f" /><Relationship Type="http://schemas.openxmlformats.org/officeDocument/2006/relationships/notesMaster" Target="/ppt/notesMasters/notesMaster1.xml" Id="Reebfcffb1b8d4d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d8766b30cc4751" /><Relationship Type="http://schemas.openxmlformats.org/officeDocument/2006/relationships/notesMaster" Target="/ppt/notesMasters/notesMaster1.xml" Id="R0dbf68e883f64e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39eb9b7b024e8d" /><Relationship Type="http://schemas.openxmlformats.org/officeDocument/2006/relationships/notesMaster" Target="/ppt/notesMasters/notesMaster1.xml" Id="Rc0161696a02846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2c24a0c8ef48cb" /><Relationship Type="http://schemas.openxmlformats.org/officeDocument/2006/relationships/notesMaster" Target="/ppt/notesMasters/notesMaster1.xml" Id="R53aef19d30ea43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551e0e2deb44e9" /><Relationship Type="http://schemas.openxmlformats.org/officeDocument/2006/relationships/notesMaster" Target="/ppt/notesMasters/notesMaster1.xml" Id="Rf835abc3736441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a94eb9686d4bed" /><Relationship Type="http://schemas.openxmlformats.org/officeDocument/2006/relationships/notesMaster" Target="/ppt/notesMasters/notesMaster1.xml" Id="Rca05923613dd43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858567dcc64de5" /><Relationship Type="http://schemas.openxmlformats.org/officeDocument/2006/relationships/notesMaster" Target="/ppt/notesMasters/notesMaster1.xml" Id="R1e325948bc3e47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059c58c5e042dd" /><Relationship Type="http://schemas.openxmlformats.org/officeDocument/2006/relationships/notesMaster" Target="/ppt/notesMasters/notesMaster1.xml" Id="R7ea7dce5b1ac49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80ded28f4864d34" /><Relationship Type="http://schemas.openxmlformats.org/officeDocument/2006/relationships/notesMaster" Target="/ppt/notesMasters/notesMaster1.xml" Id="R91f2dde0ccf94f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982898aa9e4a17" /><Relationship Type="http://schemas.openxmlformats.org/officeDocument/2006/relationships/notesMaster" Target="/ppt/notesMasters/notesMaster1.xml" Id="Raaee70292cd149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f731269add45c5" /><Relationship Type="http://schemas.openxmlformats.org/officeDocument/2006/relationships/notesMaster" Target="/ppt/notesMasters/notesMaster1.xml" Id="Rce883ccb3f9748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0b19c7fff54f4a" /><Relationship Type="http://schemas.openxmlformats.org/officeDocument/2006/relationships/notesMaster" Target="/ppt/notesMasters/notesMaster1.xml" Id="R4d05f8970ce942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911fe8e21e4fa5" /><Relationship Type="http://schemas.openxmlformats.org/officeDocument/2006/relationships/notesMaster" Target="/ppt/notesMasters/notesMaster1.xml" Id="Rca75248a27824b8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362da6cbd5041f7" /><Relationship Type="http://schemas.openxmlformats.org/officeDocument/2006/relationships/notesMaster" Target="/ppt/notesMasters/notesMaster1.xml" Id="R4c3ffe9a599b49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d23757e92d4acb" /><Relationship Type="http://schemas.openxmlformats.org/officeDocument/2006/relationships/notesMaster" Target="/ppt/notesMasters/notesMaster1.xml" Id="R601c3c7d0d0f42b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c970f79f38844d4" /><Relationship Type="http://schemas.openxmlformats.org/officeDocument/2006/relationships/notesMaster" Target="/ppt/notesMasters/notesMaster1.xml" Id="R7e3afd77228042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364e280d89a4a81" /><Relationship Type="http://schemas.openxmlformats.org/officeDocument/2006/relationships/notesMaster" Target="/ppt/notesMasters/notesMaster1.xml" Id="Rd141fa35a51f4fb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81e177655554310" /><Relationship Type="http://schemas.openxmlformats.org/officeDocument/2006/relationships/notesMaster" Target="/ppt/notesMasters/notesMaster1.xml" Id="Rb5b9ad18c17a4fd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56a99aac3fc4d67" /><Relationship Type="http://schemas.openxmlformats.org/officeDocument/2006/relationships/notesMaster" Target="/ppt/notesMasters/notesMaster1.xml" Id="Raac282dc28a745f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07fd3d0b0044481" /><Relationship Type="http://schemas.openxmlformats.org/officeDocument/2006/relationships/notesMaster" Target="/ppt/notesMasters/notesMaster1.xml" Id="R4a7daccb91fc498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cd73145cbfd4166" /><Relationship Type="http://schemas.openxmlformats.org/officeDocument/2006/relationships/notesMaster" Target="/ppt/notesMasters/notesMaster1.xml" Id="R56f411f70eb94fe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751a8390a154aa1" /><Relationship Type="http://schemas.openxmlformats.org/officeDocument/2006/relationships/notesMaster" Target="/ppt/notesMasters/notesMaster1.xml" Id="R358d40778d2d419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e32d99c12e8498b" /><Relationship Type="http://schemas.openxmlformats.org/officeDocument/2006/relationships/notesMaster" Target="/ppt/notesMasters/notesMaster1.xml" Id="Rc07087fabc54442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4979a4c18b14d5e" /><Relationship Type="http://schemas.openxmlformats.org/officeDocument/2006/relationships/notesMaster" Target="/ppt/notesMasters/notesMaster1.xml" Id="R582633fd217b40c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ffc3c466ef74f86" /><Relationship Type="http://schemas.openxmlformats.org/officeDocument/2006/relationships/notesMaster" Target="/ppt/notesMasters/notesMaster1.xml" Id="R6f606b28156d4cc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e5d4419f05f4992" /><Relationship Type="http://schemas.openxmlformats.org/officeDocument/2006/relationships/notesMaster" Target="/ppt/notesMasters/notesMaster1.xml" Id="R8c56883bd6a9422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bc3a23c8fea4a50" /><Relationship Type="http://schemas.openxmlformats.org/officeDocument/2006/relationships/notesMaster" Target="/ppt/notesMasters/notesMaster1.xml" Id="R4d3b73f392fb4b6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5459a06fbe64544" /><Relationship Type="http://schemas.openxmlformats.org/officeDocument/2006/relationships/notesMaster" Target="/ppt/notesMasters/notesMaster1.xml" Id="R82251a91604a455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fe6b8c715504c0e" /><Relationship Type="http://schemas.openxmlformats.org/officeDocument/2006/relationships/notesMaster" Target="/ppt/notesMasters/notesMaster1.xml" Id="Ra8e2999a66f343c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22f19049a6642e9" /><Relationship Type="http://schemas.openxmlformats.org/officeDocument/2006/relationships/notesMaster" Target="/ppt/notesMasters/notesMaster1.xml" Id="R62785585ce2647d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84f8e72a80946ed" /><Relationship Type="http://schemas.openxmlformats.org/officeDocument/2006/relationships/notesMaster" Target="/ppt/notesMasters/notesMaster1.xml" Id="R5f2d6fb574ae47c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e3d393c490f40de" /><Relationship Type="http://schemas.openxmlformats.org/officeDocument/2006/relationships/notesMaster" Target="/ppt/notesMasters/notesMaster1.xml" Id="R61e18c52891444a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b50e9f3ff9d475d" /><Relationship Type="http://schemas.openxmlformats.org/officeDocument/2006/relationships/notesMaster" Target="/ppt/notesMasters/notesMaster1.xml" Id="R271b5015feee4b0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09a35e07eb74fc6" /><Relationship Type="http://schemas.openxmlformats.org/officeDocument/2006/relationships/notesMaster" Target="/ppt/notesMasters/notesMaster1.xml" Id="R6915572574b1463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23e1d713a8241ae" /><Relationship Type="http://schemas.openxmlformats.org/officeDocument/2006/relationships/notesMaster" Target="/ppt/notesMasters/notesMaster1.xml" Id="R8f664e3a65314ab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60a3a11d1ae41ab" /><Relationship Type="http://schemas.openxmlformats.org/officeDocument/2006/relationships/notesMaster" Target="/ppt/notesMasters/notesMaster1.xml" Id="Rc1aca569aae14c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1/42.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2/42.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3/42.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4/42.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5/42.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6/42.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7/42.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8/42.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9/42.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10/42.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11/42.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12/42.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13/42.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14/42.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15/42.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16/42.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17/42.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18/42.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19/42.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20/42.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21/42.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22/42.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23/42.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24/42.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25/42.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26/42.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27/42.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28/42.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29/42.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30/42.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31/42.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32/42.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33/42.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34/42.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35/42.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36/42.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37/42.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38/42.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39/42.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40/42.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41/42.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42/42.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1698c904f041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58895a3b6d46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4b5ce621a042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9322eb0ccb4b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c4463137a847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0d7971bde94f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E23AAD-1572-4A13-BD1D-3B012EB4B48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361561-59EE-4C52-BF30-2DCD79DCA26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85E6E0-1DA6-4EB1-9C42-418DC8DBB2B0}"/>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1B82D2-72AD-48F2-BF79-A8DB5038ECE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27A24C-2571-4B33-8083-2EEDF73C1909}"/>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751FE7-00F6-414E-BF54-42436F0285B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7BAD30-53BA-441D-A64D-508379A1349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A2679C-DAB2-4E6D-8295-BE0EC1F0DB89}"/>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8F1A87-B252-49AA-9018-DAFE3B60C64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45B4B1-977E-453B-B889-07C2B346278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21dafb1d3341a2" /><Relationship Type="http://schemas.openxmlformats.org/officeDocument/2006/relationships/slideLayout" Target="/ppt/slideLayouts/slideLayout1.xml" Id="Re658b8f0a95d4992" /><Relationship Type="http://schemas.openxmlformats.org/officeDocument/2006/relationships/slideLayout" Target="/ppt/slideLayouts/slideLayout2.xml" Id="Rd170aa5cd513447b" /><Relationship Type="http://schemas.openxmlformats.org/officeDocument/2006/relationships/slideLayout" Target="/ppt/slideLayouts/slideLayout3.xml" Id="Ra63ef489dd2a4752" /><Relationship Type="http://schemas.openxmlformats.org/officeDocument/2006/relationships/slideLayout" Target="/ppt/slideLayouts/slideLayout4.xml" Id="Re94f5ae6853f418c" /><Relationship Type="http://schemas.openxmlformats.org/officeDocument/2006/relationships/slideLayout" Target="/ppt/slideLayouts/slideLayout5.xml" Id="R3be4b2c7bb2446ef" /><Relationship Type="http://schemas.openxmlformats.org/officeDocument/2006/relationships/slideLayout" Target="/ppt/slideLayouts/slideLayout6.xml" Id="Raee7c0d969514e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58b8f0a95d4992"/>
    <p:sldLayoutId xmlns:r="http://schemas.openxmlformats.org/officeDocument/2006/relationships" id="2147483650" r:id="Rd170aa5cd513447b"/>
    <p:sldLayoutId xmlns:r="http://schemas.openxmlformats.org/officeDocument/2006/relationships" id="2147483651" r:id="Ra63ef489dd2a4752"/>
    <p:sldLayoutId xmlns:r="http://schemas.openxmlformats.org/officeDocument/2006/relationships" id="2147483652" r:id="Re94f5ae6853f418c"/>
    <p:sldLayoutId xmlns:r="http://schemas.openxmlformats.org/officeDocument/2006/relationships" id="2147483653" r:id="R3be4b2c7bb2446ef"/>
    <p:sldLayoutId xmlns:r="http://schemas.openxmlformats.org/officeDocument/2006/relationships" id="2147483654" r:id="Raee7c0d969514e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b2694725694f24" /><Relationship Type="http://schemas.openxmlformats.org/officeDocument/2006/relationships/image" Target="/ppt/media/image.png" Id="Rb8d54bfc288c4d17" /><Relationship Type="http://schemas.openxmlformats.org/officeDocument/2006/relationships/image" Target="/ppt/media/image2.png" Id="Rde14a53061754cbe" /><Relationship Type="http://schemas.openxmlformats.org/officeDocument/2006/relationships/image" Target="/ppt/media/image3.png" Id="R4425a256926c43a1" /><Relationship Type="http://schemas.openxmlformats.org/officeDocument/2006/relationships/notesSlide" Target="/ppt/notesSlides/notesSlide1.xml" Id="R61aae1e9e2434f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8adede80af4dec" /><Relationship Type="http://schemas.openxmlformats.org/officeDocument/2006/relationships/image" Target="/ppt/media/image4.png" Id="Rd8e37f5fad254207" /><Relationship Type="http://schemas.openxmlformats.org/officeDocument/2006/relationships/image" Target="/ppt/media/image5.png" Id="Rf88393acee794cc8" /><Relationship Type="http://schemas.openxmlformats.org/officeDocument/2006/relationships/notesSlide" Target="/ppt/notesSlides/notesSlide2.xml" Id="R6cf98036395a4c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7868488be94675" /><Relationship Type="http://schemas.openxmlformats.org/officeDocument/2006/relationships/image" Target="/ppt/media/image6.png" Id="R0e726a925a254b94" /><Relationship Type="http://schemas.openxmlformats.org/officeDocument/2006/relationships/notesSlide" Target="/ppt/notesSlides/notesSlide3.xml" Id="Rff2a4ac8918b42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7811d1169f45a3" /><Relationship Type="http://schemas.openxmlformats.org/officeDocument/2006/relationships/image" Target="/ppt/media/image7.png" Id="R4936cc6d37ef42b8" /><Relationship Type="http://schemas.openxmlformats.org/officeDocument/2006/relationships/image" Target="/ppt/media/image8.png" Id="R609d68a4931341bd" /><Relationship Type="http://schemas.openxmlformats.org/officeDocument/2006/relationships/notesSlide" Target="/ppt/notesSlides/notesSlide4.xml" Id="R2e95236fa05748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7fbe01c3fd48de" /><Relationship Type="http://schemas.openxmlformats.org/officeDocument/2006/relationships/image" Target="/ppt/media/image9.png" Id="R3cd5ba877f494a4f" /><Relationship Type="http://schemas.openxmlformats.org/officeDocument/2006/relationships/image" Target="/ppt/media/image10.png" Id="Rd4ca35917d1e4b8b" /><Relationship Type="http://schemas.openxmlformats.org/officeDocument/2006/relationships/notesSlide" Target="/ppt/notesSlides/notesSlide5.xml" Id="R419ea764805345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4c89083c5c4750" /><Relationship Type="http://schemas.openxmlformats.org/officeDocument/2006/relationships/image" Target="/ppt/media/image11.png" Id="R21c7dc919ef64b15" /><Relationship Type="http://schemas.openxmlformats.org/officeDocument/2006/relationships/notesSlide" Target="/ppt/notesSlides/notesSlide6.xml" Id="R88ee46751a324b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8fe0b2615344f7" /><Relationship Type="http://schemas.openxmlformats.org/officeDocument/2006/relationships/image" Target="/ppt/media/image12.png" Id="R605f24c6f03d464d" /><Relationship Type="http://schemas.openxmlformats.org/officeDocument/2006/relationships/image" Target="/ppt/media/image13.png" Id="R6abb3fa3c8f74002" /><Relationship Type="http://schemas.openxmlformats.org/officeDocument/2006/relationships/notesSlide" Target="/ppt/notesSlides/notesSlide7.xml" Id="R4f6a59616fdf47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1e2dc76c2c4c48" /><Relationship Type="http://schemas.openxmlformats.org/officeDocument/2006/relationships/image" Target="/ppt/media/image14.png" Id="Rd25bb0dd04b74ac8" /><Relationship Type="http://schemas.openxmlformats.org/officeDocument/2006/relationships/image" Target="/ppt/media/image15.png" Id="R577aece195504133" /><Relationship Type="http://schemas.openxmlformats.org/officeDocument/2006/relationships/notesSlide" Target="/ppt/notesSlides/notesSlide8.xml" Id="Reda6910543944d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25aecfc691947e0" /><Relationship Type="http://schemas.openxmlformats.org/officeDocument/2006/relationships/image" Target="/ppt/media/image16.png" Id="R86eef16d56894376" /><Relationship Type="http://schemas.openxmlformats.org/officeDocument/2006/relationships/image" Target="/ppt/media/image17.png" Id="Re8d256a2dad54128" /><Relationship Type="http://schemas.openxmlformats.org/officeDocument/2006/relationships/image" Target="/ppt/media/image18.png" Id="R785246fb7e0b402e" /><Relationship Type="http://schemas.openxmlformats.org/officeDocument/2006/relationships/image" Target="/ppt/media/image19.png" Id="R59f5092d91714f23" /><Relationship Type="http://schemas.openxmlformats.org/officeDocument/2006/relationships/notesSlide" Target="/ppt/notesSlides/notesSlide9.xml" Id="Re9876e2ffe7d4a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64107a41b143fc" /><Relationship Type="http://schemas.openxmlformats.org/officeDocument/2006/relationships/image" Target="/ppt/media/image20.png" Id="R3b898a5e827744e5" /><Relationship Type="http://schemas.openxmlformats.org/officeDocument/2006/relationships/image" Target="/ppt/media/image21.png" Id="R06bd7f7b1278472b" /><Relationship Type="http://schemas.openxmlformats.org/officeDocument/2006/relationships/image" Target="/ppt/media/image22.png" Id="R29c4dcaf6a9944c0" /><Relationship Type="http://schemas.openxmlformats.org/officeDocument/2006/relationships/notesSlide" Target="/ppt/notesSlides/notesSlide10.xml" Id="Rd4dc3358c8f645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fdeb7c43ac2405b" /><Relationship Type="http://schemas.openxmlformats.org/officeDocument/2006/relationships/image" Target="/ppt/media/image23.png" Id="Rd8c875ccb4754d7e" /><Relationship Type="http://schemas.openxmlformats.org/officeDocument/2006/relationships/image" Target="/ppt/media/image24.png" Id="R61734f299c194ee7" /><Relationship Type="http://schemas.openxmlformats.org/officeDocument/2006/relationships/image" Target="/ppt/media/image25.png" Id="R606286099a5948ef" /><Relationship Type="http://schemas.openxmlformats.org/officeDocument/2006/relationships/notesSlide" Target="/ppt/notesSlides/notesSlide11.xml" Id="R475ca4d2346647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f0eeffae6484650" /><Relationship Type="http://schemas.openxmlformats.org/officeDocument/2006/relationships/image" Target="/ppt/media/image26.png" Id="R4e8e5d9b123a4727" /><Relationship Type="http://schemas.openxmlformats.org/officeDocument/2006/relationships/image" Target="/ppt/media/image27.png" Id="R39a2bc486a6e420e" /><Relationship Type="http://schemas.openxmlformats.org/officeDocument/2006/relationships/notesSlide" Target="/ppt/notesSlides/notesSlide12.xml" Id="R618e52875b4446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c6e21ca655f435b" /><Relationship Type="http://schemas.openxmlformats.org/officeDocument/2006/relationships/image" Target="/ppt/media/image28.png" Id="R7dddeddde4db450a" /><Relationship Type="http://schemas.openxmlformats.org/officeDocument/2006/relationships/image" Target="/ppt/media/image29.png" Id="Rc219d4b4af7c4e96" /><Relationship Type="http://schemas.openxmlformats.org/officeDocument/2006/relationships/notesSlide" Target="/ppt/notesSlides/notesSlide13.xml" Id="R97d82eb720c442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7123af2f8d84808" /><Relationship Type="http://schemas.openxmlformats.org/officeDocument/2006/relationships/image" Target="/ppt/media/image30.png" Id="Rc86a61887e37419e" /><Relationship Type="http://schemas.openxmlformats.org/officeDocument/2006/relationships/image" Target="/ppt/media/image31.png" Id="R02fd60e9146d40c7" /><Relationship Type="http://schemas.openxmlformats.org/officeDocument/2006/relationships/notesSlide" Target="/ppt/notesSlides/notesSlide14.xml" Id="R5c3b4c824c8d4d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9db0fa62804485" /><Relationship Type="http://schemas.openxmlformats.org/officeDocument/2006/relationships/image" Target="/ppt/media/image32.png" Id="R3e2f482f6df94a22" /><Relationship Type="http://schemas.openxmlformats.org/officeDocument/2006/relationships/image" Target="/ppt/media/image33.png" Id="R60e56b53f457411f" /><Relationship Type="http://schemas.openxmlformats.org/officeDocument/2006/relationships/image" Target="/ppt/media/image34.png" Id="R9f83aab190104bd7" /><Relationship Type="http://schemas.openxmlformats.org/officeDocument/2006/relationships/image" Target="/ppt/media/image35.png" Id="R8407edb8dc944b28" /><Relationship Type="http://schemas.openxmlformats.org/officeDocument/2006/relationships/notesSlide" Target="/ppt/notesSlides/notesSlide15.xml" Id="Rddf4bb4b85c240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d73c169164c4743" /><Relationship Type="http://schemas.openxmlformats.org/officeDocument/2006/relationships/image" Target="/ppt/media/image36.png" Id="R35d0e33d51674b94" /><Relationship Type="http://schemas.openxmlformats.org/officeDocument/2006/relationships/image" Target="/ppt/media/image37.png" Id="R30bdb28cdad54626" /><Relationship Type="http://schemas.openxmlformats.org/officeDocument/2006/relationships/notesSlide" Target="/ppt/notesSlides/notesSlide16.xml" Id="Ra3d8606e196b47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cf697c8026f4b60" /><Relationship Type="http://schemas.openxmlformats.org/officeDocument/2006/relationships/image" Target="/ppt/media/image38.png" Id="R8469cc5030b74c4f" /><Relationship Type="http://schemas.openxmlformats.org/officeDocument/2006/relationships/image" Target="/ppt/media/image39.png" Id="R710b1b4ee93647a7" /><Relationship Type="http://schemas.openxmlformats.org/officeDocument/2006/relationships/image" Target="/ppt/media/image40.png" Id="R635fd87036dd4312" /><Relationship Type="http://schemas.openxmlformats.org/officeDocument/2006/relationships/notesSlide" Target="/ppt/notesSlides/notesSlide17.xml" Id="Rcc6811729d4b48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ff3a332bf7349d2" /><Relationship Type="http://schemas.openxmlformats.org/officeDocument/2006/relationships/image" Target="/ppt/media/image41.png" Id="R8b1506c730a249c3" /><Relationship Type="http://schemas.openxmlformats.org/officeDocument/2006/relationships/image" Target="/ppt/media/image42.png" Id="R5226eafca1504714" /><Relationship Type="http://schemas.openxmlformats.org/officeDocument/2006/relationships/image" Target="/ppt/media/image43.png" Id="Ra0075a356d954a8a" /><Relationship Type="http://schemas.openxmlformats.org/officeDocument/2006/relationships/notesSlide" Target="/ppt/notesSlides/notesSlide18.xml" Id="Rec89bc2ee5b44a1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b0f98f4981344c8" /><Relationship Type="http://schemas.openxmlformats.org/officeDocument/2006/relationships/image" Target="/ppt/media/image44.png" Id="R83b877f2b23d45c3" /><Relationship Type="http://schemas.openxmlformats.org/officeDocument/2006/relationships/image" Target="/ppt/media/image45.png" Id="R34c5af80e6b640b6" /><Relationship Type="http://schemas.openxmlformats.org/officeDocument/2006/relationships/image" Target="/ppt/media/image46.png" Id="Rb0531f826fe544e1" /><Relationship Type="http://schemas.openxmlformats.org/officeDocument/2006/relationships/notesSlide" Target="/ppt/notesSlides/notesSlide19.xml" Id="R995835053dff46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ec08bb504664362" /><Relationship Type="http://schemas.openxmlformats.org/officeDocument/2006/relationships/image" Target="/ppt/media/image47.png" Id="R35b0bb790d074d99" /><Relationship Type="http://schemas.openxmlformats.org/officeDocument/2006/relationships/notesSlide" Target="/ppt/notesSlides/notesSlide20.xml" Id="R33254cec231444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1f27ef49bae464b" /><Relationship Type="http://schemas.openxmlformats.org/officeDocument/2006/relationships/image" Target="/ppt/media/image48.png" Id="R867bcd36d75e4564" /><Relationship Type="http://schemas.openxmlformats.org/officeDocument/2006/relationships/image" Target="/ppt/media/image49.png" Id="Ra71092b1e51f4913" /><Relationship Type="http://schemas.openxmlformats.org/officeDocument/2006/relationships/image" Target="/ppt/media/image50.png" Id="Ra17edaccbb184c42" /><Relationship Type="http://schemas.openxmlformats.org/officeDocument/2006/relationships/notesSlide" Target="/ppt/notesSlides/notesSlide21.xml" Id="R465ff37b50f74ad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4efd157166d4ce4" /><Relationship Type="http://schemas.openxmlformats.org/officeDocument/2006/relationships/image" Target="/ppt/media/image51.png" Id="Rfa085c2f946e407f" /><Relationship Type="http://schemas.openxmlformats.org/officeDocument/2006/relationships/image" Target="/ppt/media/image52.png" Id="Raa2f423b37734d02" /><Relationship Type="http://schemas.openxmlformats.org/officeDocument/2006/relationships/image" Target="/ppt/media/image53.png" Id="Ra4577bfa90e84132" /><Relationship Type="http://schemas.openxmlformats.org/officeDocument/2006/relationships/notesSlide" Target="/ppt/notesSlides/notesSlide22.xml" Id="Ra081d1e9e8144cd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c7c766ccff04e3c" /><Relationship Type="http://schemas.openxmlformats.org/officeDocument/2006/relationships/image" Target="/ppt/media/image54.png" Id="R1df0b544c0fe4b53" /><Relationship Type="http://schemas.openxmlformats.org/officeDocument/2006/relationships/image" Target="/ppt/media/image55.png" Id="R6065c6af7ecb43d4" /><Relationship Type="http://schemas.openxmlformats.org/officeDocument/2006/relationships/notesSlide" Target="/ppt/notesSlides/notesSlide23.xml" Id="R96ea84aaa24943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035871ccff24b6f" /><Relationship Type="http://schemas.openxmlformats.org/officeDocument/2006/relationships/image" Target="/ppt/media/image56.png" Id="R456fdf5277524ee4" /><Relationship Type="http://schemas.openxmlformats.org/officeDocument/2006/relationships/image" Target="/ppt/media/image57.png" Id="Rcb2d7871f1554060" /><Relationship Type="http://schemas.openxmlformats.org/officeDocument/2006/relationships/notesSlide" Target="/ppt/notesSlides/notesSlide24.xml" Id="Rb9ba31132368485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fd79debb7184f0d" /><Relationship Type="http://schemas.openxmlformats.org/officeDocument/2006/relationships/image" Target="/ppt/media/image58.png" Id="Rfa7bd7f5a9b54b7b" /><Relationship Type="http://schemas.openxmlformats.org/officeDocument/2006/relationships/image" Target="/ppt/media/image59.png" Id="R84d5f6cd8c764531" /><Relationship Type="http://schemas.openxmlformats.org/officeDocument/2006/relationships/image" Target="/ppt/media/image60.png" Id="Rea166a8176144775" /><Relationship Type="http://schemas.openxmlformats.org/officeDocument/2006/relationships/notesSlide" Target="/ppt/notesSlides/notesSlide25.xml" Id="Re79c35c86ac6475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04de9cfd2e84430" /><Relationship Type="http://schemas.openxmlformats.org/officeDocument/2006/relationships/image" Target="/ppt/media/image61.png" Id="R32abf089ecca476a" /><Relationship Type="http://schemas.openxmlformats.org/officeDocument/2006/relationships/image" Target="/ppt/media/image62.png" Id="R6e0927c575a8422d" /><Relationship Type="http://schemas.openxmlformats.org/officeDocument/2006/relationships/notesSlide" Target="/ppt/notesSlides/notesSlide26.xml" Id="R13c8b2d63c9a424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449b2ffc9864b32" /><Relationship Type="http://schemas.openxmlformats.org/officeDocument/2006/relationships/image" Target="/ppt/media/image63.png" Id="R2967d385542144e0" /><Relationship Type="http://schemas.openxmlformats.org/officeDocument/2006/relationships/image" Target="/ppt/media/image64.png" Id="Rb7cb2741e7924f01" /><Relationship Type="http://schemas.openxmlformats.org/officeDocument/2006/relationships/image" Target="/ppt/media/image65.png" Id="R0122929d5420410a" /><Relationship Type="http://schemas.openxmlformats.org/officeDocument/2006/relationships/image" Target="/ppt/media/image66.png" Id="R2cd75298a271483d" /><Relationship Type="http://schemas.openxmlformats.org/officeDocument/2006/relationships/image" Target="/ppt/media/image67.png" Id="R5098d4a083c74b93" /><Relationship Type="http://schemas.openxmlformats.org/officeDocument/2006/relationships/notesSlide" Target="/ppt/notesSlides/notesSlide27.xml" Id="R8c09c1a58c664ab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6fddb14d9bd4902" /><Relationship Type="http://schemas.openxmlformats.org/officeDocument/2006/relationships/image" Target="/ppt/media/image68.png" Id="R11dae4edbe2e4a02" /><Relationship Type="http://schemas.openxmlformats.org/officeDocument/2006/relationships/image" Target="/ppt/media/image69.png" Id="R9c7951ac57944f8f" /><Relationship Type="http://schemas.openxmlformats.org/officeDocument/2006/relationships/notesSlide" Target="/ppt/notesSlides/notesSlide28.xml" Id="Re0457058aa644a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a8c0d751a4544d5" /><Relationship Type="http://schemas.openxmlformats.org/officeDocument/2006/relationships/image" Target="/ppt/media/image70.png" Id="R2558e83a345a4642" /><Relationship Type="http://schemas.openxmlformats.org/officeDocument/2006/relationships/image" Target="/ppt/media/image71.png" Id="R16aa1a3465f64751" /><Relationship Type="http://schemas.openxmlformats.org/officeDocument/2006/relationships/notesSlide" Target="/ppt/notesSlides/notesSlide29.xml" Id="R411f43c3894e4ce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13e4079f62540cb" /><Relationship Type="http://schemas.openxmlformats.org/officeDocument/2006/relationships/image" Target="/ppt/media/image72.png" Id="R3a634965bd7a4a10" /><Relationship Type="http://schemas.openxmlformats.org/officeDocument/2006/relationships/image" Target="/ppt/media/image73.png" Id="Rcd3a4f7726244fd1" /><Relationship Type="http://schemas.openxmlformats.org/officeDocument/2006/relationships/notesSlide" Target="/ppt/notesSlides/notesSlide30.xml" Id="Rcc00d6f37c6549d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796f59ae9664085" /><Relationship Type="http://schemas.openxmlformats.org/officeDocument/2006/relationships/image" Target="/ppt/media/image74.png" Id="Rd75352b4141c4f6b" /><Relationship Type="http://schemas.openxmlformats.org/officeDocument/2006/relationships/image" Target="/ppt/media/image75.png" Id="Rd536dadbcba14fc1" /><Relationship Type="http://schemas.openxmlformats.org/officeDocument/2006/relationships/image" Target="/ppt/media/image76.png" Id="R8c007d0b42174c55" /><Relationship Type="http://schemas.openxmlformats.org/officeDocument/2006/relationships/notesSlide" Target="/ppt/notesSlides/notesSlide31.xml" Id="R11306f3807d34d0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5beb6446e974cde" /><Relationship Type="http://schemas.openxmlformats.org/officeDocument/2006/relationships/image" Target="/ppt/media/image77.png" Id="Ra928aa7703e94d20" /><Relationship Type="http://schemas.openxmlformats.org/officeDocument/2006/relationships/image" Target="/ppt/media/image78.png" Id="R9717f99ad6164ac8" /><Relationship Type="http://schemas.openxmlformats.org/officeDocument/2006/relationships/notesSlide" Target="/ppt/notesSlides/notesSlide32.xml" Id="Re08c8a627df842a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4ecfad12dae4fbd" /><Relationship Type="http://schemas.openxmlformats.org/officeDocument/2006/relationships/image" Target="/ppt/media/image79.png" Id="Re6a6bdab46154fb2" /><Relationship Type="http://schemas.openxmlformats.org/officeDocument/2006/relationships/image" Target="/ppt/media/image80.png" Id="R8be51cb2184e4687" /><Relationship Type="http://schemas.openxmlformats.org/officeDocument/2006/relationships/notesSlide" Target="/ppt/notesSlides/notesSlide33.xml" Id="Rd64f9e4bad6641c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42f4ca0194b4f68" /><Relationship Type="http://schemas.openxmlformats.org/officeDocument/2006/relationships/image" Target="/ppt/media/image81.png" Id="R233f1d14139c4126" /><Relationship Type="http://schemas.openxmlformats.org/officeDocument/2006/relationships/image" Target="/ppt/media/image82.png" Id="Rf926a83d095e48b1" /><Relationship Type="http://schemas.openxmlformats.org/officeDocument/2006/relationships/image" Target="/ppt/media/image83.png" Id="R49aa85565bbb4c31" /><Relationship Type="http://schemas.openxmlformats.org/officeDocument/2006/relationships/image" Target="/ppt/media/image84.png" Id="Rcc597191f1ff495b" /><Relationship Type="http://schemas.openxmlformats.org/officeDocument/2006/relationships/image" Target="/ppt/media/image85.png" Id="R6ef17ef369714a09" /><Relationship Type="http://schemas.openxmlformats.org/officeDocument/2006/relationships/notesSlide" Target="/ppt/notesSlides/notesSlide34.xml" Id="R252f12d98c794c0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d40d73f942b464e" /><Relationship Type="http://schemas.openxmlformats.org/officeDocument/2006/relationships/image" Target="/ppt/media/image86.png" Id="R7b853d0766054148" /><Relationship Type="http://schemas.openxmlformats.org/officeDocument/2006/relationships/image" Target="/ppt/media/image87.png" Id="R449eb3e615004edf" /><Relationship Type="http://schemas.openxmlformats.org/officeDocument/2006/relationships/image" Target="/ppt/media/image88.png" Id="R5d5e7d5a8bf742e1" /><Relationship Type="http://schemas.openxmlformats.org/officeDocument/2006/relationships/notesSlide" Target="/ppt/notesSlides/notesSlide35.xml" Id="R43ee4a7b05e349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5fbf49b9bbc4f80" /><Relationship Type="http://schemas.openxmlformats.org/officeDocument/2006/relationships/image" Target="/ppt/media/image89.png" Id="R99468f8df5c64d5b" /><Relationship Type="http://schemas.openxmlformats.org/officeDocument/2006/relationships/image" Target="/ppt/media/image90.png" Id="R5c2d840124174694" /><Relationship Type="http://schemas.openxmlformats.org/officeDocument/2006/relationships/notesSlide" Target="/ppt/notesSlides/notesSlide36.xml" Id="Ra445f8d6e14640b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8f07ac4822e4c89" /><Relationship Type="http://schemas.openxmlformats.org/officeDocument/2006/relationships/image" Target="/ppt/media/image91.png" Id="R4a1b9100c64e48dd" /><Relationship Type="http://schemas.openxmlformats.org/officeDocument/2006/relationships/notesSlide" Target="/ppt/notesSlides/notesSlide37.xml" Id="R026dad56484c4c8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d904caada844649" /><Relationship Type="http://schemas.openxmlformats.org/officeDocument/2006/relationships/image" Target="/ppt/media/image92.png" Id="Ra113739f33c04c95" /><Relationship Type="http://schemas.openxmlformats.org/officeDocument/2006/relationships/notesSlide" Target="/ppt/notesSlides/notesSlide38.xml" Id="R5f79358b0d5c4db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c354d3a673d4e8c" /><Relationship Type="http://schemas.openxmlformats.org/officeDocument/2006/relationships/image" Target="/ppt/media/image93.png" Id="Ref00aa1795344fa4" /><Relationship Type="http://schemas.openxmlformats.org/officeDocument/2006/relationships/notesSlide" Target="/ppt/notesSlides/notesSlide39.xml" Id="R98cc9daa4b234ca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fc383cd6a9c4629" /><Relationship Type="http://schemas.openxmlformats.org/officeDocument/2006/relationships/image" Target="/ppt/media/image94.png" Id="R932a04337a9b4c27" /><Relationship Type="http://schemas.openxmlformats.org/officeDocument/2006/relationships/image" Target="/ppt/media/image95.png" Id="Rd577bee0de2c43c0" /><Relationship Type="http://schemas.openxmlformats.org/officeDocument/2006/relationships/notesSlide" Target="/ppt/notesSlides/notesSlide40.xml" Id="R22f1f03a115948f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5c31d62ff8847fa" /><Relationship Type="http://schemas.openxmlformats.org/officeDocument/2006/relationships/image" Target="/ppt/media/image96.png" Id="R956c962bac664db9" /><Relationship Type="http://schemas.openxmlformats.org/officeDocument/2006/relationships/image" Target="/ppt/media/image97.png" Id="Rf57211c879f24c5e" /><Relationship Type="http://schemas.openxmlformats.org/officeDocument/2006/relationships/notesSlide" Target="/ppt/notesSlides/notesSlide41.xml" Id="Re8739234151a491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c1a0fa125ec4ee3" /><Relationship Type="http://schemas.openxmlformats.org/officeDocument/2006/relationships/image" Target="/ppt/media/image98.png" Id="Re9c4368b2ed047aa" /><Relationship Type="http://schemas.openxmlformats.org/officeDocument/2006/relationships/image" Target="/ppt/media/image99.png" Id="Ree0f6599c4354478" /><Relationship Type="http://schemas.openxmlformats.org/officeDocument/2006/relationships/notesSlide" Target="/ppt/notesSlides/notesSlide42.xml" Id="R4b185fc46aa84561"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FF052A7-B75C-45FB-B8E0-56B55EF174E8}"/>
              </a:ext>
            </a:extLst>
          </p:cNvPr>
          <p:cNvPicPr>
            <a:picLocks xmlns:a="http://schemas.openxmlformats.org/drawingml/2006/main" noChangeAspect="1"/>
          </p:cNvPicPr>
          <p:nvPr/>
        </p:nvPicPr>
        <p:blipFill>
          <a:blip xmlns:r="http://schemas.openxmlformats.org/officeDocument/2006/relationships" xmlns:a="http://schemas.openxmlformats.org/drawingml/2006/main" r:embed="Rb8d54bfc288c4d1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7A214843-35ED-4B6A-B1D4-C7B0756AB88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E53CC36C-A696-4652-9BE7-488CA38A7C8D}"/>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908B1D32-CAD1-427C-A5CE-CAB84C38C015}"/>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6ABACB33-DA9E-4409-9DCE-6899AEBBF129}"/>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C827221F-5303-4907-8E6B-5A7D0542F7AE}"/>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D05B9519-CF90-497B-976D-0FC6B50B04DD}"/>
              </a:ext>
            </a:extLst>
          </p:cNvPr>
          <p:cNvPicPr>
            <a:picLocks xmlns:a="http://schemas.openxmlformats.org/drawingml/2006/main" noChangeAspect="1"/>
          </p:cNvPicPr>
          <p:nvPr/>
        </p:nvPicPr>
        <p:blipFill>
          <a:blip xmlns:r="http://schemas.openxmlformats.org/officeDocument/2006/relationships" xmlns:a="http://schemas.openxmlformats.org/drawingml/2006/main" r:embed="Rde14a53061754c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89B36FC-5295-49C1-968A-FF544A10F1EC}"/>
              </a:ext>
            </a:extLst>
          </p:cNvPr>
          <p:cNvPicPr>
            <a:picLocks xmlns:a="http://schemas.openxmlformats.org/drawingml/2006/main" noChangeAspect="1"/>
          </p:cNvPicPr>
          <p:nvPr/>
        </p:nvPicPr>
        <p:blipFill>
          <a:blip xmlns:r="http://schemas.openxmlformats.org/officeDocument/2006/relationships" xmlns:a="http://schemas.openxmlformats.org/drawingml/2006/main" r:embed="R4425a256926c43a1"/>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FEC211C7-B890-47A7-87C6-499D582E89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8161859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0B52896-CACD-4B89-BA0C-88BBFE952F09}"/>
              </a:ext>
            </a:extLst>
          </p:cNvPr>
          <p:cNvPicPr>
            <a:picLocks xmlns:a="http://schemas.openxmlformats.org/drawingml/2006/main" noChangeAspect="1"/>
          </p:cNvPicPr>
          <p:nvPr/>
        </p:nvPicPr>
        <p:blipFill>
          <a:blip xmlns:r="http://schemas.openxmlformats.org/officeDocument/2006/relationships" xmlns:a="http://schemas.openxmlformats.org/drawingml/2006/main" r:embed="Rd8e37f5fad25420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621C51-E535-4A36-AD11-21EEA25F184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18C421-20CE-4E11-B3D4-EF4E9E4520F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DFFE65B9-CF1B-498E-857F-4FE57F812D8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C34DC00-0DAB-4892-956A-3CA3F71364B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DB15522E-175D-453E-8EFD-9C8E3B632F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9E1D109F-6365-428B-8B14-96B226A53E30}"/>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D243754B-33DF-4330-AB75-DD58A3445422}"/>
              </a:ext>
            </a:extLst>
          </p:cNvPr>
          <p:cNvPicPr>
            <a:picLocks xmlns:a="http://schemas.openxmlformats.org/drawingml/2006/main" noChangeAspect="1"/>
          </p:cNvPicPr>
          <p:nvPr/>
        </p:nvPicPr>
        <p:blipFill>
          <a:blip xmlns:r="http://schemas.openxmlformats.org/officeDocument/2006/relationships" xmlns:a="http://schemas.openxmlformats.org/drawingml/2006/main" r:embed="Rf88393acee794cc8"/>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6184234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D4482CD2-A7BE-4A51-A339-9B404C8BC478}"/>
              </a:ext>
            </a:extLst>
          </p:cNvPr>
          <p:cNvPicPr>
            <a:picLocks xmlns:a="http://schemas.openxmlformats.org/drawingml/2006/main" noChangeAspect="1"/>
          </p:cNvPicPr>
          <p:nvPr/>
        </p:nvPicPr>
        <p:blipFill>
          <a:blip xmlns:r="http://schemas.openxmlformats.org/officeDocument/2006/relationships" xmlns:a="http://schemas.openxmlformats.org/drawingml/2006/main" r:embed="R0e726a925a254b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215D1B-AF1E-47D3-912C-42619E977CA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7186851-6E94-4CFA-8EDD-9DA58B989C89}"/>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CE7EA800-8859-46D7-AD00-8839B54F6FFF}"/>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3337295D-6D3D-4A34-8A1E-114B61E49A38}"/>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ED96FE9D-B62B-43E4-AAE8-9BAE2A77C4BE}"/>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DFB726F5-FC2E-49AB-82BD-974C701105FD}"/>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6DDD9FA-28E1-44E2-B344-D4BEBD486AA6}"/>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55888505-1D0C-4F86-934F-1D80A156F53B}"/>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5EE1C4DD-1160-4960-BC8C-21EA6A44D69F}"/>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EEC5732-BA4D-4692-ACEB-5071FB406B6D}"/>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7C5012B5-30D5-46A4-84FF-AB0CA7682928}"/>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B11D510E-99AB-4961-9969-55C16B7F160E}"/>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51B36486-98B1-4CB0-B02D-81A357E1D476}"/>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DEBE225C-215D-4037-80F2-36211982545D}"/>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4607289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9CA510B-B93E-401F-91B1-66C8B3FC8EA7}"/>
              </a:ext>
            </a:extLst>
          </p:cNvPr>
          <p:cNvPicPr>
            <a:picLocks xmlns:a="http://schemas.openxmlformats.org/drawingml/2006/main" noChangeAspect="1"/>
          </p:cNvPicPr>
          <p:nvPr/>
        </p:nvPicPr>
        <p:blipFill>
          <a:blip xmlns:r="http://schemas.openxmlformats.org/officeDocument/2006/relationships" xmlns:a="http://schemas.openxmlformats.org/drawingml/2006/main" r:embed="R4936cc6d37ef42b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CD3BB8-6350-41E7-8D1D-E5ECA31241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DA2488-7605-4A61-BCBE-B71439A8C257}"/>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D719D99B-6A69-4E3C-8EDE-5F760AC16DE8}"/>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9BD2E3-1967-473D-8D82-114D70B0386D}"/>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A49B4C29-9473-456E-9A9A-125237AB96A6}"/>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FC5C78A5-BAC2-4055-9DD3-F6B993B77AE8}"/>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A40494D7-A2C9-4867-967D-D11864A017A6}"/>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1A425A5-9088-4850-B773-EE22CF9DBA7B}"/>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5EFDB2CB-7923-4670-990F-7D4A8D6E45CB}"/>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88A7BFD3-E008-4181-813A-559AF4CEEC55}"/>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91D46D2-DEC5-47A4-817D-88D466FAC8C2}"/>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EC6998A2-E320-4908-8AC9-A733FF358A45}"/>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EE6C54A8-6900-499E-8F18-DB295F9DE2D3}"/>
              </a:ext>
            </a:extLst>
          </p:cNvPr>
          <p:cNvPicPr>
            <a:picLocks xmlns:a="http://schemas.openxmlformats.org/drawingml/2006/main" noChangeAspect="1"/>
          </p:cNvPicPr>
          <p:nvPr/>
        </p:nvPicPr>
        <p:blipFill>
          <a:blip xmlns:r="http://schemas.openxmlformats.org/officeDocument/2006/relationships" xmlns:a="http://schemas.openxmlformats.org/drawingml/2006/main" r:embed="R609d68a4931341bd"/>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92368433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D2356F8-45CE-4BFF-ADC3-88471997FEA0}"/>
              </a:ext>
            </a:extLst>
          </p:cNvPr>
          <p:cNvPicPr>
            <a:picLocks xmlns:a="http://schemas.openxmlformats.org/drawingml/2006/main" noChangeAspect="1"/>
          </p:cNvPicPr>
          <p:nvPr/>
        </p:nvPicPr>
        <p:blipFill>
          <a:blip xmlns:r="http://schemas.openxmlformats.org/officeDocument/2006/relationships" xmlns:a="http://schemas.openxmlformats.org/drawingml/2006/main" r:embed="R3cd5ba877f494a4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929B5C3-1BEB-4936-B008-4373ED86AF3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3E1B6D5-45EE-4109-B461-01E2D4DD1EE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4A70AC08-52D1-4ECB-9093-DDC98429329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5CF8284-7445-46B7-9039-07F226FB1DC0}"/>
              </a:ext>
            </a:extLst>
          </p:cNvPr>
          <p:cNvPicPr>
            <a:picLocks xmlns:a="http://schemas.openxmlformats.org/drawingml/2006/main" noChangeAspect="1"/>
          </p:cNvPicPr>
          <p:nvPr/>
        </p:nvPicPr>
        <p:blipFill>
          <a:blip xmlns:r="http://schemas.openxmlformats.org/officeDocument/2006/relationships" xmlns:a="http://schemas.openxmlformats.org/drawingml/2006/main" r:embed="Rd4ca35917d1e4b8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D7102529-1A40-43D5-8151-CD7E78FC20D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393EA30E-FA04-4E01-A840-030634CE446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C113A95A-5372-4073-A41D-2240B952253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D78F3D56-BC3C-417A-806E-61EA58A630F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430048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94B61F7-1378-4C8B-B448-A07FDA99E04A}"/>
              </a:ext>
            </a:extLst>
          </p:cNvPr>
          <p:cNvPicPr>
            <a:picLocks xmlns:a="http://schemas.openxmlformats.org/drawingml/2006/main" noChangeAspect="1"/>
          </p:cNvPicPr>
          <p:nvPr/>
        </p:nvPicPr>
        <p:blipFill>
          <a:blip xmlns:r="http://schemas.openxmlformats.org/officeDocument/2006/relationships" xmlns:a="http://schemas.openxmlformats.org/drawingml/2006/main" r:embed="R21c7dc919ef64b1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B20BCA-BA64-494C-B4EE-AB46C5EB57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7FFA8D-0963-4CC6-AF1B-9BBEB4F398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68D19F6-164C-471E-84C5-20B4C044B20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74EE4C0-5DE8-49FA-8A5A-E64301B8D1A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645727F-9485-4D6E-A469-D72A2349C8D6}"/>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39CB225A-8ABE-4145-A59D-4973607894D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4C8A780D-B8B0-4D6E-87C5-77923120E61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93BA0BAB-F619-48B9-8B1C-A8F7E5E093A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EABDC4B1-3796-4BD5-B8B0-81CA8A13473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347E87A7-3733-40DE-88B2-7EC1768B529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132B9893-414C-45FD-9B50-27B50490ADF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137238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0D8127E-BF04-4C7E-96CC-1EAFAB407ED6}"/>
              </a:ext>
            </a:extLst>
          </p:cNvPr>
          <p:cNvPicPr>
            <a:picLocks xmlns:a="http://schemas.openxmlformats.org/drawingml/2006/main" noChangeAspect="1"/>
          </p:cNvPicPr>
          <p:nvPr/>
        </p:nvPicPr>
        <p:blipFill>
          <a:blip xmlns:r="http://schemas.openxmlformats.org/officeDocument/2006/relationships" xmlns:a="http://schemas.openxmlformats.org/drawingml/2006/main" r:embed="R605f24c6f03d46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438725-C096-46DD-B9F1-7D9400AD31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06151C-049B-4C79-A35A-D80BA556EBD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FC7A13A-E9BA-462E-9087-EFFE7B32C3B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023900F-9487-4036-B23D-C34DA98B681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094AF22-B06E-45E4-8551-9C09C9C3110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5D8EBCFA-8F99-459B-8C9E-C955B7A26679}"/>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18E8350C-6B79-4EE2-9BD2-F8AA3C05D8D2}"/>
              </a:ext>
            </a:extLst>
          </p:cNvPr>
          <p:cNvSpPr>
            <a:spLocks xmlns:a="http://schemas.openxmlformats.org/drawingml/2006/main" noGrp="1"/>
          </p:cNvSpPr>
          <p:nvPr/>
        </p:nvSpPr>
        <p:spPr>
          <a:xfrm xmlns:a="http://schemas.openxmlformats.org/drawingml/2006/main">
            <a:off x="1828800" y="43338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A6B24629-4F3F-4524-9382-8395AB574E23}"/>
              </a:ext>
            </a:extLst>
          </p:cNvPr>
          <p:cNvSpPr>
            <a:spLocks xmlns:a="http://schemas.openxmlformats.org/drawingml/2006/main" noGrp="1"/>
          </p:cNvSpPr>
          <p:nvPr/>
        </p:nvSpPr>
        <p:spPr>
          <a:xfrm xmlns:a="http://schemas.openxmlformats.org/drawingml/2006/main">
            <a:off x="2190750" y="4581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D2FBC61D-F3D3-4FBB-B35F-1FB6C68BA072}"/>
              </a:ext>
            </a:extLst>
          </p:cNvPr>
          <p:cNvSpPr>
            <a:spLocks xmlns:a="http://schemas.openxmlformats.org/drawingml/2006/main" noGrp="1"/>
          </p:cNvSpPr>
          <p:nvPr/>
        </p:nvSpPr>
        <p:spPr>
          <a:xfrm xmlns:a="http://schemas.openxmlformats.org/drawingml/2006/main">
            <a:off x="1828800" y="580072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426F2B25-6B29-4648-B039-684106B5EF8D}"/>
              </a:ext>
            </a:extLst>
          </p:cNvPr>
          <p:cNvSpPr>
            <a:spLocks xmlns:a="http://schemas.openxmlformats.org/drawingml/2006/main" noGrp="1"/>
          </p:cNvSpPr>
          <p:nvPr/>
        </p:nvSpPr>
        <p:spPr>
          <a:xfrm xmlns:a="http://schemas.openxmlformats.org/drawingml/2006/main">
            <a:off x="2190750" y="60483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12135455-3F2F-473F-9CCA-7DF8E9358547}"/>
              </a:ext>
            </a:extLst>
          </p:cNvPr>
          <p:cNvSpPr>
            <a:spLocks xmlns:a="http://schemas.openxmlformats.org/drawingml/2006/main" noGrp="1"/>
          </p:cNvSpPr>
          <p:nvPr/>
        </p:nvSpPr>
        <p:spPr>
          <a:xfrm xmlns:a="http://schemas.openxmlformats.org/drawingml/2006/main">
            <a:off x="1828800" y="72675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195E10B7-7199-4047-A38B-1FFD121B903C}"/>
              </a:ext>
            </a:extLst>
          </p:cNvPr>
          <p:cNvSpPr>
            <a:spLocks xmlns:a="http://schemas.openxmlformats.org/drawingml/2006/main" noGrp="1"/>
          </p:cNvSpPr>
          <p:nvPr/>
        </p:nvSpPr>
        <p:spPr>
          <a:xfrm xmlns:a="http://schemas.openxmlformats.org/drawingml/2006/main">
            <a:off x="2190750" y="75152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pic>
        <p:nvPicPr>
          <p:cNvPr id="14" name="">
            <a:extLst xmlns:a="http://schemas.openxmlformats.org/drawingml/2006/main">
              <a:ext uri="{FF2B5EF4-FFF2-40B4-BE49-F238E27FC236}">
                <a16:creationId xmlns:a16="http://schemas.microsoft.com/office/drawing/2014/main" id="{BE961793-E41F-4150-8F5C-074AB42AE663}"/>
              </a:ext>
            </a:extLst>
          </p:cNvPr>
          <p:cNvPicPr>
            <a:picLocks xmlns:a="http://schemas.openxmlformats.org/drawingml/2006/main" noChangeAspect="1"/>
          </p:cNvPicPr>
          <p:nvPr/>
        </p:nvPicPr>
        <p:blipFill>
          <a:blip xmlns:r="http://schemas.openxmlformats.org/officeDocument/2006/relationships" xmlns:a="http://schemas.openxmlformats.org/drawingml/2006/main" r:embed="R6abb3fa3c8f74002"/>
          <a:stretch xmlns:a="http://schemas.openxmlformats.org/drawingml/2006/main"/>
        </p:blipFill>
        <p:spPr>
          <a:xfrm xmlns:a="http://schemas.openxmlformats.org/drawingml/2006/main">
            <a:off x="13557929" y="5810250"/>
            <a:ext cx="3268891" cy="3333750"/>
          </a:xfrm>
          <a:prstGeom xmlns:a="http://schemas.openxmlformats.org/drawingml/2006/main" prst="rect">
            <a:avLst/>
          </a:prstGeom>
        </p:spPr>
      </p:pic>
      <p:sp>
        <p:nvSpPr>
          <p:cNvPr id="15" name="참조 R03-22 캐릭터 말풍선">
            <a:extLst xmlns:a="http://schemas.openxmlformats.org/drawingml/2006/main">
              <a:ext uri="{FF2B5EF4-FFF2-40B4-BE49-F238E27FC236}">
                <a16:creationId xmlns:a16="http://schemas.microsoft.com/office/drawing/2014/main" id="{93CA4DCB-0F68-4745-9911-DB06757ADB63}"/>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6" name="캐릭터로 연결되는 말풍선 꼬리">
            <a:extLst xmlns:a="http://schemas.openxmlformats.org/drawingml/2006/main">
              <a:ext uri="{FF2B5EF4-FFF2-40B4-BE49-F238E27FC236}">
                <a16:creationId xmlns:a16="http://schemas.microsoft.com/office/drawing/2014/main" id="{2EBB9C38-B2D9-40F7-86EB-278174487F23}"/>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7" name="캐릭터 발화 1">
            <a:extLst xmlns:a="http://schemas.openxmlformats.org/drawingml/2006/main">
              <a:ext uri="{FF2B5EF4-FFF2-40B4-BE49-F238E27FC236}">
                <a16:creationId xmlns:a16="http://schemas.microsoft.com/office/drawing/2014/main" id="{980FDC8B-8E64-4D21-9E11-B42271F2C2A7}"/>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경로만 다르게!</a:t>
            </a:r>
          </a:p>
        </p:txBody>
      </p:sp>
      <p:sp>
        <p:nvSpPr>
          <p:cNvPr id="18" name="캐릭터 발화 2">
            <a:extLst xmlns:a="http://schemas.openxmlformats.org/drawingml/2006/main">
              <a:ext uri="{FF2B5EF4-FFF2-40B4-BE49-F238E27FC236}">
                <a16:creationId xmlns:a16="http://schemas.microsoft.com/office/drawing/2014/main" id="{C2616ACA-273E-4850-BD6B-2EEBBDA8B59C}"/>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물질·상태·양·조건은 같게.</a:t>
            </a:r>
          </a:p>
        </p:txBody>
      </p:sp>
    </p:spTree>
    <p:extLst>
      <p:ext uri="{BB962C8B-B14F-4D97-AF65-F5344CB8AC3E}">
        <p14:creationId xmlns:p14="http://schemas.microsoft.com/office/powerpoint/2010/main" val="2985759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C9F7D470-3471-47A7-A9B1-15A5BFB721AF}"/>
              </a:ext>
            </a:extLst>
          </p:cNvPr>
          <p:cNvPicPr>
            <a:picLocks xmlns:a="http://schemas.openxmlformats.org/drawingml/2006/main" noChangeAspect="1"/>
          </p:cNvPicPr>
          <p:nvPr/>
        </p:nvPicPr>
        <p:blipFill>
          <a:blip xmlns:r="http://schemas.openxmlformats.org/officeDocument/2006/relationships" xmlns:a="http://schemas.openxmlformats.org/drawingml/2006/main" r:embed="Rd25bb0dd04b74ac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4DB8827-9336-41E4-AF47-6E1B7A81A7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2E7329-DE03-4657-8375-6908843213D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0F0A28F-F3B9-4950-9FEE-95233F47D90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6F20C97-ADB7-428C-9253-EF7826CDD6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ECEC75BA-370D-42CD-9859-32603FFB2AE7}"/>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FD005362-6A0B-4AF6-A328-7046E19DD889}"/>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F0124EAB-7555-418A-8835-372714008E2F}"/>
              </a:ext>
            </a:extLst>
          </p:cNvPr>
          <p:cNvPicPr>
            <a:picLocks xmlns:a="http://schemas.openxmlformats.org/drawingml/2006/main" noChangeAspect="1"/>
          </p:cNvPicPr>
          <p:nvPr/>
        </p:nvPicPr>
        <p:blipFill>
          <a:blip xmlns:r="http://schemas.openxmlformats.org/officeDocument/2006/relationships" xmlns:a="http://schemas.openxmlformats.org/drawingml/2006/main" r:embed="R577aece195504133"/>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285F4E24-1F98-459A-8C6C-0B0F0EBC173C}"/>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0DDAFB2A-0BFF-49B8-B0E8-88EF3C8FEFDF}"/>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5A9F84F3-DF07-492A-A542-75F49ED4BA87}"/>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70440A94-C2C9-4B9D-80F5-1B08B45635CD}"/>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1D05FAC0-14D5-408B-8472-7D1FB5FFBB80}"/>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D671535F-8CE8-4521-9B50-7876FB3379DD}"/>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18EB99CA-5C13-44BF-9382-29302439BA28}"/>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C60A6312-74D6-422D-96F1-D1FE65F690F6}"/>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45338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182AD82-9105-4698-8C02-C316F19B0E2F}"/>
              </a:ext>
            </a:extLst>
          </p:cNvPr>
          <p:cNvPicPr>
            <a:picLocks xmlns:a="http://schemas.openxmlformats.org/drawingml/2006/main" noChangeAspect="1"/>
          </p:cNvPicPr>
          <p:nvPr/>
        </p:nvPicPr>
        <p:blipFill>
          <a:blip xmlns:r="http://schemas.openxmlformats.org/officeDocument/2006/relationships" xmlns:a="http://schemas.openxmlformats.org/drawingml/2006/main" r:embed="R86eef16d5689437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CA96A2E-539C-44EB-BDB9-0A6FDD89F08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0CC955C-A19F-4DEE-8CEA-05E89F32FDD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96C21F9-D72B-4DAD-B3CE-4688E06DD71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BA077CA-37C6-4E57-A6F7-E55BA855718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15F78FCC-4EA9-4EAC-AB6F-67530CAC476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F6A0B0E-8DF5-4387-B4FE-0780474C4C2E}"/>
              </a:ext>
            </a:extLst>
          </p:cNvPr>
          <p:cNvPicPr>
            <a:picLocks xmlns:a="http://schemas.openxmlformats.org/drawingml/2006/main" noChangeAspect="1"/>
          </p:cNvPicPr>
          <p:nvPr/>
        </p:nvPicPr>
        <p:blipFill>
          <a:blip xmlns:r="http://schemas.openxmlformats.org/officeDocument/2006/relationships" xmlns:a="http://schemas.openxmlformats.org/drawingml/2006/main" r:embed="Re8d256a2dad54128"/>
          <a:stretch xmlns:a="http://schemas.openxmlformats.org/drawingml/2006/main"/>
        </p:blipFill>
        <p:spPr>
          <a:xfrm xmlns:a="http://schemas.openxmlformats.org/drawingml/2006/main">
            <a:off x="1905000" y="440055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15EEF20-12F9-4991-9D2A-6B2CD202E43C}"/>
              </a:ext>
            </a:extLst>
          </p:cNvPr>
          <p:cNvPicPr>
            <a:picLocks xmlns:a="http://schemas.openxmlformats.org/drawingml/2006/main" noChangeAspect="1"/>
          </p:cNvPicPr>
          <p:nvPr/>
        </p:nvPicPr>
        <p:blipFill>
          <a:blip xmlns:r="http://schemas.openxmlformats.org/officeDocument/2006/relationships" xmlns:a="http://schemas.openxmlformats.org/drawingml/2006/main" r:embed="R785246fb7e0b402e"/>
          <a:stretch xmlns:a="http://schemas.openxmlformats.org/drawingml/2006/main"/>
        </p:blipFill>
        <p:spPr>
          <a:xfrm xmlns:a="http://schemas.openxmlformats.org/drawingml/2006/main">
            <a:off x="1905000" y="5886450"/>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39D1776F-F6D3-436B-9C2E-512EADC15C39}"/>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D6BF5952-BFF4-4166-846F-811090555F1A}"/>
              </a:ext>
            </a:extLst>
          </p:cNvPr>
          <p:cNvPicPr>
            <a:picLocks xmlns:a="http://schemas.openxmlformats.org/drawingml/2006/main" noChangeAspect="1"/>
          </p:cNvPicPr>
          <p:nvPr/>
        </p:nvPicPr>
        <p:blipFill>
          <a:blip xmlns:r="http://schemas.openxmlformats.org/officeDocument/2006/relationships" xmlns:a="http://schemas.openxmlformats.org/drawingml/2006/main" r:embed="R59f5092d91714f23"/>
          <a:stretch xmlns:a="http://schemas.openxmlformats.org/drawingml/2006/main"/>
        </p:blipFill>
        <p:spPr>
          <a:xfrm xmlns:a="http://schemas.openxmlformats.org/drawingml/2006/main">
            <a:off x="1905000" y="7562850"/>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040470CF-4F95-48CF-BBD3-8AFCA4EE5BE7}"/>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CD1EB9CB-C496-4120-8271-28547B4E0384}"/>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431268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C09D1E1-153B-44F8-AFA8-B2A1BE46503A}"/>
              </a:ext>
            </a:extLst>
          </p:cNvPr>
          <p:cNvPicPr>
            <a:picLocks xmlns:a="http://schemas.openxmlformats.org/drawingml/2006/main" noChangeAspect="1"/>
          </p:cNvPicPr>
          <p:nvPr/>
        </p:nvPicPr>
        <p:blipFill>
          <a:blip xmlns:r="http://schemas.openxmlformats.org/officeDocument/2006/relationships" xmlns:a="http://schemas.openxmlformats.org/drawingml/2006/main" r:embed="R3b898a5e827744e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BF38C6-6048-4337-A174-77E7A9AE2CC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BC6AF40-1909-4D19-9E84-BC6B47F9280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7F9B517-8D8B-4969-82A2-FE897864BD4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4A66BA9-26A4-4BF3-9608-F057C14526A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3435F775-7E24-4057-AC51-B2D50500AAF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113819B6-E769-477B-A14B-957A4D9CD557}"/>
              </a:ext>
            </a:extLst>
          </p:cNvPr>
          <p:cNvPicPr>
            <a:picLocks xmlns:a="http://schemas.openxmlformats.org/drawingml/2006/main" noChangeAspect="1"/>
          </p:cNvPicPr>
          <p:nvPr/>
        </p:nvPicPr>
        <p:blipFill>
          <a:blip xmlns:r="http://schemas.openxmlformats.org/officeDocument/2006/relationships" xmlns:a="http://schemas.openxmlformats.org/drawingml/2006/main" r:embed="R06bd7f7b1278472b"/>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D5ACA7D-27C7-44C6-83FF-F2925E1422EA}"/>
              </a:ext>
            </a:extLst>
          </p:cNvPr>
          <p:cNvPicPr>
            <a:picLocks xmlns:a="http://schemas.openxmlformats.org/drawingml/2006/main" noChangeAspect="1"/>
          </p:cNvPicPr>
          <p:nvPr/>
        </p:nvPicPr>
        <p:blipFill>
          <a:blip xmlns:r="http://schemas.openxmlformats.org/officeDocument/2006/relationships" xmlns:a="http://schemas.openxmlformats.org/drawingml/2006/main" r:embed="R29c4dcaf6a9944c0"/>
          <a:stretch xmlns:a="http://schemas.openxmlformats.org/drawingml/2006/main"/>
        </p:blipFill>
        <p:spPr>
          <a:xfrm xmlns:a="http://schemas.openxmlformats.org/drawingml/2006/main">
            <a:off x="1547813" y="6096047"/>
            <a:ext cx="15192375" cy="144484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1446DAFD-08E2-4318-90A6-4A79CDA9476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0039EA1-9CB6-48EF-A185-8012861B0D3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76E898CA-E6D4-466E-BECB-FC61DD6B55BE}"/>
              </a:ext>
            </a:extLst>
          </p:cNvPr>
          <p:cNvSpPr>
            <a:spLocks xmlns:a="http://schemas.openxmlformats.org/drawingml/2006/main" noGrp="1"/>
          </p:cNvSpPr>
          <p:nvPr/>
        </p:nvSpPr>
        <p:spPr>
          <a:xfrm xmlns:a="http://schemas.openxmlformats.org/drawingml/2006/main">
            <a:off x="2286000" y="76866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76C23FAC-F153-4B56-A16B-42493721BE50}"/>
              </a:ext>
            </a:extLst>
          </p:cNvPr>
          <p:cNvSpPr>
            <a:spLocks xmlns:a="http://schemas.openxmlformats.org/drawingml/2006/main" noGrp="1"/>
          </p:cNvSpPr>
          <p:nvPr/>
        </p:nvSpPr>
        <p:spPr>
          <a:xfrm xmlns:a="http://schemas.openxmlformats.org/drawingml/2006/main">
            <a:off x="11477625" y="76866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2741295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5E5741D-4316-4742-B528-CC2467CFE4D2}"/>
              </a:ext>
            </a:extLst>
          </p:cNvPr>
          <p:cNvPicPr>
            <a:picLocks xmlns:a="http://schemas.openxmlformats.org/drawingml/2006/main" noChangeAspect="1"/>
          </p:cNvPicPr>
          <p:nvPr/>
        </p:nvPicPr>
        <p:blipFill>
          <a:blip xmlns:r="http://schemas.openxmlformats.org/officeDocument/2006/relationships" xmlns:a="http://schemas.openxmlformats.org/drawingml/2006/main" r:embed="Rd8c875ccb4754d7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E43B0E-0077-4FB0-B800-AA76B56E845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608ADF-5CBC-4FF9-A5A0-B58257E29D7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42FDA41-8F82-4C6B-B853-AB5E253749B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2BE95BE-D2C1-4B6A-AB93-AEFBB260AD8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0D56E58F-5A10-4543-9783-AAAA65B9888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8734AF9B-1B7F-44E9-AB49-3A06FF13EA0F}"/>
              </a:ext>
            </a:extLst>
          </p:cNvPr>
          <p:cNvPicPr>
            <a:picLocks xmlns:a="http://schemas.openxmlformats.org/drawingml/2006/main" noChangeAspect="1"/>
          </p:cNvPicPr>
          <p:nvPr/>
        </p:nvPicPr>
        <p:blipFill>
          <a:blip xmlns:r="http://schemas.openxmlformats.org/officeDocument/2006/relationships" xmlns:a="http://schemas.openxmlformats.org/drawingml/2006/main" r:embed="R61734f299c194ee7"/>
          <a:stretch xmlns:a="http://schemas.openxmlformats.org/drawingml/2006/main"/>
        </p:blipFill>
        <p:spPr>
          <a:xfrm xmlns:a="http://schemas.openxmlformats.org/drawingml/2006/main">
            <a:off x="2247929" y="4362450"/>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A318E6E-F051-41E5-A30F-1DBCAD43B7BE}"/>
              </a:ext>
            </a:extLst>
          </p:cNvPr>
          <p:cNvPicPr>
            <a:picLocks xmlns:a="http://schemas.openxmlformats.org/drawingml/2006/main" noChangeAspect="1"/>
          </p:cNvPicPr>
          <p:nvPr/>
        </p:nvPicPr>
        <p:blipFill>
          <a:blip xmlns:r="http://schemas.openxmlformats.org/officeDocument/2006/relationships" xmlns:a="http://schemas.openxmlformats.org/drawingml/2006/main" r:embed="R606286099a5948ef"/>
          <a:stretch xmlns:a="http://schemas.openxmlformats.org/drawingml/2006/main"/>
        </p:blipFill>
        <p:spPr>
          <a:xfrm xmlns:a="http://schemas.openxmlformats.org/drawingml/2006/main">
            <a:off x="1332671" y="6010275"/>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9B0821D3-E0EF-415C-B96F-411BF276F36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2729338-E9E3-44CE-A0E3-4C4F235F0FD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6C3E04F8-8A0E-4008-8F38-B57DDE73E4CA}"/>
              </a:ext>
            </a:extLst>
          </p:cNvPr>
          <p:cNvSpPr>
            <a:spLocks xmlns:a="http://schemas.openxmlformats.org/drawingml/2006/main" noGrp="1"/>
          </p:cNvSpPr>
          <p:nvPr/>
        </p:nvSpPr>
        <p:spPr>
          <a:xfrm xmlns:a="http://schemas.openxmlformats.org/drawingml/2006/main">
            <a:off x="11430000" y="38576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61A06E4D-54D9-47A8-8330-F5259D4C623D}"/>
              </a:ext>
            </a:extLst>
          </p:cNvPr>
          <p:cNvSpPr>
            <a:spLocks xmlns:a="http://schemas.openxmlformats.org/drawingml/2006/main" noGrp="1"/>
          </p:cNvSpPr>
          <p:nvPr/>
        </p:nvSpPr>
        <p:spPr>
          <a:xfrm xmlns:a="http://schemas.openxmlformats.org/drawingml/2006/main">
            <a:off x="11430000" y="72294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4721046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D0D0D58-D383-4673-B3DD-E8476F31B191}"/>
              </a:ext>
            </a:extLst>
          </p:cNvPr>
          <p:cNvPicPr>
            <a:picLocks xmlns:a="http://schemas.openxmlformats.org/drawingml/2006/main" noChangeAspect="1"/>
          </p:cNvPicPr>
          <p:nvPr/>
        </p:nvPicPr>
        <p:blipFill>
          <a:blip xmlns:r="http://schemas.openxmlformats.org/officeDocument/2006/relationships" xmlns:a="http://schemas.openxmlformats.org/drawingml/2006/main" r:embed="R4e8e5d9b123a472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5868AA-11F9-4EC5-8084-1EE454E3682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7A1CA65-08EC-4B4C-902B-5B8EFECB8A4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B30DA70-3DDA-4BEA-81F4-5371AD5164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8029A2B-5B99-4D90-9D5E-C4179C8DB01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C8ED4CB-1304-441A-8E9E-F68F421F55B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E1F883DC-A8E0-48EF-B744-6EC8C4A227A2}"/>
              </a:ext>
            </a:extLst>
          </p:cNvPr>
          <p:cNvGraphicFramePr/>
          <p:nvPr/>
        </p:nvGraphicFramePr>
        <p:xfrm>
          <a:off xmlns:a="http://schemas.openxmlformats.org/drawingml/2006/main" x="1828800"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F4307CA-ADC8-412B-8EFE-8997B19F08FF}"/>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34EA4A6-0FA6-4446-9368-9B2878BEA4E6}"/>
              </a:ext>
            </a:extLst>
          </p:cNvPr>
          <p:cNvSpPr>
            <a:spLocks xmlns:a="http://schemas.openxmlformats.org/drawingml/2006/main" noGrp="1"/>
          </p:cNvSpPr>
          <p:nvPr/>
        </p:nvSpPr>
        <p:spPr>
          <a:xfrm xmlns:a="http://schemas.openxmlformats.org/drawingml/2006/main" rot="5400000">
            <a:off x="1297305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3BE3415-2919-4440-9164-50141DB18D4C}"/>
              </a:ext>
            </a:extLst>
          </p:cNvPr>
          <p:cNvSpPr>
            <a:spLocks xmlns:a="http://schemas.openxmlformats.org/drawingml/2006/main" noGrp="1"/>
          </p:cNvSpPr>
          <p:nvPr/>
        </p:nvSpPr>
        <p:spPr>
          <a:xfrm xmlns:a="http://schemas.openxmlformats.org/drawingml/2006/main" rot="10800000">
            <a:off x="1297305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0DAE1ED-07D2-42AC-9EF5-2CFCD110448C}"/>
              </a:ext>
            </a:extLst>
          </p:cNvPr>
          <p:cNvSpPr>
            <a:spLocks xmlns:a="http://schemas.openxmlformats.org/drawingml/2006/main" noGrp="1"/>
          </p:cNvSpPr>
          <p:nvPr/>
        </p:nvSpPr>
        <p:spPr>
          <a:xfrm xmlns:a="http://schemas.openxmlformats.org/drawingml/2006/main" rot="16200000">
            <a:off x="182880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6690C198-3637-462E-8483-C03EE06E90D8}"/>
              </a:ext>
            </a:extLst>
          </p:cNvPr>
          <p:cNvPicPr>
            <a:picLocks xmlns:a="http://schemas.openxmlformats.org/drawingml/2006/main" noChangeAspect="1"/>
          </p:cNvPicPr>
          <p:nvPr/>
        </p:nvPicPr>
        <p:blipFill>
          <a:blip xmlns:r="http://schemas.openxmlformats.org/officeDocument/2006/relationships" xmlns:a="http://schemas.openxmlformats.org/drawingml/2006/main" r:embed="R39a2bc486a6e420e"/>
          <a:stretch xmlns:a="http://schemas.openxmlformats.org/drawingml/2006/main"/>
        </p:blipFill>
        <p:spPr>
          <a:xfrm xmlns:a="http://schemas.openxmlformats.org/drawingml/2006/main">
            <a:off x="14195466" y="5810250"/>
            <a:ext cx="1993818" cy="3333750"/>
          </a:xfrm>
          <a:prstGeom xmlns:a="http://schemas.openxmlformats.org/drawingml/2006/main" prst="rect">
            <a:avLst/>
          </a:prstGeom>
        </p:spPr>
      </p:pic>
      <p:sp>
        <p:nvSpPr>
          <p:cNvPr id="13" name="참조 R03-22 캐릭터 말풍선">
            <a:extLst xmlns:a="http://schemas.openxmlformats.org/drawingml/2006/main">
              <a:ext uri="{FF2B5EF4-FFF2-40B4-BE49-F238E27FC236}">
                <a16:creationId xmlns:a16="http://schemas.microsoft.com/office/drawing/2014/main" id="{6D1C6305-0F73-4619-9BA0-8F980A696C69}"/>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4" name="캐릭터로 연결되는 말풍선 꼬리">
            <a:extLst xmlns:a="http://schemas.openxmlformats.org/drawingml/2006/main">
              <a:ext uri="{FF2B5EF4-FFF2-40B4-BE49-F238E27FC236}">
                <a16:creationId xmlns:a16="http://schemas.microsoft.com/office/drawing/2014/main" id="{EEC7D3D2-F3AD-4B19-84BE-512F27570B9A}"/>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5" name="캐릭터 발화 1">
            <a:extLst xmlns:a="http://schemas.openxmlformats.org/drawingml/2006/main">
              <a:ext uri="{FF2B5EF4-FFF2-40B4-BE49-F238E27FC236}">
                <a16:creationId xmlns:a16="http://schemas.microsoft.com/office/drawing/2014/main" id="{44F47693-859E-4822-8D04-DB22B26ED071}"/>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계수·방향을 바꾸면</a:t>
            </a:r>
          </a:p>
        </p:txBody>
      </p:sp>
      <p:sp>
        <p:nvSpPr>
          <p:cNvPr id="16" name="캐릭터 발화 2">
            <a:extLst xmlns:a="http://schemas.openxmlformats.org/drawingml/2006/main">
              <a:ext uri="{FF2B5EF4-FFF2-40B4-BE49-F238E27FC236}">
                <a16:creationId xmlns:a16="http://schemas.microsoft.com/office/drawing/2014/main" id="{D1F8DAF7-2204-4026-BC92-AF5059FC1121}"/>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Δ</a:t>
            </a:r>
            <a:r>
              <a:rPr i="1">
                <a:latin typeface="Pretendard"/>
                <a:ea typeface="Pretendard"/>
                <a:cs typeface="Pretendard"/>
              </a:rPr>
              <a:t>H</a:t>
            </a:r>
            <a:r>
              <a:t>도 함께 바꿔!</a:t>
            </a:r>
          </a:p>
        </p:txBody>
      </p:sp>
    </p:spTree>
    <p:extLst>
      <p:ext uri="{BB962C8B-B14F-4D97-AF65-F5344CB8AC3E}">
        <p14:creationId xmlns:p14="http://schemas.microsoft.com/office/powerpoint/2010/main" val="161982652"/>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6E131DE-610F-4E29-82FB-4BB3AAB98920}"/>
              </a:ext>
            </a:extLst>
          </p:cNvPr>
          <p:cNvPicPr>
            <a:picLocks xmlns:a="http://schemas.openxmlformats.org/drawingml/2006/main" noChangeAspect="1"/>
          </p:cNvPicPr>
          <p:nvPr/>
        </p:nvPicPr>
        <p:blipFill>
          <a:blip xmlns:r="http://schemas.openxmlformats.org/officeDocument/2006/relationships" xmlns:a="http://schemas.openxmlformats.org/drawingml/2006/main" r:embed="R7dddeddde4db450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A45964E5-62BD-4D65-AF93-0FEFD9F55D3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1F4D506-74CB-4E96-A9BE-AFD91F8ECDC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39B6EC99-DE58-4181-A8C1-DBA76E60CCF7}"/>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1CEE86E-1BF4-4E6E-8736-101B22BC14D2}"/>
              </a:ext>
            </a:extLst>
          </p:cNvPr>
          <p:cNvPicPr>
            <a:picLocks xmlns:a="http://schemas.openxmlformats.org/drawingml/2006/main" noChangeAspect="1"/>
          </p:cNvPicPr>
          <p:nvPr/>
        </p:nvPicPr>
        <p:blipFill>
          <a:blip xmlns:r="http://schemas.openxmlformats.org/officeDocument/2006/relationships" xmlns:a="http://schemas.openxmlformats.org/drawingml/2006/main" r:embed="Rc219d4b4af7c4e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DA1977D6-583B-46B7-98DE-18B18BDE57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6A9BA48F-A3FA-4240-9E1B-9E9BA22000C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C3D41D25-F888-4B53-AA42-38CCC2521D7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DD9068E6-5AD8-4758-8F17-318D5CB63D3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5770203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DEF1B593-9585-441C-9F73-BE1321F75399}"/>
              </a:ext>
            </a:extLst>
          </p:cNvPr>
          <p:cNvPicPr>
            <a:picLocks xmlns:a="http://schemas.openxmlformats.org/drawingml/2006/main" noChangeAspect="1"/>
          </p:cNvPicPr>
          <p:nvPr/>
        </p:nvPicPr>
        <p:blipFill>
          <a:blip xmlns:r="http://schemas.openxmlformats.org/officeDocument/2006/relationships" xmlns:a="http://schemas.openxmlformats.org/drawingml/2006/main" r:embed="Rc86a61887e3741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D6E534-0BCE-48BA-BEC2-8D8715DE230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C29A5F-CA28-4C3B-A2D0-7C6E0E99AFC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76072AD-04BA-49DF-B709-669E113364A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36F5D49-BFD9-42CD-B393-D043F1E0F16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5A19C22-476D-45A9-9CEE-5922D8BA8FB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8F095C5F-FDBE-4921-AC0E-D8BB32F7CE0A}"/>
              </a:ext>
            </a:extLst>
          </p:cNvPr>
          <p:cNvSpPr>
            <a:spLocks xmlns:a="http://schemas.openxmlformats.org/drawingml/2006/main" noGrp="1"/>
          </p:cNvSpPr>
          <p:nvPr/>
        </p:nvSpPr>
        <p:spPr>
          <a:xfrm xmlns:a="http://schemas.openxmlformats.org/drawingml/2006/main">
            <a:off x="1828800" y="43338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FCFE6CFE-AB66-4388-A384-4908C07E4F70}"/>
              </a:ext>
            </a:extLst>
          </p:cNvPr>
          <p:cNvSpPr>
            <a:spLocks xmlns:a="http://schemas.openxmlformats.org/drawingml/2006/main" noGrp="1"/>
          </p:cNvSpPr>
          <p:nvPr/>
        </p:nvSpPr>
        <p:spPr>
          <a:xfrm xmlns:a="http://schemas.openxmlformats.org/drawingml/2006/main">
            <a:off x="2190750" y="4581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19E310C2-C83F-42F7-98F1-CD2704DF8975}"/>
              </a:ext>
            </a:extLst>
          </p:cNvPr>
          <p:cNvSpPr>
            <a:spLocks xmlns:a="http://schemas.openxmlformats.org/drawingml/2006/main" noGrp="1"/>
          </p:cNvSpPr>
          <p:nvPr/>
        </p:nvSpPr>
        <p:spPr>
          <a:xfrm xmlns:a="http://schemas.openxmlformats.org/drawingml/2006/main">
            <a:off x="1828800" y="580072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97361A6D-9A50-4C5E-A643-395E628A8F82}"/>
              </a:ext>
            </a:extLst>
          </p:cNvPr>
          <p:cNvSpPr>
            <a:spLocks xmlns:a="http://schemas.openxmlformats.org/drawingml/2006/main" noGrp="1"/>
          </p:cNvSpPr>
          <p:nvPr/>
        </p:nvSpPr>
        <p:spPr>
          <a:xfrm xmlns:a="http://schemas.openxmlformats.org/drawingml/2006/main">
            <a:off x="2190750" y="60483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FFB3487B-F5BE-4C6C-8D64-6C6A6B2063A5}"/>
              </a:ext>
            </a:extLst>
          </p:cNvPr>
          <p:cNvSpPr>
            <a:spLocks xmlns:a="http://schemas.openxmlformats.org/drawingml/2006/main" noGrp="1"/>
          </p:cNvSpPr>
          <p:nvPr/>
        </p:nvSpPr>
        <p:spPr>
          <a:xfrm xmlns:a="http://schemas.openxmlformats.org/drawingml/2006/main">
            <a:off x="1828800" y="72675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221BD62-9139-482A-9891-F6344D5B2B5A}"/>
              </a:ext>
            </a:extLst>
          </p:cNvPr>
          <p:cNvSpPr>
            <a:spLocks xmlns:a="http://schemas.openxmlformats.org/drawingml/2006/main" noGrp="1"/>
          </p:cNvSpPr>
          <p:nvPr/>
        </p:nvSpPr>
        <p:spPr>
          <a:xfrm xmlns:a="http://schemas.openxmlformats.org/drawingml/2006/main">
            <a:off x="2190750" y="75152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pic>
        <p:nvPicPr>
          <p:cNvPr id="13" name="">
            <a:extLst xmlns:a="http://schemas.openxmlformats.org/drawingml/2006/main">
              <a:ext uri="{FF2B5EF4-FFF2-40B4-BE49-F238E27FC236}">
                <a16:creationId xmlns:a16="http://schemas.microsoft.com/office/drawing/2014/main" id="{D60BE2C3-A74E-433C-930D-0ED447280654}"/>
              </a:ext>
            </a:extLst>
          </p:cNvPr>
          <p:cNvPicPr>
            <a:picLocks xmlns:a="http://schemas.openxmlformats.org/drawingml/2006/main" noChangeAspect="1"/>
          </p:cNvPicPr>
          <p:nvPr/>
        </p:nvPicPr>
        <p:blipFill>
          <a:blip xmlns:r="http://schemas.openxmlformats.org/officeDocument/2006/relationships" xmlns:a="http://schemas.openxmlformats.org/drawingml/2006/main" r:embed="R02fd60e9146d40c7"/>
          <a:stretch xmlns:a="http://schemas.openxmlformats.org/drawingml/2006/main"/>
        </p:blipFill>
        <p:spPr>
          <a:xfrm xmlns:a="http://schemas.openxmlformats.org/drawingml/2006/main">
            <a:off x="14108833" y="5810250"/>
            <a:ext cx="2167083" cy="3333750"/>
          </a:xfrm>
          <a:prstGeom xmlns:a="http://schemas.openxmlformats.org/drawingml/2006/main" prst="rect">
            <a:avLst/>
          </a:prstGeom>
        </p:spPr>
      </p:pic>
      <p:sp>
        <p:nvSpPr>
          <p:cNvPr id="14" name="참조 R03-22 캐릭터 말풍선">
            <a:extLst xmlns:a="http://schemas.openxmlformats.org/drawingml/2006/main">
              <a:ext uri="{FF2B5EF4-FFF2-40B4-BE49-F238E27FC236}">
                <a16:creationId xmlns:a16="http://schemas.microsoft.com/office/drawing/2014/main" id="{93DEEC0F-390C-4211-BADC-FE895B42045C}"/>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5" name="캐릭터로 연결되는 말풍선 꼬리">
            <a:extLst xmlns:a="http://schemas.openxmlformats.org/drawingml/2006/main">
              <a:ext uri="{FF2B5EF4-FFF2-40B4-BE49-F238E27FC236}">
                <a16:creationId xmlns:a16="http://schemas.microsoft.com/office/drawing/2014/main" id="{CADE0BA0-B03C-49A6-81D9-4EBB1D6DF753}"/>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6" name="캐릭터 발화 1">
            <a:extLst xmlns:a="http://schemas.openxmlformats.org/drawingml/2006/main">
              <a:ext uri="{FF2B5EF4-FFF2-40B4-BE49-F238E27FC236}">
                <a16:creationId xmlns:a16="http://schemas.microsoft.com/office/drawing/2014/main" id="{884A4107-76AB-4F8D-BC85-157B81A5335F}"/>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344" b="0">
                <a:solidFill>
                  <a:srgbClr val="000000"/>
                </a:solidFill>
                <a:latin typeface="Pretendard"/>
                <a:ea typeface="Pretendard"/>
                <a:cs typeface="Pretendard"/>
              </a:defRPr>
            </a:defPPr>
            <a:lvl1pPr algn="ctr">
              <a:defRPr sz="2344" b="0">
                <a:solidFill>
                  <a:srgbClr val="000000"/>
                </a:solidFill>
                <a:latin typeface="Pretendard"/>
                <a:ea typeface="Pretendard"/>
                <a:cs typeface="Pretendard"/>
              </a:defRPr>
            </a:lvl1pPr>
            <a:lvl2pPr algn="ctr">
              <a:defRPr sz="2344" b="0">
                <a:solidFill>
                  <a:srgbClr val="000000"/>
                </a:solidFill>
                <a:latin typeface="Pretendard"/>
                <a:ea typeface="Pretendard"/>
                <a:cs typeface="Pretendard"/>
              </a:defRPr>
            </a:lvl2pPr>
            <a:lvl3pPr algn="ctr">
              <a:defRPr sz="2344" b="0">
                <a:solidFill>
                  <a:srgbClr val="000000"/>
                </a:solidFill>
                <a:latin typeface="Pretendard"/>
                <a:ea typeface="Pretendard"/>
                <a:cs typeface="Pretendard"/>
              </a:defRPr>
            </a:lvl3pPr>
            <a:lvl4pPr algn="ctr">
              <a:defRPr sz="2344" b="0">
                <a:solidFill>
                  <a:srgbClr val="000000"/>
                </a:solidFill>
                <a:latin typeface="Pretendard"/>
                <a:ea typeface="Pretendard"/>
                <a:cs typeface="Pretendard"/>
              </a:defRPr>
            </a:lvl4pPr>
            <a:lvl5pPr algn="ctr">
              <a:defRPr sz="2344" b="0">
                <a:solidFill>
                  <a:srgbClr val="000000"/>
                </a:solidFill>
                <a:latin typeface="Pretendard"/>
                <a:ea typeface="Pretendard"/>
                <a:cs typeface="Pretendard"/>
              </a:defRPr>
            </a:lvl5pPr>
            <a:lvl6pPr algn="ctr">
              <a:defRPr sz="2344" b="0">
                <a:solidFill>
                  <a:srgbClr val="000000"/>
                </a:solidFill>
                <a:latin typeface="Pretendard"/>
                <a:ea typeface="Pretendard"/>
                <a:cs typeface="Pretendard"/>
              </a:defRPr>
            </a:lvl6pPr>
            <a:lvl7pPr algn="ctr">
              <a:defRPr sz="2344" b="0">
                <a:solidFill>
                  <a:srgbClr val="000000"/>
                </a:solidFill>
                <a:latin typeface="Pretendard"/>
                <a:ea typeface="Pretendard"/>
                <a:cs typeface="Pretendard"/>
              </a:defRPr>
            </a:lvl7pPr>
            <a:lvl8pPr algn="ctr">
              <a:defRPr sz="2344" b="0">
                <a:solidFill>
                  <a:srgbClr val="000000"/>
                </a:solidFill>
                <a:latin typeface="Pretendard"/>
                <a:ea typeface="Pretendard"/>
                <a:cs typeface="Pretendard"/>
              </a:defRPr>
            </a:lvl8pPr>
            <a:lvl9pPr algn="ctr">
              <a:defRPr sz="2344" b="0">
                <a:solidFill>
                  <a:srgbClr val="000000"/>
                </a:solidFill>
                <a:latin typeface="Pretendard"/>
                <a:ea typeface="Pretendard"/>
                <a:cs typeface="Pretendard"/>
              </a:defRPr>
            </a:lvl9pPr>
          </a:lstStyle>
          <a:p xmlns:a="http://schemas.openxmlformats.org/drawingml/2006/main">
            <a:pPr algn="ctr">
              <a:defRPr sz="2344" b="0">
                <a:solidFill>
                  <a:srgbClr val="000000"/>
                </a:solidFill>
                <a:latin typeface="Pretendard"/>
                <a:ea typeface="Pretendard"/>
                <a:cs typeface="Pretendard"/>
              </a:defRPr>
            </a:pPr>
            <a:r>
              <a:t>CO만 생성되는 반응의 열을</a:t>
            </a:r>
          </a:p>
        </p:txBody>
      </p:sp>
      <p:sp>
        <p:nvSpPr>
          <p:cNvPr id="17" name="캐릭터 발화 2">
            <a:extLst xmlns:a="http://schemas.openxmlformats.org/drawingml/2006/main">
              <a:ext uri="{FF2B5EF4-FFF2-40B4-BE49-F238E27FC236}">
                <a16:creationId xmlns:a16="http://schemas.microsoft.com/office/drawing/2014/main" id="{4ED42562-785C-4454-AA22-5040F59D4CE8}"/>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따로 재기 어려워.</a:t>
            </a:r>
          </a:p>
        </p:txBody>
      </p:sp>
    </p:spTree>
    <p:extLst>
      <p:ext uri="{BB962C8B-B14F-4D97-AF65-F5344CB8AC3E}">
        <p14:creationId xmlns:p14="http://schemas.microsoft.com/office/powerpoint/2010/main" val="653741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C250F52-58F3-4DDF-9793-D48861DF02AF}"/>
              </a:ext>
            </a:extLst>
          </p:cNvPr>
          <p:cNvPicPr>
            <a:picLocks xmlns:a="http://schemas.openxmlformats.org/drawingml/2006/main" noChangeAspect="1"/>
          </p:cNvPicPr>
          <p:nvPr/>
        </p:nvPicPr>
        <p:blipFill>
          <a:blip xmlns:r="http://schemas.openxmlformats.org/officeDocument/2006/relationships" xmlns:a="http://schemas.openxmlformats.org/drawingml/2006/main" r:embed="R3e2f482f6df94a2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0E1159-4C98-4090-8AD7-B706C791DB3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7D7994-0C94-445C-A36F-FA14DB68AA1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70AEB2B-EBD7-4D95-A6A5-1D862FB0574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2569643-D773-46F1-B11D-CD3AF8D6E9A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841FA8F-8483-4B75-AED5-064AD87F23F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06239BEE-856A-4E68-80A2-6D9877841E7C}"/>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A0EE16C6-BB74-4672-9E2C-D1B7B21884DB}"/>
              </a:ext>
            </a:extLst>
          </p:cNvPr>
          <p:cNvPicPr>
            <a:picLocks xmlns:a="http://schemas.openxmlformats.org/drawingml/2006/main" noChangeAspect="1"/>
          </p:cNvPicPr>
          <p:nvPr/>
        </p:nvPicPr>
        <p:blipFill>
          <a:blip xmlns:r="http://schemas.openxmlformats.org/officeDocument/2006/relationships" xmlns:a="http://schemas.openxmlformats.org/drawingml/2006/main" r:embed="R60e56b53f457411f"/>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B7110C0-6404-4B18-8EFB-4B355DB8158F}"/>
              </a:ext>
            </a:extLst>
          </p:cNvPr>
          <p:cNvPicPr>
            <a:picLocks xmlns:a="http://schemas.openxmlformats.org/drawingml/2006/main" noChangeAspect="1"/>
          </p:cNvPicPr>
          <p:nvPr/>
        </p:nvPicPr>
        <p:blipFill>
          <a:blip xmlns:r="http://schemas.openxmlformats.org/officeDocument/2006/relationships" xmlns:a="http://schemas.openxmlformats.org/drawingml/2006/main" r:embed="R9f83aab190104bd7"/>
          <a:stretch xmlns:a="http://schemas.openxmlformats.org/drawingml/2006/main"/>
        </p:blipFill>
        <p:spPr>
          <a:xfrm xmlns:a="http://schemas.openxmlformats.org/drawingml/2006/main">
            <a:off x="2505415" y="6124575"/>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6EE2C85-F213-42AB-B5C2-0F4A3E7D7530}"/>
              </a:ext>
            </a:extLst>
          </p:cNvPr>
          <p:cNvPicPr>
            <a:picLocks xmlns:a="http://schemas.openxmlformats.org/drawingml/2006/main" noChangeAspect="1"/>
          </p:cNvPicPr>
          <p:nvPr/>
        </p:nvPicPr>
        <p:blipFill>
          <a:blip xmlns:r="http://schemas.openxmlformats.org/officeDocument/2006/relationships" xmlns:a="http://schemas.openxmlformats.org/drawingml/2006/main" r:embed="R8407edb8dc944b28"/>
          <a:stretch xmlns:a="http://schemas.openxmlformats.org/drawingml/2006/main"/>
        </p:blipFill>
        <p:spPr>
          <a:xfrm xmlns:a="http://schemas.openxmlformats.org/drawingml/2006/main">
            <a:off x="2506108" y="7477125"/>
            <a:ext cx="13190060" cy="1178243"/>
          </a:xfrm>
          <a:prstGeom xmlns:a="http://schemas.openxmlformats.org/drawingml/2006/main" prst="rect">
            <a:avLst/>
          </a:prstGeom>
        </p:spPr>
      </p:pic>
    </p:spTree>
    <p:extLst>
      <p:ext uri="{BB962C8B-B14F-4D97-AF65-F5344CB8AC3E}">
        <p14:creationId xmlns:p14="http://schemas.microsoft.com/office/powerpoint/2010/main" val="20959803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428032C-C578-44DE-BC7F-4F32446692FE}"/>
              </a:ext>
            </a:extLst>
          </p:cNvPr>
          <p:cNvPicPr>
            <a:picLocks xmlns:a="http://schemas.openxmlformats.org/drawingml/2006/main" noChangeAspect="1"/>
          </p:cNvPicPr>
          <p:nvPr/>
        </p:nvPicPr>
        <p:blipFill>
          <a:blip xmlns:r="http://schemas.openxmlformats.org/officeDocument/2006/relationships" xmlns:a="http://schemas.openxmlformats.org/drawingml/2006/main" r:embed="R35d0e33d51674b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895E6A-69F4-4A9F-ACBE-EE18A235279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4E173A3-B0A6-47BB-B26E-EE43FF019E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5CB3681-0E9D-449C-9D93-D987185BBFE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BD70A84-0C43-41BA-8F3A-70318514BD8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195DEAC-9FED-466D-926D-875E5CEE77B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D691A1A0-739F-42CC-879D-BA7A1958CB86}"/>
              </a:ext>
            </a:extLst>
          </p:cNvPr>
          <p:cNvPicPr>
            <a:picLocks xmlns:a="http://schemas.openxmlformats.org/drawingml/2006/main" noChangeAspect="1"/>
          </p:cNvPicPr>
          <p:nvPr/>
        </p:nvPicPr>
        <p:blipFill>
          <a:blip xmlns:r="http://schemas.openxmlformats.org/officeDocument/2006/relationships" xmlns:a="http://schemas.openxmlformats.org/drawingml/2006/main" r:embed="R30bdb28cdad54626"/>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154AEB6-C478-4C26-97F8-A99C221ACC4E}"/>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04C1EC2C-10D3-49A8-AA56-48C570AB779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39FBACCC-8806-4EAB-871E-4F78868E71FB}"/>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4355923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4D0843F-93E8-4FDC-A12A-56778A1DB206}"/>
              </a:ext>
            </a:extLst>
          </p:cNvPr>
          <p:cNvPicPr>
            <a:picLocks xmlns:a="http://schemas.openxmlformats.org/drawingml/2006/main" noChangeAspect="1"/>
          </p:cNvPicPr>
          <p:nvPr/>
        </p:nvPicPr>
        <p:blipFill>
          <a:blip xmlns:r="http://schemas.openxmlformats.org/officeDocument/2006/relationships" xmlns:a="http://schemas.openxmlformats.org/drawingml/2006/main" r:embed="R8469cc5030b74c4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E93878-8E85-43F2-8A94-268A5CD305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B96AB7-2FC2-469D-A2D8-7BCF837810F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8FEF38C-0ADB-43A8-A25F-2CCECB54DD3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A44E026-0AFC-4ED2-83C7-00D79CE6380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B24F3CA-83FF-42E6-BAD7-479D2AA3760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8CA1AA5C-F723-40F2-9D17-0BC9AF181316}"/>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7FD4341F-B6AD-41B3-948F-4C3DF4462568}"/>
              </a:ext>
            </a:extLst>
          </p:cNvPr>
          <p:cNvPicPr>
            <a:picLocks xmlns:a="http://schemas.openxmlformats.org/drawingml/2006/main" noChangeAspect="1"/>
          </p:cNvPicPr>
          <p:nvPr/>
        </p:nvPicPr>
        <p:blipFill>
          <a:blip xmlns:r="http://schemas.openxmlformats.org/officeDocument/2006/relationships" xmlns:a="http://schemas.openxmlformats.org/drawingml/2006/main" r:embed="R710b1b4ee93647a7"/>
          <a:stretch xmlns:a="http://schemas.openxmlformats.org/drawingml/2006/main"/>
        </p:blipFill>
        <p:spPr>
          <a:xfrm xmlns:a="http://schemas.openxmlformats.org/drawingml/2006/main">
            <a:off x="2505415" y="5086350"/>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4C19957-77B2-46DC-9A29-4B25E6F8CD9D}"/>
              </a:ext>
            </a:extLst>
          </p:cNvPr>
          <p:cNvPicPr>
            <a:picLocks xmlns:a="http://schemas.openxmlformats.org/drawingml/2006/main" noChangeAspect="1"/>
          </p:cNvPicPr>
          <p:nvPr/>
        </p:nvPicPr>
        <p:blipFill>
          <a:blip xmlns:r="http://schemas.openxmlformats.org/officeDocument/2006/relationships" xmlns:a="http://schemas.openxmlformats.org/drawingml/2006/main" r:embed="R635fd87036dd4312"/>
          <a:stretch xmlns:a="http://schemas.openxmlformats.org/drawingml/2006/main"/>
        </p:blipFill>
        <p:spPr>
          <a:xfrm xmlns:a="http://schemas.openxmlformats.org/drawingml/2006/main">
            <a:off x="2506108" y="6543675"/>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375A28E7-95E9-4483-9067-FAADC89CD8DF}"/>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5E5261D0-8AE1-4172-8E99-FBD954BF399F}"/>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3930726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22049BF-4C06-4C37-BFE4-34992B598D50}"/>
              </a:ext>
            </a:extLst>
          </p:cNvPr>
          <p:cNvPicPr>
            <a:picLocks xmlns:a="http://schemas.openxmlformats.org/drawingml/2006/main" noChangeAspect="1"/>
          </p:cNvPicPr>
          <p:nvPr/>
        </p:nvPicPr>
        <p:blipFill>
          <a:blip xmlns:r="http://schemas.openxmlformats.org/officeDocument/2006/relationships" xmlns:a="http://schemas.openxmlformats.org/drawingml/2006/main" r:embed="R8b1506c730a249c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71B2228-A16D-4100-88CB-851B9DED43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0B60F33-C0A6-4C3C-9B80-7CFDFD4557D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A4F8049-1AC9-4361-934A-7DD4F3CD854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37D65BC-D2AB-42A1-8B98-C740379F48D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DCD602A-4E40-400E-AC82-B64894EAD97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6A3385EE-47FE-4A0A-863E-8478E7DAC757}"/>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98AA8E9E-B4D1-44CD-ACE3-C1A95A9DC7DE}"/>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AF651E2F-D085-4606-AF22-ACC15F35B9EE}"/>
              </a:ext>
            </a:extLst>
          </p:cNvPr>
          <p:cNvPicPr>
            <a:picLocks xmlns:a="http://schemas.openxmlformats.org/drawingml/2006/main" noChangeAspect="1"/>
          </p:cNvPicPr>
          <p:nvPr/>
        </p:nvPicPr>
        <p:blipFill>
          <a:blip xmlns:r="http://schemas.openxmlformats.org/officeDocument/2006/relationships" xmlns:a="http://schemas.openxmlformats.org/drawingml/2006/main" r:embed="R5226eafca1504714"/>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1949B822-8F94-4AE6-AFCC-9160680A0619}"/>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7626944-364A-4D1B-93D0-139B0F483C35}"/>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E2838786-CB1A-48E2-9405-3C5A420C7260}"/>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E9CA201F-0521-479A-9727-81AAC6F5E575}"/>
              </a:ext>
            </a:extLst>
          </p:cNvPr>
          <p:cNvPicPr>
            <a:picLocks xmlns:a="http://schemas.openxmlformats.org/drawingml/2006/main" noChangeAspect="1"/>
          </p:cNvPicPr>
          <p:nvPr/>
        </p:nvPicPr>
        <p:blipFill>
          <a:blip xmlns:r="http://schemas.openxmlformats.org/officeDocument/2006/relationships" xmlns:a="http://schemas.openxmlformats.org/drawingml/2006/main" r:embed="Ra0075a356d954a8a"/>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2768554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BB110CB-F328-4E49-B441-790ED0A500D2}"/>
              </a:ext>
            </a:extLst>
          </p:cNvPr>
          <p:cNvPicPr>
            <a:picLocks xmlns:a="http://schemas.openxmlformats.org/drawingml/2006/main" noChangeAspect="1"/>
          </p:cNvPicPr>
          <p:nvPr/>
        </p:nvPicPr>
        <p:blipFill>
          <a:blip xmlns:r="http://schemas.openxmlformats.org/officeDocument/2006/relationships" xmlns:a="http://schemas.openxmlformats.org/drawingml/2006/main" r:embed="R83b877f2b23d45c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3761013-D824-4631-8A67-7A7EEAEEFC5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630B82-7EA5-403A-865D-4FE8FD4874B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1D306EE-C37A-44A9-80C3-09B585B69F1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511384B-06F7-48C5-84F9-5A438A244AE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04B1A34-1CF8-4AE0-BCCF-A713996B31F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A9C78C32-F2BD-42BB-B517-7C0CB5F5A93A}"/>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EFE189F1-8071-45FE-B372-7B7869B7031E}"/>
              </a:ext>
            </a:extLst>
          </p:cNvPr>
          <p:cNvPicPr>
            <a:picLocks xmlns:a="http://schemas.openxmlformats.org/drawingml/2006/main" noChangeAspect="1"/>
          </p:cNvPicPr>
          <p:nvPr/>
        </p:nvPicPr>
        <p:blipFill>
          <a:blip xmlns:r="http://schemas.openxmlformats.org/officeDocument/2006/relationships" xmlns:a="http://schemas.openxmlformats.org/drawingml/2006/main" r:embed="R34c5af80e6b640b6"/>
          <a:stretch xmlns:a="http://schemas.openxmlformats.org/drawingml/2006/main"/>
        </p:blipFill>
        <p:spPr>
          <a:xfrm xmlns:a="http://schemas.openxmlformats.org/drawingml/2006/main">
            <a:off x="1905000" y="485871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930F9D9-94FA-4C41-9855-77262FC01CC6}"/>
              </a:ext>
            </a:extLst>
          </p:cNvPr>
          <p:cNvPicPr>
            <a:picLocks xmlns:a="http://schemas.openxmlformats.org/drawingml/2006/main" noChangeAspect="1"/>
          </p:cNvPicPr>
          <p:nvPr/>
        </p:nvPicPr>
        <p:blipFill>
          <a:blip xmlns:r="http://schemas.openxmlformats.org/officeDocument/2006/relationships" xmlns:a="http://schemas.openxmlformats.org/drawingml/2006/main" r:embed="Rb0531f826fe544e1"/>
          <a:stretch xmlns:a="http://schemas.openxmlformats.org/drawingml/2006/main"/>
        </p:blipFill>
        <p:spPr>
          <a:xfrm xmlns:a="http://schemas.openxmlformats.org/drawingml/2006/main">
            <a:off x="1905000" y="61635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0AF13FE0-AFAD-48A1-88E8-8BFD49A24C23}"/>
              </a:ext>
            </a:extLst>
          </p:cNvPr>
          <p:cNvSpPr>
            <a:spLocks xmlns:a="http://schemas.openxmlformats.org/drawingml/2006/main" noGrp="1"/>
          </p:cNvSpPr>
          <p:nvPr/>
        </p:nvSpPr>
        <p:spPr>
          <a:xfrm xmlns:a="http://schemas.openxmlformats.org/drawingml/2006/main">
            <a:off x="2000250" y="7524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15455F4B-9E0B-434F-9755-B6B29D9BCADD}"/>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F8AAEDB6-0AD0-4CC4-ACE9-598F9EBE866D}"/>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6225164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84A68643-B2BC-435A-8BF5-4BDD0642CF63}"/>
              </a:ext>
            </a:extLst>
          </p:cNvPr>
          <p:cNvPicPr>
            <a:picLocks xmlns:a="http://schemas.openxmlformats.org/drawingml/2006/main" noChangeAspect="1"/>
          </p:cNvPicPr>
          <p:nvPr/>
        </p:nvPicPr>
        <p:blipFill>
          <a:blip xmlns:r="http://schemas.openxmlformats.org/officeDocument/2006/relationships" xmlns:a="http://schemas.openxmlformats.org/drawingml/2006/main" r:embed="R35b0bb790d074d9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BD079C9-F108-49F9-BEFD-ABB30D5C26A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A4E12B-807C-4ACC-9EAC-978A2D27B14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AF4CDD1-D82F-4738-9A01-07FFDE57E70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891B33E-04A7-474D-83FF-0E8AB22DF7D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9FF4ED7-1091-4E78-B9DC-2AB0F3D8DCE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5CA6EA28-B020-40ED-BA0C-36D68C2112F9}"/>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A93192-AF26-4EAA-B20F-68497F29E07C}"/>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C3D5E8C-D652-4D2C-A975-44394ABBEFB4}"/>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FE6291DD-3051-47DA-BC0D-2E701725E21E}"/>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19C324F5-D3A1-44E1-B5E1-BB5535D7E741}"/>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8C932C85-9C47-4BF5-AC13-D91264F2E2B2}"/>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AD08F84-5252-432F-9E27-9B351BD4C32D}"/>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696B7D8-9261-4529-B200-C4356496F6DC}"/>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C689B4C7-7FAB-45C4-A82D-1767C539ED95}"/>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D7C75E32-F426-4D86-ACD3-B36B6993B1F3}"/>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18C1BC15-6E63-4737-850D-CAC2F1411FC5}"/>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76F9463-7C45-4765-97C7-755F41F1F983}"/>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1FDC6F2-3CE2-4D12-88B3-2C4D976A2EF8}"/>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EF02806D-017A-443E-BC95-FBFC859E4EE4}"/>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4FAB7D09-D032-40D4-A6C7-4FC8D3BEE674}"/>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17B7ECB6-9649-411E-B417-A1F42524C91A}"/>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DCB96F7-670E-4AD2-970B-C06348E725B0}"/>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AB1B5873-7BDD-417D-99FC-DDF1AD9A9B95}"/>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67488017-B785-487F-AD69-07F6F66B6496}"/>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521F8393-2026-4DFD-8797-879A61E0D326}"/>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5441652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A299410-9ECE-4EC3-AF34-40724C26CB2B}"/>
              </a:ext>
            </a:extLst>
          </p:cNvPr>
          <p:cNvPicPr>
            <a:picLocks xmlns:a="http://schemas.openxmlformats.org/drawingml/2006/main" noChangeAspect="1"/>
          </p:cNvPicPr>
          <p:nvPr/>
        </p:nvPicPr>
        <p:blipFill>
          <a:blip xmlns:r="http://schemas.openxmlformats.org/officeDocument/2006/relationships" xmlns:a="http://schemas.openxmlformats.org/drawingml/2006/main" r:embed="R867bcd36d75e456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3190941-C191-4095-9BF0-163A24B8C4F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903B00B-8601-4335-AE72-9D074970236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58FA454-8B0F-4BB5-84A0-72CC2C020EB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86B1F20-8D63-4D38-92A2-4B6A364562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987DDEE-D7C5-4614-B252-4C543F9F05F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6149BC70-96D4-4C76-9F96-A9485C28C85A}"/>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D0B3FB04-0D8E-42BF-BBDB-9203E64365CE}"/>
              </a:ext>
            </a:extLst>
          </p:cNvPr>
          <p:cNvPicPr>
            <a:picLocks xmlns:a="http://schemas.openxmlformats.org/drawingml/2006/main" noChangeAspect="1"/>
          </p:cNvPicPr>
          <p:nvPr/>
        </p:nvPicPr>
        <p:blipFill>
          <a:blip xmlns:r="http://schemas.openxmlformats.org/officeDocument/2006/relationships" xmlns:a="http://schemas.openxmlformats.org/drawingml/2006/main" r:embed="Ra71092b1e51f4913"/>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F7CCC15-4155-4A53-98A0-E8965E797B1C}"/>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442D2331-445E-4915-8B01-634C342D04BB}"/>
              </a:ext>
            </a:extLst>
          </p:cNvPr>
          <p:cNvPicPr>
            <a:picLocks xmlns:a="http://schemas.openxmlformats.org/drawingml/2006/main" noChangeAspect="1"/>
          </p:cNvPicPr>
          <p:nvPr/>
        </p:nvPicPr>
        <p:blipFill>
          <a:blip xmlns:r="http://schemas.openxmlformats.org/officeDocument/2006/relationships" xmlns:a="http://schemas.openxmlformats.org/drawingml/2006/main" r:embed="Ra17edaccbb184c42"/>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10401648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D7FC980-9526-40B2-8AB1-54C61C0E7348}"/>
              </a:ext>
            </a:extLst>
          </p:cNvPr>
          <p:cNvPicPr>
            <a:picLocks xmlns:a="http://schemas.openxmlformats.org/drawingml/2006/main" noChangeAspect="1"/>
          </p:cNvPicPr>
          <p:nvPr/>
        </p:nvPicPr>
        <p:blipFill>
          <a:blip xmlns:r="http://schemas.openxmlformats.org/officeDocument/2006/relationships" xmlns:a="http://schemas.openxmlformats.org/drawingml/2006/main" r:embed="Rfa085c2f946e40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0BC280-BE64-4202-9080-FBBD9B16920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4958D6-8DB3-40B7-9A4B-E9387AF2AA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D8CEAA9-EAD0-433B-BB8C-75BBD5E0560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8725951-3C87-4082-8EF8-D643EC59C4B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2F57BEA-9F08-401B-8835-3512D2CFB1A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E4E6C7E5-85C0-4EBD-9314-345D8FD2218E}"/>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086E2AF5-722A-44AC-81DF-4CC5FF79CC68}"/>
              </a:ext>
            </a:extLst>
          </p:cNvPr>
          <p:cNvPicPr>
            <a:picLocks xmlns:a="http://schemas.openxmlformats.org/drawingml/2006/main" noChangeAspect="1"/>
          </p:cNvPicPr>
          <p:nvPr/>
        </p:nvPicPr>
        <p:blipFill>
          <a:blip xmlns:r="http://schemas.openxmlformats.org/officeDocument/2006/relationships" xmlns:a="http://schemas.openxmlformats.org/drawingml/2006/main" r:embed="Raa2f423b37734d02"/>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8F5046E-7FEA-4A0D-8711-2D99FCD739AC}"/>
              </a:ext>
            </a:extLst>
          </p:cNvPr>
          <p:cNvPicPr>
            <a:picLocks xmlns:a="http://schemas.openxmlformats.org/drawingml/2006/main" noChangeAspect="1"/>
          </p:cNvPicPr>
          <p:nvPr/>
        </p:nvPicPr>
        <p:blipFill>
          <a:blip xmlns:r="http://schemas.openxmlformats.org/officeDocument/2006/relationships" xmlns:a="http://schemas.openxmlformats.org/drawingml/2006/main" r:embed="Ra4577bfa90e84132"/>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7E03457D-B9CE-469A-A749-B02124083CD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F44F40C7-F9EA-454E-A7EF-D0BF1E9DBA7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27915625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371267C-58F8-431E-9F3A-4B6C8474520C}"/>
              </a:ext>
            </a:extLst>
          </p:cNvPr>
          <p:cNvPicPr>
            <a:picLocks xmlns:a="http://schemas.openxmlformats.org/drawingml/2006/main" noChangeAspect="1"/>
          </p:cNvPicPr>
          <p:nvPr/>
        </p:nvPicPr>
        <p:blipFill>
          <a:blip xmlns:r="http://schemas.openxmlformats.org/officeDocument/2006/relationships" xmlns:a="http://schemas.openxmlformats.org/drawingml/2006/main" r:embed="R1df0b544c0fe4b5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3CCF3A-6ABE-4ABF-8D6A-D95987DEF99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03AAC0-3F8E-4FDF-A464-156EF6C12C7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D855CE9-A5A9-40D1-AF2F-85097DE2AF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EC93B82-C7B2-4B0E-93AC-27EB2075636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766B88D-F0BF-41F8-B168-B7E538D3EFD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CA3B9E3C-04C8-49F8-84C7-38C524A5AF80}"/>
              </a:ext>
            </a:extLst>
          </p:cNvPr>
          <p:cNvPicPr>
            <a:picLocks xmlns:a="http://schemas.openxmlformats.org/drawingml/2006/main" noChangeAspect="1"/>
          </p:cNvPicPr>
          <p:nvPr/>
        </p:nvPicPr>
        <p:blipFill>
          <a:blip xmlns:r="http://schemas.openxmlformats.org/officeDocument/2006/relationships" xmlns:a="http://schemas.openxmlformats.org/drawingml/2006/main" r:embed="R6065c6af7ecb43d4"/>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6CC96D0-D876-40B4-A559-4868DC6F709A}"/>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978130B0-FB55-42EF-BA10-E409B5DA290E}"/>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1B85CC90-FA69-4A63-80E0-EBFE2DF8FCC8}"/>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0C1470CA-6CA8-434C-A449-AF02058CB4A0}"/>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549315297"/>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D5CF01B-98BE-4716-8E19-C3E53E9BC7AA}"/>
              </a:ext>
            </a:extLst>
          </p:cNvPr>
          <p:cNvPicPr>
            <a:picLocks xmlns:a="http://schemas.openxmlformats.org/drawingml/2006/main" noChangeAspect="1"/>
          </p:cNvPicPr>
          <p:nvPr/>
        </p:nvPicPr>
        <p:blipFill>
          <a:blip xmlns:r="http://schemas.openxmlformats.org/officeDocument/2006/relationships" xmlns:a="http://schemas.openxmlformats.org/drawingml/2006/main" r:embed="R456fdf5277524ee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1FED06D-0091-4A3E-AB7D-5ED7F1B88A6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1EB3F66-79B5-4625-8227-F2DB64622B5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09E2C7BF-27BC-4D6E-8DAD-512C48EBBEE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0FE2AB1-2543-4833-999C-FF9C761B767C}"/>
              </a:ext>
            </a:extLst>
          </p:cNvPr>
          <p:cNvPicPr>
            <a:picLocks xmlns:a="http://schemas.openxmlformats.org/drawingml/2006/main" noChangeAspect="1"/>
          </p:cNvPicPr>
          <p:nvPr/>
        </p:nvPicPr>
        <p:blipFill>
          <a:blip xmlns:r="http://schemas.openxmlformats.org/officeDocument/2006/relationships" xmlns:a="http://schemas.openxmlformats.org/drawingml/2006/main" r:embed="Rcb2d7871f155406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5BB04841-190A-4078-B619-B318A1A5505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055363FC-474E-479B-9964-641F195202D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301BD774-EA23-40F8-AAB5-BDEC6E9F837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4199D933-652D-43D3-90C0-8DC93BF1147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39808735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4BBF4723-38D6-45F9-907D-ACDD33692FAA}"/>
              </a:ext>
            </a:extLst>
          </p:cNvPr>
          <p:cNvPicPr>
            <a:picLocks xmlns:a="http://schemas.openxmlformats.org/drawingml/2006/main" noChangeAspect="1"/>
          </p:cNvPicPr>
          <p:nvPr/>
        </p:nvPicPr>
        <p:blipFill>
          <a:blip xmlns:r="http://schemas.openxmlformats.org/officeDocument/2006/relationships" xmlns:a="http://schemas.openxmlformats.org/drawingml/2006/main" r:embed="Rfa7bd7f5a9b54b7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5049BA-44DB-4E7A-AD37-F6DAE1FBFB5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1A9BEF-15D0-48DA-A757-E7FEC6835E9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002D914-D108-44D2-8CE7-CEB302028FE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DA7C352-1C58-44D3-8C5B-F74A9661A7F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32E88C0-DE8D-43EF-92EE-D90A9B8F0AE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6C6E5A4D-34D4-4179-8C6D-388B8EF31D4C}"/>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53743DB6-41D9-4C92-97E9-91A1E9322D87}"/>
              </a:ext>
            </a:extLst>
          </p:cNvPr>
          <p:cNvPicPr>
            <a:picLocks xmlns:a="http://schemas.openxmlformats.org/drawingml/2006/main" noChangeAspect="1"/>
          </p:cNvPicPr>
          <p:nvPr/>
        </p:nvPicPr>
        <p:blipFill>
          <a:blip xmlns:r="http://schemas.openxmlformats.org/officeDocument/2006/relationships" xmlns:a="http://schemas.openxmlformats.org/drawingml/2006/main" r:embed="R84d5f6cd8c764531"/>
          <a:stretch xmlns:a="http://schemas.openxmlformats.org/drawingml/2006/main"/>
        </p:blipFill>
        <p:spPr>
          <a:xfrm xmlns:a="http://schemas.openxmlformats.org/drawingml/2006/main">
            <a:off x="1829161" y="4572000"/>
            <a:ext cx="11334028" cy="1206818"/>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022BC0A8-ABB6-49CC-B0B6-A1D2B4DD105E}"/>
              </a:ext>
            </a:extLst>
          </p:cNvPr>
          <p:cNvSpPr>
            <a:spLocks xmlns:a="http://schemas.openxmlformats.org/drawingml/2006/main" noGrp="1"/>
          </p:cNvSpPr>
          <p:nvPr/>
        </p:nvSpPr>
        <p:spPr>
          <a:xfrm xmlns:a="http://schemas.openxmlformats.org/drawingml/2006/main">
            <a:off x="1828800" y="580072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1A5EC8E0-2D42-464B-A7FA-0F05BC03AE06}"/>
              </a:ext>
            </a:extLst>
          </p:cNvPr>
          <p:cNvSpPr>
            <a:spLocks xmlns:a="http://schemas.openxmlformats.org/drawingml/2006/main" noGrp="1"/>
          </p:cNvSpPr>
          <p:nvPr/>
        </p:nvSpPr>
        <p:spPr>
          <a:xfrm xmlns:a="http://schemas.openxmlformats.org/drawingml/2006/main">
            <a:off x="2190750" y="60483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CE67D7E5-53A4-4AC9-9AB0-D811483646B9}"/>
              </a:ext>
            </a:extLst>
          </p:cNvPr>
          <p:cNvSpPr>
            <a:spLocks xmlns:a="http://schemas.openxmlformats.org/drawingml/2006/main" noGrp="1"/>
          </p:cNvSpPr>
          <p:nvPr/>
        </p:nvSpPr>
        <p:spPr>
          <a:xfrm xmlns:a="http://schemas.openxmlformats.org/drawingml/2006/main">
            <a:off x="1828800" y="72675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3E597DA3-D0A2-462C-88FC-C51E4DE83B5C}"/>
              </a:ext>
            </a:extLst>
          </p:cNvPr>
          <p:cNvSpPr>
            <a:spLocks xmlns:a="http://schemas.openxmlformats.org/drawingml/2006/main" noGrp="1"/>
          </p:cNvSpPr>
          <p:nvPr/>
        </p:nvSpPr>
        <p:spPr>
          <a:xfrm xmlns:a="http://schemas.openxmlformats.org/drawingml/2006/main">
            <a:off x="2190750" y="75152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pic>
        <p:nvPicPr>
          <p:cNvPr id="13" name="">
            <a:extLst xmlns:a="http://schemas.openxmlformats.org/drawingml/2006/main">
              <a:ext uri="{FF2B5EF4-FFF2-40B4-BE49-F238E27FC236}">
                <a16:creationId xmlns:a16="http://schemas.microsoft.com/office/drawing/2014/main" id="{D3DFCEEE-1DF8-4B16-943F-526C38C7325E}"/>
              </a:ext>
            </a:extLst>
          </p:cNvPr>
          <p:cNvPicPr>
            <a:picLocks xmlns:a="http://schemas.openxmlformats.org/drawingml/2006/main" noChangeAspect="1"/>
          </p:cNvPicPr>
          <p:nvPr/>
        </p:nvPicPr>
        <p:blipFill>
          <a:blip xmlns:r="http://schemas.openxmlformats.org/officeDocument/2006/relationships" xmlns:a="http://schemas.openxmlformats.org/drawingml/2006/main" r:embed="Rea166a8176144775"/>
          <a:stretch xmlns:a="http://schemas.openxmlformats.org/drawingml/2006/main"/>
        </p:blipFill>
        <p:spPr>
          <a:xfrm xmlns:a="http://schemas.openxmlformats.org/drawingml/2006/main">
            <a:off x="13510423" y="5810250"/>
            <a:ext cx="3363905" cy="3333750"/>
          </a:xfrm>
          <a:prstGeom xmlns:a="http://schemas.openxmlformats.org/drawingml/2006/main" prst="rect">
            <a:avLst/>
          </a:prstGeom>
        </p:spPr>
      </p:pic>
      <p:sp>
        <p:nvSpPr>
          <p:cNvPr id="14" name="참조 R03-22 캐릭터 말풍선">
            <a:extLst xmlns:a="http://schemas.openxmlformats.org/drawingml/2006/main">
              <a:ext uri="{FF2B5EF4-FFF2-40B4-BE49-F238E27FC236}">
                <a16:creationId xmlns:a16="http://schemas.microsoft.com/office/drawing/2014/main" id="{B7D8541D-3476-4E0B-BDFB-AD8C304E9A39}"/>
              </a:ext>
            </a:extLst>
          </p:cNvPr>
          <p:cNvSpPr>
            <a:spLocks xmlns:a="http://schemas.openxmlformats.org/drawingml/2006/main" noGrp="1"/>
          </p:cNvSpPr>
          <p:nvPr/>
        </p:nvSpPr>
        <p:spPr>
          <a:xfrm xmlns:a="http://schemas.openxmlformats.org/drawingml/2006/main">
            <a:off x="13430250" y="433387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5" name="캐릭터로 연결되는 말풍선 꼬리">
            <a:extLst xmlns:a="http://schemas.openxmlformats.org/drawingml/2006/main">
              <a:ext uri="{FF2B5EF4-FFF2-40B4-BE49-F238E27FC236}">
                <a16:creationId xmlns:a16="http://schemas.microsoft.com/office/drawing/2014/main" id="{DB0487EA-76C5-4FB1-B62D-C0196E01F084}"/>
              </a:ext>
            </a:extLst>
          </p:cNvPr>
          <p:cNvSpPr>
            <a:spLocks xmlns:a="http://schemas.openxmlformats.org/drawingml/2006/main" noGrp="1"/>
          </p:cNvSpPr>
          <p:nvPr/>
        </p:nvSpPr>
        <p:spPr>
          <a:xfrm xmlns:a="http://schemas.openxmlformats.org/drawingml/2006/main">
            <a:off x="15763875" y="573405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6" name="캐릭터 발화 1">
            <a:extLst xmlns:a="http://schemas.openxmlformats.org/drawingml/2006/main">
              <a:ext uri="{FF2B5EF4-FFF2-40B4-BE49-F238E27FC236}">
                <a16:creationId xmlns:a16="http://schemas.microsoft.com/office/drawing/2014/main" id="{E04F1949-DD4A-4E34-93EE-BDC95756CDD6}"/>
              </a:ext>
            </a:extLst>
          </p:cNvPr>
          <p:cNvSpPr>
            <a:spLocks xmlns:a="http://schemas.openxmlformats.org/drawingml/2006/main" noGrp="1"/>
          </p:cNvSpPr>
          <p:nvPr/>
        </p:nvSpPr>
        <p:spPr>
          <a:xfrm xmlns:a="http://schemas.openxmlformats.org/drawingml/2006/main">
            <a:off x="13582650" y="453390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생성되는 물질이</a:t>
            </a:r>
          </a:p>
        </p:txBody>
      </p:sp>
      <p:sp>
        <p:nvSpPr>
          <p:cNvPr id="17" name="캐릭터 발화 2">
            <a:extLst xmlns:a="http://schemas.openxmlformats.org/drawingml/2006/main">
              <a:ext uri="{FF2B5EF4-FFF2-40B4-BE49-F238E27FC236}">
                <a16:creationId xmlns:a16="http://schemas.microsoft.com/office/drawing/2014/main" id="{92912725-A2D1-407E-926E-831A53BCE7E3}"/>
              </a:ext>
            </a:extLst>
          </p:cNvPr>
          <p:cNvSpPr>
            <a:spLocks xmlns:a="http://schemas.openxmlformats.org/drawingml/2006/main" noGrp="1"/>
          </p:cNvSpPr>
          <p:nvPr/>
        </p:nvSpPr>
        <p:spPr>
          <a:xfrm xmlns:a="http://schemas.openxmlformats.org/drawingml/2006/main">
            <a:off x="13582650" y="502920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1 mol인지 확인해!</a:t>
            </a:r>
          </a:p>
        </p:txBody>
      </p:sp>
    </p:spTree>
    <p:extLst>
      <p:ext uri="{BB962C8B-B14F-4D97-AF65-F5344CB8AC3E}">
        <p14:creationId xmlns:p14="http://schemas.microsoft.com/office/powerpoint/2010/main" val="185401018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76B39CAE-FE2D-4174-8532-AE22C410B660}"/>
              </a:ext>
            </a:extLst>
          </p:cNvPr>
          <p:cNvPicPr>
            <a:picLocks xmlns:a="http://schemas.openxmlformats.org/drawingml/2006/main" noChangeAspect="1"/>
          </p:cNvPicPr>
          <p:nvPr/>
        </p:nvPicPr>
        <p:blipFill>
          <a:blip xmlns:r="http://schemas.openxmlformats.org/officeDocument/2006/relationships" xmlns:a="http://schemas.openxmlformats.org/drawingml/2006/main" r:embed="R32abf089ecca47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8ED464-D87C-4657-98A0-EBA44FAD8D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6C41C6-ECDD-4B6F-A3A5-D2DC6545D46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71AF45E-F5DD-48DC-B5DE-B26DA8E863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A00E9E6-BA35-48F7-B910-BC6C3B6E787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83833A2-2C1D-4073-BA88-84F12AB5785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B02B2F90-BDAF-4AE8-99B3-6037C493C5FB}"/>
              </a:ext>
            </a:extLst>
          </p:cNvPr>
          <p:cNvGraphicFramePr/>
          <p:nvPr/>
        </p:nvGraphicFramePr>
        <p:xfrm>
          <a:off xmlns:a="http://schemas.openxmlformats.org/drawingml/2006/main" x="1828800"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0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C</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s</a:t>
                      </a:r>
                      <a:r>
                        <a:rPr sz="30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H₂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F4D26C9-D066-431C-8B36-FA6359EE4C24}"/>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D7EA3BF-2E00-4B17-9A86-2042ED7C6D8A}"/>
              </a:ext>
            </a:extLst>
          </p:cNvPr>
          <p:cNvSpPr>
            <a:spLocks xmlns:a="http://schemas.openxmlformats.org/drawingml/2006/main" noGrp="1"/>
          </p:cNvSpPr>
          <p:nvPr/>
        </p:nvSpPr>
        <p:spPr>
          <a:xfrm xmlns:a="http://schemas.openxmlformats.org/drawingml/2006/main" rot="5400000">
            <a:off x="1297305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BEF9CF1-5B4C-4D25-87D9-6F761C5884D5}"/>
              </a:ext>
            </a:extLst>
          </p:cNvPr>
          <p:cNvSpPr>
            <a:spLocks xmlns:a="http://schemas.openxmlformats.org/drawingml/2006/main" noGrp="1"/>
          </p:cNvSpPr>
          <p:nvPr/>
        </p:nvSpPr>
        <p:spPr>
          <a:xfrm xmlns:a="http://schemas.openxmlformats.org/drawingml/2006/main" rot="10800000">
            <a:off x="12973050"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F9042B1-544F-44CB-98E6-BA67BEE5D557}"/>
              </a:ext>
            </a:extLst>
          </p:cNvPr>
          <p:cNvSpPr>
            <a:spLocks xmlns:a="http://schemas.openxmlformats.org/drawingml/2006/main" noGrp="1"/>
          </p:cNvSpPr>
          <p:nvPr/>
        </p:nvSpPr>
        <p:spPr>
          <a:xfrm xmlns:a="http://schemas.openxmlformats.org/drawingml/2006/main" rot="16200000">
            <a:off x="1828800"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08B4D749-68FF-4810-B789-53DA318E7E95}"/>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1C002B8-479D-4432-B560-E300FFE49FCD}"/>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pic>
        <p:nvPicPr>
          <p:cNvPr id="14" name="">
            <a:extLst xmlns:a="http://schemas.openxmlformats.org/drawingml/2006/main">
              <a:ext uri="{FF2B5EF4-FFF2-40B4-BE49-F238E27FC236}">
                <a16:creationId xmlns:a16="http://schemas.microsoft.com/office/drawing/2014/main" id="{280803AB-F12C-42C2-B5B4-E80357F4CF60}"/>
              </a:ext>
            </a:extLst>
          </p:cNvPr>
          <p:cNvPicPr>
            <a:picLocks xmlns:a="http://schemas.openxmlformats.org/drawingml/2006/main" noChangeAspect="1"/>
          </p:cNvPicPr>
          <p:nvPr/>
        </p:nvPicPr>
        <p:blipFill>
          <a:blip xmlns:r="http://schemas.openxmlformats.org/officeDocument/2006/relationships" xmlns:a="http://schemas.openxmlformats.org/drawingml/2006/main" r:embed="R6e0927c575a8422d"/>
          <a:stretch xmlns:a="http://schemas.openxmlformats.org/drawingml/2006/main"/>
        </p:blipFill>
        <p:spPr>
          <a:xfrm xmlns:a="http://schemas.openxmlformats.org/drawingml/2006/main">
            <a:off x="14394848" y="5810250"/>
            <a:ext cx="1595055" cy="2667000"/>
          </a:xfrm>
          <a:prstGeom xmlns:a="http://schemas.openxmlformats.org/drawingml/2006/main" prst="rect">
            <a:avLst/>
          </a:prstGeom>
        </p:spPr>
      </p:pic>
      <p:sp>
        <p:nvSpPr>
          <p:cNvPr id="15" name="참조 R03-22 캐릭터 말풍선">
            <a:extLst xmlns:a="http://schemas.openxmlformats.org/drawingml/2006/main">
              <a:ext uri="{FF2B5EF4-FFF2-40B4-BE49-F238E27FC236}">
                <a16:creationId xmlns:a16="http://schemas.microsoft.com/office/drawing/2014/main" id="{5710AA3D-2C09-4A74-A352-03709CB65FB1}"/>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6" name="캐릭터로 연결되는 말풍선 꼬리">
            <a:extLst xmlns:a="http://schemas.openxmlformats.org/drawingml/2006/main">
              <a:ext uri="{FF2B5EF4-FFF2-40B4-BE49-F238E27FC236}">
                <a16:creationId xmlns:a16="http://schemas.microsoft.com/office/drawing/2014/main" id="{F852FDD1-C7A2-4CAB-B7FF-4190DEDD2146}"/>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7" name="캐릭터 발화 1">
            <a:extLst xmlns:a="http://schemas.openxmlformats.org/drawingml/2006/main">
              <a:ext uri="{FF2B5EF4-FFF2-40B4-BE49-F238E27FC236}">
                <a16:creationId xmlns:a16="http://schemas.microsoft.com/office/drawing/2014/main" id="{DC1F0D1E-C44B-43F7-8CD6-2EBA89D7BF76}"/>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O₂의 값은 0이지만,</a:t>
            </a:r>
          </a:p>
        </p:txBody>
      </p:sp>
      <p:sp>
        <p:nvSpPr>
          <p:cNvPr id="18" name="캐릭터 발화 2">
            <a:extLst xmlns:a="http://schemas.openxmlformats.org/drawingml/2006/main">
              <a:ext uri="{FF2B5EF4-FFF2-40B4-BE49-F238E27FC236}">
                <a16:creationId xmlns:a16="http://schemas.microsoft.com/office/drawing/2014/main" id="{A58C8812-4547-4B93-A031-694001678076}"/>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4" b="0">
                <a:solidFill>
                  <a:srgbClr val="000000"/>
                </a:solidFill>
                <a:latin typeface="Pretendard"/>
                <a:ea typeface="Pretendard"/>
                <a:cs typeface="Pretendard"/>
              </a:defRPr>
            </a:defPPr>
            <a:lvl1pPr algn="ctr">
              <a:defRPr sz="2474" b="0">
                <a:solidFill>
                  <a:srgbClr val="000000"/>
                </a:solidFill>
                <a:latin typeface="Pretendard"/>
                <a:ea typeface="Pretendard"/>
                <a:cs typeface="Pretendard"/>
              </a:defRPr>
            </a:lvl1pPr>
            <a:lvl2pPr algn="ctr">
              <a:defRPr sz="2474" b="0">
                <a:solidFill>
                  <a:srgbClr val="000000"/>
                </a:solidFill>
                <a:latin typeface="Pretendard"/>
                <a:ea typeface="Pretendard"/>
                <a:cs typeface="Pretendard"/>
              </a:defRPr>
            </a:lvl2pPr>
            <a:lvl3pPr algn="ctr">
              <a:defRPr sz="2474" b="0">
                <a:solidFill>
                  <a:srgbClr val="000000"/>
                </a:solidFill>
                <a:latin typeface="Pretendard"/>
                <a:ea typeface="Pretendard"/>
                <a:cs typeface="Pretendard"/>
              </a:defRPr>
            </a:lvl3pPr>
            <a:lvl4pPr algn="ctr">
              <a:defRPr sz="2474" b="0">
                <a:solidFill>
                  <a:srgbClr val="000000"/>
                </a:solidFill>
                <a:latin typeface="Pretendard"/>
                <a:ea typeface="Pretendard"/>
                <a:cs typeface="Pretendard"/>
              </a:defRPr>
            </a:lvl4pPr>
            <a:lvl5pPr algn="ctr">
              <a:defRPr sz="2474" b="0">
                <a:solidFill>
                  <a:srgbClr val="000000"/>
                </a:solidFill>
                <a:latin typeface="Pretendard"/>
                <a:ea typeface="Pretendard"/>
                <a:cs typeface="Pretendard"/>
              </a:defRPr>
            </a:lvl5pPr>
            <a:lvl6pPr algn="ctr">
              <a:defRPr sz="2474" b="0">
                <a:solidFill>
                  <a:srgbClr val="000000"/>
                </a:solidFill>
                <a:latin typeface="Pretendard"/>
                <a:ea typeface="Pretendard"/>
                <a:cs typeface="Pretendard"/>
              </a:defRPr>
            </a:lvl6pPr>
            <a:lvl7pPr algn="ctr">
              <a:defRPr sz="2474" b="0">
                <a:solidFill>
                  <a:srgbClr val="000000"/>
                </a:solidFill>
                <a:latin typeface="Pretendard"/>
                <a:ea typeface="Pretendard"/>
                <a:cs typeface="Pretendard"/>
              </a:defRPr>
            </a:lvl7pPr>
            <a:lvl8pPr algn="ctr">
              <a:defRPr sz="2474" b="0">
                <a:solidFill>
                  <a:srgbClr val="000000"/>
                </a:solidFill>
                <a:latin typeface="Pretendard"/>
                <a:ea typeface="Pretendard"/>
                <a:cs typeface="Pretendard"/>
              </a:defRPr>
            </a:lvl8pPr>
            <a:lvl9pPr algn="ctr">
              <a:defRPr sz="2474" b="0">
                <a:solidFill>
                  <a:srgbClr val="000000"/>
                </a:solidFill>
                <a:latin typeface="Pretendard"/>
                <a:ea typeface="Pretendard"/>
                <a:cs typeface="Pretendard"/>
              </a:defRPr>
            </a:lvl9pPr>
          </a:lstStyle>
          <a:p xmlns:a="http://schemas.openxmlformats.org/drawingml/2006/main">
            <a:pPr algn="ctr">
              <a:defRPr sz="2474" b="0">
                <a:solidFill>
                  <a:srgbClr val="000000"/>
                </a:solidFill>
                <a:latin typeface="Pretendard"/>
                <a:ea typeface="Pretendard"/>
                <a:cs typeface="Pretendard"/>
              </a:defRPr>
            </a:pPr>
            <a:r>
              <a:t>모든 동소체가 0은 아니야.</a:t>
            </a:r>
          </a:p>
        </p:txBody>
      </p:sp>
    </p:spTree>
    <p:extLst>
      <p:ext uri="{BB962C8B-B14F-4D97-AF65-F5344CB8AC3E}">
        <p14:creationId xmlns:p14="http://schemas.microsoft.com/office/powerpoint/2010/main" val="139242632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A941A87-F0D4-4938-B1F9-222E91B871DC}"/>
              </a:ext>
            </a:extLst>
          </p:cNvPr>
          <p:cNvPicPr>
            <a:picLocks xmlns:a="http://schemas.openxmlformats.org/drawingml/2006/main" noChangeAspect="1"/>
          </p:cNvPicPr>
          <p:nvPr/>
        </p:nvPicPr>
        <p:blipFill>
          <a:blip xmlns:r="http://schemas.openxmlformats.org/officeDocument/2006/relationships" xmlns:a="http://schemas.openxmlformats.org/drawingml/2006/main" r:embed="R2967d385542144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3EC0742-2A17-4C83-9137-235F6FD91AF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7360A8-F0AE-4FDE-A209-56506648166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E2D2BF3-B66D-447A-B2B0-E5F80539A51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E8CB347-B383-4FE5-9ED9-566A073F27E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47E7307-67D4-4970-A576-6B1B9E997C4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97DFB567-4E08-48A3-91B4-81A0D3A04666}"/>
              </a:ext>
            </a:extLst>
          </p:cNvPr>
          <p:cNvPicPr>
            <a:picLocks xmlns:a="http://schemas.openxmlformats.org/drawingml/2006/main" noChangeAspect="1"/>
          </p:cNvPicPr>
          <p:nvPr/>
        </p:nvPicPr>
        <p:blipFill>
          <a:blip xmlns:r="http://schemas.openxmlformats.org/officeDocument/2006/relationships" xmlns:a="http://schemas.openxmlformats.org/drawingml/2006/main" r:embed="Rb7cb2741e7924f01"/>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A17BCC5-EFB4-4834-ADBA-65200AC4E50E}"/>
              </a:ext>
            </a:extLst>
          </p:cNvPr>
          <p:cNvPicPr>
            <a:picLocks xmlns:a="http://schemas.openxmlformats.org/drawingml/2006/main" noChangeAspect="1"/>
          </p:cNvPicPr>
          <p:nvPr/>
        </p:nvPicPr>
        <p:blipFill>
          <a:blip xmlns:r="http://schemas.openxmlformats.org/officeDocument/2006/relationships" xmlns:a="http://schemas.openxmlformats.org/drawingml/2006/main" r:embed="R0122929d5420410a"/>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3F5DF9D-C160-4C90-8D87-190128BE8AA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CC04BC3-705A-4F00-A02C-4D3A916BE07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746F5AB7-8107-4E70-9C76-EEB847CFDED7}"/>
              </a:ext>
            </a:extLst>
          </p:cNvPr>
          <p:cNvSpPr>
            <a:spLocks xmlns:a="http://schemas.openxmlformats.org/drawingml/2006/main" noGrp="1"/>
          </p:cNvSpPr>
          <p:nvPr/>
        </p:nvSpPr>
        <p:spPr>
          <a:xfrm xmlns:a="http://schemas.openxmlformats.org/drawingml/2006/main">
            <a:off x="10572750" y="423862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CC28C9DE-4201-49CB-B63C-CCC5CB416198}"/>
              </a:ext>
            </a:extLst>
          </p:cNvPr>
          <p:cNvPicPr>
            <a:picLocks xmlns:a="http://schemas.openxmlformats.org/drawingml/2006/main" noChangeAspect="1"/>
          </p:cNvPicPr>
          <p:nvPr/>
        </p:nvPicPr>
        <p:blipFill>
          <a:blip xmlns:r="http://schemas.openxmlformats.org/officeDocument/2006/relationships" xmlns:a="http://schemas.openxmlformats.org/drawingml/2006/main" r:embed="R2cd75298a271483d"/>
          <a:stretch xmlns:a="http://schemas.openxmlformats.org/drawingml/2006/main"/>
        </p:blipFill>
        <p:spPr>
          <a:xfrm xmlns:a="http://schemas.openxmlformats.org/drawingml/2006/main">
            <a:off x="9486900" y="4619625"/>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6B72AC5C-13B1-402F-B402-3A07E31D2E6C}"/>
              </a:ext>
            </a:extLst>
          </p:cNvPr>
          <p:cNvSpPr>
            <a:spLocks xmlns:a="http://schemas.openxmlformats.org/drawingml/2006/main" noGrp="1"/>
          </p:cNvSpPr>
          <p:nvPr/>
        </p:nvSpPr>
        <p:spPr>
          <a:xfrm xmlns:a="http://schemas.openxmlformats.org/drawingml/2006/main">
            <a:off x="10572750" y="602932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0796334D-37FA-4401-9BA6-82C0239C9977}"/>
              </a:ext>
            </a:extLst>
          </p:cNvPr>
          <p:cNvPicPr>
            <a:picLocks xmlns:a="http://schemas.openxmlformats.org/drawingml/2006/main" noChangeAspect="1"/>
          </p:cNvPicPr>
          <p:nvPr/>
        </p:nvPicPr>
        <p:blipFill>
          <a:blip xmlns:r="http://schemas.openxmlformats.org/officeDocument/2006/relationships" xmlns:a="http://schemas.openxmlformats.org/drawingml/2006/main" r:embed="R5098d4a083c74b93"/>
          <a:stretch xmlns:a="http://schemas.openxmlformats.org/drawingml/2006/main"/>
        </p:blipFill>
        <p:spPr>
          <a:xfrm xmlns:a="http://schemas.openxmlformats.org/drawingml/2006/main">
            <a:off x="9486900" y="6410325"/>
            <a:ext cx="1085850" cy="571500"/>
          </a:xfrm>
          <a:prstGeom xmlns:a="http://schemas.openxmlformats.org/drawingml/2006/main" prst="rect">
            <a:avLst/>
          </a:prstGeom>
        </p:spPr>
      </p:pic>
    </p:spTree>
    <p:extLst>
      <p:ext uri="{BB962C8B-B14F-4D97-AF65-F5344CB8AC3E}">
        <p14:creationId xmlns:p14="http://schemas.microsoft.com/office/powerpoint/2010/main" val="152527738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BFAD182-E935-4840-936E-E0C79F8661FC}"/>
              </a:ext>
            </a:extLst>
          </p:cNvPr>
          <p:cNvPicPr>
            <a:picLocks xmlns:a="http://schemas.openxmlformats.org/drawingml/2006/main" noChangeAspect="1"/>
          </p:cNvPicPr>
          <p:nvPr/>
        </p:nvPicPr>
        <p:blipFill>
          <a:blip xmlns:r="http://schemas.openxmlformats.org/officeDocument/2006/relationships" xmlns:a="http://schemas.openxmlformats.org/drawingml/2006/main" r:embed="R11dae4edbe2e4a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2F6BB52-8890-4523-9833-6BCCA2ED7C0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4029EE-205C-4B78-AD51-8F0FC190AEB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07D4D1C-869A-4AE2-90A4-CD6129BB659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6B47383-9217-4C8C-AB36-55908E8F8F3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842425F-1346-4442-B786-93DD3B92AAB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5C4AD5BC-CE21-47BA-9A0B-9545DE9A88F7}"/>
              </a:ext>
            </a:extLst>
          </p:cNvPr>
          <p:cNvPicPr>
            <a:picLocks xmlns:a="http://schemas.openxmlformats.org/drawingml/2006/main" noChangeAspect="1"/>
          </p:cNvPicPr>
          <p:nvPr/>
        </p:nvPicPr>
        <p:blipFill>
          <a:blip xmlns:r="http://schemas.openxmlformats.org/officeDocument/2006/relationships" xmlns:a="http://schemas.openxmlformats.org/drawingml/2006/main" r:embed="R9c7951ac57944f8f"/>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9891C98C-AB84-4073-BB5D-8F82AE45CBF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5E2D226C-639A-48C3-B55B-9BCF6319D92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205346070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BB7A803B-3F66-4864-8FB3-4915FBA31B62}"/>
              </a:ext>
            </a:extLst>
          </p:cNvPr>
          <p:cNvPicPr>
            <a:picLocks xmlns:a="http://schemas.openxmlformats.org/drawingml/2006/main" noChangeAspect="1"/>
          </p:cNvPicPr>
          <p:nvPr/>
        </p:nvPicPr>
        <p:blipFill>
          <a:blip xmlns:r="http://schemas.openxmlformats.org/officeDocument/2006/relationships" xmlns:a="http://schemas.openxmlformats.org/drawingml/2006/main" r:embed="R2558e83a345a464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86DF2C-8EC2-4D84-814D-B3170374EB9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121F799-363E-4DB5-9B68-7613A52813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0BDE115-E2D5-430C-9662-A353AED824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4FC9F51-9801-4544-A195-2C91C1187B2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BAD44B2-FAE9-4F7E-9B59-F26EAF70BB9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68462966-856F-47A4-A94F-1064E9078D97}"/>
              </a:ext>
            </a:extLst>
          </p:cNvPr>
          <p:cNvSpPr>
            <a:spLocks xmlns:a="http://schemas.openxmlformats.org/drawingml/2006/main" noGrp="1"/>
          </p:cNvSpPr>
          <p:nvPr/>
        </p:nvSpPr>
        <p:spPr>
          <a:xfrm xmlns:a="http://schemas.openxmlformats.org/drawingml/2006/main">
            <a:off x="1714500" y="3876675"/>
            <a:ext cx="1133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B4803CFF-3A19-4BB4-B2BC-851451544B8B}"/>
              </a:ext>
            </a:extLst>
          </p:cNvPr>
          <p:cNvSpPr>
            <a:spLocks xmlns:a="http://schemas.openxmlformats.org/drawingml/2006/main" noGrp="1"/>
          </p:cNvSpPr>
          <p:nvPr/>
        </p:nvSpPr>
        <p:spPr>
          <a:xfrm xmlns:a="http://schemas.openxmlformats.org/drawingml/2006/main">
            <a:off x="1714500" y="4772025"/>
            <a:ext cx="1133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CAF5F1EA-8DD1-4FD3-9738-44D858B704A1}"/>
              </a:ext>
            </a:extLst>
          </p:cNvPr>
          <p:cNvSpPr>
            <a:spLocks xmlns:a="http://schemas.openxmlformats.org/drawingml/2006/main" noGrp="1"/>
          </p:cNvSpPr>
          <p:nvPr/>
        </p:nvSpPr>
        <p:spPr>
          <a:xfrm xmlns:a="http://schemas.openxmlformats.org/drawingml/2006/main">
            <a:off x="1828800" y="6229350"/>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3815BC90-B92B-439D-80EA-1B2CC46AEA4D}"/>
              </a:ext>
            </a:extLst>
          </p:cNvPr>
          <p:cNvSpPr>
            <a:spLocks xmlns:a="http://schemas.openxmlformats.org/drawingml/2006/main" noGrp="1"/>
          </p:cNvSpPr>
          <p:nvPr/>
        </p:nvSpPr>
        <p:spPr>
          <a:xfrm xmlns:a="http://schemas.openxmlformats.org/drawingml/2006/main">
            <a:off x="2190750" y="6477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AF7C588F-D4AA-408A-B50B-F1B772A00F2B}"/>
              </a:ext>
            </a:extLst>
          </p:cNvPr>
          <p:cNvSpPr>
            <a:spLocks xmlns:a="http://schemas.openxmlformats.org/drawingml/2006/main" noGrp="1"/>
          </p:cNvSpPr>
          <p:nvPr/>
        </p:nvSpPr>
        <p:spPr>
          <a:xfrm xmlns:a="http://schemas.openxmlformats.org/drawingml/2006/main">
            <a:off x="1828800" y="77628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76C76492-554C-4E17-9D8A-DECF08B13CAF}"/>
              </a:ext>
            </a:extLst>
          </p:cNvPr>
          <p:cNvSpPr>
            <a:spLocks xmlns:a="http://schemas.openxmlformats.org/drawingml/2006/main" noGrp="1"/>
          </p:cNvSpPr>
          <p:nvPr/>
        </p:nvSpPr>
        <p:spPr>
          <a:xfrm xmlns:a="http://schemas.openxmlformats.org/drawingml/2006/main">
            <a:off x="2190750" y="8010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pic>
        <p:nvPicPr>
          <p:cNvPr id="13" name="">
            <a:extLst xmlns:a="http://schemas.openxmlformats.org/drawingml/2006/main">
              <a:ext uri="{FF2B5EF4-FFF2-40B4-BE49-F238E27FC236}">
                <a16:creationId xmlns:a16="http://schemas.microsoft.com/office/drawing/2014/main" id="{9678B9AC-43BE-4BF6-B8F1-57177C627610}"/>
              </a:ext>
            </a:extLst>
          </p:cNvPr>
          <p:cNvPicPr>
            <a:picLocks xmlns:a="http://schemas.openxmlformats.org/drawingml/2006/main" noChangeAspect="1"/>
          </p:cNvPicPr>
          <p:nvPr/>
        </p:nvPicPr>
        <p:blipFill>
          <a:blip xmlns:r="http://schemas.openxmlformats.org/officeDocument/2006/relationships" xmlns:a="http://schemas.openxmlformats.org/drawingml/2006/main" r:embed="R16aa1a3465f64751"/>
          <a:stretch xmlns:a="http://schemas.openxmlformats.org/drawingml/2006/main"/>
        </p:blipFill>
        <p:spPr>
          <a:xfrm xmlns:a="http://schemas.openxmlformats.org/drawingml/2006/main">
            <a:off x="14108833" y="5810250"/>
            <a:ext cx="2167083" cy="3333750"/>
          </a:xfrm>
          <a:prstGeom xmlns:a="http://schemas.openxmlformats.org/drawingml/2006/main" prst="rect">
            <a:avLst/>
          </a:prstGeom>
        </p:spPr>
      </p:pic>
      <p:sp>
        <p:nvSpPr>
          <p:cNvPr id="14" name="참조 R03-22 캐릭터 말풍선">
            <a:extLst xmlns:a="http://schemas.openxmlformats.org/drawingml/2006/main">
              <a:ext uri="{FF2B5EF4-FFF2-40B4-BE49-F238E27FC236}">
                <a16:creationId xmlns:a16="http://schemas.microsoft.com/office/drawing/2014/main" id="{76CA99E0-5B7B-43D9-9300-39442A3485DD}"/>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5" name="캐릭터로 연결되는 말풍선 꼬리">
            <a:extLst xmlns:a="http://schemas.openxmlformats.org/drawingml/2006/main">
              <a:ext uri="{FF2B5EF4-FFF2-40B4-BE49-F238E27FC236}">
                <a16:creationId xmlns:a16="http://schemas.microsoft.com/office/drawing/2014/main" id="{CAB37149-5CAD-4894-A974-E532C5794E38}"/>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6" name="캐릭터 발화 1">
            <a:extLst xmlns:a="http://schemas.openxmlformats.org/drawingml/2006/main">
              <a:ext uri="{FF2B5EF4-FFF2-40B4-BE49-F238E27FC236}">
                <a16:creationId xmlns:a16="http://schemas.microsoft.com/office/drawing/2014/main" id="{46FC5A52-0E3C-4C98-9EDB-535F531A1F73}"/>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표의 값에 반응 계수를</a:t>
            </a:r>
          </a:p>
        </p:txBody>
      </p:sp>
      <p:sp>
        <p:nvSpPr>
          <p:cNvPr id="17" name="캐릭터 발화 2">
            <a:extLst xmlns:a="http://schemas.openxmlformats.org/drawingml/2006/main">
              <a:ext uri="{FF2B5EF4-FFF2-40B4-BE49-F238E27FC236}">
                <a16:creationId xmlns:a16="http://schemas.microsoft.com/office/drawing/2014/main" id="{F8E732F5-B482-4B2F-A786-9913514A90DB}"/>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곱하는 것을 잊지 마!</a:t>
            </a:r>
          </a:p>
        </p:txBody>
      </p:sp>
    </p:spTree>
    <p:extLst>
      <p:ext uri="{BB962C8B-B14F-4D97-AF65-F5344CB8AC3E}">
        <p14:creationId xmlns:p14="http://schemas.microsoft.com/office/powerpoint/2010/main" val="151523685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7968ED8-25AC-4FC5-B4F9-E80CF3770D83}"/>
              </a:ext>
            </a:extLst>
          </p:cNvPr>
          <p:cNvPicPr>
            <a:picLocks xmlns:a="http://schemas.openxmlformats.org/drawingml/2006/main" noChangeAspect="1"/>
          </p:cNvPicPr>
          <p:nvPr/>
        </p:nvPicPr>
        <p:blipFill>
          <a:blip xmlns:r="http://schemas.openxmlformats.org/officeDocument/2006/relationships" xmlns:a="http://schemas.openxmlformats.org/drawingml/2006/main" r:embed="R3a634965bd7a4a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50D099-E756-457D-89C6-A2CD5912EAC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5C75452-E92F-41E6-B0EF-CE03A2471AF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91DB02C-4F4F-4010-811B-C17D9C4C777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132651B-F082-4311-9C70-F54D4D94194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E31CFA9-AB8D-4168-9ACC-75D43071788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A549331A-399F-4FCC-9EE3-8F59FEF048E8}"/>
              </a:ext>
            </a:extLst>
          </p:cNvPr>
          <p:cNvPicPr>
            <a:picLocks xmlns:a="http://schemas.openxmlformats.org/drawingml/2006/main" noChangeAspect="1"/>
          </p:cNvPicPr>
          <p:nvPr/>
        </p:nvPicPr>
        <p:blipFill>
          <a:blip xmlns:r="http://schemas.openxmlformats.org/officeDocument/2006/relationships" xmlns:a="http://schemas.openxmlformats.org/drawingml/2006/main" r:embed="Rcd3a4f7726244fd1"/>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C5A9E541-AD6F-4E05-9401-7E526FA18ADE}"/>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316230F-3595-4EBD-9EAA-D87308D9222E}"/>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D33921F-DC15-42DC-BF17-8834B5D02590}"/>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BDB60A2-D9DC-4394-9566-1DB5C143727D}"/>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0720D7BB-B08C-4882-BD45-DAF1F8BCC503}"/>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B62A6008-7A32-4DA0-BEA2-B450BC4C7893}"/>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22D9B2ED-489F-47A9-866D-A38138A3BC2D}"/>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D99FAD80-290F-4B13-AB07-948DDB94D87F}"/>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8ABBB6F6-5434-454F-9DD1-13A20034FA4D}"/>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63664769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6201429-550B-47C0-844B-B4216C6FB379}"/>
              </a:ext>
            </a:extLst>
          </p:cNvPr>
          <p:cNvPicPr>
            <a:picLocks xmlns:a="http://schemas.openxmlformats.org/drawingml/2006/main" noChangeAspect="1"/>
          </p:cNvPicPr>
          <p:nvPr/>
        </p:nvPicPr>
        <p:blipFill>
          <a:blip xmlns:r="http://schemas.openxmlformats.org/officeDocument/2006/relationships" xmlns:a="http://schemas.openxmlformats.org/drawingml/2006/main" r:embed="Rd75352b4141c4f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8466AF-6953-4DB0-9539-BEA718BFFD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9CDC1D-DCE4-4471-9301-EC0792DC5CE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DFD474C-DA55-4910-B88B-CC707682FDB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2FFDD2B-852F-416C-A093-31E140F2F2D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9D43C1A-5978-497F-ACDA-75E5C0B553D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963BE9D3-9AD0-4EC0-871F-C6FFA97BB717}"/>
              </a:ext>
            </a:extLst>
          </p:cNvPr>
          <p:cNvPicPr>
            <a:picLocks xmlns:a="http://schemas.openxmlformats.org/drawingml/2006/main" noChangeAspect="1"/>
          </p:cNvPicPr>
          <p:nvPr/>
        </p:nvPicPr>
        <p:blipFill>
          <a:blip xmlns:r="http://schemas.openxmlformats.org/officeDocument/2006/relationships" xmlns:a="http://schemas.openxmlformats.org/drawingml/2006/main" r:embed="Rd536dadbcba14fc1"/>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7E71716-4494-47EA-A3A9-21017D517FCD}"/>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0061D381-719D-4750-A8C5-493B08E91ED4}"/>
              </a:ext>
            </a:extLst>
          </p:cNvPr>
          <p:cNvPicPr>
            <a:picLocks xmlns:a="http://schemas.openxmlformats.org/drawingml/2006/main" noChangeAspect="1"/>
          </p:cNvPicPr>
          <p:nvPr/>
        </p:nvPicPr>
        <p:blipFill>
          <a:blip xmlns:r="http://schemas.openxmlformats.org/officeDocument/2006/relationships" xmlns:a="http://schemas.openxmlformats.org/drawingml/2006/main" r:embed="R8c007d0b42174c55"/>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96EEAF7F-9414-45EE-959C-967B7A3952CA}"/>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FE78F21E-C9B0-4C90-AEB4-FDF927A5F824}"/>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B629AB8C-349A-440C-AFA0-383E3D4C3F1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B90C9A6-7B2A-4302-AF65-094DB633E69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9255844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8FCB94C-4E89-4C86-BB0A-7E8EBC67FEC6}"/>
              </a:ext>
            </a:extLst>
          </p:cNvPr>
          <p:cNvPicPr>
            <a:picLocks xmlns:a="http://schemas.openxmlformats.org/drawingml/2006/main" noChangeAspect="1"/>
          </p:cNvPicPr>
          <p:nvPr/>
        </p:nvPicPr>
        <p:blipFill>
          <a:blip xmlns:r="http://schemas.openxmlformats.org/officeDocument/2006/relationships" xmlns:a="http://schemas.openxmlformats.org/drawingml/2006/main" r:embed="Ra928aa7703e94d2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1089C74-6BB1-41B2-BB64-3FC53A432D9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8BF21D-B8B0-41AE-9BFC-77446EE6908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DC4E5A8-D65C-46B6-A7C4-CEC95A0DC87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35131E2-630D-4309-80F6-1E25CF8C3F2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EB915A7-0CC0-446D-A2BA-F661FAF3133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A3CFA728-A860-4A89-9E0F-CB77710F3C24}"/>
              </a:ext>
            </a:extLst>
          </p:cNvPr>
          <p:cNvGraphicFramePr/>
          <p:nvPr/>
        </p:nvGraphicFramePr>
        <p:xfrm>
          <a:off xmlns:a="http://schemas.openxmlformats.org/drawingml/2006/main" x="1828800"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0062E94-8AB9-493A-966E-742CE6A67149}"/>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D04F777-C99A-44EA-ABA8-D0A601DF3E60}"/>
              </a:ext>
            </a:extLst>
          </p:cNvPr>
          <p:cNvSpPr>
            <a:spLocks xmlns:a="http://schemas.openxmlformats.org/drawingml/2006/main" noGrp="1"/>
          </p:cNvSpPr>
          <p:nvPr/>
        </p:nvSpPr>
        <p:spPr>
          <a:xfrm xmlns:a="http://schemas.openxmlformats.org/drawingml/2006/main" rot="5400000">
            <a:off x="1297305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447A248-421A-4081-B592-36C4FE5A4C56}"/>
              </a:ext>
            </a:extLst>
          </p:cNvPr>
          <p:cNvSpPr>
            <a:spLocks xmlns:a="http://schemas.openxmlformats.org/drawingml/2006/main" noGrp="1"/>
          </p:cNvSpPr>
          <p:nvPr/>
        </p:nvSpPr>
        <p:spPr>
          <a:xfrm xmlns:a="http://schemas.openxmlformats.org/drawingml/2006/main" rot="10800000">
            <a:off x="1297305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F5C5918-9ACD-4620-9E85-635950E0FF77}"/>
              </a:ext>
            </a:extLst>
          </p:cNvPr>
          <p:cNvSpPr>
            <a:spLocks xmlns:a="http://schemas.openxmlformats.org/drawingml/2006/main" noGrp="1"/>
          </p:cNvSpPr>
          <p:nvPr/>
        </p:nvSpPr>
        <p:spPr>
          <a:xfrm xmlns:a="http://schemas.openxmlformats.org/drawingml/2006/main" rot="16200000">
            <a:off x="182880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93637F21-396E-4916-AC0E-E29EDBE3393E}"/>
              </a:ext>
            </a:extLst>
          </p:cNvPr>
          <p:cNvPicPr>
            <a:picLocks xmlns:a="http://schemas.openxmlformats.org/drawingml/2006/main" noChangeAspect="1"/>
          </p:cNvPicPr>
          <p:nvPr/>
        </p:nvPicPr>
        <p:blipFill>
          <a:blip xmlns:r="http://schemas.openxmlformats.org/officeDocument/2006/relationships" xmlns:a="http://schemas.openxmlformats.org/drawingml/2006/main" r:embed="R9717f99ad6164ac8"/>
          <a:stretch xmlns:a="http://schemas.openxmlformats.org/drawingml/2006/main"/>
        </p:blipFill>
        <p:spPr>
          <a:xfrm xmlns:a="http://schemas.openxmlformats.org/drawingml/2006/main">
            <a:off x="13557929" y="5810250"/>
            <a:ext cx="3268891" cy="3333750"/>
          </a:xfrm>
          <a:prstGeom xmlns:a="http://schemas.openxmlformats.org/drawingml/2006/main" prst="rect">
            <a:avLst/>
          </a:prstGeom>
        </p:spPr>
      </p:pic>
      <p:sp>
        <p:nvSpPr>
          <p:cNvPr id="13" name="참조 R03-22 캐릭터 말풍선">
            <a:extLst xmlns:a="http://schemas.openxmlformats.org/drawingml/2006/main">
              <a:ext uri="{FF2B5EF4-FFF2-40B4-BE49-F238E27FC236}">
                <a16:creationId xmlns:a16="http://schemas.microsoft.com/office/drawing/2014/main" id="{5DD36363-BD45-4902-9AC5-9B2DE4D3CD09}"/>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4" name="캐릭터로 연결되는 말풍선 꼬리">
            <a:extLst xmlns:a="http://schemas.openxmlformats.org/drawingml/2006/main">
              <a:ext uri="{FF2B5EF4-FFF2-40B4-BE49-F238E27FC236}">
                <a16:creationId xmlns:a16="http://schemas.microsoft.com/office/drawing/2014/main" id="{40ED3DFA-AB4B-4C60-B8BE-B7F6333F38C6}"/>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5" name="캐릭터 발화 1">
            <a:extLst xmlns:a="http://schemas.openxmlformats.org/drawingml/2006/main">
              <a:ext uri="{FF2B5EF4-FFF2-40B4-BE49-F238E27FC236}">
                <a16:creationId xmlns:a16="http://schemas.microsoft.com/office/drawing/2014/main" id="{546A3734-9771-48A1-A5BF-FDC5DB9F63CA}"/>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기준·상태·계수·단위,</a:t>
            </a:r>
          </a:p>
        </p:txBody>
      </p:sp>
      <p:sp>
        <p:nvSpPr>
          <p:cNvPr id="16" name="캐릭터 발화 2">
            <a:extLst xmlns:a="http://schemas.openxmlformats.org/drawingml/2006/main">
              <a:ext uri="{FF2B5EF4-FFF2-40B4-BE49-F238E27FC236}">
                <a16:creationId xmlns:a16="http://schemas.microsoft.com/office/drawing/2014/main" id="{59819120-705D-4838-9B6C-81473EF189F3}"/>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네 가지를 확인해!</a:t>
            </a:r>
          </a:p>
        </p:txBody>
      </p:sp>
    </p:spTree>
    <p:extLst>
      <p:ext uri="{BB962C8B-B14F-4D97-AF65-F5344CB8AC3E}">
        <p14:creationId xmlns:p14="http://schemas.microsoft.com/office/powerpoint/2010/main" val="317909131"/>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6E69CB8-8E41-4B69-8BA9-67639D804D03}"/>
              </a:ext>
            </a:extLst>
          </p:cNvPr>
          <p:cNvPicPr>
            <a:picLocks xmlns:a="http://schemas.openxmlformats.org/drawingml/2006/main" noChangeAspect="1"/>
          </p:cNvPicPr>
          <p:nvPr/>
        </p:nvPicPr>
        <p:blipFill>
          <a:blip xmlns:r="http://schemas.openxmlformats.org/officeDocument/2006/relationships" xmlns:a="http://schemas.openxmlformats.org/drawingml/2006/main" r:embed="Re6a6bdab46154fb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F2D0A0BC-674C-4E68-801A-DD5A49CEE9F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9750CD2-9042-4E10-B0DD-35C32DC12D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9F2C6C5A-0E77-401E-8DC5-967060D33892}"/>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0DC3012E-0CE4-4FE4-8BBD-1B36BB485C7A}"/>
              </a:ext>
            </a:extLst>
          </p:cNvPr>
          <p:cNvPicPr>
            <a:picLocks xmlns:a="http://schemas.openxmlformats.org/drawingml/2006/main" noChangeAspect="1"/>
          </p:cNvPicPr>
          <p:nvPr/>
        </p:nvPicPr>
        <p:blipFill>
          <a:blip xmlns:r="http://schemas.openxmlformats.org/officeDocument/2006/relationships" xmlns:a="http://schemas.openxmlformats.org/drawingml/2006/main" r:embed="R8be51cb2184e468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A4394FAD-1096-43A1-8A55-D1446DBB0BE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8C47D5A0-65C1-443A-AE59-41003B3D860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ABB0A267-F284-4103-AC4C-424ACBA7F02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05EBDC55-F4B9-4973-A949-B3FC1D62BBA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29181320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218B5FF-D168-4AD0-94C3-15D970D840EA}"/>
              </a:ext>
            </a:extLst>
          </p:cNvPr>
          <p:cNvPicPr>
            <a:picLocks xmlns:a="http://schemas.openxmlformats.org/drawingml/2006/main" noChangeAspect="1"/>
          </p:cNvPicPr>
          <p:nvPr/>
        </p:nvPicPr>
        <p:blipFill>
          <a:blip xmlns:r="http://schemas.openxmlformats.org/officeDocument/2006/relationships" xmlns:a="http://schemas.openxmlformats.org/drawingml/2006/main" r:embed="R233f1d14139c412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994847-D267-4BED-9BD2-76B58F93B2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3CF85E3-58C0-4C04-8FA9-541A1980B2C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8DD917D-1BC5-4CB6-B8EE-6F57F3469AB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16D3374-01EA-4B10-A6D0-05ED78506A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E35BE046-5270-4C60-BF56-EF31333F417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95285D56-B788-4996-98F5-A9B8D4ACB5AA}"/>
              </a:ext>
            </a:extLst>
          </p:cNvPr>
          <p:cNvPicPr>
            <a:picLocks xmlns:a="http://schemas.openxmlformats.org/drawingml/2006/main" noChangeAspect="1"/>
          </p:cNvPicPr>
          <p:nvPr/>
        </p:nvPicPr>
        <p:blipFill>
          <a:blip xmlns:r="http://schemas.openxmlformats.org/officeDocument/2006/relationships" xmlns:a="http://schemas.openxmlformats.org/drawingml/2006/main" r:embed="Rf926a83d095e48b1"/>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A518C55-357F-46D7-AE50-9711798850FF}"/>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65363465-2A60-4D6D-8FAA-035306AED3A9}"/>
              </a:ext>
            </a:extLst>
          </p:cNvPr>
          <p:cNvPicPr>
            <a:picLocks xmlns:a="http://schemas.openxmlformats.org/drawingml/2006/main" noChangeAspect="1"/>
          </p:cNvPicPr>
          <p:nvPr/>
        </p:nvPicPr>
        <p:blipFill>
          <a:blip xmlns:r="http://schemas.openxmlformats.org/officeDocument/2006/relationships" xmlns:a="http://schemas.openxmlformats.org/drawingml/2006/main" r:embed="R49aa85565bbb4c31"/>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298195A-DAE7-4F94-9C9C-E665F9B2921C}"/>
              </a:ext>
            </a:extLst>
          </p:cNvPr>
          <p:cNvPicPr>
            <a:picLocks xmlns:a="http://schemas.openxmlformats.org/drawingml/2006/main" noChangeAspect="1"/>
          </p:cNvPicPr>
          <p:nvPr/>
        </p:nvPicPr>
        <p:blipFill>
          <a:blip xmlns:r="http://schemas.openxmlformats.org/officeDocument/2006/relationships" xmlns:a="http://schemas.openxmlformats.org/drawingml/2006/main" r:embed="Rcc597191f1ff495b"/>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DA5AC96-F07C-4507-835F-5C67DA4B3033}"/>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EE481E3F-0933-421E-BBF9-F9BEDC330C1A}"/>
              </a:ext>
            </a:extLst>
          </p:cNvPr>
          <p:cNvPicPr>
            <a:picLocks xmlns:a="http://schemas.openxmlformats.org/drawingml/2006/main" noChangeAspect="1"/>
          </p:cNvPicPr>
          <p:nvPr/>
        </p:nvPicPr>
        <p:blipFill>
          <a:blip xmlns:r="http://schemas.openxmlformats.org/officeDocument/2006/relationships" xmlns:a="http://schemas.openxmlformats.org/drawingml/2006/main" r:embed="R6ef17ef369714a09"/>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03335648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AA4B86F-3E71-4B90-879E-93E7F511C170}"/>
              </a:ext>
            </a:extLst>
          </p:cNvPr>
          <p:cNvPicPr>
            <a:picLocks xmlns:a="http://schemas.openxmlformats.org/drawingml/2006/main" noChangeAspect="1"/>
          </p:cNvPicPr>
          <p:nvPr/>
        </p:nvPicPr>
        <p:blipFill>
          <a:blip xmlns:r="http://schemas.openxmlformats.org/officeDocument/2006/relationships" xmlns:a="http://schemas.openxmlformats.org/drawingml/2006/main" r:embed="R7b853d076605414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0C1321-B359-4B4B-A864-BF97264CEAA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928A5B-30E1-4462-BE5A-FF4C51DE719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7B35C25-655A-4F64-B8BC-5D8E015653A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56E073C-3B30-447F-A03B-4B355E16CF6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B661F0A-EF34-4D29-813F-C862F8FA322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31BC79D7-55F0-494C-938E-600A13CFE8B5}"/>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B49C8F19-F1A8-467A-85A0-2FE418992C44}"/>
              </a:ext>
            </a:extLst>
          </p:cNvPr>
          <p:cNvPicPr>
            <a:picLocks xmlns:a="http://schemas.openxmlformats.org/drawingml/2006/main" noChangeAspect="1"/>
          </p:cNvPicPr>
          <p:nvPr/>
        </p:nvPicPr>
        <p:blipFill>
          <a:blip xmlns:r="http://schemas.openxmlformats.org/officeDocument/2006/relationships" xmlns:a="http://schemas.openxmlformats.org/drawingml/2006/main" r:embed="R449eb3e615004edf"/>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915081F-B9FC-4A57-8441-9670FC09DDDD}"/>
              </a:ext>
            </a:extLst>
          </p:cNvPr>
          <p:cNvPicPr>
            <a:picLocks xmlns:a="http://schemas.openxmlformats.org/drawingml/2006/main" noChangeAspect="1"/>
          </p:cNvPicPr>
          <p:nvPr/>
        </p:nvPicPr>
        <p:blipFill>
          <a:blip xmlns:r="http://schemas.openxmlformats.org/officeDocument/2006/relationships" xmlns:a="http://schemas.openxmlformats.org/drawingml/2006/main" r:embed="R5d5e7d5a8bf742e1"/>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CE540A8C-24B9-4667-A45D-71C736E882AB}"/>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8CF1392-B759-49BD-9D3F-6B6724CC2985}"/>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9F426B00-72AC-4F09-87BA-0D09CA9EFA2F}"/>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E1E1126-C014-48C9-BF36-4CD908A2FAF1}"/>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207444405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7F40421B-1147-4B26-B99E-59158B8791D3}"/>
              </a:ext>
            </a:extLst>
          </p:cNvPr>
          <p:cNvPicPr>
            <a:picLocks xmlns:a="http://schemas.openxmlformats.org/drawingml/2006/main" noChangeAspect="1"/>
          </p:cNvPicPr>
          <p:nvPr/>
        </p:nvPicPr>
        <p:blipFill>
          <a:blip xmlns:r="http://schemas.openxmlformats.org/officeDocument/2006/relationships" xmlns:a="http://schemas.openxmlformats.org/drawingml/2006/main" r:embed="R99468f8df5c64d5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6A82E3B-8509-40BD-B272-1141F93DF88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7A47AF3-16E6-4BBC-80F3-54BA9E51977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9692055-DA7C-4197-9ACB-F8078AF4C7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1609630-1F09-4ACB-BB09-7AC2313851D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34ED226-269D-42EE-920E-918CC51B0CD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FA3F511E-68D2-4B24-8E6B-15336C285124}"/>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3FE376ED-06CA-4D9B-922A-CD9633294747}"/>
              </a:ext>
            </a:extLst>
          </p:cNvPr>
          <p:cNvSpPr>
            <a:spLocks xmlns:a="http://schemas.openxmlformats.org/drawingml/2006/main" noGrp="1"/>
          </p:cNvSpPr>
          <p:nvPr/>
        </p:nvSpPr>
        <p:spPr>
          <a:xfrm xmlns:a="http://schemas.openxmlformats.org/drawingml/2006/main">
            <a:off x="1828800" y="54768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F4967A7C-AB36-4364-8073-AEEE86D101BA}"/>
              </a:ext>
            </a:extLst>
          </p:cNvPr>
          <p:cNvSpPr>
            <a:spLocks xmlns:a="http://schemas.openxmlformats.org/drawingml/2006/main" noGrp="1"/>
          </p:cNvSpPr>
          <p:nvPr/>
        </p:nvSpPr>
        <p:spPr>
          <a:xfrm xmlns:a="http://schemas.openxmlformats.org/drawingml/2006/main">
            <a:off x="2190750" y="5724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EFC958F4-E917-4EBA-A502-4F9D899FE085}"/>
              </a:ext>
            </a:extLst>
          </p:cNvPr>
          <p:cNvSpPr>
            <a:spLocks xmlns:a="http://schemas.openxmlformats.org/drawingml/2006/main" noGrp="1"/>
          </p:cNvSpPr>
          <p:nvPr/>
        </p:nvSpPr>
        <p:spPr>
          <a:xfrm xmlns:a="http://schemas.openxmlformats.org/drawingml/2006/main">
            <a:off x="1828800" y="70008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797DB16C-4F1E-4463-B719-675C24334C04}"/>
              </a:ext>
            </a:extLst>
          </p:cNvPr>
          <p:cNvSpPr>
            <a:spLocks xmlns:a="http://schemas.openxmlformats.org/drawingml/2006/main" noGrp="1"/>
          </p:cNvSpPr>
          <p:nvPr/>
        </p:nvSpPr>
        <p:spPr>
          <a:xfrm xmlns:a="http://schemas.openxmlformats.org/drawingml/2006/main">
            <a:off x="2190750" y="7248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04B37A64-ECAB-4710-BC2E-A1036217E9D7}"/>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B84E3DAD-21EC-4F58-A114-C4D417423E27}"/>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pic>
        <p:nvPicPr>
          <p:cNvPr id="14" name="">
            <a:extLst xmlns:a="http://schemas.openxmlformats.org/drawingml/2006/main">
              <a:ext uri="{FF2B5EF4-FFF2-40B4-BE49-F238E27FC236}">
                <a16:creationId xmlns:a16="http://schemas.microsoft.com/office/drawing/2014/main" id="{CED994DE-9BB9-4FE5-A620-26BCEB5BE43A}"/>
              </a:ext>
            </a:extLst>
          </p:cNvPr>
          <p:cNvPicPr>
            <a:picLocks xmlns:a="http://schemas.openxmlformats.org/drawingml/2006/main" noChangeAspect="1"/>
          </p:cNvPicPr>
          <p:nvPr/>
        </p:nvPicPr>
        <p:blipFill>
          <a:blip xmlns:r="http://schemas.openxmlformats.org/officeDocument/2006/relationships" xmlns:a="http://schemas.openxmlformats.org/drawingml/2006/main" r:embed="R5c2d840124174694"/>
          <a:stretch xmlns:a="http://schemas.openxmlformats.org/drawingml/2006/main"/>
        </p:blipFill>
        <p:spPr>
          <a:xfrm xmlns:a="http://schemas.openxmlformats.org/drawingml/2006/main">
            <a:off x="13846813" y="5810250"/>
            <a:ext cx="2691124" cy="2667000"/>
          </a:xfrm>
          <a:prstGeom xmlns:a="http://schemas.openxmlformats.org/drawingml/2006/main" prst="rect">
            <a:avLst/>
          </a:prstGeom>
        </p:spPr>
      </p:pic>
      <p:sp>
        <p:nvSpPr>
          <p:cNvPr id="15" name="참조 R03-22 캐릭터 말풍선">
            <a:extLst xmlns:a="http://schemas.openxmlformats.org/drawingml/2006/main">
              <a:ext uri="{FF2B5EF4-FFF2-40B4-BE49-F238E27FC236}">
                <a16:creationId xmlns:a16="http://schemas.microsoft.com/office/drawing/2014/main" id="{C8E9CFEC-1DC6-4133-A2AF-01870FFDC574}"/>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6" name="캐릭터로 연결되는 말풍선 꼬리">
            <a:extLst xmlns:a="http://schemas.openxmlformats.org/drawingml/2006/main">
              <a:ext uri="{FF2B5EF4-FFF2-40B4-BE49-F238E27FC236}">
                <a16:creationId xmlns:a16="http://schemas.microsoft.com/office/drawing/2014/main" id="{6CF8CBD9-98DF-4920-ACEC-782476F9366A}"/>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7" name="캐릭터 발화 1">
            <a:extLst xmlns:a="http://schemas.openxmlformats.org/drawingml/2006/main">
              <a:ext uri="{FF2B5EF4-FFF2-40B4-BE49-F238E27FC236}">
                <a16:creationId xmlns:a16="http://schemas.microsoft.com/office/drawing/2014/main" id="{4C8997DD-CCB9-4430-98F6-72C6E6062AFC}"/>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온도가 올랐다면</a:t>
            </a:r>
          </a:p>
        </p:txBody>
      </p:sp>
      <p:sp>
        <p:nvSpPr>
          <p:cNvPr id="18" name="캐릭터 발화 2">
            <a:extLst xmlns:a="http://schemas.openxmlformats.org/drawingml/2006/main">
              <a:ext uri="{FF2B5EF4-FFF2-40B4-BE49-F238E27FC236}">
                <a16:creationId xmlns:a16="http://schemas.microsoft.com/office/drawing/2014/main" id="{E467C130-E83A-4024-941F-67682C59A388}"/>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반응은 열을 방출했어.</a:t>
            </a:r>
          </a:p>
        </p:txBody>
      </p:sp>
    </p:spTree>
    <p:extLst>
      <p:ext uri="{BB962C8B-B14F-4D97-AF65-F5344CB8AC3E}">
        <p14:creationId xmlns:p14="http://schemas.microsoft.com/office/powerpoint/2010/main" val="18716201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CC2981E-CD5B-4510-88AC-3DAE1D24AFE1}"/>
              </a:ext>
            </a:extLst>
          </p:cNvPr>
          <p:cNvPicPr>
            <a:picLocks xmlns:a="http://schemas.openxmlformats.org/drawingml/2006/main" noChangeAspect="1"/>
          </p:cNvPicPr>
          <p:nvPr/>
        </p:nvPicPr>
        <p:blipFill>
          <a:blip xmlns:r="http://schemas.openxmlformats.org/officeDocument/2006/relationships" xmlns:a="http://schemas.openxmlformats.org/drawingml/2006/main" r:embed="R4a1b9100c64e48d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EFB133-6088-4704-B319-308A381CE7E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E533C8D-6F44-4CA8-8970-9BD5DEB2739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49BE710-6387-40C9-A9F4-E5BB1F6AE7F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A6DF97-06B1-4DCD-87FA-A04C8BEA71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75A044D-A025-47E5-B6BC-F0664B5A43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D7D2135C-B21F-456A-956E-9037AF2F2A82}"/>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EC3F830-70C2-4CAC-8E84-0981F9C0C06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D8DEF7B-7D4B-49C9-8F57-119BE5B879C6}"/>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B0DDFDA-0E19-404E-AA4F-CF14660C0522}"/>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67571B4-DD43-494E-8AE6-803D1B04A83E}"/>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38C08C9-8BAB-413D-8F82-C06D5011AEA1}"/>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04635624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69D1203-0052-4EEF-B41F-7555BA40FD24}"/>
              </a:ext>
            </a:extLst>
          </p:cNvPr>
          <p:cNvPicPr>
            <a:picLocks xmlns:a="http://schemas.openxmlformats.org/drawingml/2006/main" noChangeAspect="1"/>
          </p:cNvPicPr>
          <p:nvPr/>
        </p:nvPicPr>
        <p:blipFill>
          <a:blip xmlns:r="http://schemas.openxmlformats.org/officeDocument/2006/relationships" xmlns:a="http://schemas.openxmlformats.org/drawingml/2006/main" r:embed="Ra113739f33c04c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A202FB-6B93-4DCA-9297-AC73A1B29A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D6FFBDB-5297-4D4E-BED5-7793F1DEE19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88A45B6-E844-49BA-957A-1DF230213B3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1F14F41-C09C-43EA-8CAB-27256EDE7E7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4BA50DF-5F65-4391-8368-81F5C00CC36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28FE1C22-6994-4EDB-AE18-FEB29E802C1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171DE00B-0DD8-4535-A5F3-74F4AA9000B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2EF11EB7-85A9-4538-9D4D-F753D521F65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4065EB1A-700B-4D4F-923A-625EF52E122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4D4BA145-B6AA-4938-9C1A-28F2426287E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E986916D-4708-4EBC-85B0-CB22CF09605F}"/>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39924077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AF2528F-E1E1-4C32-914C-13726109B875}"/>
              </a:ext>
            </a:extLst>
          </p:cNvPr>
          <p:cNvPicPr>
            <a:picLocks xmlns:a="http://schemas.openxmlformats.org/drawingml/2006/main" noChangeAspect="1"/>
          </p:cNvPicPr>
          <p:nvPr/>
        </p:nvPicPr>
        <p:blipFill>
          <a:blip xmlns:r="http://schemas.openxmlformats.org/officeDocument/2006/relationships" xmlns:a="http://schemas.openxmlformats.org/drawingml/2006/main" r:embed="Ref00aa1795344fa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FBAE765-0EE2-4456-9A10-30B1F996884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6FF65D-C12C-4125-BC26-1DC7CCCC9FB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A6E4C7F-4D05-4E1B-AF53-C97EC1DC3C6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64F532-DF2D-465A-9DFA-6E20E6D77EA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0AD1B24-AB93-47C6-8D52-5D92196C1D3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8621957F-E99A-495A-9845-AAB1037908E9}"/>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33F9B67-E2FB-40BF-BCE8-25BFE0B2BCA6}"/>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CFE2DD6-B156-4E14-B5C3-F4C1E4B48598}"/>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6AD2DE5-F641-406E-83C3-D84C6DA648B3}"/>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64A604D-95E9-449B-B1D7-2D2C101A650E}"/>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6E877FD-D47A-4A0E-BD27-0BE0A4C132E6}"/>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45077349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D814695D-7151-4299-91B5-627CDE6D8616}"/>
              </a:ext>
            </a:extLst>
          </p:cNvPr>
          <p:cNvPicPr>
            <a:picLocks xmlns:a="http://schemas.openxmlformats.org/drawingml/2006/main" noChangeAspect="1"/>
          </p:cNvPicPr>
          <p:nvPr/>
        </p:nvPicPr>
        <p:blipFill>
          <a:blip xmlns:r="http://schemas.openxmlformats.org/officeDocument/2006/relationships" xmlns:a="http://schemas.openxmlformats.org/drawingml/2006/main" r:embed="R932a04337a9b4c2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7A19B6-FB22-4A23-8844-4DED3A4723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33A0804-1677-4D54-9AD3-50DEDC322F5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071FA6C-395A-4A0D-A445-D129B8A93CB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370F72D-EE2A-4D23-B742-C2E443602CC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ED4A38A-C1A6-4803-B7D4-50040562995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D3E60011-6B97-4C1A-898A-11320D48447B}"/>
              </a:ext>
            </a:extLst>
          </p:cNvPr>
          <p:cNvSpPr>
            <a:spLocks xmlns:a="http://schemas.openxmlformats.org/drawingml/2006/main" noGrp="1"/>
          </p:cNvSpPr>
          <p:nvPr/>
        </p:nvSpPr>
        <p:spPr>
          <a:xfrm xmlns:a="http://schemas.openxmlformats.org/drawingml/2006/main">
            <a:off x="1828800" y="43338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256DBFC-3AC7-4ADB-BEA1-33AE612C5995}"/>
              </a:ext>
            </a:extLst>
          </p:cNvPr>
          <p:cNvSpPr>
            <a:spLocks xmlns:a="http://schemas.openxmlformats.org/drawingml/2006/main" noGrp="1"/>
          </p:cNvSpPr>
          <p:nvPr/>
        </p:nvSpPr>
        <p:spPr>
          <a:xfrm xmlns:a="http://schemas.openxmlformats.org/drawingml/2006/main">
            <a:off x="2190750" y="4581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−41.50 + (−52.25) = −93.75 kJ/mol</a:t>
            </a:r>
          </a:p>
        </p:txBody>
      </p:sp>
      <p:sp>
        <p:nvSpPr>
          <p:cNvPr id="9" name="설명·계산 행 2">
            <a:extLst xmlns:a="http://schemas.openxmlformats.org/drawingml/2006/main">
              <a:ext uri="{FF2B5EF4-FFF2-40B4-BE49-F238E27FC236}">
                <a16:creationId xmlns:a16="http://schemas.microsoft.com/office/drawing/2014/main" id="{55B95E07-DCA3-4A91-908A-08F5B8DE06F4}"/>
              </a:ext>
            </a:extLst>
          </p:cNvPr>
          <p:cNvSpPr>
            <a:spLocks xmlns:a="http://schemas.openxmlformats.org/drawingml/2006/main" noGrp="1"/>
          </p:cNvSpPr>
          <p:nvPr/>
        </p:nvSpPr>
        <p:spPr>
          <a:xfrm xmlns:a="http://schemas.openxmlformats.org/drawingml/2006/main">
            <a:off x="1828800" y="580072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3B9F8A3-5E18-4587-929C-9452B2B1648C}"/>
              </a:ext>
            </a:extLst>
          </p:cNvPr>
          <p:cNvSpPr>
            <a:spLocks xmlns:a="http://schemas.openxmlformats.org/drawingml/2006/main" noGrp="1"/>
          </p:cNvSpPr>
          <p:nvPr/>
        </p:nvSpPr>
        <p:spPr>
          <a:xfrm xmlns:a="http://schemas.openxmlformats.org/drawingml/2006/main">
            <a:off x="2190750" y="60483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DD0DE202-CE0A-4518-99B0-66138C3F0DAF}"/>
              </a:ext>
            </a:extLst>
          </p:cNvPr>
          <p:cNvSpPr>
            <a:spLocks xmlns:a="http://schemas.openxmlformats.org/drawingml/2006/main" noGrp="1"/>
          </p:cNvSpPr>
          <p:nvPr/>
        </p:nvSpPr>
        <p:spPr>
          <a:xfrm xmlns:a="http://schemas.openxmlformats.org/drawingml/2006/main">
            <a:off x="1828800" y="72675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551D80A0-49A8-44EB-A633-070981113726}"/>
              </a:ext>
            </a:extLst>
          </p:cNvPr>
          <p:cNvSpPr>
            <a:spLocks xmlns:a="http://schemas.openxmlformats.org/drawingml/2006/main" noGrp="1"/>
          </p:cNvSpPr>
          <p:nvPr/>
        </p:nvSpPr>
        <p:spPr>
          <a:xfrm xmlns:a="http://schemas.openxmlformats.org/drawingml/2006/main">
            <a:off x="2190750" y="75152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pic>
        <p:nvPicPr>
          <p:cNvPr id="13" name="">
            <a:extLst xmlns:a="http://schemas.openxmlformats.org/drawingml/2006/main">
              <a:ext uri="{FF2B5EF4-FFF2-40B4-BE49-F238E27FC236}">
                <a16:creationId xmlns:a16="http://schemas.microsoft.com/office/drawing/2014/main" id="{0E9FB5E8-8C46-4B33-9810-47FEE42506F7}"/>
              </a:ext>
            </a:extLst>
          </p:cNvPr>
          <p:cNvPicPr>
            <a:picLocks xmlns:a="http://schemas.openxmlformats.org/drawingml/2006/main" noChangeAspect="1"/>
          </p:cNvPicPr>
          <p:nvPr/>
        </p:nvPicPr>
        <p:blipFill>
          <a:blip xmlns:r="http://schemas.openxmlformats.org/officeDocument/2006/relationships" xmlns:a="http://schemas.openxmlformats.org/drawingml/2006/main" r:embed="Rd577bee0de2c43c0"/>
          <a:stretch xmlns:a="http://schemas.openxmlformats.org/drawingml/2006/main"/>
        </p:blipFill>
        <p:spPr>
          <a:xfrm xmlns:a="http://schemas.openxmlformats.org/drawingml/2006/main">
            <a:off x="14195466" y="5810250"/>
            <a:ext cx="1993818" cy="3333750"/>
          </a:xfrm>
          <a:prstGeom xmlns:a="http://schemas.openxmlformats.org/drawingml/2006/main" prst="rect">
            <a:avLst/>
          </a:prstGeom>
        </p:spPr>
      </p:pic>
      <p:sp>
        <p:nvSpPr>
          <p:cNvPr id="14" name="참조 R03-22 캐릭터 말풍선">
            <a:extLst xmlns:a="http://schemas.openxmlformats.org/drawingml/2006/main">
              <a:ext uri="{FF2B5EF4-FFF2-40B4-BE49-F238E27FC236}">
                <a16:creationId xmlns:a16="http://schemas.microsoft.com/office/drawing/2014/main" id="{1865D553-BC0E-4E81-91C9-D641F6289F70}"/>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5" name="캐릭터로 연결되는 말풍선 꼬리">
            <a:extLst xmlns:a="http://schemas.openxmlformats.org/drawingml/2006/main">
              <a:ext uri="{FF2B5EF4-FFF2-40B4-BE49-F238E27FC236}">
                <a16:creationId xmlns:a16="http://schemas.microsoft.com/office/drawing/2014/main" id="{9B9070A0-DC2B-433D-B753-D9F0AAA49B1E}"/>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6" name="캐릭터 발화 1">
            <a:extLst xmlns:a="http://schemas.openxmlformats.org/drawingml/2006/main">
              <a:ext uri="{FF2B5EF4-FFF2-40B4-BE49-F238E27FC236}">
                <a16:creationId xmlns:a16="http://schemas.microsoft.com/office/drawing/2014/main" id="{360A45CA-6167-49E8-987C-5FD1BD8272C1}"/>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두 경로의 실험값은</a:t>
            </a:r>
          </a:p>
        </p:txBody>
      </p:sp>
      <p:sp>
        <p:nvSpPr>
          <p:cNvPr id="17" name="캐릭터 발화 2">
            <a:extLst xmlns:a="http://schemas.openxmlformats.org/drawingml/2006/main">
              <a:ext uri="{FF2B5EF4-FFF2-40B4-BE49-F238E27FC236}">
                <a16:creationId xmlns:a16="http://schemas.microsoft.com/office/drawing/2014/main" id="{EED074D6-AAD9-4946-8BBE-1816CD999A10}"/>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얼마나 가까울까?</a:t>
            </a:r>
          </a:p>
        </p:txBody>
      </p:sp>
    </p:spTree>
    <p:extLst>
      <p:ext uri="{BB962C8B-B14F-4D97-AF65-F5344CB8AC3E}">
        <p14:creationId xmlns:p14="http://schemas.microsoft.com/office/powerpoint/2010/main" val="29211088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DBFB22B9-0433-4F21-B124-7CE65F6904F5}"/>
              </a:ext>
            </a:extLst>
          </p:cNvPr>
          <p:cNvPicPr>
            <a:picLocks xmlns:a="http://schemas.openxmlformats.org/drawingml/2006/main" noChangeAspect="1"/>
          </p:cNvPicPr>
          <p:nvPr/>
        </p:nvPicPr>
        <p:blipFill>
          <a:blip xmlns:r="http://schemas.openxmlformats.org/officeDocument/2006/relationships" xmlns:a="http://schemas.openxmlformats.org/drawingml/2006/main" r:embed="R956c962bac664db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CB4767-616F-4C1B-BFFE-6B152533284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1B22F7-FA01-4EDF-9A1B-C4325E0C82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1F84F88-8CF3-4453-9CF9-9B434A2699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F7E7B558-4DB5-4C81-ABA3-2B013EB2AEF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16537313-6AD3-42EE-91CE-76E87A8AD9F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F8B94A30-C83C-41FE-8C80-BA3CDA808185}"/>
              </a:ext>
            </a:extLst>
          </p:cNvPr>
          <p:cNvSpPr>
            <a:spLocks xmlns:a="http://schemas.openxmlformats.org/drawingml/2006/main" noGrp="1"/>
          </p:cNvSpPr>
          <p:nvPr/>
        </p:nvSpPr>
        <p:spPr>
          <a:xfrm xmlns:a="http://schemas.openxmlformats.org/drawingml/2006/main">
            <a:off x="1828800" y="43338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8FFE5E0-EB05-418E-BC44-7BB315933E2D}"/>
              </a:ext>
            </a:extLst>
          </p:cNvPr>
          <p:cNvSpPr>
            <a:spLocks xmlns:a="http://schemas.openxmlformats.org/drawingml/2006/main" noGrp="1"/>
          </p:cNvSpPr>
          <p:nvPr/>
        </p:nvSpPr>
        <p:spPr>
          <a:xfrm xmlns:a="http://schemas.openxmlformats.org/drawingml/2006/main">
            <a:off x="2190750" y="4581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A6C39793-AEF5-4DA3-B1D7-1AFD0B1E17CD}"/>
              </a:ext>
            </a:extLst>
          </p:cNvPr>
          <p:cNvSpPr>
            <a:spLocks xmlns:a="http://schemas.openxmlformats.org/drawingml/2006/main" noGrp="1"/>
          </p:cNvSpPr>
          <p:nvPr/>
        </p:nvSpPr>
        <p:spPr>
          <a:xfrm xmlns:a="http://schemas.openxmlformats.org/drawingml/2006/main">
            <a:off x="1828800" y="580072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1EC75CD-23C0-47CD-8C38-D4D7C9672911}"/>
              </a:ext>
            </a:extLst>
          </p:cNvPr>
          <p:cNvSpPr>
            <a:spLocks xmlns:a="http://schemas.openxmlformats.org/drawingml/2006/main" noGrp="1"/>
          </p:cNvSpPr>
          <p:nvPr/>
        </p:nvSpPr>
        <p:spPr>
          <a:xfrm xmlns:a="http://schemas.openxmlformats.org/drawingml/2006/main">
            <a:off x="2190750" y="60483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054E0339-3B53-4A4D-8C71-B1B735D5D395}"/>
              </a:ext>
            </a:extLst>
          </p:cNvPr>
          <p:cNvSpPr>
            <a:spLocks xmlns:a="http://schemas.openxmlformats.org/drawingml/2006/main" noGrp="1"/>
          </p:cNvSpPr>
          <p:nvPr/>
        </p:nvSpPr>
        <p:spPr>
          <a:xfrm xmlns:a="http://schemas.openxmlformats.org/drawingml/2006/main">
            <a:off x="1828800" y="72675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ABD69F7-C8BA-439A-9CCA-7EB6953855AC}"/>
              </a:ext>
            </a:extLst>
          </p:cNvPr>
          <p:cNvSpPr>
            <a:spLocks xmlns:a="http://schemas.openxmlformats.org/drawingml/2006/main" noGrp="1"/>
          </p:cNvSpPr>
          <p:nvPr/>
        </p:nvSpPr>
        <p:spPr>
          <a:xfrm xmlns:a="http://schemas.openxmlformats.org/drawingml/2006/main">
            <a:off x="2190750" y="75152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3722308C-BE9B-4F93-87FA-A79A6F899FA4}"/>
              </a:ext>
            </a:extLst>
          </p:cNvPr>
          <p:cNvPicPr>
            <a:picLocks xmlns:a="http://schemas.openxmlformats.org/drawingml/2006/main" noChangeAspect="1"/>
          </p:cNvPicPr>
          <p:nvPr/>
        </p:nvPicPr>
        <p:blipFill>
          <a:blip xmlns:r="http://schemas.openxmlformats.org/officeDocument/2006/relationships" xmlns:a="http://schemas.openxmlformats.org/drawingml/2006/main" r:embed="Rf57211c879f24c5e"/>
          <a:stretch xmlns:a="http://schemas.openxmlformats.org/drawingml/2006/main"/>
        </p:blipFill>
        <p:spPr>
          <a:xfrm xmlns:a="http://schemas.openxmlformats.org/drawingml/2006/main">
            <a:off x="14108833" y="5810250"/>
            <a:ext cx="2167083" cy="3333750"/>
          </a:xfrm>
          <a:prstGeom xmlns:a="http://schemas.openxmlformats.org/drawingml/2006/main" prst="rect">
            <a:avLst/>
          </a:prstGeom>
        </p:spPr>
      </p:pic>
      <p:sp>
        <p:nvSpPr>
          <p:cNvPr id="14" name="참조 R03-22 캐릭터 말풍선">
            <a:extLst xmlns:a="http://schemas.openxmlformats.org/drawingml/2006/main">
              <a:ext uri="{FF2B5EF4-FFF2-40B4-BE49-F238E27FC236}">
                <a16:creationId xmlns:a16="http://schemas.microsoft.com/office/drawing/2014/main" id="{8552B37B-D5BE-4577-85B4-C1D6C6E81F61}"/>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5" name="캐릭터로 연결되는 말풍선 꼬리">
            <a:extLst xmlns:a="http://schemas.openxmlformats.org/drawingml/2006/main">
              <a:ext uri="{FF2B5EF4-FFF2-40B4-BE49-F238E27FC236}">
                <a16:creationId xmlns:a16="http://schemas.microsoft.com/office/drawing/2014/main" id="{9507AA6F-7088-4DEA-94E1-1EDBE1FEA36B}"/>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6" name="캐릭터 발화 1">
            <a:extLst xmlns:a="http://schemas.openxmlformats.org/drawingml/2006/main">
              <a:ext uri="{FF2B5EF4-FFF2-40B4-BE49-F238E27FC236}">
                <a16:creationId xmlns:a16="http://schemas.microsoft.com/office/drawing/2014/main" id="{1CD7C17F-BD2D-4412-B72C-DF196BE1D30F}"/>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처음과 끝이 같으면</a:t>
            </a:r>
          </a:p>
        </p:txBody>
      </p:sp>
      <p:sp>
        <p:nvSpPr>
          <p:cNvPr id="17" name="캐릭터 발화 2">
            <a:extLst xmlns:a="http://schemas.openxmlformats.org/drawingml/2006/main">
              <a:ext uri="{FF2B5EF4-FFF2-40B4-BE49-F238E27FC236}">
                <a16:creationId xmlns:a16="http://schemas.microsoft.com/office/drawing/2014/main" id="{DCB144DB-8CD7-45E5-A680-919A0B9910C2}"/>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355" b="0">
                <a:solidFill>
                  <a:srgbClr val="000000"/>
                </a:solidFill>
                <a:latin typeface="Pretendard"/>
                <a:ea typeface="Pretendard"/>
                <a:cs typeface="Pretendard"/>
              </a:defRPr>
            </a:defPPr>
            <a:lvl1pPr algn="ctr">
              <a:defRPr sz="2355" b="0">
                <a:solidFill>
                  <a:srgbClr val="000000"/>
                </a:solidFill>
                <a:latin typeface="Pretendard"/>
                <a:ea typeface="Pretendard"/>
                <a:cs typeface="Pretendard"/>
              </a:defRPr>
            </a:lvl1pPr>
            <a:lvl2pPr algn="ctr">
              <a:defRPr sz="2355" b="0">
                <a:solidFill>
                  <a:srgbClr val="000000"/>
                </a:solidFill>
                <a:latin typeface="Pretendard"/>
                <a:ea typeface="Pretendard"/>
                <a:cs typeface="Pretendard"/>
              </a:defRPr>
            </a:lvl2pPr>
            <a:lvl3pPr algn="ctr">
              <a:defRPr sz="2355" b="0">
                <a:solidFill>
                  <a:srgbClr val="000000"/>
                </a:solidFill>
                <a:latin typeface="Pretendard"/>
                <a:ea typeface="Pretendard"/>
                <a:cs typeface="Pretendard"/>
              </a:defRPr>
            </a:lvl3pPr>
            <a:lvl4pPr algn="ctr">
              <a:defRPr sz="2355" b="0">
                <a:solidFill>
                  <a:srgbClr val="000000"/>
                </a:solidFill>
                <a:latin typeface="Pretendard"/>
                <a:ea typeface="Pretendard"/>
                <a:cs typeface="Pretendard"/>
              </a:defRPr>
            </a:lvl4pPr>
            <a:lvl5pPr algn="ctr">
              <a:defRPr sz="2355" b="0">
                <a:solidFill>
                  <a:srgbClr val="000000"/>
                </a:solidFill>
                <a:latin typeface="Pretendard"/>
                <a:ea typeface="Pretendard"/>
                <a:cs typeface="Pretendard"/>
              </a:defRPr>
            </a:lvl5pPr>
            <a:lvl6pPr algn="ctr">
              <a:defRPr sz="2355" b="0">
                <a:solidFill>
                  <a:srgbClr val="000000"/>
                </a:solidFill>
                <a:latin typeface="Pretendard"/>
                <a:ea typeface="Pretendard"/>
                <a:cs typeface="Pretendard"/>
              </a:defRPr>
            </a:lvl6pPr>
            <a:lvl7pPr algn="ctr">
              <a:defRPr sz="2355" b="0">
                <a:solidFill>
                  <a:srgbClr val="000000"/>
                </a:solidFill>
                <a:latin typeface="Pretendard"/>
                <a:ea typeface="Pretendard"/>
                <a:cs typeface="Pretendard"/>
              </a:defRPr>
            </a:lvl7pPr>
            <a:lvl8pPr algn="ctr">
              <a:defRPr sz="2355" b="0">
                <a:solidFill>
                  <a:srgbClr val="000000"/>
                </a:solidFill>
                <a:latin typeface="Pretendard"/>
                <a:ea typeface="Pretendard"/>
                <a:cs typeface="Pretendard"/>
              </a:defRPr>
            </a:lvl8pPr>
            <a:lvl9pPr algn="ctr">
              <a:defRPr sz="2355" b="0">
                <a:solidFill>
                  <a:srgbClr val="000000"/>
                </a:solidFill>
                <a:latin typeface="Pretendard"/>
                <a:ea typeface="Pretendard"/>
                <a:cs typeface="Pretendard"/>
              </a:defRPr>
            </a:lvl9pPr>
          </a:lstStyle>
          <a:p xmlns:a="http://schemas.openxmlformats.org/drawingml/2006/main">
            <a:pPr algn="ctr">
              <a:defRPr sz="2355" b="0">
                <a:solidFill>
                  <a:srgbClr val="000000"/>
                </a:solidFill>
                <a:latin typeface="Pretendard"/>
                <a:ea typeface="Pretendard"/>
                <a:cs typeface="Pretendard"/>
              </a:defRPr>
            </a:pPr>
            <a:r>
              <a:t>다른 경로로도 구할 수 있어.</a:t>
            </a:r>
          </a:p>
        </p:txBody>
      </p:sp>
    </p:spTree>
    <p:extLst>
      <p:ext uri="{BB962C8B-B14F-4D97-AF65-F5344CB8AC3E}">
        <p14:creationId xmlns:p14="http://schemas.microsoft.com/office/powerpoint/2010/main" val="52707627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D016A9A9-F185-474B-BDE8-36A5BBDA3149}"/>
              </a:ext>
            </a:extLst>
          </p:cNvPr>
          <p:cNvPicPr>
            <a:picLocks xmlns:a="http://schemas.openxmlformats.org/drawingml/2006/main" noChangeAspect="1"/>
          </p:cNvPicPr>
          <p:nvPr/>
        </p:nvPicPr>
        <p:blipFill>
          <a:blip xmlns:r="http://schemas.openxmlformats.org/officeDocument/2006/relationships" xmlns:a="http://schemas.openxmlformats.org/drawingml/2006/main" r:embed="Re9c4368b2ed047a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899AF6-C6C5-4C81-8EC1-8C4249CC0C9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EF3C60-EE4E-462D-881A-B4D06F299D1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B7D4E4A-826B-43F5-BAB0-072B2DE344F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5194EBC-DE82-432C-B00C-DDCBF78FA39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9914EC8-060D-4AEE-831C-7BBAA05EB01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B550B48B-7C21-4C68-9092-0B94A0E5E610}"/>
              </a:ext>
            </a:extLst>
          </p:cNvPr>
          <p:cNvSpPr>
            <a:spLocks xmlns:a="http://schemas.openxmlformats.org/drawingml/2006/main" noGrp="1"/>
          </p:cNvSpPr>
          <p:nvPr/>
        </p:nvSpPr>
        <p:spPr>
          <a:xfrm xmlns:a="http://schemas.openxmlformats.org/drawingml/2006/main">
            <a:off x="1828800" y="43338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E6B11442-1968-456A-BE02-687F481C5591}"/>
              </a:ext>
            </a:extLst>
          </p:cNvPr>
          <p:cNvSpPr>
            <a:spLocks xmlns:a="http://schemas.openxmlformats.org/drawingml/2006/main" noGrp="1"/>
          </p:cNvSpPr>
          <p:nvPr/>
        </p:nvSpPr>
        <p:spPr>
          <a:xfrm xmlns:a="http://schemas.openxmlformats.org/drawingml/2006/main">
            <a:off x="2190750" y="4581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반응의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₂를 설명하시오.</a:t>
            </a:r>
          </a:p>
        </p:txBody>
      </p:sp>
      <p:sp>
        <p:nvSpPr>
          <p:cNvPr id="9" name="설명·계산 행 2">
            <a:extLst xmlns:a="http://schemas.openxmlformats.org/drawingml/2006/main">
              <a:ext uri="{FF2B5EF4-FFF2-40B4-BE49-F238E27FC236}">
                <a16:creationId xmlns:a16="http://schemas.microsoft.com/office/drawing/2014/main" id="{DFCEB392-A067-4A2C-9F62-E44338638C0B}"/>
              </a:ext>
            </a:extLst>
          </p:cNvPr>
          <p:cNvSpPr>
            <a:spLocks xmlns:a="http://schemas.openxmlformats.org/drawingml/2006/main" noGrp="1"/>
          </p:cNvSpPr>
          <p:nvPr/>
        </p:nvSpPr>
        <p:spPr>
          <a:xfrm xmlns:a="http://schemas.openxmlformats.org/drawingml/2006/main">
            <a:off x="1828800" y="580072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06252D0-2F1F-4A00-8941-0EA16FC25047}"/>
              </a:ext>
            </a:extLst>
          </p:cNvPr>
          <p:cNvSpPr>
            <a:spLocks xmlns:a="http://schemas.openxmlformats.org/drawingml/2006/main" noGrp="1"/>
          </p:cNvSpPr>
          <p:nvPr/>
        </p:nvSpPr>
        <p:spPr>
          <a:xfrm xmlns:a="http://schemas.openxmlformats.org/drawingml/2006/main">
            <a:off x="2190750" y="60483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0DFF8822-1D97-49BB-BF32-2E6FF78EF063}"/>
              </a:ext>
            </a:extLst>
          </p:cNvPr>
          <p:cNvSpPr>
            <a:spLocks xmlns:a="http://schemas.openxmlformats.org/drawingml/2006/main" noGrp="1"/>
          </p:cNvSpPr>
          <p:nvPr/>
        </p:nvSpPr>
        <p:spPr>
          <a:xfrm xmlns:a="http://schemas.openxmlformats.org/drawingml/2006/main">
            <a:off x="1828800" y="7267575"/>
            <a:ext cx="1133475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E744AEA0-26B9-4FC1-B86B-49B8FDA260FA}"/>
              </a:ext>
            </a:extLst>
          </p:cNvPr>
          <p:cNvSpPr>
            <a:spLocks xmlns:a="http://schemas.openxmlformats.org/drawingml/2006/main" noGrp="1"/>
          </p:cNvSpPr>
          <p:nvPr/>
        </p:nvSpPr>
        <p:spPr>
          <a:xfrm xmlns:a="http://schemas.openxmlformats.org/drawingml/2006/main">
            <a:off x="2190750" y="75152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pic>
        <p:nvPicPr>
          <p:cNvPr id="13" name="">
            <a:extLst xmlns:a="http://schemas.openxmlformats.org/drawingml/2006/main">
              <a:ext uri="{FF2B5EF4-FFF2-40B4-BE49-F238E27FC236}">
                <a16:creationId xmlns:a16="http://schemas.microsoft.com/office/drawing/2014/main" id="{9DE47380-F4D4-47D0-879A-1FA06594C0F0}"/>
              </a:ext>
            </a:extLst>
          </p:cNvPr>
          <p:cNvPicPr>
            <a:picLocks xmlns:a="http://schemas.openxmlformats.org/drawingml/2006/main" noChangeAspect="1"/>
          </p:cNvPicPr>
          <p:nvPr/>
        </p:nvPicPr>
        <p:blipFill>
          <a:blip xmlns:r="http://schemas.openxmlformats.org/officeDocument/2006/relationships" xmlns:a="http://schemas.openxmlformats.org/drawingml/2006/main" r:embed="Ree0f6599c4354478"/>
          <a:stretch xmlns:a="http://schemas.openxmlformats.org/drawingml/2006/main"/>
        </p:blipFill>
        <p:spPr>
          <a:xfrm xmlns:a="http://schemas.openxmlformats.org/drawingml/2006/main">
            <a:off x="13557929" y="5810250"/>
            <a:ext cx="3268891" cy="3333750"/>
          </a:xfrm>
          <a:prstGeom xmlns:a="http://schemas.openxmlformats.org/drawingml/2006/main" prst="rect">
            <a:avLst/>
          </a:prstGeom>
        </p:spPr>
      </p:pic>
      <p:sp>
        <p:nvSpPr>
          <p:cNvPr id="14" name="참조 R03-22 캐릭터 말풍선">
            <a:extLst xmlns:a="http://schemas.openxmlformats.org/drawingml/2006/main">
              <a:ext uri="{FF2B5EF4-FFF2-40B4-BE49-F238E27FC236}">
                <a16:creationId xmlns:a16="http://schemas.microsoft.com/office/drawing/2014/main" id="{EF48CEAA-F2EF-4548-87A1-3B10A86CCEA5}"/>
              </a:ext>
            </a:extLst>
          </p:cNvPr>
          <p:cNvSpPr>
            <a:spLocks xmlns:a="http://schemas.openxmlformats.org/drawingml/2006/main" noGrp="1"/>
          </p:cNvSpPr>
          <p:nvPr/>
        </p:nvSpPr>
        <p:spPr>
          <a:xfrm xmlns:a="http://schemas.openxmlformats.org/drawingml/2006/main">
            <a:off x="13430250" y="4238625"/>
            <a:ext cx="3524250" cy="140970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BDD0AE"/>
            </a:solidFill>
          </a:ln>
        </p:spPr>
      </p:sp>
      <p:sp>
        <p:nvSpPr>
          <p:cNvPr id="15" name="캐릭터로 연결되는 말풍선 꼬리">
            <a:extLst xmlns:a="http://schemas.openxmlformats.org/drawingml/2006/main">
              <a:ext uri="{FF2B5EF4-FFF2-40B4-BE49-F238E27FC236}">
                <a16:creationId xmlns:a16="http://schemas.microsoft.com/office/drawing/2014/main" id="{0D5A74F8-AFC6-45B1-BC34-80C78F58E906}"/>
              </a:ext>
            </a:extLst>
          </p:cNvPr>
          <p:cNvSpPr>
            <a:spLocks xmlns:a="http://schemas.openxmlformats.org/drawingml/2006/main" noGrp="1"/>
          </p:cNvSpPr>
          <p:nvPr/>
        </p:nvSpPr>
        <p:spPr>
          <a:xfrm xmlns:a="http://schemas.openxmlformats.org/drawingml/2006/main">
            <a:off x="15763875" y="5638800"/>
            <a:ext cx="466725" cy="304800"/>
          </a:xfrm>
          <a:custGeom xmlns:a="http://schemas.openxmlformats.org/drawingml/2006/main">
            <a:pathLst>
              <a:path w="466725" h="304800">
                <a:moveTo>
                  <a:pt x="0" y="0"/>
                </a:moveTo>
                <a:lnTo>
                  <a:pt x="466725" y="304800"/>
                </a:lnTo>
                <a:lnTo>
                  <a:pt x="295275" y="0"/>
                </a:lnTo>
              </a:path>
            </a:pathLst>
          </a:custGeom>
          <a:solidFill xmlns:a="http://schemas.openxmlformats.org/drawingml/2006/main">
            <a:srgbClr val="FFFFFF"/>
          </a:solidFill>
          <a:ln xmlns:a="http://schemas.openxmlformats.org/drawingml/2006/main" w="19050">
            <a:solidFill>
              <a:srgbClr val="BDD0AE"/>
            </a:solidFill>
          </a:ln>
        </p:spPr>
      </p:sp>
      <p:sp>
        <p:nvSpPr>
          <p:cNvPr id="16" name="캐릭터 발화 1">
            <a:extLst xmlns:a="http://schemas.openxmlformats.org/drawingml/2006/main">
              <a:ext uri="{FF2B5EF4-FFF2-40B4-BE49-F238E27FC236}">
                <a16:creationId xmlns:a16="http://schemas.microsoft.com/office/drawing/2014/main" id="{01C4A46A-458D-4D4A-83CB-415962B89C1E}"/>
              </a:ext>
            </a:extLst>
          </p:cNvPr>
          <p:cNvSpPr>
            <a:spLocks xmlns:a="http://schemas.openxmlformats.org/drawingml/2006/main" noGrp="1"/>
          </p:cNvSpPr>
          <p:nvPr/>
        </p:nvSpPr>
        <p:spPr>
          <a:xfrm xmlns:a="http://schemas.openxmlformats.org/drawingml/2006/main">
            <a:off x="13582650" y="44386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식과 그래프를 근거로</a:t>
            </a:r>
          </a:p>
        </p:txBody>
      </p:sp>
      <p:sp>
        <p:nvSpPr>
          <p:cNvPr id="17" name="캐릭터 발화 2">
            <a:extLst xmlns:a="http://schemas.openxmlformats.org/drawingml/2006/main">
              <a:ext uri="{FF2B5EF4-FFF2-40B4-BE49-F238E27FC236}">
                <a16:creationId xmlns:a16="http://schemas.microsoft.com/office/drawing/2014/main" id="{0F29BB28-CC75-4F05-8400-76E66BD08085}"/>
              </a:ext>
            </a:extLst>
          </p:cNvPr>
          <p:cNvSpPr>
            <a:spLocks xmlns:a="http://schemas.openxmlformats.org/drawingml/2006/main" noGrp="1"/>
          </p:cNvSpPr>
          <p:nvPr/>
        </p:nvSpPr>
        <p:spPr>
          <a:xfrm xmlns:a="http://schemas.openxmlformats.org/drawingml/2006/main">
            <a:off x="13582650" y="4933950"/>
            <a:ext cx="321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0">
                <a:solidFill>
                  <a:srgbClr val="000000"/>
                </a:solidFill>
                <a:latin typeface="Pretendard"/>
                <a:ea typeface="Pretendard"/>
                <a:cs typeface="Pretendard"/>
              </a:defRPr>
            </a:defPPr>
            <a:lvl1pPr algn="ctr">
              <a:defRPr sz="2475" b="0">
                <a:solidFill>
                  <a:srgbClr val="000000"/>
                </a:solidFill>
                <a:latin typeface="Pretendard"/>
                <a:ea typeface="Pretendard"/>
                <a:cs typeface="Pretendard"/>
              </a:defRPr>
            </a:lvl1pPr>
            <a:lvl2pPr algn="ctr">
              <a:defRPr sz="2475" b="0">
                <a:solidFill>
                  <a:srgbClr val="000000"/>
                </a:solidFill>
                <a:latin typeface="Pretendard"/>
                <a:ea typeface="Pretendard"/>
                <a:cs typeface="Pretendard"/>
              </a:defRPr>
            </a:lvl2pPr>
            <a:lvl3pPr algn="ctr">
              <a:defRPr sz="2475" b="0">
                <a:solidFill>
                  <a:srgbClr val="000000"/>
                </a:solidFill>
                <a:latin typeface="Pretendard"/>
                <a:ea typeface="Pretendard"/>
                <a:cs typeface="Pretendard"/>
              </a:defRPr>
            </a:lvl3pPr>
            <a:lvl4pPr algn="ctr">
              <a:defRPr sz="2475" b="0">
                <a:solidFill>
                  <a:srgbClr val="000000"/>
                </a:solidFill>
                <a:latin typeface="Pretendard"/>
                <a:ea typeface="Pretendard"/>
                <a:cs typeface="Pretendard"/>
              </a:defRPr>
            </a:lvl4pPr>
            <a:lvl5pPr algn="ctr">
              <a:defRPr sz="2475" b="0">
                <a:solidFill>
                  <a:srgbClr val="000000"/>
                </a:solidFill>
                <a:latin typeface="Pretendard"/>
                <a:ea typeface="Pretendard"/>
                <a:cs typeface="Pretendard"/>
              </a:defRPr>
            </a:lvl5pPr>
            <a:lvl6pPr algn="ctr">
              <a:defRPr sz="2475" b="0">
                <a:solidFill>
                  <a:srgbClr val="000000"/>
                </a:solidFill>
                <a:latin typeface="Pretendard"/>
                <a:ea typeface="Pretendard"/>
                <a:cs typeface="Pretendard"/>
              </a:defRPr>
            </a:lvl6pPr>
            <a:lvl7pPr algn="ctr">
              <a:defRPr sz="2475" b="0">
                <a:solidFill>
                  <a:srgbClr val="000000"/>
                </a:solidFill>
                <a:latin typeface="Pretendard"/>
                <a:ea typeface="Pretendard"/>
                <a:cs typeface="Pretendard"/>
              </a:defRPr>
            </a:lvl7pPr>
            <a:lvl8pPr algn="ctr">
              <a:defRPr sz="2475" b="0">
                <a:solidFill>
                  <a:srgbClr val="000000"/>
                </a:solidFill>
                <a:latin typeface="Pretendard"/>
                <a:ea typeface="Pretendard"/>
                <a:cs typeface="Pretendard"/>
              </a:defRPr>
            </a:lvl8pPr>
            <a:lvl9pPr algn="ctr">
              <a:defRPr sz="2475" b="0">
                <a:solidFill>
                  <a:srgbClr val="000000"/>
                </a:solidFill>
                <a:latin typeface="Pretendard"/>
                <a:ea typeface="Pretendard"/>
                <a:cs typeface="Pretendard"/>
              </a:defRPr>
            </a:lvl9pPr>
          </a:lstStyle>
          <a:p xmlns:a="http://schemas.openxmlformats.org/drawingml/2006/main">
            <a:pPr algn="ctr">
              <a:defRPr sz="2475" b="0">
                <a:solidFill>
                  <a:srgbClr val="000000"/>
                </a:solidFill>
                <a:latin typeface="Pretendard"/>
                <a:ea typeface="Pretendard"/>
                <a:cs typeface="Pretendard"/>
              </a:defRPr>
            </a:pPr>
            <a:r>
              <a:t>이유를 설명해 보자.</a:t>
            </a:r>
          </a:p>
        </p:txBody>
      </p:sp>
    </p:spTree>
    <p:extLst>
      <p:ext uri="{BB962C8B-B14F-4D97-AF65-F5344CB8AC3E}">
        <p14:creationId xmlns:p14="http://schemas.microsoft.com/office/powerpoint/2010/main" val="12824684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2026-10-27T14:46:30.3470000Z</dcterms:created>
  <dcterms:modified xsi:type="dcterms:W3CDTF">2026-10-27T14:46:30.3470000Z</dcterms:modified>
</coreProperties>
</file>