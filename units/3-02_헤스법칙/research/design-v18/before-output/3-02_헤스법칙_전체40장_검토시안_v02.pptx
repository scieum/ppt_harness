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b12327db3d4519" /><Relationship Type="http://schemas.openxmlformats.org/officeDocument/2006/relationships/extended-properties" Target="/docProps/app.xml" Id="R7e7cd635e4314511" /><Relationship Type="http://schemas.openxmlformats.org/officeDocument/2006/relationships/officeDocument" Target="/ppt/presentation.xml" Id="R6d94888bb12d4580" /></Relationships>
</file>

<file path=ppt/presentation.xml><?xml version="1.0" encoding="utf-8"?>
<p:presentation xmlns:p="http://schemas.openxmlformats.org/presentationml/2006/main">
  <p:sldMasterIdLst>
    <p:sldMasterId xmlns:r="http://schemas.openxmlformats.org/officeDocument/2006/relationships" id="2147483648" r:id="R1adaa72d4cfb4858"/>
  </p:sldMasterIdLst>
  <p:notesMasterIdLst>
    <p:notesMasterId xmlns:r="http://schemas.openxmlformats.org/officeDocument/2006/relationships" r:id="R254b1a3252cd4776"/>
  </p:notesMasterIdLst>
  <p:sldIdLst>
    <p:sldId xmlns:r="http://schemas.openxmlformats.org/officeDocument/2006/relationships" id="256" r:id="R0591af2b6f804e86"/>
    <p:sldId xmlns:r="http://schemas.openxmlformats.org/officeDocument/2006/relationships" id="257" r:id="Rb5d104dacf344fd6"/>
    <p:sldId xmlns:r="http://schemas.openxmlformats.org/officeDocument/2006/relationships" id="258" r:id="R4759d1da6a8f4eea"/>
    <p:sldId xmlns:r="http://schemas.openxmlformats.org/officeDocument/2006/relationships" id="259" r:id="R9573e07d037e4547"/>
    <p:sldId xmlns:r="http://schemas.openxmlformats.org/officeDocument/2006/relationships" id="260" r:id="R722f3ebfdd2a4d21"/>
    <p:sldId xmlns:r="http://schemas.openxmlformats.org/officeDocument/2006/relationships" id="261" r:id="R1fc74aa1f1274ba3"/>
    <p:sldId xmlns:r="http://schemas.openxmlformats.org/officeDocument/2006/relationships" id="262" r:id="Rba906900d889477f"/>
    <p:sldId xmlns:r="http://schemas.openxmlformats.org/officeDocument/2006/relationships" id="263" r:id="Rcc90c8b04b5443be"/>
    <p:sldId xmlns:r="http://schemas.openxmlformats.org/officeDocument/2006/relationships" id="264" r:id="R3301eefd508a4495"/>
    <p:sldId xmlns:r="http://schemas.openxmlformats.org/officeDocument/2006/relationships" id="265" r:id="R9b3f195531e544ce"/>
    <p:sldId xmlns:r="http://schemas.openxmlformats.org/officeDocument/2006/relationships" id="266" r:id="R008c4326bc2a4eb6"/>
    <p:sldId xmlns:r="http://schemas.openxmlformats.org/officeDocument/2006/relationships" id="267" r:id="R7ef1d269b1c045c4"/>
    <p:sldId xmlns:r="http://schemas.openxmlformats.org/officeDocument/2006/relationships" id="268" r:id="R4cb97c5771724dd3"/>
    <p:sldId xmlns:r="http://schemas.openxmlformats.org/officeDocument/2006/relationships" id="269" r:id="Re09a9866ee38424a"/>
    <p:sldId xmlns:r="http://schemas.openxmlformats.org/officeDocument/2006/relationships" id="270" r:id="Ra60f51aed2064d24"/>
    <p:sldId xmlns:r="http://schemas.openxmlformats.org/officeDocument/2006/relationships" id="271" r:id="Rae865fe95b1c43ab"/>
    <p:sldId xmlns:r="http://schemas.openxmlformats.org/officeDocument/2006/relationships" id="272" r:id="Rf06364d189f347e8"/>
    <p:sldId xmlns:r="http://schemas.openxmlformats.org/officeDocument/2006/relationships" id="273" r:id="R5c3c7d1126384cc7"/>
    <p:sldId xmlns:r="http://schemas.openxmlformats.org/officeDocument/2006/relationships" id="274" r:id="R69c0e1bc7a154dac"/>
    <p:sldId xmlns:r="http://schemas.openxmlformats.org/officeDocument/2006/relationships" id="275" r:id="R9c63e4f2d61046f2"/>
    <p:sldId xmlns:r="http://schemas.openxmlformats.org/officeDocument/2006/relationships" id="276" r:id="R46bbd24c13a842af"/>
    <p:sldId xmlns:r="http://schemas.openxmlformats.org/officeDocument/2006/relationships" id="277" r:id="R2967e6faca534639"/>
    <p:sldId xmlns:r="http://schemas.openxmlformats.org/officeDocument/2006/relationships" id="278" r:id="R92e3ddff9e9d4c77"/>
    <p:sldId xmlns:r="http://schemas.openxmlformats.org/officeDocument/2006/relationships" id="279" r:id="R0ae88180059144b3"/>
    <p:sldId xmlns:r="http://schemas.openxmlformats.org/officeDocument/2006/relationships" id="280" r:id="R71b939a4486a4356"/>
    <p:sldId xmlns:r="http://schemas.openxmlformats.org/officeDocument/2006/relationships" id="281" r:id="R7cdcc8be564743aa"/>
    <p:sldId xmlns:r="http://schemas.openxmlformats.org/officeDocument/2006/relationships" id="282" r:id="Rd3d0bd951f8543a0"/>
    <p:sldId xmlns:r="http://schemas.openxmlformats.org/officeDocument/2006/relationships" id="283" r:id="Rcdf1eea3cb1d4241"/>
    <p:sldId xmlns:r="http://schemas.openxmlformats.org/officeDocument/2006/relationships" id="284" r:id="R253e277d24d647aa"/>
    <p:sldId xmlns:r="http://schemas.openxmlformats.org/officeDocument/2006/relationships" id="285" r:id="R8748182377ff45df"/>
    <p:sldId xmlns:r="http://schemas.openxmlformats.org/officeDocument/2006/relationships" id="286" r:id="Rba083712311c4308"/>
    <p:sldId xmlns:r="http://schemas.openxmlformats.org/officeDocument/2006/relationships" id="287" r:id="R0cb5fa03eb2d4736"/>
    <p:sldId xmlns:r="http://schemas.openxmlformats.org/officeDocument/2006/relationships" id="288" r:id="R4c6e137326774810"/>
    <p:sldId xmlns:r="http://schemas.openxmlformats.org/officeDocument/2006/relationships" id="289" r:id="R42fcf0ad5b2c4667"/>
    <p:sldId xmlns:r="http://schemas.openxmlformats.org/officeDocument/2006/relationships" id="290" r:id="R38fe6b63f2f04113"/>
    <p:sldId xmlns:r="http://schemas.openxmlformats.org/officeDocument/2006/relationships" id="291" r:id="Rd2bdffb81e7f4913"/>
    <p:sldId xmlns:r="http://schemas.openxmlformats.org/officeDocument/2006/relationships" id="292" r:id="R07dc8c5d2baf4458"/>
    <p:sldId xmlns:r="http://schemas.openxmlformats.org/officeDocument/2006/relationships" id="293" r:id="R89b4e5de193f4fa5"/>
    <p:sldId xmlns:r="http://schemas.openxmlformats.org/officeDocument/2006/relationships" id="294" r:id="R9a826b35689445d7"/>
    <p:sldId xmlns:r="http://schemas.openxmlformats.org/officeDocument/2006/relationships" id="295" r:id="Ra72adb5f0547454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6277429f6f4815" /><Relationship Type="http://schemas.openxmlformats.org/officeDocument/2006/relationships/slideMaster" Target="/ppt/slideMasters/slideMaster1.xml" Id="R1adaa72d4cfb4858" /><Relationship Type="http://schemas.openxmlformats.org/officeDocument/2006/relationships/notesMaster" Target="/ppt/notesMasters/notesMaster1.xml" Id="R254b1a3252cd4776" /><Relationship Type="http://schemas.openxmlformats.org/officeDocument/2006/relationships/presProps" Target="/ppt/presProps.xml" Id="Rb696b04118f04834" /><Relationship Type="http://schemas.openxmlformats.org/officeDocument/2006/relationships/tableStyles" Target="/ppt/tableStyles.xml" Id="R228cc87c782344f4" /><Relationship Type="http://schemas.openxmlformats.org/officeDocument/2006/relationships/slide" Target="/ppt/slides/slide1.xml" Id="R0591af2b6f804e86" /><Relationship Type="http://schemas.openxmlformats.org/officeDocument/2006/relationships/slide" Target="/ppt/slides/slide2.xml" Id="Rb5d104dacf344fd6" /><Relationship Type="http://schemas.openxmlformats.org/officeDocument/2006/relationships/slide" Target="/ppt/slides/slide3.xml" Id="R4759d1da6a8f4eea" /><Relationship Type="http://schemas.openxmlformats.org/officeDocument/2006/relationships/slide" Target="/ppt/slides/slide4.xml" Id="R9573e07d037e4547" /><Relationship Type="http://schemas.openxmlformats.org/officeDocument/2006/relationships/slide" Target="/ppt/slides/slide5.xml" Id="R722f3ebfdd2a4d21" /><Relationship Type="http://schemas.openxmlformats.org/officeDocument/2006/relationships/slide" Target="/ppt/slides/slide6.xml" Id="R1fc74aa1f1274ba3" /><Relationship Type="http://schemas.openxmlformats.org/officeDocument/2006/relationships/slide" Target="/ppt/slides/slide7.xml" Id="Rba906900d889477f" /><Relationship Type="http://schemas.openxmlformats.org/officeDocument/2006/relationships/slide" Target="/ppt/slides/slide8.xml" Id="Rcc90c8b04b5443be" /><Relationship Type="http://schemas.openxmlformats.org/officeDocument/2006/relationships/slide" Target="/ppt/slides/slide9.xml" Id="R3301eefd508a4495" /><Relationship Type="http://schemas.openxmlformats.org/officeDocument/2006/relationships/slide" Target="/ppt/slides/slide10.xml" Id="R9b3f195531e544ce" /><Relationship Type="http://schemas.openxmlformats.org/officeDocument/2006/relationships/slide" Target="/ppt/slides/slide11.xml" Id="R008c4326bc2a4eb6" /><Relationship Type="http://schemas.openxmlformats.org/officeDocument/2006/relationships/slide" Target="/ppt/slides/slide12.xml" Id="R7ef1d269b1c045c4" /><Relationship Type="http://schemas.openxmlformats.org/officeDocument/2006/relationships/slide" Target="/ppt/slides/slide13.xml" Id="R4cb97c5771724dd3" /><Relationship Type="http://schemas.openxmlformats.org/officeDocument/2006/relationships/slide" Target="/ppt/slides/slide14.xml" Id="Re09a9866ee38424a" /><Relationship Type="http://schemas.openxmlformats.org/officeDocument/2006/relationships/slide" Target="/ppt/slides/slide15.xml" Id="Ra60f51aed2064d24" /><Relationship Type="http://schemas.openxmlformats.org/officeDocument/2006/relationships/slide" Target="/ppt/slides/slide16.xml" Id="Rae865fe95b1c43ab" /><Relationship Type="http://schemas.openxmlformats.org/officeDocument/2006/relationships/slide" Target="/ppt/slides/slide17.xml" Id="Rf06364d189f347e8" /><Relationship Type="http://schemas.openxmlformats.org/officeDocument/2006/relationships/slide" Target="/ppt/slides/slide18.xml" Id="R5c3c7d1126384cc7" /><Relationship Type="http://schemas.openxmlformats.org/officeDocument/2006/relationships/slide" Target="/ppt/slides/slide19.xml" Id="R69c0e1bc7a154dac" /><Relationship Type="http://schemas.openxmlformats.org/officeDocument/2006/relationships/slide" Target="/ppt/slides/slide20.xml" Id="R9c63e4f2d61046f2" /><Relationship Type="http://schemas.openxmlformats.org/officeDocument/2006/relationships/slide" Target="/ppt/slides/slide21.xml" Id="R46bbd24c13a842af" /><Relationship Type="http://schemas.openxmlformats.org/officeDocument/2006/relationships/slide" Target="/ppt/slides/slide22.xml" Id="R2967e6faca534639" /><Relationship Type="http://schemas.openxmlformats.org/officeDocument/2006/relationships/slide" Target="/ppt/slides/slide23.xml" Id="R92e3ddff9e9d4c77" /><Relationship Type="http://schemas.openxmlformats.org/officeDocument/2006/relationships/slide" Target="/ppt/slides/slide24.xml" Id="R0ae88180059144b3" /><Relationship Type="http://schemas.openxmlformats.org/officeDocument/2006/relationships/slide" Target="/ppt/slides/slide25.xml" Id="R71b939a4486a4356" /><Relationship Type="http://schemas.openxmlformats.org/officeDocument/2006/relationships/slide" Target="/ppt/slides/slide26.xml" Id="R7cdcc8be564743aa" /><Relationship Type="http://schemas.openxmlformats.org/officeDocument/2006/relationships/slide" Target="/ppt/slides/slide27.xml" Id="Rd3d0bd951f8543a0" /><Relationship Type="http://schemas.openxmlformats.org/officeDocument/2006/relationships/slide" Target="/ppt/slides/slide28.xml" Id="Rcdf1eea3cb1d4241" /><Relationship Type="http://schemas.openxmlformats.org/officeDocument/2006/relationships/slide" Target="/ppt/slides/slide29.xml" Id="R253e277d24d647aa" /><Relationship Type="http://schemas.openxmlformats.org/officeDocument/2006/relationships/slide" Target="/ppt/slides/slide30.xml" Id="R8748182377ff45df" /><Relationship Type="http://schemas.openxmlformats.org/officeDocument/2006/relationships/slide" Target="/ppt/slides/slide31.xml" Id="Rba083712311c4308" /><Relationship Type="http://schemas.openxmlformats.org/officeDocument/2006/relationships/slide" Target="/ppt/slides/slide32.xml" Id="R0cb5fa03eb2d4736" /><Relationship Type="http://schemas.openxmlformats.org/officeDocument/2006/relationships/slide" Target="/ppt/slides/slide33.xml" Id="R4c6e137326774810" /><Relationship Type="http://schemas.openxmlformats.org/officeDocument/2006/relationships/slide" Target="/ppt/slides/slide34.xml" Id="R42fcf0ad5b2c4667" /><Relationship Type="http://schemas.openxmlformats.org/officeDocument/2006/relationships/slide" Target="/ppt/slides/slide35.xml" Id="R38fe6b63f2f04113" /><Relationship Type="http://schemas.openxmlformats.org/officeDocument/2006/relationships/slide" Target="/ppt/slides/slide36.xml" Id="Rd2bdffb81e7f4913" /><Relationship Type="http://schemas.openxmlformats.org/officeDocument/2006/relationships/slide" Target="/ppt/slides/slide37.xml" Id="R07dc8c5d2baf4458" /><Relationship Type="http://schemas.openxmlformats.org/officeDocument/2006/relationships/slide" Target="/ppt/slides/slide38.xml" Id="R89b4e5de193f4fa5" /><Relationship Type="http://schemas.openxmlformats.org/officeDocument/2006/relationships/slide" Target="/ppt/slides/slide39.xml" Id="R9a826b35689445d7" /><Relationship Type="http://schemas.openxmlformats.org/officeDocument/2006/relationships/slide" Target="/ppt/slides/slide40.xml" Id="Ra72adb5f054745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a51c4a54894b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3eeff88cdf4a89" /><Relationship Type="http://schemas.openxmlformats.org/officeDocument/2006/relationships/notesMaster" Target="/ppt/notesMasters/notesMaster1.xml" Id="Rb2c5ebf72c204f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1c24c0666d4fc5" /><Relationship Type="http://schemas.openxmlformats.org/officeDocument/2006/relationships/notesMaster" Target="/ppt/notesMasters/notesMaster1.xml" Id="R0d92467dbedc40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e225eeba13408c" /><Relationship Type="http://schemas.openxmlformats.org/officeDocument/2006/relationships/notesMaster" Target="/ppt/notesMasters/notesMaster1.xml" Id="R088380d7c42a4a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a0cba7d9854fdf" /><Relationship Type="http://schemas.openxmlformats.org/officeDocument/2006/relationships/notesMaster" Target="/ppt/notesMasters/notesMaster1.xml" Id="R5d0f309750984f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d3f128b95645bc" /><Relationship Type="http://schemas.openxmlformats.org/officeDocument/2006/relationships/notesMaster" Target="/ppt/notesMasters/notesMaster1.xml" Id="R29f29129082241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7ee3d0d0b4495c" /><Relationship Type="http://schemas.openxmlformats.org/officeDocument/2006/relationships/notesMaster" Target="/ppt/notesMasters/notesMaster1.xml" Id="Rf6d302e2ffe144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2294515fd943f1" /><Relationship Type="http://schemas.openxmlformats.org/officeDocument/2006/relationships/notesMaster" Target="/ppt/notesMasters/notesMaster1.xml" Id="Rad5536ace92b45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2dcc85997947db" /><Relationship Type="http://schemas.openxmlformats.org/officeDocument/2006/relationships/notesMaster" Target="/ppt/notesMasters/notesMaster1.xml" Id="R5bcc7434f3244d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e1755582a44238" /><Relationship Type="http://schemas.openxmlformats.org/officeDocument/2006/relationships/notesMaster" Target="/ppt/notesMasters/notesMaster1.xml" Id="R02988a3f35bd44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26c24b39c84f4b" /><Relationship Type="http://schemas.openxmlformats.org/officeDocument/2006/relationships/notesMaster" Target="/ppt/notesMasters/notesMaster1.xml" Id="R606b54bd58e246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355335581c4fc9" /><Relationship Type="http://schemas.openxmlformats.org/officeDocument/2006/relationships/notesMaster" Target="/ppt/notesMasters/notesMaster1.xml" Id="R0fc1c1aa3e3b48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63542255d9450c" /><Relationship Type="http://schemas.openxmlformats.org/officeDocument/2006/relationships/notesMaster" Target="/ppt/notesMasters/notesMaster1.xml" Id="R3ce7c02d106a4b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fcdc7e2d0c452a" /><Relationship Type="http://schemas.openxmlformats.org/officeDocument/2006/relationships/notesMaster" Target="/ppt/notesMasters/notesMaster1.xml" Id="R8c4227ef5d114b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021a6ac9dd41a1" /><Relationship Type="http://schemas.openxmlformats.org/officeDocument/2006/relationships/notesMaster" Target="/ppt/notesMasters/notesMaster1.xml" Id="Reb36b462b7854b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5c1ecea739433b" /><Relationship Type="http://schemas.openxmlformats.org/officeDocument/2006/relationships/notesMaster" Target="/ppt/notesMasters/notesMaster1.xml" Id="R4074cd32ad9147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3b9a06f7364e55" /><Relationship Type="http://schemas.openxmlformats.org/officeDocument/2006/relationships/notesMaster" Target="/ppt/notesMasters/notesMaster1.xml" Id="Rb8c6a3e6d0e04ee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4ad7b42bf94bb8" /><Relationship Type="http://schemas.openxmlformats.org/officeDocument/2006/relationships/notesMaster" Target="/ppt/notesMasters/notesMaster1.xml" Id="R18c0b22a1d854e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8caee52ddb425f" /><Relationship Type="http://schemas.openxmlformats.org/officeDocument/2006/relationships/notesMaster" Target="/ppt/notesMasters/notesMaster1.xml" Id="R59038bb0df4b49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cecb75bb264dc8" /><Relationship Type="http://schemas.openxmlformats.org/officeDocument/2006/relationships/notesMaster" Target="/ppt/notesMasters/notesMaster1.xml" Id="R56a38d5469b44a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a923260b72f44a7" /><Relationship Type="http://schemas.openxmlformats.org/officeDocument/2006/relationships/notesMaster" Target="/ppt/notesMasters/notesMaster1.xml" Id="R08c35c4c5dd541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3b523dd674741a9" /><Relationship Type="http://schemas.openxmlformats.org/officeDocument/2006/relationships/notesMaster" Target="/ppt/notesMasters/notesMaster1.xml" Id="R8f80c25c223e40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995df9cad8c4899" /><Relationship Type="http://schemas.openxmlformats.org/officeDocument/2006/relationships/notesMaster" Target="/ppt/notesMasters/notesMaster1.xml" Id="R6f72da647f0340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b27381771af4d60" /><Relationship Type="http://schemas.openxmlformats.org/officeDocument/2006/relationships/notesMaster" Target="/ppt/notesMasters/notesMaster1.xml" Id="Rf830d560ff114e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860c60deac245ab" /><Relationship Type="http://schemas.openxmlformats.org/officeDocument/2006/relationships/notesMaster" Target="/ppt/notesMasters/notesMaster1.xml" Id="Rfc4916643a7642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e64d85e5c714961" /><Relationship Type="http://schemas.openxmlformats.org/officeDocument/2006/relationships/notesMaster" Target="/ppt/notesMasters/notesMaster1.xml" Id="Rb49dff486bda48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dc4da4aead4721" /><Relationship Type="http://schemas.openxmlformats.org/officeDocument/2006/relationships/notesMaster" Target="/ppt/notesMasters/notesMaster1.xml" Id="R62e2c770ec2a460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b3d83214ee6479a" /><Relationship Type="http://schemas.openxmlformats.org/officeDocument/2006/relationships/notesMaster" Target="/ppt/notesMasters/notesMaster1.xml" Id="R1795dd745d974b2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0cc448f323a42fa" /><Relationship Type="http://schemas.openxmlformats.org/officeDocument/2006/relationships/notesMaster" Target="/ppt/notesMasters/notesMaster1.xml" Id="Rfc7b4e4eeceb46f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b5eda72bfee438a" /><Relationship Type="http://schemas.openxmlformats.org/officeDocument/2006/relationships/notesMaster" Target="/ppt/notesMasters/notesMaster1.xml" Id="R290d67381fec4c7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7d95f90bf1f492c" /><Relationship Type="http://schemas.openxmlformats.org/officeDocument/2006/relationships/notesMaster" Target="/ppt/notesMasters/notesMaster1.xml" Id="Rba61238451be43d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f8cadcc91fa4e21" /><Relationship Type="http://schemas.openxmlformats.org/officeDocument/2006/relationships/notesMaster" Target="/ppt/notesMasters/notesMaster1.xml" Id="R872a13361ea6426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b3b9f5326ca41a7" /><Relationship Type="http://schemas.openxmlformats.org/officeDocument/2006/relationships/notesMaster" Target="/ppt/notesMasters/notesMaster1.xml" Id="Rdb36cb90fd794cd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b7ca0c6cdd405e" /><Relationship Type="http://schemas.openxmlformats.org/officeDocument/2006/relationships/notesMaster" Target="/ppt/notesMasters/notesMaster1.xml" Id="Rc432ae55662149a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07f78eaefcd4500" /><Relationship Type="http://schemas.openxmlformats.org/officeDocument/2006/relationships/notesMaster" Target="/ppt/notesMasters/notesMaster1.xml" Id="R1301baebce33400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4cd9ad8e9674c9e" /><Relationship Type="http://schemas.openxmlformats.org/officeDocument/2006/relationships/notesMaster" Target="/ppt/notesMasters/notesMaster1.xml" Id="Rc26017320d8e488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16dbeb265da45a0" /><Relationship Type="http://schemas.openxmlformats.org/officeDocument/2006/relationships/notesMaster" Target="/ppt/notesMasters/notesMaster1.xml" Id="R6497abffad874e5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adf211e7ff64b9a" /><Relationship Type="http://schemas.openxmlformats.org/officeDocument/2006/relationships/notesMaster" Target="/ppt/notesMasters/notesMaster1.xml" Id="Race864521bb24c9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500186b645140ae" /><Relationship Type="http://schemas.openxmlformats.org/officeDocument/2006/relationships/notesMaster" Target="/ppt/notesMasters/notesMaster1.xml" Id="R35faacf9f538445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60f13fff52f453f" /><Relationship Type="http://schemas.openxmlformats.org/officeDocument/2006/relationships/notesMaster" Target="/ppt/notesMasters/notesMaster1.xml" Id="R20a89ea8376347f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021a7852d4f4a7c" /><Relationship Type="http://schemas.openxmlformats.org/officeDocument/2006/relationships/notesMaster" Target="/ppt/notesMasters/notesMaster1.xml" Id="R781122b8621c4b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대표 검토본 2/5. 전체 계획2장, Part0. 먼저 출발점과 도착점을 가리켜 두 경로의 높이 차를 예상하게 한다. 경로의 길이나 걷는 데 쓰는 신체 에너지를 반응열과 같다고 설명하지 않는다. 반응열의 답은 본문에서 확인한다. 현재 등록 원본이 열리지 않아 말풍선의 캐릭터는 미반영 상태이며 원본 확보 후 연결한다.</a:t>
            </a:r>
          </a:p>
          <a:p xmlns:a="http://schemas.openxmlformats.org/drawingml/2006/main">
            <a:r>
              <a:t>출처: W22 완자 물질과 에너지 PDF/인쇄118의 처음·나중 상태 비교를 바탕으로 교사 제작 높이 비유. 캐릭터는 등록 원본 대기 중이며 현재 미배치; 자산 기록 참조. 디자인: 사용자 수정본4·31쪽.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ce23c3def84f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0eb9e9e4cc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84ee355bfe45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10fe411d0643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1ced3ed5814e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49e31cba844e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B27C29-3553-45F5-A02B-A81C74BB944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1AA5DB-7398-489C-A96A-DF519A04F683}"/>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FAB226-79FE-4D50-8FF2-B456E05BC63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8F32B9-9566-401F-8DA8-291894C34D9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ABB15B4-C3A7-4365-8FEF-B798DB9337E8}"/>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EF8CBE-DBDA-4557-830B-E0A4896B236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266304-B860-495A-ABC2-7BCC9D1E62E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8004742-A8D6-4C79-9396-498099720644}"/>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C280E3-0159-4C7B-A5BE-CB54E9E2C64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C3B9E8-D105-4841-9F7F-8FAD5981881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dadfc0411f48fd" /><Relationship Type="http://schemas.openxmlformats.org/officeDocument/2006/relationships/slideLayout" Target="/ppt/slideLayouts/slideLayout1.xml" Id="R9670a6719d394dbd" /><Relationship Type="http://schemas.openxmlformats.org/officeDocument/2006/relationships/slideLayout" Target="/ppt/slideLayouts/slideLayout2.xml" Id="Rf6dac2c65fde4b95" /><Relationship Type="http://schemas.openxmlformats.org/officeDocument/2006/relationships/slideLayout" Target="/ppt/slideLayouts/slideLayout3.xml" Id="Ra16d6fe151574f3d" /><Relationship Type="http://schemas.openxmlformats.org/officeDocument/2006/relationships/slideLayout" Target="/ppt/slideLayouts/slideLayout4.xml" Id="Rdde90a4a27904e40" /><Relationship Type="http://schemas.openxmlformats.org/officeDocument/2006/relationships/slideLayout" Target="/ppt/slideLayouts/slideLayout5.xml" Id="R0b6d0c95a17a4251" /><Relationship Type="http://schemas.openxmlformats.org/officeDocument/2006/relationships/slideLayout" Target="/ppt/slideLayouts/slideLayout6.xml" Id="R1855ef6e326743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70a6719d394dbd"/>
    <p:sldLayoutId xmlns:r="http://schemas.openxmlformats.org/officeDocument/2006/relationships" id="2147483650" r:id="Rf6dac2c65fde4b95"/>
    <p:sldLayoutId xmlns:r="http://schemas.openxmlformats.org/officeDocument/2006/relationships" id="2147483651" r:id="Ra16d6fe151574f3d"/>
    <p:sldLayoutId xmlns:r="http://schemas.openxmlformats.org/officeDocument/2006/relationships" id="2147483652" r:id="Rdde90a4a27904e40"/>
    <p:sldLayoutId xmlns:r="http://schemas.openxmlformats.org/officeDocument/2006/relationships" id="2147483653" r:id="R0b6d0c95a17a4251"/>
    <p:sldLayoutId xmlns:r="http://schemas.openxmlformats.org/officeDocument/2006/relationships" id="2147483654" r:id="R1855ef6e326743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3bc9f9c45f94736" /><Relationship Type="http://schemas.openxmlformats.org/officeDocument/2006/relationships/image" Target="/ppt/media/image.png" Id="R358653c5863443e6" /><Relationship Type="http://schemas.openxmlformats.org/officeDocument/2006/relationships/image" Target="/ppt/media/image2.png" Id="R606cfc7b0fdc4db2" /><Relationship Type="http://schemas.openxmlformats.org/officeDocument/2006/relationships/notesSlide" Target="/ppt/notesSlides/notesSlide1.xml" Id="R8a858d906ed149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a65da40704f483e" /><Relationship Type="http://schemas.openxmlformats.org/officeDocument/2006/relationships/image" Target="/ppt/media/image3.png" Id="Rd5b0bdeceab64aef" /><Relationship Type="http://schemas.openxmlformats.org/officeDocument/2006/relationships/notesSlide" Target="/ppt/notesSlides/notesSlide2.xml" Id="Rdd3b77627be843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37cf0c1c94433c" /><Relationship Type="http://schemas.openxmlformats.org/officeDocument/2006/relationships/image" Target="/ppt/media/image4.png" Id="Re5208c9940d44bf9" /><Relationship Type="http://schemas.openxmlformats.org/officeDocument/2006/relationships/notesSlide" Target="/ppt/notesSlides/notesSlide3.xml" Id="R97ff492c3c954d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bc9b6e66c246ab" /><Relationship Type="http://schemas.openxmlformats.org/officeDocument/2006/relationships/image" Target="/ppt/media/image5.png" Id="Rd1b49a86e7c547f6" /><Relationship Type="http://schemas.openxmlformats.org/officeDocument/2006/relationships/notesSlide" Target="/ppt/notesSlides/notesSlide4.xml" Id="R290ade0efb8a42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ab13b7907f4b85" /><Relationship Type="http://schemas.openxmlformats.org/officeDocument/2006/relationships/image" Target="/ppt/media/image6.png" Id="Rc444534d9b7f4f72" /><Relationship Type="http://schemas.openxmlformats.org/officeDocument/2006/relationships/notesSlide" Target="/ppt/notesSlides/notesSlide5.xml" Id="R4f4fad7df4d944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e2904ee0e84284" /><Relationship Type="http://schemas.openxmlformats.org/officeDocument/2006/relationships/image" Target="/ppt/media/image7.png" Id="R3927b8acb6ce444c" /><Relationship Type="http://schemas.openxmlformats.org/officeDocument/2006/relationships/notesSlide" Target="/ppt/notesSlides/notesSlide6.xml" Id="Rd4443f08268d47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cc004651f74e40" /><Relationship Type="http://schemas.openxmlformats.org/officeDocument/2006/relationships/image" Target="/ppt/media/image8.png" Id="Ra0fa42238c624db9" /><Relationship Type="http://schemas.openxmlformats.org/officeDocument/2006/relationships/notesSlide" Target="/ppt/notesSlides/notesSlide7.xml" Id="R077992b7a12a4e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d954d2abf244530" /><Relationship Type="http://schemas.openxmlformats.org/officeDocument/2006/relationships/image" Target="/ppt/media/image9.png" Id="R914147deffe1463f" /><Relationship Type="http://schemas.openxmlformats.org/officeDocument/2006/relationships/image" Target="/ppt/media/image10.png" Id="Ra23b8a561c1249d7" /><Relationship Type="http://schemas.openxmlformats.org/officeDocument/2006/relationships/notesSlide" Target="/ppt/notesSlides/notesSlide8.xml" Id="Rcec567b2101b4a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1b6562f0dd54a0b" /><Relationship Type="http://schemas.openxmlformats.org/officeDocument/2006/relationships/image" Target="/ppt/media/image11.png" Id="Ra53f4d8426bc4c82" /><Relationship Type="http://schemas.openxmlformats.org/officeDocument/2006/relationships/notesSlide" Target="/ppt/notesSlides/notesSlide9.xml" Id="R4bab92c16dcb42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7173194522401e" /><Relationship Type="http://schemas.openxmlformats.org/officeDocument/2006/relationships/image" Target="/ppt/media/image12.png" Id="R51d689e6046b406d" /><Relationship Type="http://schemas.openxmlformats.org/officeDocument/2006/relationships/notesSlide" Target="/ppt/notesSlides/notesSlide10.xml" Id="R2a0d7e7e514c4d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9edea4846424d26" /><Relationship Type="http://schemas.openxmlformats.org/officeDocument/2006/relationships/image" Target="/ppt/media/image13.png" Id="Red0274e22b7c4134" /><Relationship Type="http://schemas.openxmlformats.org/officeDocument/2006/relationships/notesSlide" Target="/ppt/notesSlides/notesSlide11.xml" Id="R673ae9f444674d7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1a8f60620ae452b" /><Relationship Type="http://schemas.openxmlformats.org/officeDocument/2006/relationships/image" Target="/ppt/media/image14.png" Id="R2eb4bbb42a574bee" /><Relationship Type="http://schemas.openxmlformats.org/officeDocument/2006/relationships/notesSlide" Target="/ppt/notesSlides/notesSlide12.xml" Id="R6a29ed7931884d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4930c41e814d3e" /><Relationship Type="http://schemas.openxmlformats.org/officeDocument/2006/relationships/image" Target="/ppt/media/image15.png" Id="R126e3c8dc90241ec" /><Relationship Type="http://schemas.openxmlformats.org/officeDocument/2006/relationships/notesSlide" Target="/ppt/notesSlides/notesSlide13.xml" Id="Rcba921b069c641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45142694a3d4045" /><Relationship Type="http://schemas.openxmlformats.org/officeDocument/2006/relationships/image" Target="/ppt/media/image16.png" Id="R6968166304fa40c3" /><Relationship Type="http://schemas.openxmlformats.org/officeDocument/2006/relationships/notesSlide" Target="/ppt/notesSlides/notesSlide14.xml" Id="Rb3d27e3716284f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287ab1db6644d45" /><Relationship Type="http://schemas.openxmlformats.org/officeDocument/2006/relationships/image" Target="/ppt/media/image17.png" Id="Rfecf6ae4e1d04442" /><Relationship Type="http://schemas.openxmlformats.org/officeDocument/2006/relationships/image" Target="/ppt/media/image18.png" Id="Rc44e3d1d769b424a" /><Relationship Type="http://schemas.openxmlformats.org/officeDocument/2006/relationships/image" Target="/ppt/media/image19.png" Id="R1989a64b68dd47fc" /><Relationship Type="http://schemas.openxmlformats.org/officeDocument/2006/relationships/notesSlide" Target="/ppt/notesSlides/notesSlide15.xml" Id="R86e39dbb597940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ed25cb865fd4d30" /><Relationship Type="http://schemas.openxmlformats.org/officeDocument/2006/relationships/image" Target="/ppt/media/image20.png" Id="R5078b4fc85a64890" /><Relationship Type="http://schemas.openxmlformats.org/officeDocument/2006/relationships/notesSlide" Target="/ppt/notesSlides/notesSlide16.xml" Id="R42be318e7d3d417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a03840980e746bc" /><Relationship Type="http://schemas.openxmlformats.org/officeDocument/2006/relationships/image" Target="/ppt/media/image21.png" Id="R1518add342d34143" /><Relationship Type="http://schemas.openxmlformats.org/officeDocument/2006/relationships/image" Target="/ppt/media/image22.png" Id="R3fddce173fea4e44" /><Relationship Type="http://schemas.openxmlformats.org/officeDocument/2006/relationships/image" Target="/ppt/media/image23.png" Id="Rf64ac1ee89784493" /><Relationship Type="http://schemas.openxmlformats.org/officeDocument/2006/relationships/notesSlide" Target="/ppt/notesSlides/notesSlide17.xml" Id="Rb3a16336cd2645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941ca40dad64d21" /><Relationship Type="http://schemas.openxmlformats.org/officeDocument/2006/relationships/image" Target="/ppt/media/image24.png" Id="R6654a72b0da949b7" /><Relationship Type="http://schemas.openxmlformats.org/officeDocument/2006/relationships/notesSlide" Target="/ppt/notesSlides/notesSlide18.xml" Id="R835c288f1f5b48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10d72760d4c4fad" /><Relationship Type="http://schemas.openxmlformats.org/officeDocument/2006/relationships/image" Target="/ppt/media/image25.png" Id="Rbbc6fc7d45ee4dfe" /><Relationship Type="http://schemas.openxmlformats.org/officeDocument/2006/relationships/notesSlide" Target="/ppt/notesSlides/notesSlide19.xml" Id="R02ecb553af9143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1640d1b5f824cf8" /><Relationship Type="http://schemas.openxmlformats.org/officeDocument/2006/relationships/image" Target="/ppt/media/image26.png" Id="R367527c6316646d9" /><Relationship Type="http://schemas.openxmlformats.org/officeDocument/2006/relationships/notesSlide" Target="/ppt/notesSlides/notesSlide20.xml" Id="Rf495320d1fd549e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df607d885c5448e" /><Relationship Type="http://schemas.openxmlformats.org/officeDocument/2006/relationships/image" Target="/ppt/media/image27.png" Id="Red62eaf77aab4adb" /><Relationship Type="http://schemas.openxmlformats.org/officeDocument/2006/relationships/image" Target="/ppt/media/image28.png" Id="R93dc9e8fb35c4a11" /><Relationship Type="http://schemas.openxmlformats.org/officeDocument/2006/relationships/notesSlide" Target="/ppt/notesSlides/notesSlide21.xml" Id="R9c35586a6c23489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5f54bbd6395409c" /><Relationship Type="http://schemas.openxmlformats.org/officeDocument/2006/relationships/image" Target="/ppt/media/image29.png" Id="Rd3208c41059040d1" /><Relationship Type="http://schemas.openxmlformats.org/officeDocument/2006/relationships/notesSlide" Target="/ppt/notesSlides/notesSlide22.xml" Id="R1e6b4aa5a4b7436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fd750e28eb14e36" /><Relationship Type="http://schemas.openxmlformats.org/officeDocument/2006/relationships/image" Target="/ppt/media/image30.png" Id="R183b5381cbdd47f5" /><Relationship Type="http://schemas.openxmlformats.org/officeDocument/2006/relationships/notesSlide" Target="/ppt/notesSlides/notesSlide23.xml" Id="R6fec4a8760f6461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f9d96cc87874bfa" /><Relationship Type="http://schemas.openxmlformats.org/officeDocument/2006/relationships/image" Target="/ppt/media/image31.png" Id="Read07958dda04ce0" /><Relationship Type="http://schemas.openxmlformats.org/officeDocument/2006/relationships/notesSlide" Target="/ppt/notesSlides/notesSlide24.xml" Id="R1a1b3d67db3440b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a62da07aa954626" /><Relationship Type="http://schemas.openxmlformats.org/officeDocument/2006/relationships/image" Target="/ppt/media/image32.png" Id="R6e3c088910a04e0b" /><Relationship Type="http://schemas.openxmlformats.org/officeDocument/2006/relationships/notesSlide" Target="/ppt/notesSlides/notesSlide25.xml" Id="R62a33916f2174ad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fa8d99fa36f4201" /><Relationship Type="http://schemas.openxmlformats.org/officeDocument/2006/relationships/image" Target="/ppt/media/image33.png" Id="R72829d280241426a" /><Relationship Type="http://schemas.openxmlformats.org/officeDocument/2006/relationships/notesSlide" Target="/ppt/notesSlides/notesSlide26.xml" Id="R05f5c5ea8a30404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67559247bd74eee" /><Relationship Type="http://schemas.openxmlformats.org/officeDocument/2006/relationships/image" Target="/ppt/media/image34.png" Id="Rb96e6c9b616a4802" /><Relationship Type="http://schemas.openxmlformats.org/officeDocument/2006/relationships/notesSlide" Target="/ppt/notesSlides/notesSlide27.xml" Id="Ra93d06019e5d4b9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1cc9aeda8204e93" /><Relationship Type="http://schemas.openxmlformats.org/officeDocument/2006/relationships/image" Target="/ppt/media/image35.png" Id="R252328ca98bf4d81" /><Relationship Type="http://schemas.openxmlformats.org/officeDocument/2006/relationships/notesSlide" Target="/ppt/notesSlides/notesSlide28.xml" Id="R80ad4839b80b488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c2739f087ef4baf" /><Relationship Type="http://schemas.openxmlformats.org/officeDocument/2006/relationships/image" Target="/ppt/media/image36.png" Id="Rc47457e84b6844a7" /><Relationship Type="http://schemas.openxmlformats.org/officeDocument/2006/relationships/image" Target="/ppt/media/image37.png" Id="R7e064a1842484af3" /><Relationship Type="http://schemas.openxmlformats.org/officeDocument/2006/relationships/notesSlide" Target="/ppt/notesSlides/notesSlide29.xml" Id="R18c8031fd1d34e0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e429b160f974b4e" /><Relationship Type="http://schemas.openxmlformats.org/officeDocument/2006/relationships/image" Target="/ppt/media/image38.png" Id="Rd265676f770f46fe" /><Relationship Type="http://schemas.openxmlformats.org/officeDocument/2006/relationships/notesSlide" Target="/ppt/notesSlides/notesSlide30.xml" Id="Rf00b2007169f428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99521806ae545ed" /><Relationship Type="http://schemas.openxmlformats.org/officeDocument/2006/relationships/image" Target="/ppt/media/image39.png" Id="R375e035bc5a24489" /><Relationship Type="http://schemas.openxmlformats.org/officeDocument/2006/relationships/notesSlide" Target="/ppt/notesSlides/notesSlide31.xml" Id="Rb1a41a3c517e421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ed9f56b77ed4eb1" /><Relationship Type="http://schemas.openxmlformats.org/officeDocument/2006/relationships/image" Target="/ppt/media/image40.png" Id="R43a723fffaa14647" /><Relationship Type="http://schemas.openxmlformats.org/officeDocument/2006/relationships/image" Target="/ppt/media/image41.png" Id="R95146ef2d03b4643" /><Relationship Type="http://schemas.openxmlformats.org/officeDocument/2006/relationships/notesSlide" Target="/ppt/notesSlides/notesSlide32.xml" Id="R57888a25535642e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3b5b4ab635444b9" /><Relationship Type="http://schemas.openxmlformats.org/officeDocument/2006/relationships/image" Target="/ppt/media/image42.png" Id="Rd852ee7bb1e544ff" /><Relationship Type="http://schemas.openxmlformats.org/officeDocument/2006/relationships/image" Target="/ppt/media/image43.png" Id="Rae90b2b16eb540b0" /><Relationship Type="http://schemas.openxmlformats.org/officeDocument/2006/relationships/image" Target="/ppt/media/image44.png" Id="Reaa1ea6931834aca" /><Relationship Type="http://schemas.openxmlformats.org/officeDocument/2006/relationships/notesSlide" Target="/ppt/notesSlides/notesSlide33.xml" Id="R34a2e5b312374b5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e8dbb150b7948cd" /><Relationship Type="http://schemas.openxmlformats.org/officeDocument/2006/relationships/image" Target="/ppt/media/image45.png" Id="R1c76d987383443e0" /><Relationship Type="http://schemas.openxmlformats.org/officeDocument/2006/relationships/notesSlide" Target="/ppt/notesSlides/notesSlide34.xml" Id="R5b2c3753777d4b6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a42d47f19e34a82" /><Relationship Type="http://schemas.openxmlformats.org/officeDocument/2006/relationships/image" Target="/ppt/media/image46.png" Id="R4add47cd570f4089" /><Relationship Type="http://schemas.openxmlformats.org/officeDocument/2006/relationships/notesSlide" Target="/ppt/notesSlides/notesSlide35.xml" Id="R2098cad1db944c9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bf356b44ab04f60" /><Relationship Type="http://schemas.openxmlformats.org/officeDocument/2006/relationships/image" Target="/ppt/media/image47.png" Id="Ra18ddb8ff26c4b39" /><Relationship Type="http://schemas.openxmlformats.org/officeDocument/2006/relationships/notesSlide" Target="/ppt/notesSlides/notesSlide36.xml" Id="Rfecc59035a244e4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a86757b9a0e4371" /><Relationship Type="http://schemas.openxmlformats.org/officeDocument/2006/relationships/image" Target="/ppt/media/image48.png" Id="R9ebb9cca48e14411" /><Relationship Type="http://schemas.openxmlformats.org/officeDocument/2006/relationships/notesSlide" Target="/ppt/notesSlides/notesSlide37.xml" Id="R3e83cb5baf12485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4aecc2905e9437e" /><Relationship Type="http://schemas.openxmlformats.org/officeDocument/2006/relationships/image" Target="/ppt/media/image49.png" Id="R07e46101b53f4606" /><Relationship Type="http://schemas.openxmlformats.org/officeDocument/2006/relationships/notesSlide" Target="/ppt/notesSlides/notesSlide38.xml" Id="R35a436a690064a4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c0f1146a7f14d2f" /><Relationship Type="http://schemas.openxmlformats.org/officeDocument/2006/relationships/image" Target="/ppt/media/image50.png" Id="R15a1a9e75ffb4f4c" /><Relationship Type="http://schemas.openxmlformats.org/officeDocument/2006/relationships/notesSlide" Target="/ppt/notesSlides/notesSlide39.xml" Id="R487977e13ed94cd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bdd482744744d18" /><Relationship Type="http://schemas.openxmlformats.org/officeDocument/2006/relationships/image" Target="/ppt/media/image51.png" Id="Raa370b8465c54cf4" /><Relationship Type="http://schemas.openxmlformats.org/officeDocument/2006/relationships/notesSlide" Target="/ppt/notesSlides/notesSlide40.xml" Id="R64f5dc2743444705"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9DA31606-DED0-401B-9286-F05FF27EE3D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196B6434-13EF-429B-8F1A-CE7C4765E243}"/>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901ED963-A2C3-4ECC-BCDF-268BC27FE8B1}"/>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3D2528A0-5EB2-4956-9D09-35B31D43499D}"/>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97880062-FC51-4B0C-8DC2-2E37090496B2}"/>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50DABC2E-FDE3-4FB4-B8C3-9C3A652EBF95}"/>
              </a:ext>
            </a:extLst>
          </p:cNvPr>
          <p:cNvPicPr>
            <a:picLocks xmlns:a="http://schemas.openxmlformats.org/drawingml/2006/main" noChangeAspect="1"/>
          </p:cNvPicPr>
          <p:nvPr/>
        </p:nvPicPr>
        <p:blipFill>
          <a:blip xmlns:r="http://schemas.openxmlformats.org/officeDocument/2006/relationships" xmlns:a="http://schemas.openxmlformats.org/drawingml/2006/main" r:embed="R358653c5863443e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D5AF3E02-86E2-45EA-9695-BDBEAB38D5AC}"/>
              </a:ext>
            </a:extLst>
          </p:cNvPr>
          <p:cNvPicPr>
            <a:picLocks xmlns:a="http://schemas.openxmlformats.org/drawingml/2006/main" noChangeAspect="1"/>
          </p:cNvPicPr>
          <p:nvPr/>
        </p:nvPicPr>
        <p:blipFill>
          <a:blip xmlns:r="http://schemas.openxmlformats.org/officeDocument/2006/relationships" xmlns:a="http://schemas.openxmlformats.org/drawingml/2006/main" r:embed="R606cfc7b0fdc4db2"/>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1E899804-489B-4B67-A4B0-742A7115FF0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9805599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9C4A7C68-7C44-432F-ADF0-7D3F48EDB05D}"/>
              </a:ext>
            </a:extLst>
          </p:cNvPr>
          <p:cNvPicPr>
            <a:picLocks xmlns:a="http://schemas.openxmlformats.org/drawingml/2006/main" noChangeAspect="1"/>
          </p:cNvPicPr>
          <p:nvPr/>
        </p:nvPicPr>
        <p:blipFill>
          <a:blip xmlns:r="http://schemas.openxmlformats.org/officeDocument/2006/relationships" xmlns:a="http://schemas.openxmlformats.org/drawingml/2006/main" r:embed="Rd5b0bdeceab64ae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43D86C-9BCD-47DD-95B9-59BD3B9EAB9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A77A80D-1A83-46E9-BF52-0D65398D4D8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0AB91740-C875-4784-9642-7E07F16F27E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A326603-94E6-4D14-9B9C-B0AC7674960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경로와 변화</a:t>
            </a:r>
          </a:p>
        </p:txBody>
      </p:sp>
      <p:sp>
        <p:nvSpPr>
          <p:cNvPr id="6" name="핵심 문장">
            <a:extLst xmlns:a="http://schemas.openxmlformats.org/drawingml/2006/main">
              <a:ext uri="{FF2B5EF4-FFF2-40B4-BE49-F238E27FC236}">
                <a16:creationId xmlns:a16="http://schemas.microsoft.com/office/drawing/2014/main" id="{7BB23A0B-5421-4F49-BD7B-FD5F415CF2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질문">
            <a:extLst xmlns:a="http://schemas.openxmlformats.org/drawingml/2006/main">
              <a:ext uri="{FF2B5EF4-FFF2-40B4-BE49-F238E27FC236}">
                <a16:creationId xmlns:a16="http://schemas.microsoft.com/office/drawing/2014/main" id="{8459A28D-47F2-45E5-A8B4-AB262ABD0EC3}"/>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출발점에서 같은 도착점으로 가는 두 경로를 비교해 보자.</a:t>
            </a:r>
          </a:p>
        </p:txBody>
      </p:sp>
      <p:sp>
        <p:nvSpPr>
          <p:cNvPr id="8" name="기준선">
            <a:extLst xmlns:a="http://schemas.openxmlformats.org/drawingml/2006/main">
              <a:ext uri="{FF2B5EF4-FFF2-40B4-BE49-F238E27FC236}">
                <a16:creationId xmlns:a16="http://schemas.microsoft.com/office/drawing/2014/main" id="{8108C239-BF48-426C-8166-D8C43D7AFEC9}"/>
              </a:ext>
            </a:extLst>
          </p:cNvPr>
          <p:cNvSpPr>
            <a:spLocks xmlns:a="http://schemas.openxmlformats.org/drawingml/2006/main" noGrp="1"/>
          </p:cNvSpPr>
          <p:nvPr/>
        </p:nvSpPr>
        <p:spPr>
          <a:xfrm xmlns:a="http://schemas.openxmlformats.org/drawingml/2006/main">
            <a:off x="1809750" y="8791575"/>
            <a:ext cx="9572625" cy="9525"/>
          </a:xfrm>
          <a:custGeom xmlns:a="http://schemas.openxmlformats.org/drawingml/2006/main">
            <a:pathLst>
              <a:path w="9572625" h="9525">
                <a:moveTo>
                  <a:pt x="0" y="0"/>
                </a:moveTo>
                <a:lnTo>
                  <a:pt x="9572625" y="0"/>
                </a:lnTo>
              </a:path>
            </a:pathLst>
          </a:custGeom>
          <a:noFill xmlns:a="http://schemas.openxmlformats.org/drawingml/2006/main"/>
          <a:ln xmlns:a="http://schemas.openxmlformats.org/drawingml/2006/main" w="28575">
            <a:solidFill>
              <a:srgbClr val="BDBDBD"/>
            </a:solidFill>
            <a:prstDash val="solid"/>
          </a:ln>
        </p:spPr>
      </p:sp>
      <p:sp>
        <p:nvSpPr>
          <p:cNvPr id="9" name="경로 A">
            <a:extLst xmlns:a="http://schemas.openxmlformats.org/drawingml/2006/main">
              <a:ext uri="{FF2B5EF4-FFF2-40B4-BE49-F238E27FC236}">
                <a16:creationId xmlns:a16="http://schemas.microsoft.com/office/drawing/2014/main" id="{6F1F0B06-39A9-4D8F-ABF9-576C546139D0}"/>
              </a:ext>
            </a:extLst>
          </p:cNvPr>
          <p:cNvSpPr>
            <a:spLocks xmlns:a="http://schemas.openxmlformats.org/drawingml/2006/main" noGrp="1"/>
          </p:cNvSpPr>
          <p:nvPr/>
        </p:nvSpPr>
        <p:spPr>
          <a:xfrm xmlns:a="http://schemas.openxmlformats.org/drawingml/2006/main">
            <a:off x="2476500" y="5715000"/>
            <a:ext cx="8334375" cy="2714625"/>
          </a:xfrm>
          <a:custGeom xmlns:a="http://schemas.openxmlformats.org/drawingml/2006/main">
            <a:pathLst>
              <a:path w="8334375" h="2714625">
                <a:moveTo>
                  <a:pt x="0" y="2714625"/>
                </a:moveTo>
                <a:lnTo>
                  <a:pt x="8334375" y="0"/>
                </a:lnTo>
              </a:path>
            </a:pathLst>
          </a:custGeom>
          <a:noFill xmlns:a="http://schemas.openxmlformats.org/drawingml/2006/main"/>
          <a:ln xmlns:a="http://schemas.openxmlformats.org/drawingml/2006/main" w="114300">
            <a:solidFill>
              <a:srgbClr val="57962F"/>
            </a:solidFill>
            <a:prstDash val="solid"/>
          </a:ln>
        </p:spPr>
      </p:sp>
      <p:sp>
        <p:nvSpPr>
          <p:cNvPr id="10" name="경로 B">
            <a:extLst xmlns:a="http://schemas.openxmlformats.org/drawingml/2006/main">
              <a:ext uri="{FF2B5EF4-FFF2-40B4-BE49-F238E27FC236}">
                <a16:creationId xmlns:a16="http://schemas.microsoft.com/office/drawing/2014/main" id="{416001C8-6805-45A2-A150-5FB9A321676F}"/>
              </a:ext>
            </a:extLst>
          </p:cNvPr>
          <p:cNvSpPr>
            <a:spLocks xmlns:a="http://schemas.openxmlformats.org/drawingml/2006/main" noGrp="1"/>
          </p:cNvSpPr>
          <p:nvPr/>
        </p:nvSpPr>
        <p:spPr>
          <a:xfrm xmlns:a="http://schemas.openxmlformats.org/drawingml/2006/main">
            <a:off x="2476500" y="8429625"/>
            <a:ext cx="2476500" cy="9525"/>
          </a:xfrm>
          <a:custGeom xmlns:a="http://schemas.openxmlformats.org/drawingml/2006/main">
            <a:pathLst>
              <a:path w="2476500" h="9525">
                <a:moveTo>
                  <a:pt x="0" y="0"/>
                </a:moveTo>
                <a:lnTo>
                  <a:pt x="2476500" y="0"/>
                </a:lnTo>
              </a:path>
            </a:pathLst>
          </a:custGeom>
          <a:noFill xmlns:a="http://schemas.openxmlformats.org/drawingml/2006/main"/>
          <a:ln xmlns:a="http://schemas.openxmlformats.org/drawingml/2006/main" w="85725">
            <a:solidFill>
              <a:srgbClr val="484847"/>
            </a:solidFill>
            <a:prstDash val="solid"/>
          </a:ln>
        </p:spPr>
      </p:sp>
      <p:sp>
        <p:nvSpPr>
          <p:cNvPr id="11" name="경로 B">
            <a:extLst xmlns:a="http://schemas.openxmlformats.org/drawingml/2006/main">
              <a:ext uri="{FF2B5EF4-FFF2-40B4-BE49-F238E27FC236}">
                <a16:creationId xmlns:a16="http://schemas.microsoft.com/office/drawing/2014/main" id="{174B3CE7-6005-4B1B-814E-54E19C02801A}"/>
              </a:ext>
            </a:extLst>
          </p:cNvPr>
          <p:cNvSpPr>
            <a:spLocks xmlns:a="http://schemas.openxmlformats.org/drawingml/2006/main" noGrp="1"/>
          </p:cNvSpPr>
          <p:nvPr/>
        </p:nvSpPr>
        <p:spPr>
          <a:xfrm xmlns:a="http://schemas.openxmlformats.org/drawingml/2006/main">
            <a:off x="4953000" y="752475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2" name="경로 B">
            <a:extLst xmlns:a="http://schemas.openxmlformats.org/drawingml/2006/main">
              <a:ext uri="{FF2B5EF4-FFF2-40B4-BE49-F238E27FC236}">
                <a16:creationId xmlns:a16="http://schemas.microsoft.com/office/drawing/2014/main" id="{D7CC31C5-35C8-419C-AADC-0E5C7730CF65}"/>
              </a:ext>
            </a:extLst>
          </p:cNvPr>
          <p:cNvSpPr>
            <a:spLocks xmlns:a="http://schemas.openxmlformats.org/drawingml/2006/main" noGrp="1"/>
          </p:cNvSpPr>
          <p:nvPr/>
        </p:nvSpPr>
        <p:spPr>
          <a:xfrm xmlns:a="http://schemas.openxmlformats.org/drawingml/2006/main">
            <a:off x="4953000" y="752475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85725">
            <a:solidFill>
              <a:srgbClr val="484847"/>
            </a:solidFill>
            <a:prstDash val="solid"/>
          </a:ln>
        </p:spPr>
      </p:sp>
      <p:sp>
        <p:nvSpPr>
          <p:cNvPr id="13" name="경로 B">
            <a:extLst xmlns:a="http://schemas.openxmlformats.org/drawingml/2006/main">
              <a:ext uri="{FF2B5EF4-FFF2-40B4-BE49-F238E27FC236}">
                <a16:creationId xmlns:a16="http://schemas.microsoft.com/office/drawing/2014/main" id="{9C8C2F94-9A60-41C3-9BA9-A817FCF5B8FE}"/>
              </a:ext>
            </a:extLst>
          </p:cNvPr>
          <p:cNvSpPr>
            <a:spLocks xmlns:a="http://schemas.openxmlformats.org/drawingml/2006/main" noGrp="1"/>
          </p:cNvSpPr>
          <p:nvPr/>
        </p:nvSpPr>
        <p:spPr>
          <a:xfrm xmlns:a="http://schemas.openxmlformats.org/drawingml/2006/main">
            <a:off x="7334250" y="6619875"/>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4" name="경로 B">
            <a:extLst xmlns:a="http://schemas.openxmlformats.org/drawingml/2006/main">
              <a:ext uri="{FF2B5EF4-FFF2-40B4-BE49-F238E27FC236}">
                <a16:creationId xmlns:a16="http://schemas.microsoft.com/office/drawing/2014/main" id="{9798183F-96D2-46AE-A10E-5FEFEE63F154}"/>
              </a:ext>
            </a:extLst>
          </p:cNvPr>
          <p:cNvSpPr>
            <a:spLocks xmlns:a="http://schemas.openxmlformats.org/drawingml/2006/main" noGrp="1"/>
          </p:cNvSpPr>
          <p:nvPr/>
        </p:nvSpPr>
        <p:spPr>
          <a:xfrm xmlns:a="http://schemas.openxmlformats.org/drawingml/2006/main">
            <a:off x="7334250" y="6619875"/>
            <a:ext cx="3476625" cy="9525"/>
          </a:xfrm>
          <a:custGeom xmlns:a="http://schemas.openxmlformats.org/drawingml/2006/main">
            <a:pathLst>
              <a:path w="3476625" h="9525">
                <a:moveTo>
                  <a:pt x="0" y="0"/>
                </a:moveTo>
                <a:lnTo>
                  <a:pt x="3476625" y="0"/>
                </a:lnTo>
              </a:path>
            </a:pathLst>
          </a:custGeom>
          <a:noFill xmlns:a="http://schemas.openxmlformats.org/drawingml/2006/main"/>
          <a:ln xmlns:a="http://schemas.openxmlformats.org/drawingml/2006/main" w="85725">
            <a:solidFill>
              <a:srgbClr val="484847"/>
            </a:solidFill>
            <a:prstDash val="solid"/>
          </a:ln>
        </p:spPr>
      </p:sp>
      <p:sp>
        <p:nvSpPr>
          <p:cNvPr id="15" name="경로 B">
            <a:extLst xmlns:a="http://schemas.openxmlformats.org/drawingml/2006/main">
              <a:ext uri="{FF2B5EF4-FFF2-40B4-BE49-F238E27FC236}">
                <a16:creationId xmlns:a16="http://schemas.microsoft.com/office/drawing/2014/main" id="{D2269EC3-6156-4981-9756-F91C2086C481}"/>
              </a:ext>
            </a:extLst>
          </p:cNvPr>
          <p:cNvSpPr>
            <a:spLocks xmlns:a="http://schemas.openxmlformats.org/drawingml/2006/main" noGrp="1"/>
          </p:cNvSpPr>
          <p:nvPr/>
        </p:nvSpPr>
        <p:spPr>
          <a:xfrm xmlns:a="http://schemas.openxmlformats.org/drawingml/2006/main">
            <a:off x="10810875" y="571500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6" name="">
            <a:extLst xmlns:a="http://schemas.openxmlformats.org/drawingml/2006/main">
              <a:ext uri="{FF2B5EF4-FFF2-40B4-BE49-F238E27FC236}">
                <a16:creationId xmlns:a16="http://schemas.microsoft.com/office/drawing/2014/main" id="{700A3194-A6CE-41B2-9E4C-0FBD62538186}"/>
              </a:ext>
            </a:extLst>
          </p:cNvPr>
          <p:cNvSpPr>
            <a:spLocks xmlns:a="http://schemas.openxmlformats.org/drawingml/2006/main" noGrp="1"/>
          </p:cNvSpPr>
          <p:nvPr/>
        </p:nvSpPr>
        <p:spPr>
          <a:xfrm xmlns:a="http://schemas.openxmlformats.org/drawingml/2006/main">
            <a:off x="2352675" y="8305800"/>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39E781B-60E0-42CA-854B-4D99595CE8B8}"/>
              </a:ext>
            </a:extLst>
          </p:cNvPr>
          <p:cNvSpPr>
            <a:spLocks xmlns:a="http://schemas.openxmlformats.org/drawingml/2006/main" noGrp="1"/>
          </p:cNvSpPr>
          <p:nvPr/>
        </p:nvSpPr>
        <p:spPr>
          <a:xfrm xmlns:a="http://schemas.openxmlformats.org/drawingml/2006/main">
            <a:off x="10687050" y="5591175"/>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1B2376C3-B3A0-416C-A655-3D90AE2FC42C}"/>
              </a:ext>
            </a:extLst>
          </p:cNvPr>
          <p:cNvSpPr>
            <a:spLocks xmlns:a="http://schemas.openxmlformats.org/drawingml/2006/main" noGrp="1"/>
          </p:cNvSpPr>
          <p:nvPr/>
        </p:nvSpPr>
        <p:spPr>
          <a:xfrm xmlns:a="http://schemas.openxmlformats.org/drawingml/2006/main">
            <a:off x="1695450" y="89439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출발점</a:t>
            </a:r>
          </a:p>
        </p:txBody>
      </p:sp>
      <p:sp>
        <p:nvSpPr>
          <p:cNvPr id="19" name="text">
            <a:extLst xmlns:a="http://schemas.openxmlformats.org/drawingml/2006/main">
              <a:ext uri="{FF2B5EF4-FFF2-40B4-BE49-F238E27FC236}">
                <a16:creationId xmlns:a16="http://schemas.microsoft.com/office/drawing/2014/main" id="{BBAEE5B6-B021-4EA8-B0B0-109F6CD1C0EA}"/>
              </a:ext>
            </a:extLst>
          </p:cNvPr>
          <p:cNvSpPr>
            <a:spLocks xmlns:a="http://schemas.openxmlformats.org/drawingml/2006/main" noGrp="1"/>
          </p:cNvSpPr>
          <p:nvPr/>
        </p:nvSpPr>
        <p:spPr>
          <a:xfrm xmlns:a="http://schemas.openxmlformats.org/drawingml/2006/main">
            <a:off x="9810750" y="5019675"/>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도착점</a:t>
            </a:r>
          </a:p>
        </p:txBody>
      </p:sp>
      <p:sp>
        <p:nvSpPr>
          <p:cNvPr id="20" name="text">
            <a:extLst xmlns:a="http://schemas.openxmlformats.org/drawingml/2006/main">
              <a:ext uri="{FF2B5EF4-FFF2-40B4-BE49-F238E27FC236}">
                <a16:creationId xmlns:a16="http://schemas.microsoft.com/office/drawing/2014/main" id="{2FD34D12-1820-434F-B385-10959C58D589}"/>
              </a:ext>
            </a:extLst>
          </p:cNvPr>
          <p:cNvSpPr>
            <a:spLocks xmlns:a="http://schemas.openxmlformats.org/drawingml/2006/main" noGrp="1"/>
          </p:cNvSpPr>
          <p:nvPr/>
        </p:nvSpPr>
        <p:spPr>
          <a:xfrm xmlns:a="http://schemas.openxmlformats.org/drawingml/2006/main">
            <a:off x="5619750" y="63246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경로 A</a:t>
            </a:r>
          </a:p>
        </p:txBody>
      </p:sp>
      <p:sp>
        <p:nvSpPr>
          <p:cNvPr id="21" name="text">
            <a:extLst xmlns:a="http://schemas.openxmlformats.org/drawingml/2006/main">
              <a:ext uri="{FF2B5EF4-FFF2-40B4-BE49-F238E27FC236}">
                <a16:creationId xmlns:a16="http://schemas.microsoft.com/office/drawing/2014/main" id="{0969EEC8-444B-477B-8802-06DAE2EB2CD4}"/>
              </a:ext>
            </a:extLst>
          </p:cNvPr>
          <p:cNvSpPr>
            <a:spLocks xmlns:a="http://schemas.openxmlformats.org/drawingml/2006/main" noGrp="1"/>
          </p:cNvSpPr>
          <p:nvPr/>
        </p:nvSpPr>
        <p:spPr>
          <a:xfrm xmlns:a="http://schemas.openxmlformats.org/drawingml/2006/main">
            <a:off x="5715000" y="79438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484847"/>
                </a:solidFill>
                <a:latin typeface="Pretendard"/>
                <a:ea typeface="Pretendard"/>
                <a:cs typeface="Pretendard"/>
              </a:defRPr>
            </a:defPPr>
            <a:lvl1pPr algn="ctr">
              <a:defRPr sz="3000" b="1">
                <a:solidFill>
                  <a:srgbClr val="484847"/>
                </a:solidFill>
                <a:latin typeface="Pretendard"/>
                <a:ea typeface="Pretendard"/>
                <a:cs typeface="Pretendard"/>
              </a:defRPr>
            </a:lvl1pPr>
            <a:lvl2pPr algn="ctr">
              <a:defRPr sz="3000" b="1">
                <a:solidFill>
                  <a:srgbClr val="484847"/>
                </a:solidFill>
                <a:latin typeface="Pretendard"/>
                <a:ea typeface="Pretendard"/>
                <a:cs typeface="Pretendard"/>
              </a:defRPr>
            </a:lvl2pPr>
            <a:lvl3pPr algn="ctr">
              <a:defRPr sz="3000" b="1">
                <a:solidFill>
                  <a:srgbClr val="484847"/>
                </a:solidFill>
                <a:latin typeface="Pretendard"/>
                <a:ea typeface="Pretendard"/>
                <a:cs typeface="Pretendard"/>
              </a:defRPr>
            </a:lvl3pPr>
            <a:lvl4pPr algn="ctr">
              <a:defRPr sz="3000" b="1">
                <a:solidFill>
                  <a:srgbClr val="484847"/>
                </a:solidFill>
                <a:latin typeface="Pretendard"/>
                <a:ea typeface="Pretendard"/>
                <a:cs typeface="Pretendard"/>
              </a:defRPr>
            </a:lvl4pPr>
            <a:lvl5pPr algn="ctr">
              <a:defRPr sz="3000" b="1">
                <a:solidFill>
                  <a:srgbClr val="484847"/>
                </a:solidFill>
                <a:latin typeface="Pretendard"/>
                <a:ea typeface="Pretendard"/>
                <a:cs typeface="Pretendard"/>
              </a:defRPr>
            </a:lvl5pPr>
            <a:lvl6pPr algn="ctr">
              <a:defRPr sz="3000" b="1">
                <a:solidFill>
                  <a:srgbClr val="484847"/>
                </a:solidFill>
                <a:latin typeface="Pretendard"/>
                <a:ea typeface="Pretendard"/>
                <a:cs typeface="Pretendard"/>
              </a:defRPr>
            </a:lvl6pPr>
            <a:lvl7pPr algn="ctr">
              <a:defRPr sz="3000" b="1">
                <a:solidFill>
                  <a:srgbClr val="484847"/>
                </a:solidFill>
                <a:latin typeface="Pretendard"/>
                <a:ea typeface="Pretendard"/>
                <a:cs typeface="Pretendard"/>
              </a:defRPr>
            </a:lvl7pPr>
            <a:lvl8pPr algn="ctr">
              <a:defRPr sz="3000" b="1">
                <a:solidFill>
                  <a:srgbClr val="484847"/>
                </a:solidFill>
                <a:latin typeface="Pretendard"/>
                <a:ea typeface="Pretendard"/>
                <a:cs typeface="Pretendard"/>
              </a:defRPr>
            </a:lvl8pPr>
            <a:lvl9pPr algn="ctr">
              <a:defRPr sz="3000" b="1">
                <a:solidFill>
                  <a:srgbClr val="484847"/>
                </a:solidFill>
                <a:latin typeface="Pretendard"/>
                <a:ea typeface="Pretendard"/>
                <a:cs typeface="Pretendard"/>
              </a:defRPr>
            </a:lvl9pPr>
          </a:lstStyle>
          <a:p xmlns:a="http://schemas.openxmlformats.org/drawingml/2006/main">
            <a:pPr algn="ctr">
              <a:defRPr sz="3000" b="1">
                <a:solidFill>
                  <a:srgbClr val="484847"/>
                </a:solidFill>
                <a:latin typeface="Pretendard"/>
                <a:ea typeface="Pretendard"/>
                <a:cs typeface="Pretendard"/>
              </a:defRPr>
            </a:pPr>
            <a:r>
              <a:rPr sz="3000" b="1">
                <a:solidFill>
                  <a:srgbClr val="484847"/>
                </a:solidFill>
                <a:latin typeface="Pretendard"/>
                <a:ea typeface="Pretendard"/>
                <a:cs typeface="Pretendard"/>
              </a:rPr>
              <a:t>경로 B</a:t>
            </a:r>
          </a:p>
        </p:txBody>
      </p:sp>
      <p:sp>
        <p:nvSpPr>
          <p:cNvPr id="22" name="높이 차">
            <a:extLst xmlns:a="http://schemas.openxmlformats.org/drawingml/2006/main">
              <a:ext uri="{FF2B5EF4-FFF2-40B4-BE49-F238E27FC236}">
                <a16:creationId xmlns:a16="http://schemas.microsoft.com/office/drawing/2014/main" id="{0849FA33-8616-4DE1-8994-9B981DD337D0}"/>
              </a:ext>
            </a:extLst>
          </p:cNvPr>
          <p:cNvSpPr>
            <a:spLocks xmlns:a="http://schemas.openxmlformats.org/drawingml/2006/main" noGrp="1"/>
          </p:cNvSpPr>
          <p:nvPr/>
        </p:nvSpPr>
        <p:spPr>
          <a:xfrm xmlns:a="http://schemas.openxmlformats.org/drawingml/2006/main">
            <a:off x="11382375" y="5781675"/>
            <a:ext cx="9525" cy="2590800"/>
          </a:xfrm>
          <a:custGeom xmlns:a="http://schemas.openxmlformats.org/drawingml/2006/main">
            <a:pathLst>
              <a:path w="9525" h="2590800">
                <a:moveTo>
                  <a:pt x="0" y="0"/>
                </a:moveTo>
                <a:lnTo>
                  <a:pt x="0" y="2590800"/>
                </a:lnTo>
              </a:path>
            </a:pathLst>
          </a:custGeom>
          <a:noFill xmlns:a="http://schemas.openxmlformats.org/drawingml/2006/main"/>
          <a:ln xmlns:a="http://schemas.openxmlformats.org/drawingml/2006/main" w="38100">
            <a:solidFill>
              <a:srgbClr val="898989"/>
            </a:solidFill>
            <a:prstDash val="solid"/>
          </a:ln>
        </p:spPr>
      </p:sp>
      <p:sp>
        <p:nvSpPr>
          <p:cNvPr id="23" name="line">
            <a:extLst xmlns:a="http://schemas.openxmlformats.org/drawingml/2006/main">
              <a:ext uri="{FF2B5EF4-FFF2-40B4-BE49-F238E27FC236}">
                <a16:creationId xmlns:a16="http://schemas.microsoft.com/office/drawing/2014/main" id="{DD4653AC-A894-4C3F-95DA-CA24256FF3AD}"/>
              </a:ext>
            </a:extLst>
          </p:cNvPr>
          <p:cNvSpPr>
            <a:spLocks xmlns:a="http://schemas.openxmlformats.org/drawingml/2006/main" noGrp="1"/>
          </p:cNvSpPr>
          <p:nvPr/>
        </p:nvSpPr>
        <p:spPr>
          <a:xfrm xmlns:a="http://schemas.openxmlformats.org/drawingml/2006/main">
            <a:off x="11210925" y="57816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4" name="line">
            <a:extLst xmlns:a="http://schemas.openxmlformats.org/drawingml/2006/main">
              <a:ext uri="{FF2B5EF4-FFF2-40B4-BE49-F238E27FC236}">
                <a16:creationId xmlns:a16="http://schemas.microsoft.com/office/drawing/2014/main" id="{E23C0282-99F2-4690-BAB0-E1F656596DCF}"/>
              </a:ext>
            </a:extLst>
          </p:cNvPr>
          <p:cNvSpPr>
            <a:spLocks xmlns:a="http://schemas.openxmlformats.org/drawingml/2006/main" noGrp="1"/>
          </p:cNvSpPr>
          <p:nvPr/>
        </p:nvSpPr>
        <p:spPr>
          <a:xfrm xmlns:a="http://schemas.openxmlformats.org/drawingml/2006/main">
            <a:off x="11210925" y="83724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5" name="text">
            <a:extLst xmlns:a="http://schemas.openxmlformats.org/drawingml/2006/main">
              <a:ext uri="{FF2B5EF4-FFF2-40B4-BE49-F238E27FC236}">
                <a16:creationId xmlns:a16="http://schemas.microsoft.com/office/drawing/2014/main" id="{EF3AF27E-E65B-4AF8-80CE-7B02210F1163}"/>
              </a:ext>
            </a:extLst>
          </p:cNvPr>
          <p:cNvSpPr>
            <a:spLocks xmlns:a="http://schemas.openxmlformats.org/drawingml/2006/main" noGrp="1"/>
          </p:cNvSpPr>
          <p:nvPr/>
        </p:nvSpPr>
        <p:spPr>
          <a:xfrm xmlns:a="http://schemas.openxmlformats.org/drawingml/2006/main">
            <a:off x="11525250" y="683895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898989"/>
                </a:solidFill>
                <a:latin typeface="Pretendard"/>
                <a:ea typeface="Pretendard"/>
                <a:cs typeface="Pretendard"/>
              </a:defRPr>
            </a:defPPr>
            <a:lvl1pPr algn="l">
              <a:defRPr sz="2550" b="1">
                <a:solidFill>
                  <a:srgbClr val="898989"/>
                </a:solidFill>
                <a:latin typeface="Pretendard"/>
                <a:ea typeface="Pretendard"/>
                <a:cs typeface="Pretendard"/>
              </a:defRPr>
            </a:lvl1pPr>
            <a:lvl2pPr algn="l">
              <a:defRPr sz="2550" b="1">
                <a:solidFill>
                  <a:srgbClr val="898989"/>
                </a:solidFill>
                <a:latin typeface="Pretendard"/>
                <a:ea typeface="Pretendard"/>
                <a:cs typeface="Pretendard"/>
              </a:defRPr>
            </a:lvl2pPr>
            <a:lvl3pPr algn="l">
              <a:defRPr sz="2550" b="1">
                <a:solidFill>
                  <a:srgbClr val="898989"/>
                </a:solidFill>
                <a:latin typeface="Pretendard"/>
                <a:ea typeface="Pretendard"/>
                <a:cs typeface="Pretendard"/>
              </a:defRPr>
            </a:lvl3pPr>
            <a:lvl4pPr algn="l">
              <a:defRPr sz="2550" b="1">
                <a:solidFill>
                  <a:srgbClr val="898989"/>
                </a:solidFill>
                <a:latin typeface="Pretendard"/>
                <a:ea typeface="Pretendard"/>
                <a:cs typeface="Pretendard"/>
              </a:defRPr>
            </a:lvl4pPr>
            <a:lvl5pPr algn="l">
              <a:defRPr sz="2550" b="1">
                <a:solidFill>
                  <a:srgbClr val="898989"/>
                </a:solidFill>
                <a:latin typeface="Pretendard"/>
                <a:ea typeface="Pretendard"/>
                <a:cs typeface="Pretendard"/>
              </a:defRPr>
            </a:lvl5pPr>
            <a:lvl6pPr algn="l">
              <a:defRPr sz="2550" b="1">
                <a:solidFill>
                  <a:srgbClr val="898989"/>
                </a:solidFill>
                <a:latin typeface="Pretendard"/>
                <a:ea typeface="Pretendard"/>
                <a:cs typeface="Pretendard"/>
              </a:defRPr>
            </a:lvl6pPr>
            <a:lvl7pPr algn="l">
              <a:defRPr sz="2550" b="1">
                <a:solidFill>
                  <a:srgbClr val="898989"/>
                </a:solidFill>
                <a:latin typeface="Pretendard"/>
                <a:ea typeface="Pretendard"/>
                <a:cs typeface="Pretendard"/>
              </a:defRPr>
            </a:lvl7pPr>
            <a:lvl8pPr algn="l">
              <a:defRPr sz="2550" b="1">
                <a:solidFill>
                  <a:srgbClr val="898989"/>
                </a:solidFill>
                <a:latin typeface="Pretendard"/>
                <a:ea typeface="Pretendard"/>
                <a:cs typeface="Pretendard"/>
              </a:defRPr>
            </a:lvl8pPr>
            <a:lvl9pPr algn="l">
              <a:defRPr sz="2550" b="1">
                <a:solidFill>
                  <a:srgbClr val="898989"/>
                </a:solidFill>
                <a:latin typeface="Pretendard"/>
                <a:ea typeface="Pretendard"/>
                <a:cs typeface="Pretendard"/>
              </a:defRPr>
            </a:lvl9pPr>
          </a:lstStyle>
          <a:p xmlns:a="http://schemas.openxmlformats.org/drawingml/2006/main">
            <a:pPr algn="l">
              <a:defRPr sz="2550" b="1">
                <a:solidFill>
                  <a:srgbClr val="898989"/>
                </a:solidFill>
                <a:latin typeface="Pretendard"/>
                <a:ea typeface="Pretendard"/>
                <a:cs typeface="Pretendard"/>
              </a:defRPr>
            </a:pPr>
            <a:r>
              <a:rPr sz="2550" b="1">
                <a:solidFill>
                  <a:srgbClr val="898989"/>
                </a:solidFill>
                <a:latin typeface="Pretendard"/>
                <a:ea typeface="Pretendard"/>
                <a:cs typeface="Pretendard"/>
              </a:rPr>
              <a:t>높이 차</a:t>
            </a:r>
          </a:p>
        </p:txBody>
      </p:sp>
      <p:sp>
        <p:nvSpPr>
          <p:cNvPr id="26" name="질문 말풍선">
            <a:extLst xmlns:a="http://schemas.openxmlformats.org/drawingml/2006/main">
              <a:ext uri="{FF2B5EF4-FFF2-40B4-BE49-F238E27FC236}">
                <a16:creationId xmlns:a16="http://schemas.microsoft.com/office/drawing/2014/main" id="{F4BD7E9A-6987-4E7E-8650-4A8938C4F5B9}"/>
              </a:ext>
            </a:extLst>
          </p:cNvPr>
          <p:cNvSpPr>
            <a:spLocks xmlns:a="http://schemas.openxmlformats.org/drawingml/2006/main" noGrp="1"/>
          </p:cNvSpPr>
          <p:nvPr/>
        </p:nvSpPr>
        <p:spPr>
          <a:xfrm xmlns:a="http://schemas.openxmlformats.org/drawingml/2006/main">
            <a:off x="13239750" y="4705350"/>
            <a:ext cx="3714750" cy="1714500"/>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FA97DDC-7B5E-4714-8B29-F606E53B9349}"/>
              </a:ext>
            </a:extLst>
          </p:cNvPr>
          <p:cNvSpPr>
            <a:spLocks xmlns:a="http://schemas.openxmlformats.org/drawingml/2006/main" noGrp="1"/>
          </p:cNvSpPr>
          <p:nvPr/>
        </p:nvSpPr>
        <p:spPr>
          <a:xfrm xmlns:a="http://schemas.openxmlformats.org/drawingml/2006/main">
            <a:off x="14525625" y="6353175"/>
            <a:ext cx="762000" cy="523875"/>
          </a:xfrm>
          <a:custGeom xmlns:a="http://schemas.openxmlformats.org/drawingml/2006/main">
            <a:pathLst>
              <a:path w="762000" h="523875">
                <a:moveTo>
                  <a:pt x="0" y="0"/>
                </a:moveTo>
                <a:lnTo>
                  <a:pt x="762000" y="0"/>
                </a:lnTo>
                <a:lnTo>
                  <a:pt x="428625" y="523875"/>
                </a:lnTo>
                <a:close/>
              </a:path>
            </a:pathLst>
          </a:custGeom>
          <a:solidFill xmlns:a="http://schemas.openxmlformats.org/drawingml/2006/main">
            <a:srgbClr val="F5F5F5"/>
          </a:solidFill>
          <a:ln xmlns:a="http://schemas.openxmlformats.org/drawingml/2006/main" w="0">
            <a:noFill/>
          </a:ln>
        </p:spPr>
      </p:sp>
      <p:sp>
        <p:nvSpPr>
          <p:cNvPr id="28" name="text">
            <a:extLst xmlns:a="http://schemas.openxmlformats.org/drawingml/2006/main">
              <a:ext uri="{FF2B5EF4-FFF2-40B4-BE49-F238E27FC236}">
                <a16:creationId xmlns:a16="http://schemas.microsoft.com/office/drawing/2014/main" id="{78F59728-620E-4E0D-B8C7-D1E3308395B4}"/>
              </a:ext>
            </a:extLst>
          </p:cNvPr>
          <p:cNvSpPr>
            <a:spLocks xmlns:a="http://schemas.openxmlformats.org/drawingml/2006/main" noGrp="1"/>
          </p:cNvSpPr>
          <p:nvPr/>
        </p:nvSpPr>
        <p:spPr>
          <a:xfrm xmlns:a="http://schemas.openxmlformats.org/drawingml/2006/main">
            <a:off x="13335000" y="48672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반응 경로가 달라도</a:t>
            </a:r>
          </a:p>
        </p:txBody>
      </p:sp>
      <p:sp>
        <p:nvSpPr>
          <p:cNvPr id="29" name="text">
            <a:extLst xmlns:a="http://schemas.openxmlformats.org/drawingml/2006/main">
              <a:ext uri="{FF2B5EF4-FFF2-40B4-BE49-F238E27FC236}">
                <a16:creationId xmlns:a16="http://schemas.microsoft.com/office/drawing/2014/main" id="{0ABFD03F-F776-42FB-B793-BEA17CE6D166}"/>
              </a:ext>
            </a:extLst>
          </p:cNvPr>
          <p:cNvSpPr>
            <a:spLocks xmlns:a="http://schemas.openxmlformats.org/drawingml/2006/main" noGrp="1"/>
          </p:cNvSpPr>
          <p:nvPr/>
        </p:nvSpPr>
        <p:spPr>
          <a:xfrm xmlns:a="http://schemas.openxmlformats.org/drawingml/2006/main">
            <a:off x="13306425" y="5438775"/>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출입하는 열은 같을까?</a:t>
            </a:r>
          </a:p>
        </p:txBody>
      </p:sp>
    </p:spTree>
    <p:extLst>
      <p:ext uri="{BB962C8B-B14F-4D97-AF65-F5344CB8AC3E}">
        <p14:creationId xmlns:p14="http://schemas.microsoft.com/office/powerpoint/2010/main" val="10431605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8BE2167-C5A4-40DB-828B-B69E4D7A6A46}"/>
              </a:ext>
            </a:extLst>
          </p:cNvPr>
          <p:cNvPicPr>
            <a:picLocks xmlns:a="http://schemas.openxmlformats.org/drawingml/2006/main" noChangeAspect="1"/>
          </p:cNvPicPr>
          <p:nvPr/>
        </p:nvPicPr>
        <p:blipFill>
          <a:blip xmlns:r="http://schemas.openxmlformats.org/officeDocument/2006/relationships" xmlns:a="http://schemas.openxmlformats.org/drawingml/2006/main" r:embed="Re5208c9940d44bf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CE5A28F-EA07-4676-9078-0608F4CB51C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AA77E65-B593-421E-8EFA-3306AD5DCCD3}"/>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57B38242-ABFD-4D66-BF40-C585232977D4}"/>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360ED6AF-DED4-4B14-A5C8-A01C2A8721EE}"/>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BF2A43F9-F262-411D-AE08-5F713A63CEEC}"/>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3E49E9C9-2F1C-4ECB-978B-7E671C53038A}"/>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8040429-AAE3-4BD1-A73E-666FC7658467}"/>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5C5F804D-69A9-41BD-BBC0-05CFC1A0425F}"/>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42C3E647-1D8B-467B-9D99-780C6B3E78C5}"/>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7D1A713-3FE1-48E6-BF7C-3D1B43457A8F}"/>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129ACB5A-D701-4AE1-9499-32FBFE7287C0}"/>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B1B217DC-2A86-4456-B610-7AABCB0090B5}"/>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6010DAD-7B17-41A4-83BB-5CDD1B163DB7}"/>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D6F150D0-8528-4421-BFD4-04896486C715}"/>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2569165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66D4AF8-78FD-4A25-BA4D-49617ACA0701}"/>
              </a:ext>
            </a:extLst>
          </p:cNvPr>
          <p:cNvPicPr>
            <a:picLocks xmlns:a="http://schemas.openxmlformats.org/drawingml/2006/main" noChangeAspect="1"/>
          </p:cNvPicPr>
          <p:nvPr/>
        </p:nvPicPr>
        <p:blipFill>
          <a:blip xmlns:r="http://schemas.openxmlformats.org/officeDocument/2006/relationships" xmlns:a="http://schemas.openxmlformats.org/drawingml/2006/main" r:embed="Rd1b49a86e7c547f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9361FCD-CC96-40EB-B1A3-E2533A2E0BD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862AAC-AA52-4E5D-A6A7-5F249E6BE0EB}"/>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FF6D6DF8-C030-4F97-9AB2-D09DC1EFA1C2}"/>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DE1212-00FC-45C2-89BC-B68F6FA6DFEC}"/>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F7071B11-7816-4554-9517-847D1948EE43}"/>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C25581AC-69B9-441C-8296-520455879BE9}"/>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A92177B2-8692-4482-9DF5-43937C838D8D}"/>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E857735-4D6E-46B3-B026-D31507F9E903}"/>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5F08D8A7-B6FE-43DB-BB5B-33C51824F3DD}"/>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54CE480F-E24A-4CCD-AFB4-EE06940E33B8}"/>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9ACE631-B747-41F1-9CE8-7E8BF0EC2A3A}"/>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C7DFAAE8-6649-4333-95A9-CEDFEA612D0E}"/>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spTree>
    <p:extLst>
      <p:ext uri="{BB962C8B-B14F-4D97-AF65-F5344CB8AC3E}">
        <p14:creationId xmlns:p14="http://schemas.microsoft.com/office/powerpoint/2010/main" val="1031278337"/>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BDEB77F5-26A3-42B8-B9D6-71E6BF821811}"/>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7E2223B8-7923-4C71-B020-CD09006AE856}"/>
              </a:ext>
            </a:extLst>
          </p:cNvPr>
          <p:cNvPicPr>
            <a:picLocks xmlns:a="http://schemas.openxmlformats.org/drawingml/2006/main" noChangeAspect="1"/>
          </p:cNvPicPr>
          <p:nvPr/>
        </p:nvPicPr>
        <p:blipFill>
          <a:blip xmlns:r="http://schemas.openxmlformats.org/officeDocument/2006/relationships" xmlns:a="http://schemas.openxmlformats.org/drawingml/2006/main" r:embed="Rc444534d9b7f4f7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B6303F2E-D541-489A-9F81-C9645A42B1E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409C0601-EC54-42CC-8A99-3230CDC514B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AEECF57F-EE68-484F-B66A-F472B22F15C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649778FD-993C-4506-B645-7DF2B1323F7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21365089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E3EFE5C-3D8F-41BF-932E-A215E638D2A8}"/>
              </a:ext>
            </a:extLst>
          </p:cNvPr>
          <p:cNvPicPr>
            <a:picLocks xmlns:a="http://schemas.openxmlformats.org/drawingml/2006/main" noChangeAspect="1"/>
          </p:cNvPicPr>
          <p:nvPr/>
        </p:nvPicPr>
        <p:blipFill>
          <a:blip xmlns:r="http://schemas.openxmlformats.org/officeDocument/2006/relationships" xmlns:a="http://schemas.openxmlformats.org/drawingml/2006/main" r:embed="R3927b8acb6ce444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CE4A2B0-99F9-4601-9948-36CA07821D1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2D0493-1845-4693-8EFE-35C1E0E86C8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7558451-8F03-4351-8681-8CA3500AC50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1DE9F5B-F88C-4509-869D-4638334F1F6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9CEB7AD-D58D-49CF-8959-A28943911AD1}"/>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E5E40416-0F0C-4F5B-AEEA-417C8945D648}"/>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D3673B08-E48B-4288-8A52-11F9C203AC3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7682E9D3-1E38-4B8E-9D9E-43DCEDB344F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5928C02A-FF4A-477D-A225-9CF08A39B1E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7737FB8F-3E89-4FB2-906F-9BF6CFDEC8A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805E4B86-DC32-458F-989B-EF6E272BE38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5993913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E0AA6E3-A146-442F-B333-F7CDDB101866}"/>
              </a:ext>
            </a:extLst>
          </p:cNvPr>
          <p:cNvPicPr>
            <a:picLocks xmlns:a="http://schemas.openxmlformats.org/drawingml/2006/main" noChangeAspect="1"/>
          </p:cNvPicPr>
          <p:nvPr/>
        </p:nvPicPr>
        <p:blipFill>
          <a:blip xmlns:r="http://schemas.openxmlformats.org/officeDocument/2006/relationships" xmlns:a="http://schemas.openxmlformats.org/drawingml/2006/main" r:embed="Ra0fa42238c624db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FE5BC9B-4481-433D-8254-C6216B3D8B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62D01E7-1B2A-49AF-B431-1FA85839F24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82304EE-8DE3-481F-91C6-050B125B78E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0D18C64-096C-44CF-814D-CBA9911D170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4284DD2-4263-4F00-BE84-31F961654EF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BDC01F67-605F-4710-977E-A18EFE2E2EFB}"/>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3D8C10FE-89BD-4757-8C4A-F2293B4C9674}"/>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31EE34ED-34B1-4C8D-9A78-1F4489BEC4E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A0369B33-455E-4EB7-939F-2179DB57827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2E968F0D-0B16-4B7E-9465-30CFC071644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1AECB409-6DAF-4240-9A70-2B6187C010B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BF8DEB98-1FD9-44B2-BE25-3083B8EF3AA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7378665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C5A40948-FEF0-4B5E-A29C-ED9CB09F9DD1}"/>
              </a:ext>
            </a:extLst>
          </p:cNvPr>
          <p:cNvPicPr>
            <a:picLocks xmlns:a="http://schemas.openxmlformats.org/drawingml/2006/main" noChangeAspect="1"/>
          </p:cNvPicPr>
          <p:nvPr/>
        </p:nvPicPr>
        <p:blipFill>
          <a:blip xmlns:r="http://schemas.openxmlformats.org/officeDocument/2006/relationships" xmlns:a="http://schemas.openxmlformats.org/drawingml/2006/main" r:embed="R914147deffe1463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6BA8CFD-08C4-473B-8DF9-1775FFC3FEF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9DA35FF-C57E-4CCF-95D0-AFAD45604FF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BE37E8A-A766-4CBE-8D6A-4F54E169E22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16D95C2-6E6E-4FD3-8104-0072098B1A0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DAFC44A8-9130-4FB5-908C-2A193772A910}"/>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6AE7D819-1B93-4BE3-886A-8EB7D6992958}"/>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63CD23BE-69EB-4845-B11C-154153967C7B}"/>
              </a:ext>
            </a:extLst>
          </p:cNvPr>
          <p:cNvPicPr>
            <a:picLocks xmlns:a="http://schemas.openxmlformats.org/drawingml/2006/main" noChangeAspect="1"/>
          </p:cNvPicPr>
          <p:nvPr/>
        </p:nvPicPr>
        <p:blipFill>
          <a:blip xmlns:r="http://schemas.openxmlformats.org/officeDocument/2006/relationships" xmlns:a="http://schemas.openxmlformats.org/drawingml/2006/main" r:embed="Ra23b8a561c1249d7"/>
          <a:stretch xmlns:a="http://schemas.openxmlformats.org/drawingml/2006/main"/>
        </p:blipFill>
        <p:spPr>
          <a:xfrm xmlns:a="http://schemas.openxmlformats.org/drawingml/2006/main">
            <a:off x="1238250" y="4439364"/>
            <a:ext cx="9620250" cy="54468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F549695-475F-48B4-8915-81E2A3B303BA}"/>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07732F2C-86AB-4BAB-A23E-65DC4155E80C}"/>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−193.5 kJ</a:t>
            </a:r>
          </a:p>
        </p:txBody>
      </p:sp>
      <p:sp>
        <p:nvSpPr>
          <p:cNvPr id="11" name="text">
            <a:extLst xmlns:a="http://schemas.openxmlformats.org/drawingml/2006/main">
              <a:ext uri="{FF2B5EF4-FFF2-40B4-BE49-F238E27FC236}">
                <a16:creationId xmlns:a16="http://schemas.microsoft.com/office/drawing/2014/main" id="{A11C2FB8-7D8D-4AC1-BE0B-3BF33D4FEE2C}"/>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435F847B-9A86-46F2-AA8C-932D7FEB374A}"/>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F4CE2EAE-1DAC-43F4-B4E8-31DF2EF1543D}"/>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−81.9 + (−111.6)</a:t>
            </a:r>
          </a:p>
        </p:txBody>
      </p:sp>
      <p:sp>
        <p:nvSpPr>
          <p:cNvPr id="14" name="text">
            <a:extLst xmlns:a="http://schemas.openxmlformats.org/drawingml/2006/main">
              <a:ext uri="{FF2B5EF4-FFF2-40B4-BE49-F238E27FC236}">
                <a16:creationId xmlns:a16="http://schemas.microsoft.com/office/drawing/2014/main" id="{582F148A-2E3C-412D-8CBA-66366258EEAD}"/>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−193.5 kJ</a:t>
            </a:r>
          </a:p>
        </p:txBody>
      </p:sp>
      <p:sp>
        <p:nvSpPr>
          <p:cNvPr id="15" name="경로 비교 결론">
            <a:extLst xmlns:a="http://schemas.openxmlformats.org/drawingml/2006/main">
              <a:ext uri="{FF2B5EF4-FFF2-40B4-BE49-F238E27FC236}">
                <a16:creationId xmlns:a16="http://schemas.microsoft.com/office/drawing/2014/main" id="{6BC23161-AC28-47E5-8EEA-D92B52AFB359}"/>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B1F8AA75-C2D3-4314-B226-41C436C30016}"/>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5548350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738FC77-2B5D-491E-AC90-38422E81D489}"/>
              </a:ext>
            </a:extLst>
          </p:cNvPr>
          <p:cNvPicPr>
            <a:picLocks xmlns:a="http://schemas.openxmlformats.org/drawingml/2006/main" noChangeAspect="1"/>
          </p:cNvPicPr>
          <p:nvPr/>
        </p:nvPicPr>
        <p:blipFill>
          <a:blip xmlns:r="http://schemas.openxmlformats.org/officeDocument/2006/relationships" xmlns:a="http://schemas.openxmlformats.org/drawingml/2006/main" r:embed="Ra53f4d8426bc4c8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D88900F-231E-425C-9169-B07F5304978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C3289F-E8B2-4329-8EDD-67C96392D8C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0250456-968C-4550-802A-6C59A77C05F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125C95F-C8C4-42A8-A0CC-C0F1A66AEC8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1E2F465-0F44-40EE-B9C7-45D2BA394D6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sp>
        <p:nvSpPr>
          <p:cNvPr id="7" name="반응식·수식">
            <a:extLst xmlns:a="http://schemas.openxmlformats.org/drawingml/2006/main">
              <a:ext uri="{FF2B5EF4-FFF2-40B4-BE49-F238E27FC236}">
                <a16:creationId xmlns:a16="http://schemas.microsoft.com/office/drawing/2014/main" id="{A0704147-9302-4995-BBFE-2F062C0C274A}"/>
              </a:ext>
            </a:extLst>
          </p:cNvPr>
          <p:cNvSpPr>
            <a:spLocks xmlns:a="http://schemas.openxmlformats.org/drawingml/2006/main" noGrp="1"/>
          </p:cNvSpPr>
          <p:nvPr/>
        </p:nvSpPr>
        <p:spPr>
          <a:xfrm xmlns:a="http://schemas.openxmlformats.org/drawingml/2006/main">
            <a:off x="2247900" y="42291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CaO</a:t>
            </a:r>
            <a:r>
              <a:t>(</a:t>
            </a:r>
            <a:r>
              <a:rPr i="1">
                <a:latin typeface="Pretendard"/>
                <a:ea typeface="Pretendard"/>
                <a:cs typeface="Pretendard"/>
              </a:rPr>
              <a:t>s</a:t>
            </a:r>
            <a:r>
              <a:t>) + H₂O</a:t>
            </a:r>
            <a:r>
              <a:t>(</a:t>
            </a:r>
            <a:r>
              <a:rPr i="1">
                <a:latin typeface="Pretendard"/>
                <a:ea typeface="Pretendard"/>
                <a:cs typeface="Pretendard"/>
              </a:rPr>
              <a:t>l</a:t>
            </a:r>
            <a:r>
              <a:t>) → Ca(OH)₂</a:t>
            </a:r>
            <a:r>
              <a:t>(</a:t>
            </a:r>
            <a:r>
              <a:rPr i="1">
                <a:latin typeface="Pretendard"/>
                <a:ea typeface="Pretendard"/>
                <a:cs typeface="Pretendard"/>
              </a:rPr>
              <a:t>aq</a:t>
            </a:r>
            <a:r>
              <a:t>)</a:t>
            </a:r>
          </a:p>
        </p:txBody>
      </p:sp>
      <p:sp>
        <p:nvSpPr>
          <p:cNvPr id="8" name="반응식·수식">
            <a:extLst xmlns:a="http://schemas.openxmlformats.org/drawingml/2006/main">
              <a:ext uri="{FF2B5EF4-FFF2-40B4-BE49-F238E27FC236}">
                <a16:creationId xmlns:a16="http://schemas.microsoft.com/office/drawing/2014/main" id="{526DF3ED-E65B-4F1A-BBF7-E48287963083}"/>
              </a:ext>
            </a:extLst>
          </p:cNvPr>
          <p:cNvSpPr>
            <a:spLocks xmlns:a="http://schemas.openxmlformats.org/drawingml/2006/main" noGrp="1"/>
          </p:cNvSpPr>
          <p:nvPr/>
        </p:nvSpPr>
        <p:spPr>
          <a:xfrm xmlns:a="http://schemas.openxmlformats.org/drawingml/2006/main">
            <a:off x="2247900" y="53530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Ca(OH)₂</a:t>
            </a:r>
            <a:r>
              <a:t>(</a:t>
            </a:r>
            <a:r>
              <a:rPr i="1">
                <a:latin typeface="Pretendard"/>
                <a:ea typeface="Pretendard"/>
                <a:cs typeface="Pretendard"/>
              </a:rPr>
              <a:t>aq</a:t>
            </a:r>
            <a:r>
              <a:t>) + 2HCl</a:t>
            </a:r>
            <a:r>
              <a:t>(</a:t>
            </a:r>
            <a:r>
              <a:rPr i="1">
                <a:latin typeface="Pretendard"/>
                <a:ea typeface="Pretendard"/>
                <a:cs typeface="Pretendard"/>
              </a:rPr>
              <a:t>aq</a:t>
            </a:r>
            <a:r>
              <a:t>) → CaCl₂</a:t>
            </a:r>
            <a:r>
              <a:t>(</a:t>
            </a:r>
            <a:r>
              <a:rPr i="1">
                <a:latin typeface="Pretendard"/>
                <a:ea typeface="Pretendard"/>
                <a:cs typeface="Pretendard"/>
              </a:rPr>
              <a:t>aq</a:t>
            </a:r>
            <a:r>
              <a:t>) + 2H₂O</a:t>
            </a:r>
            <a:r>
              <a:t>(</a:t>
            </a:r>
            <a:r>
              <a:rPr i="1">
                <a:latin typeface="Pretendard"/>
                <a:ea typeface="Pretendard"/>
                <a:cs typeface="Pretendard"/>
              </a:rPr>
              <a:t>l</a:t>
            </a:r>
            <a:r>
              <a:t>)</a:t>
            </a:r>
          </a:p>
        </p:txBody>
      </p:sp>
      <p:sp>
        <p:nvSpPr>
          <p:cNvPr id="9" name="text">
            <a:extLst xmlns:a="http://schemas.openxmlformats.org/drawingml/2006/main">
              <a:ext uri="{FF2B5EF4-FFF2-40B4-BE49-F238E27FC236}">
                <a16:creationId xmlns:a16="http://schemas.microsoft.com/office/drawing/2014/main" id="{CC80FB94-707C-4499-A7C5-D7E356B3F36C}"/>
              </a:ext>
            </a:extLst>
          </p:cNvPr>
          <p:cNvSpPr>
            <a:spLocks xmlns:a="http://schemas.openxmlformats.org/drawingml/2006/main" noGrp="1"/>
          </p:cNvSpPr>
          <p:nvPr/>
        </p:nvSpPr>
        <p:spPr>
          <a:xfrm xmlns:a="http://schemas.openxmlformats.org/drawingml/2006/main">
            <a:off x="2247900" y="6391275"/>
            <a:ext cx="1381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중간 물질 Ca(OH)₂와 양변의 물 1 mol을 소거</a:t>
            </a:r>
          </a:p>
        </p:txBody>
      </p:sp>
      <p:sp>
        <p:nvSpPr>
          <p:cNvPr id="10" name="line">
            <a:extLst xmlns:a="http://schemas.openxmlformats.org/drawingml/2006/main">
              <a:ext uri="{FF2B5EF4-FFF2-40B4-BE49-F238E27FC236}">
                <a16:creationId xmlns:a16="http://schemas.microsoft.com/office/drawing/2014/main" id="{192FA3C6-09A0-4A59-B3CB-5C29564128C8}"/>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sp>
        <p:nvSpPr>
          <p:cNvPr id="11" name="반응식·수식">
            <a:extLst xmlns:a="http://schemas.openxmlformats.org/drawingml/2006/main">
              <a:ext uri="{FF2B5EF4-FFF2-40B4-BE49-F238E27FC236}">
                <a16:creationId xmlns:a16="http://schemas.microsoft.com/office/drawing/2014/main" id="{9D5390A0-F8FA-4557-A4F8-CD364AFB34C3}"/>
              </a:ext>
            </a:extLst>
          </p:cNvPr>
          <p:cNvSpPr>
            <a:spLocks xmlns:a="http://schemas.openxmlformats.org/drawingml/2006/main" noGrp="1"/>
          </p:cNvSpPr>
          <p:nvPr/>
        </p:nvSpPr>
        <p:spPr>
          <a:xfrm xmlns:a="http://schemas.openxmlformats.org/drawingml/2006/main">
            <a:off x="2247900" y="73914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CaO</a:t>
            </a:r>
            <a:r>
              <a:t>(</a:t>
            </a:r>
            <a:r>
              <a:rPr i="1">
                <a:latin typeface="Pretendard"/>
                <a:ea typeface="Pretendard"/>
                <a:cs typeface="Pretendard"/>
              </a:rPr>
              <a:t>s</a:t>
            </a:r>
            <a:r>
              <a:t>) + 2HCl</a:t>
            </a:r>
            <a:r>
              <a:t>(</a:t>
            </a:r>
            <a:r>
              <a:rPr i="1">
                <a:latin typeface="Pretendard"/>
                <a:ea typeface="Pretendard"/>
                <a:cs typeface="Pretendard"/>
              </a:rPr>
              <a:t>aq</a:t>
            </a:r>
            <a:r>
              <a:t>) → CaCl₂</a:t>
            </a:r>
            <a:r>
              <a:t>(</a:t>
            </a:r>
            <a:r>
              <a:rPr i="1">
                <a:latin typeface="Pretendard"/>
                <a:ea typeface="Pretendard"/>
                <a:cs typeface="Pretendard"/>
              </a:rPr>
              <a:t>aq</a:t>
            </a:r>
            <a:r>
              <a:t>) + H₂O</a:t>
            </a:r>
            <a:r>
              <a:t>(</a:t>
            </a:r>
            <a:r>
              <a:rPr i="1">
                <a:latin typeface="Pretendard"/>
                <a:ea typeface="Pretendard"/>
                <a:cs typeface="Pretendard"/>
              </a:rPr>
              <a:t>l</a:t>
            </a:r>
            <a:r>
              <a:t>)</a:t>
            </a:r>
          </a:p>
        </p:txBody>
      </p:sp>
      <p:sp>
        <p:nvSpPr>
          <p:cNvPr id="12" name="해석·결론">
            <a:extLst xmlns:a="http://schemas.openxmlformats.org/drawingml/2006/main">
              <a:ext uri="{FF2B5EF4-FFF2-40B4-BE49-F238E27FC236}">
                <a16:creationId xmlns:a16="http://schemas.microsoft.com/office/drawing/2014/main" id="{454CE6BF-9475-4A78-82F0-06158588164C}"/>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271F4F03-33A9-4895-9320-ED1B665AC8CD}"/>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−193.5 kJ</a:t>
            </a:r>
          </a:p>
        </p:txBody>
      </p:sp>
    </p:spTree>
    <p:extLst>
      <p:ext uri="{BB962C8B-B14F-4D97-AF65-F5344CB8AC3E}">
        <p14:creationId xmlns:p14="http://schemas.microsoft.com/office/powerpoint/2010/main" val="8675830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E011E68-E766-4B45-B989-9BDB42A95D92}"/>
              </a:ext>
            </a:extLst>
          </p:cNvPr>
          <p:cNvPicPr>
            <a:picLocks xmlns:a="http://schemas.openxmlformats.org/drawingml/2006/main" noChangeAspect="1"/>
          </p:cNvPicPr>
          <p:nvPr/>
        </p:nvPicPr>
        <p:blipFill>
          <a:blip xmlns:r="http://schemas.openxmlformats.org/officeDocument/2006/relationships" xmlns:a="http://schemas.openxmlformats.org/drawingml/2006/main" r:embed="R51d689e6046b406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56CC3F3-8CD4-451A-92A7-4CCD2E098C1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60B648-5642-40E5-946B-8599905743E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30AEB80-7743-462E-A355-7D47B87789B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F9D5B2B-B70F-4B54-87D1-E25BC9326D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B2657AC7-D5F9-4591-8D93-08E48E1FE78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sp>
        <p:nvSpPr>
          <p:cNvPr id="7" name="설명·계산 행 1">
            <a:extLst xmlns:a="http://schemas.openxmlformats.org/drawingml/2006/main">
              <a:ext uri="{FF2B5EF4-FFF2-40B4-BE49-F238E27FC236}">
                <a16:creationId xmlns:a16="http://schemas.microsoft.com/office/drawing/2014/main" id="{D778E03E-4F74-4CF6-B55F-90D1EDF638F0}"/>
              </a:ext>
            </a:extLst>
          </p:cNvPr>
          <p:cNvSpPr>
            <a:spLocks xmlns:a="http://schemas.openxmlformats.org/drawingml/2006/main" noGrp="1"/>
          </p:cNvSpPr>
          <p:nvPr/>
        </p:nvSpPr>
        <p:spPr>
          <a:xfrm xmlns:a="http://schemas.openxmlformats.org/drawingml/2006/main">
            <a:off x="1828800" y="457200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636B682-7F4D-40A2-8B65-BB6BD2A9E9AF}"/>
              </a:ext>
            </a:extLst>
          </p:cNvPr>
          <p:cNvSpPr>
            <a:spLocks xmlns:a="http://schemas.openxmlformats.org/drawingml/2006/main" noGrp="1"/>
          </p:cNvSpPr>
          <p:nvPr/>
        </p:nvSpPr>
        <p:spPr>
          <a:xfrm xmlns:a="http://schemas.openxmlformats.org/drawingml/2006/main">
            <a:off x="2476500" y="481965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t>S</a:t>
            </a:r>
            <a:r>
              <a:t>(</a:t>
            </a:r>
            <a:r>
              <a:rPr i="1">
                <a:latin typeface="Pretendard"/>
                <a:ea typeface="Pretendard"/>
                <a:cs typeface="Pretendard"/>
              </a:rPr>
              <a:t>s</a:t>
            </a:r>
            <a:r>
              <a:t>) + O₂</a:t>
            </a:r>
            <a:r>
              <a:t>(</a:t>
            </a:r>
            <a:r>
              <a:rPr i="1">
                <a:latin typeface="Pretendard"/>
                <a:ea typeface="Pretendard"/>
                <a:cs typeface="Pretendard"/>
              </a:rPr>
              <a:t>g</a:t>
            </a:r>
            <a:r>
              <a:t>) → SO₂</a:t>
            </a:r>
            <a:r>
              <a:t>(</a:t>
            </a:r>
            <a:r>
              <a:rPr i="1">
                <a:latin typeface="Pretendard"/>
                <a:ea typeface="Pretendard"/>
                <a:cs typeface="Pretendard"/>
              </a:rPr>
              <a:t>g</a:t>
            </a:r>
            <a:r>
              <a:t>)     </a:t>
            </a:r>
            <a:r>
              <a:t>Δ</a:t>
            </a:r>
            <a:r>
              <a:rPr i="1">
                <a:latin typeface="Pretendard"/>
                <a:ea typeface="Pretendard"/>
                <a:cs typeface="Pretendard"/>
              </a:rPr>
              <a:t>H</a:t>
            </a:r>
            <a:r>
              <a:t> = −297 kJ</a:t>
            </a:r>
          </a:p>
        </p:txBody>
      </p:sp>
      <p:sp>
        <p:nvSpPr>
          <p:cNvPr id="9" name="설명·계산 행 2">
            <a:extLst xmlns:a="http://schemas.openxmlformats.org/drawingml/2006/main">
              <a:ext uri="{FF2B5EF4-FFF2-40B4-BE49-F238E27FC236}">
                <a16:creationId xmlns:a16="http://schemas.microsoft.com/office/drawing/2014/main" id="{338E2EDF-0179-4160-BB50-D4D41C5A962B}"/>
              </a:ext>
            </a:extLst>
          </p:cNvPr>
          <p:cNvSpPr>
            <a:spLocks xmlns:a="http://schemas.openxmlformats.org/drawingml/2006/main" noGrp="1"/>
          </p:cNvSpPr>
          <p:nvPr/>
        </p:nvSpPr>
        <p:spPr>
          <a:xfrm xmlns:a="http://schemas.openxmlformats.org/drawingml/2006/main">
            <a:off x="1828800" y="6191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DA871172-1CFE-4D43-A396-8665027CCD39}"/>
              </a:ext>
            </a:extLst>
          </p:cNvPr>
          <p:cNvSpPr>
            <a:spLocks xmlns:a="http://schemas.openxmlformats.org/drawingml/2006/main" noGrp="1"/>
          </p:cNvSpPr>
          <p:nvPr/>
        </p:nvSpPr>
        <p:spPr>
          <a:xfrm xmlns:a="http://schemas.openxmlformats.org/drawingml/2006/main">
            <a:off x="2476500" y="6438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t>2S</a:t>
            </a:r>
            <a:r>
              <a:t>(</a:t>
            </a:r>
            <a:r>
              <a:rPr i="1">
                <a:latin typeface="Pretendard"/>
                <a:ea typeface="Pretendard"/>
                <a:cs typeface="Pretendard"/>
              </a:rPr>
              <a:t>s</a:t>
            </a:r>
            <a:r>
              <a:t>) + 2O₂</a:t>
            </a:r>
            <a:r>
              <a:t>(</a:t>
            </a:r>
            <a:r>
              <a:rPr i="1">
                <a:latin typeface="Pretendard"/>
                <a:ea typeface="Pretendard"/>
                <a:cs typeface="Pretendard"/>
              </a:rPr>
              <a:t>g</a:t>
            </a:r>
            <a:r>
              <a:t>) → 2SO₂</a:t>
            </a:r>
            <a:r>
              <a:t>(</a:t>
            </a:r>
            <a:r>
              <a:rPr i="1">
                <a:latin typeface="Pretendard"/>
                <a:ea typeface="Pretendard"/>
                <a:cs typeface="Pretendard"/>
              </a:rPr>
              <a:t>g</a:t>
            </a:r>
            <a:r>
              <a:t>)     </a:t>
            </a:r>
            <a:r>
              <a:t>Δ</a:t>
            </a:r>
            <a:r>
              <a:rPr i="1">
                <a:latin typeface="Pretendard"/>
                <a:ea typeface="Pretendard"/>
                <a:cs typeface="Pretendard"/>
              </a:rPr>
              <a:t>H</a:t>
            </a:r>
            <a:r>
              <a:t> = −594 kJ</a:t>
            </a:r>
          </a:p>
        </p:txBody>
      </p:sp>
      <p:sp>
        <p:nvSpPr>
          <p:cNvPr id="11" name="해석·결론">
            <a:extLst xmlns:a="http://schemas.openxmlformats.org/drawingml/2006/main">
              <a:ext uri="{FF2B5EF4-FFF2-40B4-BE49-F238E27FC236}">
                <a16:creationId xmlns:a16="http://schemas.microsoft.com/office/drawing/2014/main" id="{246F1BA4-46DB-4E9D-80E5-422D7D4182C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32B9EF7C-40AC-4465-8A1F-5C3C5355F0D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2993842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E57A4A7-2498-40B5-B063-C32B1CE01006}"/>
              </a:ext>
            </a:extLst>
          </p:cNvPr>
          <p:cNvPicPr>
            <a:picLocks xmlns:a="http://schemas.openxmlformats.org/drawingml/2006/main" noChangeAspect="1"/>
          </p:cNvPicPr>
          <p:nvPr/>
        </p:nvPicPr>
        <p:blipFill>
          <a:blip xmlns:r="http://schemas.openxmlformats.org/officeDocument/2006/relationships" xmlns:a="http://schemas.openxmlformats.org/drawingml/2006/main" r:embed="Red0274e22b7c413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48C358-FA80-4E6A-B475-A8F2742435F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3BA5B4B-7855-4250-A27E-92989995030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F105645-03F2-4CC7-A030-7FC54BE8F93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8F700C-B99D-4087-AD59-9294A00B14D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297957C-F80A-489B-A0CE-6CC42BEB55A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sp>
        <p:nvSpPr>
          <p:cNvPr id="7" name="설명·계산 행 1">
            <a:extLst xmlns:a="http://schemas.openxmlformats.org/drawingml/2006/main">
              <a:ext uri="{FF2B5EF4-FFF2-40B4-BE49-F238E27FC236}">
                <a16:creationId xmlns:a16="http://schemas.microsoft.com/office/drawing/2014/main" id="{99D21802-E0EC-4915-BBE7-A5E8BC88975B}"/>
              </a:ext>
            </a:extLst>
          </p:cNvPr>
          <p:cNvSpPr>
            <a:spLocks xmlns:a="http://schemas.openxmlformats.org/drawingml/2006/main" noGrp="1"/>
          </p:cNvSpPr>
          <p:nvPr/>
        </p:nvSpPr>
        <p:spPr>
          <a:xfrm xmlns:a="http://schemas.openxmlformats.org/drawingml/2006/main">
            <a:off x="1828800" y="457200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0993BC3-496F-4733-A46E-41E448D4C016}"/>
              </a:ext>
            </a:extLst>
          </p:cNvPr>
          <p:cNvSpPr>
            <a:spLocks xmlns:a="http://schemas.openxmlformats.org/drawingml/2006/main" noGrp="1"/>
          </p:cNvSpPr>
          <p:nvPr/>
        </p:nvSpPr>
        <p:spPr>
          <a:xfrm xmlns:a="http://schemas.openxmlformats.org/drawingml/2006/main">
            <a:off x="2476500" y="481965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t>CO</a:t>
            </a:r>
            <a:r>
              <a:t>(</a:t>
            </a:r>
            <a:r>
              <a:rPr i="1">
                <a:latin typeface="Pretendard"/>
                <a:ea typeface="Pretendard"/>
                <a:cs typeface="Pretendard"/>
              </a:rPr>
              <a:t>g</a:t>
            </a:r>
            <a:r>
              <a:t>) + ½O₂</a:t>
            </a:r>
            <a:r>
              <a:t>(</a:t>
            </a:r>
            <a:r>
              <a:rPr i="1">
                <a:latin typeface="Pretendard"/>
                <a:ea typeface="Pretendard"/>
                <a:cs typeface="Pretendard"/>
              </a:rPr>
              <a:t>g</a:t>
            </a:r>
            <a:r>
              <a:t>) → CO₂</a:t>
            </a:r>
            <a:r>
              <a:t>(</a:t>
            </a:r>
            <a:r>
              <a:rPr i="1">
                <a:latin typeface="Pretendard"/>
                <a:ea typeface="Pretendard"/>
                <a:cs typeface="Pretendard"/>
              </a:rPr>
              <a:t>g</a:t>
            </a:r>
            <a:r>
              <a:t>)     </a:t>
            </a:r>
            <a:r>
              <a:t>Δ</a:t>
            </a:r>
            <a:r>
              <a:rPr i="1">
                <a:latin typeface="Pretendard"/>
                <a:ea typeface="Pretendard"/>
                <a:cs typeface="Pretendard"/>
              </a:rPr>
              <a:t>H</a:t>
            </a:r>
            <a:r>
              <a:t> = −283.0 kJ</a:t>
            </a:r>
          </a:p>
        </p:txBody>
      </p:sp>
      <p:sp>
        <p:nvSpPr>
          <p:cNvPr id="9" name="설명·계산 행 2">
            <a:extLst xmlns:a="http://schemas.openxmlformats.org/drawingml/2006/main">
              <a:ext uri="{FF2B5EF4-FFF2-40B4-BE49-F238E27FC236}">
                <a16:creationId xmlns:a16="http://schemas.microsoft.com/office/drawing/2014/main" id="{2D18C2F6-5C1C-42F4-9B06-FDFBFFC394F5}"/>
              </a:ext>
            </a:extLst>
          </p:cNvPr>
          <p:cNvSpPr>
            <a:spLocks xmlns:a="http://schemas.openxmlformats.org/drawingml/2006/main" noGrp="1"/>
          </p:cNvSpPr>
          <p:nvPr/>
        </p:nvSpPr>
        <p:spPr>
          <a:xfrm xmlns:a="http://schemas.openxmlformats.org/drawingml/2006/main">
            <a:off x="1828800" y="6191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DFBD0A30-E7A5-43F5-97A4-A4F8B2D7DC2F}"/>
              </a:ext>
            </a:extLst>
          </p:cNvPr>
          <p:cNvSpPr>
            <a:spLocks xmlns:a="http://schemas.openxmlformats.org/drawingml/2006/main" noGrp="1"/>
          </p:cNvSpPr>
          <p:nvPr/>
        </p:nvSpPr>
        <p:spPr>
          <a:xfrm xmlns:a="http://schemas.openxmlformats.org/drawingml/2006/main">
            <a:off x="2476500" y="6438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t>CO₂</a:t>
            </a:r>
            <a:r>
              <a:t>(</a:t>
            </a:r>
            <a:r>
              <a:rPr i="1">
                <a:latin typeface="Pretendard"/>
                <a:ea typeface="Pretendard"/>
                <a:cs typeface="Pretendard"/>
              </a:rPr>
              <a:t>g</a:t>
            </a:r>
            <a:r>
              <a:t>) → CO</a:t>
            </a:r>
            <a:r>
              <a:t>(</a:t>
            </a:r>
            <a:r>
              <a:rPr i="1">
                <a:latin typeface="Pretendard"/>
                <a:ea typeface="Pretendard"/>
                <a:cs typeface="Pretendard"/>
              </a:rPr>
              <a:t>g</a:t>
            </a:r>
            <a:r>
              <a:t>) + ½O₂</a:t>
            </a:r>
            <a:r>
              <a:t>(</a:t>
            </a:r>
            <a:r>
              <a:rPr i="1">
                <a:latin typeface="Pretendard"/>
                <a:ea typeface="Pretendard"/>
                <a:cs typeface="Pretendard"/>
              </a:rPr>
              <a:t>g</a:t>
            </a:r>
            <a:r>
              <a:t>)     </a:t>
            </a:r>
            <a:r>
              <a:t>Δ</a:t>
            </a:r>
            <a:r>
              <a:rPr i="1">
                <a:latin typeface="Pretendard"/>
                <a:ea typeface="Pretendard"/>
                <a:cs typeface="Pretendard"/>
              </a:rPr>
              <a:t>H</a:t>
            </a:r>
            <a:r>
              <a:t> = +283.0 kJ</a:t>
            </a:r>
          </a:p>
        </p:txBody>
      </p:sp>
      <p:sp>
        <p:nvSpPr>
          <p:cNvPr id="11" name="해석·결론">
            <a:extLst xmlns:a="http://schemas.openxmlformats.org/drawingml/2006/main">
              <a:ext uri="{FF2B5EF4-FFF2-40B4-BE49-F238E27FC236}">
                <a16:creationId xmlns:a16="http://schemas.microsoft.com/office/drawing/2014/main" id="{D84C1796-CBBE-4626-85F6-14AC03B3DE3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76445334-9478-4D4B-BF7A-51A9E5F95BF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9661248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C413DE9-B798-430A-898B-D2F948065206}"/>
              </a:ext>
            </a:extLst>
          </p:cNvPr>
          <p:cNvPicPr>
            <a:picLocks xmlns:a="http://schemas.openxmlformats.org/drawingml/2006/main" noChangeAspect="1"/>
          </p:cNvPicPr>
          <p:nvPr/>
        </p:nvPicPr>
        <p:blipFill>
          <a:blip xmlns:r="http://schemas.openxmlformats.org/officeDocument/2006/relationships" xmlns:a="http://schemas.openxmlformats.org/drawingml/2006/main" r:embed="R2eb4bbb42a574be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25E2C02-EC35-47B9-85D1-097A7F7D059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6F49747-5C93-4E04-BA76-A03F967E1D5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7CB9C9D-F5FD-40D8-BA8B-43C8607F290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52FCEDF-DEBD-4C28-9401-AA0B3E2FD4C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3F5E395-D39A-4408-80CB-8E6619FD444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3B88FA54-2127-4C18-806C-35086D07E533}"/>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2F1FFBA-7112-4DFB-9D52-5B18D161125C}"/>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0A9D5E0-0AD8-4911-810B-DC9A9AF43A2F}"/>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37D8536-AB7D-4F87-A32F-47EFE0E42DE5}"/>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B17310D-9BC8-471A-A448-A3D831B087DC}"/>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40531264"/>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50821597-0F70-4B05-8D44-209E84752601}"/>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93B60A4F-8CA2-4981-A726-877CD3D1B502}"/>
              </a:ext>
            </a:extLst>
          </p:cNvPr>
          <p:cNvPicPr>
            <a:picLocks xmlns:a="http://schemas.openxmlformats.org/drawingml/2006/main" noChangeAspect="1"/>
          </p:cNvPicPr>
          <p:nvPr/>
        </p:nvPicPr>
        <p:blipFill>
          <a:blip xmlns:r="http://schemas.openxmlformats.org/officeDocument/2006/relationships" xmlns:a="http://schemas.openxmlformats.org/drawingml/2006/main" r:embed="R126e3c8dc90241e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71D6190D-2CFC-4557-9A8E-CE525B177AA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2C754A7F-AB4A-4168-B13E-7FB7E2F7E54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36B61263-3C8E-4A93-8282-CAE2D6FD098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5CCF07F9-0638-482A-971B-F93571585B3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0264523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1E90507-877D-4691-82CF-5227987B0F96}"/>
              </a:ext>
            </a:extLst>
          </p:cNvPr>
          <p:cNvPicPr>
            <a:picLocks xmlns:a="http://schemas.openxmlformats.org/drawingml/2006/main" noChangeAspect="1"/>
          </p:cNvPicPr>
          <p:nvPr/>
        </p:nvPicPr>
        <p:blipFill>
          <a:blip xmlns:r="http://schemas.openxmlformats.org/officeDocument/2006/relationships" xmlns:a="http://schemas.openxmlformats.org/drawingml/2006/main" r:embed="R6968166304fa40c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9806E4-9D2F-4E58-AD2C-FF4E5514449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462B43F-9EC7-4F4D-9C6E-085B6DF73CA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F45E65F-E7B5-4B44-A343-AC806944B51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3860500-91C3-4356-A03F-FDAD0465709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3AFC1A9-BD87-438A-AF21-DDC8EEBED2A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1052824D-565A-4A4E-ABD8-B1B08F894D0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266AE071-5E93-4A91-8C8D-1F5DB79A82D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7C2931E8-FE1D-46A9-B2D4-AA2BDA36DDFF}"/>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6EE054CF-FC87-4C86-A745-C9633969864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715FCE7E-073D-48F5-884A-41061B79B16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18E6C6E-58DB-47A5-B831-24FBC36BE3E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37756103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5E9E826-8E88-4058-8B90-EFF4C9C73568}"/>
              </a:ext>
            </a:extLst>
          </p:cNvPr>
          <p:cNvPicPr>
            <a:picLocks xmlns:a="http://schemas.openxmlformats.org/drawingml/2006/main" noChangeAspect="1"/>
          </p:cNvPicPr>
          <p:nvPr/>
        </p:nvPicPr>
        <p:blipFill>
          <a:blip xmlns:r="http://schemas.openxmlformats.org/officeDocument/2006/relationships" xmlns:a="http://schemas.openxmlformats.org/drawingml/2006/main" r:embed="Rfecf6ae4e1d0444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10BA415-4D1D-46D0-A119-54D1607D58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09E8557-13C7-420A-ADE5-E0E22D3C2A2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4C4F432-4A5D-438F-9A37-3461A36BBE6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00AB0E0-BE37-4A8F-B07A-E1EFB2471D3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6CD32DA-BA17-4E09-A6B1-B20F387552B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BA07CD49-208F-4027-A82B-53F63C3CA51A}"/>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sp>
        <p:nvSpPr>
          <p:cNvPr id="8" name="반응식·수식">
            <a:extLst xmlns:a="http://schemas.openxmlformats.org/drawingml/2006/main">
              <a:ext uri="{FF2B5EF4-FFF2-40B4-BE49-F238E27FC236}">
                <a16:creationId xmlns:a16="http://schemas.microsoft.com/office/drawing/2014/main" id="{43944CC6-B381-48DB-A626-824E468C2F58}"/>
              </a:ext>
            </a:extLst>
          </p:cNvPr>
          <p:cNvSpPr>
            <a:spLocks xmlns:a="http://schemas.openxmlformats.org/drawingml/2006/main" noGrp="1"/>
          </p:cNvSpPr>
          <p:nvPr/>
        </p:nvSpPr>
        <p:spPr>
          <a:xfrm xmlns:a="http://schemas.openxmlformats.org/drawingml/2006/main">
            <a:off x="2238375" y="45529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t>C</a:t>
            </a:r>
            <a:r>
              <a:t>(</a:t>
            </a:r>
            <a:r>
              <a:rPr i="1">
                <a:latin typeface="Pretendard"/>
                <a:ea typeface="Pretendard"/>
                <a:cs typeface="Pretendard"/>
              </a:rPr>
              <a:t>s</a:t>
            </a:r>
            <a:r>
              <a:t>, 흑연) + ½O₂</a:t>
            </a:r>
            <a:r>
              <a:t>(</a:t>
            </a:r>
            <a:r>
              <a:rPr i="1">
                <a:latin typeface="Pretendard"/>
                <a:ea typeface="Pretendard"/>
                <a:cs typeface="Pretendard"/>
              </a:rPr>
              <a:t>g</a:t>
            </a:r>
            <a:r>
              <a:t>) → CO</a:t>
            </a:r>
            <a:r>
              <a:t>(</a:t>
            </a:r>
            <a:r>
              <a:rPr i="1">
                <a:latin typeface="Pretendard"/>
                <a:ea typeface="Pretendard"/>
                <a:cs typeface="Pretendard"/>
              </a:rPr>
              <a:t>g</a:t>
            </a:r>
            <a:r>
              <a:t>)     </a:t>
            </a:r>
            <a:r>
              <a:t>Δ</a:t>
            </a:r>
            <a:r>
              <a:rPr i="1">
                <a:latin typeface="Pretendard"/>
                <a:ea typeface="Pretendard"/>
                <a:cs typeface="Pretendard"/>
              </a:rPr>
              <a:t>H</a:t>
            </a:r>
            <a:r>
              <a:t>₂ = ?</a:t>
            </a:r>
          </a:p>
        </p:txBody>
      </p:sp>
      <p:pic>
        <p:nvPicPr>
          <p:cNvPr id="9" name="">
            <a:extLst xmlns:a="http://schemas.openxmlformats.org/drawingml/2006/main">
              <a:ext uri="{FF2B5EF4-FFF2-40B4-BE49-F238E27FC236}">
                <a16:creationId xmlns:a16="http://schemas.microsoft.com/office/drawing/2014/main" id="{DA9D3224-DF52-4A60-BBF0-05FF3F308EAB}"/>
              </a:ext>
            </a:extLst>
          </p:cNvPr>
          <p:cNvPicPr>
            <a:picLocks xmlns:a="http://schemas.openxmlformats.org/drawingml/2006/main" noChangeAspect="1"/>
          </p:cNvPicPr>
          <p:nvPr/>
        </p:nvPicPr>
        <p:blipFill>
          <a:blip xmlns:r="http://schemas.openxmlformats.org/officeDocument/2006/relationships" xmlns:a="http://schemas.openxmlformats.org/drawingml/2006/main" r:embed="Rc44e3d1d769b424a"/>
          <a:stretch xmlns:a="http://schemas.openxmlformats.org/drawingml/2006/main"/>
        </p:blipFill>
        <p:spPr>
          <a:xfrm xmlns:a="http://schemas.openxmlformats.org/drawingml/2006/main">
            <a:off x="2540794" y="6124575"/>
            <a:ext cx="13120688" cy="11049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7EC9A60-54AA-4BE7-9339-0FDD45A07322}"/>
              </a:ext>
            </a:extLst>
          </p:cNvPr>
          <p:cNvPicPr>
            <a:picLocks xmlns:a="http://schemas.openxmlformats.org/drawingml/2006/main" noChangeAspect="1"/>
          </p:cNvPicPr>
          <p:nvPr/>
        </p:nvPicPr>
        <p:blipFill>
          <a:blip xmlns:r="http://schemas.openxmlformats.org/officeDocument/2006/relationships" xmlns:a="http://schemas.openxmlformats.org/drawingml/2006/main" r:embed="R1989a64b68dd47fc"/>
          <a:stretch xmlns:a="http://schemas.openxmlformats.org/drawingml/2006/main"/>
        </p:blipFill>
        <p:spPr>
          <a:xfrm xmlns:a="http://schemas.openxmlformats.org/drawingml/2006/main">
            <a:off x="2505075" y="7635240"/>
            <a:ext cx="13192125" cy="1055370"/>
          </a:xfrm>
          <a:prstGeom xmlns:a="http://schemas.openxmlformats.org/drawingml/2006/main" prst="rect">
            <a:avLst/>
          </a:prstGeom>
        </p:spPr>
      </p:pic>
    </p:spTree>
    <p:extLst>
      <p:ext uri="{BB962C8B-B14F-4D97-AF65-F5344CB8AC3E}">
        <p14:creationId xmlns:p14="http://schemas.microsoft.com/office/powerpoint/2010/main" val="210498991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D1F153D-6FA3-49BE-A122-7ECA354831E8}"/>
              </a:ext>
            </a:extLst>
          </p:cNvPr>
          <p:cNvPicPr>
            <a:picLocks xmlns:a="http://schemas.openxmlformats.org/drawingml/2006/main" noChangeAspect="1"/>
          </p:cNvPicPr>
          <p:nvPr/>
        </p:nvPicPr>
        <p:blipFill>
          <a:blip xmlns:r="http://schemas.openxmlformats.org/officeDocument/2006/relationships" xmlns:a="http://schemas.openxmlformats.org/drawingml/2006/main" r:embed="R5078b4fc85a6489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9244134-A41D-4029-9F37-44FF66414FB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46D551-3354-4060-9CCB-AF53C4EFC8A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8434C1B-2FD3-461C-A701-BA18B422A5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D015AE3-36D3-46BB-A4B4-6DE8053DAB8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CCE9EB2-4DCA-4ECC-8726-05FB9819069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sp>
        <p:nvSpPr>
          <p:cNvPr id="7" name="반응식·수식">
            <a:extLst xmlns:a="http://schemas.openxmlformats.org/drawingml/2006/main">
              <a:ext uri="{FF2B5EF4-FFF2-40B4-BE49-F238E27FC236}">
                <a16:creationId xmlns:a16="http://schemas.microsoft.com/office/drawing/2014/main" id="{EB432052-30F5-4E52-AFB4-F82EF0D14493}"/>
              </a:ext>
            </a:extLst>
          </p:cNvPr>
          <p:cNvSpPr>
            <a:spLocks xmlns:a="http://schemas.openxmlformats.org/drawingml/2006/main" noGrp="1"/>
          </p:cNvSpPr>
          <p:nvPr/>
        </p:nvSpPr>
        <p:spPr>
          <a:xfrm xmlns:a="http://schemas.openxmlformats.org/drawingml/2006/main">
            <a:off x="2286000" y="421957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t>
            </a:r>
            <a:r>
              <a:t>(</a:t>
            </a:r>
            <a:r>
              <a:rPr i="1">
                <a:latin typeface="Pretendard"/>
                <a:ea typeface="Pretendard"/>
                <a:cs typeface="Pretendard"/>
              </a:rPr>
              <a:t>s</a:t>
            </a:r>
            <a:r>
              <a:t>, 흑연) + O₂</a:t>
            </a:r>
            <a:r>
              <a:t>(</a:t>
            </a:r>
            <a:r>
              <a:rPr i="1">
                <a:latin typeface="Pretendard"/>
                <a:ea typeface="Pretendard"/>
                <a:cs typeface="Pretendard"/>
              </a:rPr>
              <a:t>g</a:t>
            </a:r>
            <a:r>
              <a:t>) → CO₂</a:t>
            </a:r>
            <a:r>
              <a:t>(</a:t>
            </a:r>
            <a:r>
              <a:rPr i="1">
                <a:latin typeface="Pretendard"/>
                <a:ea typeface="Pretendard"/>
                <a:cs typeface="Pretendard"/>
              </a:rPr>
              <a:t>g</a:t>
            </a:r>
            <a:r>
              <a:t>)</a:t>
            </a:r>
          </a:p>
        </p:txBody>
      </p:sp>
      <p:sp>
        <p:nvSpPr>
          <p:cNvPr id="8" name="반응식·수식">
            <a:extLst xmlns:a="http://schemas.openxmlformats.org/drawingml/2006/main">
              <a:ext uri="{FF2B5EF4-FFF2-40B4-BE49-F238E27FC236}">
                <a16:creationId xmlns:a16="http://schemas.microsoft.com/office/drawing/2014/main" id="{82401124-F02C-4117-833B-DE93856FB578}"/>
              </a:ext>
            </a:extLst>
          </p:cNvPr>
          <p:cNvSpPr>
            <a:spLocks xmlns:a="http://schemas.openxmlformats.org/drawingml/2006/main" noGrp="1"/>
          </p:cNvSpPr>
          <p:nvPr/>
        </p:nvSpPr>
        <p:spPr>
          <a:xfrm xmlns:a="http://schemas.openxmlformats.org/drawingml/2006/main">
            <a:off x="2286000" y="534352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CO₂</a:t>
            </a:r>
            <a:r>
              <a:t>(</a:t>
            </a:r>
            <a:r>
              <a:rPr i="1">
                <a:latin typeface="Pretendard"/>
                <a:ea typeface="Pretendard"/>
                <a:cs typeface="Pretendard"/>
              </a:rPr>
              <a:t>g</a:t>
            </a:r>
            <a:r>
              <a:t>) → CO</a:t>
            </a:r>
            <a:r>
              <a:t>(</a:t>
            </a:r>
            <a:r>
              <a:rPr i="1">
                <a:latin typeface="Pretendard"/>
                <a:ea typeface="Pretendard"/>
                <a:cs typeface="Pretendard"/>
              </a:rPr>
              <a:t>g</a:t>
            </a:r>
            <a:r>
              <a:t>) + ½O₂</a:t>
            </a:r>
            <a:r>
              <a:t>(</a:t>
            </a:r>
            <a:r>
              <a:rPr i="1">
                <a:latin typeface="Pretendard"/>
                <a:ea typeface="Pretendard"/>
                <a:cs typeface="Pretendard"/>
              </a:rPr>
              <a:t>g</a:t>
            </a:r>
            <a:r>
              <a:t>)</a:t>
            </a:r>
          </a:p>
        </p:txBody>
      </p:sp>
      <p:sp>
        <p:nvSpPr>
          <p:cNvPr id="9" name="text">
            <a:extLst xmlns:a="http://schemas.openxmlformats.org/drawingml/2006/main">
              <a:ext uri="{FF2B5EF4-FFF2-40B4-BE49-F238E27FC236}">
                <a16:creationId xmlns:a16="http://schemas.microsoft.com/office/drawing/2014/main" id="{E87E12FA-458E-4D34-A560-701D7932C504}"/>
              </a:ext>
            </a:extLst>
          </p:cNvPr>
          <p:cNvSpPr>
            <a:spLocks xmlns:a="http://schemas.openxmlformats.org/drawingml/2006/main" noGrp="1"/>
          </p:cNvSpPr>
          <p:nvPr/>
        </p:nvSpPr>
        <p:spPr>
          <a:xfrm xmlns:a="http://schemas.openxmlformats.org/drawingml/2006/main">
            <a:off x="2286000" y="634365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CO 산화 반응을 뒤집고, 양변의 CO₂를 소거</a:t>
            </a:r>
          </a:p>
        </p:txBody>
      </p:sp>
      <p:sp>
        <p:nvSpPr>
          <p:cNvPr id="10" name="line">
            <a:extLst xmlns:a="http://schemas.openxmlformats.org/drawingml/2006/main">
              <a:ext uri="{FF2B5EF4-FFF2-40B4-BE49-F238E27FC236}">
                <a16:creationId xmlns:a16="http://schemas.microsoft.com/office/drawing/2014/main" id="{86558567-7718-426F-B313-A1CDFC8C9BB2}"/>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sp>
        <p:nvSpPr>
          <p:cNvPr id="11" name="반응식·수식">
            <a:extLst xmlns:a="http://schemas.openxmlformats.org/drawingml/2006/main">
              <a:ext uri="{FF2B5EF4-FFF2-40B4-BE49-F238E27FC236}">
                <a16:creationId xmlns:a16="http://schemas.microsoft.com/office/drawing/2014/main" id="{BE3C5B07-CCED-4D8C-BA7A-0B587531D810}"/>
              </a:ext>
            </a:extLst>
          </p:cNvPr>
          <p:cNvSpPr>
            <a:spLocks xmlns:a="http://schemas.openxmlformats.org/drawingml/2006/main" noGrp="1"/>
          </p:cNvSpPr>
          <p:nvPr/>
        </p:nvSpPr>
        <p:spPr>
          <a:xfrm xmlns:a="http://schemas.openxmlformats.org/drawingml/2006/main">
            <a:off x="2286000" y="73914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t>C</a:t>
            </a:r>
            <a:r>
              <a:t>(</a:t>
            </a:r>
            <a:r>
              <a:rPr i="1">
                <a:latin typeface="Pretendard"/>
                <a:ea typeface="Pretendard"/>
                <a:cs typeface="Pretendard"/>
              </a:rPr>
              <a:t>s</a:t>
            </a:r>
            <a:r>
              <a:t>, 흑연) + ½O₂</a:t>
            </a:r>
            <a:r>
              <a:t>(</a:t>
            </a:r>
            <a:r>
              <a:rPr i="1">
                <a:latin typeface="Pretendard"/>
                <a:ea typeface="Pretendard"/>
                <a:cs typeface="Pretendard"/>
              </a:rPr>
              <a:t>g</a:t>
            </a:r>
            <a:r>
              <a:t>) → CO</a:t>
            </a:r>
            <a:r>
              <a:t>(</a:t>
            </a:r>
            <a:r>
              <a:rPr i="1">
                <a:latin typeface="Pretendard"/>
                <a:ea typeface="Pretendard"/>
                <a:cs typeface="Pretendard"/>
              </a:rPr>
              <a:t>g</a:t>
            </a:r>
            <a:r>
              <a:t>)</a:t>
            </a:r>
          </a:p>
        </p:txBody>
      </p:sp>
      <p:sp>
        <p:nvSpPr>
          <p:cNvPr id="12" name="해석·결론">
            <a:extLst xmlns:a="http://schemas.openxmlformats.org/drawingml/2006/main">
              <a:ext uri="{FF2B5EF4-FFF2-40B4-BE49-F238E27FC236}">
                <a16:creationId xmlns:a16="http://schemas.microsoft.com/office/drawing/2014/main" id="{E6DD485A-AEA5-4873-A459-8093C104D290}"/>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49D9D49B-DD4A-458F-AB65-0275F450BCA7}"/>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spTree>
    <p:extLst>
      <p:ext uri="{BB962C8B-B14F-4D97-AF65-F5344CB8AC3E}">
        <p14:creationId xmlns:p14="http://schemas.microsoft.com/office/powerpoint/2010/main" val="12010592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BEA4F16-32BB-4F8C-A852-7D6C3C29DF81}"/>
              </a:ext>
            </a:extLst>
          </p:cNvPr>
          <p:cNvPicPr>
            <a:picLocks xmlns:a="http://schemas.openxmlformats.org/drawingml/2006/main" noChangeAspect="1"/>
          </p:cNvPicPr>
          <p:nvPr/>
        </p:nvPicPr>
        <p:blipFill>
          <a:blip xmlns:r="http://schemas.openxmlformats.org/officeDocument/2006/relationships" xmlns:a="http://schemas.openxmlformats.org/drawingml/2006/main" r:embed="R1518add342d341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082B828-AB97-4F09-9B35-016D1A8087B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CC9BD27-39E7-4905-A339-EE6CAEF0F38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A6A3A5E-5427-497A-B140-1B3FE65E770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7533B8B-308B-4EA7-8620-6F6D4718EAF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C384026-26D6-469E-88B8-44FE29D7D6B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AEEAFE79-B687-4148-A694-01928666DD29}"/>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pic>
        <p:nvPicPr>
          <p:cNvPr id="8" name="">
            <a:extLst xmlns:a="http://schemas.openxmlformats.org/drawingml/2006/main">
              <a:ext uri="{FF2B5EF4-FFF2-40B4-BE49-F238E27FC236}">
                <a16:creationId xmlns:a16="http://schemas.microsoft.com/office/drawing/2014/main" id="{6B354B1E-CE45-45D4-B96C-431023CC8E6E}"/>
              </a:ext>
            </a:extLst>
          </p:cNvPr>
          <p:cNvPicPr>
            <a:picLocks xmlns:a="http://schemas.openxmlformats.org/drawingml/2006/main" noChangeAspect="1"/>
          </p:cNvPicPr>
          <p:nvPr/>
        </p:nvPicPr>
        <p:blipFill>
          <a:blip xmlns:r="http://schemas.openxmlformats.org/officeDocument/2006/relationships" xmlns:a="http://schemas.openxmlformats.org/drawingml/2006/main" r:embed="R3fddce173fea4e44"/>
          <a:stretch xmlns:a="http://schemas.openxmlformats.org/drawingml/2006/main"/>
        </p:blipFill>
        <p:spPr>
          <a:xfrm xmlns:a="http://schemas.openxmlformats.org/drawingml/2006/main">
            <a:off x="2540794" y="5086350"/>
            <a:ext cx="13120688" cy="11049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B6EFF37-24AB-4F98-AFDF-B513FFC9FB8C}"/>
              </a:ext>
            </a:extLst>
          </p:cNvPr>
          <p:cNvPicPr>
            <a:picLocks xmlns:a="http://schemas.openxmlformats.org/drawingml/2006/main" noChangeAspect="1"/>
          </p:cNvPicPr>
          <p:nvPr/>
        </p:nvPicPr>
        <p:blipFill>
          <a:blip xmlns:r="http://schemas.openxmlformats.org/officeDocument/2006/relationships" xmlns:a="http://schemas.openxmlformats.org/drawingml/2006/main" r:embed="Rf64ac1ee89784493"/>
          <a:stretch xmlns:a="http://schemas.openxmlformats.org/drawingml/2006/main"/>
        </p:blipFill>
        <p:spPr>
          <a:xfrm xmlns:a="http://schemas.openxmlformats.org/drawingml/2006/main">
            <a:off x="2505075" y="6549390"/>
            <a:ext cx="13192125" cy="105537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AD23F042-2011-41C8-B850-1C190382716C}"/>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01D6D82B-36E1-4A74-80F2-03C528BCA78B}"/>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₂</a:t>
            </a:r>
            <a:r>
              <a:t> = −393.5 − (−283.0) = </a:t>
            </a:r>
            <a:r>
              <a:rPr b="1">
                <a:solidFill>
                  <a:srgbClr val="9FFF68"/>
                </a:solidFill>
              </a:rPr>
              <a:t>−110.5 kJ</a:t>
            </a:r>
          </a:p>
        </p:txBody>
      </p:sp>
    </p:spTree>
    <p:extLst>
      <p:ext uri="{BB962C8B-B14F-4D97-AF65-F5344CB8AC3E}">
        <p14:creationId xmlns:p14="http://schemas.microsoft.com/office/powerpoint/2010/main" val="20020758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96F67127-FAF0-4F1F-9988-BF792688A2B6}"/>
              </a:ext>
            </a:extLst>
          </p:cNvPr>
          <p:cNvPicPr>
            <a:picLocks xmlns:a="http://schemas.openxmlformats.org/drawingml/2006/main" noChangeAspect="1"/>
          </p:cNvPicPr>
          <p:nvPr/>
        </p:nvPicPr>
        <p:blipFill>
          <a:blip xmlns:r="http://schemas.openxmlformats.org/officeDocument/2006/relationships" xmlns:a="http://schemas.openxmlformats.org/drawingml/2006/main" r:embed="R6654a72b0da949b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16C34E2-166C-418B-AB5D-7EEEA2212EF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492B4CA-A8E6-4B0C-9CCA-2B4D411DF92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A02AF1D-972D-477E-8DEE-454EED15E4D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35189C7-EB42-4683-80E0-A9602A361BA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3422AFB-77FE-477F-B88D-35E9F404ED6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8AB14A10-5970-4E3A-9396-43DA638A17C8}"/>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1494BBF-0242-4609-B7C8-115621DEBB58}"/>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ADCCBFA-A9E5-4471-BD21-4853106041DC}"/>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B768F2AA-9D75-48BA-B892-2A1053BAD947}"/>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882A430C-5440-4BEF-89E2-2DDBB3E08A6D}"/>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5646937F-DBB6-46F8-A5A3-153BB8AB92F4}"/>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7FD9A8B-E775-457A-B312-4EB9F709CE96}"/>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39DDD146-23C6-4953-9EED-55DDEA45F5BC}"/>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EEAB4F4A-BED6-4CD9-A196-BCAAD29BB4D9}"/>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B0A80E51-6213-4150-A6BB-D79BAFEE4852}"/>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8916B06E-8C5E-4E2C-B60A-CAB270C0E4BE}"/>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99F6B99-0C98-4883-89BD-CFB2B016FEA7}"/>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5FD7E283-5B19-43F1-9179-96594043770D}"/>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E362BF7E-C0D3-4E3C-ADB3-C06420CEC902}"/>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CA225D50-9B91-45BA-8018-3241D9E6CA2C}"/>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36740A46-F1D7-471B-993B-9908B827D498}"/>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772AC55-2753-4783-8E37-B00906F10495}"/>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9A651254-7DFB-4F7E-A759-98DD55C200AE}"/>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2BC1E2C7-037C-4830-BCED-E54E2CDF5034}"/>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FF5641E6-0CD7-4AF1-A78E-A9B1FC65C1F2}"/>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52237601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BF84AEA-2F53-4084-A705-12D58BC7D1BF}"/>
              </a:ext>
            </a:extLst>
          </p:cNvPr>
          <p:cNvPicPr>
            <a:picLocks xmlns:a="http://schemas.openxmlformats.org/drawingml/2006/main" noChangeAspect="1"/>
          </p:cNvPicPr>
          <p:nvPr/>
        </p:nvPicPr>
        <p:blipFill>
          <a:blip xmlns:r="http://schemas.openxmlformats.org/officeDocument/2006/relationships" xmlns:a="http://schemas.openxmlformats.org/drawingml/2006/main" r:embed="Rbbc6fc7d45ee4df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B30AAF9-9A2E-49BD-A1A4-7014D9E0EEA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07E88C-C01C-4DD1-947A-60F7F66FF22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8FA9C7E-E7D7-45CB-A362-ECED988495C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4651D86-82BD-47AE-9BA5-A2853A21EC4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E694FF7-1BCE-4CF1-A9CA-E34C40E1795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FB099909-D5B2-4110-B926-5AB1D86FD1E4}"/>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sp>
        <p:nvSpPr>
          <p:cNvPr id="8" name="설명·계산 행 1">
            <a:extLst xmlns:a="http://schemas.openxmlformats.org/drawingml/2006/main">
              <a:ext uri="{FF2B5EF4-FFF2-40B4-BE49-F238E27FC236}">
                <a16:creationId xmlns:a16="http://schemas.microsoft.com/office/drawing/2014/main" id="{E0816F8E-FE53-4CAA-B234-8BC03B626E9C}"/>
              </a:ext>
            </a:extLst>
          </p:cNvPr>
          <p:cNvSpPr>
            <a:spLocks xmlns:a="http://schemas.openxmlformats.org/drawingml/2006/main" noGrp="1"/>
          </p:cNvSpPr>
          <p:nvPr/>
        </p:nvSpPr>
        <p:spPr>
          <a:xfrm xmlns:a="http://schemas.openxmlformats.org/drawingml/2006/main">
            <a:off x="1828800" y="4667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BDB0F1D5-3F32-45BB-83AF-CF7888FFC998}"/>
              </a:ext>
            </a:extLst>
          </p:cNvPr>
          <p:cNvSpPr>
            <a:spLocks xmlns:a="http://schemas.openxmlformats.org/drawingml/2006/main" noGrp="1"/>
          </p:cNvSpPr>
          <p:nvPr/>
        </p:nvSpPr>
        <p:spPr>
          <a:xfrm xmlns:a="http://schemas.openxmlformats.org/drawingml/2006/main">
            <a:off x="2476500" y="4914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S</a:t>
            </a:r>
            <a:r>
              <a:t>(</a:t>
            </a:r>
            <a:r>
              <a:rPr i="1">
                <a:latin typeface="Pretendard"/>
                <a:ea typeface="Pretendard"/>
                <a:cs typeface="Pretendard"/>
              </a:rPr>
              <a:t>s</a:t>
            </a:r>
            <a:r>
              <a:t>) + O₂</a:t>
            </a:r>
            <a:r>
              <a:t>(</a:t>
            </a:r>
            <a:r>
              <a:rPr i="1">
                <a:latin typeface="Pretendard"/>
                <a:ea typeface="Pretendard"/>
                <a:cs typeface="Pretendard"/>
              </a:rPr>
              <a:t>g</a:t>
            </a:r>
            <a:r>
              <a:t>) → SO₂</a:t>
            </a:r>
            <a:r>
              <a:t>(</a:t>
            </a:r>
            <a:r>
              <a:rPr i="1">
                <a:latin typeface="Pretendard"/>
                <a:ea typeface="Pretendard"/>
                <a:cs typeface="Pretendard"/>
              </a:rPr>
              <a:t>g</a:t>
            </a:r>
            <a:r>
              <a:t>)     </a:t>
            </a:r>
            <a:r>
              <a:t>Δ</a:t>
            </a:r>
            <a:r>
              <a:rPr i="1">
                <a:latin typeface="Pretendard"/>
                <a:ea typeface="Pretendard"/>
                <a:cs typeface="Pretendard"/>
              </a:rPr>
              <a:t>H</a:t>
            </a:r>
            <a:r>
              <a:t>₁ = −297 kJ</a:t>
            </a:r>
          </a:p>
        </p:txBody>
      </p:sp>
      <p:sp>
        <p:nvSpPr>
          <p:cNvPr id="10" name="설명·계산 행 2">
            <a:extLst xmlns:a="http://schemas.openxmlformats.org/drawingml/2006/main">
              <a:ext uri="{FF2B5EF4-FFF2-40B4-BE49-F238E27FC236}">
                <a16:creationId xmlns:a16="http://schemas.microsoft.com/office/drawing/2014/main" id="{920B3908-F2C9-4BFB-89DD-957FB5CB860B}"/>
              </a:ext>
            </a:extLst>
          </p:cNvPr>
          <p:cNvSpPr>
            <a:spLocks xmlns:a="http://schemas.openxmlformats.org/drawingml/2006/main" noGrp="1"/>
          </p:cNvSpPr>
          <p:nvPr/>
        </p:nvSpPr>
        <p:spPr>
          <a:xfrm xmlns:a="http://schemas.openxmlformats.org/drawingml/2006/main">
            <a:off x="1828800" y="6191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208E8A40-A2AD-4EAA-8D69-EE342B941023}"/>
              </a:ext>
            </a:extLst>
          </p:cNvPr>
          <p:cNvSpPr>
            <a:spLocks xmlns:a="http://schemas.openxmlformats.org/drawingml/2006/main" noGrp="1"/>
          </p:cNvSpPr>
          <p:nvPr/>
        </p:nvSpPr>
        <p:spPr>
          <a:xfrm xmlns:a="http://schemas.openxmlformats.org/drawingml/2006/main">
            <a:off x="2476500" y="6438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2S</a:t>
            </a:r>
            <a:r>
              <a:t>(</a:t>
            </a:r>
            <a:r>
              <a:rPr i="1">
                <a:latin typeface="Pretendard"/>
                <a:ea typeface="Pretendard"/>
                <a:cs typeface="Pretendard"/>
              </a:rPr>
              <a:t>s</a:t>
            </a:r>
            <a:r>
              <a:t>) + 3O₂</a:t>
            </a:r>
            <a:r>
              <a:t>(</a:t>
            </a:r>
            <a:r>
              <a:rPr i="1">
                <a:latin typeface="Pretendard"/>
                <a:ea typeface="Pretendard"/>
                <a:cs typeface="Pretendard"/>
              </a:rPr>
              <a:t>g</a:t>
            </a:r>
            <a:r>
              <a:t>) → 2SO₃</a:t>
            </a:r>
            <a:r>
              <a:t>(</a:t>
            </a:r>
            <a:r>
              <a:rPr i="1">
                <a:latin typeface="Pretendard"/>
                <a:ea typeface="Pretendard"/>
                <a:cs typeface="Pretendard"/>
              </a:rPr>
              <a:t>g</a:t>
            </a:r>
            <a:r>
              <a:t>)     </a:t>
            </a:r>
            <a:r>
              <a:t>Δ</a:t>
            </a:r>
            <a:r>
              <a:rPr i="1">
                <a:latin typeface="Pretendard"/>
                <a:ea typeface="Pretendard"/>
                <a:cs typeface="Pretendard"/>
              </a:rPr>
              <a:t>H</a:t>
            </a:r>
            <a:r>
              <a:t>₂ = −791 kJ</a:t>
            </a:r>
          </a:p>
        </p:txBody>
      </p:sp>
      <p:sp>
        <p:nvSpPr>
          <p:cNvPr id="12" name="해석·결론">
            <a:extLst xmlns:a="http://schemas.openxmlformats.org/drawingml/2006/main">
              <a:ext uri="{FF2B5EF4-FFF2-40B4-BE49-F238E27FC236}">
                <a16:creationId xmlns:a16="http://schemas.microsoft.com/office/drawing/2014/main" id="{D1EF97B9-6B95-43FC-BC67-0CA5B93484E7}"/>
              </a:ext>
            </a:extLst>
          </p:cNvPr>
          <p:cNvSpPr>
            <a:spLocks xmlns:a="http://schemas.openxmlformats.org/drawingml/2006/main" noGrp="1"/>
          </p:cNvSpPr>
          <p:nvPr/>
        </p:nvSpPr>
        <p:spPr>
          <a:xfrm xmlns:a="http://schemas.openxmlformats.org/drawingml/2006/main">
            <a:off x="1828800" y="8334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57E875CF-B5AE-4CE1-9E3A-2F7B40497CF2}"/>
              </a:ext>
            </a:extLst>
          </p:cNvPr>
          <p:cNvSpPr>
            <a:spLocks xmlns:a="http://schemas.openxmlformats.org/drawingml/2006/main" noGrp="1"/>
          </p:cNvSpPr>
          <p:nvPr/>
        </p:nvSpPr>
        <p:spPr>
          <a:xfrm xmlns:a="http://schemas.openxmlformats.org/drawingml/2006/main">
            <a:off x="2143125" y="8410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2SO₂</a:t>
            </a:r>
            <a:r>
              <a:t>(</a:t>
            </a:r>
            <a:r>
              <a:rPr i="1">
                <a:latin typeface="Pretendard"/>
                <a:ea typeface="Pretendard"/>
                <a:cs typeface="Pretendard"/>
              </a:rPr>
              <a:t>g</a:t>
            </a:r>
            <a:r>
              <a:t>) + O₂</a:t>
            </a:r>
            <a:r>
              <a:t>(</a:t>
            </a:r>
            <a:r>
              <a:rPr i="1">
                <a:latin typeface="Pretendard"/>
                <a:ea typeface="Pretendard"/>
                <a:cs typeface="Pretendard"/>
              </a:rPr>
              <a:t>g</a:t>
            </a:r>
            <a:r>
              <a:t>) → 2SO₃</a:t>
            </a:r>
            <a:r>
              <a:t>(</a:t>
            </a:r>
            <a:r>
              <a:rPr i="1">
                <a:latin typeface="Pretendard"/>
                <a:ea typeface="Pretendard"/>
                <a:cs typeface="Pretendard"/>
              </a:rPr>
              <a:t>g</a:t>
            </a:r>
            <a:r>
              <a:t>)     </a:t>
            </a:r>
            <a:r>
              <a:t>Δ</a:t>
            </a:r>
            <a:r>
              <a:rPr i="1">
                <a:latin typeface="Pretendard"/>
                <a:ea typeface="Pretendard"/>
                <a:cs typeface="Pretendard"/>
              </a:rPr>
              <a:t>H</a:t>
            </a:r>
            <a:r>
              <a:t> = ?</a:t>
            </a:r>
          </a:p>
        </p:txBody>
      </p:sp>
    </p:spTree>
    <p:extLst>
      <p:ext uri="{BB962C8B-B14F-4D97-AF65-F5344CB8AC3E}">
        <p14:creationId xmlns:p14="http://schemas.microsoft.com/office/powerpoint/2010/main" val="44257805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005B736-C088-45CB-9FB5-F6C6213312A0}"/>
              </a:ext>
            </a:extLst>
          </p:cNvPr>
          <p:cNvPicPr>
            <a:picLocks xmlns:a="http://schemas.openxmlformats.org/drawingml/2006/main" noChangeAspect="1"/>
          </p:cNvPicPr>
          <p:nvPr/>
        </p:nvPicPr>
        <p:blipFill>
          <a:blip xmlns:r="http://schemas.openxmlformats.org/officeDocument/2006/relationships" xmlns:a="http://schemas.openxmlformats.org/drawingml/2006/main" r:embed="R367527c6316646d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C4CFB7-4266-4CCD-B6C4-F94F95D667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7442444-05F2-4CEA-9D06-8BF8903B1B2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7554034-5BE2-45AF-A798-E62DABB208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113FD61-1A0C-42A7-BEA1-E4D87FEBA44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D7C2A2A-FCC1-4A09-A152-4EA3BFB2EA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반응식·수식">
            <a:extLst xmlns:a="http://schemas.openxmlformats.org/drawingml/2006/main">
              <a:ext uri="{FF2B5EF4-FFF2-40B4-BE49-F238E27FC236}">
                <a16:creationId xmlns:a16="http://schemas.microsoft.com/office/drawing/2014/main" id="{DCA6D8A9-F656-40FB-960C-5C4C34DFBD41}"/>
              </a:ext>
            </a:extLst>
          </p:cNvPr>
          <p:cNvSpPr>
            <a:spLocks xmlns:a="http://schemas.openxmlformats.org/drawingml/2006/main" noGrp="1"/>
          </p:cNvSpPr>
          <p:nvPr/>
        </p:nvSpPr>
        <p:spPr>
          <a:xfrm xmlns:a="http://schemas.openxmlformats.org/drawingml/2006/main">
            <a:off x="2247900" y="423862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2SO₂</a:t>
            </a:r>
            <a:r>
              <a:t>(</a:t>
            </a:r>
            <a:r>
              <a:rPr i="1">
                <a:latin typeface="Pretendard"/>
                <a:ea typeface="Pretendard"/>
                <a:cs typeface="Pretendard"/>
              </a:rPr>
              <a:t>g</a:t>
            </a:r>
            <a:r>
              <a:t>) → 2S</a:t>
            </a:r>
            <a:r>
              <a:t>(</a:t>
            </a:r>
            <a:r>
              <a:rPr i="1">
                <a:latin typeface="Pretendard"/>
                <a:ea typeface="Pretendard"/>
                <a:cs typeface="Pretendard"/>
              </a:rPr>
              <a:t>s</a:t>
            </a:r>
            <a:r>
              <a:t>) + 2O₂</a:t>
            </a:r>
            <a:r>
              <a:t>(</a:t>
            </a:r>
            <a:r>
              <a:rPr i="1">
                <a:latin typeface="Pretendard"/>
                <a:ea typeface="Pretendard"/>
                <a:cs typeface="Pretendard"/>
              </a:rPr>
              <a:t>g</a:t>
            </a:r>
            <a:r>
              <a:t>)     </a:t>
            </a:r>
            <a:r>
              <a:t>Δ</a:t>
            </a:r>
            <a:r>
              <a:rPr i="1">
                <a:latin typeface="Pretendard"/>
                <a:ea typeface="Pretendard"/>
                <a:cs typeface="Pretendard"/>
              </a:rPr>
              <a:t>H</a:t>
            </a:r>
            <a:r>
              <a:t> = +594 kJ</a:t>
            </a:r>
          </a:p>
        </p:txBody>
      </p:sp>
      <p:sp>
        <p:nvSpPr>
          <p:cNvPr id="8" name="반응식·수식">
            <a:extLst xmlns:a="http://schemas.openxmlformats.org/drawingml/2006/main">
              <a:ext uri="{FF2B5EF4-FFF2-40B4-BE49-F238E27FC236}">
                <a16:creationId xmlns:a16="http://schemas.microsoft.com/office/drawing/2014/main" id="{7F95F99D-B397-4B43-A671-FE45FED4B259}"/>
              </a:ext>
            </a:extLst>
          </p:cNvPr>
          <p:cNvSpPr>
            <a:spLocks xmlns:a="http://schemas.openxmlformats.org/drawingml/2006/main" noGrp="1"/>
          </p:cNvSpPr>
          <p:nvPr/>
        </p:nvSpPr>
        <p:spPr>
          <a:xfrm xmlns:a="http://schemas.openxmlformats.org/drawingml/2006/main">
            <a:off x="2247900" y="53721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2S</a:t>
            </a:r>
            <a:r>
              <a:t>(</a:t>
            </a:r>
            <a:r>
              <a:rPr i="1">
                <a:latin typeface="Pretendard"/>
                <a:ea typeface="Pretendard"/>
                <a:cs typeface="Pretendard"/>
              </a:rPr>
              <a:t>s</a:t>
            </a:r>
            <a:r>
              <a:t>) + 3O₂</a:t>
            </a:r>
            <a:r>
              <a:t>(</a:t>
            </a:r>
            <a:r>
              <a:rPr i="1">
                <a:latin typeface="Pretendard"/>
                <a:ea typeface="Pretendard"/>
                <a:cs typeface="Pretendard"/>
              </a:rPr>
              <a:t>g</a:t>
            </a:r>
            <a:r>
              <a:t>) → 2SO₃</a:t>
            </a:r>
            <a:r>
              <a:t>(</a:t>
            </a:r>
            <a:r>
              <a:rPr i="1">
                <a:latin typeface="Pretendard"/>
                <a:ea typeface="Pretendard"/>
                <a:cs typeface="Pretendard"/>
              </a:rPr>
              <a:t>g</a:t>
            </a:r>
            <a:r>
              <a:t>)     </a:t>
            </a:r>
            <a:r>
              <a:t>Δ</a:t>
            </a:r>
            <a:r>
              <a:rPr i="1">
                <a:latin typeface="Pretendard"/>
                <a:ea typeface="Pretendard"/>
                <a:cs typeface="Pretendard"/>
              </a:rPr>
              <a:t>H</a:t>
            </a:r>
            <a:r>
              <a:t> = −791 kJ</a:t>
            </a:r>
          </a:p>
        </p:txBody>
      </p:sp>
      <p:sp>
        <p:nvSpPr>
          <p:cNvPr id="9" name="line">
            <a:extLst xmlns:a="http://schemas.openxmlformats.org/drawingml/2006/main">
              <a:ext uri="{FF2B5EF4-FFF2-40B4-BE49-F238E27FC236}">
                <a16:creationId xmlns:a16="http://schemas.microsoft.com/office/drawing/2014/main" id="{0095B2C1-7542-4895-BEB0-580005CF78F5}"/>
              </a:ext>
            </a:extLst>
          </p:cNvPr>
          <p:cNvSpPr>
            <a:spLocks xmlns:a="http://schemas.openxmlformats.org/drawingml/2006/main" noGrp="1"/>
          </p:cNvSpPr>
          <p:nvPr/>
        </p:nvSpPr>
        <p:spPr>
          <a:xfrm xmlns:a="http://schemas.openxmlformats.org/drawingml/2006/main">
            <a:off x="2219325" y="6429375"/>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sp>
        <p:nvSpPr>
          <p:cNvPr id="10" name="반응식·수식">
            <a:extLst xmlns:a="http://schemas.openxmlformats.org/drawingml/2006/main">
              <a:ext uri="{FF2B5EF4-FFF2-40B4-BE49-F238E27FC236}">
                <a16:creationId xmlns:a16="http://schemas.microsoft.com/office/drawing/2014/main" id="{0E06F0B7-549B-46D2-B18A-8907DF9AC8A4}"/>
              </a:ext>
            </a:extLst>
          </p:cNvPr>
          <p:cNvSpPr>
            <a:spLocks xmlns:a="http://schemas.openxmlformats.org/drawingml/2006/main" noGrp="1"/>
          </p:cNvSpPr>
          <p:nvPr/>
        </p:nvSpPr>
        <p:spPr>
          <a:xfrm xmlns:a="http://schemas.openxmlformats.org/drawingml/2006/main">
            <a:off x="2247900" y="67627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t>2SO₂</a:t>
            </a:r>
            <a:r>
              <a:t>(</a:t>
            </a:r>
            <a:r>
              <a:rPr i="1">
                <a:latin typeface="Pretendard"/>
                <a:ea typeface="Pretendard"/>
                <a:cs typeface="Pretendard"/>
              </a:rPr>
              <a:t>g</a:t>
            </a:r>
            <a:r>
              <a:t>) + O₂</a:t>
            </a:r>
            <a:r>
              <a:t>(</a:t>
            </a:r>
            <a:r>
              <a:rPr i="1">
                <a:latin typeface="Pretendard"/>
                <a:ea typeface="Pretendard"/>
                <a:cs typeface="Pretendard"/>
              </a:rPr>
              <a:t>g</a:t>
            </a:r>
            <a:r>
              <a:t>) → 2SO₃</a:t>
            </a:r>
            <a:r>
              <a:t>(</a:t>
            </a:r>
            <a:r>
              <a:rPr i="1">
                <a:latin typeface="Pretendard"/>
                <a:ea typeface="Pretendard"/>
                <a:cs typeface="Pretendard"/>
              </a:rPr>
              <a:t>g</a:t>
            </a:r>
            <a:r>
              <a:t>)</a:t>
            </a:r>
          </a:p>
        </p:txBody>
      </p:sp>
      <p:sp>
        <p:nvSpPr>
          <p:cNvPr id="11" name="해석·결론">
            <a:extLst xmlns:a="http://schemas.openxmlformats.org/drawingml/2006/main">
              <a:ext uri="{FF2B5EF4-FFF2-40B4-BE49-F238E27FC236}">
                <a16:creationId xmlns:a16="http://schemas.microsoft.com/office/drawing/2014/main" id="{0615630C-9A45-458A-89C8-07E367F28BF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22150C2E-914E-458A-AC3B-B8B99FC1A75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71892858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F51EEC4-8C36-4B55-A327-E24F31F857EE}"/>
              </a:ext>
            </a:extLst>
          </p:cNvPr>
          <p:cNvPicPr>
            <a:picLocks xmlns:a="http://schemas.openxmlformats.org/drawingml/2006/main" noChangeAspect="1"/>
          </p:cNvPicPr>
          <p:nvPr/>
        </p:nvPicPr>
        <p:blipFill>
          <a:blip xmlns:r="http://schemas.openxmlformats.org/officeDocument/2006/relationships" xmlns:a="http://schemas.openxmlformats.org/drawingml/2006/main" r:embed="Red62eaf77aab4ad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A4900DB-3407-41E7-B23A-94EEC8E6B2A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D7DC72D-42AE-40C0-B6E7-204FB77AFD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17AA418-2E4A-42FF-AFDE-B7B6A0A6500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ECB8CB8-8A70-4304-9EBF-946273DFAB7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D8B54D7-1E28-4240-8020-A82294AA20D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1BC1C02B-4F03-4259-A84A-85359EE1F4E7}"/>
              </a:ext>
            </a:extLst>
          </p:cNvPr>
          <p:cNvPicPr>
            <a:picLocks xmlns:a="http://schemas.openxmlformats.org/drawingml/2006/main" noChangeAspect="1"/>
          </p:cNvPicPr>
          <p:nvPr/>
        </p:nvPicPr>
        <p:blipFill>
          <a:blip xmlns:r="http://schemas.openxmlformats.org/officeDocument/2006/relationships" xmlns:a="http://schemas.openxmlformats.org/drawingml/2006/main" r:embed="R93dc9e8fb35c4a11"/>
          <a:stretch xmlns:a="http://schemas.openxmlformats.org/drawingml/2006/main"/>
        </p:blipFill>
        <p:spPr>
          <a:xfrm xmlns:a="http://schemas.openxmlformats.org/drawingml/2006/main">
            <a:off x="2286000" y="4391300"/>
            <a:ext cx="7334250" cy="43619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3B614EC-D3F0-47B3-B2A8-E5B3612E98B6}"/>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1F141D10-7EA3-4C01-8CB0-9C58110EC2A8}"/>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0" name="text">
            <a:extLst xmlns:a="http://schemas.openxmlformats.org/drawingml/2006/main">
              <a:ext uri="{FF2B5EF4-FFF2-40B4-BE49-F238E27FC236}">
                <a16:creationId xmlns:a16="http://schemas.microsoft.com/office/drawing/2014/main" id="{AFC1226C-FE40-43D1-B540-DF5DE5D4CA77}"/>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3B838EC1-0DAD-4DAE-BDAB-C11606FD91B3}"/>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spTree>
    <p:extLst>
      <p:ext uri="{BB962C8B-B14F-4D97-AF65-F5344CB8AC3E}">
        <p14:creationId xmlns:p14="http://schemas.microsoft.com/office/powerpoint/2010/main" val="194654951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988445BF-264F-4AD1-BA0F-264C633E955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E1F019A8-8517-44B5-8564-78745F84B04F}"/>
              </a:ext>
            </a:extLst>
          </p:cNvPr>
          <p:cNvPicPr>
            <a:picLocks xmlns:a="http://schemas.openxmlformats.org/drawingml/2006/main" noChangeAspect="1"/>
          </p:cNvPicPr>
          <p:nvPr/>
        </p:nvPicPr>
        <p:blipFill>
          <a:blip xmlns:r="http://schemas.openxmlformats.org/officeDocument/2006/relationships" xmlns:a="http://schemas.openxmlformats.org/drawingml/2006/main" r:embed="Rd3208c41059040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9A8EFB8F-2849-4D13-82E8-B69E1B43122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781394F2-369B-4223-8ADA-9A66F032B66B}"/>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E076C430-F3AD-4112-931F-0BCC6F5924C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CCD2397E-557C-4EDF-BF42-ED0EFA1DBCF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93371629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7815C76-A356-41A1-A986-8FBD3EBECE46}"/>
              </a:ext>
            </a:extLst>
          </p:cNvPr>
          <p:cNvPicPr>
            <a:picLocks xmlns:a="http://schemas.openxmlformats.org/drawingml/2006/main" noChangeAspect="1"/>
          </p:cNvPicPr>
          <p:nvPr/>
        </p:nvPicPr>
        <p:blipFill>
          <a:blip xmlns:r="http://schemas.openxmlformats.org/officeDocument/2006/relationships" xmlns:a="http://schemas.openxmlformats.org/drawingml/2006/main" r:embed="R183b5381cbdd47f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388B0F7-F925-43EE-9B28-65A319FE2BB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5DF98D-4442-4DA6-82C6-50C33DE5CAD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420FAE6-FA19-4B70-9932-3499D2DD294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1C1A271-BE50-4893-9732-F527CAF680E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161FC9E-6F92-4794-AE2E-091EF9722EA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16568A82-FE83-431A-B5CF-CDF9C388F9A5}"/>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sp>
        <p:nvSpPr>
          <p:cNvPr id="8" name="설명·계산 행 1">
            <a:extLst xmlns:a="http://schemas.openxmlformats.org/drawingml/2006/main">
              <a:ext uri="{FF2B5EF4-FFF2-40B4-BE49-F238E27FC236}">
                <a16:creationId xmlns:a16="http://schemas.microsoft.com/office/drawing/2014/main" id="{34B37D51-8D77-4069-B2F4-EAC233F2999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5FC0AF85-3159-4EC5-B8CA-75F1A6D5F96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a:t>
            </a:r>
            <a:r>
              <a:t>(</a:t>
            </a:r>
            <a:r>
              <a:rPr i="1">
                <a:latin typeface="Pretendard"/>
                <a:ea typeface="Pretendard"/>
                <a:cs typeface="Pretendard"/>
              </a:rPr>
              <a:t>g</a:t>
            </a:r>
            <a:r>
              <a:t>) + ½O₂</a:t>
            </a:r>
            <a:r>
              <a:t>(</a:t>
            </a:r>
            <a:r>
              <a:rPr i="1">
                <a:latin typeface="Pretendard"/>
                <a:ea typeface="Pretendard"/>
                <a:cs typeface="Pretendard"/>
              </a:rPr>
              <a:t>g</a:t>
            </a:r>
            <a:r>
              <a:t>) → H₂O</a:t>
            </a:r>
            <a:r>
              <a:t>(</a:t>
            </a:r>
            <a:r>
              <a:rPr i="1">
                <a:latin typeface="Pretendard"/>
                <a:ea typeface="Pretendard"/>
                <a:cs typeface="Pretendard"/>
              </a:rPr>
              <a:t>l</a:t>
            </a:r>
            <a:r>
              <a:t>)     </a:t>
            </a:r>
            <a:r>
              <a:t>Δ</a:t>
            </a:r>
            <a:r>
              <a:rPr i="1">
                <a:latin typeface="Pretendard"/>
                <a:ea typeface="Pretendard"/>
                <a:cs typeface="Pretendard"/>
              </a:rPr>
              <a:t>H</a:t>
            </a:r>
            <a:r>
              <a:t> = −285.8 kJ</a:t>
            </a:r>
          </a:p>
        </p:txBody>
      </p:sp>
      <p:sp>
        <p:nvSpPr>
          <p:cNvPr id="10" name="설명·계산 행 2">
            <a:extLst xmlns:a="http://schemas.openxmlformats.org/drawingml/2006/main">
              <a:ext uri="{FF2B5EF4-FFF2-40B4-BE49-F238E27FC236}">
                <a16:creationId xmlns:a16="http://schemas.microsoft.com/office/drawing/2014/main" id="{43EC9C47-F5D2-4D4A-BFBB-DE2D85E5BB8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9CB0A33D-2809-42C6-BE78-CFF832BF3CE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2" name="설명·계산 행 3">
            <a:extLst xmlns:a="http://schemas.openxmlformats.org/drawingml/2006/main">
              <a:ext uri="{FF2B5EF4-FFF2-40B4-BE49-F238E27FC236}">
                <a16:creationId xmlns:a16="http://schemas.microsoft.com/office/drawing/2014/main" id="{04AC825B-5BC2-437E-AB79-D6FE088FC5E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B8B4F5BE-13C4-42EB-A3ED-5CF0E96329C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26089538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02D2072-EFF1-42E4-B926-96AB98D6AC83}"/>
              </a:ext>
            </a:extLst>
          </p:cNvPr>
          <p:cNvPicPr>
            <a:picLocks xmlns:a="http://schemas.openxmlformats.org/drawingml/2006/main" noChangeAspect="1"/>
          </p:cNvPicPr>
          <p:nvPr/>
        </p:nvPicPr>
        <p:blipFill>
          <a:blip xmlns:r="http://schemas.openxmlformats.org/officeDocument/2006/relationships" xmlns:a="http://schemas.openxmlformats.org/drawingml/2006/main" r:embed="Read07958dda04ce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80B0CA1-4983-4826-8F35-330C1FB2ADC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69821E2-C215-4088-902F-680DA0CFD72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1F4A3CF-AAE8-4050-BBFF-D676B658489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4FC5FA9-6F43-43A2-A1B3-98349894F4B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E009A4F-AD63-4D14-ABC2-79644563424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FEDEF1C5-0865-4580-9A3F-6FE75F143037}"/>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C08A604-4067-4173-968A-EF94B9C64566}"/>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16C0F67-A48B-4E46-BFD7-08A02E4A3699}"/>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E2DF42D-1981-419B-8D0F-F3188669D583}"/>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4E935D0-3080-4FF2-B1BA-B1923CD3AEEC}"/>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0BADBC52-BD41-4FDD-BB13-3BA57819DF34}"/>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E28CE602-2E90-418F-8FBA-146FDA2AECD9}"/>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4418596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609C44F-E489-4348-8A59-634622916A33}"/>
              </a:ext>
            </a:extLst>
          </p:cNvPr>
          <p:cNvPicPr>
            <a:picLocks xmlns:a="http://schemas.openxmlformats.org/drawingml/2006/main" noChangeAspect="1"/>
          </p:cNvPicPr>
          <p:nvPr/>
        </p:nvPicPr>
        <p:blipFill>
          <a:blip xmlns:r="http://schemas.openxmlformats.org/officeDocument/2006/relationships" xmlns:a="http://schemas.openxmlformats.org/drawingml/2006/main" r:embed="R6e3c088910a04e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E034AAC-36A8-478F-B9AC-ABB84FCBDB9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67DD6BF-A1E1-4712-AAC9-0DAE8F902A4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E0E9F7F-899F-4BB1-914C-8CB35B72C78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0DAB5A2-15B3-426C-AFEC-FF65050526E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91484A4-7CA4-41CF-B255-D3674AFE3DF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sp>
        <p:nvSpPr>
          <p:cNvPr id="7" name="설명·계산 행 1">
            <a:extLst xmlns:a="http://schemas.openxmlformats.org/drawingml/2006/main">
              <a:ext uri="{FF2B5EF4-FFF2-40B4-BE49-F238E27FC236}">
                <a16:creationId xmlns:a16="http://schemas.microsoft.com/office/drawing/2014/main" id="{42B4B4BD-864D-4313-B10B-D1DEF4E21B1E}"/>
              </a:ext>
            </a:extLst>
          </p:cNvPr>
          <p:cNvSpPr>
            <a:spLocks xmlns:a="http://schemas.openxmlformats.org/drawingml/2006/main" noGrp="1"/>
          </p:cNvSpPr>
          <p:nvPr/>
        </p:nvSpPr>
        <p:spPr>
          <a:xfrm xmlns:a="http://schemas.openxmlformats.org/drawingml/2006/main">
            <a:off x="1828800" y="457200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4C53EF35-F53A-4F36-93E4-545EAE190E70}"/>
              </a:ext>
            </a:extLst>
          </p:cNvPr>
          <p:cNvSpPr>
            <a:spLocks xmlns:a="http://schemas.openxmlformats.org/drawingml/2006/main" noGrp="1"/>
          </p:cNvSpPr>
          <p:nvPr/>
        </p:nvSpPr>
        <p:spPr>
          <a:xfrm xmlns:a="http://schemas.openxmlformats.org/drawingml/2006/main">
            <a:off x="2476500" y="481965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a:t>
            </a:r>
            <a:r>
              <a:t>(</a:t>
            </a:r>
            <a:r>
              <a:rPr i="1">
                <a:latin typeface="Pretendard"/>
                <a:ea typeface="Pretendard"/>
                <a:cs typeface="Pretendard"/>
              </a:rPr>
              <a:t>g</a:t>
            </a:r>
            <a:r>
              <a:t>) + ½O₂</a:t>
            </a:r>
            <a:r>
              <a:t>(</a:t>
            </a:r>
            <a:r>
              <a:rPr i="1">
                <a:latin typeface="Pretendard"/>
                <a:ea typeface="Pretendard"/>
                <a:cs typeface="Pretendard"/>
              </a:rPr>
              <a:t>g</a:t>
            </a:r>
            <a:r>
              <a:t>) → H₂O</a:t>
            </a:r>
            <a:r>
              <a:t>(</a:t>
            </a:r>
            <a:r>
              <a:rPr i="1">
                <a:latin typeface="Pretendard"/>
                <a:ea typeface="Pretendard"/>
                <a:cs typeface="Pretendard"/>
              </a:rPr>
              <a:t>l</a:t>
            </a:r>
            <a:r>
              <a:t>)     </a:t>
            </a:r>
            <a:r>
              <a:t>Δ</a:t>
            </a:r>
            <a:r>
              <a:rPr i="1">
                <a:latin typeface="Pretendard"/>
                <a:ea typeface="Pretendard"/>
                <a:cs typeface="Pretendard"/>
              </a:rPr>
              <a:t>H</a:t>
            </a:r>
            <a:r>
              <a:t> = −285.8 kJ</a:t>
            </a:r>
          </a:p>
        </p:txBody>
      </p:sp>
      <p:sp>
        <p:nvSpPr>
          <p:cNvPr id="9" name="설명·계산 행 2">
            <a:extLst xmlns:a="http://schemas.openxmlformats.org/drawingml/2006/main">
              <a:ext uri="{FF2B5EF4-FFF2-40B4-BE49-F238E27FC236}">
                <a16:creationId xmlns:a16="http://schemas.microsoft.com/office/drawing/2014/main" id="{A5FE8D8B-711D-4138-BE12-43F9556861CE}"/>
              </a:ext>
            </a:extLst>
          </p:cNvPr>
          <p:cNvSpPr>
            <a:spLocks xmlns:a="http://schemas.openxmlformats.org/drawingml/2006/main" noGrp="1"/>
          </p:cNvSpPr>
          <p:nvPr/>
        </p:nvSpPr>
        <p:spPr>
          <a:xfrm xmlns:a="http://schemas.openxmlformats.org/drawingml/2006/main">
            <a:off x="1828800" y="6191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A86E159-7169-47E2-B9B6-DAF580778943}"/>
              </a:ext>
            </a:extLst>
          </p:cNvPr>
          <p:cNvSpPr>
            <a:spLocks xmlns:a="http://schemas.openxmlformats.org/drawingml/2006/main" noGrp="1"/>
          </p:cNvSpPr>
          <p:nvPr/>
        </p:nvSpPr>
        <p:spPr>
          <a:xfrm xmlns:a="http://schemas.openxmlformats.org/drawingml/2006/main">
            <a:off x="2476500" y="6438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a:t>
            </a:r>
            <a:r>
              <a:t>(</a:t>
            </a:r>
            <a:r>
              <a:rPr i="1">
                <a:latin typeface="Pretendard"/>
                <a:ea typeface="Pretendard"/>
                <a:cs typeface="Pretendard"/>
              </a:rPr>
              <a:t>g</a:t>
            </a:r>
            <a:r>
              <a:t>) + ½O₂</a:t>
            </a:r>
            <a:r>
              <a:t>(</a:t>
            </a:r>
            <a:r>
              <a:rPr i="1">
                <a:latin typeface="Pretendard"/>
                <a:ea typeface="Pretendard"/>
                <a:cs typeface="Pretendard"/>
              </a:rPr>
              <a:t>g</a:t>
            </a:r>
            <a:r>
              <a:t>) → H₂O</a:t>
            </a:r>
            <a:r>
              <a:t>(</a:t>
            </a:r>
            <a:r>
              <a:rPr i="1">
                <a:latin typeface="Pretendard"/>
                <a:ea typeface="Pretendard"/>
                <a:cs typeface="Pretendard"/>
              </a:rPr>
              <a:t>g</a:t>
            </a:r>
            <a:r>
              <a:t>)     </a:t>
            </a:r>
            <a:r>
              <a:t>Δ</a:t>
            </a:r>
            <a:r>
              <a:rPr i="1">
                <a:latin typeface="Pretendard"/>
                <a:ea typeface="Pretendard"/>
                <a:cs typeface="Pretendard"/>
              </a:rPr>
              <a:t>H</a:t>
            </a:r>
            <a:r>
              <a:t> = −241.8 kJ</a:t>
            </a:r>
          </a:p>
        </p:txBody>
      </p:sp>
      <p:sp>
        <p:nvSpPr>
          <p:cNvPr id="11" name="해석·결론">
            <a:extLst xmlns:a="http://schemas.openxmlformats.org/drawingml/2006/main">
              <a:ext uri="{FF2B5EF4-FFF2-40B4-BE49-F238E27FC236}">
                <a16:creationId xmlns:a16="http://schemas.microsoft.com/office/drawing/2014/main" id="{FBBBA777-C7B6-48A0-BF87-DDB8C6DAE11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9E327D73-BE8D-492A-9E01-AA57B646DA3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32884549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3B84DBE-1EEF-4B4D-B0D7-F3460974DEBA}"/>
              </a:ext>
            </a:extLst>
          </p:cNvPr>
          <p:cNvPicPr>
            <a:picLocks xmlns:a="http://schemas.openxmlformats.org/drawingml/2006/main" noChangeAspect="1"/>
          </p:cNvPicPr>
          <p:nvPr/>
        </p:nvPicPr>
        <p:blipFill>
          <a:blip xmlns:r="http://schemas.openxmlformats.org/officeDocument/2006/relationships" xmlns:a="http://schemas.openxmlformats.org/drawingml/2006/main" r:embed="R72829d28024142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5B0C703-5999-4577-A3D6-30BABECEE3C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A50539-B09C-4257-8C5F-81A4734210B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16F8812-A98A-4813-9162-352C23544C8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1A93F06-CDDE-4FC8-88DA-2075FFBE32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8B57EC1-660C-4689-8A73-B1B5CB642E6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sp>
        <p:nvSpPr>
          <p:cNvPr id="7" name="반응식·수식">
            <a:extLst xmlns:a="http://schemas.openxmlformats.org/drawingml/2006/main">
              <a:ext uri="{FF2B5EF4-FFF2-40B4-BE49-F238E27FC236}">
                <a16:creationId xmlns:a16="http://schemas.microsoft.com/office/drawing/2014/main" id="{6657FCA5-8CEF-40B3-AF9D-DA545B4265CF}"/>
              </a:ext>
            </a:extLst>
          </p:cNvPr>
          <p:cNvSpPr>
            <a:spLocks xmlns:a="http://schemas.openxmlformats.org/drawingml/2006/main" noGrp="1"/>
          </p:cNvSpPr>
          <p:nvPr/>
        </p:nvSpPr>
        <p:spPr>
          <a:xfrm xmlns:a="http://schemas.openxmlformats.org/drawingml/2006/main">
            <a:off x="2247900" y="4248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t>
            </a:r>
            <a:r>
              <a:t>(</a:t>
            </a:r>
            <a:r>
              <a:rPr i="1">
                <a:latin typeface="Pretendard"/>
                <a:ea typeface="Pretendard"/>
                <a:cs typeface="Pretendard"/>
              </a:rPr>
              <a:t>s</a:t>
            </a:r>
            <a:r>
              <a:t>, 흑연) + 2H₂</a:t>
            </a:r>
            <a:r>
              <a:t>(</a:t>
            </a:r>
            <a:r>
              <a:rPr i="1">
                <a:latin typeface="Pretendard"/>
                <a:ea typeface="Pretendard"/>
                <a:cs typeface="Pretendard"/>
              </a:rPr>
              <a:t>g</a:t>
            </a:r>
            <a:r>
              <a:t>) → CH₄</a:t>
            </a:r>
            <a:r>
              <a:t>(</a:t>
            </a:r>
            <a:r>
              <a:rPr i="1">
                <a:latin typeface="Pretendard"/>
                <a:ea typeface="Pretendard"/>
                <a:cs typeface="Pretendard"/>
              </a:rPr>
              <a:t>g</a:t>
            </a:r>
            <a:r>
              <a:t>)       </a:t>
            </a:r>
            <a:r>
              <a:t>Δ</a:t>
            </a:r>
            <a:r>
              <a:rPr i="1">
                <a:latin typeface="Pretendard"/>
                <a:ea typeface="Pretendard"/>
                <a:cs typeface="Pretendard"/>
              </a:rPr>
              <a:t>H</a:t>
            </a:r>
            <a:r>
              <a:t>₁</a:t>
            </a:r>
          </a:p>
        </p:txBody>
      </p:sp>
      <p:sp>
        <p:nvSpPr>
          <p:cNvPr id="8" name="반응식·수식">
            <a:extLst xmlns:a="http://schemas.openxmlformats.org/drawingml/2006/main">
              <a:ext uri="{FF2B5EF4-FFF2-40B4-BE49-F238E27FC236}">
                <a16:creationId xmlns:a16="http://schemas.microsoft.com/office/drawing/2014/main" id="{BD1A5F34-9F09-45C3-8CB2-8A0B115FB520}"/>
              </a:ext>
            </a:extLst>
          </p:cNvPr>
          <p:cNvSpPr>
            <a:spLocks xmlns:a="http://schemas.openxmlformats.org/drawingml/2006/main" noGrp="1"/>
          </p:cNvSpPr>
          <p:nvPr/>
        </p:nvSpPr>
        <p:spPr>
          <a:xfrm xmlns:a="http://schemas.openxmlformats.org/drawingml/2006/main">
            <a:off x="2247900" y="538162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t>
            </a:r>
            <a:r>
              <a:t>(</a:t>
            </a:r>
            <a:r>
              <a:rPr i="1">
                <a:latin typeface="Pretendard"/>
                <a:ea typeface="Pretendard"/>
                <a:cs typeface="Pretendard"/>
              </a:rPr>
              <a:t>s</a:t>
            </a:r>
            <a:r>
              <a:t>, 흑연) + O₂</a:t>
            </a:r>
            <a:r>
              <a:t>(</a:t>
            </a:r>
            <a:r>
              <a:rPr i="1">
                <a:latin typeface="Pretendard"/>
                <a:ea typeface="Pretendard"/>
                <a:cs typeface="Pretendard"/>
              </a:rPr>
              <a:t>g</a:t>
            </a:r>
            <a:r>
              <a:t>) → CO₂</a:t>
            </a:r>
            <a:r>
              <a:t>(</a:t>
            </a:r>
            <a:r>
              <a:rPr i="1">
                <a:latin typeface="Pretendard"/>
                <a:ea typeface="Pretendard"/>
                <a:cs typeface="Pretendard"/>
              </a:rPr>
              <a:t>g</a:t>
            </a:r>
            <a:r>
              <a:t>)       </a:t>
            </a:r>
            <a:r>
              <a:t>Δ</a:t>
            </a:r>
            <a:r>
              <a:rPr i="1">
                <a:latin typeface="Pretendard"/>
                <a:ea typeface="Pretendard"/>
                <a:cs typeface="Pretendard"/>
              </a:rPr>
              <a:t>H</a:t>
            </a:r>
            <a:r>
              <a:t>₂</a:t>
            </a:r>
          </a:p>
        </p:txBody>
      </p:sp>
      <p:sp>
        <p:nvSpPr>
          <p:cNvPr id="9" name="반응식·수식">
            <a:extLst xmlns:a="http://schemas.openxmlformats.org/drawingml/2006/main">
              <a:ext uri="{FF2B5EF4-FFF2-40B4-BE49-F238E27FC236}">
                <a16:creationId xmlns:a16="http://schemas.microsoft.com/office/drawing/2014/main" id="{B285DAC2-58DF-40D3-A350-20E3E9FC46E8}"/>
              </a:ext>
            </a:extLst>
          </p:cNvPr>
          <p:cNvSpPr>
            <a:spLocks xmlns:a="http://schemas.openxmlformats.org/drawingml/2006/main" noGrp="1"/>
          </p:cNvSpPr>
          <p:nvPr/>
        </p:nvSpPr>
        <p:spPr>
          <a:xfrm xmlns:a="http://schemas.openxmlformats.org/drawingml/2006/main">
            <a:off x="2247900" y="65151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H₂</a:t>
            </a:r>
            <a:r>
              <a:t>(</a:t>
            </a:r>
            <a:r>
              <a:rPr i="1">
                <a:latin typeface="Pretendard"/>
                <a:ea typeface="Pretendard"/>
                <a:cs typeface="Pretendard"/>
              </a:rPr>
              <a:t>g</a:t>
            </a:r>
            <a:r>
              <a:t>) + ½O₂</a:t>
            </a:r>
            <a:r>
              <a:t>(</a:t>
            </a:r>
            <a:r>
              <a:rPr i="1">
                <a:latin typeface="Pretendard"/>
                <a:ea typeface="Pretendard"/>
                <a:cs typeface="Pretendard"/>
              </a:rPr>
              <a:t>g</a:t>
            </a:r>
            <a:r>
              <a:t>) → H₂O</a:t>
            </a:r>
            <a:r>
              <a:t>(</a:t>
            </a:r>
            <a:r>
              <a:rPr i="1">
                <a:latin typeface="Pretendard"/>
                <a:ea typeface="Pretendard"/>
                <a:cs typeface="Pretendard"/>
              </a:rPr>
              <a:t>l</a:t>
            </a:r>
            <a:r>
              <a:t>)       </a:t>
            </a:r>
            <a:r>
              <a:t>Δ</a:t>
            </a:r>
            <a:r>
              <a:rPr i="1">
                <a:latin typeface="Pretendard"/>
                <a:ea typeface="Pretendard"/>
                <a:cs typeface="Pretendard"/>
              </a:rPr>
              <a:t>H</a:t>
            </a:r>
            <a:r>
              <a:t>₃</a:t>
            </a:r>
          </a:p>
        </p:txBody>
      </p:sp>
      <p:sp>
        <p:nvSpPr>
          <p:cNvPr id="10" name="해석·결론">
            <a:extLst xmlns:a="http://schemas.openxmlformats.org/drawingml/2006/main">
              <a:ext uri="{FF2B5EF4-FFF2-40B4-BE49-F238E27FC236}">
                <a16:creationId xmlns:a16="http://schemas.microsoft.com/office/drawing/2014/main" id="{95A522AB-4981-4E13-ADFC-D2FBC3FACFD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B4162C35-ADB0-46C2-8140-C3E07CB4B42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CH₄ 연소 반응 = ② + 2 × ③ − ①</a:t>
            </a:r>
          </a:p>
        </p:txBody>
      </p:sp>
    </p:spTree>
    <p:extLst>
      <p:ext uri="{BB962C8B-B14F-4D97-AF65-F5344CB8AC3E}">
        <p14:creationId xmlns:p14="http://schemas.microsoft.com/office/powerpoint/2010/main" val="58735972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0D373A0-9EA4-45F8-988D-9A7C8F149631}"/>
              </a:ext>
            </a:extLst>
          </p:cNvPr>
          <p:cNvPicPr>
            <a:picLocks xmlns:a="http://schemas.openxmlformats.org/drawingml/2006/main" noChangeAspect="1"/>
          </p:cNvPicPr>
          <p:nvPr/>
        </p:nvPicPr>
        <p:blipFill>
          <a:blip xmlns:r="http://schemas.openxmlformats.org/officeDocument/2006/relationships" xmlns:a="http://schemas.openxmlformats.org/drawingml/2006/main" r:embed="Rb96e6c9b616a48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5CCD4C-F3CB-4C89-B0E0-F4688B6F59F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7F47368-0D19-4585-916C-98A2D10F002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D6CE064-9AF2-4171-AB4E-C85DA77CB00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C6961E4-9612-476F-958F-CB88DA1F8BD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2BC04DA-7015-432A-B390-4B5DDEC47DC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3D9B5571-3475-409E-A5FA-568C9049E848}"/>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FFA21747-C377-4DC3-9444-A79FF10946CE}"/>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2A59C835-0317-4CC6-AEFE-DB9A80FF878C}"/>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F3D6906A-F36A-4933-81D0-B76C69066889}"/>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A5A8B6F1-3191-4127-AEC0-0D802D294AF2}"/>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46552E40-E710-4EFA-95F6-EFF52DB93F9C}"/>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59362467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D25F13B5-A825-4973-BD5A-70B04F38B4A8}"/>
              </a:ext>
            </a:extLst>
          </p:cNvPr>
          <p:cNvPicPr>
            <a:picLocks xmlns:a="http://schemas.openxmlformats.org/drawingml/2006/main" noChangeAspect="1"/>
          </p:cNvPicPr>
          <p:nvPr/>
        </p:nvPicPr>
        <p:blipFill>
          <a:blip xmlns:r="http://schemas.openxmlformats.org/officeDocument/2006/relationships" xmlns:a="http://schemas.openxmlformats.org/drawingml/2006/main" r:embed="R252328ca98bf4d8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221A19-D152-478D-A7D7-A229C38B857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9ED2668-B95D-4F15-B4BD-516B37190B9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71B908B-C08F-4C1C-A78D-5ABA024BA81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980566D-B020-4EA6-8904-170507FE30C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B28094C-9C85-4900-94D9-A23F45BAC1E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sp>
        <p:nvSpPr>
          <p:cNvPr id="7" name="반응식·수식">
            <a:extLst xmlns:a="http://schemas.openxmlformats.org/drawingml/2006/main">
              <a:ext uri="{FF2B5EF4-FFF2-40B4-BE49-F238E27FC236}">
                <a16:creationId xmlns:a16="http://schemas.microsoft.com/office/drawing/2014/main" id="{E45713E3-E344-4E69-B67E-34721F628C6C}"/>
              </a:ext>
            </a:extLst>
          </p:cNvPr>
          <p:cNvSpPr>
            <a:spLocks xmlns:a="http://schemas.openxmlformats.org/drawingml/2006/main" noGrp="1"/>
          </p:cNvSpPr>
          <p:nvPr/>
        </p:nvSpPr>
        <p:spPr>
          <a:xfrm xmlns:a="http://schemas.openxmlformats.org/drawingml/2006/main">
            <a:off x="2247900" y="383857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CH₄</a:t>
            </a:r>
            <a:r>
              <a:t>(</a:t>
            </a:r>
            <a:r>
              <a:rPr i="1">
                <a:latin typeface="Pretendard"/>
                <a:ea typeface="Pretendard"/>
                <a:cs typeface="Pretendard"/>
              </a:rPr>
              <a:t>g</a:t>
            </a:r>
            <a:r>
              <a:t>) + 2O₂</a:t>
            </a:r>
            <a:r>
              <a:t>(</a:t>
            </a:r>
            <a:r>
              <a:rPr i="1">
                <a:latin typeface="Pretendard"/>
                <a:ea typeface="Pretendard"/>
                <a:cs typeface="Pretendard"/>
              </a:rPr>
              <a:t>g</a:t>
            </a:r>
            <a:r>
              <a:t>) → CO₂</a:t>
            </a:r>
            <a:r>
              <a:t>(</a:t>
            </a:r>
            <a:r>
              <a:rPr i="1">
                <a:latin typeface="Pretendard"/>
                <a:ea typeface="Pretendard"/>
                <a:cs typeface="Pretendard"/>
              </a:rPr>
              <a:t>g</a:t>
            </a:r>
            <a:r>
              <a:t>) + 2H₂O</a:t>
            </a:r>
            <a:r>
              <a:t>(</a:t>
            </a:r>
            <a:r>
              <a:rPr i="1">
                <a:latin typeface="Pretendard"/>
                <a:ea typeface="Pretendard"/>
                <a:cs typeface="Pretendard"/>
              </a:rPr>
              <a:t>l</a:t>
            </a:r>
            <a:r>
              <a:t>)</a:t>
            </a:r>
          </a:p>
        </p:txBody>
      </p:sp>
      <p:graphicFrame>
        <p:nvGraphicFramePr>
          <p:cNvPr id="8" name="">
            <a:extLst xmlns:a="http://schemas.openxmlformats.org/drawingml/2006/main">
              <a:ext uri="{FF2B5EF4-FFF2-40B4-BE49-F238E27FC236}">
                <a16:creationId xmlns:a16="http://schemas.microsoft.com/office/drawing/2014/main" id="{112BC510-E856-4EDC-B8AD-31E2101E836B}"/>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F0C0BDD7-7E27-49CF-8329-B7F41E3A7552}"/>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B7496C4-CF15-4256-9B0C-4C75D0F29EAF}"/>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7C055DA-6853-4148-83F5-465A47A3212D}"/>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629F1F00-AF3C-45E0-8F17-21A7AC697434}"/>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FC5B68BF-102A-48F3-99DD-715CC2DD48EF}"/>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DF809C79-EDB4-41D4-AEC0-47866ABF57A8}"/>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77161CE2-9D9C-4CF2-AA8B-96AEDD99E64D}"/>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5D3AAFB7-49AB-49CC-AFB3-AE8B628058BE}"/>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92669352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5393538-3BAE-4556-BDA8-610EAA973287}"/>
              </a:ext>
            </a:extLst>
          </p:cNvPr>
          <p:cNvPicPr>
            <a:picLocks xmlns:a="http://schemas.openxmlformats.org/drawingml/2006/main" noChangeAspect="1"/>
          </p:cNvPicPr>
          <p:nvPr/>
        </p:nvPicPr>
        <p:blipFill>
          <a:blip xmlns:r="http://schemas.openxmlformats.org/officeDocument/2006/relationships" xmlns:a="http://schemas.openxmlformats.org/drawingml/2006/main" r:embed="Rc47457e84b6844a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A7BFCE5-3D49-4299-A437-8F3EA04FF45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D6EE5F-C817-4E95-9FF7-CAFE51DD370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9B99870-DDB2-40CA-B5A6-D41CE547754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93E9546-7520-4350-8730-E8F80EDB73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42F125E-99CE-40B4-A009-A2C71CD5EDD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CAA65389-0678-4F60-9B6A-FEB189023721}"/>
              </a:ext>
            </a:extLst>
          </p:cNvPr>
          <p:cNvPicPr>
            <a:picLocks xmlns:a="http://schemas.openxmlformats.org/drawingml/2006/main" noChangeAspect="1"/>
          </p:cNvPicPr>
          <p:nvPr/>
        </p:nvPicPr>
        <p:blipFill>
          <a:blip xmlns:r="http://schemas.openxmlformats.org/officeDocument/2006/relationships" xmlns:a="http://schemas.openxmlformats.org/drawingml/2006/main" r:embed="R7e064a1842484af3"/>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C679C92-3690-4803-B408-925A41175A5F}"/>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sp>
        <p:nvSpPr>
          <p:cNvPr id="9" name="반응식·수식">
            <a:extLst xmlns:a="http://schemas.openxmlformats.org/drawingml/2006/main">
              <a:ext uri="{FF2B5EF4-FFF2-40B4-BE49-F238E27FC236}">
                <a16:creationId xmlns:a16="http://schemas.microsoft.com/office/drawing/2014/main" id="{3052F888-8502-4CF3-96BC-240E13E4E0A7}"/>
              </a:ext>
            </a:extLst>
          </p:cNvPr>
          <p:cNvSpPr>
            <a:spLocks xmlns:a="http://schemas.openxmlformats.org/drawingml/2006/main" noGrp="1"/>
          </p:cNvSpPr>
          <p:nvPr/>
        </p:nvSpPr>
        <p:spPr>
          <a:xfrm xmlns:a="http://schemas.openxmlformats.org/drawingml/2006/main">
            <a:off x="9810750" y="521970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H₂O</a:t>
            </a:r>
            <a:r>
              <a:t>(</a:t>
            </a:r>
            <a:r>
              <a:rPr i="1">
                <a:latin typeface="Pretendard"/>
                <a:ea typeface="Pretendard"/>
                <a:cs typeface="Pretendard"/>
              </a:rPr>
              <a:t>l</a:t>
            </a:r>
            <a:r>
              <a:t>) → H₂O</a:t>
            </a:r>
            <a:r>
              <a:t>(</a:t>
            </a:r>
            <a:r>
              <a:rPr i="1">
                <a:latin typeface="Pretendard"/>
                <a:ea typeface="Pretendard"/>
                <a:cs typeface="Pretendard"/>
              </a:rPr>
              <a:t>g</a:t>
            </a:r>
            <a:r>
              <a:t>)</a:t>
            </a:r>
          </a:p>
        </p:txBody>
      </p:sp>
      <p:sp>
        <p:nvSpPr>
          <p:cNvPr id="10" name="반응식·수식">
            <a:extLst xmlns:a="http://schemas.openxmlformats.org/drawingml/2006/main">
              <a:ext uri="{FF2B5EF4-FFF2-40B4-BE49-F238E27FC236}">
                <a16:creationId xmlns:a16="http://schemas.microsoft.com/office/drawing/2014/main" id="{D2EA705C-3872-4291-8245-A5FB77F2D50C}"/>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F9335592-66B5-4C20-80BF-A2EF6516EF91}"/>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190FF238-B52D-4EFD-A3FA-855F239E67F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DE3FB697-6C9D-45E6-A550-C285258F64F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87724204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440EB4B-7082-4CB9-B115-E37EF11EEF8F}"/>
              </a:ext>
            </a:extLst>
          </p:cNvPr>
          <p:cNvPicPr>
            <a:picLocks xmlns:a="http://schemas.openxmlformats.org/drawingml/2006/main" noChangeAspect="1"/>
          </p:cNvPicPr>
          <p:nvPr/>
        </p:nvPicPr>
        <p:blipFill>
          <a:blip xmlns:r="http://schemas.openxmlformats.org/officeDocument/2006/relationships" xmlns:a="http://schemas.openxmlformats.org/drawingml/2006/main" r:embed="Rd265676f770f46f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A4C6D32-F401-4504-8E13-50B00AD16D0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75E578C-EE49-4457-83D5-1F1368B0690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B22049F-B46C-48FE-9B38-1DCBB0DA76E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8BCFF4E-BA8B-4128-B6F4-4C77CB6C6AC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FBD3FFA-0859-4704-A5C0-45C5A207818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71B549DB-3A27-4BC0-8CA6-0F5021FE02F2}"/>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4AF291D-5ADB-4F5F-9E79-40AB44D572C8}"/>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D4E20C6-FA21-45C2-9BC7-E4C92CF151BD}"/>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3B7E3F3-3F0C-4FF8-BEB4-6756AB5FA889}"/>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CD7D6CA-D44B-4EBF-8B0A-1D55F73A8C22}"/>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610468941"/>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163E6C52-9A32-43F6-9823-32EFEBFB83B0}"/>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872B3A70-5782-463B-BA04-F2BFEF0A3D4A}"/>
              </a:ext>
            </a:extLst>
          </p:cNvPr>
          <p:cNvPicPr>
            <a:picLocks xmlns:a="http://schemas.openxmlformats.org/drawingml/2006/main" noChangeAspect="1"/>
          </p:cNvPicPr>
          <p:nvPr/>
        </p:nvPicPr>
        <p:blipFill>
          <a:blip xmlns:r="http://schemas.openxmlformats.org/officeDocument/2006/relationships" xmlns:a="http://schemas.openxmlformats.org/drawingml/2006/main" r:embed="R375e035bc5a244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3BE107AA-EE14-49B6-A151-9D1FC9644D0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DF110D81-DC26-44A7-92E9-B497E9F42E9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85F3BBE7-404D-4B7D-97F7-A28644E7870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38FF27A1-0733-4CBE-B055-8069ED5E447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92048007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12C80B6-8AAB-48F3-A4A0-9412BF5BD82C}"/>
              </a:ext>
            </a:extLst>
          </p:cNvPr>
          <p:cNvPicPr>
            <a:picLocks xmlns:a="http://schemas.openxmlformats.org/drawingml/2006/main" noChangeAspect="1"/>
          </p:cNvPicPr>
          <p:nvPr/>
        </p:nvPicPr>
        <p:blipFill>
          <a:blip xmlns:r="http://schemas.openxmlformats.org/officeDocument/2006/relationships" xmlns:a="http://schemas.openxmlformats.org/drawingml/2006/main" r:embed="R43a723fffaa1464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947613E-2C37-4B7F-A70A-CBC2494F26B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C24DE3F-FF68-4083-8CCA-9A78D709170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EC67A07-B6C8-4CC9-975B-AA078E72325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33B361A-2E32-4AF0-B0C0-ED7BCB12468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8EF06AC-411E-491B-AFB9-53C1FE5FD88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A153FD96-DF45-45D9-A70C-7A8F94D85114}"/>
              </a:ext>
            </a:extLst>
          </p:cNvPr>
          <p:cNvPicPr>
            <a:picLocks xmlns:a="http://schemas.openxmlformats.org/drawingml/2006/main" noChangeAspect="1"/>
          </p:cNvPicPr>
          <p:nvPr/>
        </p:nvPicPr>
        <p:blipFill>
          <a:blip xmlns:r="http://schemas.openxmlformats.org/officeDocument/2006/relationships" xmlns:a="http://schemas.openxmlformats.org/drawingml/2006/main" r:embed="R95146ef2d03b4643"/>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268B026-EE7C-4FB7-AE31-581FEDFD24C8}"/>
              </a:ext>
            </a:extLst>
          </p:cNvPr>
          <p:cNvSpPr>
            <a:spLocks xmlns:a="http://schemas.openxmlformats.org/drawingml/2006/main" noGrp="1"/>
          </p:cNvSpPr>
          <p:nvPr/>
        </p:nvSpPr>
        <p:spPr>
          <a:xfrm xmlns:a="http://schemas.openxmlformats.org/drawingml/2006/main">
            <a:off x="7810500" y="4362450"/>
            <a:ext cx="895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sp>
        <p:nvSpPr>
          <p:cNvPr id="9" name="반응식·수식">
            <a:extLst xmlns:a="http://schemas.openxmlformats.org/drawingml/2006/main">
              <a:ext uri="{FF2B5EF4-FFF2-40B4-BE49-F238E27FC236}">
                <a16:creationId xmlns:a16="http://schemas.microsoft.com/office/drawing/2014/main" id="{48A05EE5-3F98-4CFC-9772-1384045BF754}"/>
              </a:ext>
            </a:extLst>
          </p:cNvPr>
          <p:cNvSpPr>
            <a:spLocks xmlns:a="http://schemas.openxmlformats.org/drawingml/2006/main" noGrp="1"/>
          </p:cNvSpPr>
          <p:nvPr/>
        </p:nvSpPr>
        <p:spPr>
          <a:xfrm xmlns:a="http://schemas.openxmlformats.org/drawingml/2006/main">
            <a:off x="7810500" y="5076825"/>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NaOH</a:t>
            </a:r>
            <a:r>
              <a:t>(</a:t>
            </a:r>
            <a:r>
              <a:rPr i="1">
                <a:latin typeface="Pretendard"/>
                <a:ea typeface="Pretendard"/>
                <a:cs typeface="Pretendard"/>
              </a:rPr>
              <a:t>s</a:t>
            </a:r>
            <a:r>
              <a:t>) → NaOH</a:t>
            </a:r>
            <a:r>
              <a:t>(</a:t>
            </a:r>
            <a:r>
              <a:rPr i="1">
                <a:latin typeface="Pretendard"/>
                <a:ea typeface="Pretendard"/>
                <a:cs typeface="Pretendard"/>
              </a:rPr>
              <a:t>aq</a:t>
            </a:r>
            <a:r>
              <a:t>)</a:t>
            </a:r>
          </a:p>
        </p:txBody>
      </p:sp>
      <p:sp>
        <p:nvSpPr>
          <p:cNvPr id="10" name="반응식·수식">
            <a:extLst xmlns:a="http://schemas.openxmlformats.org/drawingml/2006/main">
              <a:ext uri="{FF2B5EF4-FFF2-40B4-BE49-F238E27FC236}">
                <a16:creationId xmlns:a16="http://schemas.microsoft.com/office/drawing/2014/main" id="{F8240951-7BCA-47E4-A3DA-7CBFFFCA5F38}"/>
              </a:ext>
            </a:extLst>
          </p:cNvPr>
          <p:cNvSpPr>
            <a:spLocks xmlns:a="http://schemas.openxmlformats.org/drawingml/2006/main" noGrp="1"/>
          </p:cNvSpPr>
          <p:nvPr/>
        </p:nvSpPr>
        <p:spPr>
          <a:xfrm xmlns:a="http://schemas.openxmlformats.org/drawingml/2006/main">
            <a:off x="7810500" y="598170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NaOH</a:t>
            </a:r>
            <a:r>
              <a:t>(</a:t>
            </a:r>
            <a:r>
              <a:rPr i="1">
                <a:latin typeface="Pretendard"/>
                <a:ea typeface="Pretendard"/>
                <a:cs typeface="Pretendard"/>
              </a:rPr>
              <a:t>aq</a:t>
            </a:r>
            <a:r>
              <a:t>) + HCl</a:t>
            </a:r>
            <a:r>
              <a:t>(</a:t>
            </a:r>
            <a:r>
              <a:rPr i="1">
                <a:latin typeface="Pretendard"/>
                <a:ea typeface="Pretendard"/>
                <a:cs typeface="Pretendard"/>
              </a:rPr>
              <a:t>aq</a:t>
            </a:r>
            <a:r>
              <a:t>) → NaCl</a:t>
            </a:r>
            <a:r>
              <a:t>(</a:t>
            </a:r>
            <a:r>
              <a:rPr i="1">
                <a:latin typeface="Pretendard"/>
                <a:ea typeface="Pretendard"/>
                <a:cs typeface="Pretendard"/>
              </a:rPr>
              <a:t>aq</a:t>
            </a:r>
            <a:r>
              <a:t>) + H₂O</a:t>
            </a:r>
            <a:r>
              <a:t>(</a:t>
            </a:r>
            <a:r>
              <a:rPr i="1">
                <a:latin typeface="Pretendard"/>
                <a:ea typeface="Pretendard"/>
                <a:cs typeface="Pretendard"/>
              </a:rPr>
              <a:t>l</a:t>
            </a:r>
            <a:r>
              <a:t>)</a:t>
            </a:r>
          </a:p>
        </p:txBody>
      </p:sp>
      <p:sp>
        <p:nvSpPr>
          <p:cNvPr id="11" name="text">
            <a:extLst xmlns:a="http://schemas.openxmlformats.org/drawingml/2006/main">
              <a:ext uri="{FF2B5EF4-FFF2-40B4-BE49-F238E27FC236}">
                <a16:creationId xmlns:a16="http://schemas.microsoft.com/office/drawing/2014/main" id="{BD0FED5E-C418-4C13-BD85-7BE7E138B074}"/>
              </a:ext>
            </a:extLst>
          </p:cNvPr>
          <p:cNvSpPr>
            <a:spLocks xmlns:a="http://schemas.openxmlformats.org/drawingml/2006/main" noGrp="1"/>
          </p:cNvSpPr>
          <p:nvPr/>
        </p:nvSpPr>
        <p:spPr>
          <a:xfrm xmlns:a="http://schemas.openxmlformats.org/drawingml/2006/main">
            <a:off x="7810500" y="7162800"/>
            <a:ext cx="895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sp>
        <p:nvSpPr>
          <p:cNvPr id="12" name="반응식·수식">
            <a:extLst xmlns:a="http://schemas.openxmlformats.org/drawingml/2006/main">
              <a:ext uri="{FF2B5EF4-FFF2-40B4-BE49-F238E27FC236}">
                <a16:creationId xmlns:a16="http://schemas.microsoft.com/office/drawing/2014/main" id="{C064C45E-8008-46CB-B533-440CF078D7EE}"/>
              </a:ext>
            </a:extLst>
          </p:cNvPr>
          <p:cNvSpPr>
            <a:spLocks xmlns:a="http://schemas.openxmlformats.org/drawingml/2006/main" noGrp="1"/>
          </p:cNvSpPr>
          <p:nvPr/>
        </p:nvSpPr>
        <p:spPr>
          <a:xfrm xmlns:a="http://schemas.openxmlformats.org/drawingml/2006/main">
            <a:off x="7810500" y="7877175"/>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NaOH</a:t>
            </a:r>
            <a:r>
              <a:t>(</a:t>
            </a:r>
            <a:r>
              <a:rPr i="1">
                <a:latin typeface="Pretendard"/>
                <a:ea typeface="Pretendard"/>
                <a:cs typeface="Pretendard"/>
              </a:rPr>
              <a:t>s</a:t>
            </a:r>
            <a:r>
              <a:t>) + HCl</a:t>
            </a:r>
            <a:r>
              <a:t>(</a:t>
            </a:r>
            <a:r>
              <a:rPr i="1">
                <a:latin typeface="Pretendard"/>
                <a:ea typeface="Pretendard"/>
                <a:cs typeface="Pretendard"/>
              </a:rPr>
              <a:t>aq</a:t>
            </a:r>
            <a:r>
              <a:t>) → NaCl</a:t>
            </a:r>
            <a:r>
              <a:t>(</a:t>
            </a:r>
            <a:r>
              <a:rPr i="1">
                <a:latin typeface="Pretendard"/>
                <a:ea typeface="Pretendard"/>
                <a:cs typeface="Pretendard"/>
              </a:rPr>
              <a:t>aq</a:t>
            </a:r>
            <a:r>
              <a:t>) + H₂O</a:t>
            </a:r>
            <a:r>
              <a:t>(</a:t>
            </a:r>
            <a:r>
              <a:rPr i="1">
                <a:latin typeface="Pretendard"/>
                <a:ea typeface="Pretendard"/>
                <a:cs typeface="Pretendard"/>
              </a:rPr>
              <a:t>l</a:t>
            </a:r>
            <a:r>
              <a:t>)</a:t>
            </a:r>
          </a:p>
        </p:txBody>
      </p:sp>
    </p:spTree>
    <p:extLst>
      <p:ext uri="{BB962C8B-B14F-4D97-AF65-F5344CB8AC3E}">
        <p14:creationId xmlns:p14="http://schemas.microsoft.com/office/powerpoint/2010/main" val="106995849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0941FF8-9329-4538-8172-B4DEED3A928C}"/>
              </a:ext>
            </a:extLst>
          </p:cNvPr>
          <p:cNvPicPr>
            <a:picLocks xmlns:a="http://schemas.openxmlformats.org/drawingml/2006/main" noChangeAspect="1"/>
          </p:cNvPicPr>
          <p:nvPr/>
        </p:nvPicPr>
        <p:blipFill>
          <a:blip xmlns:r="http://schemas.openxmlformats.org/officeDocument/2006/relationships" xmlns:a="http://schemas.openxmlformats.org/drawingml/2006/main" r:embed="Rd852ee7bb1e544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779CDD-022B-46D2-9460-35649920A10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366AA1-2A43-4BCC-80BC-18FE14295BA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6B4B43E-AA49-491D-AD9D-A52394121D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179999D-733B-4386-A6B0-C76EB979FE8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3C6B8852-28C1-47A0-848D-A1A3606DB14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3E8E2C81-4C86-4535-9F0B-D1A76FC774AB}"/>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55F40FD2-F21E-46BE-B8D9-339B2D32D14B}"/>
              </a:ext>
            </a:extLst>
          </p:cNvPr>
          <p:cNvPicPr>
            <a:picLocks xmlns:a="http://schemas.openxmlformats.org/drawingml/2006/main" noChangeAspect="1"/>
          </p:cNvPicPr>
          <p:nvPr/>
        </p:nvPicPr>
        <p:blipFill>
          <a:blip xmlns:r="http://schemas.openxmlformats.org/officeDocument/2006/relationships" xmlns:a="http://schemas.openxmlformats.org/drawingml/2006/main" r:embed="Rae90b2b16eb540b0"/>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DC3F5B0-5C37-4042-ACD5-4DF88B9CB7DD}"/>
              </a:ext>
            </a:extLst>
          </p:cNvPr>
          <p:cNvPicPr>
            <a:picLocks xmlns:a="http://schemas.openxmlformats.org/drawingml/2006/main" noChangeAspect="1"/>
          </p:cNvPicPr>
          <p:nvPr/>
        </p:nvPicPr>
        <p:blipFill>
          <a:blip xmlns:r="http://schemas.openxmlformats.org/officeDocument/2006/relationships" xmlns:a="http://schemas.openxmlformats.org/drawingml/2006/main" r:embed="Reaa1ea6931834aca"/>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9A43D861-2546-4437-857F-98B7DF965BA6}"/>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6907DD0-AAD1-4F3C-8368-A34EECF4935F}"/>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578DBEE3-208E-4374-A26F-C681C3BD52FC}"/>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322A095-5637-463B-BC96-498281F7A1AD}"/>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86015943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D6CD02F-50F2-48DE-8126-3A08AD40ED68}"/>
              </a:ext>
            </a:extLst>
          </p:cNvPr>
          <p:cNvPicPr>
            <a:picLocks xmlns:a="http://schemas.openxmlformats.org/drawingml/2006/main" noChangeAspect="1"/>
          </p:cNvPicPr>
          <p:nvPr/>
        </p:nvPicPr>
        <p:blipFill>
          <a:blip xmlns:r="http://schemas.openxmlformats.org/officeDocument/2006/relationships" xmlns:a="http://schemas.openxmlformats.org/drawingml/2006/main" r:embed="R1c76d987383443e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D80BEED-BE01-4909-A6ED-C30234906BA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CB80BCF-795C-482B-A260-9D31F880B46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CDE22F8-A615-4DEB-9375-C75F51782DE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28061D4-FB93-49AF-A01F-8F1A2E874BC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DA5C325-71D0-4445-B18B-01860CC68AD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D37370FD-FE25-4680-A8CA-77A434583912}"/>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DE8F527F-1C30-46E7-908D-4E0919184D69}"/>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12AA68BD-85CF-43D6-8120-20672973BAB5}"/>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EF25E031-EF0B-4B42-8EF6-CE3E8A868E86}"/>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8FA6B5C5-EBCA-4818-B2B8-6A3C4D5C446E}"/>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7DE1A9CF-5CF0-482A-8F27-B8C53DB3516D}"/>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C676F7CC-E120-4D61-BA43-C475A1081A24}"/>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19349149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3BEF90A-9140-453F-B5C1-3679D6EA383B}"/>
              </a:ext>
            </a:extLst>
          </p:cNvPr>
          <p:cNvPicPr>
            <a:picLocks xmlns:a="http://schemas.openxmlformats.org/drawingml/2006/main" noChangeAspect="1"/>
          </p:cNvPicPr>
          <p:nvPr/>
        </p:nvPicPr>
        <p:blipFill>
          <a:blip xmlns:r="http://schemas.openxmlformats.org/officeDocument/2006/relationships" xmlns:a="http://schemas.openxmlformats.org/drawingml/2006/main" r:embed="R4add47cd570f40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C95F26-7192-415B-96FD-15BA65E4FE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8E26D56-F9E2-4132-8ED2-920067FCD1A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1CB3290-64FA-47A0-85FA-BF82296889B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B9B25B9-6C78-427A-B733-9409107B27D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06FFFBF-B0A7-469B-BE12-7CBB3448345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0076255F-A1F4-4C3C-9EAC-8074D82255C3}"/>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B8E7804-2E41-4E8D-A25D-120EA84BE24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80DC7D0-D99E-4E89-958F-04FEF56A14FD}"/>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BF972CE-69D6-45ED-85CF-B31A831D72BD}"/>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31A4ABF-86B8-4E15-9107-B5A95D81B975}"/>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0C133EF-00F0-4326-8047-F5C7F8D3F191}"/>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59618327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EAABAD4-67E5-4B76-AFE8-04E1FCEB1E82}"/>
              </a:ext>
            </a:extLst>
          </p:cNvPr>
          <p:cNvPicPr>
            <a:picLocks xmlns:a="http://schemas.openxmlformats.org/drawingml/2006/main" noChangeAspect="1"/>
          </p:cNvPicPr>
          <p:nvPr/>
        </p:nvPicPr>
        <p:blipFill>
          <a:blip xmlns:r="http://schemas.openxmlformats.org/officeDocument/2006/relationships" xmlns:a="http://schemas.openxmlformats.org/drawingml/2006/main" r:embed="Ra18ddb8ff26c4b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1D9E3E-9D76-44E5-BF83-2FB8C08BF2B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182744-D8BA-471F-BD49-A3FE88BE19E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09E223D-2275-484A-B20A-502365EB68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086A6F1-60AF-4C47-AC3E-B01AF5B75B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A9F20F7-48A8-47FB-8471-AE26D6BA979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28D0B570-6AB3-40B7-BF20-70A8CAE5DF4D}"/>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D14F67E1-9F4E-4444-B51F-3EF7BAD9D8F7}"/>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F5F51860-5B5C-4406-8D3B-2B36119C8C9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A0A52ECF-92A4-4F49-B5E5-B4E1A903BF6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43E30E27-07A7-4559-B9D2-0ECA02B25CB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A0C02CF2-689C-4B86-AF20-1B4F8FE1ECD6}"/>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95367087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C540C27-D0E0-4D61-A653-2D4EF04191F8}"/>
              </a:ext>
            </a:extLst>
          </p:cNvPr>
          <p:cNvPicPr>
            <a:picLocks xmlns:a="http://schemas.openxmlformats.org/drawingml/2006/main" noChangeAspect="1"/>
          </p:cNvPicPr>
          <p:nvPr/>
        </p:nvPicPr>
        <p:blipFill>
          <a:blip xmlns:r="http://schemas.openxmlformats.org/officeDocument/2006/relationships" xmlns:a="http://schemas.openxmlformats.org/drawingml/2006/main" r:embed="R9ebb9cca48e1441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E54E07-2A87-46BA-A450-D6AA4C01FA1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9439962-DBB0-4E4E-87DF-9B65E0829A9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4C409F2-034B-4289-B172-41EE8576740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7599E89-9B8A-4EEB-ADED-4CC0D1CDA97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D35C9DD-101A-41D0-A1E3-6B025B9F973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1B654DA4-9E5A-406A-A44E-6F332D0256E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986F67C-6A4D-4205-96A4-71DAD4056FE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6C74F83-3179-4A7B-84D1-E1E679131A1B}"/>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5AE1695-9EFE-4F76-AA5E-92A0DB1BC687}"/>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85E8D5F-3834-428D-A847-A9D1CA59FBF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CA9AF45-D297-4F8F-98A8-7311045AA303}"/>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87504551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5033716-E77E-411F-BFFA-921CCC697A98}"/>
              </a:ext>
            </a:extLst>
          </p:cNvPr>
          <p:cNvPicPr>
            <a:picLocks xmlns:a="http://schemas.openxmlformats.org/drawingml/2006/main" noChangeAspect="1"/>
          </p:cNvPicPr>
          <p:nvPr/>
        </p:nvPicPr>
        <p:blipFill>
          <a:blip xmlns:r="http://schemas.openxmlformats.org/officeDocument/2006/relationships" xmlns:a="http://schemas.openxmlformats.org/drawingml/2006/main" r:embed="R07e46101b53f460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0236E7-D2B4-40CB-B85E-84D5D5086B2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566075D-C5D7-4DC1-9532-2EB895E6DC5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3B93148-6EFE-4D3C-8A86-3AE94627894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FEF572E-D943-4823-9BE1-1BCC515FE3F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FC618C0-EB52-4168-BEB0-219875140C6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87B4E738-1FA2-4745-836B-78018CFFCEC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1A89648-77AD-4B52-9590-4F929AC6A9E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CF9500B2-0CD6-486E-841E-AA6D192CA9E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0FA81BA-0F24-45CD-8144-BE60CB55F55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265E85E1-C5D0-4FE1-9049-86431F84F90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9E1F897-F4AD-40C8-9EF7-96DF892C9BF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153653849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185E1D2-DD62-4EBC-B26E-1A289089DFE8}"/>
              </a:ext>
            </a:extLst>
          </p:cNvPr>
          <p:cNvPicPr>
            <a:picLocks xmlns:a="http://schemas.openxmlformats.org/drawingml/2006/main" noChangeAspect="1"/>
          </p:cNvPicPr>
          <p:nvPr/>
        </p:nvPicPr>
        <p:blipFill>
          <a:blip xmlns:r="http://schemas.openxmlformats.org/officeDocument/2006/relationships" xmlns:a="http://schemas.openxmlformats.org/drawingml/2006/main" r:embed="R15a1a9e75ffb4f4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4407C23-1929-43A1-AECA-88C8C6C9F7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044642B-61BB-4C28-A7B2-AAE7F96ADFD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2F20B7F-18B8-4BE7-B19A-8E8794DFDF9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3E99C72B-E1CF-4C10-9558-1CEDB52F224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1AAF24A0-0689-4596-AA42-0E1318B3A44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59E14BDE-5BF2-42D3-A4E1-50EE5C32C9EC}"/>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CE019344-6887-4525-9325-B9CC6F47085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494AAF14-F4D4-4E63-B812-E4161C6A816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4B1F926E-92A3-421E-99A3-5DE18DB5CB7B}"/>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BADE80FE-1EE5-4EE9-BFB0-8E475D1E892B}"/>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CE4B8E1A-810D-4CC6-A334-44B454AAC29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58777544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5858D1F-42FD-4098-8DCA-B5966CBE5D32}"/>
              </a:ext>
            </a:extLst>
          </p:cNvPr>
          <p:cNvPicPr>
            <a:picLocks xmlns:a="http://schemas.openxmlformats.org/drawingml/2006/main" noChangeAspect="1"/>
          </p:cNvPicPr>
          <p:nvPr/>
        </p:nvPicPr>
        <p:blipFill>
          <a:blip xmlns:r="http://schemas.openxmlformats.org/officeDocument/2006/relationships" xmlns:a="http://schemas.openxmlformats.org/drawingml/2006/main" r:embed="Raa370b8465c54cf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F2F57F0-3662-4C85-B3DF-DC2571DF082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73EC1AF-4334-499F-A8F5-E9E85E2D4BF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9ED35EA-BF96-404A-8A40-654BF3AE943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8DA600B7-76F8-45A9-AD24-6741466E536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D9AC6C28-719D-4A9C-93E9-E30827CB9D6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3ECB9EDD-2550-4A5F-B860-0189B73DE12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7B8E1633-E92F-4274-BDB3-2B2FC959C09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₃인 까닭을 설명하시오.</a:t>
            </a:r>
          </a:p>
        </p:txBody>
      </p:sp>
      <p:sp>
        <p:nvSpPr>
          <p:cNvPr id="9" name="설명·계산 행 2">
            <a:extLst xmlns:a="http://schemas.openxmlformats.org/drawingml/2006/main">
              <a:ext uri="{FF2B5EF4-FFF2-40B4-BE49-F238E27FC236}">
                <a16:creationId xmlns:a16="http://schemas.microsoft.com/office/drawing/2014/main" id="{AF1D23FF-C8FA-47D3-9C93-3A4C6592965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450D8EF8-660E-4D84-95F9-BB5D7E4C4270}"/>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H₂O</a:t>
            </a:r>
            <a:r>
              <a:t>(</a:t>
            </a:r>
            <a:r>
              <a:rPr i="1">
                <a:latin typeface="Pretendard"/>
                <a:ea typeface="Pretendard"/>
                <a:cs typeface="Pretendard"/>
              </a:rPr>
              <a:t>l</a:t>
            </a:r>
            <a:r>
              <a:t>) → H₂O</a:t>
            </a:r>
            <a:r>
              <a:t>(</a:t>
            </a:r>
            <a:r>
              <a:rPr i="1">
                <a:latin typeface="Pretendard"/>
                <a:ea typeface="Pretendard"/>
                <a:cs typeface="Pretendard"/>
              </a:rPr>
              <a:t>g</a:t>
            </a:r>
            <a:r>
              <a:t>)의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B166D899-9526-4FC7-8154-59375C2643F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8588442-0F56-4B72-9644-F47FC27C5AA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330676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2026-10-26T14:55:14.8670000Z</dcterms:created>
  <dcterms:modified xsi:type="dcterms:W3CDTF">2026-10-26T14:55:14.8670000Z</dcterms:modified>
</coreProperties>
</file>