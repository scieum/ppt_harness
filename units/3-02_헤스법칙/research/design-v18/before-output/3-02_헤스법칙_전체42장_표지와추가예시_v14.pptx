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c8e780c20841e8" /><Relationship Type="http://schemas.openxmlformats.org/officeDocument/2006/relationships/extended-properties" Target="/docProps/app.xml" Id="R352950fd99644f2b" /><Relationship Type="http://schemas.openxmlformats.org/officeDocument/2006/relationships/officeDocument" Target="/ppt/presentation.xml" Id="Rb4d8b4de4d7a4bd7" /></Relationships>
</file>

<file path=ppt/presentation.xml><?xml version="1.0" encoding="utf-8"?>
<p:presentation xmlns:p="http://schemas.openxmlformats.org/presentationml/2006/main">
  <p:sldMasterIdLst>
    <p:sldMasterId xmlns:r="http://schemas.openxmlformats.org/officeDocument/2006/relationships" id="2147483648" r:id="R1a12b8ce07104078"/>
  </p:sldMasterIdLst>
  <p:notesMasterIdLst>
    <p:notesMasterId xmlns:r="http://schemas.openxmlformats.org/officeDocument/2006/relationships" r:id="R9927c56390f842f7"/>
  </p:notesMasterIdLst>
  <p:sldIdLst>
    <p:sldId xmlns:r="http://schemas.openxmlformats.org/officeDocument/2006/relationships" id="256" r:id="R95c5c04e473a47a1"/>
    <p:sldId xmlns:r="http://schemas.openxmlformats.org/officeDocument/2006/relationships" id="257" r:id="R6a1a3687b6fc4d7f"/>
    <p:sldId xmlns:r="http://schemas.openxmlformats.org/officeDocument/2006/relationships" id="258" r:id="R815ed89ca9934cbb"/>
    <p:sldId xmlns:r="http://schemas.openxmlformats.org/officeDocument/2006/relationships" id="259" r:id="Rc1a1144c28414eaa"/>
    <p:sldId xmlns:r="http://schemas.openxmlformats.org/officeDocument/2006/relationships" id="260" r:id="R060c1c7975d74c07"/>
    <p:sldId xmlns:r="http://schemas.openxmlformats.org/officeDocument/2006/relationships" id="261" r:id="R40187d764ab2413c"/>
    <p:sldId xmlns:r="http://schemas.openxmlformats.org/officeDocument/2006/relationships" id="262" r:id="Re0aba9041fd749ed"/>
    <p:sldId xmlns:r="http://schemas.openxmlformats.org/officeDocument/2006/relationships" id="263" r:id="R7a4afc44a439441a"/>
    <p:sldId xmlns:r="http://schemas.openxmlformats.org/officeDocument/2006/relationships" id="264" r:id="Rcf890ff7aa8c4811"/>
    <p:sldId xmlns:r="http://schemas.openxmlformats.org/officeDocument/2006/relationships" id="265" r:id="R542b6df823244f56"/>
    <p:sldId xmlns:r="http://schemas.openxmlformats.org/officeDocument/2006/relationships" id="266" r:id="Rfdfce546067947c0"/>
    <p:sldId xmlns:r="http://schemas.openxmlformats.org/officeDocument/2006/relationships" id="267" r:id="Rae4cf524c15f43a3"/>
    <p:sldId xmlns:r="http://schemas.openxmlformats.org/officeDocument/2006/relationships" id="268" r:id="R707e54ad9a224fb6"/>
    <p:sldId xmlns:r="http://schemas.openxmlformats.org/officeDocument/2006/relationships" id="269" r:id="Rd823cff2d78a422c"/>
    <p:sldId xmlns:r="http://schemas.openxmlformats.org/officeDocument/2006/relationships" id="270" r:id="Rd00647906ef54ffc"/>
    <p:sldId xmlns:r="http://schemas.openxmlformats.org/officeDocument/2006/relationships" id="271" r:id="Rad62e8aa552a49b1"/>
    <p:sldId xmlns:r="http://schemas.openxmlformats.org/officeDocument/2006/relationships" id="272" r:id="R6587667ed6894535"/>
    <p:sldId xmlns:r="http://schemas.openxmlformats.org/officeDocument/2006/relationships" id="273" r:id="R7c04d3c991e64580"/>
    <p:sldId xmlns:r="http://schemas.openxmlformats.org/officeDocument/2006/relationships" id="274" r:id="R41f0114d7bed4fc9"/>
    <p:sldId xmlns:r="http://schemas.openxmlformats.org/officeDocument/2006/relationships" id="275" r:id="R6b63f8310ee64364"/>
    <p:sldId xmlns:r="http://schemas.openxmlformats.org/officeDocument/2006/relationships" id="276" r:id="R81cfbf79055943f7"/>
    <p:sldId xmlns:r="http://schemas.openxmlformats.org/officeDocument/2006/relationships" id="277" r:id="R9bd9b199dbba4977"/>
    <p:sldId xmlns:r="http://schemas.openxmlformats.org/officeDocument/2006/relationships" id="278" r:id="R4b364584e07a4630"/>
    <p:sldId xmlns:r="http://schemas.openxmlformats.org/officeDocument/2006/relationships" id="279" r:id="Rd3c4dffeff4d44b0"/>
    <p:sldId xmlns:r="http://schemas.openxmlformats.org/officeDocument/2006/relationships" id="280" r:id="R36fdf5f267b14764"/>
    <p:sldId xmlns:r="http://schemas.openxmlformats.org/officeDocument/2006/relationships" id="281" r:id="R167a7e75c9d849a1"/>
    <p:sldId xmlns:r="http://schemas.openxmlformats.org/officeDocument/2006/relationships" id="282" r:id="Rbb20723d14004a29"/>
    <p:sldId xmlns:r="http://schemas.openxmlformats.org/officeDocument/2006/relationships" id="283" r:id="Racf51a8e29ff49f9"/>
    <p:sldId xmlns:r="http://schemas.openxmlformats.org/officeDocument/2006/relationships" id="284" r:id="R34d354054da64b8d"/>
    <p:sldId xmlns:r="http://schemas.openxmlformats.org/officeDocument/2006/relationships" id="285" r:id="R1adab17753a84484"/>
    <p:sldId xmlns:r="http://schemas.openxmlformats.org/officeDocument/2006/relationships" id="286" r:id="R0424748386c94ee4"/>
    <p:sldId xmlns:r="http://schemas.openxmlformats.org/officeDocument/2006/relationships" id="287" r:id="Rea30d10741924f1c"/>
    <p:sldId xmlns:r="http://schemas.openxmlformats.org/officeDocument/2006/relationships" id="288" r:id="R31dc757bf5dc4347"/>
    <p:sldId xmlns:r="http://schemas.openxmlformats.org/officeDocument/2006/relationships" id="289" r:id="R701ddf98a5bd43c2"/>
    <p:sldId xmlns:r="http://schemas.openxmlformats.org/officeDocument/2006/relationships" id="290" r:id="Rd32eb7708ad44dfe"/>
    <p:sldId xmlns:r="http://schemas.openxmlformats.org/officeDocument/2006/relationships" id="291" r:id="Rba5fb3dbb2e341e8"/>
    <p:sldId xmlns:r="http://schemas.openxmlformats.org/officeDocument/2006/relationships" id="292" r:id="R2f77d80cc549415a"/>
    <p:sldId xmlns:r="http://schemas.openxmlformats.org/officeDocument/2006/relationships" id="293" r:id="Rb483735f7cf94236"/>
    <p:sldId xmlns:r="http://schemas.openxmlformats.org/officeDocument/2006/relationships" id="294" r:id="R650ddff3c8804a4b"/>
    <p:sldId xmlns:r="http://schemas.openxmlformats.org/officeDocument/2006/relationships" id="295" r:id="Ra9f8550d22304b5a"/>
    <p:sldId xmlns:r="http://schemas.openxmlformats.org/officeDocument/2006/relationships" id="296" r:id="Rb67a4640a563439d"/>
    <p:sldId xmlns:r="http://schemas.openxmlformats.org/officeDocument/2006/relationships" id="297" r:id="R1de7e179d4e4431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96e8d8bffb4d95" /><Relationship Type="http://schemas.openxmlformats.org/officeDocument/2006/relationships/slideMaster" Target="/ppt/slideMasters/slideMaster1.xml" Id="R1a12b8ce07104078" /><Relationship Type="http://schemas.openxmlformats.org/officeDocument/2006/relationships/notesMaster" Target="/ppt/notesMasters/notesMaster1.xml" Id="R9927c56390f842f7" /><Relationship Type="http://schemas.openxmlformats.org/officeDocument/2006/relationships/presProps" Target="/ppt/presProps.xml" Id="R885e0a6ed47a4c28" /><Relationship Type="http://schemas.openxmlformats.org/officeDocument/2006/relationships/tableStyles" Target="/ppt/tableStyles.xml" Id="R794329aa656c43a1" /><Relationship Type="http://schemas.openxmlformats.org/officeDocument/2006/relationships/slide" Target="/ppt/slides/slide1.xml" Id="R95c5c04e473a47a1" /><Relationship Type="http://schemas.openxmlformats.org/officeDocument/2006/relationships/slide" Target="/ppt/slides/slide2.xml" Id="R6a1a3687b6fc4d7f" /><Relationship Type="http://schemas.openxmlformats.org/officeDocument/2006/relationships/slide" Target="/ppt/slides/slide3.xml" Id="R815ed89ca9934cbb" /><Relationship Type="http://schemas.openxmlformats.org/officeDocument/2006/relationships/slide" Target="/ppt/slides/slide4.xml" Id="Rc1a1144c28414eaa" /><Relationship Type="http://schemas.openxmlformats.org/officeDocument/2006/relationships/slide" Target="/ppt/slides/slide5.xml" Id="R060c1c7975d74c07" /><Relationship Type="http://schemas.openxmlformats.org/officeDocument/2006/relationships/slide" Target="/ppt/slides/slide6.xml" Id="R40187d764ab2413c" /><Relationship Type="http://schemas.openxmlformats.org/officeDocument/2006/relationships/slide" Target="/ppt/slides/slide7.xml" Id="Re0aba9041fd749ed" /><Relationship Type="http://schemas.openxmlformats.org/officeDocument/2006/relationships/slide" Target="/ppt/slides/slide8.xml" Id="R7a4afc44a439441a" /><Relationship Type="http://schemas.openxmlformats.org/officeDocument/2006/relationships/slide" Target="/ppt/slides/slide9.xml" Id="Rcf890ff7aa8c4811" /><Relationship Type="http://schemas.openxmlformats.org/officeDocument/2006/relationships/slide" Target="/ppt/slides/slide10.xml" Id="R542b6df823244f56" /><Relationship Type="http://schemas.openxmlformats.org/officeDocument/2006/relationships/slide" Target="/ppt/slides/slide11.xml" Id="Rfdfce546067947c0" /><Relationship Type="http://schemas.openxmlformats.org/officeDocument/2006/relationships/slide" Target="/ppt/slides/slide12.xml" Id="Rae4cf524c15f43a3" /><Relationship Type="http://schemas.openxmlformats.org/officeDocument/2006/relationships/slide" Target="/ppt/slides/slide13.xml" Id="R707e54ad9a224fb6" /><Relationship Type="http://schemas.openxmlformats.org/officeDocument/2006/relationships/slide" Target="/ppt/slides/slide14.xml" Id="Rd823cff2d78a422c" /><Relationship Type="http://schemas.openxmlformats.org/officeDocument/2006/relationships/slide" Target="/ppt/slides/slide15.xml" Id="Rd00647906ef54ffc" /><Relationship Type="http://schemas.openxmlformats.org/officeDocument/2006/relationships/slide" Target="/ppt/slides/slide16.xml" Id="Rad62e8aa552a49b1" /><Relationship Type="http://schemas.openxmlformats.org/officeDocument/2006/relationships/slide" Target="/ppt/slides/slide17.xml" Id="R6587667ed6894535" /><Relationship Type="http://schemas.openxmlformats.org/officeDocument/2006/relationships/slide" Target="/ppt/slides/slide18.xml" Id="R7c04d3c991e64580" /><Relationship Type="http://schemas.openxmlformats.org/officeDocument/2006/relationships/slide" Target="/ppt/slides/slide19.xml" Id="R41f0114d7bed4fc9" /><Relationship Type="http://schemas.openxmlformats.org/officeDocument/2006/relationships/slide" Target="/ppt/slides/slide20.xml" Id="R6b63f8310ee64364" /><Relationship Type="http://schemas.openxmlformats.org/officeDocument/2006/relationships/slide" Target="/ppt/slides/slide21.xml" Id="R81cfbf79055943f7" /><Relationship Type="http://schemas.openxmlformats.org/officeDocument/2006/relationships/slide" Target="/ppt/slides/slide22.xml" Id="R9bd9b199dbba4977" /><Relationship Type="http://schemas.openxmlformats.org/officeDocument/2006/relationships/slide" Target="/ppt/slides/slide23.xml" Id="R4b364584e07a4630" /><Relationship Type="http://schemas.openxmlformats.org/officeDocument/2006/relationships/slide" Target="/ppt/slides/slide24.xml" Id="Rd3c4dffeff4d44b0" /><Relationship Type="http://schemas.openxmlformats.org/officeDocument/2006/relationships/slide" Target="/ppt/slides/slide25.xml" Id="R36fdf5f267b14764" /><Relationship Type="http://schemas.openxmlformats.org/officeDocument/2006/relationships/slide" Target="/ppt/slides/slide26.xml" Id="R167a7e75c9d849a1" /><Relationship Type="http://schemas.openxmlformats.org/officeDocument/2006/relationships/slide" Target="/ppt/slides/slide27.xml" Id="Rbb20723d14004a29" /><Relationship Type="http://schemas.openxmlformats.org/officeDocument/2006/relationships/slide" Target="/ppt/slides/slide28.xml" Id="Racf51a8e29ff49f9" /><Relationship Type="http://schemas.openxmlformats.org/officeDocument/2006/relationships/slide" Target="/ppt/slides/slide29.xml" Id="R34d354054da64b8d" /><Relationship Type="http://schemas.openxmlformats.org/officeDocument/2006/relationships/slide" Target="/ppt/slides/slide30.xml" Id="R1adab17753a84484" /><Relationship Type="http://schemas.openxmlformats.org/officeDocument/2006/relationships/slide" Target="/ppt/slides/slide31.xml" Id="R0424748386c94ee4" /><Relationship Type="http://schemas.openxmlformats.org/officeDocument/2006/relationships/slide" Target="/ppt/slides/slide32.xml" Id="Rea30d10741924f1c" /><Relationship Type="http://schemas.openxmlformats.org/officeDocument/2006/relationships/slide" Target="/ppt/slides/slide33.xml" Id="R31dc757bf5dc4347" /><Relationship Type="http://schemas.openxmlformats.org/officeDocument/2006/relationships/slide" Target="/ppt/slides/slide34.xml" Id="R701ddf98a5bd43c2" /><Relationship Type="http://schemas.openxmlformats.org/officeDocument/2006/relationships/slide" Target="/ppt/slides/slide35.xml" Id="Rd32eb7708ad44dfe" /><Relationship Type="http://schemas.openxmlformats.org/officeDocument/2006/relationships/slide" Target="/ppt/slides/slide36.xml" Id="Rba5fb3dbb2e341e8" /><Relationship Type="http://schemas.openxmlformats.org/officeDocument/2006/relationships/slide" Target="/ppt/slides/slide37.xml" Id="R2f77d80cc549415a" /><Relationship Type="http://schemas.openxmlformats.org/officeDocument/2006/relationships/slide" Target="/ppt/slides/slide38.xml" Id="Rb483735f7cf94236" /><Relationship Type="http://schemas.openxmlformats.org/officeDocument/2006/relationships/slide" Target="/ppt/slides/slide39.xml" Id="R650ddff3c8804a4b" /><Relationship Type="http://schemas.openxmlformats.org/officeDocument/2006/relationships/slide" Target="/ppt/slides/slide40.xml" Id="Ra9f8550d22304b5a" /><Relationship Type="http://schemas.openxmlformats.org/officeDocument/2006/relationships/slide" Target="/ppt/slides/slide41.xml" Id="Rb67a4640a563439d" /><Relationship Type="http://schemas.openxmlformats.org/officeDocument/2006/relationships/slide" Target="/ppt/slides/slide42.xml" Id="R1de7e179d4e443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216806ed8744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39d35bd6ba4846" /><Relationship Type="http://schemas.openxmlformats.org/officeDocument/2006/relationships/notesMaster" Target="/ppt/notesMasters/notesMaster1.xml" Id="R6690553875bd44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fe80933ad149d8" /><Relationship Type="http://schemas.openxmlformats.org/officeDocument/2006/relationships/notesMaster" Target="/ppt/notesMasters/notesMaster1.xml" Id="R25c471e4646a4e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909d9bf89a428d" /><Relationship Type="http://schemas.openxmlformats.org/officeDocument/2006/relationships/notesMaster" Target="/ppt/notesMasters/notesMaster1.xml" Id="R5dae3cf37ed3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4d07de9bb34fd2" /><Relationship Type="http://schemas.openxmlformats.org/officeDocument/2006/relationships/notesMaster" Target="/ppt/notesMasters/notesMaster1.xml" Id="R91d8ac6a6db34f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a4d178f0004d67" /><Relationship Type="http://schemas.openxmlformats.org/officeDocument/2006/relationships/notesMaster" Target="/ppt/notesMasters/notesMaster1.xml" Id="R8a2230f51df645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a019684d6e4316" /><Relationship Type="http://schemas.openxmlformats.org/officeDocument/2006/relationships/notesMaster" Target="/ppt/notesMasters/notesMaster1.xml" Id="Rc1da0c70449c42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1e84db2c3a4a83" /><Relationship Type="http://schemas.openxmlformats.org/officeDocument/2006/relationships/notesMaster" Target="/ppt/notesMasters/notesMaster1.xml" Id="R65b7889468de48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7e6d8d29a54117" /><Relationship Type="http://schemas.openxmlformats.org/officeDocument/2006/relationships/notesMaster" Target="/ppt/notesMasters/notesMaster1.xml" Id="R87dfe6c431de49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f2fb622fc24ff4" /><Relationship Type="http://schemas.openxmlformats.org/officeDocument/2006/relationships/notesMaster" Target="/ppt/notesMasters/notesMaster1.xml" Id="Rd863f589ae0e4b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8c2c6942b74608" /><Relationship Type="http://schemas.openxmlformats.org/officeDocument/2006/relationships/notesMaster" Target="/ppt/notesMasters/notesMaster1.xml" Id="Rc0dfe682855c4d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2b76cec0fe4d58" /><Relationship Type="http://schemas.openxmlformats.org/officeDocument/2006/relationships/notesMaster" Target="/ppt/notesMasters/notesMaster1.xml" Id="R4f7317e1a9764a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752e78ec0c455c" /><Relationship Type="http://schemas.openxmlformats.org/officeDocument/2006/relationships/notesMaster" Target="/ppt/notesMasters/notesMaster1.xml" Id="R75fb07ac1b1544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02b8cd3b8b4a17" /><Relationship Type="http://schemas.openxmlformats.org/officeDocument/2006/relationships/notesMaster" Target="/ppt/notesMasters/notesMaster1.xml" Id="R025caee3c27345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841af3d04f4bef" /><Relationship Type="http://schemas.openxmlformats.org/officeDocument/2006/relationships/notesMaster" Target="/ppt/notesMasters/notesMaster1.xml" Id="R319bab6cfc9e49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58bb7971704c1f" /><Relationship Type="http://schemas.openxmlformats.org/officeDocument/2006/relationships/notesMaster" Target="/ppt/notesMasters/notesMaster1.xml" Id="Rfaf84498b9dc4d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6d92623f2445ed" /><Relationship Type="http://schemas.openxmlformats.org/officeDocument/2006/relationships/notesMaster" Target="/ppt/notesMasters/notesMaster1.xml" Id="R4e725fbef8144b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e08fbcd920433e" /><Relationship Type="http://schemas.openxmlformats.org/officeDocument/2006/relationships/notesMaster" Target="/ppt/notesMasters/notesMaster1.xml" Id="Re64e456162fd4f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d5b8f95f7549da" /><Relationship Type="http://schemas.openxmlformats.org/officeDocument/2006/relationships/notesMaster" Target="/ppt/notesMasters/notesMaster1.xml" Id="R410fd47706bf4fa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1c15fdcbde4f72" /><Relationship Type="http://schemas.openxmlformats.org/officeDocument/2006/relationships/notesMaster" Target="/ppt/notesMasters/notesMaster1.xml" Id="Rcd88dcfbb47d40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a35fdb41da47e4" /><Relationship Type="http://schemas.openxmlformats.org/officeDocument/2006/relationships/notesMaster" Target="/ppt/notesMasters/notesMaster1.xml" Id="Re17159c2b4074b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d782b033f64aec" /><Relationship Type="http://schemas.openxmlformats.org/officeDocument/2006/relationships/notesMaster" Target="/ppt/notesMasters/notesMaster1.xml" Id="Rc3670843c2ad48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0b092b43c94071" /><Relationship Type="http://schemas.openxmlformats.org/officeDocument/2006/relationships/notesMaster" Target="/ppt/notesMasters/notesMaster1.xml" Id="Rdcdc9671b622494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91956c555644605" /><Relationship Type="http://schemas.openxmlformats.org/officeDocument/2006/relationships/notesMaster" Target="/ppt/notesMasters/notesMaster1.xml" Id="R70ebf24caa0d4c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338caea48874631" /><Relationship Type="http://schemas.openxmlformats.org/officeDocument/2006/relationships/notesMaster" Target="/ppt/notesMasters/notesMaster1.xml" Id="R6359aecc4251498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e91ba444de4dfb" /><Relationship Type="http://schemas.openxmlformats.org/officeDocument/2006/relationships/notesMaster" Target="/ppt/notesMasters/notesMaster1.xml" Id="R143e1b42791143f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ba79577110b45af" /><Relationship Type="http://schemas.openxmlformats.org/officeDocument/2006/relationships/notesMaster" Target="/ppt/notesMasters/notesMaster1.xml" Id="R7d5e85fd68ec43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94178173d094548" /><Relationship Type="http://schemas.openxmlformats.org/officeDocument/2006/relationships/notesMaster" Target="/ppt/notesMasters/notesMaster1.xml" Id="Rbda1ea3e2339419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3000311e094009" /><Relationship Type="http://schemas.openxmlformats.org/officeDocument/2006/relationships/notesMaster" Target="/ppt/notesMasters/notesMaster1.xml" Id="R9872df8e82e742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2b6f14a76324376" /><Relationship Type="http://schemas.openxmlformats.org/officeDocument/2006/relationships/notesMaster" Target="/ppt/notesMasters/notesMaster1.xml" Id="R98c31ce316324b5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3f4adba7a5c4fd2" /><Relationship Type="http://schemas.openxmlformats.org/officeDocument/2006/relationships/notesMaster" Target="/ppt/notesMasters/notesMaster1.xml" Id="R053ffa4930094cd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1cb2612f3514aea" /><Relationship Type="http://schemas.openxmlformats.org/officeDocument/2006/relationships/notesMaster" Target="/ppt/notesMasters/notesMaster1.xml" Id="R69e3ecf346f94d3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189e06c3f87495e" /><Relationship Type="http://schemas.openxmlformats.org/officeDocument/2006/relationships/notesMaster" Target="/ppt/notesMasters/notesMaster1.xml" Id="R7f34ed4ed9ee456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afdb374436a494b" /><Relationship Type="http://schemas.openxmlformats.org/officeDocument/2006/relationships/notesMaster" Target="/ppt/notesMasters/notesMaster1.xml" Id="Rbffb03981ffe4a2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3191d9c080e4a1f" /><Relationship Type="http://schemas.openxmlformats.org/officeDocument/2006/relationships/notesMaster" Target="/ppt/notesMasters/notesMaster1.xml" Id="Rf8a98ee82972494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90f0e373d5047aa" /><Relationship Type="http://schemas.openxmlformats.org/officeDocument/2006/relationships/notesMaster" Target="/ppt/notesMasters/notesMaster1.xml" Id="R856b43b0eb1241c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9ffaed5e5d74891" /><Relationship Type="http://schemas.openxmlformats.org/officeDocument/2006/relationships/notesMaster" Target="/ppt/notesMasters/notesMaster1.xml" Id="R22653c73c27c488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ca0c68d4b5f4590" /><Relationship Type="http://schemas.openxmlformats.org/officeDocument/2006/relationships/notesMaster" Target="/ppt/notesMasters/notesMaster1.xml" Id="Rdc31a2668201413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706361e46144cb0" /><Relationship Type="http://schemas.openxmlformats.org/officeDocument/2006/relationships/notesMaster" Target="/ppt/notesMasters/notesMaster1.xml" Id="R22a2516fc9be40d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5f028785fca4788" /><Relationship Type="http://schemas.openxmlformats.org/officeDocument/2006/relationships/notesMaster" Target="/ppt/notesMasters/notesMaster1.xml" Id="Rd14230fe2c2c464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4fa12ff1e9f44e3" /><Relationship Type="http://schemas.openxmlformats.org/officeDocument/2006/relationships/notesMaster" Target="/ppt/notesMasters/notesMaster1.xml" Id="Rdd4837c80c3c431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e1b78d5859e4428" /><Relationship Type="http://schemas.openxmlformats.org/officeDocument/2006/relationships/notesMaster" Target="/ppt/notesMasters/notesMaster1.xml" Id="R48e0731fe91d4b2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4b1d59ad0ea4f76" /><Relationship Type="http://schemas.openxmlformats.org/officeDocument/2006/relationships/notesMaster" Target="/ppt/notesMasters/notesMaster1.xml" Id="R25227bb0383040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1장.</a:t>
            </a:r>
          </a:p>
          <a:p xmlns:a="http://schemas.openxmlformats.org/drawingml/2006/main">
            <a:r>
              <a:t>2026-10-27 최신 사용자 제공 표지 이미지 codex-clipboard-e73557df-f3d6-48f4-9ccf-26e926347830.png를 직접 사용했다. 진한 녹색 그라데이션·탁상 두 경로 모형·네 인물의 원본 이미지를 재생성/변색하지 않고 넣었다. 제목·저자·로고는 기존 배치 유지.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3장.</a:t>
            </a:r>
          </a:p>
          <a:p xmlns:a="http://schemas.openxmlformats.org/drawingml/2006/main">
            <a:r>
              <a:t>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4장.</a:t>
            </a:r>
          </a:p>
          <a:p xmlns:a="http://schemas.openxmlformats.org/drawingml/2006/main">
            <a:r>
              <a:t>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5장.</a:t>
            </a:r>
          </a:p>
          <a:p xmlns:a="http://schemas.openxmlformats.org/drawingml/2006/main">
            <a:r>
              <a:t>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7장.</a:t>
            </a:r>
          </a:p>
          <a:p xmlns:a="http://schemas.openxmlformats.org/drawingml/2006/main">
            <a:r>
              <a:t>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9장.</a:t>
            </a:r>
          </a:p>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10장.</a:t>
            </a:r>
          </a:p>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11장.</a:t>
            </a:r>
          </a:p>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12장.</a:t>
            </a:r>
          </a:p>
          <a:p xmlns:a="http://schemas.openxmlformats.org/drawingml/2006/main">
            <a:r>
              <a:t>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13장.</a:t>
            </a:r>
          </a:p>
          <a:p xmlns:a="http://schemas.openxmlformats.org/drawingml/2006/main">
            <a:r>
              <a:t>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14장.</a:t>
            </a:r>
          </a:p>
          <a:p xmlns:a="http://schemas.openxmlformats.org/drawingml/2006/main">
            <a:r>
              <a:t>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15장.</a:t>
            </a:r>
          </a:p>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16장.</a:t>
            </a:r>
          </a:p>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18장.</a:t>
            </a:r>
          </a:p>
          <a:p xmlns:a="http://schemas.openxmlformats.org/drawingml/2006/main">
            <a:r>
              <a:t>사용자 요청 추가 예시. 오른쪽 여학생은 등록 body_student_two_flasks의 얼굴·머리·비율을 참조한 생성 삽화이다. 흑연을 손으로 눌러 다이아몬드를 만들려 애쓰는 개념적 상상 장면이며 실제 합성 방법이나 성공을 뜻하지 않는다. 보통 조건에서 직접 전환의 열량 측정은 어렵기 때문에 두 연소 반응을 이용한다. 고온·고압 등의 특수 합성 조건에서 제조 가능함과 구별한다. 원본 목표 반응식: 2015 완자 PDF/인쇄137쪽 풀이2. 2022 완자127쪽Q7·131쪽Q6 대조; 천재교과서86쪽 동소체/표 대조. 원본 식을 생성하거나 재입력하지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19장.</a:t>
            </a:r>
          </a:p>
          <a:p xmlns:a="http://schemas.openxmlformats.org/drawingml/2006/main">
            <a:r>
              <a:t>출처: 2022 완자 PDF/인쇄127쪽 Q7의 두 원본 연소 반응식과 모범답안. 2015 완자 PDF/인쇄137쪽 그래프·풀이 대조. 흑연 연소식에서 다이아몬드 연소식을 빼면 O2와CO2가 소거되어 C(s,흑연)→C(s,다이아몬드)만 남는다. 흑연1mol 기준 ΔH=+1.9kJ, 흡열반응. 25°C1기압 자료. 천재86쪽 표의1.88kJ/mol과는 표시 정밀도가 다르므로 이 장은 완자Q7의 반올림 수치만 사용한다. 표준 생성 엔탈피 정의는 뒤 Part3에서 다루고 여기서는 연소열과 헤스법칙만 이용한다.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20장.</a:t>
            </a:r>
          </a:p>
          <a:p xmlns:a="http://schemas.openxmlformats.org/drawingml/2006/main">
            <a:r>
              <a:t>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21장.</a:t>
            </a:r>
          </a:p>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22장.</a:t>
            </a:r>
          </a:p>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23장.</a:t>
            </a:r>
          </a:p>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24장.</a:t>
            </a:r>
          </a:p>
          <a:p xmlns:a="http://schemas.openxmlformats.org/drawingml/2006/main">
            <a:r>
              <a:t>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25장.</a:t>
            </a:r>
          </a:p>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26장.</a:t>
            </a:r>
          </a:p>
          <a:p xmlns:a="http://schemas.openxmlformats.org/drawingml/2006/main">
            <a:r>
              <a:t>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27장.</a:t>
            </a:r>
          </a:p>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28장.</a:t>
            </a:r>
          </a:p>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29장.</a:t>
            </a:r>
          </a:p>
          <a:p xmlns:a="http://schemas.openxmlformats.org/drawingml/2006/main">
            <a:r>
              <a:t>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30장.</a:t>
            </a:r>
          </a:p>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31장.</a:t>
            </a:r>
          </a:p>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32장.</a:t>
            </a:r>
          </a:p>
          <a:p xmlns:a="http://schemas.openxmlformats.org/drawingml/2006/main">
            <a:r>
              <a:t>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33장.</a:t>
            </a:r>
          </a:p>
          <a:p xmlns:a="http://schemas.openxmlformats.org/drawingml/2006/main">
            <a:r>
              <a:t>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34장.</a:t>
            </a:r>
          </a:p>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35장.</a:t>
            </a:r>
          </a:p>
          <a:p xmlns:a="http://schemas.openxmlformats.org/drawingml/2006/main">
            <a:r>
              <a:t>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36장.</a:t>
            </a:r>
          </a:p>
          <a:p xmlns:a="http://schemas.openxmlformats.org/drawingml/2006/main">
            <a:r>
              <a:t>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37장.</a:t>
            </a:r>
          </a:p>
          <a:p xmlns:a="http://schemas.openxmlformats.org/drawingml/2006/main">
            <a:r>
              <a:t>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38장.</a:t>
            </a:r>
          </a:p>
          <a:p xmlns:a="http://schemas.openxmlformats.org/drawingml/2006/main">
            <a:r>
              <a:t>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39장.</a:t>
            </a:r>
          </a:p>
          <a:p xmlns:a="http://schemas.openxmlformats.org/drawingml/2006/main">
            <a:r>
              <a:t>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40장.</a:t>
            </a:r>
          </a:p>
          <a:p xmlns:a="http://schemas.openxmlformats.org/drawingml/2006/main">
            <a:r>
              <a:t>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41장.</a:t>
            </a:r>
          </a:p>
          <a:p xmlns:a="http://schemas.openxmlformats.org/drawingml/2006/main">
            <a:r>
              <a:t>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42장.</a:t>
            </a:r>
          </a:p>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5966308ca34f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c8e6b403744d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728bd2329b48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4fdb9d939d43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20d1800c9e43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16b5d8f49a4a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7F1804-03A9-4916-905D-ACA1022BFC9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D0A2C7-FEC3-47E4-91E4-EE3469E369E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24CEBE-DEF4-4F3E-8AB1-CB65332F2C5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8DF009-5AE2-4177-B50A-F8875A83F5B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EF38F7-8C49-4EA7-958D-92BC03F74E9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D8CD8F-7520-4F2C-98D6-B5EFB86B326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DAAAC3-3AD4-43FF-BDD6-690F60902B7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F9A850-4096-491C-9569-FB2E0AE2C4B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A7924-F825-4329-BC28-BA108FC8DBC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8F0ED4-50CB-4055-AB39-D5E0F11A7AA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e6f5ee44234034" /><Relationship Type="http://schemas.openxmlformats.org/officeDocument/2006/relationships/slideLayout" Target="/ppt/slideLayouts/slideLayout1.xml" Id="Rba56d53e934543ec" /><Relationship Type="http://schemas.openxmlformats.org/officeDocument/2006/relationships/slideLayout" Target="/ppt/slideLayouts/slideLayout2.xml" Id="Radde2cad20264229" /><Relationship Type="http://schemas.openxmlformats.org/officeDocument/2006/relationships/slideLayout" Target="/ppt/slideLayouts/slideLayout3.xml" Id="Rfeef62fa304e4259" /><Relationship Type="http://schemas.openxmlformats.org/officeDocument/2006/relationships/slideLayout" Target="/ppt/slideLayouts/slideLayout4.xml" Id="R633f9a02635946bc" /><Relationship Type="http://schemas.openxmlformats.org/officeDocument/2006/relationships/slideLayout" Target="/ppt/slideLayouts/slideLayout5.xml" Id="R2e2bf821aa0e4d57" /><Relationship Type="http://schemas.openxmlformats.org/officeDocument/2006/relationships/slideLayout" Target="/ppt/slideLayouts/slideLayout6.xml" Id="R379e872c965f4d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56d53e934543ec"/>
    <p:sldLayoutId xmlns:r="http://schemas.openxmlformats.org/officeDocument/2006/relationships" id="2147483650" r:id="Radde2cad20264229"/>
    <p:sldLayoutId xmlns:r="http://schemas.openxmlformats.org/officeDocument/2006/relationships" id="2147483651" r:id="Rfeef62fa304e4259"/>
    <p:sldLayoutId xmlns:r="http://schemas.openxmlformats.org/officeDocument/2006/relationships" id="2147483652" r:id="R633f9a02635946bc"/>
    <p:sldLayoutId xmlns:r="http://schemas.openxmlformats.org/officeDocument/2006/relationships" id="2147483653" r:id="R2e2bf821aa0e4d57"/>
    <p:sldLayoutId xmlns:r="http://schemas.openxmlformats.org/officeDocument/2006/relationships" id="2147483654" r:id="R379e872c965f4d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b3c3d5956094ab8" /><Relationship Type="http://schemas.openxmlformats.org/officeDocument/2006/relationships/image" Target="/ppt/media/image.png" Id="R6912ac05b2924a6d" /><Relationship Type="http://schemas.openxmlformats.org/officeDocument/2006/relationships/image" Target="/ppt/media/image2.png" Id="R9f91159f85fe4534" /><Relationship Type="http://schemas.openxmlformats.org/officeDocument/2006/relationships/image" Target="/ppt/media/image3.png" Id="R8fe3e348829d4b87" /><Relationship Type="http://schemas.openxmlformats.org/officeDocument/2006/relationships/notesSlide" Target="/ppt/notesSlides/notesSlide1.xml" Id="R81f8c0836fe04c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7f0595864e4b19" /><Relationship Type="http://schemas.openxmlformats.org/officeDocument/2006/relationships/image" Target="/ppt/media/image4.png" Id="R85abcea950c64cad" /><Relationship Type="http://schemas.openxmlformats.org/officeDocument/2006/relationships/image" Target="/ppt/media/image5.png" Id="R67b6dae570274873" /><Relationship Type="http://schemas.openxmlformats.org/officeDocument/2006/relationships/notesSlide" Target="/ppt/notesSlides/notesSlide2.xml" Id="R0c5ae4eecbe14f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1e57bcd6882457d" /><Relationship Type="http://schemas.openxmlformats.org/officeDocument/2006/relationships/image" Target="/ppt/media/image6.png" Id="Re2d25d67ea124412" /><Relationship Type="http://schemas.openxmlformats.org/officeDocument/2006/relationships/notesSlide" Target="/ppt/notesSlides/notesSlide3.xml" Id="R5a531c651c774f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2589106f4347ad" /><Relationship Type="http://schemas.openxmlformats.org/officeDocument/2006/relationships/image" Target="/ppt/media/image7.png" Id="R1d8e7bf6061f4168" /><Relationship Type="http://schemas.openxmlformats.org/officeDocument/2006/relationships/image" Target="/ppt/media/image8.png" Id="R22381482a5fb439f" /><Relationship Type="http://schemas.openxmlformats.org/officeDocument/2006/relationships/notesSlide" Target="/ppt/notesSlides/notesSlide4.xml" Id="R9ca5ba12058d4f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d26c133591b4644" /><Relationship Type="http://schemas.openxmlformats.org/officeDocument/2006/relationships/image" Target="/ppt/media/image9.png" Id="Rc73a15ee1f344a21" /><Relationship Type="http://schemas.openxmlformats.org/officeDocument/2006/relationships/notesSlide" Target="/ppt/notesSlides/notesSlide5.xml" Id="Rd1ce5d69923b4e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acfd68f9514b64" /><Relationship Type="http://schemas.openxmlformats.org/officeDocument/2006/relationships/image" Target="/ppt/media/image10.png" Id="Rb02a038bc9864bff" /><Relationship Type="http://schemas.openxmlformats.org/officeDocument/2006/relationships/notesSlide" Target="/ppt/notesSlides/notesSlide6.xml" Id="R6f959e1bdfd243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6f6d0fd92d942b5" /><Relationship Type="http://schemas.openxmlformats.org/officeDocument/2006/relationships/image" Target="/ppt/media/image11.png" Id="R39332db8cb134345" /><Relationship Type="http://schemas.openxmlformats.org/officeDocument/2006/relationships/notesSlide" Target="/ppt/notesSlides/notesSlide7.xml" Id="R309e375abaac47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9008c019df473e" /><Relationship Type="http://schemas.openxmlformats.org/officeDocument/2006/relationships/image" Target="/ppt/media/image12.png" Id="Rfe2b5ad0008d4701" /><Relationship Type="http://schemas.openxmlformats.org/officeDocument/2006/relationships/image" Target="/ppt/media/image13.png" Id="R6c8614ce81c84877" /><Relationship Type="http://schemas.openxmlformats.org/officeDocument/2006/relationships/notesSlide" Target="/ppt/notesSlides/notesSlide8.xml" Id="Rf710ca0fee9544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73c40a9eee4933" /><Relationship Type="http://schemas.openxmlformats.org/officeDocument/2006/relationships/image" Target="/ppt/media/image14.png" Id="R9129704acdde4ab7" /><Relationship Type="http://schemas.openxmlformats.org/officeDocument/2006/relationships/image" Target="/ppt/media/image15.png" Id="R7568404c65ea4c7f" /><Relationship Type="http://schemas.openxmlformats.org/officeDocument/2006/relationships/image" Target="/ppt/media/image16.png" Id="R869fa4e372c6444a" /><Relationship Type="http://schemas.openxmlformats.org/officeDocument/2006/relationships/image" Target="/ppt/media/image17.png" Id="R9d73a1f3da5c42bc" /><Relationship Type="http://schemas.openxmlformats.org/officeDocument/2006/relationships/notesSlide" Target="/ppt/notesSlides/notesSlide9.xml" Id="Ra5802117d9d54c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b1636da0ba4acb" /><Relationship Type="http://schemas.openxmlformats.org/officeDocument/2006/relationships/image" Target="/ppt/media/image18.png" Id="Rc0aec35e37984a88" /><Relationship Type="http://schemas.openxmlformats.org/officeDocument/2006/relationships/image" Target="/ppt/media/image19.png" Id="R326b9c51295f4194" /><Relationship Type="http://schemas.openxmlformats.org/officeDocument/2006/relationships/image" Target="/ppt/media/image20.png" Id="Rd7d54b813da047b6" /><Relationship Type="http://schemas.openxmlformats.org/officeDocument/2006/relationships/notesSlide" Target="/ppt/notesSlides/notesSlide10.xml" Id="Rc31139f32aa646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ab2e29c28f4908" /><Relationship Type="http://schemas.openxmlformats.org/officeDocument/2006/relationships/image" Target="/ppt/media/image21.png" Id="R05137ee83b234916" /><Relationship Type="http://schemas.openxmlformats.org/officeDocument/2006/relationships/image" Target="/ppt/media/image22.png" Id="Rf23691cc67324870" /><Relationship Type="http://schemas.openxmlformats.org/officeDocument/2006/relationships/image" Target="/ppt/media/image23.png" Id="R0dd2e854c47149e2" /><Relationship Type="http://schemas.openxmlformats.org/officeDocument/2006/relationships/notesSlide" Target="/ppt/notesSlides/notesSlide11.xml" Id="Rafcb6d4e01e249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c05a37f1b8d449e" /><Relationship Type="http://schemas.openxmlformats.org/officeDocument/2006/relationships/image" Target="/ppt/media/image24.png" Id="Raaee2019489f4b1a" /><Relationship Type="http://schemas.openxmlformats.org/officeDocument/2006/relationships/notesSlide" Target="/ppt/notesSlides/notesSlide12.xml" Id="Rf3fc5011f2be4b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3690c50dcb74c9d" /><Relationship Type="http://schemas.openxmlformats.org/officeDocument/2006/relationships/image" Target="/ppt/media/image25.png" Id="R8145155bc9524241" /><Relationship Type="http://schemas.openxmlformats.org/officeDocument/2006/relationships/notesSlide" Target="/ppt/notesSlides/notesSlide13.xml" Id="R29f8a69c0bde4a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3dd7749a61a47e2" /><Relationship Type="http://schemas.openxmlformats.org/officeDocument/2006/relationships/image" Target="/ppt/media/image26.png" Id="R91be9ec3b69748ec" /><Relationship Type="http://schemas.openxmlformats.org/officeDocument/2006/relationships/notesSlide" Target="/ppt/notesSlides/notesSlide14.xml" Id="R8688b8685ec141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49393c046d74d98" /><Relationship Type="http://schemas.openxmlformats.org/officeDocument/2006/relationships/image" Target="/ppt/media/image27.png" Id="R0a9faa034d444ad2" /><Relationship Type="http://schemas.openxmlformats.org/officeDocument/2006/relationships/image" Target="/ppt/media/image28.png" Id="R20404ec6dd324b2e" /><Relationship Type="http://schemas.openxmlformats.org/officeDocument/2006/relationships/image" Target="/ppt/media/image29.png" Id="R569d2bd6b813409f" /><Relationship Type="http://schemas.openxmlformats.org/officeDocument/2006/relationships/image" Target="/ppt/media/image30.png" Id="R3c9c10438fd44929" /><Relationship Type="http://schemas.openxmlformats.org/officeDocument/2006/relationships/notesSlide" Target="/ppt/notesSlides/notesSlide15.xml" Id="Rf9672ce62abc49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234d301d7f94f9d" /><Relationship Type="http://schemas.openxmlformats.org/officeDocument/2006/relationships/image" Target="/ppt/media/image31.png" Id="R601e6ef932b346ec" /><Relationship Type="http://schemas.openxmlformats.org/officeDocument/2006/relationships/image" Target="/ppt/media/image32.png" Id="R276d935141854252" /><Relationship Type="http://schemas.openxmlformats.org/officeDocument/2006/relationships/notesSlide" Target="/ppt/notesSlides/notesSlide16.xml" Id="Rf8d5b80b5f3c4f5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cfe671af9334c17" /><Relationship Type="http://schemas.openxmlformats.org/officeDocument/2006/relationships/image" Target="/ppt/media/image33.png" Id="R72a28fd7548444c1" /><Relationship Type="http://schemas.openxmlformats.org/officeDocument/2006/relationships/image" Target="/ppt/media/image34.png" Id="R91d29ec34ca14426" /><Relationship Type="http://schemas.openxmlformats.org/officeDocument/2006/relationships/image" Target="/ppt/media/image35.png" Id="Refa75d4291214de5" /><Relationship Type="http://schemas.openxmlformats.org/officeDocument/2006/relationships/notesSlide" Target="/ppt/notesSlides/notesSlide17.xml" Id="Rf190b64765c04a0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76b3f737b1c4f05" /><Relationship Type="http://schemas.openxmlformats.org/officeDocument/2006/relationships/image" Target="/ppt/media/image36.png" Id="R2f5b3ca308fd42d5" /><Relationship Type="http://schemas.openxmlformats.org/officeDocument/2006/relationships/image" Target="/ppt/media/image37.png" Id="R01184a846fbb4f29" /><Relationship Type="http://schemas.openxmlformats.org/officeDocument/2006/relationships/image" Target="/ppt/media/image38.png" Id="R7b11437290364597" /><Relationship Type="http://schemas.openxmlformats.org/officeDocument/2006/relationships/notesSlide" Target="/ppt/notesSlides/notesSlide18.xml" Id="Re2bf5921e8b449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0e7dcc9f9849b7" /><Relationship Type="http://schemas.openxmlformats.org/officeDocument/2006/relationships/image" Target="/ppt/media/image39.png" Id="R6147a59926ee4444" /><Relationship Type="http://schemas.openxmlformats.org/officeDocument/2006/relationships/image" Target="/ppt/media/image40.png" Id="R9824d35beea44f88" /><Relationship Type="http://schemas.openxmlformats.org/officeDocument/2006/relationships/image" Target="/ppt/media/image41.png" Id="R2764e73a08024356" /><Relationship Type="http://schemas.openxmlformats.org/officeDocument/2006/relationships/notesSlide" Target="/ppt/notesSlides/notesSlide19.xml" Id="R64be7ed983c945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bc750e74cf04bd9" /><Relationship Type="http://schemas.openxmlformats.org/officeDocument/2006/relationships/image" Target="/ppt/media/image42.png" Id="Rb1a66983e22645c8" /><Relationship Type="http://schemas.openxmlformats.org/officeDocument/2006/relationships/notesSlide" Target="/ppt/notesSlides/notesSlide20.xml" Id="Re02a36087555453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223f70f7a8e4ce9" /><Relationship Type="http://schemas.openxmlformats.org/officeDocument/2006/relationships/image" Target="/ppt/media/image43.png" Id="Raf80424c1a944efe" /><Relationship Type="http://schemas.openxmlformats.org/officeDocument/2006/relationships/image" Target="/ppt/media/image44.png" Id="R77bff83e132547ab" /><Relationship Type="http://schemas.openxmlformats.org/officeDocument/2006/relationships/image" Target="/ppt/media/image45.png" Id="R90b44625980448e8" /><Relationship Type="http://schemas.openxmlformats.org/officeDocument/2006/relationships/notesSlide" Target="/ppt/notesSlides/notesSlide21.xml" Id="Rc34e98ad5c2b49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cf74b0455574e4f" /><Relationship Type="http://schemas.openxmlformats.org/officeDocument/2006/relationships/image" Target="/ppt/media/image46.png" Id="Re3376220658343f3" /><Relationship Type="http://schemas.openxmlformats.org/officeDocument/2006/relationships/image" Target="/ppt/media/image47.png" Id="R99af0c1a1e5b47a8" /><Relationship Type="http://schemas.openxmlformats.org/officeDocument/2006/relationships/image" Target="/ppt/media/image48.png" Id="R0516c185e6234455" /><Relationship Type="http://schemas.openxmlformats.org/officeDocument/2006/relationships/notesSlide" Target="/ppt/notesSlides/notesSlide22.xml" Id="R649989eea72145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687b078c7644753" /><Relationship Type="http://schemas.openxmlformats.org/officeDocument/2006/relationships/image" Target="/ppt/media/image49.png" Id="Rb93f4b2817344205" /><Relationship Type="http://schemas.openxmlformats.org/officeDocument/2006/relationships/image" Target="/ppt/media/image50.png" Id="R9cc30c14064f407e" /><Relationship Type="http://schemas.openxmlformats.org/officeDocument/2006/relationships/notesSlide" Target="/ppt/notesSlides/notesSlide23.xml" Id="R9ccc52daf26348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60c4701292b424e" /><Relationship Type="http://schemas.openxmlformats.org/officeDocument/2006/relationships/image" Target="/ppt/media/image51.png" Id="Rd9e8d318f3734c5b" /><Relationship Type="http://schemas.openxmlformats.org/officeDocument/2006/relationships/notesSlide" Target="/ppt/notesSlides/notesSlide24.xml" Id="R0d73a168bb62433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786c96e632b4280" /><Relationship Type="http://schemas.openxmlformats.org/officeDocument/2006/relationships/image" Target="/ppt/media/image52.png" Id="R4bc85e0df903439b" /><Relationship Type="http://schemas.openxmlformats.org/officeDocument/2006/relationships/image" Target="/ppt/media/image53.png" Id="Ra33bc68a50894254" /><Relationship Type="http://schemas.openxmlformats.org/officeDocument/2006/relationships/notesSlide" Target="/ppt/notesSlides/notesSlide25.xml" Id="Rc4b7b37b27384f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d4d2fe0191f418d" /><Relationship Type="http://schemas.openxmlformats.org/officeDocument/2006/relationships/image" Target="/ppt/media/image54.png" Id="R924db77da93746b6" /><Relationship Type="http://schemas.openxmlformats.org/officeDocument/2006/relationships/notesSlide" Target="/ppt/notesSlides/notesSlide26.xml" Id="R137f3b32cbd54b7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f43bd8b11804016" /><Relationship Type="http://schemas.openxmlformats.org/officeDocument/2006/relationships/image" Target="/ppt/media/image55.png" Id="R0cb14343449d4d41" /><Relationship Type="http://schemas.openxmlformats.org/officeDocument/2006/relationships/image" Target="/ppt/media/image56.png" Id="R05622ba6358f4461" /><Relationship Type="http://schemas.openxmlformats.org/officeDocument/2006/relationships/image" Target="/ppt/media/image57.png" Id="Rfe2c20f9cb6747ef" /><Relationship Type="http://schemas.openxmlformats.org/officeDocument/2006/relationships/notesSlide" Target="/ppt/notesSlides/notesSlide27.xml" Id="Ra60b4e16753f42c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a21f189c9134599" /><Relationship Type="http://schemas.openxmlformats.org/officeDocument/2006/relationships/image" Target="/ppt/media/image58.png" Id="Rdcc4020eeda748b0" /><Relationship Type="http://schemas.openxmlformats.org/officeDocument/2006/relationships/image" Target="/ppt/media/image59.png" Id="R5d18e4f15a084007" /><Relationship Type="http://schemas.openxmlformats.org/officeDocument/2006/relationships/notesSlide" Target="/ppt/notesSlides/notesSlide28.xml" Id="R8b92ed69ccde4dc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3e2386f4f2d4830" /><Relationship Type="http://schemas.openxmlformats.org/officeDocument/2006/relationships/image" Target="/ppt/media/image60.png" Id="R6e806321af084ee6" /><Relationship Type="http://schemas.openxmlformats.org/officeDocument/2006/relationships/notesSlide" Target="/ppt/notesSlides/notesSlide29.xml" Id="Ra45a431e8cee49c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93c8733b6cc4ea6" /><Relationship Type="http://schemas.openxmlformats.org/officeDocument/2006/relationships/image" Target="/ppt/media/image61.png" Id="R2fcbf58298064e26" /><Relationship Type="http://schemas.openxmlformats.org/officeDocument/2006/relationships/image" Target="/ppt/media/image62.png" Id="R68b7d63114a14ad8" /><Relationship Type="http://schemas.openxmlformats.org/officeDocument/2006/relationships/notesSlide" Target="/ppt/notesSlides/notesSlide30.xml" Id="R4a311b1680bb4fa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5ed4a4c8f594782" /><Relationship Type="http://schemas.openxmlformats.org/officeDocument/2006/relationships/image" Target="/ppt/media/image63.png" Id="R17d3987e5aa54680" /><Relationship Type="http://schemas.openxmlformats.org/officeDocument/2006/relationships/image" Target="/ppt/media/image64.png" Id="R498f584e29e44351" /><Relationship Type="http://schemas.openxmlformats.org/officeDocument/2006/relationships/image" Target="/ppt/media/image65.png" Id="R09dc4fcca1984d7e" /><Relationship Type="http://schemas.openxmlformats.org/officeDocument/2006/relationships/notesSlide" Target="/ppt/notesSlides/notesSlide31.xml" Id="R0dde7b7acf3043c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1eb7899900a4caa" /><Relationship Type="http://schemas.openxmlformats.org/officeDocument/2006/relationships/image" Target="/ppt/media/image66.png" Id="Reaff656502ce4af4" /><Relationship Type="http://schemas.openxmlformats.org/officeDocument/2006/relationships/notesSlide" Target="/ppt/notesSlides/notesSlide32.xml" Id="Rbb71ec7ddbe5402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c333ec2ccbd48f7" /><Relationship Type="http://schemas.openxmlformats.org/officeDocument/2006/relationships/image" Target="/ppt/media/image67.png" Id="Ra3ed868a92ed4e7c" /><Relationship Type="http://schemas.openxmlformats.org/officeDocument/2006/relationships/notesSlide" Target="/ppt/notesSlides/notesSlide33.xml" Id="R3455afd3acc7438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655b7b56473480a" /><Relationship Type="http://schemas.openxmlformats.org/officeDocument/2006/relationships/image" Target="/ppt/media/image68.png" Id="R77f68a837cd64132" /><Relationship Type="http://schemas.openxmlformats.org/officeDocument/2006/relationships/image" Target="/ppt/media/image69.png" Id="R6088d6023b9f407b" /><Relationship Type="http://schemas.openxmlformats.org/officeDocument/2006/relationships/image" Target="/ppt/media/image70.png" Id="Rd4cae8f847ee4e81" /><Relationship Type="http://schemas.openxmlformats.org/officeDocument/2006/relationships/image" Target="/ppt/media/image71.png" Id="R73e2768ac4c947ba" /><Relationship Type="http://schemas.openxmlformats.org/officeDocument/2006/relationships/image" Target="/ppt/media/image72.png" Id="Ra8b5f9368c6a4a8f" /><Relationship Type="http://schemas.openxmlformats.org/officeDocument/2006/relationships/notesSlide" Target="/ppt/notesSlides/notesSlide34.xml" Id="Rc1af3f85798542c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b0b0dab221a4df6" /><Relationship Type="http://schemas.openxmlformats.org/officeDocument/2006/relationships/image" Target="/ppt/media/image73.png" Id="Raef45fc737df4cfc" /><Relationship Type="http://schemas.openxmlformats.org/officeDocument/2006/relationships/image" Target="/ppt/media/image74.png" Id="R8f5f96e14f924695" /><Relationship Type="http://schemas.openxmlformats.org/officeDocument/2006/relationships/image" Target="/ppt/media/image75.png" Id="Rd9252b48788c4202" /><Relationship Type="http://schemas.openxmlformats.org/officeDocument/2006/relationships/notesSlide" Target="/ppt/notesSlides/notesSlide35.xml" Id="Rd7cf4d6d009549d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0b1e84d786f4aaa" /><Relationship Type="http://schemas.openxmlformats.org/officeDocument/2006/relationships/image" Target="/ppt/media/image76.png" Id="R0b7b98eadc524e2b" /><Relationship Type="http://schemas.openxmlformats.org/officeDocument/2006/relationships/notesSlide" Target="/ppt/notesSlides/notesSlide36.xml" Id="R3bc5ca81885e426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dabd4df373c41b7" /><Relationship Type="http://schemas.openxmlformats.org/officeDocument/2006/relationships/image" Target="/ppt/media/image77.png" Id="Rd21cdc43a01c43d1" /><Relationship Type="http://schemas.openxmlformats.org/officeDocument/2006/relationships/notesSlide" Target="/ppt/notesSlides/notesSlide37.xml" Id="R38e376e3746e4c2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19d1e82dfc74d0d" /><Relationship Type="http://schemas.openxmlformats.org/officeDocument/2006/relationships/image" Target="/ppt/media/image78.png" Id="Rb31b1be439144da2" /><Relationship Type="http://schemas.openxmlformats.org/officeDocument/2006/relationships/notesSlide" Target="/ppt/notesSlides/notesSlide38.xml" Id="R380cb25f09ce4b5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cdbb8076f54412e" /><Relationship Type="http://schemas.openxmlformats.org/officeDocument/2006/relationships/image" Target="/ppt/media/image79.png" Id="R4e7d1345fede4910" /><Relationship Type="http://schemas.openxmlformats.org/officeDocument/2006/relationships/notesSlide" Target="/ppt/notesSlides/notesSlide39.xml" Id="Rfc1c1535f03f495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9885a90b4ae4a56" /><Relationship Type="http://schemas.openxmlformats.org/officeDocument/2006/relationships/image" Target="/ppt/media/image80.png" Id="Rc0c52a591b67458c" /><Relationship Type="http://schemas.openxmlformats.org/officeDocument/2006/relationships/notesSlide" Target="/ppt/notesSlides/notesSlide40.xml" Id="R3efc14ff86054d1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f5672c863ba4b09" /><Relationship Type="http://schemas.openxmlformats.org/officeDocument/2006/relationships/image" Target="/ppt/media/image81.png" Id="R6dc077e1538f4058" /><Relationship Type="http://schemas.openxmlformats.org/officeDocument/2006/relationships/notesSlide" Target="/ppt/notesSlides/notesSlide41.xml" Id="Rb4a3e48b31e0450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1ee608e2b634ec1" /><Relationship Type="http://schemas.openxmlformats.org/officeDocument/2006/relationships/image" Target="/ppt/media/image82.png" Id="R37cca4da786440eb" /><Relationship Type="http://schemas.openxmlformats.org/officeDocument/2006/relationships/notesSlide" Target="/ppt/notesSlides/notesSlide42.xml" Id="R61a956f874064b5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F679DB6-67B0-4E3A-A9EF-F51B4B7A058B}"/>
              </a:ext>
            </a:extLst>
          </p:cNvPr>
          <p:cNvPicPr>
            <a:picLocks xmlns:a="http://schemas.openxmlformats.org/drawingml/2006/main" noChangeAspect="1"/>
          </p:cNvPicPr>
          <p:nvPr/>
        </p:nvPicPr>
        <p:blipFill>
          <a:blip xmlns:r="http://schemas.openxmlformats.org/officeDocument/2006/relationships" xmlns:a="http://schemas.openxmlformats.org/drawingml/2006/main" r:embed="R6912ac05b2924a6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대단원명">
            <a:extLst xmlns:a="http://schemas.openxmlformats.org/drawingml/2006/main">
              <a:ext uri="{FF2B5EF4-FFF2-40B4-BE49-F238E27FC236}">
                <a16:creationId xmlns:a16="http://schemas.microsoft.com/office/drawing/2014/main" id="{822746F0-5DC7-4E41-BCEF-397FE0708AF4}"/>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68EFD900-DC03-4D87-9627-3E1EF624F572}"/>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331BB9E9-6F57-46A4-9825-1C0FBCE5C9BE}"/>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247B33B6-47CF-4905-B04E-CCCC96662C22}"/>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9E3C903A-6113-4752-A290-4FB506AFDDBD}"/>
              </a:ext>
            </a:extLst>
          </p:cNvPr>
          <p:cNvPicPr>
            <a:picLocks xmlns:a="http://schemas.openxmlformats.org/drawingml/2006/main" noChangeAspect="1"/>
          </p:cNvPicPr>
          <p:nvPr/>
        </p:nvPicPr>
        <p:blipFill>
          <a:blip xmlns:r="http://schemas.openxmlformats.org/officeDocument/2006/relationships" xmlns:a="http://schemas.openxmlformats.org/drawingml/2006/main" r:embed="R9f91159f85fe453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BCCB903-615C-414A-837B-CF7F5B99F19B}"/>
              </a:ext>
            </a:extLst>
          </p:cNvPr>
          <p:cNvPicPr>
            <a:picLocks xmlns:a="http://schemas.openxmlformats.org/drawingml/2006/main" noChangeAspect="1"/>
          </p:cNvPicPr>
          <p:nvPr/>
        </p:nvPicPr>
        <p:blipFill>
          <a:blip xmlns:r="http://schemas.openxmlformats.org/officeDocument/2006/relationships" xmlns:a="http://schemas.openxmlformats.org/drawingml/2006/main" r:embed="R8fe3e348829d4b87"/>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A663400D-6077-4DF4-B9B5-936BDA2A685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4924301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DB4FA11-CBF4-456A-A5EB-F69B9442833E}"/>
              </a:ext>
            </a:extLst>
          </p:cNvPr>
          <p:cNvPicPr>
            <a:picLocks xmlns:a="http://schemas.openxmlformats.org/drawingml/2006/main" noChangeAspect="1"/>
          </p:cNvPicPr>
          <p:nvPr/>
        </p:nvPicPr>
        <p:blipFill>
          <a:blip xmlns:r="http://schemas.openxmlformats.org/officeDocument/2006/relationships" xmlns:a="http://schemas.openxmlformats.org/drawingml/2006/main" r:embed="R85abcea950c64ca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5DFBE2-DEE9-479B-8115-015DBFC46E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277E08D-AE74-49CC-AC9E-21AB5C5B071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14EAA1F2-DA53-40D8-AEA4-1570AB7DCAD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CECB42-D24A-401F-801F-4B28C899C2B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48A03B26-F82C-4215-BD27-DFB7CFC0866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E05E86C9-06E6-4809-B824-601385DD00B5}"/>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03397F05-2A2A-418C-9261-EEC0FC519143}"/>
              </a:ext>
            </a:extLst>
          </p:cNvPr>
          <p:cNvPicPr>
            <a:picLocks xmlns:a="http://schemas.openxmlformats.org/drawingml/2006/main" noChangeAspect="1"/>
          </p:cNvPicPr>
          <p:nvPr/>
        </p:nvPicPr>
        <p:blipFill>
          <a:blip xmlns:r="http://schemas.openxmlformats.org/officeDocument/2006/relationships" xmlns:a="http://schemas.openxmlformats.org/drawingml/2006/main" r:embed="R67b6dae570274873"/>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6530935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FED601F4-6B62-453A-8452-8963821C8334}"/>
              </a:ext>
            </a:extLst>
          </p:cNvPr>
          <p:cNvPicPr>
            <a:picLocks xmlns:a="http://schemas.openxmlformats.org/drawingml/2006/main" noChangeAspect="1"/>
          </p:cNvPicPr>
          <p:nvPr/>
        </p:nvPicPr>
        <p:blipFill>
          <a:blip xmlns:r="http://schemas.openxmlformats.org/officeDocument/2006/relationships" xmlns:a="http://schemas.openxmlformats.org/drawingml/2006/main" r:embed="Re2d25d67ea1244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D3E2DB-2C9E-4814-96D7-7C11D94C5B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652360-12ED-4DC0-860E-2C0BC2F26FAA}"/>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5BEBFD35-52EE-47D6-9471-EABE1FDA6071}"/>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B261C161-7292-4FA8-8020-A6088C0A414B}"/>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D1FF2856-4169-47E1-AC29-277281037647}"/>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3BFE4210-839F-488E-B22D-567B7111AB21}"/>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15AAACA-53BD-4B61-BF24-5515FBF816D7}"/>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019F26A2-B6AF-4837-A87E-D63E84E96CCE}"/>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1BCE48DE-292C-47E4-A9F8-E2A71FDAABBA}"/>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77991AE-3C0B-4060-92E5-DC0FEDC7F4EB}"/>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EF4E4466-501D-4239-AC4C-C025D7D1F880}"/>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3241DD5C-040B-4472-ACD9-6752B7B5E93C}"/>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7BDEC31-5068-4DD3-A843-F548D4E3C4ED}"/>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FAB8556-8660-4EB6-AD85-D6727E90989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5598935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1F7C383-2CE6-4839-AF89-2883DFFBD84C}"/>
              </a:ext>
            </a:extLst>
          </p:cNvPr>
          <p:cNvPicPr>
            <a:picLocks xmlns:a="http://schemas.openxmlformats.org/drawingml/2006/main" noChangeAspect="1"/>
          </p:cNvPicPr>
          <p:nvPr/>
        </p:nvPicPr>
        <p:blipFill>
          <a:blip xmlns:r="http://schemas.openxmlformats.org/officeDocument/2006/relationships" xmlns:a="http://schemas.openxmlformats.org/drawingml/2006/main" r:embed="R1d8e7bf6061f416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23F000-18AD-4490-ADE3-51366F3855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97C49A-FEDC-4BF2-A9EA-FD217559EE71}"/>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9778AD03-197D-47D8-8BB1-2401FFBE4E4C}"/>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AA6AFF-B650-40AF-B788-CE029BCBE142}"/>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D43F5377-F325-464F-90B0-5816E9D109F4}"/>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3BDC2CE0-E3F4-4027-AA41-15974611CFF9}"/>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2FF5393A-C7DA-468A-883C-2F8673928E31}"/>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A64FF73B-4526-43B7-B134-E988B80AE474}"/>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9A2039F8-3996-4848-A2F4-4DF804624CD4}"/>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30AF5E3E-B5AB-401F-A990-76FB9E96D787}"/>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F10942A-38BC-4B08-A4F9-4C29B26CAF9A}"/>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DB7815F-924C-44C3-A5B4-EEF0D17F253B}"/>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E39E4913-3317-4906-B792-CA8252847990}"/>
              </a:ext>
            </a:extLst>
          </p:cNvPr>
          <p:cNvPicPr>
            <a:picLocks xmlns:a="http://schemas.openxmlformats.org/drawingml/2006/main" noChangeAspect="1"/>
          </p:cNvPicPr>
          <p:nvPr/>
        </p:nvPicPr>
        <p:blipFill>
          <a:blip xmlns:r="http://schemas.openxmlformats.org/officeDocument/2006/relationships" xmlns:a="http://schemas.openxmlformats.org/drawingml/2006/main" r:embed="R22381482a5fb439f"/>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43000943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C0AEA7BF-8917-400E-B200-61F1C4D3861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D79389EF-A2A9-403A-AEF0-9124966877A5}"/>
              </a:ext>
            </a:extLst>
          </p:cNvPr>
          <p:cNvPicPr>
            <a:picLocks xmlns:a="http://schemas.openxmlformats.org/drawingml/2006/main" noChangeAspect="1"/>
          </p:cNvPicPr>
          <p:nvPr/>
        </p:nvPicPr>
        <p:blipFill>
          <a:blip xmlns:r="http://schemas.openxmlformats.org/officeDocument/2006/relationships" xmlns:a="http://schemas.openxmlformats.org/drawingml/2006/main" r:embed="Rc73a15ee1f344a2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9ED47A69-B2D9-4306-ACA5-7808FA7D192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C9D3BDD-DCA4-40C5-AFF5-675D725847A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2292D0A2-19C4-42FA-8E72-3C68CE4286E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8185994D-1582-4BCB-8931-99E52A9C226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5067860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D45D95D-6CE8-4E45-B019-9B72B10A524A}"/>
              </a:ext>
            </a:extLst>
          </p:cNvPr>
          <p:cNvPicPr>
            <a:picLocks xmlns:a="http://schemas.openxmlformats.org/drawingml/2006/main" noChangeAspect="1"/>
          </p:cNvPicPr>
          <p:nvPr/>
        </p:nvPicPr>
        <p:blipFill>
          <a:blip xmlns:r="http://schemas.openxmlformats.org/officeDocument/2006/relationships" xmlns:a="http://schemas.openxmlformats.org/drawingml/2006/main" r:embed="Rb02a038bc9864b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15FD49-B6D1-4CA7-8A74-F0A8D75551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E760F1-266E-4E07-82FE-F05F8CEF11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9F870EE-0289-4110-ABD2-DC34517496D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8A64897-F8A3-4769-A57C-9856B450F94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4013F43-7741-49D1-A0EB-1066F6735A0C}"/>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C4CCE8B2-EDAB-416D-B36D-1BFDA12DC8B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B64B9A28-1E6B-4A69-8F0B-E4014CAA425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4F55516E-30E5-4943-8329-0B82DA92E92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FB9A2998-A511-438F-86A5-10E734BAAAB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D7219BF8-BCF5-41AA-AEE2-78F050C0254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C1B04E13-2598-4043-AD0E-A792BEBB201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2461058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C8B0C50-8307-4E75-9F7F-8CE829BC2808}"/>
              </a:ext>
            </a:extLst>
          </p:cNvPr>
          <p:cNvPicPr>
            <a:picLocks xmlns:a="http://schemas.openxmlformats.org/drawingml/2006/main" noChangeAspect="1"/>
          </p:cNvPicPr>
          <p:nvPr/>
        </p:nvPicPr>
        <p:blipFill>
          <a:blip xmlns:r="http://schemas.openxmlformats.org/officeDocument/2006/relationships" xmlns:a="http://schemas.openxmlformats.org/drawingml/2006/main" r:embed="R39332db8cb13434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EE8E50-5232-4472-A2B9-51ACAA731A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AB254B-C84A-45AE-855C-2BE01CF2A7D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44532BF-461E-4B77-AE72-AA1E7DAE012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9CF60A4-55C8-466D-82C0-C1A2668DFA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89F63CD-AC8F-4C88-8329-A64043AE450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B1E2891C-7118-4392-9993-D763EA8ED35E}"/>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7B7101B4-D00E-4DD6-957D-EED535C0CA4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9C620322-66CF-4C4D-88CB-D87BF9C8C18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DACA7A11-77F6-47D2-B9BF-426A6693A50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D8F431C-5A00-4ACE-B2FB-9C6DF3E860E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4C1A7C5C-1C4F-40BC-99C2-8922550071E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5A7A3306-4632-4B9B-A1E6-49EEC105BCE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5117462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2894C6A-B8CE-4017-9BAF-6D2B91AB0C2A}"/>
              </a:ext>
            </a:extLst>
          </p:cNvPr>
          <p:cNvPicPr>
            <a:picLocks xmlns:a="http://schemas.openxmlformats.org/drawingml/2006/main" noChangeAspect="1"/>
          </p:cNvPicPr>
          <p:nvPr/>
        </p:nvPicPr>
        <p:blipFill>
          <a:blip xmlns:r="http://schemas.openxmlformats.org/officeDocument/2006/relationships" xmlns:a="http://schemas.openxmlformats.org/drawingml/2006/main" r:embed="Rfe2b5ad0008d47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063781-9DD0-4128-8C99-8A278D7D9AB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70080D-CBB8-41D9-A015-DCC7168E4DE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3A13038-4FD0-45D6-8283-24E1134C15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4CA14D3-737D-4B3D-BD9A-F05F34D13DE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AACFB804-6C9A-43F8-8062-22E6143F107C}"/>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9C820322-8C36-42DB-94AE-1ED2A02301F8}"/>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4CA384E6-A6E2-4426-850A-235C68198AFA}"/>
              </a:ext>
            </a:extLst>
          </p:cNvPr>
          <p:cNvPicPr>
            <a:picLocks xmlns:a="http://schemas.openxmlformats.org/drawingml/2006/main" noChangeAspect="1"/>
          </p:cNvPicPr>
          <p:nvPr/>
        </p:nvPicPr>
        <p:blipFill>
          <a:blip xmlns:r="http://schemas.openxmlformats.org/officeDocument/2006/relationships" xmlns:a="http://schemas.openxmlformats.org/drawingml/2006/main" r:embed="R6c8614ce81c84877"/>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03B8443-D245-4D29-96CB-52CAEC3480B0}"/>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CA9238CB-6D8A-48E2-907A-EC90DF665C47}"/>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D6541FFA-25CA-4051-B74A-2D33DFF8FB45}"/>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1BE28A6B-A0B5-4646-AECB-E22F94592D7D}"/>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FFD9F5A1-C346-4C43-AF55-C6978D272BFD}"/>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50DDD514-5E28-4538-B794-2897456A6E0A}"/>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32BD945C-F4BB-45C0-9C53-83DF8DFE2670}"/>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D5911DB3-D6CB-417E-B564-1850384A27C2}"/>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3567394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2C6C725-F0D0-4E9B-A500-8F2C51773346}"/>
              </a:ext>
            </a:extLst>
          </p:cNvPr>
          <p:cNvPicPr>
            <a:picLocks xmlns:a="http://schemas.openxmlformats.org/drawingml/2006/main" noChangeAspect="1"/>
          </p:cNvPicPr>
          <p:nvPr/>
        </p:nvPicPr>
        <p:blipFill>
          <a:blip xmlns:r="http://schemas.openxmlformats.org/officeDocument/2006/relationships" xmlns:a="http://schemas.openxmlformats.org/drawingml/2006/main" r:embed="R9129704acdde4ab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B512A4-E2E6-4644-A75F-F20319DF07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B64FF0-B02F-4162-BBD6-EAF0EA0796C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507BEDE-3B88-409E-B33E-9FCE6AA859C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1E199B6-CBF6-4B2F-80C4-3D248BDEC78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53B32CB-5AA7-4CC8-8179-31CDD1EA2BF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B8A74345-64E3-42CC-92E5-ACB7FFDA86BB}"/>
              </a:ext>
            </a:extLst>
          </p:cNvPr>
          <p:cNvPicPr>
            <a:picLocks xmlns:a="http://schemas.openxmlformats.org/drawingml/2006/main" noChangeAspect="1"/>
          </p:cNvPicPr>
          <p:nvPr/>
        </p:nvPicPr>
        <p:blipFill>
          <a:blip xmlns:r="http://schemas.openxmlformats.org/officeDocument/2006/relationships" xmlns:a="http://schemas.openxmlformats.org/drawingml/2006/main" r:embed="R7568404c65ea4c7f"/>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9F9C77E-052D-46E2-AA42-F64E49054017}"/>
              </a:ext>
            </a:extLst>
          </p:cNvPr>
          <p:cNvPicPr>
            <a:picLocks xmlns:a="http://schemas.openxmlformats.org/drawingml/2006/main" noChangeAspect="1"/>
          </p:cNvPicPr>
          <p:nvPr/>
        </p:nvPicPr>
        <p:blipFill>
          <a:blip xmlns:r="http://schemas.openxmlformats.org/officeDocument/2006/relationships" xmlns:a="http://schemas.openxmlformats.org/drawingml/2006/main" r:embed="R869fa4e372c6444a"/>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437B7115-E791-43B1-A332-74EAC8C2201C}"/>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1573AA5D-999E-4725-8A2C-71E268BABCC4}"/>
              </a:ext>
            </a:extLst>
          </p:cNvPr>
          <p:cNvPicPr>
            <a:picLocks xmlns:a="http://schemas.openxmlformats.org/drawingml/2006/main" noChangeAspect="1"/>
          </p:cNvPicPr>
          <p:nvPr/>
        </p:nvPicPr>
        <p:blipFill>
          <a:blip xmlns:r="http://schemas.openxmlformats.org/officeDocument/2006/relationships" xmlns:a="http://schemas.openxmlformats.org/drawingml/2006/main" r:embed="R9d73a1f3da5c42bc"/>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F77D7453-4392-4CBF-8DCF-AAF43EB9B85D}"/>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81AFEE0-5D19-4ACF-A940-E2EF4972831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8897878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59A07C4-C6D6-4BFD-9B5E-806D7363EE17}"/>
              </a:ext>
            </a:extLst>
          </p:cNvPr>
          <p:cNvPicPr>
            <a:picLocks xmlns:a="http://schemas.openxmlformats.org/drawingml/2006/main" noChangeAspect="1"/>
          </p:cNvPicPr>
          <p:nvPr/>
        </p:nvPicPr>
        <p:blipFill>
          <a:blip xmlns:r="http://schemas.openxmlformats.org/officeDocument/2006/relationships" xmlns:a="http://schemas.openxmlformats.org/drawingml/2006/main" r:embed="Rc0aec35e37984a8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757E06-7496-4E8B-AA43-DD782E33BA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F9A553-D4F5-42F7-9418-5BA3D0DE634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170A461-508C-4FD5-85D7-CFD35AD2B0F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62FBE14-B85F-4E7D-86B8-621ACB3E49B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D0FD3C0-50A5-4F53-914A-60981025451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0605D04C-4C15-4F92-8E30-949677EEC2A7}"/>
              </a:ext>
            </a:extLst>
          </p:cNvPr>
          <p:cNvPicPr>
            <a:picLocks xmlns:a="http://schemas.openxmlformats.org/drawingml/2006/main" noChangeAspect="1"/>
          </p:cNvPicPr>
          <p:nvPr/>
        </p:nvPicPr>
        <p:blipFill>
          <a:blip xmlns:r="http://schemas.openxmlformats.org/officeDocument/2006/relationships" xmlns:a="http://schemas.openxmlformats.org/drawingml/2006/main" r:embed="R326b9c51295f4194"/>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92D6AF3-53FD-4147-A7AC-0B36F804CD2F}"/>
              </a:ext>
            </a:extLst>
          </p:cNvPr>
          <p:cNvPicPr>
            <a:picLocks xmlns:a="http://schemas.openxmlformats.org/drawingml/2006/main" noChangeAspect="1"/>
          </p:cNvPicPr>
          <p:nvPr/>
        </p:nvPicPr>
        <p:blipFill>
          <a:blip xmlns:r="http://schemas.openxmlformats.org/officeDocument/2006/relationships" xmlns:a="http://schemas.openxmlformats.org/drawingml/2006/main" r:embed="Rd7d54b813da047b6"/>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595E784A-45BF-4A4C-8C88-D7814544A17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3399D014-8317-4368-A4F4-A6C17DE0BE7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4193414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0A35E86-D2D1-4D08-A0E7-6B76D352EEE2}"/>
              </a:ext>
            </a:extLst>
          </p:cNvPr>
          <p:cNvPicPr>
            <a:picLocks xmlns:a="http://schemas.openxmlformats.org/drawingml/2006/main" noChangeAspect="1"/>
          </p:cNvPicPr>
          <p:nvPr/>
        </p:nvPicPr>
        <p:blipFill>
          <a:blip xmlns:r="http://schemas.openxmlformats.org/officeDocument/2006/relationships" xmlns:a="http://schemas.openxmlformats.org/drawingml/2006/main" r:embed="R05137ee83b23491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3F2B34-35B3-48D7-9831-BC1416FED0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C94718-45F0-4194-AEFB-7DE0E5AB316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B92E063-9637-47D8-BD0A-F864CCE3E67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01059B1-B922-4708-8C22-2F18F7D552A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D543E58-54AB-48B7-BE2B-E1AED3A7D03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E32387E7-D91E-4B78-BC00-865772DE992A}"/>
              </a:ext>
            </a:extLst>
          </p:cNvPr>
          <p:cNvPicPr>
            <a:picLocks xmlns:a="http://schemas.openxmlformats.org/drawingml/2006/main" noChangeAspect="1"/>
          </p:cNvPicPr>
          <p:nvPr/>
        </p:nvPicPr>
        <p:blipFill>
          <a:blip xmlns:r="http://schemas.openxmlformats.org/officeDocument/2006/relationships" xmlns:a="http://schemas.openxmlformats.org/drawingml/2006/main" r:embed="Rf23691cc67324870"/>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4275ABA-F821-412B-9F46-3AAB5FA64C87}"/>
              </a:ext>
            </a:extLst>
          </p:cNvPr>
          <p:cNvPicPr>
            <a:picLocks xmlns:a="http://schemas.openxmlformats.org/drawingml/2006/main" noChangeAspect="1"/>
          </p:cNvPicPr>
          <p:nvPr/>
        </p:nvPicPr>
        <p:blipFill>
          <a:blip xmlns:r="http://schemas.openxmlformats.org/officeDocument/2006/relationships" xmlns:a="http://schemas.openxmlformats.org/drawingml/2006/main" r:embed="R0dd2e854c47149e2"/>
          <a:stretch xmlns:a="http://schemas.openxmlformats.org/drawingml/2006/main"/>
        </p:blipFill>
        <p:spPr>
          <a:xfrm xmlns:a="http://schemas.openxmlformats.org/drawingml/2006/main">
            <a:off x="1332671" y="6010275"/>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C1596777-5DB5-4C98-A5F0-780C2CC1F11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15537C14-1972-4E57-9E50-D0642DBECB0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3513935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9468A8E-32D8-40CE-95EC-2437CDBB3765}"/>
              </a:ext>
            </a:extLst>
          </p:cNvPr>
          <p:cNvPicPr>
            <a:picLocks xmlns:a="http://schemas.openxmlformats.org/drawingml/2006/main" noChangeAspect="1"/>
          </p:cNvPicPr>
          <p:nvPr/>
        </p:nvPicPr>
        <p:blipFill>
          <a:blip xmlns:r="http://schemas.openxmlformats.org/officeDocument/2006/relationships" xmlns:a="http://schemas.openxmlformats.org/drawingml/2006/main" r:embed="Raaee2019489f4b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007FC9-7023-4247-9C4D-6209526E42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050A25F-46A2-4C48-BE29-9C9D90F76D8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1443BFB-27A7-410D-A946-E733745D8F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16AF89A-6D88-4723-B0FD-93DBEE24846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5E752E1-81DC-49E5-86CF-D79CD86860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D22ACA7C-289D-44BF-84D5-0662BFF3BF5C}"/>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6FC5B70-A191-4568-8005-950646456017}"/>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1DAC9AB-20F9-43D9-A3F1-66AED7E08A38}"/>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037798B-9BAA-44A0-A0CF-24440847784E}"/>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EE94419-7B9F-4124-A63D-80D03555F51F}"/>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86468951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CCCBE51D-A702-4578-B5E9-79C526BB15F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1AA3693-612E-46DA-92D6-C5387BFCFEA3}"/>
              </a:ext>
            </a:extLst>
          </p:cNvPr>
          <p:cNvPicPr>
            <a:picLocks xmlns:a="http://schemas.openxmlformats.org/drawingml/2006/main" noChangeAspect="1"/>
          </p:cNvPicPr>
          <p:nvPr/>
        </p:nvPicPr>
        <p:blipFill>
          <a:blip xmlns:r="http://schemas.openxmlformats.org/officeDocument/2006/relationships" xmlns:a="http://schemas.openxmlformats.org/drawingml/2006/main" r:embed="R8145155bc95242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6634B66-13D2-4BD6-AA2E-B456619C6E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63B00A5C-CB89-4EBF-81CA-1500F6A5D3E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06DFCE19-ECA7-4EBD-9CD6-65397A2EF85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5D51D04F-EB8E-4AE8-8686-DDCAAE1E8E8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1279480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9580237-AEC0-4FB7-AA6A-6F77A666A094}"/>
              </a:ext>
            </a:extLst>
          </p:cNvPr>
          <p:cNvPicPr>
            <a:picLocks xmlns:a="http://schemas.openxmlformats.org/drawingml/2006/main" noChangeAspect="1"/>
          </p:cNvPicPr>
          <p:nvPr/>
        </p:nvPicPr>
        <p:blipFill>
          <a:blip xmlns:r="http://schemas.openxmlformats.org/officeDocument/2006/relationships" xmlns:a="http://schemas.openxmlformats.org/drawingml/2006/main" r:embed="R91be9ec3b69748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D25DFA-7607-4E5C-AC71-A5CE8BC4FD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3DBC09-3019-449F-9A32-703E073D6A5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BE4CC82-60D7-4394-92D1-F44E4780C00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5CEA2BC-FF25-4BBA-A5ED-FE0EC7F8ABA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5E14443-33DC-4E17-B9C8-589C078DBAB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157EEA8A-638F-485B-AEA2-1E2C59D1B8B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E3A3E7C-7383-43FA-A416-D8DDAEBA8166}"/>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205FA608-2284-4692-B68A-74B2F8F63F8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71041C0-2E9A-4D19-9063-79B9A66C10A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761A1AD0-0133-4489-A3CF-22876A7A408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F7A6E5B-7A13-43B3-B229-0A784AD436B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323998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BF897F6-7E99-4DEF-9AA5-F47C666F5255}"/>
              </a:ext>
            </a:extLst>
          </p:cNvPr>
          <p:cNvPicPr>
            <a:picLocks xmlns:a="http://schemas.openxmlformats.org/drawingml/2006/main" noChangeAspect="1"/>
          </p:cNvPicPr>
          <p:nvPr/>
        </p:nvPicPr>
        <p:blipFill>
          <a:blip xmlns:r="http://schemas.openxmlformats.org/officeDocument/2006/relationships" xmlns:a="http://schemas.openxmlformats.org/drawingml/2006/main" r:embed="R0a9faa034d444a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FC8634-4ACC-40E0-856C-8FB27C47A6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BB2D4D-C78C-4DFA-85DE-93AEC6581D8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DA09493-E5E3-4F79-A34A-B6E9A0ED75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2D61B9-7E56-40CB-8867-C9462B95BC4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21D65D8-D673-47BA-BE81-F9E01F02723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E9F3D179-A030-458B-9B13-7C36E5D9E9B0}"/>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3CCFDC0B-D058-4153-A1E6-9BA851D827F4}"/>
              </a:ext>
            </a:extLst>
          </p:cNvPr>
          <p:cNvPicPr>
            <a:picLocks xmlns:a="http://schemas.openxmlformats.org/drawingml/2006/main" noChangeAspect="1"/>
          </p:cNvPicPr>
          <p:nvPr/>
        </p:nvPicPr>
        <p:blipFill>
          <a:blip xmlns:r="http://schemas.openxmlformats.org/officeDocument/2006/relationships" xmlns:a="http://schemas.openxmlformats.org/drawingml/2006/main" r:embed="R20404ec6dd324b2e"/>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2E2DB61-72DE-40B1-8A8F-9E806E4FD20F}"/>
              </a:ext>
            </a:extLst>
          </p:cNvPr>
          <p:cNvPicPr>
            <a:picLocks xmlns:a="http://schemas.openxmlformats.org/drawingml/2006/main" noChangeAspect="1"/>
          </p:cNvPicPr>
          <p:nvPr/>
        </p:nvPicPr>
        <p:blipFill>
          <a:blip xmlns:r="http://schemas.openxmlformats.org/officeDocument/2006/relationships" xmlns:a="http://schemas.openxmlformats.org/drawingml/2006/main" r:embed="R569d2bd6b813409f"/>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42E2EA2-7830-4DC0-9E68-7E36C629A663}"/>
              </a:ext>
            </a:extLst>
          </p:cNvPr>
          <p:cNvPicPr>
            <a:picLocks xmlns:a="http://schemas.openxmlformats.org/drawingml/2006/main" noChangeAspect="1"/>
          </p:cNvPicPr>
          <p:nvPr/>
        </p:nvPicPr>
        <p:blipFill>
          <a:blip xmlns:r="http://schemas.openxmlformats.org/officeDocument/2006/relationships" xmlns:a="http://schemas.openxmlformats.org/drawingml/2006/main" r:embed="R3c9c10438fd44929"/>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5840270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D0F4F5B-1C10-4575-9100-BAE38BD0AA96}"/>
              </a:ext>
            </a:extLst>
          </p:cNvPr>
          <p:cNvPicPr>
            <a:picLocks xmlns:a="http://schemas.openxmlformats.org/drawingml/2006/main" noChangeAspect="1"/>
          </p:cNvPicPr>
          <p:nvPr/>
        </p:nvPicPr>
        <p:blipFill>
          <a:blip xmlns:r="http://schemas.openxmlformats.org/officeDocument/2006/relationships" xmlns:a="http://schemas.openxmlformats.org/drawingml/2006/main" r:embed="R601e6ef932b346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1046AF-AB7D-4407-944A-FDD2D7349F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E9CFCD-E557-44D1-A0D6-F8C468446E5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01DEDF2-9BFE-4F90-B5B7-CF835985FA0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B188316-C01E-4910-8B48-63EBC954FEC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FB92672-69E1-4F38-B3F0-E4BEEB309A3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41DD93BD-6593-43A4-B48E-53989429AC59}"/>
              </a:ext>
            </a:extLst>
          </p:cNvPr>
          <p:cNvPicPr>
            <a:picLocks xmlns:a="http://schemas.openxmlformats.org/drawingml/2006/main" noChangeAspect="1"/>
          </p:cNvPicPr>
          <p:nvPr/>
        </p:nvPicPr>
        <p:blipFill>
          <a:blip xmlns:r="http://schemas.openxmlformats.org/officeDocument/2006/relationships" xmlns:a="http://schemas.openxmlformats.org/drawingml/2006/main" r:embed="R276d935141854252"/>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2CC7FB0-2862-440E-8AB0-0596E65CB5E1}"/>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E7D2259B-E222-4D65-9B3A-B2F6027C985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C8AA3F9-2CA2-4AF2-BA5F-833FE61FF659}"/>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9085293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6354E9E-CF11-4C90-8275-EEBCC024B55D}"/>
              </a:ext>
            </a:extLst>
          </p:cNvPr>
          <p:cNvPicPr>
            <a:picLocks xmlns:a="http://schemas.openxmlformats.org/drawingml/2006/main" noChangeAspect="1"/>
          </p:cNvPicPr>
          <p:nvPr/>
        </p:nvPicPr>
        <p:blipFill>
          <a:blip xmlns:r="http://schemas.openxmlformats.org/officeDocument/2006/relationships" xmlns:a="http://schemas.openxmlformats.org/drawingml/2006/main" r:embed="R72a28fd7548444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B692B7-07CF-413E-91DC-1D9542F751F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CFC09E1-940A-42F6-B5C3-C16CBBD4716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1E4B065-A1AD-4324-B7F1-1A7E929EF3A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83436E4-0756-49E8-90C9-BBA673AFBAA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F4529EE-D3CC-4648-80A7-EFA24DC3C98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9820F8EA-6C2E-44D9-8B7A-5E2F6D100E03}"/>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E51C030D-0B4A-4B5D-9920-66BAD7C3C664}"/>
              </a:ext>
            </a:extLst>
          </p:cNvPr>
          <p:cNvPicPr>
            <a:picLocks xmlns:a="http://schemas.openxmlformats.org/drawingml/2006/main" noChangeAspect="1"/>
          </p:cNvPicPr>
          <p:nvPr/>
        </p:nvPicPr>
        <p:blipFill>
          <a:blip xmlns:r="http://schemas.openxmlformats.org/officeDocument/2006/relationships" xmlns:a="http://schemas.openxmlformats.org/drawingml/2006/main" r:embed="R91d29ec34ca14426"/>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A966DBA-DDED-4D23-B7E6-77FC6285E5BD}"/>
              </a:ext>
            </a:extLst>
          </p:cNvPr>
          <p:cNvPicPr>
            <a:picLocks xmlns:a="http://schemas.openxmlformats.org/drawingml/2006/main" noChangeAspect="1"/>
          </p:cNvPicPr>
          <p:nvPr/>
        </p:nvPicPr>
        <p:blipFill>
          <a:blip xmlns:r="http://schemas.openxmlformats.org/officeDocument/2006/relationships" xmlns:a="http://schemas.openxmlformats.org/drawingml/2006/main" r:embed="Refa75d4291214de5"/>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678DDB14-1263-4A53-9154-F4B11CF11B60}"/>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B1C66ECA-9CEE-4821-9B2C-C84060FC1344}"/>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5229522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1BD02CE-3B89-48A5-87C3-1B133E0B50C7}"/>
              </a:ext>
            </a:extLst>
          </p:cNvPr>
          <p:cNvPicPr>
            <a:picLocks xmlns:a="http://schemas.openxmlformats.org/drawingml/2006/main" noChangeAspect="1"/>
          </p:cNvPicPr>
          <p:nvPr/>
        </p:nvPicPr>
        <p:blipFill>
          <a:blip xmlns:r="http://schemas.openxmlformats.org/officeDocument/2006/relationships" xmlns:a="http://schemas.openxmlformats.org/drawingml/2006/main" r:embed="R2f5b3ca308fd42d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055789-5EAF-4087-A28C-4447D2D19A0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48A7625-110B-4502-9C01-3DB0E3E9133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543D665-881E-4FC6-BA73-163DC4EA208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C31A867-15D8-4BAA-BE10-A151B44EA8B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CAE9BE2-37B8-466C-A71F-0AEFD8A647C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46E4FAF3-4CF4-40CD-956B-E6250536DE5B}"/>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879CD29B-93A9-463C-BB19-D53B79B7E5AE}"/>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A9C6E465-CF8E-46D6-AFDE-13DD700C3BBA}"/>
              </a:ext>
            </a:extLst>
          </p:cNvPr>
          <p:cNvPicPr>
            <a:picLocks xmlns:a="http://schemas.openxmlformats.org/drawingml/2006/main" noChangeAspect="1"/>
          </p:cNvPicPr>
          <p:nvPr/>
        </p:nvPicPr>
        <p:blipFill>
          <a:blip xmlns:r="http://schemas.openxmlformats.org/officeDocument/2006/relationships" xmlns:a="http://schemas.openxmlformats.org/drawingml/2006/main" r:embed="R01184a846fbb4f29"/>
          <a:stretch xmlns:a="http://schemas.openxmlformats.org/drawingml/2006/main"/>
        </p:blipFill>
        <p:spPr>
          <a:xfrm xmlns:a="http://schemas.openxmlformats.org/drawingml/2006/main">
            <a:off x="2278626" y="5581650"/>
            <a:ext cx="9673098" cy="1009650"/>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BB7074B5-A842-45C2-A049-808EAFDA0690}"/>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255330B-E52C-4ACE-B9D2-A85ABF2B42C4}"/>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3987207C-14A1-4AB1-ADB6-AA381046691B}"/>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CCBEC3D7-401E-483E-9F26-D253DD9252DF}"/>
              </a:ext>
            </a:extLst>
          </p:cNvPr>
          <p:cNvPicPr>
            <a:picLocks xmlns:a="http://schemas.openxmlformats.org/drawingml/2006/main" noChangeAspect="1"/>
          </p:cNvPicPr>
          <p:nvPr/>
        </p:nvPicPr>
        <p:blipFill>
          <a:blip xmlns:r="http://schemas.openxmlformats.org/officeDocument/2006/relationships" xmlns:a="http://schemas.openxmlformats.org/drawingml/2006/main" r:embed="R7b11437290364597"/>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1851622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45D56D3-79C8-44C3-B773-6859228DE1AB}"/>
              </a:ext>
            </a:extLst>
          </p:cNvPr>
          <p:cNvPicPr>
            <a:picLocks xmlns:a="http://schemas.openxmlformats.org/drawingml/2006/main" noChangeAspect="1"/>
          </p:cNvPicPr>
          <p:nvPr/>
        </p:nvPicPr>
        <p:blipFill>
          <a:blip xmlns:r="http://schemas.openxmlformats.org/officeDocument/2006/relationships" xmlns:a="http://schemas.openxmlformats.org/drawingml/2006/main" r:embed="R6147a59926ee44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D330A91-F819-4513-8863-5B61E6F50C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C256AC-5CB1-41D9-8660-EF03C71CA96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EFB268A-53FA-4266-BD76-2DB0AB6B396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7DB2976-FBB1-4D4C-8164-B91420136D2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0D5EAF0-EB56-4D7B-9827-8DF6CCC6017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9CC4BB41-753F-4793-B60C-6D77E9CCAB06}"/>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DC261ED2-7FEB-45BD-91CB-F4384BEF4868}"/>
              </a:ext>
            </a:extLst>
          </p:cNvPr>
          <p:cNvPicPr>
            <a:picLocks xmlns:a="http://schemas.openxmlformats.org/drawingml/2006/main" noChangeAspect="1"/>
          </p:cNvPicPr>
          <p:nvPr/>
        </p:nvPicPr>
        <p:blipFill>
          <a:blip xmlns:r="http://schemas.openxmlformats.org/officeDocument/2006/relationships" xmlns:a="http://schemas.openxmlformats.org/drawingml/2006/main" r:embed="R9824d35beea44f88"/>
          <a:stretch xmlns:a="http://schemas.openxmlformats.org/drawingml/2006/main"/>
        </p:blipFill>
        <p:spPr>
          <a:xfrm xmlns:a="http://schemas.openxmlformats.org/drawingml/2006/main">
            <a:off x="1905000" y="485871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4E3DB2C-D824-45B0-9531-720C5A5CACBB}"/>
              </a:ext>
            </a:extLst>
          </p:cNvPr>
          <p:cNvPicPr>
            <a:picLocks xmlns:a="http://schemas.openxmlformats.org/drawingml/2006/main" noChangeAspect="1"/>
          </p:cNvPicPr>
          <p:nvPr/>
        </p:nvPicPr>
        <p:blipFill>
          <a:blip xmlns:r="http://schemas.openxmlformats.org/officeDocument/2006/relationships" xmlns:a="http://schemas.openxmlformats.org/drawingml/2006/main" r:embed="R2764e73a08024356"/>
          <a:stretch xmlns:a="http://schemas.openxmlformats.org/drawingml/2006/main"/>
        </p:blipFill>
        <p:spPr>
          <a:xfrm xmlns:a="http://schemas.openxmlformats.org/drawingml/2006/main">
            <a:off x="1905000" y="61635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3740E6C-BD52-4249-95AC-7224A6E21C2B}"/>
              </a:ext>
            </a:extLst>
          </p:cNvPr>
          <p:cNvSpPr>
            <a:spLocks xmlns:a="http://schemas.openxmlformats.org/drawingml/2006/main" noGrp="1"/>
          </p:cNvSpPr>
          <p:nvPr/>
        </p:nvSpPr>
        <p:spPr>
          <a:xfrm xmlns:a="http://schemas.openxmlformats.org/drawingml/2006/main">
            <a:off x="2000250" y="752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E465182C-648F-4C48-A29A-CA322A0FF08A}"/>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B033BB77-EA04-4437-8091-7BCDAFC91E8C}"/>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3771633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D6659920-E4DF-4F8F-8A54-54ED2FDED14F}"/>
              </a:ext>
            </a:extLst>
          </p:cNvPr>
          <p:cNvPicPr>
            <a:picLocks xmlns:a="http://schemas.openxmlformats.org/drawingml/2006/main" noChangeAspect="1"/>
          </p:cNvPicPr>
          <p:nvPr/>
        </p:nvPicPr>
        <p:blipFill>
          <a:blip xmlns:r="http://schemas.openxmlformats.org/officeDocument/2006/relationships" xmlns:a="http://schemas.openxmlformats.org/drawingml/2006/main" r:embed="Rb1a66983e22645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AD8B63-BD64-4D00-A6F2-C4D4F49EACD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82829A-1B37-4E9E-8A3E-E657E45D625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71C9FDF-9013-4C90-9A1B-5A6AAF20506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72FFC7F-49E2-4B57-8A2A-F96049FB75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DBE86AB-A4B2-481E-A125-5A5A817CFF1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E4770771-C3D5-4799-BB84-3A25F8774C9A}"/>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E6C1620-6AE1-427E-89E1-2A5F24787D3B}"/>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5772264-CEEE-4141-B9BE-D15351B57EB0}"/>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A68E01FB-3CB9-4F11-B7FA-A08FACB7E2CF}"/>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7587AE4B-213C-468B-A900-36231AEB2A51}"/>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273218B5-8D3E-470A-9D11-DDE33B985503}"/>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942A90-82EB-49AF-BAC9-D1AD0DFDA391}"/>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7BBE9A17-392F-4A57-A736-8EE9F67AB332}"/>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259BE8A8-A6B8-440E-B21A-9BD1B9F5773A}"/>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51EE0896-AA04-4537-80F5-CCC8B3627641}"/>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B6E1FC16-DA0E-4C1C-B775-CB736BBCC812}"/>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16410A4-2FA4-410E-99E6-47B97A3DE19C}"/>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32EDF294-22F8-4A3F-890B-122D6BE2CD4A}"/>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0E3BA850-FC3B-4A00-AAEA-2E4822F8B328}"/>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A36CCD23-61FF-4238-A853-27BA0C4DF15F}"/>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B0F411E0-3084-4F5E-AB40-7519DE612EAF}"/>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688F7DE-29BF-4169-ADB5-1F04EF9229B5}"/>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21C7F941-A123-48A1-A1F9-8D9D883E4018}"/>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338B5C53-2DBA-49E1-A8E1-BCB5040E5F95}"/>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98678441-7AD8-41FF-BAC5-F130D9AFA0D8}"/>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9030896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8D76C50-A4E1-48FC-97B9-B00483AF3E04}"/>
              </a:ext>
            </a:extLst>
          </p:cNvPr>
          <p:cNvPicPr>
            <a:picLocks xmlns:a="http://schemas.openxmlformats.org/drawingml/2006/main" noChangeAspect="1"/>
          </p:cNvPicPr>
          <p:nvPr/>
        </p:nvPicPr>
        <p:blipFill>
          <a:blip xmlns:r="http://schemas.openxmlformats.org/officeDocument/2006/relationships" xmlns:a="http://schemas.openxmlformats.org/drawingml/2006/main" r:embed="Raf80424c1a944ef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D4D6DCA-0322-4319-B902-77F7062A01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0D870A4-5457-4F47-9546-38519032F25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E76A52A-4EDC-4AD0-9302-F22D46E079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F1D4018-9483-479E-B405-B7547ACBA30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67F62A6B-9305-4F2A-853F-9477BFB96E4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2BA665CD-5947-4DE9-B09B-787718AB2933}"/>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3C2C537D-870F-4B63-A370-5097F1BC657F}"/>
              </a:ext>
            </a:extLst>
          </p:cNvPr>
          <p:cNvPicPr>
            <a:picLocks xmlns:a="http://schemas.openxmlformats.org/drawingml/2006/main" noChangeAspect="1"/>
          </p:cNvPicPr>
          <p:nvPr/>
        </p:nvPicPr>
        <p:blipFill>
          <a:blip xmlns:r="http://schemas.openxmlformats.org/officeDocument/2006/relationships" xmlns:a="http://schemas.openxmlformats.org/drawingml/2006/main" r:embed="R77bff83e132547ab"/>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481955D9-FF48-4514-A058-C6757C8EEBF8}"/>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1572DFDF-9F78-4EEE-92AC-2B6906086B83}"/>
              </a:ext>
            </a:extLst>
          </p:cNvPr>
          <p:cNvPicPr>
            <a:picLocks xmlns:a="http://schemas.openxmlformats.org/drawingml/2006/main" noChangeAspect="1"/>
          </p:cNvPicPr>
          <p:nvPr/>
        </p:nvPicPr>
        <p:blipFill>
          <a:blip xmlns:r="http://schemas.openxmlformats.org/officeDocument/2006/relationships" xmlns:a="http://schemas.openxmlformats.org/drawingml/2006/main" r:embed="R90b44625980448e8"/>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9166293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95BFB26-F950-4716-8AB9-AA19A541C928}"/>
              </a:ext>
            </a:extLst>
          </p:cNvPr>
          <p:cNvPicPr>
            <a:picLocks xmlns:a="http://schemas.openxmlformats.org/drawingml/2006/main" noChangeAspect="1"/>
          </p:cNvPicPr>
          <p:nvPr/>
        </p:nvPicPr>
        <p:blipFill>
          <a:blip xmlns:r="http://schemas.openxmlformats.org/officeDocument/2006/relationships" xmlns:a="http://schemas.openxmlformats.org/drawingml/2006/main" r:embed="Re3376220658343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3277C2-B4C8-48F0-9264-AC50496B14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3FD60F2-25FE-4294-84B3-CF034C60825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8C238D9-0D6D-406D-9C4E-04A4DC8D619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878EEA0-9BEB-4C3A-84A7-0FA9C9CB47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06DECAC-E877-4A0E-9A26-FBCE5CAE408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A9FA23A3-A93E-44FC-BFE4-C23AA8D64102}"/>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2B86BF7B-C7B1-48CB-B326-5E54D21B76C2}"/>
              </a:ext>
            </a:extLst>
          </p:cNvPr>
          <p:cNvPicPr>
            <a:picLocks xmlns:a="http://schemas.openxmlformats.org/drawingml/2006/main" noChangeAspect="1"/>
          </p:cNvPicPr>
          <p:nvPr/>
        </p:nvPicPr>
        <p:blipFill>
          <a:blip xmlns:r="http://schemas.openxmlformats.org/officeDocument/2006/relationships" xmlns:a="http://schemas.openxmlformats.org/drawingml/2006/main" r:embed="R99af0c1a1e5b47a8"/>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ECA1461-7985-4CCE-8585-4613328A0352}"/>
              </a:ext>
            </a:extLst>
          </p:cNvPr>
          <p:cNvPicPr>
            <a:picLocks xmlns:a="http://schemas.openxmlformats.org/drawingml/2006/main" noChangeAspect="1"/>
          </p:cNvPicPr>
          <p:nvPr/>
        </p:nvPicPr>
        <p:blipFill>
          <a:blip xmlns:r="http://schemas.openxmlformats.org/officeDocument/2006/relationships" xmlns:a="http://schemas.openxmlformats.org/drawingml/2006/main" r:embed="R0516c185e6234455"/>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02E3240A-7AC9-4D1D-9917-63EB5E6AD58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0A853399-0C97-4EF4-8B13-6D23FA41390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64392134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E581F97-9DF6-41AF-88F7-BB9889C7861F}"/>
              </a:ext>
            </a:extLst>
          </p:cNvPr>
          <p:cNvPicPr>
            <a:picLocks xmlns:a="http://schemas.openxmlformats.org/drawingml/2006/main" noChangeAspect="1"/>
          </p:cNvPicPr>
          <p:nvPr/>
        </p:nvPicPr>
        <p:blipFill>
          <a:blip xmlns:r="http://schemas.openxmlformats.org/officeDocument/2006/relationships" xmlns:a="http://schemas.openxmlformats.org/drawingml/2006/main" r:embed="Rb93f4b281734420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628861C-41DB-4D56-AD48-915D2F61854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19BB0C-1CCA-4EF3-B6C9-29B6C67C79E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36A26A8-F7A1-45C3-9392-88AB7C3B282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9C3FB26-9B96-49CC-BEC2-4FE15387A75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F0C8DF3-6917-4B0F-8F75-6E6ADA166A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DFC19835-DEF1-46D7-A360-D0DFA748ED3D}"/>
              </a:ext>
            </a:extLst>
          </p:cNvPr>
          <p:cNvPicPr>
            <a:picLocks xmlns:a="http://schemas.openxmlformats.org/drawingml/2006/main" noChangeAspect="1"/>
          </p:cNvPicPr>
          <p:nvPr/>
        </p:nvPicPr>
        <p:blipFill>
          <a:blip xmlns:r="http://schemas.openxmlformats.org/officeDocument/2006/relationships" xmlns:a="http://schemas.openxmlformats.org/drawingml/2006/main" r:embed="R9cc30c14064f407e"/>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D2234FA-5DB0-4CF6-8932-58AE14CEB117}"/>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D83C7754-C6BB-4603-965C-99E2DD419FB2}"/>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3376DDF6-DB84-4B03-B87A-6024E78BB56B}"/>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5CA52AB2-AC77-423B-BEBE-C3F6950C06F1}"/>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759055997"/>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8B2A6321-58E2-46E6-95C4-A8E56011E874}"/>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63E65B2-0DFF-4260-A551-7F9110BD1644}"/>
              </a:ext>
            </a:extLst>
          </p:cNvPr>
          <p:cNvPicPr>
            <a:picLocks xmlns:a="http://schemas.openxmlformats.org/drawingml/2006/main" noChangeAspect="1"/>
          </p:cNvPicPr>
          <p:nvPr/>
        </p:nvPicPr>
        <p:blipFill>
          <a:blip xmlns:r="http://schemas.openxmlformats.org/officeDocument/2006/relationships" xmlns:a="http://schemas.openxmlformats.org/drawingml/2006/main" r:embed="Rd9e8d318f3734c5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EC05D74-56C8-4F3D-BBBE-0C0691C736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F50F6B35-CFEE-4064-B7AD-90D4347BEAC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D57767A9-EADA-4900-899F-9324864FD2D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96AC9993-900F-4BA3-A993-E5CA0993C4C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7435920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44B1DD0-5D22-451B-BFDC-B5FCD96A190E}"/>
              </a:ext>
            </a:extLst>
          </p:cNvPr>
          <p:cNvPicPr>
            <a:picLocks xmlns:a="http://schemas.openxmlformats.org/drawingml/2006/main" noChangeAspect="1"/>
          </p:cNvPicPr>
          <p:nvPr/>
        </p:nvPicPr>
        <p:blipFill>
          <a:blip xmlns:r="http://schemas.openxmlformats.org/officeDocument/2006/relationships" xmlns:a="http://schemas.openxmlformats.org/drawingml/2006/main" r:embed="R4bc85e0df903439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A4BFBB-6D06-4199-B06A-4853E29128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444F39-6DDD-43E2-BBF2-C3E37C2C0E9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352B824-DED4-4CEF-9E9D-83078E002A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655C089-3714-4EFB-BC82-04EEB8A631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885A70C-A4C1-471D-B4D3-E74C1A35088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37E0DE97-E7D5-4CC6-8910-3A8DD859F406}"/>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DAA4899D-1281-473C-A6FE-1DEEF83D04A2}"/>
              </a:ext>
            </a:extLst>
          </p:cNvPr>
          <p:cNvPicPr>
            <a:picLocks xmlns:a="http://schemas.openxmlformats.org/drawingml/2006/main" noChangeAspect="1"/>
          </p:cNvPicPr>
          <p:nvPr/>
        </p:nvPicPr>
        <p:blipFill>
          <a:blip xmlns:r="http://schemas.openxmlformats.org/officeDocument/2006/relationships" xmlns:a="http://schemas.openxmlformats.org/drawingml/2006/main" r:embed="Ra33bc68a50894254"/>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86E032B5-A616-44EF-81AB-F46E7EF2BFA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9F5CC1C3-DBEE-403E-843F-44C016AECAE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0CFCD4FD-097B-4E1A-91C6-24F5CDD2D3F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3D9A6329-0711-4301-87FA-53CFF9AB2AD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77293114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0E67E59-6E49-41E8-A302-9F9190819D72}"/>
              </a:ext>
            </a:extLst>
          </p:cNvPr>
          <p:cNvPicPr>
            <a:picLocks xmlns:a="http://schemas.openxmlformats.org/drawingml/2006/main" noChangeAspect="1"/>
          </p:cNvPicPr>
          <p:nvPr/>
        </p:nvPicPr>
        <p:blipFill>
          <a:blip xmlns:r="http://schemas.openxmlformats.org/officeDocument/2006/relationships" xmlns:a="http://schemas.openxmlformats.org/drawingml/2006/main" r:embed="R924db77da93746b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9F3ADC-BD80-40A4-B58D-3FA02FB00A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EACFFA-B95A-45FF-889F-01377BC067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A3C0748-14D5-4450-92E8-2A6D46328E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7785CB2-AAD0-47FE-A8C6-DD394929788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70D6DE1-960C-456A-B806-62C88D9E08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7233462F-02A2-4B35-8F09-8415F7CA3502}"/>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2B47E80-B79D-4F3E-8216-8CDA01837A51}"/>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346AD24-305A-4EBB-8A2B-A422F885D8D4}"/>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B9D7C17-37E2-4052-B5CF-BE1B3BC8A70F}"/>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B2C1015-4575-442B-946C-B5103FA43173}"/>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DED6AA30-D25D-439C-BDB2-09ADD073298E}"/>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69760F10-B114-41AC-82C8-E5AD8038B929}"/>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40187960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CE3DB13-51E4-4A16-9445-09B32EEF0142}"/>
              </a:ext>
            </a:extLst>
          </p:cNvPr>
          <p:cNvPicPr>
            <a:picLocks xmlns:a="http://schemas.openxmlformats.org/drawingml/2006/main" noChangeAspect="1"/>
          </p:cNvPicPr>
          <p:nvPr/>
        </p:nvPicPr>
        <p:blipFill>
          <a:blip xmlns:r="http://schemas.openxmlformats.org/officeDocument/2006/relationships" xmlns:a="http://schemas.openxmlformats.org/drawingml/2006/main" r:embed="R0cb14343449d4d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47B85A-F574-4F61-8A95-21E384F4293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238E91-9932-41C3-9BA6-FC48D812831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9B6A7CF-7FFF-4D1E-9ACE-AA48D78C08A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B67CE03-07D0-41B6-9276-C827B9ECAF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80EB94A-1F17-43FD-B312-4EAE40EDF07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91003921-E60F-442E-9E9C-C24E28318E5A}"/>
              </a:ext>
            </a:extLst>
          </p:cNvPr>
          <p:cNvPicPr>
            <a:picLocks xmlns:a="http://schemas.openxmlformats.org/drawingml/2006/main" noChangeAspect="1"/>
          </p:cNvPicPr>
          <p:nvPr/>
        </p:nvPicPr>
        <p:blipFill>
          <a:blip xmlns:r="http://schemas.openxmlformats.org/officeDocument/2006/relationships" xmlns:a="http://schemas.openxmlformats.org/drawingml/2006/main" r:embed="R05622ba6358f4461"/>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8A5CEDC-5DB3-4B7D-B449-7F06CEDA79C5}"/>
              </a:ext>
            </a:extLst>
          </p:cNvPr>
          <p:cNvPicPr>
            <a:picLocks xmlns:a="http://schemas.openxmlformats.org/drawingml/2006/main" noChangeAspect="1"/>
          </p:cNvPicPr>
          <p:nvPr/>
        </p:nvPicPr>
        <p:blipFill>
          <a:blip xmlns:r="http://schemas.openxmlformats.org/officeDocument/2006/relationships" xmlns:a="http://schemas.openxmlformats.org/drawingml/2006/main" r:embed="Rfe2c20f9cb6747ef"/>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9FC3D49B-4C48-426B-8191-67873EF01A2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F2F1984-0B9A-41C6-BD0F-647C3A82C8F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88139983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061945C-17E2-4446-88A6-EBCC509BC687}"/>
              </a:ext>
            </a:extLst>
          </p:cNvPr>
          <p:cNvPicPr>
            <a:picLocks xmlns:a="http://schemas.openxmlformats.org/drawingml/2006/main" noChangeAspect="1"/>
          </p:cNvPicPr>
          <p:nvPr/>
        </p:nvPicPr>
        <p:blipFill>
          <a:blip xmlns:r="http://schemas.openxmlformats.org/officeDocument/2006/relationships" xmlns:a="http://schemas.openxmlformats.org/drawingml/2006/main" r:embed="Rdcc4020eeda748b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57EEB9-EF9B-49BF-A462-2085174611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9982B66-15FF-4479-B67A-1071E8F700F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47B4AEF-BEF2-4AFE-858E-4E5BAFC4874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6E5752-2156-4A82-BE96-2BC9D809B2E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341681A-8D96-453D-9490-DA3B75E9EF5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13D33B72-6CED-48E5-AE52-86350704764E}"/>
              </a:ext>
            </a:extLst>
          </p:cNvPr>
          <p:cNvPicPr>
            <a:picLocks xmlns:a="http://schemas.openxmlformats.org/drawingml/2006/main" noChangeAspect="1"/>
          </p:cNvPicPr>
          <p:nvPr/>
        </p:nvPicPr>
        <p:blipFill>
          <a:blip xmlns:r="http://schemas.openxmlformats.org/officeDocument/2006/relationships" xmlns:a="http://schemas.openxmlformats.org/drawingml/2006/main" r:embed="R5d18e4f15a084007"/>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FE1CE1C8-344E-494B-BB8C-10AD288CCC6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4686E83E-63DA-4221-9BF3-F720967BD7A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7427093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73D7F00-2432-437F-AE61-98231BB65E32}"/>
              </a:ext>
            </a:extLst>
          </p:cNvPr>
          <p:cNvPicPr>
            <a:picLocks xmlns:a="http://schemas.openxmlformats.org/drawingml/2006/main" noChangeAspect="1"/>
          </p:cNvPicPr>
          <p:nvPr/>
        </p:nvPicPr>
        <p:blipFill>
          <a:blip xmlns:r="http://schemas.openxmlformats.org/officeDocument/2006/relationships" xmlns:a="http://schemas.openxmlformats.org/drawingml/2006/main" r:embed="R6e806321af084e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327F18-FA0D-4B38-AF68-41ADE76947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C1CEBC-26A2-4EDE-969D-AFFB456175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17FCDC0-8F2E-48DF-AC91-F30FB852B4A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9873B04-FE7D-4747-AB43-08DB4CDE6A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14CFA8B-65D8-4E85-B829-DC949EF44EA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B570E4E0-738D-4D41-BF18-B83E1F4F7507}"/>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B90877AA-828D-4E32-821B-34B0E2552156}"/>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FC58CE8C-42C0-4F1A-9410-09CE36B10273}"/>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C8A54782-0326-43F1-9E3C-0C3F563C97F2}"/>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22F69CA9-89DE-4EF7-AC89-4C85BF304B1D}"/>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EDD8D9ED-8E2D-4A6D-91CD-5D0CDE4156D0}"/>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45692717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ADEDEA4-D266-4BA6-B0F9-9C7CD4D4352E}"/>
              </a:ext>
            </a:extLst>
          </p:cNvPr>
          <p:cNvPicPr>
            <a:picLocks xmlns:a="http://schemas.openxmlformats.org/drawingml/2006/main" noChangeAspect="1"/>
          </p:cNvPicPr>
          <p:nvPr/>
        </p:nvPicPr>
        <p:blipFill>
          <a:blip xmlns:r="http://schemas.openxmlformats.org/officeDocument/2006/relationships" xmlns:a="http://schemas.openxmlformats.org/drawingml/2006/main" r:embed="R2fcbf58298064e2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A2358F-95A7-4179-B77F-4DD238E5362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154CBEF-6FF0-4176-AA62-B872917A55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3C7D00A-998F-4BA8-915C-868E6F4026B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E688B2A-274F-48BE-A55B-FD9C9A66164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99EA15F-2755-4A6B-82A9-9B973DF8F7E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4C1A276F-EF94-4A24-AF33-F9DCEF330CC1}"/>
              </a:ext>
            </a:extLst>
          </p:cNvPr>
          <p:cNvPicPr>
            <a:picLocks xmlns:a="http://schemas.openxmlformats.org/drawingml/2006/main" noChangeAspect="1"/>
          </p:cNvPicPr>
          <p:nvPr/>
        </p:nvPicPr>
        <p:blipFill>
          <a:blip xmlns:r="http://schemas.openxmlformats.org/officeDocument/2006/relationships" xmlns:a="http://schemas.openxmlformats.org/drawingml/2006/main" r:embed="R68b7d63114a14ad8"/>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436865D8-615D-443B-B9FC-2A32C9FE1778}"/>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0EB53B5-6070-4951-BAEA-AFFFA880159B}"/>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614F9A5-9877-4A05-A1B5-1F5B0466FCFD}"/>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322E48D-189D-4702-B8B3-0B153C1B96BE}"/>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71FBE9AF-96FE-4C73-BB20-453977015109}"/>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520518BD-3385-4722-AF22-B87D512C3E72}"/>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62D8D2F4-B678-43BC-AB20-AB90A48878B3}"/>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31F4DD40-97D2-43E2-8421-560E8D473018}"/>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8502F019-3A08-4D49-B3DE-0D2916C99D09}"/>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02067132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0EA2E1A-F5F6-4CCE-A984-AF445D74B381}"/>
              </a:ext>
            </a:extLst>
          </p:cNvPr>
          <p:cNvPicPr>
            <a:picLocks xmlns:a="http://schemas.openxmlformats.org/drawingml/2006/main" noChangeAspect="1"/>
          </p:cNvPicPr>
          <p:nvPr/>
        </p:nvPicPr>
        <p:blipFill>
          <a:blip xmlns:r="http://schemas.openxmlformats.org/officeDocument/2006/relationships" xmlns:a="http://schemas.openxmlformats.org/drawingml/2006/main" r:embed="R17d3987e5aa546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C2A5D9-E25E-4748-A40D-3404D380AB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221513-EA90-446E-8DB5-EA67C1C72D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1B3D10A-CD2F-42D2-90E7-0B4FF34EEC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18A7AA3-E629-48D8-B415-C8238D2052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DF2CE0D-FD62-4625-AE1C-8201015991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20C63D24-E74A-43F1-9CFD-510B7A364263}"/>
              </a:ext>
            </a:extLst>
          </p:cNvPr>
          <p:cNvPicPr>
            <a:picLocks xmlns:a="http://schemas.openxmlformats.org/drawingml/2006/main" noChangeAspect="1"/>
          </p:cNvPicPr>
          <p:nvPr/>
        </p:nvPicPr>
        <p:blipFill>
          <a:blip xmlns:r="http://schemas.openxmlformats.org/officeDocument/2006/relationships" xmlns:a="http://schemas.openxmlformats.org/drawingml/2006/main" r:embed="R498f584e29e44351"/>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CA9EEB6-FBAE-4F0E-8C05-623B429A2E02}"/>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505451B6-5D0B-4CFF-8646-FEBD049DCACC}"/>
              </a:ext>
            </a:extLst>
          </p:cNvPr>
          <p:cNvPicPr>
            <a:picLocks xmlns:a="http://schemas.openxmlformats.org/drawingml/2006/main" noChangeAspect="1"/>
          </p:cNvPicPr>
          <p:nvPr/>
        </p:nvPicPr>
        <p:blipFill>
          <a:blip xmlns:r="http://schemas.openxmlformats.org/officeDocument/2006/relationships" xmlns:a="http://schemas.openxmlformats.org/drawingml/2006/main" r:embed="R09dc4fcca1984d7e"/>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38D81D00-0DAE-40FC-B0D3-BEC570367833}"/>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FB345147-6F99-413C-AF18-F55267B50A50}"/>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5E3FF222-4FF2-4490-BD69-566D82EEEE0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63D90300-A256-461D-8114-67924E23A47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58221054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75B4305-56C4-49D6-AE03-213A47832070}"/>
              </a:ext>
            </a:extLst>
          </p:cNvPr>
          <p:cNvPicPr>
            <a:picLocks xmlns:a="http://schemas.openxmlformats.org/drawingml/2006/main" noChangeAspect="1"/>
          </p:cNvPicPr>
          <p:nvPr/>
        </p:nvPicPr>
        <p:blipFill>
          <a:blip xmlns:r="http://schemas.openxmlformats.org/officeDocument/2006/relationships" xmlns:a="http://schemas.openxmlformats.org/drawingml/2006/main" r:embed="Reaff656502ce4af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F4E6AC-2C1D-4F22-B5BD-C6AA7DD0A9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E51A0E-8732-4626-B649-A552F2AF5F2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011C300-A963-48BC-B0E8-73B9274D87A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01D3618-782F-4555-BCC8-CE205D594AF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D21989F-770F-4B84-8463-8C9FB340DA7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4561A70F-5ED1-41E9-B40A-262B4DEA5846}"/>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48C5BDA-66DA-46E0-AAAB-F44E09CC6760}"/>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FF51EB7-C695-4DC6-9F14-95B782447B61}"/>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6D7C2D7-E3D8-417B-92B3-7563CF651F92}"/>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79AD1AC-8DFA-46B7-95B0-7ECE90C266E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553842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045485EF-3294-4D12-81F2-26F26EF7687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517E5C2-E572-4967-BF3A-0D11D573341A}"/>
              </a:ext>
            </a:extLst>
          </p:cNvPr>
          <p:cNvPicPr>
            <a:picLocks xmlns:a="http://schemas.openxmlformats.org/drawingml/2006/main" noChangeAspect="1"/>
          </p:cNvPicPr>
          <p:nvPr/>
        </p:nvPicPr>
        <p:blipFill>
          <a:blip xmlns:r="http://schemas.openxmlformats.org/officeDocument/2006/relationships" xmlns:a="http://schemas.openxmlformats.org/drawingml/2006/main" r:embed="Ra3ed868a92ed4e7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FD3A1DC1-7AF2-4512-9262-73DEC8FB15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C2D5E73-39AA-472F-B8B6-AB0A757FC4B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9C5653B0-994A-4C0E-8415-97EB0672439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43CD3097-DFFC-4DB7-B1B0-C39C980DE00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36230605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31A3345-7D78-4769-84AB-698EC1434546}"/>
              </a:ext>
            </a:extLst>
          </p:cNvPr>
          <p:cNvPicPr>
            <a:picLocks xmlns:a="http://schemas.openxmlformats.org/drawingml/2006/main" noChangeAspect="1"/>
          </p:cNvPicPr>
          <p:nvPr/>
        </p:nvPicPr>
        <p:blipFill>
          <a:blip xmlns:r="http://schemas.openxmlformats.org/officeDocument/2006/relationships" xmlns:a="http://schemas.openxmlformats.org/drawingml/2006/main" r:embed="R77f68a837cd6413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97F6C2-F101-4903-A788-4905C6FC53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F56A86-9675-4B5F-8215-05CBE9E05A1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DBF718B-155E-48D1-8E78-EBB72C059A3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E2C5FE6-2E1E-48C9-BC79-A025F32F512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0E2334A-774F-4067-9674-F0F16FCD113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A35E7EFE-1F07-4B19-80A8-BA35AF92CF3D}"/>
              </a:ext>
            </a:extLst>
          </p:cNvPr>
          <p:cNvPicPr>
            <a:picLocks xmlns:a="http://schemas.openxmlformats.org/drawingml/2006/main" noChangeAspect="1"/>
          </p:cNvPicPr>
          <p:nvPr/>
        </p:nvPicPr>
        <p:blipFill>
          <a:blip xmlns:r="http://schemas.openxmlformats.org/officeDocument/2006/relationships" xmlns:a="http://schemas.openxmlformats.org/drawingml/2006/main" r:embed="R6088d6023b9f407b"/>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B3DED7C-CA0D-49E7-929D-38A495C3F046}"/>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E3467598-97D6-466C-911D-E4E579F0123A}"/>
              </a:ext>
            </a:extLst>
          </p:cNvPr>
          <p:cNvPicPr>
            <a:picLocks xmlns:a="http://schemas.openxmlformats.org/drawingml/2006/main" noChangeAspect="1"/>
          </p:cNvPicPr>
          <p:nvPr/>
        </p:nvPicPr>
        <p:blipFill>
          <a:blip xmlns:r="http://schemas.openxmlformats.org/officeDocument/2006/relationships" xmlns:a="http://schemas.openxmlformats.org/drawingml/2006/main" r:embed="Rd4cae8f847ee4e81"/>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6DA3FD2-E9C6-4810-B84F-C7C12E01D99E}"/>
              </a:ext>
            </a:extLst>
          </p:cNvPr>
          <p:cNvPicPr>
            <a:picLocks xmlns:a="http://schemas.openxmlformats.org/drawingml/2006/main" noChangeAspect="1"/>
          </p:cNvPicPr>
          <p:nvPr/>
        </p:nvPicPr>
        <p:blipFill>
          <a:blip xmlns:r="http://schemas.openxmlformats.org/officeDocument/2006/relationships" xmlns:a="http://schemas.openxmlformats.org/drawingml/2006/main" r:embed="R73e2768ac4c947ba"/>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A86BD0D-5D60-4FA9-ACE3-D5E66222984D}"/>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C1532605-965A-400D-A618-9807112CA69B}"/>
              </a:ext>
            </a:extLst>
          </p:cNvPr>
          <p:cNvPicPr>
            <a:picLocks xmlns:a="http://schemas.openxmlformats.org/drawingml/2006/main" noChangeAspect="1"/>
          </p:cNvPicPr>
          <p:nvPr/>
        </p:nvPicPr>
        <p:blipFill>
          <a:blip xmlns:r="http://schemas.openxmlformats.org/officeDocument/2006/relationships" xmlns:a="http://schemas.openxmlformats.org/drawingml/2006/main" r:embed="Ra8b5f9368c6a4a8f"/>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21948649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7DE879A-6F8C-4968-9A74-0C3F6FFF1380}"/>
              </a:ext>
            </a:extLst>
          </p:cNvPr>
          <p:cNvPicPr>
            <a:picLocks xmlns:a="http://schemas.openxmlformats.org/drawingml/2006/main" noChangeAspect="1"/>
          </p:cNvPicPr>
          <p:nvPr/>
        </p:nvPicPr>
        <p:blipFill>
          <a:blip xmlns:r="http://schemas.openxmlformats.org/officeDocument/2006/relationships" xmlns:a="http://schemas.openxmlformats.org/drawingml/2006/main" r:embed="Raef45fc737df4c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7C2096-543A-4551-889F-38CA2A6341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44A46A9-617C-4521-9342-188B80CA50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AE87851-AAFA-4099-B97A-5A29DAB4187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E141292-1A34-4D6F-806C-14637977B26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0EA749B5-75F2-4B4B-B0C9-6DB2C28938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CAD1997F-10D1-40E0-8838-A21230DF1E2A}"/>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1544B0C8-2C09-4E14-8B6D-EEDAF80DF9B4}"/>
              </a:ext>
            </a:extLst>
          </p:cNvPr>
          <p:cNvPicPr>
            <a:picLocks xmlns:a="http://schemas.openxmlformats.org/drawingml/2006/main" noChangeAspect="1"/>
          </p:cNvPicPr>
          <p:nvPr/>
        </p:nvPicPr>
        <p:blipFill>
          <a:blip xmlns:r="http://schemas.openxmlformats.org/officeDocument/2006/relationships" xmlns:a="http://schemas.openxmlformats.org/drawingml/2006/main" r:embed="R8f5f96e14f924695"/>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D7E0165-F8B3-44B2-8E14-452A76F63C34}"/>
              </a:ext>
            </a:extLst>
          </p:cNvPr>
          <p:cNvPicPr>
            <a:picLocks xmlns:a="http://schemas.openxmlformats.org/drawingml/2006/main" noChangeAspect="1"/>
          </p:cNvPicPr>
          <p:nvPr/>
        </p:nvPicPr>
        <p:blipFill>
          <a:blip xmlns:r="http://schemas.openxmlformats.org/officeDocument/2006/relationships" xmlns:a="http://schemas.openxmlformats.org/drawingml/2006/main" r:embed="Rd9252b48788c4202"/>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65D45821-5898-498A-A227-B545E26957A5}"/>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B29642F-EB05-4ACC-9C42-DDA48A9DD7D8}"/>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5F02F1A3-DE12-470A-80EC-A5985A262604}"/>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0E7E120-ADCC-4955-92D1-C483E6B3EE5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60668532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700B453-2D23-4EB9-835B-C4BCC9D2D8B4}"/>
              </a:ext>
            </a:extLst>
          </p:cNvPr>
          <p:cNvPicPr>
            <a:picLocks xmlns:a="http://schemas.openxmlformats.org/drawingml/2006/main" noChangeAspect="1"/>
          </p:cNvPicPr>
          <p:nvPr/>
        </p:nvPicPr>
        <p:blipFill>
          <a:blip xmlns:r="http://schemas.openxmlformats.org/officeDocument/2006/relationships" xmlns:a="http://schemas.openxmlformats.org/drawingml/2006/main" r:embed="R0b7b98eadc524e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925410-D9A0-48BD-B6E3-97A4F1565D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562EEB-4C84-45A6-B597-712FF0085F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36423DD-95D9-4E51-8E1A-04ABB5F6ADE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015D2EF-D3CD-45F2-93A7-19222F2519D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E8AA147-788B-4257-84D4-F107A801C74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135AAA8B-B6C9-4EBA-95E7-DAF7E0EDFF8A}"/>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DBC89706-B51D-47EB-AAD4-B0ACE3524A3B}"/>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3198525A-3C73-4433-94BE-604334F0094C}"/>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D71633E4-3A8D-4188-8978-D20E9A244F75}"/>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ECD1352C-27F3-43BB-B7DB-37BFFF5365B1}"/>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2773EA69-DF53-484F-BBFD-726D95BFE82E}"/>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A51BD0BE-3D6F-4148-8CCA-0B496696F7EE}"/>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23363998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E2C9758-7A95-4BFB-9BA7-5DA1D8E62433}"/>
              </a:ext>
            </a:extLst>
          </p:cNvPr>
          <p:cNvPicPr>
            <a:picLocks xmlns:a="http://schemas.openxmlformats.org/drawingml/2006/main" noChangeAspect="1"/>
          </p:cNvPicPr>
          <p:nvPr/>
        </p:nvPicPr>
        <p:blipFill>
          <a:blip xmlns:r="http://schemas.openxmlformats.org/officeDocument/2006/relationships" xmlns:a="http://schemas.openxmlformats.org/drawingml/2006/main" r:embed="Rd21cdc43a01c43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6E7201-E8A5-4CD2-A29E-C08BB1A4852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B1D771-D78D-44B2-8AFD-29193C89F64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B0E0D01-86ED-4D87-B6EC-331EE0AC89D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7A64315-9D20-4719-A068-37D8365719D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FD4B8AC-2876-4AD6-814A-84B7D47D0B5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DFF94BA7-6760-40FC-9F4A-99BF448F08A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2A6E00F-7798-46BE-9F92-0D270573815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5992690-0BFD-4F09-9624-7B983745092A}"/>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6AE718E-A7EA-4213-A091-D7DE82DD7AC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694478C-9488-4636-8632-5A2736943E90}"/>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9E6D222-89C7-4CF0-A1B8-3D1256317B40}"/>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87214681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B1E19AD-BD43-4D49-829B-6047E34D328F}"/>
              </a:ext>
            </a:extLst>
          </p:cNvPr>
          <p:cNvPicPr>
            <a:picLocks xmlns:a="http://schemas.openxmlformats.org/drawingml/2006/main" noChangeAspect="1"/>
          </p:cNvPicPr>
          <p:nvPr/>
        </p:nvPicPr>
        <p:blipFill>
          <a:blip xmlns:r="http://schemas.openxmlformats.org/officeDocument/2006/relationships" xmlns:a="http://schemas.openxmlformats.org/drawingml/2006/main" r:embed="Rb31b1be439144da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07E150D-3770-4270-B3D0-C00251254D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DD0A09-7A66-4405-BEC3-50F27D5019A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F3A548A-6A4F-4B69-82D6-47906B721E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12091FD-4139-4B4D-83DA-E795441BBD8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D2B5F38-9369-47CC-B7C5-5428165F97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F85FF38F-924C-4B15-9B13-D4597FA5DA7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85ACC592-8C59-4D89-8BBB-7F80C6C638A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54DD54D0-BD03-46D8-8F2D-59BF9CBB714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E02BB69-8C3E-4742-96E6-B313CB2F71B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08DC9B3A-964F-4E13-897D-3511FAD8EE7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1E305BF1-AE6C-4459-A77E-832BACB7BA0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03364524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FD2A153-BE4A-4033-8876-488EA9DD4C42}"/>
              </a:ext>
            </a:extLst>
          </p:cNvPr>
          <p:cNvPicPr>
            <a:picLocks xmlns:a="http://schemas.openxmlformats.org/drawingml/2006/main" noChangeAspect="1"/>
          </p:cNvPicPr>
          <p:nvPr/>
        </p:nvPicPr>
        <p:blipFill>
          <a:blip xmlns:r="http://schemas.openxmlformats.org/officeDocument/2006/relationships" xmlns:a="http://schemas.openxmlformats.org/drawingml/2006/main" r:embed="R4e7d1345fede49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6B90EF-C55C-4625-BBBD-6E0F86E68D2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4ED395D-BDB1-4896-9158-DB879BB10C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5F1C0DF-1D2A-4C2B-B742-180F7A80023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5AEABBF-6714-4946-8974-51CD98452F3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408B318-2600-4A12-885B-9AE0DDA3E25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BF1FD5E0-6AA3-4589-8005-362040C0427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147DA9D-B4B3-4979-9B3F-443109D2A6B4}"/>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12E947E-36FD-43B0-B480-A5BE5621A0F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50F9612-D197-4B21-BAA3-9EA4B0BABF4C}"/>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369CBD5-1F65-497F-A5F0-7373008004E6}"/>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04818B9-A15D-4279-8EA6-98969A61D672}"/>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77661106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8130D05-B660-4574-B96E-BC525FE6B02D}"/>
              </a:ext>
            </a:extLst>
          </p:cNvPr>
          <p:cNvPicPr>
            <a:picLocks xmlns:a="http://schemas.openxmlformats.org/drawingml/2006/main" noChangeAspect="1"/>
          </p:cNvPicPr>
          <p:nvPr/>
        </p:nvPicPr>
        <p:blipFill>
          <a:blip xmlns:r="http://schemas.openxmlformats.org/officeDocument/2006/relationships" xmlns:a="http://schemas.openxmlformats.org/drawingml/2006/main" r:embed="Rc0c52a591b67458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4ED2C1-CF3C-428A-9995-B1A5854472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211FE3-B3F7-44CD-89A2-565D1A1A2DC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E840B9F-59A9-432B-9AA6-51E0F8C2B99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496E710-C67B-4847-B81A-5971CA5DF5B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7EA81D0-8FCE-4D50-9073-4AE6C28ED13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408E7F2D-AB90-402C-8B66-39918FA972C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02D233D-555C-48C1-B723-5C1A311CB31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8E51AC0A-C5BC-423B-A1A5-2B2FD7FCC48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7BB89DF-F0EC-4B87-BDC1-B45D6D2EBBB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F2569B2B-E310-499A-B6CC-E2885869189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1B1B7B5E-C7CA-4BB9-841C-F526656DD20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8377963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6F084DC-D03D-41EE-BA43-9267FD431035}"/>
              </a:ext>
            </a:extLst>
          </p:cNvPr>
          <p:cNvPicPr>
            <a:picLocks xmlns:a="http://schemas.openxmlformats.org/drawingml/2006/main" noChangeAspect="1"/>
          </p:cNvPicPr>
          <p:nvPr/>
        </p:nvPicPr>
        <p:blipFill>
          <a:blip xmlns:r="http://schemas.openxmlformats.org/officeDocument/2006/relationships" xmlns:a="http://schemas.openxmlformats.org/drawingml/2006/main" r:embed="R6dc077e1538f40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1DF397-7024-4359-93A4-6540C37E7D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5F5E26-77EE-40C7-B833-AC63DC80A8A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7AFBB34-E693-4959-A102-751C1AEDE2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C242A607-B20A-42C6-8E9A-4BE275CE44E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21FBC297-E0AB-4CDF-8A8D-203B4B8530B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DC0D9301-F0BB-4FF3-884E-86F53481253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A4DC556-A032-4972-B36D-45B7BDE3285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D120D26D-07CF-431D-919F-5F31831F3F6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DEFB9A7-1B9A-4905-9219-0746BB2CCB1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4A951960-9463-487A-B772-AEA6F6FB83C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1F1A127-C130-44E9-9978-A9D74AC5B4C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6186144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8335DFA-AE72-44CC-B173-847AE12D7114}"/>
              </a:ext>
            </a:extLst>
          </p:cNvPr>
          <p:cNvPicPr>
            <a:picLocks xmlns:a="http://schemas.openxmlformats.org/drawingml/2006/main" noChangeAspect="1"/>
          </p:cNvPicPr>
          <p:nvPr/>
        </p:nvPicPr>
        <p:blipFill>
          <a:blip xmlns:r="http://schemas.openxmlformats.org/officeDocument/2006/relationships" xmlns:a="http://schemas.openxmlformats.org/drawingml/2006/main" r:embed="R37cca4da786440e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BEE70D-C9EF-4866-A19F-959D5AEA11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54A52B-817B-41CA-9AB2-1C65608827D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7827153-F09A-43AB-82B7-280F78BEDAC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0B95E97-5AB6-4414-9EE2-B3E4A65A800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5F2ED1C3-3665-48A5-80AA-EA2BAD89A1D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F6251DD2-89AC-4C43-9D9C-438328CB25A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8AF9EEF7-012E-4C70-A44B-55F7C2CD04D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EE7DE792-DAA4-4B19-8797-14393EB6C79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DED78E34-A6CE-45F8-80B7-7A1E217F4F9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E7FC24AE-FF3A-4772-AF1E-510CB911A86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0B5C06A6-1320-415C-A840-447A101893F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1099091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2026-10-27T14:13:48.5640000Z</dcterms:created>
  <dcterms:modified xsi:type="dcterms:W3CDTF">2026-10-27T14:13:48.5640000Z</dcterms:modified>
</coreProperties>
</file>