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d8656b4e364afa" /><Relationship Type="http://schemas.openxmlformats.org/officeDocument/2006/relationships/extended-properties" Target="/docProps/app.xml" Id="R5bf53b3e334e4739" /><Relationship Type="http://schemas.openxmlformats.org/officeDocument/2006/relationships/officeDocument" Target="/ppt/presentation.xml" Id="R4829ee8586ee4153" /></Relationships>
</file>

<file path=ppt/presentation.xml><?xml version="1.0" encoding="utf-8"?>
<p:presentation xmlns:p="http://schemas.openxmlformats.org/presentationml/2006/main">
  <p:sldMasterIdLst>
    <p:sldMasterId xmlns:r="http://schemas.openxmlformats.org/officeDocument/2006/relationships" id="2147483648" r:id="R914f52a4c4ef4bc2"/>
  </p:sldMasterIdLst>
  <p:notesMasterIdLst>
    <p:notesMasterId xmlns:r="http://schemas.openxmlformats.org/officeDocument/2006/relationships" r:id="R158ed23b704f4565"/>
  </p:notesMasterIdLst>
  <p:sldIdLst>
    <p:sldId xmlns:r="http://schemas.openxmlformats.org/officeDocument/2006/relationships" id="256" r:id="Rbc7a4af73b6f4bd4"/>
    <p:sldId xmlns:r="http://schemas.openxmlformats.org/officeDocument/2006/relationships" id="257" r:id="R20a0e2290f0f4534"/>
    <p:sldId xmlns:r="http://schemas.openxmlformats.org/officeDocument/2006/relationships" id="258" r:id="R23429a35fe3a48f6"/>
    <p:sldId xmlns:r="http://schemas.openxmlformats.org/officeDocument/2006/relationships" id="259" r:id="R882dc0b11b8e4b92"/>
    <p:sldId xmlns:r="http://schemas.openxmlformats.org/officeDocument/2006/relationships" id="260" r:id="Rcf9525fec4ee4993"/>
    <p:sldId xmlns:r="http://schemas.openxmlformats.org/officeDocument/2006/relationships" id="261" r:id="R92a1799f7fe14db3"/>
    <p:sldId xmlns:r="http://schemas.openxmlformats.org/officeDocument/2006/relationships" id="262" r:id="R7cf6145c74a94da0"/>
    <p:sldId xmlns:r="http://schemas.openxmlformats.org/officeDocument/2006/relationships" id="263" r:id="R027d4cec4d4647fe"/>
    <p:sldId xmlns:r="http://schemas.openxmlformats.org/officeDocument/2006/relationships" id="264" r:id="R4e158d27331747de"/>
    <p:sldId xmlns:r="http://schemas.openxmlformats.org/officeDocument/2006/relationships" id="265" r:id="Rf1c87f0e41fd4d53"/>
    <p:sldId xmlns:r="http://schemas.openxmlformats.org/officeDocument/2006/relationships" id="266" r:id="Rfc576d6ad2674c01"/>
    <p:sldId xmlns:r="http://schemas.openxmlformats.org/officeDocument/2006/relationships" id="267" r:id="Rdda82e347f744330"/>
    <p:sldId xmlns:r="http://schemas.openxmlformats.org/officeDocument/2006/relationships" id="268" r:id="Rf4d18d7e9233476f"/>
    <p:sldId xmlns:r="http://schemas.openxmlformats.org/officeDocument/2006/relationships" id="269" r:id="Rac60d92021e243ac"/>
    <p:sldId xmlns:r="http://schemas.openxmlformats.org/officeDocument/2006/relationships" id="270" r:id="R28e74a82e2af44fe"/>
    <p:sldId xmlns:r="http://schemas.openxmlformats.org/officeDocument/2006/relationships" id="271" r:id="R1f7c99165b164102"/>
    <p:sldId xmlns:r="http://schemas.openxmlformats.org/officeDocument/2006/relationships" id="272" r:id="R42fa5631ebe044bf"/>
    <p:sldId xmlns:r="http://schemas.openxmlformats.org/officeDocument/2006/relationships" id="273" r:id="R5137f37f2e7a4309"/>
    <p:sldId xmlns:r="http://schemas.openxmlformats.org/officeDocument/2006/relationships" id="274" r:id="R9b661024fc2d4872"/>
    <p:sldId xmlns:r="http://schemas.openxmlformats.org/officeDocument/2006/relationships" id="275" r:id="R9829faf3395f4b40"/>
    <p:sldId xmlns:r="http://schemas.openxmlformats.org/officeDocument/2006/relationships" id="276" r:id="R23650b26034f4860"/>
    <p:sldId xmlns:r="http://schemas.openxmlformats.org/officeDocument/2006/relationships" id="277" r:id="R987e981019dc4390"/>
    <p:sldId xmlns:r="http://schemas.openxmlformats.org/officeDocument/2006/relationships" id="278" r:id="Rb2b7176480c34846"/>
    <p:sldId xmlns:r="http://schemas.openxmlformats.org/officeDocument/2006/relationships" id="279" r:id="Rfda758f27a734ae1"/>
    <p:sldId xmlns:r="http://schemas.openxmlformats.org/officeDocument/2006/relationships" id="280" r:id="R6bee760b94f2461d"/>
    <p:sldId xmlns:r="http://schemas.openxmlformats.org/officeDocument/2006/relationships" id="281" r:id="R9fcc4a353ea94a71"/>
    <p:sldId xmlns:r="http://schemas.openxmlformats.org/officeDocument/2006/relationships" id="282" r:id="R9a330f5e7d3a4c8b"/>
    <p:sldId xmlns:r="http://schemas.openxmlformats.org/officeDocument/2006/relationships" id="283" r:id="R14ba57fc727e4506"/>
    <p:sldId xmlns:r="http://schemas.openxmlformats.org/officeDocument/2006/relationships" id="284" r:id="Rbc0d75793df645a9"/>
    <p:sldId xmlns:r="http://schemas.openxmlformats.org/officeDocument/2006/relationships" id="285" r:id="R9829720fac0a43e4"/>
    <p:sldId xmlns:r="http://schemas.openxmlformats.org/officeDocument/2006/relationships" id="286" r:id="Rd3e6d295d4134f1f"/>
    <p:sldId xmlns:r="http://schemas.openxmlformats.org/officeDocument/2006/relationships" id="287" r:id="R41c84f7f26654044"/>
    <p:sldId xmlns:r="http://schemas.openxmlformats.org/officeDocument/2006/relationships" id="288" r:id="Rcea891c381ea4caf"/>
    <p:sldId xmlns:r="http://schemas.openxmlformats.org/officeDocument/2006/relationships" id="289" r:id="R8b374f82b1394c34"/>
    <p:sldId xmlns:r="http://schemas.openxmlformats.org/officeDocument/2006/relationships" id="290" r:id="Rf3bc8b8e5e5a4116"/>
    <p:sldId xmlns:r="http://schemas.openxmlformats.org/officeDocument/2006/relationships" id="291" r:id="R865b40375eb64d6b"/>
    <p:sldId xmlns:r="http://schemas.openxmlformats.org/officeDocument/2006/relationships" id="292" r:id="Rf99b99d021f64959"/>
    <p:sldId xmlns:r="http://schemas.openxmlformats.org/officeDocument/2006/relationships" id="293" r:id="Rb96c095f552e4a88"/>
    <p:sldId xmlns:r="http://schemas.openxmlformats.org/officeDocument/2006/relationships" id="294" r:id="Ra781d419e85c490d"/>
    <p:sldId xmlns:r="http://schemas.openxmlformats.org/officeDocument/2006/relationships" id="295" r:id="R739d09eb3ac84d6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a8324e481e4f5b" /><Relationship Type="http://schemas.openxmlformats.org/officeDocument/2006/relationships/slideMaster" Target="/ppt/slideMasters/slideMaster1.xml" Id="R914f52a4c4ef4bc2" /><Relationship Type="http://schemas.openxmlformats.org/officeDocument/2006/relationships/notesMaster" Target="/ppt/notesMasters/notesMaster1.xml" Id="R158ed23b704f4565" /><Relationship Type="http://schemas.openxmlformats.org/officeDocument/2006/relationships/presProps" Target="/ppt/presProps.xml" Id="Ra50191a1cace44b9" /><Relationship Type="http://schemas.openxmlformats.org/officeDocument/2006/relationships/tableStyles" Target="/ppt/tableStyles.xml" Id="R6ccb92fceb0d498c" /><Relationship Type="http://schemas.openxmlformats.org/officeDocument/2006/relationships/slide" Target="/ppt/slides/slide1.xml" Id="Rbc7a4af73b6f4bd4" /><Relationship Type="http://schemas.openxmlformats.org/officeDocument/2006/relationships/slide" Target="/ppt/slides/slide2.xml" Id="R20a0e2290f0f4534" /><Relationship Type="http://schemas.openxmlformats.org/officeDocument/2006/relationships/slide" Target="/ppt/slides/slide3.xml" Id="R23429a35fe3a48f6" /><Relationship Type="http://schemas.openxmlformats.org/officeDocument/2006/relationships/slide" Target="/ppt/slides/slide4.xml" Id="R882dc0b11b8e4b92" /><Relationship Type="http://schemas.openxmlformats.org/officeDocument/2006/relationships/slide" Target="/ppt/slides/slide5.xml" Id="Rcf9525fec4ee4993" /><Relationship Type="http://schemas.openxmlformats.org/officeDocument/2006/relationships/slide" Target="/ppt/slides/slide6.xml" Id="R92a1799f7fe14db3" /><Relationship Type="http://schemas.openxmlformats.org/officeDocument/2006/relationships/slide" Target="/ppt/slides/slide7.xml" Id="R7cf6145c74a94da0" /><Relationship Type="http://schemas.openxmlformats.org/officeDocument/2006/relationships/slide" Target="/ppt/slides/slide8.xml" Id="R027d4cec4d4647fe" /><Relationship Type="http://schemas.openxmlformats.org/officeDocument/2006/relationships/slide" Target="/ppt/slides/slide9.xml" Id="R4e158d27331747de" /><Relationship Type="http://schemas.openxmlformats.org/officeDocument/2006/relationships/slide" Target="/ppt/slides/slide10.xml" Id="Rf1c87f0e41fd4d53" /><Relationship Type="http://schemas.openxmlformats.org/officeDocument/2006/relationships/slide" Target="/ppt/slides/slide11.xml" Id="Rfc576d6ad2674c01" /><Relationship Type="http://schemas.openxmlformats.org/officeDocument/2006/relationships/slide" Target="/ppt/slides/slide12.xml" Id="Rdda82e347f744330" /><Relationship Type="http://schemas.openxmlformats.org/officeDocument/2006/relationships/slide" Target="/ppt/slides/slide13.xml" Id="Rf4d18d7e9233476f" /><Relationship Type="http://schemas.openxmlformats.org/officeDocument/2006/relationships/slide" Target="/ppt/slides/slide14.xml" Id="Rac60d92021e243ac" /><Relationship Type="http://schemas.openxmlformats.org/officeDocument/2006/relationships/slide" Target="/ppt/slides/slide15.xml" Id="R28e74a82e2af44fe" /><Relationship Type="http://schemas.openxmlformats.org/officeDocument/2006/relationships/slide" Target="/ppt/slides/slide16.xml" Id="R1f7c99165b164102" /><Relationship Type="http://schemas.openxmlformats.org/officeDocument/2006/relationships/slide" Target="/ppt/slides/slide17.xml" Id="R42fa5631ebe044bf" /><Relationship Type="http://schemas.openxmlformats.org/officeDocument/2006/relationships/slide" Target="/ppt/slides/slide18.xml" Id="R5137f37f2e7a4309" /><Relationship Type="http://schemas.openxmlformats.org/officeDocument/2006/relationships/slide" Target="/ppt/slides/slide19.xml" Id="R9b661024fc2d4872" /><Relationship Type="http://schemas.openxmlformats.org/officeDocument/2006/relationships/slide" Target="/ppt/slides/slide20.xml" Id="R9829faf3395f4b40" /><Relationship Type="http://schemas.openxmlformats.org/officeDocument/2006/relationships/slide" Target="/ppt/slides/slide21.xml" Id="R23650b26034f4860" /><Relationship Type="http://schemas.openxmlformats.org/officeDocument/2006/relationships/slide" Target="/ppt/slides/slide22.xml" Id="R987e981019dc4390" /><Relationship Type="http://schemas.openxmlformats.org/officeDocument/2006/relationships/slide" Target="/ppt/slides/slide23.xml" Id="Rb2b7176480c34846" /><Relationship Type="http://schemas.openxmlformats.org/officeDocument/2006/relationships/slide" Target="/ppt/slides/slide24.xml" Id="Rfda758f27a734ae1" /><Relationship Type="http://schemas.openxmlformats.org/officeDocument/2006/relationships/slide" Target="/ppt/slides/slide25.xml" Id="R6bee760b94f2461d" /><Relationship Type="http://schemas.openxmlformats.org/officeDocument/2006/relationships/slide" Target="/ppt/slides/slide26.xml" Id="R9fcc4a353ea94a71" /><Relationship Type="http://schemas.openxmlformats.org/officeDocument/2006/relationships/slide" Target="/ppt/slides/slide27.xml" Id="R9a330f5e7d3a4c8b" /><Relationship Type="http://schemas.openxmlformats.org/officeDocument/2006/relationships/slide" Target="/ppt/slides/slide28.xml" Id="R14ba57fc727e4506" /><Relationship Type="http://schemas.openxmlformats.org/officeDocument/2006/relationships/slide" Target="/ppt/slides/slide29.xml" Id="Rbc0d75793df645a9" /><Relationship Type="http://schemas.openxmlformats.org/officeDocument/2006/relationships/slide" Target="/ppt/slides/slide30.xml" Id="R9829720fac0a43e4" /><Relationship Type="http://schemas.openxmlformats.org/officeDocument/2006/relationships/slide" Target="/ppt/slides/slide31.xml" Id="Rd3e6d295d4134f1f" /><Relationship Type="http://schemas.openxmlformats.org/officeDocument/2006/relationships/slide" Target="/ppt/slides/slide32.xml" Id="R41c84f7f26654044" /><Relationship Type="http://schemas.openxmlformats.org/officeDocument/2006/relationships/slide" Target="/ppt/slides/slide33.xml" Id="Rcea891c381ea4caf" /><Relationship Type="http://schemas.openxmlformats.org/officeDocument/2006/relationships/slide" Target="/ppt/slides/slide34.xml" Id="R8b374f82b1394c34" /><Relationship Type="http://schemas.openxmlformats.org/officeDocument/2006/relationships/slide" Target="/ppt/slides/slide35.xml" Id="Rf3bc8b8e5e5a4116" /><Relationship Type="http://schemas.openxmlformats.org/officeDocument/2006/relationships/slide" Target="/ppt/slides/slide36.xml" Id="R865b40375eb64d6b" /><Relationship Type="http://schemas.openxmlformats.org/officeDocument/2006/relationships/slide" Target="/ppt/slides/slide37.xml" Id="Rf99b99d021f64959" /><Relationship Type="http://schemas.openxmlformats.org/officeDocument/2006/relationships/slide" Target="/ppt/slides/slide38.xml" Id="Rb96c095f552e4a88" /><Relationship Type="http://schemas.openxmlformats.org/officeDocument/2006/relationships/slide" Target="/ppt/slides/slide39.xml" Id="Ra781d419e85c490d" /><Relationship Type="http://schemas.openxmlformats.org/officeDocument/2006/relationships/slide" Target="/ppt/slides/slide40.xml" Id="R739d09eb3ac84d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8a6304e42c45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f641ded3784a1e" /><Relationship Type="http://schemas.openxmlformats.org/officeDocument/2006/relationships/notesMaster" Target="/ppt/notesMasters/notesMaster1.xml" Id="R281fa61d3d894b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b103a2d98d479c" /><Relationship Type="http://schemas.openxmlformats.org/officeDocument/2006/relationships/notesMaster" Target="/ppt/notesMasters/notesMaster1.xml" Id="Reffad696f9b74a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782132ab674c37" /><Relationship Type="http://schemas.openxmlformats.org/officeDocument/2006/relationships/notesMaster" Target="/ppt/notesMasters/notesMaster1.xml" Id="Rcea0d8906d6c4b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18bf462d98466b" /><Relationship Type="http://schemas.openxmlformats.org/officeDocument/2006/relationships/notesMaster" Target="/ppt/notesMasters/notesMaster1.xml" Id="R0c565c93784f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1d0db9109c466d" /><Relationship Type="http://schemas.openxmlformats.org/officeDocument/2006/relationships/notesMaster" Target="/ppt/notesMasters/notesMaster1.xml" Id="R0e0dfb331f5340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9a99c316cc4fae" /><Relationship Type="http://schemas.openxmlformats.org/officeDocument/2006/relationships/notesMaster" Target="/ppt/notesMasters/notesMaster1.xml" Id="R01308e5d488241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d4bdbb4a024652" /><Relationship Type="http://schemas.openxmlformats.org/officeDocument/2006/relationships/notesMaster" Target="/ppt/notesMasters/notesMaster1.xml" Id="Rad39e828900249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e2383df2114464" /><Relationship Type="http://schemas.openxmlformats.org/officeDocument/2006/relationships/notesMaster" Target="/ppt/notesMasters/notesMaster1.xml" Id="Rc75b1d23b0f342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2efeea74734929" /><Relationship Type="http://schemas.openxmlformats.org/officeDocument/2006/relationships/notesMaster" Target="/ppt/notesMasters/notesMaster1.xml" Id="R3a9c7c0ad0684f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e03c6f4aa84710" /><Relationship Type="http://schemas.openxmlformats.org/officeDocument/2006/relationships/notesMaster" Target="/ppt/notesMasters/notesMaster1.xml" Id="R8e51b560b10148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f0a131ecdc442c" /><Relationship Type="http://schemas.openxmlformats.org/officeDocument/2006/relationships/notesMaster" Target="/ppt/notesMasters/notesMaster1.xml" Id="R55fa4274297d40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7ba20b5f56455b" /><Relationship Type="http://schemas.openxmlformats.org/officeDocument/2006/relationships/notesMaster" Target="/ppt/notesMasters/notesMaster1.xml" Id="Rc4fcc9523a1f46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4e0cb2cb784062" /><Relationship Type="http://schemas.openxmlformats.org/officeDocument/2006/relationships/notesMaster" Target="/ppt/notesMasters/notesMaster1.xml" Id="R7bb0e17023894a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a8f9e557f541bd" /><Relationship Type="http://schemas.openxmlformats.org/officeDocument/2006/relationships/notesMaster" Target="/ppt/notesMasters/notesMaster1.xml" Id="R64bd22f5c00545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13da350bc64a88" /><Relationship Type="http://schemas.openxmlformats.org/officeDocument/2006/relationships/notesMaster" Target="/ppt/notesMasters/notesMaster1.xml" Id="Redeff0a35ad544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a57513118040a4" /><Relationship Type="http://schemas.openxmlformats.org/officeDocument/2006/relationships/notesMaster" Target="/ppt/notesMasters/notesMaster1.xml" Id="Rad24ad70edce47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b8bed797a741d7" /><Relationship Type="http://schemas.openxmlformats.org/officeDocument/2006/relationships/notesMaster" Target="/ppt/notesMasters/notesMaster1.xml" Id="R8248fddea3ca44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f70d09d1984143" /><Relationship Type="http://schemas.openxmlformats.org/officeDocument/2006/relationships/notesMaster" Target="/ppt/notesMasters/notesMaster1.xml" Id="Rab09c7703ace4d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f451744ffd43b9" /><Relationship Type="http://schemas.openxmlformats.org/officeDocument/2006/relationships/notesMaster" Target="/ppt/notesMasters/notesMaster1.xml" Id="Raedee27b9c3f45b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c465775d204c76" /><Relationship Type="http://schemas.openxmlformats.org/officeDocument/2006/relationships/notesMaster" Target="/ppt/notesMasters/notesMaster1.xml" Id="R8edd3d5fdcc44a3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201b20959a4f3f" /><Relationship Type="http://schemas.openxmlformats.org/officeDocument/2006/relationships/notesMaster" Target="/ppt/notesMasters/notesMaster1.xml" Id="R130eaeeb5e6540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ae1ac06b074c06" /><Relationship Type="http://schemas.openxmlformats.org/officeDocument/2006/relationships/notesMaster" Target="/ppt/notesMasters/notesMaster1.xml" Id="R8af2e726963d47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107db5a22cb4208" /><Relationship Type="http://schemas.openxmlformats.org/officeDocument/2006/relationships/notesMaster" Target="/ppt/notesMasters/notesMaster1.xml" Id="Ra12fd5c513c944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77b30a887b94e56" /><Relationship Type="http://schemas.openxmlformats.org/officeDocument/2006/relationships/notesMaster" Target="/ppt/notesMasters/notesMaster1.xml" Id="R96aadfd8867b496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f953ef7d19f42a5" /><Relationship Type="http://schemas.openxmlformats.org/officeDocument/2006/relationships/notesMaster" Target="/ppt/notesMasters/notesMaster1.xml" Id="R053ce334815c4f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8ce71d55214287" /><Relationship Type="http://schemas.openxmlformats.org/officeDocument/2006/relationships/notesMaster" Target="/ppt/notesMasters/notesMaster1.xml" Id="R85eb47d5389c47d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4445f2bd922478e" /><Relationship Type="http://schemas.openxmlformats.org/officeDocument/2006/relationships/notesMaster" Target="/ppt/notesMasters/notesMaster1.xml" Id="Ra00d3a886b8547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163022747494318" /><Relationship Type="http://schemas.openxmlformats.org/officeDocument/2006/relationships/notesMaster" Target="/ppt/notesMasters/notesMaster1.xml" Id="Rd582797554e24fb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ffaa4ee76c4add" /><Relationship Type="http://schemas.openxmlformats.org/officeDocument/2006/relationships/notesMaster" Target="/ppt/notesMasters/notesMaster1.xml" Id="R4d99bffd1f0a47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92f40204b74b05" /><Relationship Type="http://schemas.openxmlformats.org/officeDocument/2006/relationships/notesMaster" Target="/ppt/notesMasters/notesMaster1.xml" Id="R9de6507bc262489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c426b7a739a4650" /><Relationship Type="http://schemas.openxmlformats.org/officeDocument/2006/relationships/notesMaster" Target="/ppt/notesMasters/notesMaster1.xml" Id="R638751ce0cc849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392eb5fcf2f493b" /><Relationship Type="http://schemas.openxmlformats.org/officeDocument/2006/relationships/notesMaster" Target="/ppt/notesMasters/notesMaster1.xml" Id="Rc3f9d93e56a44f0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ff59fe928dd4661" /><Relationship Type="http://schemas.openxmlformats.org/officeDocument/2006/relationships/notesMaster" Target="/ppt/notesMasters/notesMaster1.xml" Id="Ra83cbfab7616457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f41c211a6a34ddb" /><Relationship Type="http://schemas.openxmlformats.org/officeDocument/2006/relationships/notesMaster" Target="/ppt/notesMasters/notesMaster1.xml" Id="R4028257e36ab47f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9ebfe30bdda4761" /><Relationship Type="http://schemas.openxmlformats.org/officeDocument/2006/relationships/notesMaster" Target="/ppt/notesMasters/notesMaster1.xml" Id="R8bd153180619488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56925b7ac234d9e" /><Relationship Type="http://schemas.openxmlformats.org/officeDocument/2006/relationships/notesMaster" Target="/ppt/notesMasters/notesMaster1.xml" Id="R1dd3c2110d4448b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e076a0474cf45d5" /><Relationship Type="http://schemas.openxmlformats.org/officeDocument/2006/relationships/notesMaster" Target="/ppt/notesMasters/notesMaster1.xml" Id="R8f5b6f6de42c4e8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8a3c01a4a1b462b" /><Relationship Type="http://schemas.openxmlformats.org/officeDocument/2006/relationships/notesMaster" Target="/ppt/notesMasters/notesMaster1.xml" Id="Rccc13514e7334a0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0dbb9c8a8814a12" /><Relationship Type="http://schemas.openxmlformats.org/officeDocument/2006/relationships/notesMaster" Target="/ppt/notesMasters/notesMaster1.xml" Id="R9426cbf82aaf495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6ba8e62922462b" /><Relationship Type="http://schemas.openxmlformats.org/officeDocument/2006/relationships/notesMaster" Target="/ppt/notesMasters/notesMaster1.xml" Id="R0f60c95bf96c45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실험복·플라스크·보안경은 제거하고 등산 재킷·배낭을 적용했다. 그림의 두 등산로는 같은 출발점과 정상으로 연결된다. 경로에 따른 높이 차를 예상하는 동기 유발용 장면이며 과학적 실험 결과의 근거를 대체하지 않는다. 장면 출처 assets/generated/hiking-v08-provenance.json. 원본 PNG의 투명도는 유지하며 장표에서는 하체 일부와 좌우 투명 여백만 크롭했다.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d4ec97bdc645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0fabf892b245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1e74fe5d1c4a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20fb2cd93044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791b79065444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66fe9957b649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D32EEA-06AF-4B49-B21B-9D4C8DFBD83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4D2251-7C81-4001-9CD5-DD03E040329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99F9BA-DD3E-4791-8264-CEB43CD7453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7D5947-4C0D-4A9D-A7F5-6CC0525370E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8E84F8-2ABE-4105-9176-AA9342D07AE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9BF4A0-FD50-4B18-BBF6-360D522EAF4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44B02D-33C9-4F0D-AD3E-9AD52223067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B3BA42-6BD0-4C03-AF7C-BD2900870FC2}"/>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6A28CE-3238-453A-A875-95DBCE6563E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C659F5-D3C4-4B72-8D1C-9BD25049917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821f1d8d84467e" /><Relationship Type="http://schemas.openxmlformats.org/officeDocument/2006/relationships/slideLayout" Target="/ppt/slideLayouts/slideLayout1.xml" Id="R0af0ac05fbfa41ba" /><Relationship Type="http://schemas.openxmlformats.org/officeDocument/2006/relationships/slideLayout" Target="/ppt/slideLayouts/slideLayout2.xml" Id="R9059d9ea731d43f6" /><Relationship Type="http://schemas.openxmlformats.org/officeDocument/2006/relationships/slideLayout" Target="/ppt/slideLayouts/slideLayout3.xml" Id="R9c9b0c6a438841a0" /><Relationship Type="http://schemas.openxmlformats.org/officeDocument/2006/relationships/slideLayout" Target="/ppt/slideLayouts/slideLayout4.xml" Id="Redc43ecc85524aa3" /><Relationship Type="http://schemas.openxmlformats.org/officeDocument/2006/relationships/slideLayout" Target="/ppt/slideLayouts/slideLayout5.xml" Id="R1087a713cfa84658" /><Relationship Type="http://schemas.openxmlformats.org/officeDocument/2006/relationships/slideLayout" Target="/ppt/slideLayouts/slideLayout6.xml" Id="R100b28e1764c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f0ac05fbfa41ba"/>
    <p:sldLayoutId xmlns:r="http://schemas.openxmlformats.org/officeDocument/2006/relationships" id="2147483650" r:id="R9059d9ea731d43f6"/>
    <p:sldLayoutId xmlns:r="http://schemas.openxmlformats.org/officeDocument/2006/relationships" id="2147483651" r:id="R9c9b0c6a438841a0"/>
    <p:sldLayoutId xmlns:r="http://schemas.openxmlformats.org/officeDocument/2006/relationships" id="2147483652" r:id="Redc43ecc85524aa3"/>
    <p:sldLayoutId xmlns:r="http://schemas.openxmlformats.org/officeDocument/2006/relationships" id="2147483653" r:id="R1087a713cfa84658"/>
    <p:sldLayoutId xmlns:r="http://schemas.openxmlformats.org/officeDocument/2006/relationships" id="2147483654" r:id="R100b28e1764c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d98e822d944c16" /><Relationship Type="http://schemas.openxmlformats.org/officeDocument/2006/relationships/image" Target="/ppt/media/image.png" Id="R6a7b4d98de58404e" /><Relationship Type="http://schemas.openxmlformats.org/officeDocument/2006/relationships/image" Target="/ppt/media/image2.png" Id="Rf26450b6631741ae" /><Relationship Type="http://schemas.openxmlformats.org/officeDocument/2006/relationships/notesSlide" Target="/ppt/notesSlides/notesSlide1.xml" Id="Rf97bfd47e68544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1deda07c394e4b" /><Relationship Type="http://schemas.openxmlformats.org/officeDocument/2006/relationships/image" Target="/ppt/media/image3.png" Id="R36cbf4920f474cdc" /><Relationship Type="http://schemas.openxmlformats.org/officeDocument/2006/relationships/image" Target="/ppt/media/image4.png" Id="R82604e08ee5a4d42" /><Relationship Type="http://schemas.openxmlformats.org/officeDocument/2006/relationships/notesSlide" Target="/ppt/notesSlides/notesSlide2.xml" Id="R4a1815d7d46f49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949a13068149f0" /><Relationship Type="http://schemas.openxmlformats.org/officeDocument/2006/relationships/image" Target="/ppt/media/image5.png" Id="Rf120aa95ce5b4875" /><Relationship Type="http://schemas.openxmlformats.org/officeDocument/2006/relationships/notesSlide" Target="/ppt/notesSlides/notesSlide3.xml" Id="R2ca3bb25c14042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e74025124d41de" /><Relationship Type="http://schemas.openxmlformats.org/officeDocument/2006/relationships/image" Target="/ppt/media/image6.png" Id="R090b7cc65dda4d82" /><Relationship Type="http://schemas.openxmlformats.org/officeDocument/2006/relationships/image" Target="/ppt/media/image7.png" Id="R0dcb9efd801044ee" /><Relationship Type="http://schemas.openxmlformats.org/officeDocument/2006/relationships/notesSlide" Target="/ppt/notesSlides/notesSlide4.xml" Id="R7f03233e88f749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fa71acb4f04642" /><Relationship Type="http://schemas.openxmlformats.org/officeDocument/2006/relationships/image" Target="/ppt/media/image8.png" Id="Rb3df904f67f34469" /><Relationship Type="http://schemas.openxmlformats.org/officeDocument/2006/relationships/notesSlide" Target="/ppt/notesSlides/notesSlide5.xml" Id="Rca125844e42f43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69a24479fe479e" /><Relationship Type="http://schemas.openxmlformats.org/officeDocument/2006/relationships/image" Target="/ppt/media/image9.png" Id="Rd525b0ad6019421e" /><Relationship Type="http://schemas.openxmlformats.org/officeDocument/2006/relationships/notesSlide" Target="/ppt/notesSlides/notesSlide6.xml" Id="Rccb0865fe3c24f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4b4732bda2409b" /><Relationship Type="http://schemas.openxmlformats.org/officeDocument/2006/relationships/image" Target="/ppt/media/image10.png" Id="R1649129072e04f47" /><Relationship Type="http://schemas.openxmlformats.org/officeDocument/2006/relationships/notesSlide" Target="/ppt/notesSlides/notesSlide7.xml" Id="R68ba58b9d1ef44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21feb9465b04907" /><Relationship Type="http://schemas.openxmlformats.org/officeDocument/2006/relationships/image" Target="/ppt/media/image11.png" Id="R19a4c6f701f0419e" /><Relationship Type="http://schemas.openxmlformats.org/officeDocument/2006/relationships/image" Target="/ppt/media/image12.png" Id="R25c329e660dd47cf" /><Relationship Type="http://schemas.openxmlformats.org/officeDocument/2006/relationships/notesSlide" Target="/ppt/notesSlides/notesSlide8.xml" Id="Rf5696e58da1e46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21d44fa42f4218" /><Relationship Type="http://schemas.openxmlformats.org/officeDocument/2006/relationships/image" Target="/ppt/media/image13.png" Id="R93fe78982a1e491a" /><Relationship Type="http://schemas.openxmlformats.org/officeDocument/2006/relationships/image" Target="/ppt/media/image14.png" Id="Rc751a4f99d394bec" /><Relationship Type="http://schemas.openxmlformats.org/officeDocument/2006/relationships/image" Target="/ppt/media/image15.png" Id="Raabf0487e1ee4cae" /><Relationship Type="http://schemas.openxmlformats.org/officeDocument/2006/relationships/image" Target="/ppt/media/image16.png" Id="R9501f71485924a46" /><Relationship Type="http://schemas.openxmlformats.org/officeDocument/2006/relationships/notesSlide" Target="/ppt/notesSlides/notesSlide9.xml" Id="R6cee11467c0b46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30967d1b52740bd" /><Relationship Type="http://schemas.openxmlformats.org/officeDocument/2006/relationships/image" Target="/ppt/media/image17.png" Id="R1ae998d942e8401d" /><Relationship Type="http://schemas.openxmlformats.org/officeDocument/2006/relationships/image" Target="/ppt/media/image18.png" Id="Rb0c92706ab01411c" /><Relationship Type="http://schemas.openxmlformats.org/officeDocument/2006/relationships/image" Target="/ppt/media/image19.png" Id="R1623bc9c2bbc4590" /><Relationship Type="http://schemas.openxmlformats.org/officeDocument/2006/relationships/notesSlide" Target="/ppt/notesSlides/notesSlide10.xml" Id="R1d328f1a7a5749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53b59da39f4723" /><Relationship Type="http://schemas.openxmlformats.org/officeDocument/2006/relationships/image" Target="/ppt/media/image20.png" Id="Rbc2634cc6e254cd6" /><Relationship Type="http://schemas.openxmlformats.org/officeDocument/2006/relationships/image" Target="/ppt/media/image21.png" Id="Rd5cb7316a04a45a5" /><Relationship Type="http://schemas.openxmlformats.org/officeDocument/2006/relationships/image" Target="/ppt/media/image22.png" Id="Ra5c74d9283d74f49" /><Relationship Type="http://schemas.openxmlformats.org/officeDocument/2006/relationships/notesSlide" Target="/ppt/notesSlides/notesSlide11.xml" Id="R94c497f5d91f40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a40b082b62454d" /><Relationship Type="http://schemas.openxmlformats.org/officeDocument/2006/relationships/image" Target="/ppt/media/image23.png" Id="R498708b80bf54ad8" /><Relationship Type="http://schemas.openxmlformats.org/officeDocument/2006/relationships/notesSlide" Target="/ppt/notesSlides/notesSlide12.xml" Id="Rd8748bcac4354e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87f241fa84240f1" /><Relationship Type="http://schemas.openxmlformats.org/officeDocument/2006/relationships/image" Target="/ppt/media/image24.png" Id="R3d8bb90bd8a6466e" /><Relationship Type="http://schemas.openxmlformats.org/officeDocument/2006/relationships/notesSlide" Target="/ppt/notesSlides/notesSlide13.xml" Id="Rcd507c060f9440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babad70b4aa4441" /><Relationship Type="http://schemas.openxmlformats.org/officeDocument/2006/relationships/image" Target="/ppt/media/image25.png" Id="R69fbc3bf49d4446a" /><Relationship Type="http://schemas.openxmlformats.org/officeDocument/2006/relationships/notesSlide" Target="/ppt/notesSlides/notesSlide14.xml" Id="R1ea502e7a7a341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f8edcf8d01e4e91" /><Relationship Type="http://schemas.openxmlformats.org/officeDocument/2006/relationships/image" Target="/ppt/media/image26.png" Id="Rc53f7fd36a384feb" /><Relationship Type="http://schemas.openxmlformats.org/officeDocument/2006/relationships/image" Target="/ppt/media/image27.png" Id="R8c82059cac0b4679" /><Relationship Type="http://schemas.openxmlformats.org/officeDocument/2006/relationships/image" Target="/ppt/media/image28.png" Id="Rc6bf80233c834e47" /><Relationship Type="http://schemas.openxmlformats.org/officeDocument/2006/relationships/image" Target="/ppt/media/image29.png" Id="Rcdb764f76fcf492d" /><Relationship Type="http://schemas.openxmlformats.org/officeDocument/2006/relationships/notesSlide" Target="/ppt/notesSlides/notesSlide15.xml" Id="R9feedecfad554d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5f06f8a637845fe" /><Relationship Type="http://schemas.openxmlformats.org/officeDocument/2006/relationships/image" Target="/ppt/media/image30.png" Id="R4f09c8e6a7804980" /><Relationship Type="http://schemas.openxmlformats.org/officeDocument/2006/relationships/image" Target="/ppt/media/image31.png" Id="R62ef1052dfe14603" /><Relationship Type="http://schemas.openxmlformats.org/officeDocument/2006/relationships/notesSlide" Target="/ppt/notesSlides/notesSlide16.xml" Id="Rc2611885ff9740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e62afd69fb46ad" /><Relationship Type="http://schemas.openxmlformats.org/officeDocument/2006/relationships/image" Target="/ppt/media/image32.png" Id="R38c834ac18f74b70" /><Relationship Type="http://schemas.openxmlformats.org/officeDocument/2006/relationships/image" Target="/ppt/media/image33.png" Id="Rf60eaba7ca314c22" /><Relationship Type="http://schemas.openxmlformats.org/officeDocument/2006/relationships/image" Target="/ppt/media/image34.png" Id="R4cd64eac3ecb48f8" /><Relationship Type="http://schemas.openxmlformats.org/officeDocument/2006/relationships/notesSlide" Target="/ppt/notesSlides/notesSlide17.xml" Id="Ref0af3b24ecf42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4897a7a372e47fb" /><Relationship Type="http://schemas.openxmlformats.org/officeDocument/2006/relationships/image" Target="/ppt/media/image35.png" Id="R5bd8bae1e33c4bae" /><Relationship Type="http://schemas.openxmlformats.org/officeDocument/2006/relationships/notesSlide" Target="/ppt/notesSlides/notesSlide18.xml" Id="R40fceaff37b0470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974dd46b8ea4895" /><Relationship Type="http://schemas.openxmlformats.org/officeDocument/2006/relationships/image" Target="/ppt/media/image36.png" Id="R5ec7bcb82a784d2e" /><Relationship Type="http://schemas.openxmlformats.org/officeDocument/2006/relationships/image" Target="/ppt/media/image37.png" Id="R4554cddf167548ba" /><Relationship Type="http://schemas.openxmlformats.org/officeDocument/2006/relationships/image" Target="/ppt/media/image38.png" Id="R48049955298245f7" /><Relationship Type="http://schemas.openxmlformats.org/officeDocument/2006/relationships/notesSlide" Target="/ppt/notesSlides/notesSlide19.xml" Id="Rc176d10fa25a41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9b4f7c1c93f4585" /><Relationship Type="http://schemas.openxmlformats.org/officeDocument/2006/relationships/image" Target="/ppt/media/image39.png" Id="Rd94617029d494492" /><Relationship Type="http://schemas.openxmlformats.org/officeDocument/2006/relationships/image" Target="/ppt/media/image40.png" Id="R296d6a8f3e4a4d69" /><Relationship Type="http://schemas.openxmlformats.org/officeDocument/2006/relationships/image" Target="/ppt/media/image41.png" Id="R35078d7571f446aa" /><Relationship Type="http://schemas.openxmlformats.org/officeDocument/2006/relationships/notesSlide" Target="/ppt/notesSlides/notesSlide20.xml" Id="Rf40493bf927e4f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de47b3f533a4088" /><Relationship Type="http://schemas.openxmlformats.org/officeDocument/2006/relationships/image" Target="/ppt/media/image42.png" Id="R73e173871c064603" /><Relationship Type="http://schemas.openxmlformats.org/officeDocument/2006/relationships/image" Target="/ppt/media/image43.png" Id="R609b9b7345554b1c" /><Relationship Type="http://schemas.openxmlformats.org/officeDocument/2006/relationships/notesSlide" Target="/ppt/notesSlides/notesSlide21.xml" Id="Rbd5c29b7115145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e349be817e0490d" /><Relationship Type="http://schemas.openxmlformats.org/officeDocument/2006/relationships/image" Target="/ppt/media/image44.png" Id="R7857c218ff18432a" /><Relationship Type="http://schemas.openxmlformats.org/officeDocument/2006/relationships/notesSlide" Target="/ppt/notesSlides/notesSlide22.xml" Id="R1f956d2f823b4e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d66995afcb44d45" /><Relationship Type="http://schemas.openxmlformats.org/officeDocument/2006/relationships/image" Target="/ppt/media/image45.png" Id="R2ff1fc0cca7b43d5" /><Relationship Type="http://schemas.openxmlformats.org/officeDocument/2006/relationships/image" Target="/ppt/media/image46.png" Id="Rba8af857fc024dbc" /><Relationship Type="http://schemas.openxmlformats.org/officeDocument/2006/relationships/notesSlide" Target="/ppt/notesSlides/notesSlide23.xml" Id="Ra82b0896b31a4d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6add8d170004fc3" /><Relationship Type="http://schemas.openxmlformats.org/officeDocument/2006/relationships/image" Target="/ppt/media/image47.png" Id="Rd7a51f3627f249bb" /><Relationship Type="http://schemas.openxmlformats.org/officeDocument/2006/relationships/notesSlide" Target="/ppt/notesSlides/notesSlide24.xml" Id="Rc6f19bc90e7e4ec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7efa8786a494304" /><Relationship Type="http://schemas.openxmlformats.org/officeDocument/2006/relationships/image" Target="/ppt/media/image48.png" Id="R1e8ccb576c93441c" /><Relationship Type="http://schemas.openxmlformats.org/officeDocument/2006/relationships/image" Target="/ppt/media/image49.png" Id="R856b88ae163349f4" /><Relationship Type="http://schemas.openxmlformats.org/officeDocument/2006/relationships/image" Target="/ppt/media/image50.png" Id="R8052aaf710b64638" /><Relationship Type="http://schemas.openxmlformats.org/officeDocument/2006/relationships/notesSlide" Target="/ppt/notesSlides/notesSlide25.xml" Id="R22a0fd44efab44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4138f941ec14d97" /><Relationship Type="http://schemas.openxmlformats.org/officeDocument/2006/relationships/image" Target="/ppt/media/image51.png" Id="Rfc3bde0606db46c7" /><Relationship Type="http://schemas.openxmlformats.org/officeDocument/2006/relationships/image" Target="/ppt/media/image52.png" Id="Re4d71a7b9531453d" /><Relationship Type="http://schemas.openxmlformats.org/officeDocument/2006/relationships/notesSlide" Target="/ppt/notesSlides/notesSlide26.xml" Id="Reaad7317087d4eb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de919265d1544f4" /><Relationship Type="http://schemas.openxmlformats.org/officeDocument/2006/relationships/image" Target="/ppt/media/image53.png" Id="Rb552137508364efd" /><Relationship Type="http://schemas.openxmlformats.org/officeDocument/2006/relationships/notesSlide" Target="/ppt/notesSlides/notesSlide27.xml" Id="R016f0da4c6f6408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2449caf788b4a25" /><Relationship Type="http://schemas.openxmlformats.org/officeDocument/2006/relationships/image" Target="/ppt/media/image54.png" Id="R1892bde0ae4e4f33" /><Relationship Type="http://schemas.openxmlformats.org/officeDocument/2006/relationships/image" Target="/ppt/media/image55.png" Id="Rb08ed45f59fe4879" /><Relationship Type="http://schemas.openxmlformats.org/officeDocument/2006/relationships/notesSlide" Target="/ppt/notesSlides/notesSlide28.xml" Id="R2017b22a06e8400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fe4428e20c8460e" /><Relationship Type="http://schemas.openxmlformats.org/officeDocument/2006/relationships/image" Target="/ppt/media/image56.png" Id="R284eee27812544d8" /><Relationship Type="http://schemas.openxmlformats.org/officeDocument/2006/relationships/image" Target="/ppt/media/image57.png" Id="R7aa09046d84f4cbc" /><Relationship Type="http://schemas.openxmlformats.org/officeDocument/2006/relationships/image" Target="/ppt/media/image58.png" Id="R578f0e5820de487c" /><Relationship Type="http://schemas.openxmlformats.org/officeDocument/2006/relationships/notesSlide" Target="/ppt/notesSlides/notesSlide29.xml" Id="R1995d6866c21470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03ea81575bc4c9e" /><Relationship Type="http://schemas.openxmlformats.org/officeDocument/2006/relationships/image" Target="/ppt/media/image59.png" Id="R7d16aed274e44007" /><Relationship Type="http://schemas.openxmlformats.org/officeDocument/2006/relationships/notesSlide" Target="/ppt/notesSlides/notesSlide30.xml" Id="R6a3e63f119754cb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9500c0d4b234049" /><Relationship Type="http://schemas.openxmlformats.org/officeDocument/2006/relationships/image" Target="/ppt/media/image60.png" Id="Rd0885922edff4e80" /><Relationship Type="http://schemas.openxmlformats.org/officeDocument/2006/relationships/notesSlide" Target="/ppt/notesSlides/notesSlide31.xml" Id="R0802b8c4c37b446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da06ea92f20486a" /><Relationship Type="http://schemas.openxmlformats.org/officeDocument/2006/relationships/image" Target="/ppt/media/image61.png" Id="Rb51c6bd4f0ec4424" /><Relationship Type="http://schemas.openxmlformats.org/officeDocument/2006/relationships/image" Target="/ppt/media/image62.png" Id="R5f331ca77ab64767" /><Relationship Type="http://schemas.openxmlformats.org/officeDocument/2006/relationships/image" Target="/ppt/media/image63.png" Id="R2844b18e1a7c466c" /><Relationship Type="http://schemas.openxmlformats.org/officeDocument/2006/relationships/image" Target="/ppt/media/image64.png" Id="Rfbef7d25faac44b5" /><Relationship Type="http://schemas.openxmlformats.org/officeDocument/2006/relationships/image" Target="/ppt/media/image65.png" Id="R68540f9b92ce4776" /><Relationship Type="http://schemas.openxmlformats.org/officeDocument/2006/relationships/notesSlide" Target="/ppt/notesSlides/notesSlide32.xml" Id="R3fe9c82b9f744a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321aff2ed0142fe" /><Relationship Type="http://schemas.openxmlformats.org/officeDocument/2006/relationships/image" Target="/ppt/media/image66.png" Id="R23f29ba9f24b4a84" /><Relationship Type="http://schemas.openxmlformats.org/officeDocument/2006/relationships/image" Target="/ppt/media/image67.png" Id="R5e05cbc1da2e469d" /><Relationship Type="http://schemas.openxmlformats.org/officeDocument/2006/relationships/image" Target="/ppt/media/image68.png" Id="Rec923f0562c24d3e" /><Relationship Type="http://schemas.openxmlformats.org/officeDocument/2006/relationships/notesSlide" Target="/ppt/notesSlides/notesSlide33.xml" Id="Rbdf3d4411d484b2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ea0bbbae230486f" /><Relationship Type="http://schemas.openxmlformats.org/officeDocument/2006/relationships/image" Target="/ppt/media/image69.png" Id="Rdea223c5dd274471" /><Relationship Type="http://schemas.openxmlformats.org/officeDocument/2006/relationships/notesSlide" Target="/ppt/notesSlides/notesSlide34.xml" Id="R6e719e1f858b40f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fef0ef081e34ff1" /><Relationship Type="http://schemas.openxmlformats.org/officeDocument/2006/relationships/image" Target="/ppt/media/image70.png" Id="R674f5920cf2949a5" /><Relationship Type="http://schemas.openxmlformats.org/officeDocument/2006/relationships/notesSlide" Target="/ppt/notesSlides/notesSlide35.xml" Id="Re070ff40aa9c460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4b9644ee00b4c87" /><Relationship Type="http://schemas.openxmlformats.org/officeDocument/2006/relationships/image" Target="/ppt/media/image71.png" Id="R9fcfb5fb2a0a4eda" /><Relationship Type="http://schemas.openxmlformats.org/officeDocument/2006/relationships/notesSlide" Target="/ppt/notesSlides/notesSlide36.xml" Id="R4d9aebe4bc124b2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92ed80850854e8c" /><Relationship Type="http://schemas.openxmlformats.org/officeDocument/2006/relationships/image" Target="/ppt/media/image72.png" Id="R4553f474f79d4e13" /><Relationship Type="http://schemas.openxmlformats.org/officeDocument/2006/relationships/notesSlide" Target="/ppt/notesSlides/notesSlide37.xml" Id="R3ce7a895205a4c0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9fab3654b5c462e" /><Relationship Type="http://schemas.openxmlformats.org/officeDocument/2006/relationships/image" Target="/ppt/media/image73.png" Id="Rbdde82203f714c4d" /><Relationship Type="http://schemas.openxmlformats.org/officeDocument/2006/relationships/notesSlide" Target="/ppt/notesSlides/notesSlide38.xml" Id="Rfceef887db014e9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ee407bb90de44cd" /><Relationship Type="http://schemas.openxmlformats.org/officeDocument/2006/relationships/image" Target="/ppt/media/image74.png" Id="R0d0a9c76560b4d30" /><Relationship Type="http://schemas.openxmlformats.org/officeDocument/2006/relationships/notesSlide" Target="/ppt/notesSlides/notesSlide39.xml" Id="Rfd1c674db50347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1fc92e54a3f4f39" /><Relationship Type="http://schemas.openxmlformats.org/officeDocument/2006/relationships/image" Target="/ppt/media/image75.png" Id="R7021976da44b4b02" /><Relationship Type="http://schemas.openxmlformats.org/officeDocument/2006/relationships/notesSlide" Target="/ppt/notesSlides/notesSlide40.xml" Id="R5ece9e34e85d4f2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DC4452C5-3EBE-491F-98AB-A7AB809C74A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9F4AC330-F3F3-4E8F-A5B7-62BD206E087B}"/>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7121701D-1174-4D96-B4F6-B44AF30B203B}"/>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AC67EC2B-FF9A-42AD-8956-7371FC301E79}"/>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A467876E-84A8-4074-8DF1-DC18167DB276}"/>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7916E820-78FF-4CBD-A277-0D3685944746}"/>
              </a:ext>
            </a:extLst>
          </p:cNvPr>
          <p:cNvPicPr>
            <a:picLocks xmlns:a="http://schemas.openxmlformats.org/drawingml/2006/main" noChangeAspect="1"/>
          </p:cNvPicPr>
          <p:nvPr/>
        </p:nvPicPr>
        <p:blipFill>
          <a:blip xmlns:r="http://schemas.openxmlformats.org/officeDocument/2006/relationships" xmlns:a="http://schemas.openxmlformats.org/drawingml/2006/main" r:embed="R6a7b4d98de58404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C4B16EA-EE28-4642-8328-5F0460A8A728}"/>
              </a:ext>
            </a:extLst>
          </p:cNvPr>
          <p:cNvPicPr>
            <a:picLocks xmlns:a="http://schemas.openxmlformats.org/drawingml/2006/main" noChangeAspect="1"/>
          </p:cNvPicPr>
          <p:nvPr/>
        </p:nvPicPr>
        <p:blipFill>
          <a:blip xmlns:r="http://schemas.openxmlformats.org/officeDocument/2006/relationships" xmlns:a="http://schemas.openxmlformats.org/drawingml/2006/main" r:embed="Rf26450b6631741ae"/>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7B3EA5E5-1A63-46B0-A690-8CBDAF5406B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894660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0D54D78-4A24-482E-8827-D2B274B66ACC}"/>
              </a:ext>
            </a:extLst>
          </p:cNvPr>
          <p:cNvPicPr>
            <a:picLocks xmlns:a="http://schemas.openxmlformats.org/drawingml/2006/main" noChangeAspect="1"/>
          </p:cNvPicPr>
          <p:nvPr/>
        </p:nvPicPr>
        <p:blipFill>
          <a:blip xmlns:r="http://schemas.openxmlformats.org/officeDocument/2006/relationships" xmlns:a="http://schemas.openxmlformats.org/drawingml/2006/main" r:embed="R36cbf4920f474c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3B43F9-8DB0-404D-A208-41E0313CC3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886D11-8ECE-4D20-B859-11FA01A4590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9D0CA1A8-E9C2-436E-8A04-6A6CCD9472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A204E43-F1DD-44D4-83AE-E59916D89F4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03F82799-3099-4A71-87EF-646069ACEE8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A21793CA-7088-4E6B-A617-E0A898261F86}"/>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C70189B2-5060-440F-8B21-1A9E69648D09}"/>
              </a:ext>
            </a:extLst>
          </p:cNvPr>
          <p:cNvPicPr>
            <a:picLocks xmlns:a="http://schemas.openxmlformats.org/drawingml/2006/main" noChangeAspect="1"/>
          </p:cNvPicPr>
          <p:nvPr/>
        </p:nvPicPr>
        <p:blipFill>
          <a:blip xmlns:r="http://schemas.openxmlformats.org/officeDocument/2006/relationships" xmlns:a="http://schemas.openxmlformats.org/drawingml/2006/main" r:embed="R82604e08ee5a4d42"/>
          <a:srcRect xmlns:a="http://schemas.openxmlformats.org/drawingml/2006/main" l="12000" t="0" r="12000" b="24000"/>
          <a:stretch xmlns:a="http://schemas.openxmlformats.org/drawingml/2006/main"/>
        </p:blipFill>
        <p:spPr>
          <a:xfrm xmlns:a="http://schemas.openxmlformats.org/drawingml/2006/main">
            <a:off x="2381250" y="4514850"/>
            <a:ext cx="13525500" cy="5191125"/>
          </a:xfrm>
          <a:prstGeom xmlns:a="http://schemas.openxmlformats.org/drawingml/2006/main" prst="rect">
            <a:avLst/>
          </a:prstGeom>
        </p:spPr>
      </p:pic>
    </p:spTree>
    <p:extLst>
      <p:ext uri="{BB962C8B-B14F-4D97-AF65-F5344CB8AC3E}">
        <p14:creationId xmlns:p14="http://schemas.microsoft.com/office/powerpoint/2010/main" val="6978007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0005E8C-80E3-4430-852B-95E93BC81FCB}"/>
              </a:ext>
            </a:extLst>
          </p:cNvPr>
          <p:cNvPicPr>
            <a:picLocks xmlns:a="http://schemas.openxmlformats.org/drawingml/2006/main" noChangeAspect="1"/>
          </p:cNvPicPr>
          <p:nvPr/>
        </p:nvPicPr>
        <p:blipFill>
          <a:blip xmlns:r="http://schemas.openxmlformats.org/officeDocument/2006/relationships" xmlns:a="http://schemas.openxmlformats.org/drawingml/2006/main" r:embed="Rf120aa95ce5b48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92D503-5392-4409-B286-47683AFC7DF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67C163-AE49-4B9A-9DB1-3A2CDCF40BA8}"/>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5A043180-3D23-4DB3-A3B8-2076674B64CD}"/>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EC44E135-E973-4887-AABF-50CAD0892268}"/>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74869260-36D1-4C74-AE9D-A3EB0ADAAC4E}"/>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6B197803-E149-49AA-9F19-990D1F9F800E}"/>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CD81249-5555-461C-BD09-DA817C992CC8}"/>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742885E-F7BB-408B-8CF0-C1954E4E4E10}"/>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C2D476D1-C564-4983-BFBF-FDEF55C9303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6CDB1A8-53B9-43CB-A342-55D6C279C03C}"/>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55940CFF-4197-4CFD-B4CC-97755628C009}"/>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C5A4D0D0-758F-4D83-9EEC-44CE73639821}"/>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BF7D8FF-CBBE-4A1F-915C-D13ABAD4C585}"/>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3A623136-30A0-4AE6-BD27-C161FB7E4676}"/>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4002676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642CAC0-BF04-4AA3-92A2-0484CC00EABA}"/>
              </a:ext>
            </a:extLst>
          </p:cNvPr>
          <p:cNvPicPr>
            <a:picLocks xmlns:a="http://schemas.openxmlformats.org/drawingml/2006/main" noChangeAspect="1"/>
          </p:cNvPicPr>
          <p:nvPr/>
        </p:nvPicPr>
        <p:blipFill>
          <a:blip xmlns:r="http://schemas.openxmlformats.org/officeDocument/2006/relationships" xmlns:a="http://schemas.openxmlformats.org/drawingml/2006/main" r:embed="R090b7cc65dda4d8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0BE58B-C073-4B68-904E-0369C354231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FD0F7E-42EF-4DDD-9EB5-5EB406F3EBD7}"/>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D1A8D067-DE5D-4FD8-A77D-B1742983E381}"/>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D286FF-092E-48A0-BF79-9B54F23424E6}"/>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590B9BF-E22D-4200-A818-428A418EA51D}"/>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0D0CAC10-2D01-483E-8CC2-BE1EA4B7E90E}"/>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133E2D4E-7D19-4106-ABFC-8B08F7F49F8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0BFCABE-2760-4D07-A887-E59EA6297CF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15428269-0003-40BE-8028-E30CDAE653B6}"/>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CAFDFF29-5876-4798-9D6F-7D8DB326A6D1}"/>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27CA827-0ED0-4235-AD99-466CD99F34F3}"/>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E9689F62-8741-4226-9D03-425737154130}"/>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DA3F7356-A168-4F7B-98D7-D4F586FB00C5}"/>
              </a:ext>
            </a:extLst>
          </p:cNvPr>
          <p:cNvPicPr>
            <a:picLocks xmlns:a="http://schemas.openxmlformats.org/drawingml/2006/main" noChangeAspect="1"/>
          </p:cNvPicPr>
          <p:nvPr/>
        </p:nvPicPr>
        <p:blipFill>
          <a:blip xmlns:r="http://schemas.openxmlformats.org/officeDocument/2006/relationships" xmlns:a="http://schemas.openxmlformats.org/drawingml/2006/main" r:embed="R0dcb9efd801044ee"/>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51008218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0CE59AA1-A763-4EEC-8EA2-E7558810CF1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31316B6F-1165-41C1-86ED-54E686B1ECC0}"/>
              </a:ext>
            </a:extLst>
          </p:cNvPr>
          <p:cNvPicPr>
            <a:picLocks xmlns:a="http://schemas.openxmlformats.org/drawingml/2006/main" noChangeAspect="1"/>
          </p:cNvPicPr>
          <p:nvPr/>
        </p:nvPicPr>
        <p:blipFill>
          <a:blip xmlns:r="http://schemas.openxmlformats.org/officeDocument/2006/relationships" xmlns:a="http://schemas.openxmlformats.org/drawingml/2006/main" r:embed="Rb3df904f67f3446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920EE4D-AD9C-4049-975F-58480BDB341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069697C-0C68-423B-829D-136A4521F6D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F781C089-B2CF-4A17-8DAD-A98D1E00C19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B6E6119E-269E-45D8-8672-C52F45AD823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3271626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1FC3459-0863-41A3-BE74-FA409C25ACEA}"/>
              </a:ext>
            </a:extLst>
          </p:cNvPr>
          <p:cNvPicPr>
            <a:picLocks xmlns:a="http://schemas.openxmlformats.org/drawingml/2006/main" noChangeAspect="1"/>
          </p:cNvPicPr>
          <p:nvPr/>
        </p:nvPicPr>
        <p:blipFill>
          <a:blip xmlns:r="http://schemas.openxmlformats.org/officeDocument/2006/relationships" xmlns:a="http://schemas.openxmlformats.org/drawingml/2006/main" r:embed="Rd525b0ad6019421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467E2B-A7FC-41EB-AC94-1BA3E7E8AC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03188A-4AE9-413D-8390-0872158C16E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3A38A01-0454-49F5-990E-55F0A9E412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7D81735-C08A-41B8-A76A-D6DBFE71BB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827AC8F-989A-4B46-A19A-8CF9EF2E8794}"/>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4A18BA15-57B9-46C4-8A22-34E407480F0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7EF9C039-4257-463E-8F16-1F423E376FC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97D2471A-13BD-49DE-B74E-8D6550DCC8A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470A51A5-C7C8-4944-99D6-3B2DB932D9A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1CBF3157-5FD0-4B82-A074-FAD6503A58D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14E2DCF-D682-44C6-8AD0-55A115EFE2D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5522808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4B40B0C-7FB2-4448-BCCC-CA40B5D70E5B}"/>
              </a:ext>
            </a:extLst>
          </p:cNvPr>
          <p:cNvPicPr>
            <a:picLocks xmlns:a="http://schemas.openxmlformats.org/drawingml/2006/main" noChangeAspect="1"/>
          </p:cNvPicPr>
          <p:nvPr/>
        </p:nvPicPr>
        <p:blipFill>
          <a:blip xmlns:r="http://schemas.openxmlformats.org/officeDocument/2006/relationships" xmlns:a="http://schemas.openxmlformats.org/drawingml/2006/main" r:embed="R1649129072e04f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CECF8E-F735-4340-8630-8665394177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91DE3C-9631-4A70-9FCE-5C9F54EC68A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38145F9-DC52-49A3-9D5E-F44D82A3FE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46F5496-3754-45F9-A049-165CDB1B0B9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C6814E6-89D8-4B0A-8141-2B25841845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6394C8B6-C53B-4594-B9C6-2763728AD312}"/>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8A705A96-23B5-48E5-8DCA-2C80CC8B6CC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C7172AD-0E63-4800-BBC6-D704A67AFE9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FCA4EF2E-6020-43AC-96FC-28F96BDFF7C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9974DF93-C469-48E7-98EA-4A0CCD3B3B2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9973B2E2-144F-4CE9-865E-B58BF375EA4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3DC35267-4108-4BC3-A916-00FD1D3E475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2568601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673D608-B770-4415-BFF8-0E336E5C0761}"/>
              </a:ext>
            </a:extLst>
          </p:cNvPr>
          <p:cNvPicPr>
            <a:picLocks xmlns:a="http://schemas.openxmlformats.org/drawingml/2006/main" noChangeAspect="1"/>
          </p:cNvPicPr>
          <p:nvPr/>
        </p:nvPicPr>
        <p:blipFill>
          <a:blip xmlns:r="http://schemas.openxmlformats.org/officeDocument/2006/relationships" xmlns:a="http://schemas.openxmlformats.org/drawingml/2006/main" r:embed="R19a4c6f701f041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95FEED-2413-4197-B4F2-4F97C08AE74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58E2BA-0C95-4A0F-A747-E10BC3B4DD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8D71223-62CC-4ADD-9F1B-503BF016B7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C9D4E78-F3A8-499F-8DB3-D475B0BE7C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02684C47-E50E-4E86-8BC5-9082B29A10C8}"/>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40EE2CEC-A4CA-4A49-B2D0-A76AD2D60866}"/>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68CB7B3C-3BFF-4D85-AC72-C35BF80DFB71}"/>
              </a:ext>
            </a:extLst>
          </p:cNvPr>
          <p:cNvPicPr>
            <a:picLocks xmlns:a="http://schemas.openxmlformats.org/drawingml/2006/main" noChangeAspect="1"/>
          </p:cNvPicPr>
          <p:nvPr/>
        </p:nvPicPr>
        <p:blipFill>
          <a:blip xmlns:r="http://schemas.openxmlformats.org/officeDocument/2006/relationships" xmlns:a="http://schemas.openxmlformats.org/drawingml/2006/main" r:embed="R25c329e660dd47cf"/>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002A92A-76D0-4129-B54C-679DACC4684D}"/>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198C5A91-5EE0-42F8-96F8-905BC9B549AB}"/>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6ADE2BFF-EA74-4241-B92E-8A85214B589F}"/>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2A5B2E7A-0789-459E-BE53-EDCD5AE386B8}"/>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EBD052EF-68A0-49BC-AEE6-E7E4DEE4C673}"/>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FBEEAFF5-CA19-4E63-ACD1-B8C074C0861F}"/>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86B9D0C2-9D34-45F9-907D-91BEE34755D7}"/>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DB83B45-2DAB-419C-9204-998E87E3D599}"/>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4936359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BEBC108-CAC2-4D49-8BBD-18066181EDC6}"/>
              </a:ext>
            </a:extLst>
          </p:cNvPr>
          <p:cNvPicPr>
            <a:picLocks xmlns:a="http://schemas.openxmlformats.org/drawingml/2006/main" noChangeAspect="1"/>
          </p:cNvPicPr>
          <p:nvPr/>
        </p:nvPicPr>
        <p:blipFill>
          <a:blip xmlns:r="http://schemas.openxmlformats.org/officeDocument/2006/relationships" xmlns:a="http://schemas.openxmlformats.org/drawingml/2006/main" r:embed="R93fe78982a1e49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536E58-E5D7-4B14-A152-EFA533E9195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C2ABA3-79B1-4185-AFEE-5C0A4819A71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CFA8E2D-54CF-4EB0-AD66-488FD8FF62B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166C2D6-0327-45F8-B0F1-BE3083B75F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9173077-9BAD-4806-9C31-5432049A56C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0CC33EE-57CF-47CB-BABB-4B3EE30BC990}"/>
              </a:ext>
            </a:extLst>
          </p:cNvPr>
          <p:cNvPicPr>
            <a:picLocks xmlns:a="http://schemas.openxmlformats.org/drawingml/2006/main" noChangeAspect="1"/>
          </p:cNvPicPr>
          <p:nvPr/>
        </p:nvPicPr>
        <p:blipFill>
          <a:blip xmlns:r="http://schemas.openxmlformats.org/officeDocument/2006/relationships" xmlns:a="http://schemas.openxmlformats.org/drawingml/2006/main" r:embed="Rc751a4f99d394bec"/>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07AE8D3-2A8D-4F0A-8E01-20C2D3D9EC0B}"/>
              </a:ext>
            </a:extLst>
          </p:cNvPr>
          <p:cNvPicPr>
            <a:picLocks xmlns:a="http://schemas.openxmlformats.org/drawingml/2006/main" noChangeAspect="1"/>
          </p:cNvPicPr>
          <p:nvPr/>
        </p:nvPicPr>
        <p:blipFill>
          <a:blip xmlns:r="http://schemas.openxmlformats.org/officeDocument/2006/relationships" xmlns:a="http://schemas.openxmlformats.org/drawingml/2006/main" r:embed="Raabf0487e1ee4cae"/>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67F2C4AC-73EB-4A8D-9CFF-56B4DDF4A74B}"/>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DC718B45-6DAC-42B3-B8F1-AF2349B63150}"/>
              </a:ext>
            </a:extLst>
          </p:cNvPr>
          <p:cNvPicPr>
            <a:picLocks xmlns:a="http://schemas.openxmlformats.org/drawingml/2006/main" noChangeAspect="1"/>
          </p:cNvPicPr>
          <p:nvPr/>
        </p:nvPicPr>
        <p:blipFill>
          <a:blip xmlns:r="http://schemas.openxmlformats.org/officeDocument/2006/relationships" xmlns:a="http://schemas.openxmlformats.org/drawingml/2006/main" r:embed="R9501f71485924a46"/>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CB594A68-8C58-4B85-9007-C66CE314650D}"/>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FC974DD9-B4C2-4ABF-8E55-F87C2626F542}"/>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4423050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9684050-CE07-469F-9CDF-A8B1DAC88A8D}"/>
              </a:ext>
            </a:extLst>
          </p:cNvPr>
          <p:cNvPicPr>
            <a:picLocks xmlns:a="http://schemas.openxmlformats.org/drawingml/2006/main" noChangeAspect="1"/>
          </p:cNvPicPr>
          <p:nvPr/>
        </p:nvPicPr>
        <p:blipFill>
          <a:blip xmlns:r="http://schemas.openxmlformats.org/officeDocument/2006/relationships" xmlns:a="http://schemas.openxmlformats.org/drawingml/2006/main" r:embed="R1ae998d942e8401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C439B1-00CA-4E1F-BC33-52C219737A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47E8F4-E2AE-4A49-A9FA-48F045576F4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900E68E-616A-4EE6-ADD9-5F39FABCA04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0DE9FD6-95D4-4A7B-95B3-B70B30A558E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03FD9A3-9CD4-4272-A25D-D4545E2C00B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E1BABA7A-D9AF-437C-B742-7F1F9387B065}"/>
              </a:ext>
            </a:extLst>
          </p:cNvPr>
          <p:cNvPicPr>
            <a:picLocks xmlns:a="http://schemas.openxmlformats.org/drawingml/2006/main" noChangeAspect="1"/>
          </p:cNvPicPr>
          <p:nvPr/>
        </p:nvPicPr>
        <p:blipFill>
          <a:blip xmlns:r="http://schemas.openxmlformats.org/officeDocument/2006/relationships" xmlns:a="http://schemas.openxmlformats.org/drawingml/2006/main" r:embed="Rb0c92706ab01411c"/>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4FE779F-76CA-4C02-8290-6563BFB2793F}"/>
              </a:ext>
            </a:extLst>
          </p:cNvPr>
          <p:cNvPicPr>
            <a:picLocks xmlns:a="http://schemas.openxmlformats.org/drawingml/2006/main" noChangeAspect="1"/>
          </p:cNvPicPr>
          <p:nvPr/>
        </p:nvPicPr>
        <p:blipFill>
          <a:blip xmlns:r="http://schemas.openxmlformats.org/officeDocument/2006/relationships" xmlns:a="http://schemas.openxmlformats.org/drawingml/2006/main" r:embed="R1623bc9c2bbc4590"/>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1B8EA66-A82F-41B3-B35D-2CA319062BB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23FEDE1-7BCD-4AB2-8C7F-EA8AA0BCAC1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8664286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6BE354B-CE5B-4F56-BABC-86F3FB434FF8}"/>
              </a:ext>
            </a:extLst>
          </p:cNvPr>
          <p:cNvPicPr>
            <a:picLocks xmlns:a="http://schemas.openxmlformats.org/drawingml/2006/main" noChangeAspect="1"/>
          </p:cNvPicPr>
          <p:nvPr/>
        </p:nvPicPr>
        <p:blipFill>
          <a:blip xmlns:r="http://schemas.openxmlformats.org/officeDocument/2006/relationships" xmlns:a="http://schemas.openxmlformats.org/drawingml/2006/main" r:embed="Rbc2634cc6e254c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590192-7FC3-40E3-9A9F-F8C2B66485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AAF700-63AE-4C83-B9A0-D4042FA69B2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02ECFEC-BA93-4B46-A091-0713348886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B640655-384A-4B44-9B99-F36D26B8E00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65C3BA2-8E95-4BFF-BEC7-324C55EB152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CCB278B7-C08A-4CC0-8FBD-9BF539702553}"/>
              </a:ext>
            </a:extLst>
          </p:cNvPr>
          <p:cNvPicPr>
            <a:picLocks xmlns:a="http://schemas.openxmlformats.org/drawingml/2006/main" noChangeAspect="1"/>
          </p:cNvPicPr>
          <p:nvPr/>
        </p:nvPicPr>
        <p:blipFill>
          <a:blip xmlns:r="http://schemas.openxmlformats.org/officeDocument/2006/relationships" xmlns:a="http://schemas.openxmlformats.org/drawingml/2006/main" r:embed="Rd5cb7316a04a45a5"/>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684F396-86D2-43B5-8751-4F97E23191F6}"/>
              </a:ext>
            </a:extLst>
          </p:cNvPr>
          <p:cNvPicPr>
            <a:picLocks xmlns:a="http://schemas.openxmlformats.org/drawingml/2006/main" noChangeAspect="1"/>
          </p:cNvPicPr>
          <p:nvPr/>
        </p:nvPicPr>
        <p:blipFill>
          <a:blip xmlns:r="http://schemas.openxmlformats.org/officeDocument/2006/relationships" xmlns:a="http://schemas.openxmlformats.org/drawingml/2006/main" r:embed="Ra5c74d9283d74f49"/>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5767CE1-C020-46C5-A031-4C7C72989CE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53AECD2-547F-48FD-8630-DF750918895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5900177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EAAE22F-05F9-4612-A180-80BA8B16B664}"/>
              </a:ext>
            </a:extLst>
          </p:cNvPr>
          <p:cNvPicPr>
            <a:picLocks xmlns:a="http://schemas.openxmlformats.org/drawingml/2006/main" noChangeAspect="1"/>
          </p:cNvPicPr>
          <p:nvPr/>
        </p:nvPicPr>
        <p:blipFill>
          <a:blip xmlns:r="http://schemas.openxmlformats.org/officeDocument/2006/relationships" xmlns:a="http://schemas.openxmlformats.org/drawingml/2006/main" r:embed="R498708b80bf54a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D53405-5294-487C-954F-502766C667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CB449E-9068-40D5-A70A-74E0C7B52C8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09535C1-3D41-417C-B2F9-18B8D87191B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358CEAE-D374-4224-A397-8A41E71CB5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A002404-9848-44AF-AD04-EBEBEB5D9DF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D87D67DA-3E97-47EE-83AC-FE35CEE732FB}"/>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571F6A8-37B2-49AE-9222-D0DBE53AEB70}"/>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A394CDF-C104-44E3-979A-17C3A1903B0E}"/>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33BE89C-A564-42E1-939E-BDABFD2BB0BB}"/>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1FB8B66-44B5-476E-B25A-60977CB3ED3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204627751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008AD0A9-8B55-405A-A5F0-3F4AA3B3E652}"/>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B5F41F2-2F5F-4E17-A26F-D3698657572D}"/>
              </a:ext>
            </a:extLst>
          </p:cNvPr>
          <p:cNvPicPr>
            <a:picLocks xmlns:a="http://schemas.openxmlformats.org/drawingml/2006/main" noChangeAspect="1"/>
          </p:cNvPicPr>
          <p:nvPr/>
        </p:nvPicPr>
        <p:blipFill>
          <a:blip xmlns:r="http://schemas.openxmlformats.org/officeDocument/2006/relationships" xmlns:a="http://schemas.openxmlformats.org/drawingml/2006/main" r:embed="R3d8bb90bd8a6466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F92DE14E-0680-494F-BE02-EAAB4883E6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76510646-11CC-471A-9D0C-D09C7B41339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9922FF15-D1E1-4540-A5E2-088D8C539C7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1A294BE4-7810-4B3D-90F3-C89EBBEF9DE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3709142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B567624-2D22-478D-9906-CC526F16E22C}"/>
              </a:ext>
            </a:extLst>
          </p:cNvPr>
          <p:cNvPicPr>
            <a:picLocks xmlns:a="http://schemas.openxmlformats.org/drawingml/2006/main" noChangeAspect="1"/>
          </p:cNvPicPr>
          <p:nvPr/>
        </p:nvPicPr>
        <p:blipFill>
          <a:blip xmlns:r="http://schemas.openxmlformats.org/officeDocument/2006/relationships" xmlns:a="http://schemas.openxmlformats.org/drawingml/2006/main" r:embed="R69fbc3bf49d444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4E61C0-5D5E-4FD4-9718-186FFB3CD07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6AD165-E34B-42C2-96D5-B6D0C01F3A8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36FDC5A-3C5F-42DE-AC5E-63A6C9CA5D9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0C4C65D-522C-440D-9EBB-5A8C5E2111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708EADF-804B-4202-97E3-9F542059EE7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86040F8E-D802-44AB-9CF5-51C6B05F9F6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1C47D12-6827-41C7-A561-9C8332CD3DD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5FEDDA82-7221-4635-B7DC-824448B1940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05AC677-D1C7-4764-8405-C96003F0566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8BB8BD06-A52F-47A4-8211-6C1A53CE96F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61D40132-DFE9-476F-9405-690354374E4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3461273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A67967F-3086-40AB-A3FA-EFE509B7667D}"/>
              </a:ext>
            </a:extLst>
          </p:cNvPr>
          <p:cNvPicPr>
            <a:picLocks xmlns:a="http://schemas.openxmlformats.org/drawingml/2006/main" noChangeAspect="1"/>
          </p:cNvPicPr>
          <p:nvPr/>
        </p:nvPicPr>
        <p:blipFill>
          <a:blip xmlns:r="http://schemas.openxmlformats.org/officeDocument/2006/relationships" xmlns:a="http://schemas.openxmlformats.org/drawingml/2006/main" r:embed="Rc53f7fd36a384f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768C92-3C52-4684-A021-8606FF29AE6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A3CE7C-D0B7-45B7-BD6E-D4765E1F29E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937EC0B-2D9B-46DC-9BA8-EB4A8FFC71D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E790A0F-2B1F-4A45-A639-363DEC820A0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F62745E-9B2B-49A4-B1CC-8B0AE41B75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A3AAD65A-BC96-4329-90D7-073251D72C6C}"/>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083F1A5F-61CB-4970-89AE-AC8F2B53A150}"/>
              </a:ext>
            </a:extLst>
          </p:cNvPr>
          <p:cNvPicPr>
            <a:picLocks xmlns:a="http://schemas.openxmlformats.org/drawingml/2006/main" noChangeAspect="1"/>
          </p:cNvPicPr>
          <p:nvPr/>
        </p:nvPicPr>
        <p:blipFill>
          <a:blip xmlns:r="http://schemas.openxmlformats.org/officeDocument/2006/relationships" xmlns:a="http://schemas.openxmlformats.org/drawingml/2006/main" r:embed="R8c82059cac0b4679"/>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2579D56-7CED-4C30-A3A4-0FFD39715909}"/>
              </a:ext>
            </a:extLst>
          </p:cNvPr>
          <p:cNvPicPr>
            <a:picLocks xmlns:a="http://schemas.openxmlformats.org/drawingml/2006/main" noChangeAspect="1"/>
          </p:cNvPicPr>
          <p:nvPr/>
        </p:nvPicPr>
        <p:blipFill>
          <a:blip xmlns:r="http://schemas.openxmlformats.org/officeDocument/2006/relationships" xmlns:a="http://schemas.openxmlformats.org/drawingml/2006/main" r:embed="Rc6bf80233c834e47"/>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CC6E63F-EDA4-4486-B0D5-860E56C80E6A}"/>
              </a:ext>
            </a:extLst>
          </p:cNvPr>
          <p:cNvPicPr>
            <a:picLocks xmlns:a="http://schemas.openxmlformats.org/drawingml/2006/main" noChangeAspect="1"/>
          </p:cNvPicPr>
          <p:nvPr/>
        </p:nvPicPr>
        <p:blipFill>
          <a:blip xmlns:r="http://schemas.openxmlformats.org/officeDocument/2006/relationships" xmlns:a="http://schemas.openxmlformats.org/drawingml/2006/main" r:embed="Rcdb764f76fcf492d"/>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9752602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D1E5A76-288D-465F-8045-59414D3DF104}"/>
              </a:ext>
            </a:extLst>
          </p:cNvPr>
          <p:cNvPicPr>
            <a:picLocks xmlns:a="http://schemas.openxmlformats.org/drawingml/2006/main" noChangeAspect="1"/>
          </p:cNvPicPr>
          <p:nvPr/>
        </p:nvPicPr>
        <p:blipFill>
          <a:blip xmlns:r="http://schemas.openxmlformats.org/officeDocument/2006/relationships" xmlns:a="http://schemas.openxmlformats.org/drawingml/2006/main" r:embed="R4f09c8e6a78049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E137B6-AAF5-461F-8EF2-7F4F9A9574D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B6A604-9A6F-48B7-93DD-4D07F1FB1D0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2F23EDA-9962-40EB-B247-5C081A1CBF8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E918030-587F-4D51-B54F-752FED14AFB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B8678FD-7A9F-4603-91EA-6300B87CB6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E3F25CC0-E9B2-43EF-914F-C0BB8618B33A}"/>
              </a:ext>
            </a:extLst>
          </p:cNvPr>
          <p:cNvPicPr>
            <a:picLocks xmlns:a="http://schemas.openxmlformats.org/drawingml/2006/main" noChangeAspect="1"/>
          </p:cNvPicPr>
          <p:nvPr/>
        </p:nvPicPr>
        <p:blipFill>
          <a:blip xmlns:r="http://schemas.openxmlformats.org/officeDocument/2006/relationships" xmlns:a="http://schemas.openxmlformats.org/drawingml/2006/main" r:embed="R62ef1052dfe14603"/>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1357B94-5382-4E02-8A03-F97A10943B94}"/>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500CDF36-A704-46D7-9612-EE361C1EECB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B2F9DA1-F831-4F44-877E-742B7C41FF3A}"/>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3578180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C383F52-C75F-4ACC-AD08-079B7E5C57E4}"/>
              </a:ext>
            </a:extLst>
          </p:cNvPr>
          <p:cNvPicPr>
            <a:picLocks xmlns:a="http://schemas.openxmlformats.org/drawingml/2006/main" noChangeAspect="1"/>
          </p:cNvPicPr>
          <p:nvPr/>
        </p:nvPicPr>
        <p:blipFill>
          <a:blip xmlns:r="http://schemas.openxmlformats.org/officeDocument/2006/relationships" xmlns:a="http://schemas.openxmlformats.org/drawingml/2006/main" r:embed="R38c834ac18f74b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BDF81B4-BD44-4CD8-9CC0-038F178997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E30982-6831-4148-8C66-D81624174C5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1E68BC9-AC40-40BF-84A5-4A7BB2B4CC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8C17B86-7E17-4483-AF6C-3D5DC889C06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A84DB37-08F2-401A-BBB8-387EF0CB91F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EC7D4077-F76C-47B1-8B13-F900927E5C54}"/>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25B0AD1D-8C15-44B6-8EE2-59611E7EBD31}"/>
              </a:ext>
            </a:extLst>
          </p:cNvPr>
          <p:cNvPicPr>
            <a:picLocks xmlns:a="http://schemas.openxmlformats.org/drawingml/2006/main" noChangeAspect="1"/>
          </p:cNvPicPr>
          <p:nvPr/>
        </p:nvPicPr>
        <p:blipFill>
          <a:blip xmlns:r="http://schemas.openxmlformats.org/officeDocument/2006/relationships" xmlns:a="http://schemas.openxmlformats.org/drawingml/2006/main" r:embed="Rf60eaba7ca314c22"/>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463E81E-F646-4AA6-A3DB-6AF37F3C645E}"/>
              </a:ext>
            </a:extLst>
          </p:cNvPr>
          <p:cNvPicPr>
            <a:picLocks xmlns:a="http://schemas.openxmlformats.org/drawingml/2006/main" noChangeAspect="1"/>
          </p:cNvPicPr>
          <p:nvPr/>
        </p:nvPicPr>
        <p:blipFill>
          <a:blip xmlns:r="http://schemas.openxmlformats.org/officeDocument/2006/relationships" xmlns:a="http://schemas.openxmlformats.org/drawingml/2006/main" r:embed="R4cd64eac3ecb48f8"/>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28B47577-A677-41F5-9F45-C70E9A0A28B3}"/>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63B7049D-E958-4CF9-B27C-558171F43744}"/>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2517372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B954BABA-4242-4C84-91FA-3BAC6F8E356A}"/>
              </a:ext>
            </a:extLst>
          </p:cNvPr>
          <p:cNvPicPr>
            <a:picLocks xmlns:a="http://schemas.openxmlformats.org/drawingml/2006/main" noChangeAspect="1"/>
          </p:cNvPicPr>
          <p:nvPr/>
        </p:nvPicPr>
        <p:blipFill>
          <a:blip xmlns:r="http://schemas.openxmlformats.org/officeDocument/2006/relationships" xmlns:a="http://schemas.openxmlformats.org/drawingml/2006/main" r:embed="R5bd8bae1e33c4ba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2102FA-7FC7-463E-B5C7-A50884E615F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2B56EC-58B0-4E57-8D75-B5A518AB58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DFE9C7A-BC5D-4F75-989B-2D02A9B29BA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37C986-9DC6-42CB-8A01-C892323AF0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F1F031F-1B99-4A28-981E-07DFDFB60C7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90B16B32-BAB5-4E4E-81DF-C8A811158B1F}"/>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5B045F-6A1A-4EA5-B46E-4B2440041979}"/>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633726B-FC72-486D-AC1E-37A453CEB472}"/>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C9E919DA-F77E-4D7B-AB97-D4B724625621}"/>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D97B41FD-1B62-41E3-8063-E13CFAB6CFCA}"/>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849E08EB-0C51-42AE-A95C-F276DCC15EEE}"/>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617B617-CEF6-4D0A-9B7D-1339253222E8}"/>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6AA7A65-810A-49E9-8688-ECB549E99A9D}"/>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7CFD86E0-5D30-4709-86FD-67853AEB03FA}"/>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CCCB4808-51D9-4181-B6FE-B94E9130877F}"/>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D7DEFDE0-5031-4B02-8855-B479FD6AF55D}"/>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5F389AD-04E3-4928-AF10-FFAA32B1A104}"/>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CF6C3AEA-D5BD-4A47-8623-E15A36140D6D}"/>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CFC31C07-DC8D-4104-83B8-EA2130D03C4C}"/>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5DE82C80-5D29-4576-8BA2-8742496E4A69}"/>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0BB158F6-8823-4C0C-ADF7-85751DB7333A}"/>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707F54-3CA2-497F-BF66-E75374AB1ED5}"/>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C44D6411-D68D-40E0-851B-B34190296FE8}"/>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10103936-7C1A-443E-9889-18C97806A95A}"/>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678CA4D1-DE8D-489E-8858-0BA53FBDE03C}"/>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6189807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DEF03FD-EE30-4B8D-AFEA-F90C68613667}"/>
              </a:ext>
            </a:extLst>
          </p:cNvPr>
          <p:cNvPicPr>
            <a:picLocks xmlns:a="http://schemas.openxmlformats.org/drawingml/2006/main" noChangeAspect="1"/>
          </p:cNvPicPr>
          <p:nvPr/>
        </p:nvPicPr>
        <p:blipFill>
          <a:blip xmlns:r="http://schemas.openxmlformats.org/officeDocument/2006/relationships" xmlns:a="http://schemas.openxmlformats.org/drawingml/2006/main" r:embed="R5ec7bcb82a784d2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53D86F-9C98-4AAD-A4F8-54B40A76BA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789EA63-24A1-47E5-99EA-7113856E3C3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451D3A2-D627-4A6E-98AB-8C5A6AF7302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2E8FD71-F0EB-4524-A712-856CE257B59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F35E071-1E31-430B-B942-2920F11645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F2F35758-5639-474B-B9D7-1A7FE38160F7}"/>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72C06EE9-8905-4747-A275-7ED066BCC931}"/>
              </a:ext>
            </a:extLst>
          </p:cNvPr>
          <p:cNvPicPr>
            <a:picLocks xmlns:a="http://schemas.openxmlformats.org/drawingml/2006/main" noChangeAspect="1"/>
          </p:cNvPicPr>
          <p:nvPr/>
        </p:nvPicPr>
        <p:blipFill>
          <a:blip xmlns:r="http://schemas.openxmlformats.org/officeDocument/2006/relationships" xmlns:a="http://schemas.openxmlformats.org/drawingml/2006/main" r:embed="R4554cddf167548ba"/>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EF5B8EAF-6E97-4333-8244-29649D33E25E}"/>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EA3CB2F0-4A45-447F-B31C-013F92592BEE}"/>
              </a:ext>
            </a:extLst>
          </p:cNvPr>
          <p:cNvPicPr>
            <a:picLocks xmlns:a="http://schemas.openxmlformats.org/drawingml/2006/main" noChangeAspect="1"/>
          </p:cNvPicPr>
          <p:nvPr/>
        </p:nvPicPr>
        <p:blipFill>
          <a:blip xmlns:r="http://schemas.openxmlformats.org/officeDocument/2006/relationships" xmlns:a="http://schemas.openxmlformats.org/drawingml/2006/main" r:embed="R48049955298245f7"/>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18483260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9209D2A-95BE-441A-9044-A7422BAEFC3C}"/>
              </a:ext>
            </a:extLst>
          </p:cNvPr>
          <p:cNvPicPr>
            <a:picLocks xmlns:a="http://schemas.openxmlformats.org/drawingml/2006/main" noChangeAspect="1"/>
          </p:cNvPicPr>
          <p:nvPr/>
        </p:nvPicPr>
        <p:blipFill>
          <a:blip xmlns:r="http://schemas.openxmlformats.org/officeDocument/2006/relationships" xmlns:a="http://schemas.openxmlformats.org/drawingml/2006/main" r:embed="Rd94617029d4944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F46A1C-B737-4726-964B-FC64DB0369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FD35A7-FB15-4432-808D-4BC0C41794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80EF450-F934-413B-8F25-3DB2FDEA07D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D1845AD-8DFB-48F5-989C-DCD371C465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357FBF0-5E79-49FD-A59F-B5F64F1BA03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7B0767EF-17FB-4232-8FA4-36BE44E22C51}"/>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9D68F850-A0C4-40AD-B729-87A83895A24C}"/>
              </a:ext>
            </a:extLst>
          </p:cNvPr>
          <p:cNvPicPr>
            <a:picLocks xmlns:a="http://schemas.openxmlformats.org/drawingml/2006/main" noChangeAspect="1"/>
          </p:cNvPicPr>
          <p:nvPr/>
        </p:nvPicPr>
        <p:blipFill>
          <a:blip xmlns:r="http://schemas.openxmlformats.org/officeDocument/2006/relationships" xmlns:a="http://schemas.openxmlformats.org/drawingml/2006/main" r:embed="R296d6a8f3e4a4d69"/>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2834D41-D6D9-47E8-89E9-E460CA728D44}"/>
              </a:ext>
            </a:extLst>
          </p:cNvPr>
          <p:cNvPicPr>
            <a:picLocks xmlns:a="http://schemas.openxmlformats.org/drawingml/2006/main" noChangeAspect="1"/>
          </p:cNvPicPr>
          <p:nvPr/>
        </p:nvPicPr>
        <p:blipFill>
          <a:blip xmlns:r="http://schemas.openxmlformats.org/officeDocument/2006/relationships" xmlns:a="http://schemas.openxmlformats.org/drawingml/2006/main" r:embed="R35078d7571f446aa"/>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EA472E31-B6F0-440D-93B5-398D18D0C0E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99C3FEEA-1E5C-4D24-A41C-7E8D506E634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37393157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1E6D296-8647-4610-9F18-26B0C9AF6A2F}"/>
              </a:ext>
            </a:extLst>
          </p:cNvPr>
          <p:cNvPicPr>
            <a:picLocks xmlns:a="http://schemas.openxmlformats.org/drawingml/2006/main" noChangeAspect="1"/>
          </p:cNvPicPr>
          <p:nvPr/>
        </p:nvPicPr>
        <p:blipFill>
          <a:blip xmlns:r="http://schemas.openxmlformats.org/officeDocument/2006/relationships" xmlns:a="http://schemas.openxmlformats.org/drawingml/2006/main" r:embed="R73e173871c06460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25FD33-03AA-4607-958F-B6750A0FA9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6A6882-173F-4D1D-8257-2C1FADFC68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A3FA7C2-5108-4033-B903-8C0661EA454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3964D4B-6030-4468-A6D7-D640E90474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A495CCF-82E8-4EA4-9DF1-2040D21CE0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8AF1FF4E-54D3-494A-9B06-D22413C3CC0C}"/>
              </a:ext>
            </a:extLst>
          </p:cNvPr>
          <p:cNvPicPr>
            <a:picLocks xmlns:a="http://schemas.openxmlformats.org/drawingml/2006/main" noChangeAspect="1"/>
          </p:cNvPicPr>
          <p:nvPr/>
        </p:nvPicPr>
        <p:blipFill>
          <a:blip xmlns:r="http://schemas.openxmlformats.org/officeDocument/2006/relationships" xmlns:a="http://schemas.openxmlformats.org/drawingml/2006/main" r:embed="R609b9b7345554b1c"/>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789AAC7-8C40-435F-8A55-4DB17937F281}"/>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8C107AAF-74F6-4C82-8F08-0B2C6E3FE510}"/>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D4DCA8F6-8126-4E64-BE67-0DA867886456}"/>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01B6EBFA-5E81-40C6-93A9-4FFD42C146B3}"/>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235813612"/>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0D4DA5AB-7FA5-4967-B024-619E0F533AB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7E1AD4C-DD45-46BA-8E32-8DBCD50188E8}"/>
              </a:ext>
            </a:extLst>
          </p:cNvPr>
          <p:cNvPicPr>
            <a:picLocks xmlns:a="http://schemas.openxmlformats.org/drawingml/2006/main" noChangeAspect="1"/>
          </p:cNvPicPr>
          <p:nvPr/>
        </p:nvPicPr>
        <p:blipFill>
          <a:blip xmlns:r="http://schemas.openxmlformats.org/officeDocument/2006/relationships" xmlns:a="http://schemas.openxmlformats.org/drawingml/2006/main" r:embed="R7857c218ff18432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5F1E6F8-14F2-4F88-9410-803CE9AEA2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BD69640-65C6-4F03-8DAB-1B16238E6AF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226C1A5D-5078-4A14-B4AC-5FCA95F90D7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2A68F055-9778-428C-9CB1-8AD499BC031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3046195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2A67E9F-8806-4564-9B08-6E76EB75D635}"/>
              </a:ext>
            </a:extLst>
          </p:cNvPr>
          <p:cNvPicPr>
            <a:picLocks xmlns:a="http://schemas.openxmlformats.org/drawingml/2006/main" noChangeAspect="1"/>
          </p:cNvPicPr>
          <p:nvPr/>
        </p:nvPicPr>
        <p:blipFill>
          <a:blip xmlns:r="http://schemas.openxmlformats.org/officeDocument/2006/relationships" xmlns:a="http://schemas.openxmlformats.org/drawingml/2006/main" r:embed="R2ff1fc0cca7b43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4670BC-A247-4102-B318-7323C49BFB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279059-CA7E-4183-81F9-A990D3A76B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287D6C-2C0D-44D8-9F73-B0CF5AABC7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7DD7E76-6FB5-452C-9E7B-913F3EE923F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8E79CCB-D25F-42EF-9CE6-D381AA23F06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337A946D-FF62-4E0B-ACA9-30DB0EC6BD5C}"/>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B8C532D4-B7C9-479D-9314-6C5F44DA99D2}"/>
              </a:ext>
            </a:extLst>
          </p:cNvPr>
          <p:cNvPicPr>
            <a:picLocks xmlns:a="http://schemas.openxmlformats.org/drawingml/2006/main" noChangeAspect="1"/>
          </p:cNvPicPr>
          <p:nvPr/>
        </p:nvPicPr>
        <p:blipFill>
          <a:blip xmlns:r="http://schemas.openxmlformats.org/officeDocument/2006/relationships" xmlns:a="http://schemas.openxmlformats.org/drawingml/2006/main" r:embed="Rba8af857fc024dbc"/>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11E22FB7-67EE-4258-AE1C-92079EB8DEF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F53FEFC1-6C07-48EC-899C-33CC015235F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D8876694-FD88-4694-807C-7A54F0F34F5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BEBCAECB-ED6E-4517-A6BC-A76C4E90DF9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9399982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8215AAA-06F5-4A8B-903C-EE9670C8EA88}"/>
              </a:ext>
            </a:extLst>
          </p:cNvPr>
          <p:cNvPicPr>
            <a:picLocks xmlns:a="http://schemas.openxmlformats.org/drawingml/2006/main" noChangeAspect="1"/>
          </p:cNvPicPr>
          <p:nvPr/>
        </p:nvPicPr>
        <p:blipFill>
          <a:blip xmlns:r="http://schemas.openxmlformats.org/officeDocument/2006/relationships" xmlns:a="http://schemas.openxmlformats.org/drawingml/2006/main" r:embed="Rd7a51f3627f249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6377FF-AE37-400F-8392-5400FE0151D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21D249-87B8-4730-9292-91CC9CAE26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2F94F84-FC97-4ADC-A142-9DB08DA2357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9FB9F66-B787-4E4D-B532-C45615D3B85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0877BBE-5182-405D-831D-CF79CB2EC7A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9DD53AF1-C738-4E86-863C-36C74AECE24C}"/>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65724DD-7F1E-4D52-BE34-8EC9AE414AF9}"/>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480A52C-32E0-407D-81DD-BB0C1ED5FE6E}"/>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0DBAC4B-6ADE-425F-8CEF-BECC176A7195}"/>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2B3857B-854D-45AF-98EE-3DC8DD7BC517}"/>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7733B043-54BC-4955-81C5-ECCBB20CB29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BE1717E-CEAA-4521-9954-223987CF1EE7}"/>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7498052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69D868B-FF89-4F1E-9D7D-B4CB95C6AC63}"/>
              </a:ext>
            </a:extLst>
          </p:cNvPr>
          <p:cNvPicPr>
            <a:picLocks xmlns:a="http://schemas.openxmlformats.org/drawingml/2006/main" noChangeAspect="1"/>
          </p:cNvPicPr>
          <p:nvPr/>
        </p:nvPicPr>
        <p:blipFill>
          <a:blip xmlns:r="http://schemas.openxmlformats.org/officeDocument/2006/relationships" xmlns:a="http://schemas.openxmlformats.org/drawingml/2006/main" r:embed="R1e8ccb576c93441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B1BF61-04B0-431A-9620-3121359870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2A91B7-BBD8-4581-BBA9-F5E9946163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25B47C1-5D11-409A-886B-BAB876BF94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2426C74-A002-423B-9230-9184D565B9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5B92876-808E-483D-AA88-049C0F14ED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01570410-1590-4B01-809B-F6FC1BD3B8F8}"/>
              </a:ext>
            </a:extLst>
          </p:cNvPr>
          <p:cNvPicPr>
            <a:picLocks xmlns:a="http://schemas.openxmlformats.org/drawingml/2006/main" noChangeAspect="1"/>
          </p:cNvPicPr>
          <p:nvPr/>
        </p:nvPicPr>
        <p:blipFill>
          <a:blip xmlns:r="http://schemas.openxmlformats.org/officeDocument/2006/relationships" xmlns:a="http://schemas.openxmlformats.org/drawingml/2006/main" r:embed="R856b88ae163349f4"/>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EE7F57A-6728-4905-83F1-31E7FB213A37}"/>
              </a:ext>
            </a:extLst>
          </p:cNvPr>
          <p:cNvPicPr>
            <a:picLocks xmlns:a="http://schemas.openxmlformats.org/drawingml/2006/main" noChangeAspect="1"/>
          </p:cNvPicPr>
          <p:nvPr/>
        </p:nvPicPr>
        <p:blipFill>
          <a:blip xmlns:r="http://schemas.openxmlformats.org/officeDocument/2006/relationships" xmlns:a="http://schemas.openxmlformats.org/drawingml/2006/main" r:embed="R8052aaf710b64638"/>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11C9E69-79C2-417B-9E44-9931E760AC9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BD50106-5C18-4E3D-A6C7-A632FECD601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9332986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FAF3911-F7FF-43E1-9887-3EA284DA8E47}"/>
              </a:ext>
            </a:extLst>
          </p:cNvPr>
          <p:cNvPicPr>
            <a:picLocks xmlns:a="http://schemas.openxmlformats.org/drawingml/2006/main" noChangeAspect="1"/>
          </p:cNvPicPr>
          <p:nvPr/>
        </p:nvPicPr>
        <p:blipFill>
          <a:blip xmlns:r="http://schemas.openxmlformats.org/officeDocument/2006/relationships" xmlns:a="http://schemas.openxmlformats.org/drawingml/2006/main" r:embed="Rfc3bde0606db46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74C155-3507-404E-9F8A-87F2B9DEAF5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783A8C-9870-4443-8A5B-72D104E42D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A55D070-3548-408C-83F0-8BCC64A91E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3D4F7F4-7799-472C-A1B9-7189C4B44D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4DDD425-603D-407C-B870-531F55B8735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4D9DD3E8-6592-4172-8DC5-4C461C2C1706}"/>
              </a:ext>
            </a:extLst>
          </p:cNvPr>
          <p:cNvPicPr>
            <a:picLocks xmlns:a="http://schemas.openxmlformats.org/drawingml/2006/main" noChangeAspect="1"/>
          </p:cNvPicPr>
          <p:nvPr/>
        </p:nvPicPr>
        <p:blipFill>
          <a:blip xmlns:r="http://schemas.openxmlformats.org/officeDocument/2006/relationships" xmlns:a="http://schemas.openxmlformats.org/drawingml/2006/main" r:embed="Re4d71a7b9531453d"/>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52D9EE09-D122-4C16-B18A-FAD05D83991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47A08CF-66F6-46B8-9804-881BD39835C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88594581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4A85428-19F6-4346-B7A3-2A33F329FA90}"/>
              </a:ext>
            </a:extLst>
          </p:cNvPr>
          <p:cNvPicPr>
            <a:picLocks xmlns:a="http://schemas.openxmlformats.org/drawingml/2006/main" noChangeAspect="1"/>
          </p:cNvPicPr>
          <p:nvPr/>
        </p:nvPicPr>
        <p:blipFill>
          <a:blip xmlns:r="http://schemas.openxmlformats.org/officeDocument/2006/relationships" xmlns:a="http://schemas.openxmlformats.org/drawingml/2006/main" r:embed="Rb552137508364e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474890-3AD2-4015-9C63-2694FE18176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758AF19-8FED-4C1B-A9AA-306911E79E9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84B940A-9850-4DA7-BE2C-1A2FF65C839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0B49A3F-A7D0-462B-A678-B63E672E29B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0A32FCC-6C38-4082-BF19-EB1ED4229B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1758F8AC-3EF4-4C3E-A3A5-8E6CE578DF43}"/>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BC328CE7-2667-4D13-A7E9-6ED470B40CFA}"/>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BE5B283F-E510-4087-B55B-679BFF07A2E1}"/>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11413DB2-DF9B-4BC8-8789-F9A6E958B9DB}"/>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8BD8B804-7AA0-4593-A9BC-9623D237579C}"/>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264777B4-26B6-4443-969C-CB10E4314930}"/>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9760328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FEEB9DBA-099C-4098-AD06-196C5B849506}"/>
              </a:ext>
            </a:extLst>
          </p:cNvPr>
          <p:cNvPicPr>
            <a:picLocks xmlns:a="http://schemas.openxmlformats.org/drawingml/2006/main" noChangeAspect="1"/>
          </p:cNvPicPr>
          <p:nvPr/>
        </p:nvPicPr>
        <p:blipFill>
          <a:blip xmlns:r="http://schemas.openxmlformats.org/officeDocument/2006/relationships" xmlns:a="http://schemas.openxmlformats.org/drawingml/2006/main" r:embed="R1892bde0ae4e4f3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0B2E69-07CE-441E-93EA-E95DDA7E5ED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5B1001-FE44-4058-B4F6-759E7E94CA5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54A42DC-6904-4021-BB66-CA7A0BD446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2420049-F4DB-4B5F-BE5E-7EFDF61871C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B2CB9A2-8F97-4563-B430-68651B3F517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850BC221-537B-43B4-9664-5F282395CB7D}"/>
              </a:ext>
            </a:extLst>
          </p:cNvPr>
          <p:cNvPicPr>
            <a:picLocks xmlns:a="http://schemas.openxmlformats.org/drawingml/2006/main" noChangeAspect="1"/>
          </p:cNvPicPr>
          <p:nvPr/>
        </p:nvPicPr>
        <p:blipFill>
          <a:blip xmlns:r="http://schemas.openxmlformats.org/officeDocument/2006/relationships" xmlns:a="http://schemas.openxmlformats.org/drawingml/2006/main" r:embed="Rb08ed45f59fe4879"/>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61B2819-1E44-4CD3-BB59-8122562198DD}"/>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C5CD1534-6932-4AFC-8959-5474C88AC545}"/>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AA9E854-462B-479C-AE6B-8F465630BD5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204D9DE-8CA4-40A2-BCB4-AAE09694134A}"/>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086A951-594C-4D71-936E-42B190E3401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101645B1-EB01-474B-8685-B51A35A50211}"/>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9911CDDF-5283-4391-8B89-C6BEEE721747}"/>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29B6570C-069E-4138-8567-65272838602B}"/>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401BCAD1-604E-4547-8D77-46444D56A04E}"/>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6534145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D05D28E-C25E-4AF8-B946-274068DE1860}"/>
              </a:ext>
            </a:extLst>
          </p:cNvPr>
          <p:cNvPicPr>
            <a:picLocks xmlns:a="http://schemas.openxmlformats.org/drawingml/2006/main" noChangeAspect="1"/>
          </p:cNvPicPr>
          <p:nvPr/>
        </p:nvPicPr>
        <p:blipFill>
          <a:blip xmlns:r="http://schemas.openxmlformats.org/officeDocument/2006/relationships" xmlns:a="http://schemas.openxmlformats.org/drawingml/2006/main" r:embed="R284eee27812544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69F0E0-349E-4D9E-9DEB-BC6B087BF0A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FA8C08-DCCD-457D-8331-D9D23140AF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FB2C21C-BF2B-40E7-A1DD-8D57A8956E2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0684323-B5F1-4052-B8DF-45BF425E12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0E3A651-C84A-4855-9295-1CA6F52EF6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7A441A7D-FFD8-4539-8FA6-7550F2EE81AB}"/>
              </a:ext>
            </a:extLst>
          </p:cNvPr>
          <p:cNvPicPr>
            <a:picLocks xmlns:a="http://schemas.openxmlformats.org/drawingml/2006/main" noChangeAspect="1"/>
          </p:cNvPicPr>
          <p:nvPr/>
        </p:nvPicPr>
        <p:blipFill>
          <a:blip xmlns:r="http://schemas.openxmlformats.org/officeDocument/2006/relationships" xmlns:a="http://schemas.openxmlformats.org/drawingml/2006/main" r:embed="R7aa09046d84f4cbc"/>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F35356F-4DE0-49CE-9D7E-E41AA69E986B}"/>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13288F8B-472B-4232-BF27-50A0B74BD8D4}"/>
              </a:ext>
            </a:extLst>
          </p:cNvPr>
          <p:cNvPicPr>
            <a:picLocks xmlns:a="http://schemas.openxmlformats.org/drawingml/2006/main" noChangeAspect="1"/>
          </p:cNvPicPr>
          <p:nvPr/>
        </p:nvPicPr>
        <p:blipFill>
          <a:blip xmlns:r="http://schemas.openxmlformats.org/officeDocument/2006/relationships" xmlns:a="http://schemas.openxmlformats.org/drawingml/2006/main" r:embed="R578f0e5820de487c"/>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F8289ABF-5898-4D06-BDB9-AC532DF46052}"/>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D7E46434-EC0E-45CC-8991-0E52F4B5DB65}"/>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BA459DAE-DBBC-4D1A-9111-61505403290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405E51A0-6816-42BA-AC5C-FC9B4CA00FB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49375509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1ACB6CB-A827-44D4-A00A-DACE5672A0BF}"/>
              </a:ext>
            </a:extLst>
          </p:cNvPr>
          <p:cNvPicPr>
            <a:picLocks xmlns:a="http://schemas.openxmlformats.org/drawingml/2006/main" noChangeAspect="1"/>
          </p:cNvPicPr>
          <p:nvPr/>
        </p:nvPicPr>
        <p:blipFill>
          <a:blip xmlns:r="http://schemas.openxmlformats.org/officeDocument/2006/relationships" xmlns:a="http://schemas.openxmlformats.org/drawingml/2006/main" r:embed="R7d16aed274e440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CEFA9B-C186-4D41-8E39-5B1E84D88F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DC6909-8283-4AD4-9291-C72E7C13D5E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A1EC3CC-284B-4510-8916-4E20E59E424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A1FBD5-6CFA-41E7-9BF2-F978B4E785C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0FABFB1-6991-41C5-BF07-5D721187B0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2DFCA21E-63B4-4560-83E2-07AB2E642F2E}"/>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CC96AAC-B732-4ECF-A4F7-DCB6C2290653}"/>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F85B18E-78EB-4A0F-BADF-600CE51020F7}"/>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B4BD292-AFE4-40C0-8A19-7BD9835578B2}"/>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59FB5A7-E739-4EDD-8AA4-6740658B5CE2}"/>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5225758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27E29D37-C198-4A27-AFB9-074F887988E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0F6FDFE9-32B7-4993-B63E-CE67170153FF}"/>
              </a:ext>
            </a:extLst>
          </p:cNvPr>
          <p:cNvPicPr>
            <a:picLocks xmlns:a="http://schemas.openxmlformats.org/drawingml/2006/main" noChangeAspect="1"/>
          </p:cNvPicPr>
          <p:nvPr/>
        </p:nvPicPr>
        <p:blipFill>
          <a:blip xmlns:r="http://schemas.openxmlformats.org/officeDocument/2006/relationships" xmlns:a="http://schemas.openxmlformats.org/drawingml/2006/main" r:embed="Rd0885922edff4e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E8FE3083-6DDF-4E18-88EE-B363384CAE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8BE0626-3366-4B4F-843C-ADA814FCC4A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DCB0EA89-269C-4555-99C3-896881D7067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6C576F93-2E2D-407F-8FE7-FBE57BD3BF7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2838044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26E575B-135D-4D96-AD9C-FF439E5364E9}"/>
              </a:ext>
            </a:extLst>
          </p:cNvPr>
          <p:cNvPicPr>
            <a:picLocks xmlns:a="http://schemas.openxmlformats.org/drawingml/2006/main" noChangeAspect="1"/>
          </p:cNvPicPr>
          <p:nvPr/>
        </p:nvPicPr>
        <p:blipFill>
          <a:blip xmlns:r="http://schemas.openxmlformats.org/officeDocument/2006/relationships" xmlns:a="http://schemas.openxmlformats.org/drawingml/2006/main" r:embed="Rb51c6bd4f0ec44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AB1B90-1960-4F9C-83B3-082D882D7BB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1CCF6B-EB1E-4601-966F-68976E2DCE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944DEC4-8BA6-4673-A9D8-1BABF7211B8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7900345-B99A-4882-ACDA-8DE2EC0DC54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8A28CA3-2DD4-4E98-BA42-EE5FEF7D8A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DBD39384-CBD3-4D58-9520-E4D8E8EE833B}"/>
              </a:ext>
            </a:extLst>
          </p:cNvPr>
          <p:cNvPicPr>
            <a:picLocks xmlns:a="http://schemas.openxmlformats.org/drawingml/2006/main" noChangeAspect="1"/>
          </p:cNvPicPr>
          <p:nvPr/>
        </p:nvPicPr>
        <p:blipFill>
          <a:blip xmlns:r="http://schemas.openxmlformats.org/officeDocument/2006/relationships" xmlns:a="http://schemas.openxmlformats.org/drawingml/2006/main" r:embed="R5f331ca77ab64767"/>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1A44E85-D293-4FAA-9C5E-4A16BE4015B5}"/>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22235916-4AFC-44AB-915A-0A8DF12F29C9}"/>
              </a:ext>
            </a:extLst>
          </p:cNvPr>
          <p:cNvPicPr>
            <a:picLocks xmlns:a="http://schemas.openxmlformats.org/drawingml/2006/main" noChangeAspect="1"/>
          </p:cNvPicPr>
          <p:nvPr/>
        </p:nvPicPr>
        <p:blipFill>
          <a:blip xmlns:r="http://schemas.openxmlformats.org/officeDocument/2006/relationships" xmlns:a="http://schemas.openxmlformats.org/drawingml/2006/main" r:embed="R2844b18e1a7c466c"/>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BC40879-98C2-449F-8E63-5D0C3A3E81C5}"/>
              </a:ext>
            </a:extLst>
          </p:cNvPr>
          <p:cNvPicPr>
            <a:picLocks xmlns:a="http://schemas.openxmlformats.org/drawingml/2006/main" noChangeAspect="1"/>
          </p:cNvPicPr>
          <p:nvPr/>
        </p:nvPicPr>
        <p:blipFill>
          <a:blip xmlns:r="http://schemas.openxmlformats.org/officeDocument/2006/relationships" xmlns:a="http://schemas.openxmlformats.org/drawingml/2006/main" r:embed="Rfbef7d25faac44b5"/>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E32C4B0-5EE4-4A30-933D-2510C7827FDA}"/>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F98AF6C2-8D68-4D1A-93C2-1144A8EB063C}"/>
              </a:ext>
            </a:extLst>
          </p:cNvPr>
          <p:cNvPicPr>
            <a:picLocks xmlns:a="http://schemas.openxmlformats.org/drawingml/2006/main" noChangeAspect="1"/>
          </p:cNvPicPr>
          <p:nvPr/>
        </p:nvPicPr>
        <p:blipFill>
          <a:blip xmlns:r="http://schemas.openxmlformats.org/officeDocument/2006/relationships" xmlns:a="http://schemas.openxmlformats.org/drawingml/2006/main" r:embed="R68540f9b92ce4776"/>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59982706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F9A8DBC-F614-4063-B7EF-6E4AD7A4B454}"/>
              </a:ext>
            </a:extLst>
          </p:cNvPr>
          <p:cNvPicPr>
            <a:picLocks xmlns:a="http://schemas.openxmlformats.org/drawingml/2006/main" noChangeAspect="1"/>
          </p:cNvPicPr>
          <p:nvPr/>
        </p:nvPicPr>
        <p:blipFill>
          <a:blip xmlns:r="http://schemas.openxmlformats.org/officeDocument/2006/relationships" xmlns:a="http://schemas.openxmlformats.org/drawingml/2006/main" r:embed="R23f29ba9f24b4a8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B3187B-E308-4006-9C78-D4697849F7D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D4B2B0-364C-4ABA-931B-4865B9D9ECE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0EDFFC9-692E-40F6-B2D9-16F9B94ED5A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CB7C242-2E6F-460D-BB33-991FA711D8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82AB33D-B5BE-465E-BD73-8A04059C22A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7E952B98-A6BB-456A-8AD8-2BE55CAAF2A6}"/>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3C114899-4206-4821-BAF6-AE15A32A7A28}"/>
              </a:ext>
            </a:extLst>
          </p:cNvPr>
          <p:cNvPicPr>
            <a:picLocks xmlns:a="http://schemas.openxmlformats.org/drawingml/2006/main" noChangeAspect="1"/>
          </p:cNvPicPr>
          <p:nvPr/>
        </p:nvPicPr>
        <p:blipFill>
          <a:blip xmlns:r="http://schemas.openxmlformats.org/officeDocument/2006/relationships" xmlns:a="http://schemas.openxmlformats.org/drawingml/2006/main" r:embed="R5e05cbc1da2e469d"/>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233B82A-8B34-4ECE-9F5C-8A799706990F}"/>
              </a:ext>
            </a:extLst>
          </p:cNvPr>
          <p:cNvPicPr>
            <a:picLocks xmlns:a="http://schemas.openxmlformats.org/drawingml/2006/main" noChangeAspect="1"/>
          </p:cNvPicPr>
          <p:nvPr/>
        </p:nvPicPr>
        <p:blipFill>
          <a:blip xmlns:r="http://schemas.openxmlformats.org/officeDocument/2006/relationships" xmlns:a="http://schemas.openxmlformats.org/drawingml/2006/main" r:embed="Rec923f0562c24d3e"/>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F2F0B4FA-75D2-4F11-8534-7506FD7F2878}"/>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8D5379D-FB2C-464E-B4BA-E17AA9C8344D}"/>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DDB01C74-6D4C-45D6-AF58-07E7EAAAB497}"/>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324AD16-8A5A-48B7-916F-FA9C7D518B58}"/>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09867286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5858208-19B4-41C3-8923-5EEE31D3CF93}"/>
              </a:ext>
            </a:extLst>
          </p:cNvPr>
          <p:cNvPicPr>
            <a:picLocks xmlns:a="http://schemas.openxmlformats.org/drawingml/2006/main" noChangeAspect="1"/>
          </p:cNvPicPr>
          <p:nvPr/>
        </p:nvPicPr>
        <p:blipFill>
          <a:blip xmlns:r="http://schemas.openxmlformats.org/officeDocument/2006/relationships" xmlns:a="http://schemas.openxmlformats.org/drawingml/2006/main" r:embed="Rdea223c5dd27447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BE19F8-4738-4926-A55C-349BD37242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23B54E-1DA1-4F29-B0DF-C35D7DFE38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895E780-4B62-4159-BE91-D11C61D1C85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DA5C7AB-C787-4B77-B1AD-5C1A3532EFE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2CB4777-1976-4837-BE16-17FD507C28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9AB09828-A5FF-4E2E-B696-27E1BD95DDA5}"/>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40775FD4-9651-4E7F-AA17-900AF94D8F62}"/>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0855C813-945D-4D85-B3A1-D895B1099BBF}"/>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93C0338A-4EFB-440B-B2CC-9901B7739D38}"/>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167F0E8A-7C05-4D50-936F-223A6AB942B7}"/>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3C5C1153-165E-4ADC-9DD1-662EA369D7CA}"/>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BAD4553-0A10-4CDF-85CE-547ECDB5424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72870926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1303A49-52E9-445B-AEEF-3B2140B3F7B4}"/>
              </a:ext>
            </a:extLst>
          </p:cNvPr>
          <p:cNvPicPr>
            <a:picLocks xmlns:a="http://schemas.openxmlformats.org/drawingml/2006/main" noChangeAspect="1"/>
          </p:cNvPicPr>
          <p:nvPr/>
        </p:nvPicPr>
        <p:blipFill>
          <a:blip xmlns:r="http://schemas.openxmlformats.org/officeDocument/2006/relationships" xmlns:a="http://schemas.openxmlformats.org/drawingml/2006/main" r:embed="R674f5920cf2949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79C80F-A669-4E33-8440-24E0F339E8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FEF882-8BE5-42A4-BDFD-EBEF50D5699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10C567F-038E-4F0A-8B63-1EFD57D650E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7F74FD-7112-424E-8D22-B2045F17AD4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EAF1362-A1F6-4C75-9749-DA968FB1CAD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C0490149-866A-46D2-B3CC-1474E6693AD2}"/>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951EA49-5B0D-4D23-A2B1-87208BE8FCD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ACB57F0-FC55-45E4-A6AB-99F270ABAFDD}"/>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09B74C9-9CF3-48FE-9817-E46971FB98B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A9EC993-9C5D-4C00-950A-A73C384CFD6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58259DD-E324-4BF8-87B0-42EA2471D149}"/>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90953426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ED7327C-0687-4F71-A498-AE166618F141}"/>
              </a:ext>
            </a:extLst>
          </p:cNvPr>
          <p:cNvPicPr>
            <a:picLocks xmlns:a="http://schemas.openxmlformats.org/drawingml/2006/main" noChangeAspect="1"/>
          </p:cNvPicPr>
          <p:nvPr/>
        </p:nvPicPr>
        <p:blipFill>
          <a:blip xmlns:r="http://schemas.openxmlformats.org/officeDocument/2006/relationships" xmlns:a="http://schemas.openxmlformats.org/drawingml/2006/main" r:embed="R9fcfb5fb2a0a4e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2B22E0-86E9-4610-A922-0DB2884E7F9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95A5D2-729C-44B7-AB15-A74C1D4FDE4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81FCA14-0DD3-442C-94D6-931582A593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2C2168F-A220-4892-A3FA-0D783B2232E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B96A7EA-68F4-4209-B2A8-62D4A9AA08A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8468356E-4C6B-421A-8563-748BEAB3D85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0FA3FCA-A3F1-402E-979C-5F265EE5152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92C8A9F7-709B-47DE-979C-E863B000CCC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76A5FCBD-D2E8-4200-8581-5D38717D22A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4B190520-BE0A-4E6E-A18E-603217184F7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6283B33-4DD2-458E-AD73-72139EC01AC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61084876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910A693-826F-40D9-8DCE-FE31AA6ED8AE}"/>
              </a:ext>
            </a:extLst>
          </p:cNvPr>
          <p:cNvPicPr>
            <a:picLocks xmlns:a="http://schemas.openxmlformats.org/drawingml/2006/main" noChangeAspect="1"/>
          </p:cNvPicPr>
          <p:nvPr/>
        </p:nvPicPr>
        <p:blipFill>
          <a:blip xmlns:r="http://schemas.openxmlformats.org/officeDocument/2006/relationships" xmlns:a="http://schemas.openxmlformats.org/drawingml/2006/main" r:embed="R4553f474f79d4e1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7D3497-22CD-441A-9347-7422B4BB3FC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68A7EA-08E4-4AD7-BAF9-F81FEA7FA9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1035410-6680-4968-9AA2-B7F83F4666C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9CA0098-4C2E-4850-842F-DCA5B495BA1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F8CB176-A3A3-4864-B8A2-049CDFD41AE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CBFD3F99-B2E2-4C49-8ED3-7DF9D8AA5D9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D48F5B2-B655-4785-92B3-C160AD6BCA0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0064D39-FAA1-4111-818F-B4914136043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CE7EE97-2A20-4A7A-B8D0-1552CC6A931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711069F-3C19-4366-9CCD-E92DB4D15F40}"/>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B2323D7-4FC4-4D6D-942A-2F30F91BC5A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94307079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EF73596-B7EB-4DAD-85F5-FA6FCCB4592D}"/>
              </a:ext>
            </a:extLst>
          </p:cNvPr>
          <p:cNvPicPr>
            <a:picLocks xmlns:a="http://schemas.openxmlformats.org/drawingml/2006/main" noChangeAspect="1"/>
          </p:cNvPicPr>
          <p:nvPr/>
        </p:nvPicPr>
        <p:blipFill>
          <a:blip xmlns:r="http://schemas.openxmlformats.org/officeDocument/2006/relationships" xmlns:a="http://schemas.openxmlformats.org/drawingml/2006/main" r:embed="Rbdde82203f714c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BDC0C61-56C1-413C-83C7-AB8BA094705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481B08-AC94-4654-A848-935F13C2F0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44D6ED8-5421-4BFA-BD17-F14631DE4C0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77B27B2-F089-40A7-8299-B571CD8773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DF3AC26-E7B7-4D68-AD0D-73080A66155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24F8AA53-2209-430D-A8E9-8B71EEB7049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E2D27DB-DAE1-48A4-9219-9FF9D297AA5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EB847034-DC81-4DAB-B242-772B8018757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2250AEBE-4B66-46F6-ADF3-2BB5A6C5623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41A5A3DB-A925-4711-BA11-8DBE45B7B00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E7F1F790-B3BC-4096-B0DB-006814DF9E6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213015611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6C9826C-071E-49FC-BECD-2497AA9D71D3}"/>
              </a:ext>
            </a:extLst>
          </p:cNvPr>
          <p:cNvPicPr>
            <a:picLocks xmlns:a="http://schemas.openxmlformats.org/drawingml/2006/main" noChangeAspect="1"/>
          </p:cNvPicPr>
          <p:nvPr/>
        </p:nvPicPr>
        <p:blipFill>
          <a:blip xmlns:r="http://schemas.openxmlformats.org/officeDocument/2006/relationships" xmlns:a="http://schemas.openxmlformats.org/drawingml/2006/main" r:embed="R0d0a9c76560b4d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EAAC58-16D1-4FAA-BD80-47B6E0F6CC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CF8CA7-8641-46C3-ADE7-3D2A68D483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36AC56A-C30E-481A-A34C-26A5E6D66F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6EC43B9-720D-45F3-BF55-EBE3F43548B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1FEAA530-C91B-49AE-9AB0-87FF4C57926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3836FA56-6527-4F09-884E-FDC7F96B11B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FC4C8139-80C5-49A0-A2D0-C7849DA083A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52FB5F10-61B0-410D-BC6D-73DA55E44AF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6AFF4E2-08CC-4A1F-B8FD-ED34000F629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CCA11692-80CB-4F33-943D-BAC5A9CF1C4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7C2D5AF-3796-4C98-B8C1-ED3F964A4B9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27632185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9231208-BAC1-4EF1-9945-756F5B3BB17B}"/>
              </a:ext>
            </a:extLst>
          </p:cNvPr>
          <p:cNvPicPr>
            <a:picLocks xmlns:a="http://schemas.openxmlformats.org/drawingml/2006/main" noChangeAspect="1"/>
          </p:cNvPicPr>
          <p:nvPr/>
        </p:nvPicPr>
        <p:blipFill>
          <a:blip xmlns:r="http://schemas.openxmlformats.org/officeDocument/2006/relationships" xmlns:a="http://schemas.openxmlformats.org/drawingml/2006/main" r:embed="R7021976da44b4b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BA782FC-0EA6-451F-974B-BE0425EAC71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7E3DD7B-FC67-45C1-AC67-A06C2C4C1F8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284F7ED-FE52-4776-A810-6BA2050B2E1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77C93E7-ECAA-46ED-BD30-45E1A2A23F5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CE5D066-224C-4FCC-81BB-B792BD9A8B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3C690270-4DC8-465F-B0AD-601414F493D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28A7B2A-2AF5-4696-9981-C521887CB8D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C10BE1F9-3728-4B76-B569-4C9E3ED3988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E57F694-7EDF-4737-9A03-A459D292BB4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1461C7CB-C32C-4B96-BE69-4867D6C4C7D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E6490888-E291-4FA4-AAEC-BBEC7D4949F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627789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2026-10-27T13:50:46.0530000Z</dcterms:created>
  <dcterms:modified xsi:type="dcterms:W3CDTF">2026-10-27T13:50:46.0530000Z</dcterms:modified>
</coreProperties>
</file>