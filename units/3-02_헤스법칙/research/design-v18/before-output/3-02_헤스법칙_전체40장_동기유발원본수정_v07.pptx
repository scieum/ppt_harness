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4b4f9c49694aee" /><Relationship Type="http://schemas.openxmlformats.org/officeDocument/2006/relationships/extended-properties" Target="/docProps/app.xml" Id="Rad3b4330ce7244b8" /><Relationship Type="http://schemas.openxmlformats.org/officeDocument/2006/relationships/officeDocument" Target="/ppt/presentation.xml" Id="R5cbaa1d33e8d43bc" /></Relationships>
</file>

<file path=ppt/presentation.xml><?xml version="1.0" encoding="utf-8"?>
<p:presentation xmlns:p="http://schemas.openxmlformats.org/presentationml/2006/main">
  <p:sldMasterIdLst>
    <p:sldMasterId xmlns:r="http://schemas.openxmlformats.org/officeDocument/2006/relationships" id="2147483648" r:id="Ra7b1ffa529014fe3"/>
  </p:sldMasterIdLst>
  <p:notesMasterIdLst>
    <p:notesMasterId xmlns:r="http://schemas.openxmlformats.org/officeDocument/2006/relationships" r:id="R087cbf9e9ab54d9e"/>
  </p:notesMasterIdLst>
  <p:sldIdLst>
    <p:sldId xmlns:r="http://schemas.openxmlformats.org/officeDocument/2006/relationships" id="256" r:id="R449d8887118f4bfc"/>
    <p:sldId xmlns:r="http://schemas.openxmlformats.org/officeDocument/2006/relationships" id="257" r:id="R95c8f49c4c6c4389"/>
    <p:sldId xmlns:r="http://schemas.openxmlformats.org/officeDocument/2006/relationships" id="258" r:id="Rf2593f332240405e"/>
    <p:sldId xmlns:r="http://schemas.openxmlformats.org/officeDocument/2006/relationships" id="259" r:id="R550e290d8c2246ab"/>
    <p:sldId xmlns:r="http://schemas.openxmlformats.org/officeDocument/2006/relationships" id="260" r:id="Rd741dd83e8124edb"/>
    <p:sldId xmlns:r="http://schemas.openxmlformats.org/officeDocument/2006/relationships" id="261" r:id="Red0e4ad296be4c86"/>
    <p:sldId xmlns:r="http://schemas.openxmlformats.org/officeDocument/2006/relationships" id="262" r:id="R4a00b74f45cf441e"/>
    <p:sldId xmlns:r="http://schemas.openxmlformats.org/officeDocument/2006/relationships" id="263" r:id="Ra0e17efa20364d94"/>
    <p:sldId xmlns:r="http://schemas.openxmlformats.org/officeDocument/2006/relationships" id="264" r:id="Racbb81009092483c"/>
    <p:sldId xmlns:r="http://schemas.openxmlformats.org/officeDocument/2006/relationships" id="265" r:id="Re553c12b972e4570"/>
    <p:sldId xmlns:r="http://schemas.openxmlformats.org/officeDocument/2006/relationships" id="266" r:id="R2793f68b3f0446e7"/>
    <p:sldId xmlns:r="http://schemas.openxmlformats.org/officeDocument/2006/relationships" id="267" r:id="R94065c9634cc489d"/>
    <p:sldId xmlns:r="http://schemas.openxmlformats.org/officeDocument/2006/relationships" id="268" r:id="Re2f93a87eac748a5"/>
    <p:sldId xmlns:r="http://schemas.openxmlformats.org/officeDocument/2006/relationships" id="269" r:id="R33dace7e38de48e0"/>
    <p:sldId xmlns:r="http://schemas.openxmlformats.org/officeDocument/2006/relationships" id="270" r:id="R7b3689f0559d460a"/>
    <p:sldId xmlns:r="http://schemas.openxmlformats.org/officeDocument/2006/relationships" id="271" r:id="Rae7b8b3ce89142ad"/>
    <p:sldId xmlns:r="http://schemas.openxmlformats.org/officeDocument/2006/relationships" id="272" r:id="R452413630d9d4c51"/>
    <p:sldId xmlns:r="http://schemas.openxmlformats.org/officeDocument/2006/relationships" id="273" r:id="Rd515d6cf706e4d12"/>
    <p:sldId xmlns:r="http://schemas.openxmlformats.org/officeDocument/2006/relationships" id="274" r:id="R1e0cc96fd34a4be6"/>
    <p:sldId xmlns:r="http://schemas.openxmlformats.org/officeDocument/2006/relationships" id="275" r:id="R77b842b26f1c4c5c"/>
    <p:sldId xmlns:r="http://schemas.openxmlformats.org/officeDocument/2006/relationships" id="276" r:id="R35bca1efcd18475d"/>
    <p:sldId xmlns:r="http://schemas.openxmlformats.org/officeDocument/2006/relationships" id="277" r:id="R69c3d6191f884050"/>
    <p:sldId xmlns:r="http://schemas.openxmlformats.org/officeDocument/2006/relationships" id="278" r:id="Rabc07d1fdf444968"/>
    <p:sldId xmlns:r="http://schemas.openxmlformats.org/officeDocument/2006/relationships" id="279" r:id="R0193df90df824de1"/>
    <p:sldId xmlns:r="http://schemas.openxmlformats.org/officeDocument/2006/relationships" id="280" r:id="R45510d595a5144ab"/>
    <p:sldId xmlns:r="http://schemas.openxmlformats.org/officeDocument/2006/relationships" id="281" r:id="Ree913a89c0e44846"/>
    <p:sldId xmlns:r="http://schemas.openxmlformats.org/officeDocument/2006/relationships" id="282" r:id="R2d3d9e6cef1a4482"/>
    <p:sldId xmlns:r="http://schemas.openxmlformats.org/officeDocument/2006/relationships" id="283" r:id="R52b7b7249dfd4301"/>
    <p:sldId xmlns:r="http://schemas.openxmlformats.org/officeDocument/2006/relationships" id="284" r:id="Re4e3de5630f14247"/>
    <p:sldId xmlns:r="http://schemas.openxmlformats.org/officeDocument/2006/relationships" id="285" r:id="R6e3f5374a8104e05"/>
    <p:sldId xmlns:r="http://schemas.openxmlformats.org/officeDocument/2006/relationships" id="286" r:id="R8a2bf660435b4e0b"/>
    <p:sldId xmlns:r="http://schemas.openxmlformats.org/officeDocument/2006/relationships" id="287" r:id="Re0b9b94200ef4c5f"/>
    <p:sldId xmlns:r="http://schemas.openxmlformats.org/officeDocument/2006/relationships" id="288" r:id="R75c4b2e8d4fe47d3"/>
    <p:sldId xmlns:r="http://schemas.openxmlformats.org/officeDocument/2006/relationships" id="289" r:id="R4bda7d195de24a77"/>
    <p:sldId xmlns:r="http://schemas.openxmlformats.org/officeDocument/2006/relationships" id="290" r:id="R391c612d7fdf4433"/>
    <p:sldId xmlns:r="http://schemas.openxmlformats.org/officeDocument/2006/relationships" id="291" r:id="Ra54075b1617746d4"/>
    <p:sldId xmlns:r="http://schemas.openxmlformats.org/officeDocument/2006/relationships" id="292" r:id="R532274de9107429c"/>
    <p:sldId xmlns:r="http://schemas.openxmlformats.org/officeDocument/2006/relationships" id="293" r:id="Rb911f3cd5a074407"/>
    <p:sldId xmlns:r="http://schemas.openxmlformats.org/officeDocument/2006/relationships" id="294" r:id="Rb465c204734642b5"/>
    <p:sldId xmlns:r="http://schemas.openxmlformats.org/officeDocument/2006/relationships" id="295" r:id="R190dc9eddb81443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0328b7727d4f23" /><Relationship Type="http://schemas.openxmlformats.org/officeDocument/2006/relationships/slideMaster" Target="/ppt/slideMasters/slideMaster1.xml" Id="Ra7b1ffa529014fe3" /><Relationship Type="http://schemas.openxmlformats.org/officeDocument/2006/relationships/notesMaster" Target="/ppt/notesMasters/notesMaster1.xml" Id="R087cbf9e9ab54d9e" /><Relationship Type="http://schemas.openxmlformats.org/officeDocument/2006/relationships/presProps" Target="/ppt/presProps.xml" Id="R6987a7a93d3542b2" /><Relationship Type="http://schemas.openxmlformats.org/officeDocument/2006/relationships/tableStyles" Target="/ppt/tableStyles.xml" Id="Ref3340a43a244585" /><Relationship Type="http://schemas.openxmlformats.org/officeDocument/2006/relationships/slide" Target="/ppt/slides/slide1.xml" Id="R449d8887118f4bfc" /><Relationship Type="http://schemas.openxmlformats.org/officeDocument/2006/relationships/slide" Target="/ppt/slides/slide2.xml" Id="R95c8f49c4c6c4389" /><Relationship Type="http://schemas.openxmlformats.org/officeDocument/2006/relationships/slide" Target="/ppt/slides/slide3.xml" Id="Rf2593f332240405e" /><Relationship Type="http://schemas.openxmlformats.org/officeDocument/2006/relationships/slide" Target="/ppt/slides/slide4.xml" Id="R550e290d8c2246ab" /><Relationship Type="http://schemas.openxmlformats.org/officeDocument/2006/relationships/slide" Target="/ppt/slides/slide5.xml" Id="Rd741dd83e8124edb" /><Relationship Type="http://schemas.openxmlformats.org/officeDocument/2006/relationships/slide" Target="/ppt/slides/slide6.xml" Id="Red0e4ad296be4c86" /><Relationship Type="http://schemas.openxmlformats.org/officeDocument/2006/relationships/slide" Target="/ppt/slides/slide7.xml" Id="R4a00b74f45cf441e" /><Relationship Type="http://schemas.openxmlformats.org/officeDocument/2006/relationships/slide" Target="/ppt/slides/slide8.xml" Id="Ra0e17efa20364d94" /><Relationship Type="http://schemas.openxmlformats.org/officeDocument/2006/relationships/slide" Target="/ppt/slides/slide9.xml" Id="Racbb81009092483c" /><Relationship Type="http://schemas.openxmlformats.org/officeDocument/2006/relationships/slide" Target="/ppt/slides/slide10.xml" Id="Re553c12b972e4570" /><Relationship Type="http://schemas.openxmlformats.org/officeDocument/2006/relationships/slide" Target="/ppt/slides/slide11.xml" Id="R2793f68b3f0446e7" /><Relationship Type="http://schemas.openxmlformats.org/officeDocument/2006/relationships/slide" Target="/ppt/slides/slide12.xml" Id="R94065c9634cc489d" /><Relationship Type="http://schemas.openxmlformats.org/officeDocument/2006/relationships/slide" Target="/ppt/slides/slide13.xml" Id="Re2f93a87eac748a5" /><Relationship Type="http://schemas.openxmlformats.org/officeDocument/2006/relationships/slide" Target="/ppt/slides/slide14.xml" Id="R33dace7e38de48e0" /><Relationship Type="http://schemas.openxmlformats.org/officeDocument/2006/relationships/slide" Target="/ppt/slides/slide15.xml" Id="R7b3689f0559d460a" /><Relationship Type="http://schemas.openxmlformats.org/officeDocument/2006/relationships/slide" Target="/ppt/slides/slide16.xml" Id="Rae7b8b3ce89142ad" /><Relationship Type="http://schemas.openxmlformats.org/officeDocument/2006/relationships/slide" Target="/ppt/slides/slide17.xml" Id="R452413630d9d4c51" /><Relationship Type="http://schemas.openxmlformats.org/officeDocument/2006/relationships/slide" Target="/ppt/slides/slide18.xml" Id="Rd515d6cf706e4d12" /><Relationship Type="http://schemas.openxmlformats.org/officeDocument/2006/relationships/slide" Target="/ppt/slides/slide19.xml" Id="R1e0cc96fd34a4be6" /><Relationship Type="http://schemas.openxmlformats.org/officeDocument/2006/relationships/slide" Target="/ppt/slides/slide20.xml" Id="R77b842b26f1c4c5c" /><Relationship Type="http://schemas.openxmlformats.org/officeDocument/2006/relationships/slide" Target="/ppt/slides/slide21.xml" Id="R35bca1efcd18475d" /><Relationship Type="http://schemas.openxmlformats.org/officeDocument/2006/relationships/slide" Target="/ppt/slides/slide22.xml" Id="R69c3d6191f884050" /><Relationship Type="http://schemas.openxmlformats.org/officeDocument/2006/relationships/slide" Target="/ppt/slides/slide23.xml" Id="Rabc07d1fdf444968" /><Relationship Type="http://schemas.openxmlformats.org/officeDocument/2006/relationships/slide" Target="/ppt/slides/slide24.xml" Id="R0193df90df824de1" /><Relationship Type="http://schemas.openxmlformats.org/officeDocument/2006/relationships/slide" Target="/ppt/slides/slide25.xml" Id="R45510d595a5144ab" /><Relationship Type="http://schemas.openxmlformats.org/officeDocument/2006/relationships/slide" Target="/ppt/slides/slide26.xml" Id="Ree913a89c0e44846" /><Relationship Type="http://schemas.openxmlformats.org/officeDocument/2006/relationships/slide" Target="/ppt/slides/slide27.xml" Id="R2d3d9e6cef1a4482" /><Relationship Type="http://schemas.openxmlformats.org/officeDocument/2006/relationships/slide" Target="/ppt/slides/slide28.xml" Id="R52b7b7249dfd4301" /><Relationship Type="http://schemas.openxmlformats.org/officeDocument/2006/relationships/slide" Target="/ppt/slides/slide29.xml" Id="Re4e3de5630f14247" /><Relationship Type="http://schemas.openxmlformats.org/officeDocument/2006/relationships/slide" Target="/ppt/slides/slide30.xml" Id="R6e3f5374a8104e05" /><Relationship Type="http://schemas.openxmlformats.org/officeDocument/2006/relationships/slide" Target="/ppt/slides/slide31.xml" Id="R8a2bf660435b4e0b" /><Relationship Type="http://schemas.openxmlformats.org/officeDocument/2006/relationships/slide" Target="/ppt/slides/slide32.xml" Id="Re0b9b94200ef4c5f" /><Relationship Type="http://schemas.openxmlformats.org/officeDocument/2006/relationships/slide" Target="/ppt/slides/slide33.xml" Id="R75c4b2e8d4fe47d3" /><Relationship Type="http://schemas.openxmlformats.org/officeDocument/2006/relationships/slide" Target="/ppt/slides/slide34.xml" Id="R4bda7d195de24a77" /><Relationship Type="http://schemas.openxmlformats.org/officeDocument/2006/relationships/slide" Target="/ppt/slides/slide35.xml" Id="R391c612d7fdf4433" /><Relationship Type="http://schemas.openxmlformats.org/officeDocument/2006/relationships/slide" Target="/ppt/slides/slide36.xml" Id="Ra54075b1617746d4" /><Relationship Type="http://schemas.openxmlformats.org/officeDocument/2006/relationships/slide" Target="/ppt/slides/slide37.xml" Id="R532274de9107429c" /><Relationship Type="http://schemas.openxmlformats.org/officeDocument/2006/relationships/slide" Target="/ppt/slides/slide38.xml" Id="Rb911f3cd5a074407" /><Relationship Type="http://schemas.openxmlformats.org/officeDocument/2006/relationships/slide" Target="/ppt/slides/slide39.xml" Id="Rb465c204734642b5" /><Relationship Type="http://schemas.openxmlformats.org/officeDocument/2006/relationships/slide" Target="/ppt/slides/slide40.xml" Id="R190dc9eddb8144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d406b7ffe14f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be3764ee3a47b2" /><Relationship Type="http://schemas.openxmlformats.org/officeDocument/2006/relationships/notesMaster" Target="/ppt/notesMasters/notesMaster1.xml" Id="R5541b8466ffc46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3a82e192324a34" /><Relationship Type="http://schemas.openxmlformats.org/officeDocument/2006/relationships/notesMaster" Target="/ppt/notesMasters/notesMaster1.xml" Id="R77c41e0accb448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d3e622511f4b2a" /><Relationship Type="http://schemas.openxmlformats.org/officeDocument/2006/relationships/notesMaster" Target="/ppt/notesMasters/notesMaster1.xml" Id="R9bf3adb5095a4d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89898c99024743" /><Relationship Type="http://schemas.openxmlformats.org/officeDocument/2006/relationships/notesMaster" Target="/ppt/notesMasters/notesMaster1.xml" Id="R984d630149f74a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a7a35c9c914565" /><Relationship Type="http://schemas.openxmlformats.org/officeDocument/2006/relationships/notesMaster" Target="/ppt/notesMasters/notesMaster1.xml" Id="Ree63f38e903b44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36ae93df3e4fc4" /><Relationship Type="http://schemas.openxmlformats.org/officeDocument/2006/relationships/notesMaster" Target="/ppt/notesMasters/notesMaster1.xml" Id="Rac103f009da042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698b21dfa94098" /><Relationship Type="http://schemas.openxmlformats.org/officeDocument/2006/relationships/notesMaster" Target="/ppt/notesMasters/notesMaster1.xml" Id="R09f501c1889a4a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82a0f4deea4bd3" /><Relationship Type="http://schemas.openxmlformats.org/officeDocument/2006/relationships/notesMaster" Target="/ppt/notesMasters/notesMaster1.xml" Id="R3eab1084cfbe42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57c5ed4b54439b" /><Relationship Type="http://schemas.openxmlformats.org/officeDocument/2006/relationships/notesMaster" Target="/ppt/notesMasters/notesMaster1.xml" Id="R37a0c64f427348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bc395db4e54bac" /><Relationship Type="http://schemas.openxmlformats.org/officeDocument/2006/relationships/notesMaster" Target="/ppt/notesMasters/notesMaster1.xml" Id="R28cad41c885540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4bc33f14e04e0a" /><Relationship Type="http://schemas.openxmlformats.org/officeDocument/2006/relationships/notesMaster" Target="/ppt/notesMasters/notesMaster1.xml" Id="R52c48cd24c414f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e565f5b8c44230" /><Relationship Type="http://schemas.openxmlformats.org/officeDocument/2006/relationships/notesMaster" Target="/ppt/notesMasters/notesMaster1.xml" Id="Re644bc7d2bb440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aa2e51853641b8" /><Relationship Type="http://schemas.openxmlformats.org/officeDocument/2006/relationships/notesMaster" Target="/ppt/notesMasters/notesMaster1.xml" Id="R5ee92e049d2d4f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db0bdef12e4e90" /><Relationship Type="http://schemas.openxmlformats.org/officeDocument/2006/relationships/notesMaster" Target="/ppt/notesMasters/notesMaster1.xml" Id="R2d4a26ffd6524f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1d05344f2f4149" /><Relationship Type="http://schemas.openxmlformats.org/officeDocument/2006/relationships/notesMaster" Target="/ppt/notesMasters/notesMaster1.xml" Id="R7d907875d39145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0cd8fabe3de4498" /><Relationship Type="http://schemas.openxmlformats.org/officeDocument/2006/relationships/notesMaster" Target="/ppt/notesMasters/notesMaster1.xml" Id="Re25134393b5544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0c5179f2ca4a44" /><Relationship Type="http://schemas.openxmlformats.org/officeDocument/2006/relationships/notesMaster" Target="/ppt/notesMasters/notesMaster1.xml" Id="R41c03fa6562847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c23d92c77d4344" /><Relationship Type="http://schemas.openxmlformats.org/officeDocument/2006/relationships/notesMaster" Target="/ppt/notesMasters/notesMaster1.xml" Id="Ra5803fa1293b42f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d5a2318f34340d5" /><Relationship Type="http://schemas.openxmlformats.org/officeDocument/2006/relationships/notesMaster" Target="/ppt/notesMasters/notesMaster1.xml" Id="R9f11b1585e0540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e3fc296a63c439c" /><Relationship Type="http://schemas.openxmlformats.org/officeDocument/2006/relationships/notesMaster" Target="/ppt/notesMasters/notesMaster1.xml" Id="R6ffd2926b4fe47f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d8d92afdb44241" /><Relationship Type="http://schemas.openxmlformats.org/officeDocument/2006/relationships/notesMaster" Target="/ppt/notesMasters/notesMaster1.xml" Id="R6b6c94466bf147c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d1712693474dda" /><Relationship Type="http://schemas.openxmlformats.org/officeDocument/2006/relationships/notesMaster" Target="/ppt/notesMasters/notesMaster1.xml" Id="R4b63c07c74bc4c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47cfaf1d73042f3" /><Relationship Type="http://schemas.openxmlformats.org/officeDocument/2006/relationships/notesMaster" Target="/ppt/notesMasters/notesMaster1.xml" Id="R3a6d47b1837b4a5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2f1bdddcf6c4094" /><Relationship Type="http://schemas.openxmlformats.org/officeDocument/2006/relationships/notesMaster" Target="/ppt/notesMasters/notesMaster1.xml" Id="Rca89c0b998bf40b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5a2180ec6e4a92" /><Relationship Type="http://schemas.openxmlformats.org/officeDocument/2006/relationships/notesMaster" Target="/ppt/notesMasters/notesMaster1.xml" Id="R41b5c6805de243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0f59fb51b64032" /><Relationship Type="http://schemas.openxmlformats.org/officeDocument/2006/relationships/notesMaster" Target="/ppt/notesMasters/notesMaster1.xml" Id="Reaaf0769e6f54c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bdde883ecf34c6f" /><Relationship Type="http://schemas.openxmlformats.org/officeDocument/2006/relationships/notesMaster" Target="/ppt/notesMasters/notesMaster1.xml" Id="Ref4b26295d8c47b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832acd8eb6a4f88" /><Relationship Type="http://schemas.openxmlformats.org/officeDocument/2006/relationships/notesMaster" Target="/ppt/notesMasters/notesMaster1.xml" Id="Re6a897a140c64b2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2fc9649dad2425f" /><Relationship Type="http://schemas.openxmlformats.org/officeDocument/2006/relationships/notesMaster" Target="/ppt/notesMasters/notesMaster1.xml" Id="R381877428b0d4e4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22530b2e5244cb8" /><Relationship Type="http://schemas.openxmlformats.org/officeDocument/2006/relationships/notesMaster" Target="/ppt/notesMasters/notesMaster1.xml" Id="R0ae206f856b54b0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0d3bf746fc4641" /><Relationship Type="http://schemas.openxmlformats.org/officeDocument/2006/relationships/notesMaster" Target="/ppt/notesMasters/notesMaster1.xml" Id="R8492db32fcf2409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4af6741113d47dd" /><Relationship Type="http://schemas.openxmlformats.org/officeDocument/2006/relationships/notesMaster" Target="/ppt/notesMasters/notesMaster1.xml" Id="R8d83a1236e544a7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34741d3f1e47cb" /><Relationship Type="http://schemas.openxmlformats.org/officeDocument/2006/relationships/notesMaster" Target="/ppt/notesMasters/notesMaster1.xml" Id="Rf17b0f3237d74f2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b662693dc21478d" /><Relationship Type="http://schemas.openxmlformats.org/officeDocument/2006/relationships/notesMaster" Target="/ppt/notesMasters/notesMaster1.xml" Id="R6b30be14c1d8458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54cdde004ab4331" /><Relationship Type="http://schemas.openxmlformats.org/officeDocument/2006/relationships/notesMaster" Target="/ppt/notesMasters/notesMaster1.xml" Id="R5789556d1b8e455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73d3cfd2f824b4d" /><Relationship Type="http://schemas.openxmlformats.org/officeDocument/2006/relationships/notesMaster" Target="/ppt/notesMasters/notesMaster1.xml" Id="R338abc8595614d3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d4b233cd6114015" /><Relationship Type="http://schemas.openxmlformats.org/officeDocument/2006/relationships/notesMaster" Target="/ppt/notesMasters/notesMaster1.xml" Id="Ra466e4ae1d9a426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f1e68ce6a7b4a5f" /><Relationship Type="http://schemas.openxmlformats.org/officeDocument/2006/relationships/notesMaster" Target="/ppt/notesMasters/notesMaster1.xml" Id="R098bc977bbfa422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d4ca8dfc7a54ce6" /><Relationship Type="http://schemas.openxmlformats.org/officeDocument/2006/relationships/notesMaster" Target="/ppt/notesMasters/notesMaster1.xml" Id="Radb3925473444e5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07252e2d86146e0" /><Relationship Type="http://schemas.openxmlformats.org/officeDocument/2006/relationships/notesMaster" Target="/ppt/notesMasters/notesMaster1.xml" Id="R6f5ec0c430d04d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annotation-mvqp50l3-2 반영. 이전 직접 그린 경로A/B 직선·계단·높이차 도형과 라벨을 모두 제거했다. 그림은 천재교육 물질과 에너지 교과서 PDF/인쇄82쪽 도입의 등산 안내도 원본 삽화를 그대로 추출했다. assets/equations-v05/provenance.json의 t82-hiking-original 참조. 왼쪽 안내 인물은 등록 body_guide_reading 원본이며 얼굴·머리·비율 재생성 없음. 활동: 같은 출발점과 정상이라는 조건을 확인하고 경로가 달라도 높이 차가 같은지 예상한다. 걷는 데 드는 신체 에너지나 거리를 반응열과 동일시하지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fc81f6d99a4c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309e91a62c40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26490f6de742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37be4963db44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35abcd99e541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0811670adf4a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C93E61-CB44-4650-BA2B-FAEFADC33123}"/>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B44615-FDC4-4A57-93DF-E57E26E17FC4}"/>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0792E2-EEC7-4B8A-9DB2-38D5B0D265C0}"/>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44FFFC-BC3F-4A99-A912-EA879F6894E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3D28E0-F4AA-4F87-ABB1-54331C43F35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0A98D-3775-4161-B59C-35DBE2CF933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D54EA6-525F-41F4-AC54-0CABFEC256C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848AF3-B507-43F5-B44D-8DFC38C21496}"/>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DBF14D-13B1-4EF5-85DB-D610ACDE983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A8DB7B-A513-43BD-B24A-0116EDEA03C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75a6cebabe40d2" /><Relationship Type="http://schemas.openxmlformats.org/officeDocument/2006/relationships/slideLayout" Target="/ppt/slideLayouts/slideLayout1.xml" Id="R9b0dab3e9587496f" /><Relationship Type="http://schemas.openxmlformats.org/officeDocument/2006/relationships/slideLayout" Target="/ppt/slideLayouts/slideLayout2.xml" Id="Rfacbc223cdc445ed" /><Relationship Type="http://schemas.openxmlformats.org/officeDocument/2006/relationships/slideLayout" Target="/ppt/slideLayouts/slideLayout3.xml" Id="Rca887650ec8c4d19" /><Relationship Type="http://schemas.openxmlformats.org/officeDocument/2006/relationships/slideLayout" Target="/ppt/slideLayouts/slideLayout4.xml" Id="R3c93434754404049" /><Relationship Type="http://schemas.openxmlformats.org/officeDocument/2006/relationships/slideLayout" Target="/ppt/slideLayouts/slideLayout5.xml" Id="R76c972b3217a4c7f" /><Relationship Type="http://schemas.openxmlformats.org/officeDocument/2006/relationships/slideLayout" Target="/ppt/slideLayouts/slideLayout6.xml" Id="Red57c87471db4f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0dab3e9587496f"/>
    <p:sldLayoutId xmlns:r="http://schemas.openxmlformats.org/officeDocument/2006/relationships" id="2147483650" r:id="Rfacbc223cdc445ed"/>
    <p:sldLayoutId xmlns:r="http://schemas.openxmlformats.org/officeDocument/2006/relationships" id="2147483651" r:id="Rca887650ec8c4d19"/>
    <p:sldLayoutId xmlns:r="http://schemas.openxmlformats.org/officeDocument/2006/relationships" id="2147483652" r:id="R3c93434754404049"/>
    <p:sldLayoutId xmlns:r="http://schemas.openxmlformats.org/officeDocument/2006/relationships" id="2147483653" r:id="R76c972b3217a4c7f"/>
    <p:sldLayoutId xmlns:r="http://schemas.openxmlformats.org/officeDocument/2006/relationships" id="2147483654" r:id="Red57c87471db4f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dbf688ac60d433e" /><Relationship Type="http://schemas.openxmlformats.org/officeDocument/2006/relationships/image" Target="/ppt/media/image.png" Id="R44b7d1b1d2e14cf5" /><Relationship Type="http://schemas.openxmlformats.org/officeDocument/2006/relationships/image" Target="/ppt/media/image2.png" Id="Rdf6e01041f614441" /><Relationship Type="http://schemas.openxmlformats.org/officeDocument/2006/relationships/notesSlide" Target="/ppt/notesSlides/notesSlide1.xml" Id="R287cf54137da43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d04e8ef3af47e9" /><Relationship Type="http://schemas.openxmlformats.org/officeDocument/2006/relationships/image" Target="/ppt/media/image3.png" Id="Rf32fcbf3213f4009" /><Relationship Type="http://schemas.openxmlformats.org/officeDocument/2006/relationships/image" Target="/ppt/media/image4.png" Id="R514637397a0f4a8c" /><Relationship Type="http://schemas.openxmlformats.org/officeDocument/2006/relationships/image" Target="/ppt/media/image5.png" Id="R3d24a4ccb7a24673" /><Relationship Type="http://schemas.openxmlformats.org/officeDocument/2006/relationships/notesSlide" Target="/ppt/notesSlides/notesSlide2.xml" Id="R3d8dfb694f8446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851d9f18e34cc7" /><Relationship Type="http://schemas.openxmlformats.org/officeDocument/2006/relationships/image" Target="/ppt/media/image6.png" Id="R79b2374adc0d4dd8" /><Relationship Type="http://schemas.openxmlformats.org/officeDocument/2006/relationships/notesSlide" Target="/ppt/notesSlides/notesSlide3.xml" Id="R79966006745e42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14a95c6f4d49d9" /><Relationship Type="http://schemas.openxmlformats.org/officeDocument/2006/relationships/image" Target="/ppt/media/image7.png" Id="R41d65f305dc44bc9" /><Relationship Type="http://schemas.openxmlformats.org/officeDocument/2006/relationships/image" Target="/ppt/media/image8.png" Id="Rc701e83345b549db" /><Relationship Type="http://schemas.openxmlformats.org/officeDocument/2006/relationships/notesSlide" Target="/ppt/notesSlides/notesSlide4.xml" Id="Rcd4be3f10e654f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daa69ac1bc44d6" /><Relationship Type="http://schemas.openxmlformats.org/officeDocument/2006/relationships/image" Target="/ppt/media/image9.png" Id="Rf31fbe289a4e4c9f" /><Relationship Type="http://schemas.openxmlformats.org/officeDocument/2006/relationships/notesSlide" Target="/ppt/notesSlides/notesSlide5.xml" Id="R15127e04a75c4d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b735fb13be49e8" /><Relationship Type="http://schemas.openxmlformats.org/officeDocument/2006/relationships/image" Target="/ppt/media/image10.png" Id="Rddf5458c569e45e7" /><Relationship Type="http://schemas.openxmlformats.org/officeDocument/2006/relationships/notesSlide" Target="/ppt/notesSlides/notesSlide6.xml" Id="R150661cde56748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1e2e16e5d62457d" /><Relationship Type="http://schemas.openxmlformats.org/officeDocument/2006/relationships/image" Target="/ppt/media/image11.png" Id="R6549ba9dab68403f" /><Relationship Type="http://schemas.openxmlformats.org/officeDocument/2006/relationships/notesSlide" Target="/ppt/notesSlides/notesSlide7.xml" Id="Rdd39a4ac80d54e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aeafc3d16054641" /><Relationship Type="http://schemas.openxmlformats.org/officeDocument/2006/relationships/image" Target="/ppt/media/image12.png" Id="Re20a0f2c267645a0" /><Relationship Type="http://schemas.openxmlformats.org/officeDocument/2006/relationships/image" Target="/ppt/media/image13.png" Id="R41edf8a112c0470f" /><Relationship Type="http://schemas.openxmlformats.org/officeDocument/2006/relationships/notesSlide" Target="/ppt/notesSlides/notesSlide8.xml" Id="Rd03d786ad19948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0dd285c9034c97" /><Relationship Type="http://schemas.openxmlformats.org/officeDocument/2006/relationships/image" Target="/ppt/media/image14.png" Id="R2e1c1b8afbba49ca" /><Relationship Type="http://schemas.openxmlformats.org/officeDocument/2006/relationships/image" Target="/ppt/media/image15.png" Id="R303b6035c0634f66" /><Relationship Type="http://schemas.openxmlformats.org/officeDocument/2006/relationships/image" Target="/ppt/media/image16.png" Id="Rf1611568a9ff407c" /><Relationship Type="http://schemas.openxmlformats.org/officeDocument/2006/relationships/image" Target="/ppt/media/image17.png" Id="R6fd1ff58138d456e" /><Relationship Type="http://schemas.openxmlformats.org/officeDocument/2006/relationships/notesSlide" Target="/ppt/notesSlides/notesSlide9.xml" Id="Rd8a7121f09fa4b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fc6613d2784d7a" /><Relationship Type="http://schemas.openxmlformats.org/officeDocument/2006/relationships/image" Target="/ppt/media/image18.png" Id="R497f136eee0046be" /><Relationship Type="http://schemas.openxmlformats.org/officeDocument/2006/relationships/image" Target="/ppt/media/image19.png" Id="Re74b0300f29e4998" /><Relationship Type="http://schemas.openxmlformats.org/officeDocument/2006/relationships/image" Target="/ppt/media/image20.png" Id="R03cfc02a040c4cc2" /><Relationship Type="http://schemas.openxmlformats.org/officeDocument/2006/relationships/notesSlide" Target="/ppt/notesSlides/notesSlide10.xml" Id="R0a0e110a58c340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38bb4b73cd04bd0" /><Relationship Type="http://schemas.openxmlformats.org/officeDocument/2006/relationships/image" Target="/ppt/media/image21.png" Id="Ree1c7011fb17414d" /><Relationship Type="http://schemas.openxmlformats.org/officeDocument/2006/relationships/image" Target="/ppt/media/image22.png" Id="Rbaeeb525533c4c1f" /><Relationship Type="http://schemas.openxmlformats.org/officeDocument/2006/relationships/image" Target="/ppt/media/image23.png" Id="R32082e12c7b74995" /><Relationship Type="http://schemas.openxmlformats.org/officeDocument/2006/relationships/notesSlide" Target="/ppt/notesSlides/notesSlide11.xml" Id="R85259fc8efab47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208899b8dd4344" /><Relationship Type="http://schemas.openxmlformats.org/officeDocument/2006/relationships/image" Target="/ppt/media/image24.png" Id="R4704b2a75bb54f78" /><Relationship Type="http://schemas.openxmlformats.org/officeDocument/2006/relationships/notesSlide" Target="/ppt/notesSlides/notesSlide12.xml" Id="Ra90f94e659b945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2f062b05294028" /><Relationship Type="http://schemas.openxmlformats.org/officeDocument/2006/relationships/image" Target="/ppt/media/image25.png" Id="R66fb7c4aca2b4bc2" /><Relationship Type="http://schemas.openxmlformats.org/officeDocument/2006/relationships/notesSlide" Target="/ppt/notesSlides/notesSlide13.xml" Id="R576500d3b0474f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2ac456a1c0f41b2" /><Relationship Type="http://schemas.openxmlformats.org/officeDocument/2006/relationships/image" Target="/ppt/media/image26.png" Id="R01fb8c6c375c417f" /><Relationship Type="http://schemas.openxmlformats.org/officeDocument/2006/relationships/notesSlide" Target="/ppt/notesSlides/notesSlide14.xml" Id="Rd880d96a24ec4c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b025d2e8564422b" /><Relationship Type="http://schemas.openxmlformats.org/officeDocument/2006/relationships/image" Target="/ppt/media/image27.png" Id="Rbb87154cdf1c4775" /><Relationship Type="http://schemas.openxmlformats.org/officeDocument/2006/relationships/image" Target="/ppt/media/image28.png" Id="Rba1e1f5c6de041aa" /><Relationship Type="http://schemas.openxmlformats.org/officeDocument/2006/relationships/image" Target="/ppt/media/image29.png" Id="Rb24a8b83836b470e" /><Relationship Type="http://schemas.openxmlformats.org/officeDocument/2006/relationships/image" Target="/ppt/media/image30.png" Id="R8b57f1b71ed545d4" /><Relationship Type="http://schemas.openxmlformats.org/officeDocument/2006/relationships/notesSlide" Target="/ppt/notesSlides/notesSlide15.xml" Id="R9a4da460e7874a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a5fa87dae9a4c78" /><Relationship Type="http://schemas.openxmlformats.org/officeDocument/2006/relationships/image" Target="/ppt/media/image31.png" Id="R5ce019cecb4c4eba" /><Relationship Type="http://schemas.openxmlformats.org/officeDocument/2006/relationships/image" Target="/ppt/media/image32.png" Id="R014c5cb1d05744a7" /><Relationship Type="http://schemas.openxmlformats.org/officeDocument/2006/relationships/notesSlide" Target="/ppt/notesSlides/notesSlide16.xml" Id="R626f9ac1583441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0ccd78db47946d0" /><Relationship Type="http://schemas.openxmlformats.org/officeDocument/2006/relationships/image" Target="/ppt/media/image33.png" Id="R8719f435a0964c07" /><Relationship Type="http://schemas.openxmlformats.org/officeDocument/2006/relationships/image" Target="/ppt/media/image34.png" Id="R7eba59ea37b348e7" /><Relationship Type="http://schemas.openxmlformats.org/officeDocument/2006/relationships/image" Target="/ppt/media/image35.png" Id="R669bd04f7ec14f02" /><Relationship Type="http://schemas.openxmlformats.org/officeDocument/2006/relationships/notesSlide" Target="/ppt/notesSlides/notesSlide17.xml" Id="R68446c34b5fd4a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f59ff725d2e4974" /><Relationship Type="http://schemas.openxmlformats.org/officeDocument/2006/relationships/image" Target="/ppt/media/image36.png" Id="R5cf8e20d675c4064" /><Relationship Type="http://schemas.openxmlformats.org/officeDocument/2006/relationships/notesSlide" Target="/ppt/notesSlides/notesSlide18.xml" Id="Re4f5832e95cb4f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348e9f467ac495f" /><Relationship Type="http://schemas.openxmlformats.org/officeDocument/2006/relationships/image" Target="/ppt/media/image37.png" Id="Re470f12cbf9f4b03" /><Relationship Type="http://schemas.openxmlformats.org/officeDocument/2006/relationships/image" Target="/ppt/media/image38.png" Id="Rc73300d76164464c" /><Relationship Type="http://schemas.openxmlformats.org/officeDocument/2006/relationships/image" Target="/ppt/media/image39.png" Id="R0bd84fabecd8492e" /><Relationship Type="http://schemas.openxmlformats.org/officeDocument/2006/relationships/notesSlide" Target="/ppt/notesSlides/notesSlide19.xml" Id="Rca98be96e8ca40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6db7d75aa65412d" /><Relationship Type="http://schemas.openxmlformats.org/officeDocument/2006/relationships/image" Target="/ppt/media/image40.png" Id="Rf70a501f2d0645f6" /><Relationship Type="http://schemas.openxmlformats.org/officeDocument/2006/relationships/image" Target="/ppt/media/image41.png" Id="Re8a388ffcb284cbf" /><Relationship Type="http://schemas.openxmlformats.org/officeDocument/2006/relationships/image" Target="/ppt/media/image42.png" Id="R3c319df04edb4345" /><Relationship Type="http://schemas.openxmlformats.org/officeDocument/2006/relationships/notesSlide" Target="/ppt/notesSlides/notesSlide20.xml" Id="Rbfe6db83115f4a2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d04491e166c46ff" /><Relationship Type="http://schemas.openxmlformats.org/officeDocument/2006/relationships/image" Target="/ppt/media/image43.png" Id="R576c432f8a814ec3" /><Relationship Type="http://schemas.openxmlformats.org/officeDocument/2006/relationships/image" Target="/ppt/media/image44.png" Id="Rb1753737ba0c41bf" /><Relationship Type="http://schemas.openxmlformats.org/officeDocument/2006/relationships/notesSlide" Target="/ppt/notesSlides/notesSlide21.xml" Id="Rf48ab7930e88488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6b9af191d764152" /><Relationship Type="http://schemas.openxmlformats.org/officeDocument/2006/relationships/image" Target="/ppt/media/image45.png" Id="Ra9298f2534734cd7" /><Relationship Type="http://schemas.openxmlformats.org/officeDocument/2006/relationships/notesSlide" Target="/ppt/notesSlides/notesSlide22.xml" Id="R71b661719b344aa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a1f74ffaa3d4ab7" /><Relationship Type="http://schemas.openxmlformats.org/officeDocument/2006/relationships/image" Target="/ppt/media/image46.png" Id="Rea1bdfb8011e4486" /><Relationship Type="http://schemas.openxmlformats.org/officeDocument/2006/relationships/image" Target="/ppt/media/image47.png" Id="R2b247abf24464b7a" /><Relationship Type="http://schemas.openxmlformats.org/officeDocument/2006/relationships/notesSlide" Target="/ppt/notesSlides/notesSlide23.xml" Id="Rbac9a92cf941479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e847a298f244380" /><Relationship Type="http://schemas.openxmlformats.org/officeDocument/2006/relationships/image" Target="/ppt/media/image48.png" Id="Rd329111761fb46cd" /><Relationship Type="http://schemas.openxmlformats.org/officeDocument/2006/relationships/notesSlide" Target="/ppt/notesSlides/notesSlide24.xml" Id="Rf258cf32906d497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f8adf310eaa45f8" /><Relationship Type="http://schemas.openxmlformats.org/officeDocument/2006/relationships/image" Target="/ppt/media/image49.png" Id="R0a1395cf689045fb" /><Relationship Type="http://schemas.openxmlformats.org/officeDocument/2006/relationships/image" Target="/ppt/media/image50.png" Id="Rec067ec917bb4bde" /><Relationship Type="http://schemas.openxmlformats.org/officeDocument/2006/relationships/image" Target="/ppt/media/image51.png" Id="Rcc0fd957c89741eb" /><Relationship Type="http://schemas.openxmlformats.org/officeDocument/2006/relationships/notesSlide" Target="/ppt/notesSlides/notesSlide25.xml" Id="R8c7711a172754de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2442d3dfa0741dc" /><Relationship Type="http://schemas.openxmlformats.org/officeDocument/2006/relationships/image" Target="/ppt/media/image52.png" Id="Ra9859a21d1104514" /><Relationship Type="http://schemas.openxmlformats.org/officeDocument/2006/relationships/image" Target="/ppt/media/image53.png" Id="R8b03fa46edde4998" /><Relationship Type="http://schemas.openxmlformats.org/officeDocument/2006/relationships/notesSlide" Target="/ppt/notesSlides/notesSlide26.xml" Id="R4c1a26af0857438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fac6ff6a2a24a6f" /><Relationship Type="http://schemas.openxmlformats.org/officeDocument/2006/relationships/image" Target="/ppt/media/image54.png" Id="R09eb364cb5234958" /><Relationship Type="http://schemas.openxmlformats.org/officeDocument/2006/relationships/notesSlide" Target="/ppt/notesSlides/notesSlide27.xml" Id="R0e5cb6c1124745d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6118f4579d24a49" /><Relationship Type="http://schemas.openxmlformats.org/officeDocument/2006/relationships/image" Target="/ppt/media/image55.png" Id="R7b3b41f00e6d44d1" /><Relationship Type="http://schemas.openxmlformats.org/officeDocument/2006/relationships/image" Target="/ppt/media/image56.png" Id="Re16c776ad2ef49e0" /><Relationship Type="http://schemas.openxmlformats.org/officeDocument/2006/relationships/notesSlide" Target="/ppt/notesSlides/notesSlide28.xml" Id="Rd2571c4ceabe4d0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2fb20434a4a4c6f" /><Relationship Type="http://schemas.openxmlformats.org/officeDocument/2006/relationships/image" Target="/ppt/media/image57.png" Id="R531ea5f75b584049" /><Relationship Type="http://schemas.openxmlformats.org/officeDocument/2006/relationships/image" Target="/ppt/media/image58.png" Id="Rb77f8e41fca04937" /><Relationship Type="http://schemas.openxmlformats.org/officeDocument/2006/relationships/image" Target="/ppt/media/image59.png" Id="R92860d3a95604cfe" /><Relationship Type="http://schemas.openxmlformats.org/officeDocument/2006/relationships/notesSlide" Target="/ppt/notesSlides/notesSlide29.xml" Id="R11292cd9528f45b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64618c373f94cae" /><Relationship Type="http://schemas.openxmlformats.org/officeDocument/2006/relationships/image" Target="/ppt/media/image60.png" Id="Rf4fdde4821864fb3" /><Relationship Type="http://schemas.openxmlformats.org/officeDocument/2006/relationships/notesSlide" Target="/ppt/notesSlides/notesSlide30.xml" Id="R05d65fe28c284f7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91360cff7434962" /><Relationship Type="http://schemas.openxmlformats.org/officeDocument/2006/relationships/image" Target="/ppt/media/image61.png" Id="Rd719ddc01721449f" /><Relationship Type="http://schemas.openxmlformats.org/officeDocument/2006/relationships/notesSlide" Target="/ppt/notesSlides/notesSlide31.xml" Id="Ra1c6623bf0c64a7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1e7a27c5bb54606" /><Relationship Type="http://schemas.openxmlformats.org/officeDocument/2006/relationships/image" Target="/ppt/media/image62.png" Id="Rd8f11f3751274a0b" /><Relationship Type="http://schemas.openxmlformats.org/officeDocument/2006/relationships/image" Target="/ppt/media/image63.png" Id="Rfbe4d1c1cec4452f" /><Relationship Type="http://schemas.openxmlformats.org/officeDocument/2006/relationships/image" Target="/ppt/media/image64.png" Id="R31e1ba2c988542d5" /><Relationship Type="http://schemas.openxmlformats.org/officeDocument/2006/relationships/image" Target="/ppt/media/image65.png" Id="Rdea3bf50780b4a49" /><Relationship Type="http://schemas.openxmlformats.org/officeDocument/2006/relationships/image" Target="/ppt/media/image66.png" Id="R51311da98a8d40fb" /><Relationship Type="http://schemas.openxmlformats.org/officeDocument/2006/relationships/notesSlide" Target="/ppt/notesSlides/notesSlide32.xml" Id="R1f6f0cd514cb4de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a59c9b1659c44e9" /><Relationship Type="http://schemas.openxmlformats.org/officeDocument/2006/relationships/image" Target="/ppt/media/image67.png" Id="R3ec8111cc2e749d5" /><Relationship Type="http://schemas.openxmlformats.org/officeDocument/2006/relationships/image" Target="/ppt/media/image68.png" Id="R47f4ee5c67a04f97" /><Relationship Type="http://schemas.openxmlformats.org/officeDocument/2006/relationships/image" Target="/ppt/media/image69.png" Id="Rae97f7148bb94433" /><Relationship Type="http://schemas.openxmlformats.org/officeDocument/2006/relationships/notesSlide" Target="/ppt/notesSlides/notesSlide33.xml" Id="Re96cc38f91954a2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227dc707dad47cf" /><Relationship Type="http://schemas.openxmlformats.org/officeDocument/2006/relationships/image" Target="/ppt/media/image70.png" Id="R0d2d4665f7a24d97" /><Relationship Type="http://schemas.openxmlformats.org/officeDocument/2006/relationships/notesSlide" Target="/ppt/notesSlides/notesSlide34.xml" Id="Rd4bce28195a04e4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61d59e34a6d4478" /><Relationship Type="http://schemas.openxmlformats.org/officeDocument/2006/relationships/image" Target="/ppt/media/image71.png" Id="Rbccb68ec94e24118" /><Relationship Type="http://schemas.openxmlformats.org/officeDocument/2006/relationships/notesSlide" Target="/ppt/notesSlides/notesSlide35.xml" Id="Rb013a5bea70b4bd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ac1558b37504b66" /><Relationship Type="http://schemas.openxmlformats.org/officeDocument/2006/relationships/image" Target="/ppt/media/image72.png" Id="Ra8cd57cad30446c6" /><Relationship Type="http://schemas.openxmlformats.org/officeDocument/2006/relationships/notesSlide" Target="/ppt/notesSlides/notesSlide36.xml" Id="R3227c97cb8184b8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6a7c13167924492" /><Relationship Type="http://schemas.openxmlformats.org/officeDocument/2006/relationships/image" Target="/ppt/media/image73.png" Id="Rc88cb73879344653" /><Relationship Type="http://schemas.openxmlformats.org/officeDocument/2006/relationships/notesSlide" Target="/ppt/notesSlides/notesSlide37.xml" Id="R4ba676b59b9d4c0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0525e7916f9471a" /><Relationship Type="http://schemas.openxmlformats.org/officeDocument/2006/relationships/image" Target="/ppt/media/image74.png" Id="R8a111e8587b949e6" /><Relationship Type="http://schemas.openxmlformats.org/officeDocument/2006/relationships/notesSlide" Target="/ppt/notesSlides/notesSlide38.xml" Id="Re8a3eb24b78d4ad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ef26f867be34253" /><Relationship Type="http://schemas.openxmlformats.org/officeDocument/2006/relationships/image" Target="/ppt/media/image75.png" Id="R68363060ba224e6a" /><Relationship Type="http://schemas.openxmlformats.org/officeDocument/2006/relationships/notesSlide" Target="/ppt/notesSlides/notesSlide39.xml" Id="R5299e68cf78d460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28381d824dc4aac" /><Relationship Type="http://schemas.openxmlformats.org/officeDocument/2006/relationships/image" Target="/ppt/media/image76.png" Id="Rd54794b4e1ad4710" /><Relationship Type="http://schemas.openxmlformats.org/officeDocument/2006/relationships/notesSlide" Target="/ppt/notesSlides/notesSlide40.xml" Id="R2c174399db9f4750"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9CB9692D-FFCC-4FF4-8CE7-57E7C294FF0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D7349D5A-1BBE-4ECB-BE5E-1A392383CC34}"/>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0CCF1924-1185-4DFA-A935-CD2C505BA77D}"/>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03AE6A98-971E-4B84-8AEB-2E9FF9D508E0}"/>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DC432697-56C0-4BE3-958B-E30384C1936D}"/>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9172EF5B-6F52-4A1C-BEE9-355A4E4A6B2F}"/>
              </a:ext>
            </a:extLst>
          </p:cNvPr>
          <p:cNvPicPr>
            <a:picLocks xmlns:a="http://schemas.openxmlformats.org/drawingml/2006/main" noChangeAspect="1"/>
          </p:cNvPicPr>
          <p:nvPr/>
        </p:nvPicPr>
        <p:blipFill>
          <a:blip xmlns:r="http://schemas.openxmlformats.org/officeDocument/2006/relationships" xmlns:a="http://schemas.openxmlformats.org/drawingml/2006/main" r:embed="R44b7d1b1d2e14cf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FD31E9C-7900-47DD-A726-BEB46DD07416}"/>
              </a:ext>
            </a:extLst>
          </p:cNvPr>
          <p:cNvPicPr>
            <a:picLocks xmlns:a="http://schemas.openxmlformats.org/drawingml/2006/main" noChangeAspect="1"/>
          </p:cNvPicPr>
          <p:nvPr/>
        </p:nvPicPr>
        <p:blipFill>
          <a:blip xmlns:r="http://schemas.openxmlformats.org/officeDocument/2006/relationships" xmlns:a="http://schemas.openxmlformats.org/drawingml/2006/main" r:embed="Rdf6e01041f614441"/>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41F14346-D1DE-4682-8353-D96BFEC85DD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450553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AD5D145-A04C-4FFB-B3C9-AB78A21DEF0A}"/>
              </a:ext>
            </a:extLst>
          </p:cNvPr>
          <p:cNvPicPr>
            <a:picLocks xmlns:a="http://schemas.openxmlformats.org/drawingml/2006/main" noChangeAspect="1"/>
          </p:cNvPicPr>
          <p:nvPr/>
        </p:nvPicPr>
        <p:blipFill>
          <a:blip xmlns:r="http://schemas.openxmlformats.org/officeDocument/2006/relationships" xmlns:a="http://schemas.openxmlformats.org/drawingml/2006/main" r:embed="Rf32fcbf3213f40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187EBC2-6D55-4778-9244-82F70A6AFB9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6553E9-CF6B-47FF-B65B-E347160C52D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798B8781-A75B-44B5-A15A-AA3AACAFB27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A21DA45-53C7-4B6B-AAF4-CAD2B31283D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993A564E-C374-4998-A554-4FD7E2DD19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B5FDB749-DFA5-409E-8F1D-CBCCF979CA15}"/>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C10B8182-88DA-4A07-99AB-2DC7517FBEAD}"/>
              </a:ext>
            </a:extLst>
          </p:cNvPr>
          <p:cNvPicPr>
            <a:picLocks xmlns:a="http://schemas.openxmlformats.org/drawingml/2006/main" noChangeAspect="1"/>
          </p:cNvPicPr>
          <p:nvPr/>
        </p:nvPicPr>
        <p:blipFill>
          <a:blip xmlns:r="http://schemas.openxmlformats.org/officeDocument/2006/relationships" xmlns:a="http://schemas.openxmlformats.org/drawingml/2006/main" r:embed="R514637397a0f4a8c"/>
          <a:stretch xmlns:a="http://schemas.openxmlformats.org/drawingml/2006/main"/>
        </p:blipFill>
        <p:spPr>
          <a:xfrm xmlns:a="http://schemas.openxmlformats.org/drawingml/2006/main">
            <a:off x="2333521" y="4572000"/>
            <a:ext cx="2381457" cy="5048250"/>
          </a:xfrm>
          <a:prstGeom xmlns:a="http://schemas.openxmlformats.org/drawingml/2006/main" prst="rect">
            <a:avLst/>
          </a:prstGeom>
        </p:spPr>
      </p:pic>
      <p:sp>
        <p:nvSpPr>
          <p:cNvPr id="9" name="원본 인물의 질문 말풍선">
            <a:extLst xmlns:a="http://schemas.openxmlformats.org/drawingml/2006/main">
              <a:ext uri="{FF2B5EF4-FFF2-40B4-BE49-F238E27FC236}">
                <a16:creationId xmlns:a16="http://schemas.microsoft.com/office/drawing/2014/main" id="{76889CB4-EEED-4233-A21C-13FB9E2A1431}"/>
              </a:ext>
            </a:extLst>
          </p:cNvPr>
          <p:cNvSpPr>
            <a:spLocks xmlns:a="http://schemas.openxmlformats.org/drawingml/2006/main" noGrp="1"/>
          </p:cNvSpPr>
          <p:nvPr/>
        </p:nvSpPr>
        <p:spPr>
          <a:xfrm xmlns:a="http://schemas.openxmlformats.org/drawingml/2006/main">
            <a:off x="5619750" y="5286375"/>
            <a:ext cx="4953000" cy="1762125"/>
          </a:xfrm>
          <a:prstGeom xmlns:a="http://schemas.openxmlformats.org/drawingml/2006/main" prst="roundRect">
            <a:avLst>
              <a:gd name="adj" fmla="val 12973"/>
            </a:avLst>
          </a:prstGeom>
          <a:solidFill xmlns:a="http://schemas.openxmlformats.org/drawingml/2006/main">
            <a:srgbClr val="F5F5F5"/>
          </a:solidFill>
          <a:ln xmlns:a="http://schemas.openxmlformats.org/drawingml/2006/main" w="0">
            <a:noFill/>
          </a:ln>
        </p:spPr>
      </p:sp>
      <p:sp>
        <p:nvSpPr>
          <p:cNvPr id="10" name="말풍선 꼬리">
            <a:extLst xmlns:a="http://schemas.openxmlformats.org/drawingml/2006/main">
              <a:ext uri="{FF2B5EF4-FFF2-40B4-BE49-F238E27FC236}">
                <a16:creationId xmlns:a16="http://schemas.microsoft.com/office/drawing/2014/main" id="{F20C32B3-DE77-4862-B805-D13CAF6F18D3}"/>
              </a:ext>
            </a:extLst>
          </p:cNvPr>
          <p:cNvSpPr>
            <a:spLocks xmlns:a="http://schemas.openxmlformats.org/drawingml/2006/main" noGrp="1"/>
          </p:cNvSpPr>
          <p:nvPr/>
        </p:nvSpPr>
        <p:spPr>
          <a:xfrm xmlns:a="http://schemas.openxmlformats.org/drawingml/2006/main">
            <a:off x="4972050" y="5686425"/>
            <a:ext cx="809625" cy="533400"/>
          </a:xfrm>
          <a:custGeom xmlns:a="http://schemas.openxmlformats.org/drawingml/2006/main">
            <a:pathLst>
              <a:path w="809625" h="533400">
                <a:moveTo>
                  <a:pt x="809625" y="0"/>
                </a:moveTo>
                <a:lnTo>
                  <a:pt x="0" y="447675"/>
                </a:lnTo>
                <a:lnTo>
                  <a:pt x="809625" y="533400"/>
                </a:lnTo>
                <a:close/>
              </a:path>
            </a:pathLst>
          </a:cu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32AA094-627D-4915-A019-2CB839344967}"/>
              </a:ext>
            </a:extLst>
          </p:cNvPr>
          <p:cNvSpPr>
            <a:spLocks xmlns:a="http://schemas.openxmlformats.org/drawingml/2006/main" noGrp="1"/>
          </p:cNvSpPr>
          <p:nvPr/>
        </p:nvSpPr>
        <p:spPr>
          <a:xfrm xmlns:a="http://schemas.openxmlformats.org/drawingml/2006/main">
            <a:off x="5810250" y="548640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000000"/>
                </a:solidFill>
                <a:latin typeface="Pretendard"/>
                <a:ea typeface="Pretendard"/>
                <a:cs typeface="Pretendard"/>
              </a:defRPr>
            </a:defPPr>
            <a:lvl1pPr algn="ctr">
              <a:defRPr sz="3000" b="1">
                <a:solidFill>
                  <a:srgbClr val="000000"/>
                </a:solidFill>
                <a:latin typeface="Pretendard"/>
                <a:ea typeface="Pretendard"/>
                <a:cs typeface="Pretendard"/>
              </a:defRPr>
            </a:lvl1pPr>
            <a:lvl2pPr algn="ctr">
              <a:defRPr sz="3000" b="1">
                <a:solidFill>
                  <a:srgbClr val="000000"/>
                </a:solidFill>
                <a:latin typeface="Pretendard"/>
                <a:ea typeface="Pretendard"/>
                <a:cs typeface="Pretendard"/>
              </a:defRPr>
            </a:lvl2pPr>
            <a:lvl3pPr algn="ctr">
              <a:defRPr sz="3000" b="1">
                <a:solidFill>
                  <a:srgbClr val="000000"/>
                </a:solidFill>
                <a:latin typeface="Pretendard"/>
                <a:ea typeface="Pretendard"/>
                <a:cs typeface="Pretendard"/>
              </a:defRPr>
            </a:lvl3pPr>
            <a:lvl4pPr algn="ctr">
              <a:defRPr sz="3000" b="1">
                <a:solidFill>
                  <a:srgbClr val="000000"/>
                </a:solidFill>
                <a:latin typeface="Pretendard"/>
                <a:ea typeface="Pretendard"/>
                <a:cs typeface="Pretendard"/>
              </a:defRPr>
            </a:lvl4pPr>
            <a:lvl5pPr algn="ctr">
              <a:defRPr sz="3000" b="1">
                <a:solidFill>
                  <a:srgbClr val="000000"/>
                </a:solidFill>
                <a:latin typeface="Pretendard"/>
                <a:ea typeface="Pretendard"/>
                <a:cs typeface="Pretendard"/>
              </a:defRPr>
            </a:lvl5pPr>
            <a:lvl6pPr algn="ctr">
              <a:defRPr sz="3000" b="1">
                <a:solidFill>
                  <a:srgbClr val="000000"/>
                </a:solidFill>
                <a:latin typeface="Pretendard"/>
                <a:ea typeface="Pretendard"/>
                <a:cs typeface="Pretendard"/>
              </a:defRPr>
            </a:lvl6pPr>
            <a:lvl7pPr algn="ctr">
              <a:defRPr sz="3000" b="1">
                <a:solidFill>
                  <a:srgbClr val="000000"/>
                </a:solidFill>
                <a:latin typeface="Pretendard"/>
                <a:ea typeface="Pretendard"/>
                <a:cs typeface="Pretendard"/>
              </a:defRPr>
            </a:lvl7pPr>
            <a:lvl8pPr algn="ctr">
              <a:defRPr sz="3000" b="1">
                <a:solidFill>
                  <a:srgbClr val="000000"/>
                </a:solidFill>
                <a:latin typeface="Pretendard"/>
                <a:ea typeface="Pretendard"/>
                <a:cs typeface="Pretendard"/>
              </a:defRPr>
            </a:lvl8pPr>
            <a:lvl9pPr algn="ctr">
              <a:defRPr sz="3000" b="1">
                <a:solidFill>
                  <a:srgbClr val="000000"/>
                </a:solidFill>
                <a:latin typeface="Pretendard"/>
                <a:ea typeface="Pretendard"/>
                <a:cs typeface="Pretendard"/>
              </a:defRPr>
            </a:lvl9pPr>
          </a:lstStyle>
          <a:p xmlns:a="http://schemas.openxmlformats.org/drawingml/2006/main">
            <a:pPr algn="ctr">
              <a:defRPr sz="3000" b="1">
                <a:solidFill>
                  <a:srgbClr val="000000"/>
                </a:solidFill>
                <a:latin typeface="Pretendard"/>
                <a:ea typeface="Pretendard"/>
                <a:cs typeface="Pretendard"/>
              </a:defRPr>
            </a:pPr>
            <a:r>
              <a:rPr sz="3000" b="1">
                <a:solidFill>
                  <a:srgbClr val="000000"/>
                </a:solidFill>
                <a:latin typeface="Pretendard"/>
                <a:ea typeface="Pretendard"/>
                <a:cs typeface="Pretendard"/>
              </a:rPr>
              <a:t>등산 경로가 달라도</a:t>
            </a:r>
          </a:p>
        </p:txBody>
      </p:sp>
      <p:sp>
        <p:nvSpPr>
          <p:cNvPr id="12" name="text">
            <a:extLst xmlns:a="http://schemas.openxmlformats.org/drawingml/2006/main">
              <a:ext uri="{FF2B5EF4-FFF2-40B4-BE49-F238E27FC236}">
                <a16:creationId xmlns:a16="http://schemas.microsoft.com/office/drawing/2014/main" id="{5136C2CC-E488-40C7-AB4A-C8C81B4FAA6A}"/>
              </a:ext>
            </a:extLst>
          </p:cNvPr>
          <p:cNvSpPr>
            <a:spLocks xmlns:a="http://schemas.openxmlformats.org/drawingml/2006/main" noGrp="1"/>
          </p:cNvSpPr>
          <p:nvPr/>
        </p:nvSpPr>
        <p:spPr>
          <a:xfrm xmlns:a="http://schemas.openxmlformats.org/drawingml/2006/main">
            <a:off x="5810250" y="6153150"/>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000000"/>
                </a:solidFill>
                <a:latin typeface="Pretendard"/>
                <a:ea typeface="Pretendard"/>
                <a:cs typeface="Pretendard"/>
              </a:defRPr>
            </a:defPPr>
            <a:lvl1pPr algn="ctr">
              <a:defRPr sz="3000" b="1">
                <a:solidFill>
                  <a:srgbClr val="000000"/>
                </a:solidFill>
                <a:latin typeface="Pretendard"/>
                <a:ea typeface="Pretendard"/>
                <a:cs typeface="Pretendard"/>
              </a:defRPr>
            </a:lvl1pPr>
            <a:lvl2pPr algn="ctr">
              <a:defRPr sz="3000" b="1">
                <a:solidFill>
                  <a:srgbClr val="000000"/>
                </a:solidFill>
                <a:latin typeface="Pretendard"/>
                <a:ea typeface="Pretendard"/>
                <a:cs typeface="Pretendard"/>
              </a:defRPr>
            </a:lvl2pPr>
            <a:lvl3pPr algn="ctr">
              <a:defRPr sz="3000" b="1">
                <a:solidFill>
                  <a:srgbClr val="000000"/>
                </a:solidFill>
                <a:latin typeface="Pretendard"/>
                <a:ea typeface="Pretendard"/>
                <a:cs typeface="Pretendard"/>
              </a:defRPr>
            </a:lvl3pPr>
            <a:lvl4pPr algn="ctr">
              <a:defRPr sz="3000" b="1">
                <a:solidFill>
                  <a:srgbClr val="000000"/>
                </a:solidFill>
                <a:latin typeface="Pretendard"/>
                <a:ea typeface="Pretendard"/>
                <a:cs typeface="Pretendard"/>
              </a:defRPr>
            </a:lvl4pPr>
            <a:lvl5pPr algn="ctr">
              <a:defRPr sz="3000" b="1">
                <a:solidFill>
                  <a:srgbClr val="000000"/>
                </a:solidFill>
                <a:latin typeface="Pretendard"/>
                <a:ea typeface="Pretendard"/>
                <a:cs typeface="Pretendard"/>
              </a:defRPr>
            </a:lvl5pPr>
            <a:lvl6pPr algn="ctr">
              <a:defRPr sz="3000" b="1">
                <a:solidFill>
                  <a:srgbClr val="000000"/>
                </a:solidFill>
                <a:latin typeface="Pretendard"/>
                <a:ea typeface="Pretendard"/>
                <a:cs typeface="Pretendard"/>
              </a:defRPr>
            </a:lvl6pPr>
            <a:lvl7pPr algn="ctr">
              <a:defRPr sz="3000" b="1">
                <a:solidFill>
                  <a:srgbClr val="000000"/>
                </a:solidFill>
                <a:latin typeface="Pretendard"/>
                <a:ea typeface="Pretendard"/>
                <a:cs typeface="Pretendard"/>
              </a:defRPr>
            </a:lvl7pPr>
            <a:lvl8pPr algn="ctr">
              <a:defRPr sz="3000" b="1">
                <a:solidFill>
                  <a:srgbClr val="000000"/>
                </a:solidFill>
                <a:latin typeface="Pretendard"/>
                <a:ea typeface="Pretendard"/>
                <a:cs typeface="Pretendard"/>
              </a:defRPr>
            </a:lvl8pPr>
            <a:lvl9pPr algn="ctr">
              <a:defRPr sz="3000" b="1">
                <a:solidFill>
                  <a:srgbClr val="000000"/>
                </a:solidFill>
                <a:latin typeface="Pretendard"/>
                <a:ea typeface="Pretendard"/>
                <a:cs typeface="Pretendard"/>
              </a:defRPr>
            </a:lvl9pPr>
          </a:lstStyle>
          <a:p xmlns:a="http://schemas.openxmlformats.org/drawingml/2006/main">
            <a:pPr algn="ctr">
              <a:defRPr sz="3000" b="1">
                <a:solidFill>
                  <a:srgbClr val="000000"/>
                </a:solidFill>
                <a:latin typeface="Pretendard"/>
                <a:ea typeface="Pretendard"/>
                <a:cs typeface="Pretendard"/>
              </a:defRPr>
            </a:pPr>
            <a:r>
              <a:rPr sz="3000" b="1">
                <a:solidFill>
                  <a:srgbClr val="000000"/>
                </a:solidFill>
                <a:latin typeface="Pretendard"/>
                <a:ea typeface="Pretendard"/>
                <a:cs typeface="Pretendard"/>
              </a:rPr>
              <a:t>올라간 높이는 같을까?</a:t>
            </a:r>
          </a:p>
        </p:txBody>
      </p:sp>
      <p:pic>
        <p:nvPicPr>
          <p:cNvPr id="13" name="">
            <a:extLst xmlns:a="http://schemas.openxmlformats.org/drawingml/2006/main">
              <a:ext uri="{FF2B5EF4-FFF2-40B4-BE49-F238E27FC236}">
                <a16:creationId xmlns:a16="http://schemas.microsoft.com/office/drawing/2014/main" id="{91810FC2-725F-4F8A-9FC5-9265EAC354F8}"/>
              </a:ext>
            </a:extLst>
          </p:cNvPr>
          <p:cNvPicPr>
            <a:picLocks xmlns:a="http://schemas.openxmlformats.org/drawingml/2006/main" noChangeAspect="1"/>
          </p:cNvPicPr>
          <p:nvPr/>
        </p:nvPicPr>
        <p:blipFill>
          <a:blip xmlns:r="http://schemas.openxmlformats.org/officeDocument/2006/relationships" xmlns:a="http://schemas.openxmlformats.org/drawingml/2006/main" r:embed="R3d24a4ccb7a24673"/>
          <a:stretch xmlns:a="http://schemas.openxmlformats.org/drawingml/2006/main"/>
        </p:blipFill>
        <p:spPr>
          <a:xfrm xmlns:a="http://schemas.openxmlformats.org/drawingml/2006/main">
            <a:off x="11096625" y="4495800"/>
            <a:ext cx="5048250" cy="5048250"/>
          </a:xfrm>
          <a:prstGeom xmlns:a="http://schemas.openxmlformats.org/drawingml/2006/main" prst="rect">
            <a:avLst/>
          </a:prstGeom>
        </p:spPr>
      </p:pic>
    </p:spTree>
    <p:extLst>
      <p:ext uri="{BB962C8B-B14F-4D97-AF65-F5344CB8AC3E}">
        <p14:creationId xmlns:p14="http://schemas.microsoft.com/office/powerpoint/2010/main" val="6518011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B8B51EA2-BCFE-43AE-B0C4-6E7B646FDA58}"/>
              </a:ext>
            </a:extLst>
          </p:cNvPr>
          <p:cNvPicPr>
            <a:picLocks xmlns:a="http://schemas.openxmlformats.org/drawingml/2006/main" noChangeAspect="1"/>
          </p:cNvPicPr>
          <p:nvPr/>
        </p:nvPicPr>
        <p:blipFill>
          <a:blip xmlns:r="http://schemas.openxmlformats.org/officeDocument/2006/relationships" xmlns:a="http://schemas.openxmlformats.org/drawingml/2006/main" r:embed="R79b2374adc0d4d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1CF4DDB-8B33-45BD-B3AF-CC8396FCFB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7ACE837-5FBF-421F-92CC-F6D5E1F4B5D2}"/>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CBA76B57-06E2-48C1-8475-2018AF0B4763}"/>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985D373B-9943-424F-AC50-450EB74A1136}"/>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BB10639E-123C-4C2B-8DE7-13D8496D9ADF}"/>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D1556644-4B5C-4B31-B2B1-EE673F3AD2A1}"/>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90830F58-74CB-4F7F-BFFA-16FA541BE71C}"/>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FBD38EFE-E49F-4F4F-B9F9-92F10E2BF2E5}"/>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DF535F83-A180-4674-8396-D76282CE4E85}"/>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D8622D7-6CF1-451E-893D-681B2CF5EE7D}"/>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C433CF14-EFD8-4235-BF34-07E142346B9D}"/>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4CBF6753-083D-4FA5-B292-B3CEEB9579ED}"/>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B525D45C-1FCC-48DE-9CE6-C663CD73FB4F}"/>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07EA17B3-CEE1-47D1-8967-3885E6E31F07}"/>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3377065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DB0412E-268E-43CA-A50B-0C804DE8406C}"/>
              </a:ext>
            </a:extLst>
          </p:cNvPr>
          <p:cNvPicPr>
            <a:picLocks xmlns:a="http://schemas.openxmlformats.org/drawingml/2006/main" noChangeAspect="1"/>
          </p:cNvPicPr>
          <p:nvPr/>
        </p:nvPicPr>
        <p:blipFill>
          <a:blip xmlns:r="http://schemas.openxmlformats.org/officeDocument/2006/relationships" xmlns:a="http://schemas.openxmlformats.org/drawingml/2006/main" r:embed="R41d65f305dc44bc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3A397C5-52CC-4FCD-8714-515F573EA7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D7A9B5-C0E1-4232-A7A1-6C09A8132A42}"/>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B911408F-F4FA-4AAA-A0E4-22F20C545D47}"/>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31C1E2-A87A-4429-9D20-E0B9E9932CCB}"/>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D48A15D4-4BAA-4554-9A17-2B8F0E686D19}"/>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DE9F5E71-597D-482B-83C3-1C76B9E2B0FB}"/>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DFFA9AE6-27F9-483F-B38C-4EBE7E0370B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002AFE82-C17A-47D7-A97C-9A399B9A5C5B}"/>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527E09A6-EB5B-4AC4-9C5E-A4DE83852DAD}"/>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FA55E09E-D36F-4A23-853D-A239F9A08095}"/>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1EFD5ED-C004-4C0A-B3C5-7F72EA4762DF}"/>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D6B8A58D-BA1B-4226-B553-AE52B794DD19}"/>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9F6723AD-4477-428B-A2B9-96B6D930F0B8}"/>
              </a:ext>
            </a:extLst>
          </p:cNvPr>
          <p:cNvPicPr>
            <a:picLocks xmlns:a="http://schemas.openxmlformats.org/drawingml/2006/main" noChangeAspect="1"/>
          </p:cNvPicPr>
          <p:nvPr/>
        </p:nvPicPr>
        <p:blipFill>
          <a:blip xmlns:r="http://schemas.openxmlformats.org/officeDocument/2006/relationships" xmlns:a="http://schemas.openxmlformats.org/drawingml/2006/main" r:embed="Rc701e83345b549db"/>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57014846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89FC2746-2265-452B-9074-0E87C97F349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123D891-F7A6-4025-B887-8A8BAECF6769}"/>
              </a:ext>
            </a:extLst>
          </p:cNvPr>
          <p:cNvPicPr>
            <a:picLocks xmlns:a="http://schemas.openxmlformats.org/drawingml/2006/main" noChangeAspect="1"/>
          </p:cNvPicPr>
          <p:nvPr/>
        </p:nvPicPr>
        <p:blipFill>
          <a:blip xmlns:r="http://schemas.openxmlformats.org/officeDocument/2006/relationships" xmlns:a="http://schemas.openxmlformats.org/drawingml/2006/main" r:embed="Rf31fbe289a4e4c9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8AB8645-0647-45D7-B3BF-8B2677EC743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0443E4B3-ABAB-4E5E-85EE-0EE89237416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42BFBD2A-6203-46AF-A34B-C120A2AB710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9B035E97-7606-43A1-8EA7-273E2E67080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1392239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E5B1654-579E-4377-B776-2E49A4404681}"/>
              </a:ext>
            </a:extLst>
          </p:cNvPr>
          <p:cNvPicPr>
            <a:picLocks xmlns:a="http://schemas.openxmlformats.org/drawingml/2006/main" noChangeAspect="1"/>
          </p:cNvPicPr>
          <p:nvPr/>
        </p:nvPicPr>
        <p:blipFill>
          <a:blip xmlns:r="http://schemas.openxmlformats.org/officeDocument/2006/relationships" xmlns:a="http://schemas.openxmlformats.org/drawingml/2006/main" r:embed="Rddf5458c569e45e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9E70BB-8E91-44B1-B40B-FB562FCB1C2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77A1B9C-C2CC-4A40-8679-4D16D38638E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7369A4E-C144-44C6-9D2D-FFB0F55D2CF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FA65980-EE6A-45E4-BB09-2A290D997D3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8FB0E19-1CB6-4C91-BF48-896F00249433}"/>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DFA5AC13-74AB-43E9-9D8B-E76F5D6D1A9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809975F1-6F07-4A09-B101-F151249C2B4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6A0689B9-0736-465A-8314-91E2BA47510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4538B7B2-D81D-4A52-A68A-86750C6B15B4}"/>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C0C02AB8-7200-44E0-BE84-53CC61F662C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9AACF320-A8C3-4824-A90B-C797A39A296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7322608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488CF04-398F-4C76-9F3C-CECEBEC2E122}"/>
              </a:ext>
            </a:extLst>
          </p:cNvPr>
          <p:cNvPicPr>
            <a:picLocks xmlns:a="http://schemas.openxmlformats.org/drawingml/2006/main" noChangeAspect="1"/>
          </p:cNvPicPr>
          <p:nvPr/>
        </p:nvPicPr>
        <p:blipFill>
          <a:blip xmlns:r="http://schemas.openxmlformats.org/officeDocument/2006/relationships" xmlns:a="http://schemas.openxmlformats.org/drawingml/2006/main" r:embed="R6549ba9dab68403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A8E1AD-F285-4BB4-9CE1-01600A26B8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B223D3-5F0F-486A-948E-E1C22C4E5DE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E8D7456-B45E-40C1-AA6F-965CA68CE1D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2852942-CF95-450D-803B-2FBE1CB55CD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0C892D1-9A65-42C1-A640-E2E1B362298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F5C1103D-DCC0-4D9C-BD1D-29F9059F25FE}"/>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365D83C8-C0F7-4C3B-B39A-4E09B303316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1CDC3C8E-78A3-4C0B-BD5E-B796395F42C0}"/>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87A84603-DF45-4D06-AC91-865221AF179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A4E448FE-39B6-4FC4-9515-E164659021B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119A9DD6-AD8A-47D3-948F-7D1B2F85B46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F18EE08E-2051-4B3E-80A5-8AF04F00C94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6644680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3B7D5ED-9FD1-4F75-B214-2A22D8B997B7}"/>
              </a:ext>
            </a:extLst>
          </p:cNvPr>
          <p:cNvPicPr>
            <a:picLocks xmlns:a="http://schemas.openxmlformats.org/drawingml/2006/main" noChangeAspect="1"/>
          </p:cNvPicPr>
          <p:nvPr/>
        </p:nvPicPr>
        <p:blipFill>
          <a:blip xmlns:r="http://schemas.openxmlformats.org/officeDocument/2006/relationships" xmlns:a="http://schemas.openxmlformats.org/drawingml/2006/main" r:embed="Re20a0f2c267645a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CD60D0-4A61-4851-8BC8-9755489F74E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BBC206-A3AE-46D0-A802-37A943842F5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93BDF20-0FF6-4DDF-864E-11312E590A2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25DD958-F63C-4FBF-BC16-7CFA13832DB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97BAF119-0E47-420C-9DBC-9A058975FC3B}"/>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59213F04-AC39-4D24-9B51-D9D0840E4984}"/>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955F60AF-4175-4707-ACCF-DA7494ACC722}"/>
              </a:ext>
            </a:extLst>
          </p:cNvPr>
          <p:cNvPicPr>
            <a:picLocks xmlns:a="http://schemas.openxmlformats.org/drawingml/2006/main" noChangeAspect="1"/>
          </p:cNvPicPr>
          <p:nvPr/>
        </p:nvPicPr>
        <p:blipFill>
          <a:blip xmlns:r="http://schemas.openxmlformats.org/officeDocument/2006/relationships" xmlns:a="http://schemas.openxmlformats.org/drawingml/2006/main" r:embed="R41edf8a112c0470f"/>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ACDDA53C-FB2A-4F2E-B0D5-FA73D3172800}"/>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898B0860-CECE-49FD-A656-B18E14B9935D}"/>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39E235DE-2FCE-46DF-B438-B2A1916494F1}"/>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9CB30F1D-0B56-4663-BF17-51C6CE241AD6}"/>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74EFE0E1-11E3-4294-A7CE-D04EA5A401EB}"/>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2EEABB9A-75B7-48D0-B72B-F1E13E2E182B}"/>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9B3208E4-8C56-44A6-9850-FD6AA82E6C96}"/>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0BC05ED0-3984-4734-B022-EEF23F874275}"/>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4170500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D3C2935-A3D9-4F6D-AB1C-82E592B440B7}"/>
              </a:ext>
            </a:extLst>
          </p:cNvPr>
          <p:cNvPicPr>
            <a:picLocks xmlns:a="http://schemas.openxmlformats.org/drawingml/2006/main" noChangeAspect="1"/>
          </p:cNvPicPr>
          <p:nvPr/>
        </p:nvPicPr>
        <p:blipFill>
          <a:blip xmlns:r="http://schemas.openxmlformats.org/officeDocument/2006/relationships" xmlns:a="http://schemas.openxmlformats.org/drawingml/2006/main" r:embed="R2e1c1b8afbba49c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11E14E-6AF4-4FD8-804B-73A913AE3F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247B4F-28FD-4432-8AEB-384F0C701A1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29F08E0-5E46-4173-8F7C-61221837661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27360B2-28B8-447A-B7EC-D376BE864E9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09CA70E-DA5D-4A5E-A599-BFCE107E041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83E5A518-75CB-4AA4-9AD8-A82419E5BE6F}"/>
              </a:ext>
            </a:extLst>
          </p:cNvPr>
          <p:cNvPicPr>
            <a:picLocks xmlns:a="http://schemas.openxmlformats.org/drawingml/2006/main" noChangeAspect="1"/>
          </p:cNvPicPr>
          <p:nvPr/>
        </p:nvPicPr>
        <p:blipFill>
          <a:blip xmlns:r="http://schemas.openxmlformats.org/officeDocument/2006/relationships" xmlns:a="http://schemas.openxmlformats.org/drawingml/2006/main" r:embed="R303b6035c0634f66"/>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E24E064-D3BD-4C12-95F2-22FDA8C89B3E}"/>
              </a:ext>
            </a:extLst>
          </p:cNvPr>
          <p:cNvPicPr>
            <a:picLocks xmlns:a="http://schemas.openxmlformats.org/drawingml/2006/main" noChangeAspect="1"/>
          </p:cNvPicPr>
          <p:nvPr/>
        </p:nvPicPr>
        <p:blipFill>
          <a:blip xmlns:r="http://schemas.openxmlformats.org/officeDocument/2006/relationships" xmlns:a="http://schemas.openxmlformats.org/drawingml/2006/main" r:embed="Rf1611568a9ff407c"/>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9E494B69-EF10-418C-BB58-62042FAA5324}"/>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76FFE511-4AFD-4C27-9E43-F45583CFFAE2}"/>
              </a:ext>
            </a:extLst>
          </p:cNvPr>
          <p:cNvPicPr>
            <a:picLocks xmlns:a="http://schemas.openxmlformats.org/drawingml/2006/main" noChangeAspect="1"/>
          </p:cNvPicPr>
          <p:nvPr/>
        </p:nvPicPr>
        <p:blipFill>
          <a:blip xmlns:r="http://schemas.openxmlformats.org/officeDocument/2006/relationships" xmlns:a="http://schemas.openxmlformats.org/drawingml/2006/main" r:embed="R6fd1ff58138d456e"/>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9A958F5B-1411-4443-93D7-98B67CD6083D}"/>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2B47228D-7B12-454B-AA10-519468D0BD2C}"/>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1800144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339A7F8-2A00-40A4-81ED-510AB1979E38}"/>
              </a:ext>
            </a:extLst>
          </p:cNvPr>
          <p:cNvPicPr>
            <a:picLocks xmlns:a="http://schemas.openxmlformats.org/drawingml/2006/main" noChangeAspect="1"/>
          </p:cNvPicPr>
          <p:nvPr/>
        </p:nvPicPr>
        <p:blipFill>
          <a:blip xmlns:r="http://schemas.openxmlformats.org/officeDocument/2006/relationships" xmlns:a="http://schemas.openxmlformats.org/drawingml/2006/main" r:embed="R497f136eee0046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B770C87-77D9-4325-B056-4EC3C0CAC0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5C9A00-3A65-4742-93F3-C606AB311F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B78BB79-1C94-4E2D-A264-8D0B3E3D60B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964AA33-8506-4BCC-964D-01B690EE232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D375BA8-6D8A-4761-8EA0-33DE2EEA6B2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C4C9121B-0C09-478E-85D5-6C50B37525BA}"/>
              </a:ext>
            </a:extLst>
          </p:cNvPr>
          <p:cNvPicPr>
            <a:picLocks xmlns:a="http://schemas.openxmlformats.org/drawingml/2006/main" noChangeAspect="1"/>
          </p:cNvPicPr>
          <p:nvPr/>
        </p:nvPicPr>
        <p:blipFill>
          <a:blip xmlns:r="http://schemas.openxmlformats.org/officeDocument/2006/relationships" xmlns:a="http://schemas.openxmlformats.org/drawingml/2006/main" r:embed="Re74b0300f29e4998"/>
          <a:stretch xmlns:a="http://schemas.openxmlformats.org/drawingml/2006/main"/>
        </p:blipFill>
        <p:spPr>
          <a:xfrm xmlns:a="http://schemas.openxmlformats.org/drawingml/2006/main">
            <a:off x="2247900" y="4401025"/>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F8358D1-2D9A-43DB-8816-67BBFCD76EEF}"/>
              </a:ext>
            </a:extLst>
          </p:cNvPr>
          <p:cNvPicPr>
            <a:picLocks xmlns:a="http://schemas.openxmlformats.org/drawingml/2006/main" noChangeAspect="1"/>
          </p:cNvPicPr>
          <p:nvPr/>
        </p:nvPicPr>
        <p:blipFill>
          <a:blip xmlns:r="http://schemas.openxmlformats.org/officeDocument/2006/relationships" xmlns:a="http://schemas.openxmlformats.org/drawingml/2006/main" r:embed="R03cfc02a040c4cc2"/>
          <a:stretch xmlns:a="http://schemas.openxmlformats.org/drawingml/2006/main"/>
        </p:blipFill>
        <p:spPr>
          <a:xfrm xmlns:a="http://schemas.openxmlformats.org/drawingml/2006/main">
            <a:off x="2269578" y="6096000"/>
            <a:ext cx="8529145" cy="182880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F2D9907A-FB3E-4A51-AD0D-4B75B45A3FF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530857BF-EE3F-4C3E-81A4-ED6CBDA7AD5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4742500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F75E28D-3559-4F7E-99EA-F33A8163F2E5}"/>
              </a:ext>
            </a:extLst>
          </p:cNvPr>
          <p:cNvPicPr>
            <a:picLocks xmlns:a="http://schemas.openxmlformats.org/drawingml/2006/main" noChangeAspect="1"/>
          </p:cNvPicPr>
          <p:nvPr/>
        </p:nvPicPr>
        <p:blipFill>
          <a:blip xmlns:r="http://schemas.openxmlformats.org/officeDocument/2006/relationships" xmlns:a="http://schemas.openxmlformats.org/drawingml/2006/main" r:embed="Ree1c7011fb1741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A8AC77-8E57-4F4C-98E0-35ADBF11D82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8DC386-E8CD-4823-A774-41692843C96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77D5364-C7EA-40D2-B70F-90D55E2C6A7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120C5A2-C0DE-4F7A-B64D-CEC41685C4A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D0526360-0D57-49FF-B762-7EE3433B26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E2DF8A9C-BD13-4C73-B252-3DD0C91825FE}"/>
              </a:ext>
            </a:extLst>
          </p:cNvPr>
          <p:cNvPicPr>
            <a:picLocks xmlns:a="http://schemas.openxmlformats.org/drawingml/2006/main" noChangeAspect="1"/>
          </p:cNvPicPr>
          <p:nvPr/>
        </p:nvPicPr>
        <p:blipFill>
          <a:blip xmlns:r="http://schemas.openxmlformats.org/officeDocument/2006/relationships" xmlns:a="http://schemas.openxmlformats.org/drawingml/2006/main" r:embed="Rbaeeb525533c4c1f"/>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78FA114-CD7E-466B-B209-3860169C0A6F}"/>
              </a:ext>
            </a:extLst>
          </p:cNvPr>
          <p:cNvPicPr>
            <a:picLocks xmlns:a="http://schemas.openxmlformats.org/drawingml/2006/main" noChangeAspect="1"/>
          </p:cNvPicPr>
          <p:nvPr/>
        </p:nvPicPr>
        <p:blipFill>
          <a:blip xmlns:r="http://schemas.openxmlformats.org/officeDocument/2006/relationships" xmlns:a="http://schemas.openxmlformats.org/drawingml/2006/main" r:embed="R32082e12c7b74995"/>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1A416376-5C6F-491F-A086-F5EA79955D9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F9E4051-9CC1-436B-908B-1A539E0B28E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5577949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623ED57-60AD-4371-8A41-00D71A6BDD3F}"/>
              </a:ext>
            </a:extLst>
          </p:cNvPr>
          <p:cNvPicPr>
            <a:picLocks xmlns:a="http://schemas.openxmlformats.org/drawingml/2006/main" noChangeAspect="1"/>
          </p:cNvPicPr>
          <p:nvPr/>
        </p:nvPicPr>
        <p:blipFill>
          <a:blip xmlns:r="http://schemas.openxmlformats.org/officeDocument/2006/relationships" xmlns:a="http://schemas.openxmlformats.org/drawingml/2006/main" r:embed="R4704b2a75bb54f7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BBE28C-C058-474C-8DA4-CE16D3DE1F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A86187-0A95-4930-94EC-DD8AA03A251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22F51D8-5AB8-4308-9639-35FA58B1BF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8DC1D2D-A86C-4BEC-B235-131E04CF664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8AE7237-0FE0-4381-9E33-44144C05BA1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25F97C34-F4AF-4870-9E97-82905BB3F8DE}"/>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F788AB1-ED1A-426C-B9A4-EA61C8881180}"/>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F03D039-D947-4082-9A69-39500A32F7E6}"/>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7F5F3AD-2A35-43F2-8235-98316629CCF0}"/>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FBD1F5A-EE22-4F3F-92E5-C5E72BBA7A24}"/>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325634506"/>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ECFE7B11-107F-4C44-8029-98ECD024CA8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E2B7A66C-6947-45E9-AD14-0100F7B641E1}"/>
              </a:ext>
            </a:extLst>
          </p:cNvPr>
          <p:cNvPicPr>
            <a:picLocks xmlns:a="http://schemas.openxmlformats.org/drawingml/2006/main" noChangeAspect="1"/>
          </p:cNvPicPr>
          <p:nvPr/>
        </p:nvPicPr>
        <p:blipFill>
          <a:blip xmlns:r="http://schemas.openxmlformats.org/officeDocument/2006/relationships" xmlns:a="http://schemas.openxmlformats.org/drawingml/2006/main" r:embed="R66fb7c4aca2b4bc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318997D1-5980-4020-BEB2-20DA2AA8F4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5E69B3A2-0997-415E-B705-B5F55686015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7C4F4C7B-3969-4BC8-8ACD-30F9888B5F2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D6CCE257-F276-431B-BB55-70BC56D9A92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3905520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14F3BCA-4CFE-4AE1-9586-3BE025BE4825}"/>
              </a:ext>
            </a:extLst>
          </p:cNvPr>
          <p:cNvPicPr>
            <a:picLocks xmlns:a="http://schemas.openxmlformats.org/drawingml/2006/main" noChangeAspect="1"/>
          </p:cNvPicPr>
          <p:nvPr/>
        </p:nvPicPr>
        <p:blipFill>
          <a:blip xmlns:r="http://schemas.openxmlformats.org/officeDocument/2006/relationships" xmlns:a="http://schemas.openxmlformats.org/drawingml/2006/main" r:embed="R01fb8c6c375c41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7E740E4-62DD-4DD0-B7F8-D378105634D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6C1284-A86C-4AD2-B85C-637814EDE2A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97D0A48-E647-47EB-9F49-AA8E8B02905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42ECF57-B76B-4A52-8562-88A6218E14F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1CE24D2-A08A-4FA2-A6A0-40D9E916BC3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58455789-BBBC-4C69-8E95-0835E01344B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806187A1-F2E7-437A-88A6-DE2A50FB5A2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10AAF0A6-7EE7-4246-9EDB-1B800037EF6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A8F5E1F8-BABF-4588-86EB-69A22E4703C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EB3A5A26-690C-41F3-B853-824CF21CA2B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126BAE6-7A22-49D2-BF26-B2DC1F4C300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4303576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671A275-489F-40AF-A72A-7DF298DB432B}"/>
              </a:ext>
            </a:extLst>
          </p:cNvPr>
          <p:cNvPicPr>
            <a:picLocks xmlns:a="http://schemas.openxmlformats.org/drawingml/2006/main" noChangeAspect="1"/>
          </p:cNvPicPr>
          <p:nvPr/>
        </p:nvPicPr>
        <p:blipFill>
          <a:blip xmlns:r="http://schemas.openxmlformats.org/officeDocument/2006/relationships" xmlns:a="http://schemas.openxmlformats.org/drawingml/2006/main" r:embed="Rbb87154cdf1c47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2B3EF3-E842-4D28-B221-4E86B92D3BA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B7B42CB-1414-45DD-89EB-ACBAF793C3F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197BA87-D502-47C1-BAEB-62CD135F33E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CDA9E42-522F-4850-A962-4C05A7DC99F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21B9763-8C41-4BBA-831B-63EA8B0D403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2AC3BEA7-1287-4EB7-94E3-868FBDFA9F74}"/>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AAB5981B-3B07-4A43-BEF7-17456E4CAE0F}"/>
              </a:ext>
            </a:extLst>
          </p:cNvPr>
          <p:cNvPicPr>
            <a:picLocks xmlns:a="http://schemas.openxmlformats.org/drawingml/2006/main" noChangeAspect="1"/>
          </p:cNvPicPr>
          <p:nvPr/>
        </p:nvPicPr>
        <p:blipFill>
          <a:blip xmlns:r="http://schemas.openxmlformats.org/officeDocument/2006/relationships" xmlns:a="http://schemas.openxmlformats.org/drawingml/2006/main" r:embed="Rba1e1f5c6de041aa"/>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97D3C66-8D76-40A4-86C6-0366FAA1A9C1}"/>
              </a:ext>
            </a:extLst>
          </p:cNvPr>
          <p:cNvPicPr>
            <a:picLocks xmlns:a="http://schemas.openxmlformats.org/drawingml/2006/main" noChangeAspect="1"/>
          </p:cNvPicPr>
          <p:nvPr/>
        </p:nvPicPr>
        <p:blipFill>
          <a:blip xmlns:r="http://schemas.openxmlformats.org/officeDocument/2006/relationships" xmlns:a="http://schemas.openxmlformats.org/drawingml/2006/main" r:embed="Rb24a8b83836b470e"/>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BC71D4E-B586-47F8-8177-941C33EBB93B}"/>
              </a:ext>
            </a:extLst>
          </p:cNvPr>
          <p:cNvPicPr>
            <a:picLocks xmlns:a="http://schemas.openxmlformats.org/drawingml/2006/main" noChangeAspect="1"/>
          </p:cNvPicPr>
          <p:nvPr/>
        </p:nvPicPr>
        <p:blipFill>
          <a:blip xmlns:r="http://schemas.openxmlformats.org/officeDocument/2006/relationships" xmlns:a="http://schemas.openxmlformats.org/drawingml/2006/main" r:embed="R8b57f1b71ed545d4"/>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7866562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DE9C2C6-1AB6-4243-A681-F339AF2E83D3}"/>
              </a:ext>
            </a:extLst>
          </p:cNvPr>
          <p:cNvPicPr>
            <a:picLocks xmlns:a="http://schemas.openxmlformats.org/drawingml/2006/main" noChangeAspect="1"/>
          </p:cNvPicPr>
          <p:nvPr/>
        </p:nvPicPr>
        <p:blipFill>
          <a:blip xmlns:r="http://schemas.openxmlformats.org/officeDocument/2006/relationships" xmlns:a="http://schemas.openxmlformats.org/drawingml/2006/main" r:embed="R5ce019cecb4c4eb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B26FD1-81AB-4F14-90C6-9BE9920840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4AD57AF-33BB-44A7-970C-4B7788B3AB2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737C902-49F5-440D-8FD8-67B9AAA743D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D6AABA1-60EF-4127-929E-5F5A611734C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5344DCA-2C62-4DEB-ACCD-116D9E83B78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21D99E92-B79E-41B1-B915-05A346415885}"/>
              </a:ext>
            </a:extLst>
          </p:cNvPr>
          <p:cNvPicPr>
            <a:picLocks xmlns:a="http://schemas.openxmlformats.org/drawingml/2006/main" noChangeAspect="1"/>
          </p:cNvPicPr>
          <p:nvPr/>
        </p:nvPicPr>
        <p:blipFill>
          <a:blip xmlns:r="http://schemas.openxmlformats.org/officeDocument/2006/relationships" xmlns:a="http://schemas.openxmlformats.org/drawingml/2006/main" r:embed="R014c5cb1d05744a7"/>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76EC6C9-E5FE-4543-8EEC-9FDC49B662BE}"/>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C00C4FA6-97A4-4C5C-8439-51A333C219D9}"/>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29660B8E-6C29-4DD8-8D2F-9FF64AFFC70A}"/>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5027495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3E3B110-9BA9-4FC7-BD22-F27165BD9598}"/>
              </a:ext>
            </a:extLst>
          </p:cNvPr>
          <p:cNvPicPr>
            <a:picLocks xmlns:a="http://schemas.openxmlformats.org/drawingml/2006/main" noChangeAspect="1"/>
          </p:cNvPicPr>
          <p:nvPr/>
        </p:nvPicPr>
        <p:blipFill>
          <a:blip xmlns:r="http://schemas.openxmlformats.org/officeDocument/2006/relationships" xmlns:a="http://schemas.openxmlformats.org/drawingml/2006/main" r:embed="R8719f435a0964c0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3CCF82A-DC20-42F8-A115-D30466AFDD3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DBBFF0-5DD3-4F93-A565-C0C332B3774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C60604F-2796-4DAB-A2FE-6D368481F9B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30FD64E-C336-4440-AC73-24B8EDF6FF4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0C10C53-C6FC-4E90-94EA-BFE40542E6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46EFBDCD-6801-4EFF-8596-B559EF0E6233}"/>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A4D7667A-4CEF-44A4-BC90-EBD47A0A1F23}"/>
              </a:ext>
            </a:extLst>
          </p:cNvPr>
          <p:cNvPicPr>
            <a:picLocks xmlns:a="http://schemas.openxmlformats.org/drawingml/2006/main" noChangeAspect="1"/>
          </p:cNvPicPr>
          <p:nvPr/>
        </p:nvPicPr>
        <p:blipFill>
          <a:blip xmlns:r="http://schemas.openxmlformats.org/officeDocument/2006/relationships" xmlns:a="http://schemas.openxmlformats.org/drawingml/2006/main" r:embed="R7eba59ea37b348e7"/>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A0DC1A8-46ED-4F2A-A38F-BA7B22A71992}"/>
              </a:ext>
            </a:extLst>
          </p:cNvPr>
          <p:cNvPicPr>
            <a:picLocks xmlns:a="http://schemas.openxmlformats.org/drawingml/2006/main" noChangeAspect="1"/>
          </p:cNvPicPr>
          <p:nvPr/>
        </p:nvPicPr>
        <p:blipFill>
          <a:blip xmlns:r="http://schemas.openxmlformats.org/officeDocument/2006/relationships" xmlns:a="http://schemas.openxmlformats.org/drawingml/2006/main" r:embed="R669bd04f7ec14f02"/>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B7ADEDD4-AC34-40E8-B9E5-CC4C3571BD37}"/>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D8F90AA0-5101-4DC8-B2D7-E9AFB57A69DE}"/>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7158266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C666DB6F-01A1-4466-AFD7-71071C14DE7B}"/>
              </a:ext>
            </a:extLst>
          </p:cNvPr>
          <p:cNvPicPr>
            <a:picLocks xmlns:a="http://schemas.openxmlformats.org/drawingml/2006/main" noChangeAspect="1"/>
          </p:cNvPicPr>
          <p:nvPr/>
        </p:nvPicPr>
        <p:blipFill>
          <a:blip xmlns:r="http://schemas.openxmlformats.org/officeDocument/2006/relationships" xmlns:a="http://schemas.openxmlformats.org/drawingml/2006/main" r:embed="R5cf8e20d675c406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EAF4F8-EA5C-4C59-AF6B-71054C2130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E6B35B9-0D01-4748-808C-90FD2D586C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827D5F1-CAA7-4CBB-B6C8-25F55CC42B1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E15EE10-B14A-4F82-B2B7-B5FAB3B19EF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9836E95-5E64-439C-ADAD-C0220751D7E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A0C6AE8C-D514-4CFE-8C89-4874DB77E77D}"/>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AE7336-8D16-4896-A368-5A7467839D6C}"/>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E3679C05-2065-4717-8C6B-AA53E087C6D4}"/>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BD1D39F8-0975-453C-873B-D51A3A83ED5B}"/>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C5E1F8BA-4284-46A5-999E-FBF94E9B853C}"/>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B5044CF3-EBA2-4F1B-866F-47B0AA55D919}"/>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5055FAE-C70E-48A9-BEF5-20130A6257D7}"/>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875BD30-01F5-4A72-9974-6192336ADB8D}"/>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0B02670A-5E30-4729-852C-0410EE944130}"/>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7064890F-5D4E-4802-B80B-ADB953B3316A}"/>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36F5B58A-CF74-493F-A2F3-84D5A8E952BB}"/>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DD90DA7-832A-42B5-92EE-992F54D3BB57}"/>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EBE8802A-A0F2-4BEB-BDF6-C2FCE889D435}"/>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57A143E5-DA4D-4B98-936D-27BCA5F7A798}"/>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7EC74D44-69CF-4799-ACCB-315EA52E00A6}"/>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65424FB4-D339-4553-A8AC-16F44E776349}"/>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EA35D7E-0060-4181-9A6F-EB3AA9DA58D4}"/>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CA7B7DE9-2E12-4F01-9E42-738484727877}"/>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BB6A8AF1-699D-4D08-A167-A678A10AA57F}"/>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9F508C91-7543-4EE0-A45B-57E3138CAD56}"/>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8969504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16BF3B4-A470-4B29-9B5A-F8DC3525C735}"/>
              </a:ext>
            </a:extLst>
          </p:cNvPr>
          <p:cNvPicPr>
            <a:picLocks xmlns:a="http://schemas.openxmlformats.org/drawingml/2006/main" noChangeAspect="1"/>
          </p:cNvPicPr>
          <p:nvPr/>
        </p:nvPicPr>
        <p:blipFill>
          <a:blip xmlns:r="http://schemas.openxmlformats.org/officeDocument/2006/relationships" xmlns:a="http://schemas.openxmlformats.org/drawingml/2006/main" r:embed="Re470f12cbf9f4b0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F349FC-9242-4B77-B5E2-8E419FD995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81D645-09E1-4693-B1BB-552F3BEF363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237DBC4-E433-45F8-9BE9-48AD8EE39E8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58F16B6-41A1-45B3-B557-C59CC87115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6B3E1B56-A2BD-4DE0-9183-554CB2B5037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FC9B2026-A83D-440C-847F-3E833C3B860B}"/>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9A27C931-68C7-45C7-81B8-EED640D4FF1B}"/>
              </a:ext>
            </a:extLst>
          </p:cNvPr>
          <p:cNvPicPr>
            <a:picLocks xmlns:a="http://schemas.openxmlformats.org/drawingml/2006/main" noChangeAspect="1"/>
          </p:cNvPicPr>
          <p:nvPr/>
        </p:nvPicPr>
        <p:blipFill>
          <a:blip xmlns:r="http://schemas.openxmlformats.org/officeDocument/2006/relationships" xmlns:a="http://schemas.openxmlformats.org/drawingml/2006/main" r:embed="Rc73300d76164464c"/>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84F5DA7-D4CF-40ED-A4CD-171DDB019A7E}"/>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DEC49F75-AB53-4984-90EC-9D3A15E5481A}"/>
              </a:ext>
            </a:extLst>
          </p:cNvPr>
          <p:cNvPicPr>
            <a:picLocks xmlns:a="http://schemas.openxmlformats.org/drawingml/2006/main" noChangeAspect="1"/>
          </p:cNvPicPr>
          <p:nvPr/>
        </p:nvPicPr>
        <p:blipFill>
          <a:blip xmlns:r="http://schemas.openxmlformats.org/officeDocument/2006/relationships" xmlns:a="http://schemas.openxmlformats.org/drawingml/2006/main" r:embed="R0bd84fabecd8492e"/>
          <a:stretch xmlns:a="http://schemas.openxmlformats.org/drawingml/2006/main"/>
        </p:blipFill>
        <p:spPr>
          <a:xfrm xmlns:a="http://schemas.openxmlformats.org/drawingml/2006/main">
            <a:off x="6961890" y="7362825"/>
            <a:ext cx="7602720" cy="1000125"/>
          </a:xfrm>
          <a:prstGeom xmlns:a="http://schemas.openxmlformats.org/drawingml/2006/main" prst="rect">
            <a:avLst/>
          </a:prstGeom>
        </p:spPr>
      </p:pic>
    </p:spTree>
    <p:extLst>
      <p:ext uri="{BB962C8B-B14F-4D97-AF65-F5344CB8AC3E}">
        <p14:creationId xmlns:p14="http://schemas.microsoft.com/office/powerpoint/2010/main" val="5164692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BFD71AB-7479-4174-9513-1C05EDEC2867}"/>
              </a:ext>
            </a:extLst>
          </p:cNvPr>
          <p:cNvPicPr>
            <a:picLocks xmlns:a="http://schemas.openxmlformats.org/drawingml/2006/main" noChangeAspect="1"/>
          </p:cNvPicPr>
          <p:nvPr/>
        </p:nvPicPr>
        <p:blipFill>
          <a:blip xmlns:r="http://schemas.openxmlformats.org/officeDocument/2006/relationships" xmlns:a="http://schemas.openxmlformats.org/drawingml/2006/main" r:embed="Rf70a501f2d0645f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3676F90-3029-4074-BEF8-1B198C35106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D4598AC-F183-49EB-AF4D-515CEC61D31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7D43788-0A7E-4547-8D44-5D352E64C90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C189013-F36B-4FC9-82E1-365B272FEC5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8938237-67A4-4825-9ABC-48443A14C1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F6AD387F-C6A0-4AA9-AEBD-5DA0020BF33E}"/>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E0164BF6-AFF9-4C68-A471-5972F97A2A91}"/>
              </a:ext>
            </a:extLst>
          </p:cNvPr>
          <p:cNvPicPr>
            <a:picLocks xmlns:a="http://schemas.openxmlformats.org/drawingml/2006/main" noChangeAspect="1"/>
          </p:cNvPicPr>
          <p:nvPr/>
        </p:nvPicPr>
        <p:blipFill>
          <a:blip xmlns:r="http://schemas.openxmlformats.org/officeDocument/2006/relationships" xmlns:a="http://schemas.openxmlformats.org/drawingml/2006/main" r:embed="Re8a388ffcb284cbf"/>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ADC580A-AF78-4971-9711-5937B3F2C2AD}"/>
              </a:ext>
            </a:extLst>
          </p:cNvPr>
          <p:cNvPicPr>
            <a:picLocks xmlns:a="http://schemas.openxmlformats.org/drawingml/2006/main" noChangeAspect="1"/>
          </p:cNvPicPr>
          <p:nvPr/>
        </p:nvPicPr>
        <p:blipFill>
          <a:blip xmlns:r="http://schemas.openxmlformats.org/officeDocument/2006/relationships" xmlns:a="http://schemas.openxmlformats.org/drawingml/2006/main" r:embed="R3c319df04edb4345"/>
          <a:stretch xmlns:a="http://schemas.openxmlformats.org/drawingml/2006/main"/>
        </p:blipFill>
        <p:spPr>
          <a:xfrm xmlns:a="http://schemas.openxmlformats.org/drawingml/2006/main">
            <a:off x="4628096" y="7048500"/>
            <a:ext cx="9050857" cy="1190625"/>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FF7B11F0-4F31-43AD-A1AA-38488F4C762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454A6C54-CB94-44B2-BFEB-68D73A686F5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663987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1E9A9E2-3594-4AF6-BFA6-A4003E27D3DE}"/>
              </a:ext>
            </a:extLst>
          </p:cNvPr>
          <p:cNvPicPr>
            <a:picLocks xmlns:a="http://schemas.openxmlformats.org/drawingml/2006/main" noChangeAspect="1"/>
          </p:cNvPicPr>
          <p:nvPr/>
        </p:nvPicPr>
        <p:blipFill>
          <a:blip xmlns:r="http://schemas.openxmlformats.org/officeDocument/2006/relationships" xmlns:a="http://schemas.openxmlformats.org/drawingml/2006/main" r:embed="R576c432f8a814ec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E694B4-6301-4758-BC9A-1A5AB98A7C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A1D2F65-B8E7-443B-8797-FDAC7DD718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1B90AB1-9FE0-4C9A-A4B2-AAB8CD3222C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619F1EE-CB8B-45F7-B229-DF79C4FD1F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1745D82-4244-450E-A264-5F985770FE4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BE27F4B2-D182-4E6D-8B8A-164481AED277}"/>
              </a:ext>
            </a:extLst>
          </p:cNvPr>
          <p:cNvPicPr>
            <a:picLocks xmlns:a="http://schemas.openxmlformats.org/drawingml/2006/main" noChangeAspect="1"/>
          </p:cNvPicPr>
          <p:nvPr/>
        </p:nvPicPr>
        <p:blipFill>
          <a:blip xmlns:r="http://schemas.openxmlformats.org/officeDocument/2006/relationships" xmlns:a="http://schemas.openxmlformats.org/drawingml/2006/main" r:embed="Rb1753737ba0c41bf"/>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8FD8B31-92A2-43F0-96E6-48562C1CAB22}"/>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01B3F836-C252-4E76-8168-506729C99542}"/>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06998BFF-2656-4C34-B82D-F808878E19D9}"/>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6A0012EB-ED12-4FAB-A6E1-C828D7EE93C6}"/>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705834468"/>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FEF63006-0839-4B84-AB35-D1ED966197D7}"/>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0172227-A54F-42B4-BACD-7C7CAB50AE2C}"/>
              </a:ext>
            </a:extLst>
          </p:cNvPr>
          <p:cNvPicPr>
            <a:picLocks xmlns:a="http://schemas.openxmlformats.org/drawingml/2006/main" noChangeAspect="1"/>
          </p:cNvPicPr>
          <p:nvPr/>
        </p:nvPicPr>
        <p:blipFill>
          <a:blip xmlns:r="http://schemas.openxmlformats.org/officeDocument/2006/relationships" xmlns:a="http://schemas.openxmlformats.org/drawingml/2006/main" r:embed="Ra9298f2534734cd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CD8212AE-7C0D-427A-A0D1-19D9D647FB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34C67CEF-D166-403F-B1A7-0EEFE7575E7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36BAE545-0EDF-40E7-BF74-0151A106353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E4E084F6-3847-4B99-896D-8E5B09CDF03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7690392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16016A4-01F3-4BE9-8E45-1A25DD80A537}"/>
              </a:ext>
            </a:extLst>
          </p:cNvPr>
          <p:cNvPicPr>
            <a:picLocks xmlns:a="http://schemas.openxmlformats.org/drawingml/2006/main" noChangeAspect="1"/>
          </p:cNvPicPr>
          <p:nvPr/>
        </p:nvPicPr>
        <p:blipFill>
          <a:blip xmlns:r="http://schemas.openxmlformats.org/officeDocument/2006/relationships" xmlns:a="http://schemas.openxmlformats.org/drawingml/2006/main" r:embed="Rea1bdfb8011e448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788559-60D3-4B20-A21A-2C05A319ADC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919938B-4991-44A2-9F3B-B45D4BC7741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C0ED50D-CE85-4EF1-973A-E1E2723AE0D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E54661A-6672-4CA3-B14A-B205A4AF511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25137CB-325B-4B39-B33B-B154622CE65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FB757952-D67E-4B7D-85DA-CE0996673162}"/>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5C0B96D9-64FD-4DED-A6DA-56961CAD9CF7}"/>
              </a:ext>
            </a:extLst>
          </p:cNvPr>
          <p:cNvPicPr>
            <a:picLocks xmlns:a="http://schemas.openxmlformats.org/drawingml/2006/main" noChangeAspect="1"/>
          </p:cNvPicPr>
          <p:nvPr/>
        </p:nvPicPr>
        <p:blipFill>
          <a:blip xmlns:r="http://schemas.openxmlformats.org/officeDocument/2006/relationships" xmlns:a="http://schemas.openxmlformats.org/drawingml/2006/main" r:embed="R2b247abf24464b7a"/>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AFD83CC1-D9F8-4B34-9B20-A68F8342B47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A45CBD05-F2EB-487F-8804-5F9F2D5F6FD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B3588689-0355-4D22-80C0-4656F6AAE73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F75949D0-5FB9-4676-B619-E5C9E2CE2B2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8536127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257568E-4815-4AD1-981E-2666FA3004A1}"/>
              </a:ext>
            </a:extLst>
          </p:cNvPr>
          <p:cNvPicPr>
            <a:picLocks xmlns:a="http://schemas.openxmlformats.org/drawingml/2006/main" noChangeAspect="1"/>
          </p:cNvPicPr>
          <p:nvPr/>
        </p:nvPicPr>
        <p:blipFill>
          <a:blip xmlns:r="http://schemas.openxmlformats.org/officeDocument/2006/relationships" xmlns:a="http://schemas.openxmlformats.org/drawingml/2006/main" r:embed="Rd329111761fb46c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C41E3A-2872-4BAE-8D10-0A874954016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57F33C-96E5-424D-9D3B-A6054D99A7C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C4720D5-9E89-4B28-8D24-7AB6806F3D5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5CB390B-99EC-425F-9B14-EC84AFAB3CD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EBD7744-79C3-44D0-B36C-B17DB4EE2BA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92246AF4-8139-45F3-AA6D-BCC1A0A46163}"/>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697D7E1-459E-4132-86AE-95C74C15A1AE}"/>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CB57D05-39EC-4610-8436-93989E07E770}"/>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C2157F2-2543-4365-94FE-8675D18AF959}"/>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5B53CF6-8B87-45B4-94BC-3C14636BA07D}"/>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812F0A3E-26B2-40C9-A48F-FF76D06DC42A}"/>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D9159FBF-AFAB-47DF-94CB-EB2BB55AECFD}"/>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32231989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34CAF1D-2C0C-4D41-B603-B473F73DE2C0}"/>
              </a:ext>
            </a:extLst>
          </p:cNvPr>
          <p:cNvPicPr>
            <a:picLocks xmlns:a="http://schemas.openxmlformats.org/drawingml/2006/main" noChangeAspect="1"/>
          </p:cNvPicPr>
          <p:nvPr/>
        </p:nvPicPr>
        <p:blipFill>
          <a:blip xmlns:r="http://schemas.openxmlformats.org/officeDocument/2006/relationships" xmlns:a="http://schemas.openxmlformats.org/drawingml/2006/main" r:embed="R0a1395cf689045f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CD550F-27EC-46C6-BE27-DFD60FECDB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68673E-1519-45A0-ABFC-CAEACCBE8A7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04CED17-6197-490A-96CC-2755C131559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C670C7E-06C2-4B43-A48F-8BE18E07BA2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A716B18-2C15-4A32-9B65-9D7D9A56EA2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BAC590B6-D597-431A-B791-209791B67278}"/>
              </a:ext>
            </a:extLst>
          </p:cNvPr>
          <p:cNvPicPr>
            <a:picLocks xmlns:a="http://schemas.openxmlformats.org/drawingml/2006/main" noChangeAspect="1"/>
          </p:cNvPicPr>
          <p:nvPr/>
        </p:nvPicPr>
        <p:blipFill>
          <a:blip xmlns:r="http://schemas.openxmlformats.org/officeDocument/2006/relationships" xmlns:a="http://schemas.openxmlformats.org/drawingml/2006/main" r:embed="Rec067ec917bb4bde"/>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A9288AF-9D1D-48EC-AE7E-EE2125E144D6}"/>
              </a:ext>
            </a:extLst>
          </p:cNvPr>
          <p:cNvPicPr>
            <a:picLocks xmlns:a="http://schemas.openxmlformats.org/drawingml/2006/main" noChangeAspect="1"/>
          </p:cNvPicPr>
          <p:nvPr/>
        </p:nvPicPr>
        <p:blipFill>
          <a:blip xmlns:r="http://schemas.openxmlformats.org/officeDocument/2006/relationships" xmlns:a="http://schemas.openxmlformats.org/drawingml/2006/main" r:embed="Rcc0fd957c89741eb"/>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362A89ED-1022-4453-B965-733C418A35B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93739661-726A-4C83-8BD8-56D7464BF9E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59707034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9540C39-962C-40AC-8BD6-03D3486056F7}"/>
              </a:ext>
            </a:extLst>
          </p:cNvPr>
          <p:cNvPicPr>
            <a:picLocks xmlns:a="http://schemas.openxmlformats.org/drawingml/2006/main" noChangeAspect="1"/>
          </p:cNvPicPr>
          <p:nvPr/>
        </p:nvPicPr>
        <p:blipFill>
          <a:blip xmlns:r="http://schemas.openxmlformats.org/officeDocument/2006/relationships" xmlns:a="http://schemas.openxmlformats.org/drawingml/2006/main" r:embed="Ra9859a21d110451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83EAA4-F2AE-48D1-B8D4-B63B2A8807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925EC7-DC97-4E92-AEE4-1F6F3AC930C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24325D5-1A49-403C-B869-9AB2A9AA166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8154E2D-E6AC-40D7-8312-5574CEF6973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EB7E2D3-73D9-4522-8A1B-F1C6CE99827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52C3E1D6-6BFD-4D05-BFF1-834B66E515F6}"/>
              </a:ext>
            </a:extLst>
          </p:cNvPr>
          <p:cNvPicPr>
            <a:picLocks xmlns:a="http://schemas.openxmlformats.org/drawingml/2006/main" noChangeAspect="1"/>
          </p:cNvPicPr>
          <p:nvPr/>
        </p:nvPicPr>
        <p:blipFill>
          <a:blip xmlns:r="http://schemas.openxmlformats.org/officeDocument/2006/relationships" xmlns:a="http://schemas.openxmlformats.org/drawingml/2006/main" r:embed="R8b03fa46edde4998"/>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7AF306BE-9D0B-4E72-8828-37A9278B154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3F7F8642-6D61-4179-B4B2-DCDED78203D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24613682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763FC64-45B3-455B-9DBA-48EA1DAC755C}"/>
              </a:ext>
            </a:extLst>
          </p:cNvPr>
          <p:cNvPicPr>
            <a:picLocks xmlns:a="http://schemas.openxmlformats.org/drawingml/2006/main" noChangeAspect="1"/>
          </p:cNvPicPr>
          <p:nvPr/>
        </p:nvPicPr>
        <p:blipFill>
          <a:blip xmlns:r="http://schemas.openxmlformats.org/officeDocument/2006/relationships" xmlns:a="http://schemas.openxmlformats.org/drawingml/2006/main" r:embed="R09eb364cb52349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DBD54A-990C-4550-99B4-620A3298D2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E5A9B9-F2AB-4D4E-8DBE-F61FFF8B34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709838A-70E2-4F7F-9300-23756A4152B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3D00948-4522-42FD-A56D-EB1FE7FDAD7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2805831-D1A6-4AEE-B21C-71B2E43D200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8BA49847-55B1-40E5-9A7B-1F01A3C2950D}"/>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71C4D9CC-BA80-4950-A2C1-587261B3D472}"/>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B8B96894-D208-40B7-8057-7B3A40DE545F}"/>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7AD183C6-D38F-4AE3-8712-F3C7386B10AD}"/>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0327A5B6-299B-4BAF-B4C3-567EB834260C}"/>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264BD092-F0AF-46FF-A037-BE5695AD3418}"/>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37173540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081F951-E2B8-4E23-A827-A50D7B925BDD}"/>
              </a:ext>
            </a:extLst>
          </p:cNvPr>
          <p:cNvPicPr>
            <a:picLocks xmlns:a="http://schemas.openxmlformats.org/drawingml/2006/main" noChangeAspect="1"/>
          </p:cNvPicPr>
          <p:nvPr/>
        </p:nvPicPr>
        <p:blipFill>
          <a:blip xmlns:r="http://schemas.openxmlformats.org/officeDocument/2006/relationships" xmlns:a="http://schemas.openxmlformats.org/drawingml/2006/main" r:embed="R7b3b41f00e6d44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4A9A61-1790-4D53-BFEA-E8DA895A8C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77881B-9C24-4F48-9A79-6C6FB0BB4CF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7296CDD-62A6-4033-AEAE-96664B04F27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43BA4D3-F2FB-4D55-ACDB-AA7C574D949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A99C658-1CCB-4699-8AAF-0FFCF256AFD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46FAEA03-AC79-4CFD-98D9-0DEF2D6872B8}"/>
              </a:ext>
            </a:extLst>
          </p:cNvPr>
          <p:cNvPicPr>
            <a:picLocks xmlns:a="http://schemas.openxmlformats.org/drawingml/2006/main" noChangeAspect="1"/>
          </p:cNvPicPr>
          <p:nvPr/>
        </p:nvPicPr>
        <p:blipFill>
          <a:blip xmlns:r="http://schemas.openxmlformats.org/officeDocument/2006/relationships" xmlns:a="http://schemas.openxmlformats.org/drawingml/2006/main" r:embed="Re16c776ad2ef49e0"/>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3B7B64FB-031D-45A2-A31D-3C2AFDCD665D}"/>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0A39138-F18C-421C-8CB2-83C811565BC1}"/>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1533B34-80E0-4DC7-A9BA-B8FD7CFAC44E}"/>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83D827A-2D1D-46CF-90C9-F72160539DBF}"/>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6ACB13D-CBBA-48B5-A695-7E7183D9155F}"/>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D06A00F4-DF5D-49FA-9F3A-9B8606DB202D}"/>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44AE4080-9491-45A0-942F-6323D2FA9447}"/>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F9A147D3-2F62-4D2E-B5A7-D35EE331B592}"/>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F5143D05-4B3F-4842-B2C4-866AB8928EE5}"/>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80226736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936B73D-A5E0-4B89-96F1-545B526CB32A}"/>
              </a:ext>
            </a:extLst>
          </p:cNvPr>
          <p:cNvPicPr>
            <a:picLocks xmlns:a="http://schemas.openxmlformats.org/drawingml/2006/main" noChangeAspect="1"/>
          </p:cNvPicPr>
          <p:nvPr/>
        </p:nvPicPr>
        <p:blipFill>
          <a:blip xmlns:r="http://schemas.openxmlformats.org/officeDocument/2006/relationships" xmlns:a="http://schemas.openxmlformats.org/drawingml/2006/main" r:embed="R531ea5f75b58404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D93041-811B-4CDA-8EEB-0F6FDCF904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46B810-D364-4E16-A17F-331BF67ED32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73FC1AE-E38C-4BC2-8F1D-FF7AFA37524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CB15ABD-E9C7-4075-AFD5-D5E82FA10B2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60B3CCB-4A29-4889-8F46-794E0C22952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5286D726-2299-4E4C-8927-331AC407BEDC}"/>
              </a:ext>
            </a:extLst>
          </p:cNvPr>
          <p:cNvPicPr>
            <a:picLocks xmlns:a="http://schemas.openxmlformats.org/drawingml/2006/main" noChangeAspect="1"/>
          </p:cNvPicPr>
          <p:nvPr/>
        </p:nvPicPr>
        <p:blipFill>
          <a:blip xmlns:r="http://schemas.openxmlformats.org/officeDocument/2006/relationships" xmlns:a="http://schemas.openxmlformats.org/drawingml/2006/main" r:embed="Rb77f8e41fca04937"/>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A466AC0-6D04-455B-80F1-D31B588E853E}"/>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385431C3-C5AE-45F9-A3F6-9B1DD9425115}"/>
              </a:ext>
            </a:extLst>
          </p:cNvPr>
          <p:cNvPicPr>
            <a:picLocks xmlns:a="http://schemas.openxmlformats.org/drawingml/2006/main" noChangeAspect="1"/>
          </p:cNvPicPr>
          <p:nvPr/>
        </p:nvPicPr>
        <p:blipFill>
          <a:blip xmlns:r="http://schemas.openxmlformats.org/officeDocument/2006/relationships" xmlns:a="http://schemas.openxmlformats.org/drawingml/2006/main" r:embed="R92860d3a95604cfe"/>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9E83E28D-1B75-4EB4-A395-5EEAA5F53772}"/>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9443677B-373F-4430-900A-1689BDB4F1E1}"/>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D3E9A0B3-007A-4776-BE1A-50856FEF19A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6659F45E-DF20-44DD-A14D-BFAE0D74EFF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21313367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D509A99-8081-4BB1-AA76-FA328CD83A62}"/>
              </a:ext>
            </a:extLst>
          </p:cNvPr>
          <p:cNvPicPr>
            <a:picLocks xmlns:a="http://schemas.openxmlformats.org/drawingml/2006/main" noChangeAspect="1"/>
          </p:cNvPicPr>
          <p:nvPr/>
        </p:nvPicPr>
        <p:blipFill>
          <a:blip xmlns:r="http://schemas.openxmlformats.org/officeDocument/2006/relationships" xmlns:a="http://schemas.openxmlformats.org/drawingml/2006/main" r:embed="Rf4fdde4821864fb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1F7A5FF-A09E-4CDA-963B-BA1953D16E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E670D3-F903-4A82-9F85-9E76E3F5DE1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1D1E29A-C619-4D4E-AE6E-FF5D0A92E13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6154F43-E8D2-496B-B3E2-5DCB5B5C294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03D5603-94D5-4954-8635-034D79E80D3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F7EE59A1-347F-4360-8C4D-98AF68E38B7F}"/>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185058C-CD5D-4188-B319-861BCC8A30B3}"/>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6B92FC5-C629-4FD3-BA89-C3BADA3D7CD2}"/>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C9D6D08-31EF-443A-B6A1-DC5AD6623A46}"/>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E0B4323-E8DE-4AC4-87B7-5B985FF347E2}"/>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528236017"/>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AD6D2C60-8B5B-46CC-B208-07E56BE463BB}"/>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6A478F5C-2A48-4BAB-AEC2-3CAF6A8D6DC5}"/>
              </a:ext>
            </a:extLst>
          </p:cNvPr>
          <p:cNvPicPr>
            <a:picLocks xmlns:a="http://schemas.openxmlformats.org/drawingml/2006/main" noChangeAspect="1"/>
          </p:cNvPicPr>
          <p:nvPr/>
        </p:nvPicPr>
        <p:blipFill>
          <a:blip xmlns:r="http://schemas.openxmlformats.org/officeDocument/2006/relationships" xmlns:a="http://schemas.openxmlformats.org/drawingml/2006/main" r:embed="Rd719ddc01721449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0559A58-8E34-4299-9433-A9E731F62A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0C8159BE-AF78-4A90-95A8-227997719FF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03CA43DE-5513-421B-96DA-81E9613FEC7A}"/>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3B57E8DC-8AC8-4866-9115-85322C06665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93874260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3CF0865-7EFD-4330-9EB9-F9FB315C977A}"/>
              </a:ext>
            </a:extLst>
          </p:cNvPr>
          <p:cNvPicPr>
            <a:picLocks xmlns:a="http://schemas.openxmlformats.org/drawingml/2006/main" noChangeAspect="1"/>
          </p:cNvPicPr>
          <p:nvPr/>
        </p:nvPicPr>
        <p:blipFill>
          <a:blip xmlns:r="http://schemas.openxmlformats.org/officeDocument/2006/relationships" xmlns:a="http://schemas.openxmlformats.org/drawingml/2006/main" r:embed="Rd8f11f3751274a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5655F9-39BE-4B63-A5D6-EEB079F4090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7842DE-7375-4CF2-8B38-81D99F3040C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FC047B2-268B-4318-B3F6-95093323D60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E4F1858-6335-407D-BFCD-BA26C0B3C9A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350A2A79-515A-43E1-818B-22C7B7369D2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4DBA07C8-6132-4EC2-A7F0-33067F0DD55A}"/>
              </a:ext>
            </a:extLst>
          </p:cNvPr>
          <p:cNvPicPr>
            <a:picLocks xmlns:a="http://schemas.openxmlformats.org/drawingml/2006/main" noChangeAspect="1"/>
          </p:cNvPicPr>
          <p:nvPr/>
        </p:nvPicPr>
        <p:blipFill>
          <a:blip xmlns:r="http://schemas.openxmlformats.org/officeDocument/2006/relationships" xmlns:a="http://schemas.openxmlformats.org/drawingml/2006/main" r:embed="Rfbe4d1c1cec4452f"/>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38A2B24-AFB4-44D8-9C30-A9749338B0A5}"/>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50AB16B-A42E-4B55-A23E-DD00732BD058}"/>
              </a:ext>
            </a:extLst>
          </p:cNvPr>
          <p:cNvPicPr>
            <a:picLocks xmlns:a="http://schemas.openxmlformats.org/drawingml/2006/main" noChangeAspect="1"/>
          </p:cNvPicPr>
          <p:nvPr/>
        </p:nvPicPr>
        <p:blipFill>
          <a:blip xmlns:r="http://schemas.openxmlformats.org/officeDocument/2006/relationships" xmlns:a="http://schemas.openxmlformats.org/drawingml/2006/main" r:embed="R31e1ba2c988542d5"/>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6A4AFD4-046D-44C2-AEDB-B95235AE14D5}"/>
              </a:ext>
            </a:extLst>
          </p:cNvPr>
          <p:cNvPicPr>
            <a:picLocks xmlns:a="http://schemas.openxmlformats.org/drawingml/2006/main" noChangeAspect="1"/>
          </p:cNvPicPr>
          <p:nvPr/>
        </p:nvPicPr>
        <p:blipFill>
          <a:blip xmlns:r="http://schemas.openxmlformats.org/officeDocument/2006/relationships" xmlns:a="http://schemas.openxmlformats.org/drawingml/2006/main" r:embed="Rdea3bf50780b4a49"/>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3D2CBC39-A778-4BC4-BDC8-54649EBEA2E1}"/>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235609D5-E4B6-4D56-A246-DA4A6526AAA3}"/>
              </a:ext>
            </a:extLst>
          </p:cNvPr>
          <p:cNvPicPr>
            <a:picLocks xmlns:a="http://schemas.openxmlformats.org/drawingml/2006/main" noChangeAspect="1"/>
          </p:cNvPicPr>
          <p:nvPr/>
        </p:nvPicPr>
        <p:blipFill>
          <a:blip xmlns:r="http://schemas.openxmlformats.org/officeDocument/2006/relationships" xmlns:a="http://schemas.openxmlformats.org/drawingml/2006/main" r:embed="R51311da98a8d40fb"/>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75176525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C023E3B-B368-4D87-B741-C0BEA5A56E96}"/>
              </a:ext>
            </a:extLst>
          </p:cNvPr>
          <p:cNvPicPr>
            <a:picLocks xmlns:a="http://schemas.openxmlformats.org/drawingml/2006/main" noChangeAspect="1"/>
          </p:cNvPicPr>
          <p:nvPr/>
        </p:nvPicPr>
        <p:blipFill>
          <a:blip xmlns:r="http://schemas.openxmlformats.org/officeDocument/2006/relationships" xmlns:a="http://schemas.openxmlformats.org/drawingml/2006/main" r:embed="R3ec8111cc2e749d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A36319-1CE8-4604-8116-DBF70E7F359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82E7A3-ABD9-447C-91D4-E7C83CACFEB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831EB5F-7B0B-45AF-9FAC-9EA5B3301E9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FD7DF9E-6A83-4E97-98B5-C1F32B41A8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EACCB7E3-962D-40B0-ACA8-99C9B62959D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51540190-6253-429B-A737-6B0FEC57C6A8}"/>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8B315203-D130-4814-8108-4AE5D12B2FBA}"/>
              </a:ext>
            </a:extLst>
          </p:cNvPr>
          <p:cNvPicPr>
            <a:picLocks xmlns:a="http://schemas.openxmlformats.org/drawingml/2006/main" noChangeAspect="1"/>
          </p:cNvPicPr>
          <p:nvPr/>
        </p:nvPicPr>
        <p:blipFill>
          <a:blip xmlns:r="http://schemas.openxmlformats.org/officeDocument/2006/relationships" xmlns:a="http://schemas.openxmlformats.org/drawingml/2006/main" r:embed="R47f4ee5c67a04f97"/>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A936594-065E-49F8-A48F-F950A140EEA8}"/>
              </a:ext>
            </a:extLst>
          </p:cNvPr>
          <p:cNvPicPr>
            <a:picLocks xmlns:a="http://schemas.openxmlformats.org/drawingml/2006/main" noChangeAspect="1"/>
          </p:cNvPicPr>
          <p:nvPr/>
        </p:nvPicPr>
        <p:blipFill>
          <a:blip xmlns:r="http://schemas.openxmlformats.org/officeDocument/2006/relationships" xmlns:a="http://schemas.openxmlformats.org/drawingml/2006/main" r:embed="Rae97f7148bb94433"/>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566E84C7-83E8-4E79-AA02-D44F7F73CE31}"/>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9463524-F0B7-437C-9658-656EEC1D6727}"/>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5398352C-30F6-44FC-B19A-27727F75964A}"/>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27B860F-6DBE-4FDF-AAF4-E97F3F915F93}"/>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78816855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FE13A2D-BD6B-4D56-AEE6-81D310ACA53F}"/>
              </a:ext>
            </a:extLst>
          </p:cNvPr>
          <p:cNvPicPr>
            <a:picLocks xmlns:a="http://schemas.openxmlformats.org/drawingml/2006/main" noChangeAspect="1"/>
          </p:cNvPicPr>
          <p:nvPr/>
        </p:nvPicPr>
        <p:blipFill>
          <a:blip xmlns:r="http://schemas.openxmlformats.org/officeDocument/2006/relationships" xmlns:a="http://schemas.openxmlformats.org/drawingml/2006/main" r:embed="R0d2d4665f7a24d9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5A18C6-4FE9-451C-A982-5447E47359E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784959-FA69-4634-85EE-704799A02FA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2818BD7-3E21-4D15-B00F-12E32C234F1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53340EA-B9A8-40E3-99D9-E85C4386CD4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7FA3B9F-4BA6-4787-9059-83AE9DD3E5B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7B0CF231-39AB-4DB3-8332-449F2BB7D73C}"/>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09A0468E-A6E5-4CA2-A502-BB482AE66690}"/>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53B34531-EED5-4AB9-9448-0BCC7E39AA31}"/>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D56EA9A2-72DE-461D-B696-E4793FED9D3D}"/>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26BF64A1-64FE-46AF-B37D-182166B18BEB}"/>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C757F7BA-9A1E-413D-96D6-02B0AE465A17}"/>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53A4FD35-A573-439E-9CA8-5D34800BE895}"/>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78135740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1AED1E1-BBF2-42BB-BFEE-8DEA6BE6EA16}"/>
              </a:ext>
            </a:extLst>
          </p:cNvPr>
          <p:cNvPicPr>
            <a:picLocks xmlns:a="http://schemas.openxmlformats.org/drawingml/2006/main" noChangeAspect="1"/>
          </p:cNvPicPr>
          <p:nvPr/>
        </p:nvPicPr>
        <p:blipFill>
          <a:blip xmlns:r="http://schemas.openxmlformats.org/officeDocument/2006/relationships" xmlns:a="http://schemas.openxmlformats.org/drawingml/2006/main" r:embed="Rbccb68ec94e2411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254FE4C-27B1-40A8-A5C4-6995BF857E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B8267C-E0B7-48B9-AD31-1E4D628F72D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174212D-F129-445D-A7D7-2E35796F25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903BAD7-24D0-49ED-8D5A-A11CF2D8980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E666230-0250-4F6A-ACEE-EA6B15FD3C0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B804C6B5-D771-4D3C-B83E-43237A94DFE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E4CD77D-0743-4807-9303-ECE195E4A5B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115EE19-BE11-4031-93E7-0D0F805BE6F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32AD91C-B40D-48B4-AE70-B430732D3BA3}"/>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BB18EA9-18C8-4606-8AA9-C631F4A06F6E}"/>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1392ECD-63D0-4A8C-9588-75C77B941556}"/>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07839691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C46905A-480C-4BC8-8A93-6EA66F2A4001}"/>
              </a:ext>
            </a:extLst>
          </p:cNvPr>
          <p:cNvPicPr>
            <a:picLocks xmlns:a="http://schemas.openxmlformats.org/drawingml/2006/main" noChangeAspect="1"/>
          </p:cNvPicPr>
          <p:nvPr/>
        </p:nvPicPr>
        <p:blipFill>
          <a:blip xmlns:r="http://schemas.openxmlformats.org/officeDocument/2006/relationships" xmlns:a="http://schemas.openxmlformats.org/drawingml/2006/main" r:embed="Ra8cd57cad30446c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3BA041-F1A8-4E91-9EE3-C6009021C7F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33B875-8867-42CA-BE43-E9AC1146A23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70F4EE5-391F-44DF-B574-CB38D9FC835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2C09952-363C-4318-A898-36CF116D688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5190564-DC05-44E2-BDFD-A1A07135EE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4236A246-33C6-423F-B936-1EEBFAA8DF0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2AA64386-1CE9-4C00-967C-CC0984FD21A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76DC2192-88D2-454C-8587-9CBEEC4A21E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6C13A225-C24C-487D-94F5-58EB9744135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EC4155AF-2A4E-42AC-AC2F-801A0F92405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CE8E4728-E974-476F-A6D0-C220E5BC068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707147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3B4474A-6E78-4650-B3C7-07590A8A93F4}"/>
              </a:ext>
            </a:extLst>
          </p:cNvPr>
          <p:cNvPicPr>
            <a:picLocks xmlns:a="http://schemas.openxmlformats.org/drawingml/2006/main" noChangeAspect="1"/>
          </p:cNvPicPr>
          <p:nvPr/>
        </p:nvPicPr>
        <p:blipFill>
          <a:blip xmlns:r="http://schemas.openxmlformats.org/officeDocument/2006/relationships" xmlns:a="http://schemas.openxmlformats.org/drawingml/2006/main" r:embed="Rc88cb7387934465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139DBE-C4A1-4D48-B785-E367E186616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A5BEEB-2E10-4448-A6DC-5C16DCAC0C2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627FC38-FB68-4556-8416-8698C7C7B59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2EA4362-F64F-4429-B60F-BADBEC319A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95138BF-EB38-413C-B793-304D72FA613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A2427442-1A07-4984-A976-10A75403A1F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E72BA97-211F-4F5E-B5B1-5202E73581BE}"/>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CEACEB8-1186-436E-A1AB-E669AE8637E9}"/>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53D009A-C68F-4ECB-A690-246DCDF98E42}"/>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8116503-620A-4DA1-A2D2-79044375D852}"/>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D1883CE-3500-4FC8-9EF2-E107879F42BA}"/>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78135824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955D4B5-E229-41DF-B46F-06DE79A59594}"/>
              </a:ext>
            </a:extLst>
          </p:cNvPr>
          <p:cNvPicPr>
            <a:picLocks xmlns:a="http://schemas.openxmlformats.org/drawingml/2006/main" noChangeAspect="1"/>
          </p:cNvPicPr>
          <p:nvPr/>
        </p:nvPicPr>
        <p:blipFill>
          <a:blip xmlns:r="http://schemas.openxmlformats.org/officeDocument/2006/relationships" xmlns:a="http://schemas.openxmlformats.org/drawingml/2006/main" r:embed="R8a111e8587b949e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984AB3-3551-41F9-B217-97C8380411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E6DFDD4-885A-46B7-8CCD-D3C2F886449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0457555-094B-41D6-8371-D0AADDF79F1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C891155-9440-425D-B756-2E9D205BD5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68BE6D7-DAA4-4317-AC22-68EE5A18F21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56A6B016-0D4C-4241-8D02-A051CB75BCC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660FB6E6-DFC2-4568-A0DC-A5F7E7DDA7A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3824CDEC-9B8E-4821-8D27-DA5CF452DAAF}"/>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76EEAEE8-C10D-45ED-80FF-895E6247201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A55CD2DD-59E2-431A-ACE1-E1BD177A39DB}"/>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BAB8B0C-0BC1-453A-92B6-22CAA0335B6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99945270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BD95954-14D6-4556-8976-2CE2B8C67477}"/>
              </a:ext>
            </a:extLst>
          </p:cNvPr>
          <p:cNvPicPr>
            <a:picLocks xmlns:a="http://schemas.openxmlformats.org/drawingml/2006/main" noChangeAspect="1"/>
          </p:cNvPicPr>
          <p:nvPr/>
        </p:nvPicPr>
        <p:blipFill>
          <a:blip xmlns:r="http://schemas.openxmlformats.org/officeDocument/2006/relationships" xmlns:a="http://schemas.openxmlformats.org/drawingml/2006/main" r:embed="R68363060ba224e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1E989B-3276-4144-B951-5E37DA6F3EC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F6D52BD-E2E9-4428-88A2-DFD9A023296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5410856-9A0A-4710-A56A-B0442015791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3D3EC161-66BC-42DE-B819-870426A1713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261B56B2-0386-4953-B5D5-B763C27E0C8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92A7D61D-58FC-47FE-B005-844EE6307AA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1F1B7D4E-4210-4245-8957-6C7339EF8CF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659DCAA0-7228-414E-B69D-DB7DF8E5E1F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A1472BE5-787D-49C2-A7D0-3DD80C7B87D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90825D96-2F5B-470E-93B1-F9CA67516D4B}"/>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DCC720C-4A24-4436-B8D2-1F560163A26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84106417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53FBF5B-C787-4903-BEEF-27C3F2FB5E11}"/>
              </a:ext>
            </a:extLst>
          </p:cNvPr>
          <p:cNvPicPr>
            <a:picLocks xmlns:a="http://schemas.openxmlformats.org/drawingml/2006/main" noChangeAspect="1"/>
          </p:cNvPicPr>
          <p:nvPr/>
        </p:nvPicPr>
        <p:blipFill>
          <a:blip xmlns:r="http://schemas.openxmlformats.org/officeDocument/2006/relationships" xmlns:a="http://schemas.openxmlformats.org/drawingml/2006/main" r:embed="Rd54794b4e1ad47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6D61C0-B8F2-4B84-BEEB-1A5C9654D74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584954-8237-40FC-BDED-F88EAF94D60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CFA8952-65B4-4F76-93E5-7FD17FBD82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EC442BD-EF11-4667-895F-C02D097A029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50258616-50A3-48AD-8FD3-5456F8BD8FC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E119AF8C-649A-4E4C-B287-C6C2088947B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B3B97613-A2BF-4455-B229-4E545C454BA3}"/>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3A89AEE9-29E2-41E5-A648-EF7C71E3F43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B591A6AF-31E6-43F4-A386-9027F30A438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A99807F3-6233-43E5-B2AF-DC2F9A3F237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B9B82A0-EECF-44C7-9A4A-F2DE4C028F7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411687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2026-10-27T13:15:18.7030000Z</dcterms:created>
  <dcterms:modified xsi:type="dcterms:W3CDTF">2026-10-27T13:15:18.7030000Z</dcterms:modified>
</coreProperties>
</file>