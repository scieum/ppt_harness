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6ac8bb8e1114078" /><Relationship Type="http://schemas.openxmlformats.org/officeDocument/2006/relationships/extended-properties" Target="/docProps/app.xml" Id="Re7eebcda058846d9" /><Relationship Type="http://schemas.openxmlformats.org/officeDocument/2006/relationships/officeDocument" Target="/ppt/presentation.xml" Id="R5b32e330dbcf4d3f" /></Relationships>
</file>

<file path=ppt/presentation.xml><?xml version="1.0" encoding="utf-8"?>
<p:presentation xmlns:p="http://schemas.openxmlformats.org/presentationml/2006/main">
  <p:sldMasterIdLst>
    <p:sldMasterId xmlns:r="http://schemas.openxmlformats.org/officeDocument/2006/relationships" id="2147483648" r:id="Rad876ba1ce0d4cb4"/>
  </p:sldMasterIdLst>
  <p:notesMasterIdLst>
    <p:notesMasterId xmlns:r="http://schemas.openxmlformats.org/officeDocument/2006/relationships" r:id="Rcb60d80a2a3a4d10"/>
  </p:notesMasterIdLst>
  <p:sldIdLst>
    <p:sldId xmlns:r="http://schemas.openxmlformats.org/officeDocument/2006/relationships" id="256" r:id="Rf0c1f429b88041fb"/>
    <p:sldId xmlns:r="http://schemas.openxmlformats.org/officeDocument/2006/relationships" id="257" r:id="Rdb3ca3a2aae84b4d"/>
    <p:sldId xmlns:r="http://schemas.openxmlformats.org/officeDocument/2006/relationships" id="258" r:id="Raae7f55e4a9b4ffb"/>
    <p:sldId xmlns:r="http://schemas.openxmlformats.org/officeDocument/2006/relationships" id="259" r:id="R77200ada7ef949dc"/>
    <p:sldId xmlns:r="http://schemas.openxmlformats.org/officeDocument/2006/relationships" id="260" r:id="R2e48088d540b4d85"/>
    <p:sldId xmlns:r="http://schemas.openxmlformats.org/officeDocument/2006/relationships" id="261" r:id="R48b74a9fe5b14851"/>
    <p:sldId xmlns:r="http://schemas.openxmlformats.org/officeDocument/2006/relationships" id="262" r:id="Rb7b2088f70b645f8"/>
    <p:sldId xmlns:r="http://schemas.openxmlformats.org/officeDocument/2006/relationships" id="263" r:id="R1dfaa53a0a924070"/>
    <p:sldId xmlns:r="http://schemas.openxmlformats.org/officeDocument/2006/relationships" id="264" r:id="R99451d78606f4fc9"/>
    <p:sldId xmlns:r="http://schemas.openxmlformats.org/officeDocument/2006/relationships" id="265" r:id="Re161ea76a8a34b4b"/>
    <p:sldId xmlns:r="http://schemas.openxmlformats.org/officeDocument/2006/relationships" id="266" r:id="R6ac6174135264e00"/>
    <p:sldId xmlns:r="http://schemas.openxmlformats.org/officeDocument/2006/relationships" id="267" r:id="R1a23883fb8ae4b6c"/>
    <p:sldId xmlns:r="http://schemas.openxmlformats.org/officeDocument/2006/relationships" id="268" r:id="R6a5d63a98e854640"/>
    <p:sldId xmlns:r="http://schemas.openxmlformats.org/officeDocument/2006/relationships" id="269" r:id="R5aaa83cc82e94e5e"/>
    <p:sldId xmlns:r="http://schemas.openxmlformats.org/officeDocument/2006/relationships" id="270" r:id="R6d1b78d40e1a414c"/>
    <p:sldId xmlns:r="http://schemas.openxmlformats.org/officeDocument/2006/relationships" id="271" r:id="Rfb6ea6c35a7f40b0"/>
    <p:sldId xmlns:r="http://schemas.openxmlformats.org/officeDocument/2006/relationships" id="272" r:id="Rde61598b04d04c18"/>
    <p:sldId xmlns:r="http://schemas.openxmlformats.org/officeDocument/2006/relationships" id="273" r:id="Rc62a407356fe461f"/>
    <p:sldId xmlns:r="http://schemas.openxmlformats.org/officeDocument/2006/relationships" id="274" r:id="R65f578927e0745d2"/>
    <p:sldId xmlns:r="http://schemas.openxmlformats.org/officeDocument/2006/relationships" id="275" r:id="R3a6c376e038440b5"/>
    <p:sldId xmlns:r="http://schemas.openxmlformats.org/officeDocument/2006/relationships" id="276" r:id="R3b4271d859ea422f"/>
    <p:sldId xmlns:r="http://schemas.openxmlformats.org/officeDocument/2006/relationships" id="277" r:id="R752e8351f8724eb3"/>
    <p:sldId xmlns:r="http://schemas.openxmlformats.org/officeDocument/2006/relationships" id="278" r:id="Rf4d752ed6e564596"/>
    <p:sldId xmlns:r="http://schemas.openxmlformats.org/officeDocument/2006/relationships" id="279" r:id="Rdc13a71876594843"/>
    <p:sldId xmlns:r="http://schemas.openxmlformats.org/officeDocument/2006/relationships" id="280" r:id="Rd1e2e20322124d90"/>
    <p:sldId xmlns:r="http://schemas.openxmlformats.org/officeDocument/2006/relationships" id="281" r:id="R0344fd25541940cb"/>
    <p:sldId xmlns:r="http://schemas.openxmlformats.org/officeDocument/2006/relationships" id="282" r:id="R8b7d69c3fc7d43b6"/>
    <p:sldId xmlns:r="http://schemas.openxmlformats.org/officeDocument/2006/relationships" id="283" r:id="Rbce2613b3bd548fd"/>
    <p:sldId xmlns:r="http://schemas.openxmlformats.org/officeDocument/2006/relationships" id="284" r:id="R79731ce8698a40e9"/>
    <p:sldId xmlns:r="http://schemas.openxmlformats.org/officeDocument/2006/relationships" id="285" r:id="R25c93239f0004eda"/>
    <p:sldId xmlns:r="http://schemas.openxmlformats.org/officeDocument/2006/relationships" id="286" r:id="R0fdab9bbb7744a47"/>
    <p:sldId xmlns:r="http://schemas.openxmlformats.org/officeDocument/2006/relationships" id="287" r:id="R9b221a480ba8449d"/>
    <p:sldId xmlns:r="http://schemas.openxmlformats.org/officeDocument/2006/relationships" id="288" r:id="R9cd958cb7ad447dd"/>
    <p:sldId xmlns:r="http://schemas.openxmlformats.org/officeDocument/2006/relationships" id="289" r:id="R56ea72236fc84f80"/>
    <p:sldId xmlns:r="http://schemas.openxmlformats.org/officeDocument/2006/relationships" id="290" r:id="R5e9bb7a11193441e"/>
    <p:sldId xmlns:r="http://schemas.openxmlformats.org/officeDocument/2006/relationships" id="291" r:id="Rbf19ab7730d5467b"/>
    <p:sldId xmlns:r="http://schemas.openxmlformats.org/officeDocument/2006/relationships" id="292" r:id="R0a560822110e4658"/>
    <p:sldId xmlns:r="http://schemas.openxmlformats.org/officeDocument/2006/relationships" id="293" r:id="R34324d4a4d254aa5"/>
    <p:sldId xmlns:r="http://schemas.openxmlformats.org/officeDocument/2006/relationships" id="294" r:id="Re1f623f01d3d4be8"/>
    <p:sldId xmlns:r="http://schemas.openxmlformats.org/officeDocument/2006/relationships" id="295" r:id="Rab6dbba1744448d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301470c37b4aa6" /><Relationship Type="http://schemas.openxmlformats.org/officeDocument/2006/relationships/slideMaster" Target="/ppt/slideMasters/slideMaster1.xml" Id="Rad876ba1ce0d4cb4" /><Relationship Type="http://schemas.openxmlformats.org/officeDocument/2006/relationships/notesMaster" Target="/ppt/notesMasters/notesMaster1.xml" Id="Rcb60d80a2a3a4d10" /><Relationship Type="http://schemas.openxmlformats.org/officeDocument/2006/relationships/presProps" Target="/ppt/presProps.xml" Id="R5265ffb92ed94179" /><Relationship Type="http://schemas.openxmlformats.org/officeDocument/2006/relationships/tableStyles" Target="/ppt/tableStyles.xml" Id="R339cc00680424d7d" /><Relationship Type="http://schemas.openxmlformats.org/officeDocument/2006/relationships/slide" Target="/ppt/slides/slide1.xml" Id="Rf0c1f429b88041fb" /><Relationship Type="http://schemas.openxmlformats.org/officeDocument/2006/relationships/slide" Target="/ppt/slides/slide2.xml" Id="Rdb3ca3a2aae84b4d" /><Relationship Type="http://schemas.openxmlformats.org/officeDocument/2006/relationships/slide" Target="/ppt/slides/slide3.xml" Id="Raae7f55e4a9b4ffb" /><Relationship Type="http://schemas.openxmlformats.org/officeDocument/2006/relationships/slide" Target="/ppt/slides/slide4.xml" Id="R77200ada7ef949dc" /><Relationship Type="http://schemas.openxmlformats.org/officeDocument/2006/relationships/slide" Target="/ppt/slides/slide5.xml" Id="R2e48088d540b4d85" /><Relationship Type="http://schemas.openxmlformats.org/officeDocument/2006/relationships/slide" Target="/ppt/slides/slide6.xml" Id="R48b74a9fe5b14851" /><Relationship Type="http://schemas.openxmlformats.org/officeDocument/2006/relationships/slide" Target="/ppt/slides/slide7.xml" Id="Rb7b2088f70b645f8" /><Relationship Type="http://schemas.openxmlformats.org/officeDocument/2006/relationships/slide" Target="/ppt/slides/slide8.xml" Id="R1dfaa53a0a924070" /><Relationship Type="http://schemas.openxmlformats.org/officeDocument/2006/relationships/slide" Target="/ppt/slides/slide9.xml" Id="R99451d78606f4fc9" /><Relationship Type="http://schemas.openxmlformats.org/officeDocument/2006/relationships/slide" Target="/ppt/slides/slide10.xml" Id="Re161ea76a8a34b4b" /><Relationship Type="http://schemas.openxmlformats.org/officeDocument/2006/relationships/slide" Target="/ppt/slides/slide11.xml" Id="R6ac6174135264e00" /><Relationship Type="http://schemas.openxmlformats.org/officeDocument/2006/relationships/slide" Target="/ppt/slides/slide12.xml" Id="R1a23883fb8ae4b6c" /><Relationship Type="http://schemas.openxmlformats.org/officeDocument/2006/relationships/slide" Target="/ppt/slides/slide13.xml" Id="R6a5d63a98e854640" /><Relationship Type="http://schemas.openxmlformats.org/officeDocument/2006/relationships/slide" Target="/ppt/slides/slide14.xml" Id="R5aaa83cc82e94e5e" /><Relationship Type="http://schemas.openxmlformats.org/officeDocument/2006/relationships/slide" Target="/ppt/slides/slide15.xml" Id="R6d1b78d40e1a414c" /><Relationship Type="http://schemas.openxmlformats.org/officeDocument/2006/relationships/slide" Target="/ppt/slides/slide16.xml" Id="Rfb6ea6c35a7f40b0" /><Relationship Type="http://schemas.openxmlformats.org/officeDocument/2006/relationships/slide" Target="/ppt/slides/slide17.xml" Id="Rde61598b04d04c18" /><Relationship Type="http://schemas.openxmlformats.org/officeDocument/2006/relationships/slide" Target="/ppt/slides/slide18.xml" Id="Rc62a407356fe461f" /><Relationship Type="http://schemas.openxmlformats.org/officeDocument/2006/relationships/slide" Target="/ppt/slides/slide19.xml" Id="R65f578927e0745d2" /><Relationship Type="http://schemas.openxmlformats.org/officeDocument/2006/relationships/slide" Target="/ppt/slides/slide20.xml" Id="R3a6c376e038440b5" /><Relationship Type="http://schemas.openxmlformats.org/officeDocument/2006/relationships/slide" Target="/ppt/slides/slide21.xml" Id="R3b4271d859ea422f" /><Relationship Type="http://schemas.openxmlformats.org/officeDocument/2006/relationships/slide" Target="/ppt/slides/slide22.xml" Id="R752e8351f8724eb3" /><Relationship Type="http://schemas.openxmlformats.org/officeDocument/2006/relationships/slide" Target="/ppt/slides/slide23.xml" Id="Rf4d752ed6e564596" /><Relationship Type="http://schemas.openxmlformats.org/officeDocument/2006/relationships/slide" Target="/ppt/slides/slide24.xml" Id="Rdc13a71876594843" /><Relationship Type="http://schemas.openxmlformats.org/officeDocument/2006/relationships/slide" Target="/ppt/slides/slide25.xml" Id="Rd1e2e20322124d90" /><Relationship Type="http://schemas.openxmlformats.org/officeDocument/2006/relationships/slide" Target="/ppt/slides/slide26.xml" Id="R0344fd25541940cb" /><Relationship Type="http://schemas.openxmlformats.org/officeDocument/2006/relationships/slide" Target="/ppt/slides/slide27.xml" Id="R8b7d69c3fc7d43b6" /><Relationship Type="http://schemas.openxmlformats.org/officeDocument/2006/relationships/slide" Target="/ppt/slides/slide28.xml" Id="Rbce2613b3bd548fd" /><Relationship Type="http://schemas.openxmlformats.org/officeDocument/2006/relationships/slide" Target="/ppt/slides/slide29.xml" Id="R79731ce8698a40e9" /><Relationship Type="http://schemas.openxmlformats.org/officeDocument/2006/relationships/slide" Target="/ppt/slides/slide30.xml" Id="R25c93239f0004eda" /><Relationship Type="http://schemas.openxmlformats.org/officeDocument/2006/relationships/slide" Target="/ppt/slides/slide31.xml" Id="R0fdab9bbb7744a47" /><Relationship Type="http://schemas.openxmlformats.org/officeDocument/2006/relationships/slide" Target="/ppt/slides/slide32.xml" Id="R9b221a480ba8449d" /><Relationship Type="http://schemas.openxmlformats.org/officeDocument/2006/relationships/slide" Target="/ppt/slides/slide33.xml" Id="R9cd958cb7ad447dd" /><Relationship Type="http://schemas.openxmlformats.org/officeDocument/2006/relationships/slide" Target="/ppt/slides/slide34.xml" Id="R56ea72236fc84f80" /><Relationship Type="http://schemas.openxmlformats.org/officeDocument/2006/relationships/slide" Target="/ppt/slides/slide35.xml" Id="R5e9bb7a11193441e" /><Relationship Type="http://schemas.openxmlformats.org/officeDocument/2006/relationships/slide" Target="/ppt/slides/slide36.xml" Id="Rbf19ab7730d5467b" /><Relationship Type="http://schemas.openxmlformats.org/officeDocument/2006/relationships/slide" Target="/ppt/slides/slide37.xml" Id="R0a560822110e4658" /><Relationship Type="http://schemas.openxmlformats.org/officeDocument/2006/relationships/slide" Target="/ppt/slides/slide38.xml" Id="R34324d4a4d254aa5" /><Relationship Type="http://schemas.openxmlformats.org/officeDocument/2006/relationships/slide" Target="/ppt/slides/slide39.xml" Id="Re1f623f01d3d4be8" /><Relationship Type="http://schemas.openxmlformats.org/officeDocument/2006/relationships/slide" Target="/ppt/slides/slide40.xml" Id="Rab6dbba1744448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91acc7b3c34b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1621071e1f4bfb" /><Relationship Type="http://schemas.openxmlformats.org/officeDocument/2006/relationships/notesMaster" Target="/ppt/notesMasters/notesMaster1.xml" Id="R8295e8aa8aea4c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91a0dba315487b" /><Relationship Type="http://schemas.openxmlformats.org/officeDocument/2006/relationships/notesMaster" Target="/ppt/notesMasters/notesMaster1.xml" Id="R18e55ef7bc074a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ba730bb47b4440" /><Relationship Type="http://schemas.openxmlformats.org/officeDocument/2006/relationships/notesMaster" Target="/ppt/notesMasters/notesMaster1.xml" Id="Rfbef80b3ec7645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32ef2427604c81" /><Relationship Type="http://schemas.openxmlformats.org/officeDocument/2006/relationships/notesMaster" Target="/ppt/notesMasters/notesMaster1.xml" Id="R436764d05ea747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f47206088c403e" /><Relationship Type="http://schemas.openxmlformats.org/officeDocument/2006/relationships/notesMaster" Target="/ppt/notesMasters/notesMaster1.xml" Id="Rbaa68e68f2c2435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0e5d7109c9428a" /><Relationship Type="http://schemas.openxmlformats.org/officeDocument/2006/relationships/notesMaster" Target="/ppt/notesMasters/notesMaster1.xml" Id="Rb3fe972d040449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e0a1b815384b97" /><Relationship Type="http://schemas.openxmlformats.org/officeDocument/2006/relationships/notesMaster" Target="/ppt/notesMasters/notesMaster1.xml" Id="R16c9dcbbb2f64a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ef966667d0435f" /><Relationship Type="http://schemas.openxmlformats.org/officeDocument/2006/relationships/notesMaster" Target="/ppt/notesMasters/notesMaster1.xml" Id="R51f0c24e1b9641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cfad199c304415" /><Relationship Type="http://schemas.openxmlformats.org/officeDocument/2006/relationships/notesMaster" Target="/ppt/notesMasters/notesMaster1.xml" Id="R0f862361f81c40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877536d0f840eb" /><Relationship Type="http://schemas.openxmlformats.org/officeDocument/2006/relationships/notesMaster" Target="/ppt/notesMasters/notesMaster1.xml" Id="R019dba5dff4f40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001aa5cfe94767" /><Relationship Type="http://schemas.openxmlformats.org/officeDocument/2006/relationships/notesMaster" Target="/ppt/notesMasters/notesMaster1.xml" Id="Rbaf8822784184e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50fb32bd2d47af" /><Relationship Type="http://schemas.openxmlformats.org/officeDocument/2006/relationships/notesMaster" Target="/ppt/notesMasters/notesMaster1.xml" Id="R9a778842c08847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b187dee3f164ec2" /><Relationship Type="http://schemas.openxmlformats.org/officeDocument/2006/relationships/notesMaster" Target="/ppt/notesMasters/notesMaster1.xml" Id="Rf67c2be3e56d40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4ba92987704a21" /><Relationship Type="http://schemas.openxmlformats.org/officeDocument/2006/relationships/notesMaster" Target="/ppt/notesMasters/notesMaster1.xml" Id="R7f635e7b6f44424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4fafcae2c44b47" /><Relationship Type="http://schemas.openxmlformats.org/officeDocument/2006/relationships/notesMaster" Target="/ppt/notesMasters/notesMaster1.xml" Id="R69cd9f89aeb344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e95e0b3163b458f" /><Relationship Type="http://schemas.openxmlformats.org/officeDocument/2006/relationships/notesMaster" Target="/ppt/notesMasters/notesMaster1.xml" Id="Rc2b74e07cb0f46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2e4b57ecc394c96" /><Relationship Type="http://schemas.openxmlformats.org/officeDocument/2006/relationships/notesMaster" Target="/ppt/notesMasters/notesMaster1.xml" Id="R8caff909dba64a0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a574cf92de14ca3" /><Relationship Type="http://schemas.openxmlformats.org/officeDocument/2006/relationships/notesMaster" Target="/ppt/notesMasters/notesMaster1.xml" Id="Rc45a689543974b8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7f29acfbcec45dc" /><Relationship Type="http://schemas.openxmlformats.org/officeDocument/2006/relationships/notesMaster" Target="/ppt/notesMasters/notesMaster1.xml" Id="R6f954d6c089a40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b31f21281044a9e" /><Relationship Type="http://schemas.openxmlformats.org/officeDocument/2006/relationships/notesMaster" Target="/ppt/notesMasters/notesMaster1.xml" Id="Rabf4b2bad1014ce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f10fe84a794c03" /><Relationship Type="http://schemas.openxmlformats.org/officeDocument/2006/relationships/notesMaster" Target="/ppt/notesMasters/notesMaster1.xml" Id="R3cdaccc326ac47a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b100898af534356" /><Relationship Type="http://schemas.openxmlformats.org/officeDocument/2006/relationships/notesMaster" Target="/ppt/notesMasters/notesMaster1.xml" Id="R9588a315e4d34e0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298d1b73ba34151" /><Relationship Type="http://schemas.openxmlformats.org/officeDocument/2006/relationships/notesMaster" Target="/ppt/notesMasters/notesMaster1.xml" Id="Rc779ec2d28014ec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dca611304264625" /><Relationship Type="http://schemas.openxmlformats.org/officeDocument/2006/relationships/notesMaster" Target="/ppt/notesMasters/notesMaster1.xml" Id="Recc452063de74b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219b25d18bc481c" /><Relationship Type="http://schemas.openxmlformats.org/officeDocument/2006/relationships/notesMaster" Target="/ppt/notesMasters/notesMaster1.xml" Id="Rb2cad36b70f84cb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91dccf917bf459a" /><Relationship Type="http://schemas.openxmlformats.org/officeDocument/2006/relationships/notesMaster" Target="/ppt/notesMasters/notesMaster1.xml" Id="R19bff7610f3f43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2e608c78e644783" /><Relationship Type="http://schemas.openxmlformats.org/officeDocument/2006/relationships/notesMaster" Target="/ppt/notesMasters/notesMaster1.xml" Id="R31933165e766441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eb22a9e41754914" /><Relationship Type="http://schemas.openxmlformats.org/officeDocument/2006/relationships/notesMaster" Target="/ppt/notesMasters/notesMaster1.xml" Id="R15da560c26e04bc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07600b77591433b" /><Relationship Type="http://schemas.openxmlformats.org/officeDocument/2006/relationships/notesMaster" Target="/ppt/notesMasters/notesMaster1.xml" Id="Ra536d9c5fa604b4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c84a6c11c484fb3" /><Relationship Type="http://schemas.openxmlformats.org/officeDocument/2006/relationships/notesMaster" Target="/ppt/notesMasters/notesMaster1.xml" Id="R0d94d8a493b2476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1568ff5e4b74fe9" /><Relationship Type="http://schemas.openxmlformats.org/officeDocument/2006/relationships/notesMaster" Target="/ppt/notesMasters/notesMaster1.xml" Id="R090b0e8cf7a64d1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f48ee01bbb340cc" /><Relationship Type="http://schemas.openxmlformats.org/officeDocument/2006/relationships/notesMaster" Target="/ppt/notesMasters/notesMaster1.xml" Id="Rb775535a412940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28ba4ad427440bc" /><Relationship Type="http://schemas.openxmlformats.org/officeDocument/2006/relationships/notesMaster" Target="/ppt/notesMasters/notesMaster1.xml" Id="Reb4e86aef2db454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b78ba2eb2045ce" /><Relationship Type="http://schemas.openxmlformats.org/officeDocument/2006/relationships/notesMaster" Target="/ppt/notesMasters/notesMaster1.xml" Id="R0f5258f7b10d498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3ce27c845d24ac9" /><Relationship Type="http://schemas.openxmlformats.org/officeDocument/2006/relationships/notesMaster" Target="/ppt/notesMasters/notesMaster1.xml" Id="Rdfd0d749b097481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5265cb518964fd1" /><Relationship Type="http://schemas.openxmlformats.org/officeDocument/2006/relationships/notesMaster" Target="/ppt/notesMasters/notesMaster1.xml" Id="R6b1b665afb6a4cc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1b7584a1404d99" /><Relationship Type="http://schemas.openxmlformats.org/officeDocument/2006/relationships/notesMaster" Target="/ppt/notesMasters/notesMaster1.xml" Id="R7b3e3d8e49b8405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99856ea64a84705" /><Relationship Type="http://schemas.openxmlformats.org/officeDocument/2006/relationships/notesMaster" Target="/ppt/notesMasters/notesMaster1.xml" Id="R3533226df5624e6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628813a02bb4c68" /><Relationship Type="http://schemas.openxmlformats.org/officeDocument/2006/relationships/notesMaster" Target="/ppt/notesMasters/notesMaster1.xml" Id="Rde0e6eb9c1454e5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c98f150948244c3c" /><Relationship Type="http://schemas.openxmlformats.org/officeDocument/2006/relationships/notesMaster" Target="/ppt/notesMasters/notesMaster1.xml" Id="R4616c74aa77a45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1장.</a:t>
            </a:r>
          </a:p>
          <a:p xmlns:a="http://schemas.openxmlformats.org/drawingml/2006/main">
            <a:r>
              <a:t>대표 검토본 1/5. 전체 계획 1장. 원래 등록 캐릭터 에셋을 사용해야 하나 현재 원본이 열리지 않아 표지 캐릭터는 아직 미반영이다. 재생성 인물을 대체재로 넣지 않았다. 도입 순서는 표지→동기 유발→수업 목차→학습 목표.</a:t>
            </a:r>
          </a:p>
          <a:p xmlns:a="http://schemas.openxmlformats.org/drawingml/2006/main">
            <a:r>
              <a:t>출처: 등록 캐릭터 에셋 파일은 build/original-character-assets.json 및 자산 기록 참조. 디자인: 사용자 수정본 실제1쪽, brief.md. 생성 후 거부된 hess-cover-scene.png는 이 PPT에 포함하지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2장.</a:t>
            </a:r>
          </a:p>
          <a:p xmlns:a="http://schemas.openxmlformats.org/drawingml/2006/main">
            <a:r>
              <a:t>대표 검토본 2/5. 전체 계획2장, Part0. 먼저 출발점과 도착점을 가리켜 두 경로의 높이 차를 예상하게 한다. 경로의 길이나 걷는 데 쓰는 신체 에너지를 반응열과 같다고 설명하지 않는다. 반응열의 답은 본문에서 확인한다. 현재 등록 원본이 열리지 않아 말풍선의 캐릭터는 미반영 상태이며 원본 확보 후 연결한다.</a:t>
            </a:r>
          </a:p>
          <a:p xmlns:a="http://schemas.openxmlformats.org/drawingml/2006/main">
            <a:r>
              <a:t>출처: W22 완자 물질과 에너지 PDF/인쇄118의 처음·나중 상태 비교를 바탕으로 교사 제작 높이 비유. 캐릭터는 등록 원본 대기 중이며 현재 미배치; 자산 기록 참조. 디자인: 사용자 수정본4·31쪽.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3/40. 수업 목차</a:t>
            </a:r>
          </a:p>
          <a:p xmlns:a="http://schemas.openxmlformats.org/drawingml/2006/main">
            <a:r>
              <a:t>핵심: 원리·계산·생성 엔탈피·실험의 네 흐름</a:t>
            </a:r>
          </a:p>
          <a:p xmlns:a="http://schemas.openxmlformats.org/drawingml/2006/main">
            <a:r>
              <a:t>교사용: 사용자 수정본2쪽의 실제 블록 윤곽을 추적해 편집 가능한 도형으로 재현. 블록을 맞붙이지 않고 꺾임 사이 좁은 여백 유지. 네 문구만 넣고 Part0 블록을 추가하지 않음.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4/40. 학습 목표</a:t>
            </a:r>
          </a:p>
          <a:p xmlns:a="http://schemas.openxmlformats.org/drawingml/2006/main">
            <a:r>
              <a:t>핵심: 경로를 비교하고 반응 엔탈피를 구해 실험 자료를 해석한다</a:t>
            </a:r>
          </a:p>
          <a:p xmlns:a="http://schemas.openxmlformats.org/drawingml/2006/main">
            <a:r>
              <a:t>교사용: 목표 목록의 가로 위치와 왼쪽 정렬 유지, 세로만 상자 중앙에 정렬. 원본 안내 캐릭터 파일 확보 전 신규 생성 인물을 넣지 않음.</a:t>
            </a:r>
          </a:p>
          <a:p xmlns:a="http://schemas.openxmlformats.org/drawingml/2006/main">
            <a:r>
              <a:t>출처: STD22; W22 118~124.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5/40. Part 1 헤스 법칙</a:t>
            </a:r>
          </a:p>
          <a:p xmlns:a="http://schemas.openxmlformats.org/drawingml/2006/main">
            <a:r>
              <a:t>핵심: 같은 반응이 다른 경로로 일어나면 출입하는 열도 달라질까?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6장.</a:t>
            </a:r>
          </a:p>
          <a:p xmlns:a="http://schemas.openxmlformats.org/drawingml/2006/main">
            <a:r>
              <a:t>대표 검토본3/5. 전체 계획6장. 최신 사용자 정정에 따라 정의·다른 이름·유용성의 서로 완결된 요점 세 개를 각각 한 행 한 줄로 제시한다. 한 문장의 연결어와 결론을 별도 단계로 쪼개지 않는다. 같은 온도·압력과 같은 반응 물질의 양을 맞춘 비교라는 조건을 말로 보완한다. 반응 속도·시간·최고 온도가 같다는 의미가 아니다.</a:t>
            </a:r>
          </a:p>
          <a:p xmlns:a="http://schemas.openxmlformats.org/drawingml/2006/main">
            <a:r>
              <a:t>출처: 통합_(22개정)완자 고등물질과에너지_본문_260415(교사용).pdf PDF/인쇄118, 헤스 법칙 정의. 디자인: 사용자 수정본 실제8·15쪽, 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7/40. 무엇이 같아야 할까?</a:t>
            </a:r>
          </a:p>
          <a:p xmlns:a="http://schemas.openxmlformats.org/drawingml/2006/main">
            <a:r>
              <a:t>핵심: 시작·끝의 종류·상태·양과 온도·압력 조건을 맞춰 비교한다</a:t>
            </a:r>
          </a:p>
          <a:p xmlns:a="http://schemas.openxmlformats.org/drawingml/2006/main">
            <a:r>
              <a:t>교사용: 조건 안내 후 반응식의 합·배수·역반응 세 조작을 소개한다. 8~11장에서 예시로 설명한다.</a:t>
            </a:r>
          </a:p>
          <a:p xmlns:a="http://schemas.openxmlformats.org/drawingml/2006/main">
            <a:r>
              <a:t>출처: W22 118~119; 3-01 선수 개념.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8장.</a:t>
            </a:r>
          </a:p>
          <a:p xmlns:a="http://schemas.openxmlformats.org/drawingml/2006/main">
            <a:r>
              <a:t>대표 검토본4/5. 전체 계획8장. 왼쪽은 완자 원본 그래프·실험 도식이다. 직접 경로와 두 단계 경로의 시작·끝 물질을 먼저 비교한다. 그 뒤 원본의 ΔH 화살표를 가리키고 오른쪽 수치와 대응한다. 중간에 물질의 상태와 희석 조건을 임의로 바꾸지 않는다. 식의 합은 다음 본문에서 분리해 설명한다. 장식 캐릭터는 쓰지 않는다.</a:t>
            </a:r>
          </a:p>
          <a:p xmlns:a="http://schemas.openxmlformats.org/drawingml/2006/main">
            <a:r>
              <a:t>출처: W22 PDF/인쇄118, CaO(s)·H2O(l)·HCl(aq)의 두 경로 도식 및 ΔH1=-193.5,ΔH2=-81.9,ΔH3=-111.6kJ. 교과서 원본은 아직 미열람으로 이번 검토본은 확인된 완자 원본 사용. 디자인: 사용자 수정본22·33~34쪽 왼쪽 원본/오른쪽 설명 차용.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9/40. 반응식을 더하면</a:t>
            </a:r>
          </a:p>
          <a:p xmlns:a="http://schemas.openxmlformats.org/drawingml/2006/main">
            <a:r>
              <a:t>핵심: 중간 물질이 소거되면 두 단계의 합이 직접 반응식이 된다</a:t>
            </a:r>
          </a:p>
          <a:p xmlns:a="http://schemas.openxmlformats.org/drawingml/2006/main">
            <a:r>
              <a:t>교사용: 앞 장의 두 단계 반응을 합한다. Ca(OH)2(aq)와 양변의 물1mol이 소거되어 직접 반응식이 남는다. 상태가 다른 물질은 소거하지 않는다.</a:t>
            </a:r>
          </a:p>
          <a:p xmlns:a="http://schemas.openxmlformats.org/drawingml/2006/main">
            <a:r>
              <a:t>출처: W22 118~119 CaO 반응식①~③.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10/40. 계수를 바꾸면 ΔH도 바뀐다</a:t>
            </a:r>
          </a:p>
          <a:p xmlns:a="http://schemas.openxmlformats.org/drawingml/2006/main">
            <a:r>
              <a:t>핵심: 반응식의 모든 계수에 k를 곱하면 ΔH에도 k를 곱한다</a:t>
            </a:r>
          </a:p>
          <a:p xmlns:a="http://schemas.openxmlformats.org/drawingml/2006/main">
            <a:r>
              <a:t>교사용: 반응식 전체 계수에 같은 비율을 적용한다. ΔH의 부호와 계수 변화량을 구분한다.</a:t>
            </a:r>
          </a:p>
          <a:p xmlns:a="http://schemas.openxmlformats.org/drawingml/2006/main">
            <a:r>
              <a:t>출처: W22 122 Q2 (가), 2배 비교는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11/40. 반응을 뒤집으면 부호가 바뀐다</a:t>
            </a:r>
          </a:p>
          <a:p xmlns:a="http://schemas.openxmlformats.org/drawingml/2006/main">
            <a:r>
              <a:t>핵심: 역반응의 ΔH는 절댓값이 같고 부호가 반대다</a:t>
            </a:r>
          </a:p>
          <a:p xmlns:a="http://schemas.openxmlformats.org/drawingml/2006/main">
            <a:r>
              <a:t>교사용: 반응 방향·물질 위치·ΔH 부호를 한 번에 바꾼다.</a:t>
            </a:r>
          </a:p>
          <a:p xmlns:a="http://schemas.openxmlformats.org/drawingml/2006/main">
            <a:r>
              <a:t>출처: W22 119 반응③, 역반응은 교사 조작.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12/40. 헤스 법칙의 세 가지 조작</a:t>
            </a:r>
          </a:p>
          <a:p xmlns:a="http://schemas.openxmlformats.org/drawingml/2006/main">
            <a:r>
              <a:t>핵심: 반응식의 배수·역반응·합에 ΔH도 같은 조작을 적용한다</a:t>
            </a:r>
          </a:p>
          <a:p xmlns:a="http://schemas.openxmlformats.org/drawingml/2006/main">
            <a:r>
              <a:t>교사용: 개념을 배운 Part1 안에서 바로 소정리한다. 설명한 세 조작을 이후 계산의 점검 기준으로 사용한다.</a:t>
            </a:r>
          </a:p>
          <a:p xmlns:a="http://schemas.openxmlformats.org/drawingml/2006/main">
            <a:r>
              <a:t>출처: W22 118~119·122.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13/40. Part 2 반응 엔탈피 구하기</a:t>
            </a:r>
          </a:p>
          <a:p xmlns:a="http://schemas.openxmlformats.org/drawingml/2006/main">
            <a:r>
              <a:t>핵심: 직접 측정하기 어려운 반응의 ΔH를 다른 반응으로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14/40. CO 생성열을 직접 재기 어려운 까닭</a:t>
            </a:r>
          </a:p>
          <a:p xmlns:a="http://schemas.openxmlformats.org/drawingml/2006/main">
            <a:r>
              <a:t>핵심: 탄소의 불완전 연소에서는 CO2도 함께 생길 수 있다</a:t>
            </a:r>
          </a:p>
          <a:p xmlns:a="http://schemas.openxmlformats.org/drawingml/2006/main">
            <a:r>
              <a:t>교사용: 혼합 생성물이 생길 수 있다는 측정의 어려움과 간접 방법의 필요성을 설명한다. 직접 측정이 원리적으로 영원히 불가능하다는 주장으로 확대하지 않는다.</a:t>
            </a:r>
          </a:p>
          <a:p xmlns:a="http://schemas.openxmlformats.org/drawingml/2006/main">
            <a:r>
              <a:t>출처: W22 119 헤스 법칙 이용 본문.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15/40. 목표 반응과 주어진 반응</a:t>
            </a:r>
          </a:p>
          <a:p xmlns:a="http://schemas.openxmlformats.org/drawingml/2006/main">
            <a:r>
              <a:t>핵심: CO를 만드는 목표식과 알려진 두 연소식을 구별한다</a:t>
            </a:r>
          </a:p>
          <a:p xmlns:a="http://schemas.openxmlformats.org/drawingml/2006/main">
            <a:r>
              <a:t>교사용: 원하는 CO가 생성물에 계수1로 있어야 함을 먼저 표시한다. 주어진 식과 목표식을 구분한다.</a:t>
            </a:r>
          </a:p>
          <a:p xmlns:a="http://schemas.openxmlformats.org/drawingml/2006/main">
            <a:r>
              <a:t>출처: W22 119 반응①~③.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16/40. 같은 물질을 소거하자</a:t>
            </a:r>
          </a:p>
          <a:p xmlns:a="http://schemas.openxmlformats.org/drawingml/2006/main">
            <a:r>
              <a:t>핵심: CO 산화 반응을 뒤집어 더하면 CO2가 소거된다</a:t>
            </a:r>
          </a:p>
          <a:p xmlns:a="http://schemas.openxmlformats.org/drawingml/2006/main">
            <a:r>
              <a:t>교사용: 처음부터 식을 단순 빼는 요령만 주지 않고 역반응의 부호와 물질 소거를 함께 보인다. 산소1/2mol이 남는지 검산한다.</a:t>
            </a:r>
          </a:p>
          <a:p xmlns:a="http://schemas.openxmlformats.org/drawingml/2006/main">
            <a:r>
              <a:t>출처: W22 119 CO 생성식 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실제21·24쪽;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전체40장 검토 시안 중 17장.</a:t>
            </a:r>
          </a:p>
          <a:p xmlns:a="http://schemas.openxmlformats.org/drawingml/2006/main">
            <a:r>
              <a:t>대표 검토본5/5. 전체 계획17장. 목표식은 C(s,흑연)+1/2O2(g)→CO(g). ΔH2=ΔH1−ΔH3을 먼저 읽는다. 위 두 원본 반응식에서 CO 산화 반응을 역으로 한 뒤 합하면 CO2가 소거됨을 앞 장에서 다루고, 이 장에서는 수치 계산에 집중한다. 두 음수를 빼므로 -393.5+283.0=-110.5kJ. 적힌 목표 반응 1회(탄소1mol)에 해당한다.</a:t>
            </a:r>
          </a:p>
          <a:p xmlns:a="http://schemas.openxmlformats.org/drawingml/2006/main">
            <a:r>
              <a:t>출처: W22 PDF/인쇄119, 탄소·CO 연소 반응식과 ΔH 계산. 원본 수식은 별도 크롭, 다른 문장은 편집 가능한 텍스트. 디자인: 사용자 수정본28·38쪽의 관계식→대입·결과 위계.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18/40. 헤스 법칙 계산의 순서</a:t>
            </a:r>
          </a:p>
          <a:p xmlns:a="http://schemas.openxmlformats.org/drawingml/2006/main">
            <a:r>
              <a:t>핵심: 목표식 확인→방향·계수 조절→물질 소거→ΔH 계산 순서로 푼다</a:t>
            </a:r>
          </a:p>
          <a:p xmlns:a="http://schemas.openxmlformats.org/drawingml/2006/main">
            <a:r>
              <a:t>교사용: 앞 CO 풀이와 네 단계를 연결한다. 3단계에서 상태가 다르면 소거하면 안 된다고 강조한다.</a:t>
            </a:r>
          </a:p>
          <a:p xmlns:a="http://schemas.openxmlformats.org/drawingml/2006/main">
            <a:r>
              <a:t>출처: W22 122 비법 특강.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19/40. SO2가 SO3로 바뀔 때</a:t>
            </a:r>
          </a:p>
          <a:p xmlns:a="http://schemas.openxmlformats.org/drawingml/2006/main">
            <a:r>
              <a:t>핵심: 목표식에 맞게 한 반응을 2배하고 다른 반응과 조합한다</a:t>
            </a:r>
          </a:p>
          <a:p xmlns:a="http://schemas.openxmlformats.org/drawingml/2006/main">
            <a:r>
              <a:t>교사용: 먼저 독립 풀이. 정답은 다음 장에 두고, 목표 SO2 계수2와 SO3 생성물 위치를 확인하게 한다.</a:t>
            </a:r>
          </a:p>
          <a:p xmlns:a="http://schemas.openxmlformats.org/drawingml/2006/main">
            <a:r>
              <a:t>출처: W22 122 Q2.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20/40. 반응식과 ΔH를 함께 검산</a:t>
            </a:r>
          </a:p>
          <a:p xmlns:a="http://schemas.openxmlformats.org/drawingml/2006/main">
            <a:r>
              <a:t>핵심: 2SO2+O2→2SO3의 ΔH는 -197 kJ이다</a:t>
            </a:r>
          </a:p>
          <a:p xmlns:a="http://schemas.openxmlformats.org/drawingml/2006/main">
            <a:r>
              <a:t>교사용: (가)를2배하고 뒤집어 (나)와 더한다. 황원자·산소분자와 ΔH 부호·단위를 검산한다.</a:t>
            </a:r>
          </a:p>
          <a:p xmlns:a="http://schemas.openxmlformats.org/drawingml/2006/main">
            <a:r>
              <a:t>출처: W22 122 Q2 해설.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실제38·39쪽;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21/40. 그림도 반응식도 같은 관계</a:t>
            </a:r>
          </a:p>
          <a:p xmlns:a="http://schemas.openxmlformats.org/drawingml/2006/main">
            <a:r>
              <a:t>핵심: 경로 그림의 화살표와 식 조합은 같은 ΔH 관계를 나타낸다</a:t>
            </a:r>
          </a:p>
          <a:p xmlns:a="http://schemas.openxmlformats.org/drawingml/2006/main">
            <a:r>
              <a:t>교사용: 그림의 화살표 방향과 반응식의 방향이 대응함을 확인한다. 중간 수준에는 남은 산소1/2mol을 함께 표시한 원본을 쓴다.</a:t>
            </a:r>
          </a:p>
          <a:p xmlns:a="http://schemas.openxmlformats.org/drawingml/2006/main">
            <a:r>
              <a:t>출처: W22 119 엔탈피 그래프.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22/40. Part 3 표준 생성 엔탈피</a:t>
            </a:r>
          </a:p>
          <a:p xmlns:a="http://schemas.openxmlformats.org/drawingml/2006/main">
            <a:r>
              <a:t>핵심: 물질마다 같은 기준의 생성 엔탈피를 알면 어떤 반응의 열도 구할 수 있을까?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23/40. 표준 생성 엔탈피</a:t>
            </a:r>
          </a:p>
          <a:p xmlns:a="http://schemas.openxmlformats.org/drawingml/2006/main">
            <a:r>
              <a:t>핵심: 기준 원소 물질로부터 물질 1mol이 생성될 때의 반응 엔탈피다</a:t>
            </a:r>
          </a:p>
          <a:p xmlns:a="http://schemas.openxmlformats.org/drawingml/2006/main">
            <a:r>
              <a:t>교사용: f는formation, 위첨자°는표준상태라는 기호를 말로 보완한다. 이 자료의 수치는25°C 조건이며 온도를 표준상태 정의 자체와 동일시하지 않는다. 주 교과서 직접 대조 전 잠정 Part이다.</a:t>
            </a:r>
          </a:p>
          <a:p xmlns:a="http://schemas.openxmlformats.org/drawingml/2006/main">
            <a:r>
              <a:t>출처: W22 121 정의·물 생성식.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실제8·15쪽;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24/40. 기준 원소 물질의 값은 0</a:t>
            </a:r>
          </a:p>
          <a:p xmlns:a="http://schemas.openxmlformats.org/drawingml/2006/main">
            <a:r>
              <a:t>핵심: 가장 안정한 기준 원소 물질의 표준 생성 엔탈피를 0으로 정한다</a:t>
            </a:r>
          </a:p>
          <a:p xmlns:a="http://schemas.openxmlformats.org/drawingml/2006/main">
            <a:r>
              <a:t>교사용: 기준 원소 물질의 생성 엔탈피를0으로 정한 것이며, 물질의 엔탈피H가0이라는 의미가 아니다. 고립 원자·다른 동소체로 자동 확대하지 않는다.</a:t>
            </a:r>
          </a:p>
          <a:p xmlns:a="http://schemas.openxmlformats.org/drawingml/2006/main">
            <a:r>
              <a:t>출처: W22 121 표·원소 기준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실제17·18쪽;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25/40. 물과 수증기는 서로 다른 자료다</a:t>
            </a:r>
          </a:p>
          <a:p xmlns:a="http://schemas.openxmlformats.org/drawingml/2006/main">
            <a:r>
              <a:t>핵심: 물질의 상태가 다르면 표준 생성 엔탈피도 다르다</a:t>
            </a:r>
          </a:p>
          <a:p xmlns:a="http://schemas.openxmlformats.org/drawingml/2006/main">
            <a:r>
              <a:t>교사용: 비교하는 물질의 양과 온도조건은같고 생성물상태만다르다. 상태문자만기울이고괄호정자유지. 상태가다른H2O를서로소거하지않는다.</a:t>
            </a:r>
          </a:p>
          <a:p xmlns:a="http://schemas.openxmlformats.org/drawingml/2006/main">
            <a:r>
              <a:t>출처: W22 121 상태별 표;123 Q4.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26/40. 생성물에서 반응물을 빼는 까닭</a:t>
            </a:r>
          </a:p>
          <a:p xmlns:a="http://schemas.openxmlformats.org/drawingml/2006/main">
            <a:r>
              <a:t>핵심: 원소에서 생성물로 가는 경로와 반응물을 거치는 경로를 비교한다</a:t>
            </a:r>
          </a:p>
          <a:p xmlns:a="http://schemas.openxmlformats.org/drawingml/2006/main">
            <a:r>
              <a:t>교사용: 원소에서생성물로가는경로와메테인을거치는경로를비교한다. CH4생성식①을뒤집고③을2배하여원소를소거한다. 다음장일반식으로연결한다.</a:t>
            </a:r>
          </a:p>
          <a:p xmlns:a="http://schemas.openxmlformats.org/drawingml/2006/main">
            <a:r>
              <a:t>출처: W22 121 CH4 생성식①②③·조합.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실제10·21쪽;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27/40. 계수를 곱해 합한다</a:t>
            </a:r>
          </a:p>
          <a:p xmlns:a="http://schemas.openxmlformats.org/drawingml/2006/main">
            <a:r>
              <a:t>핵심: ΔrH°=ΣνΔfH°(생성물)-ΣνΔfH°(반응물)이다</a:t>
            </a:r>
          </a:p>
          <a:p xmlns:a="http://schemas.openxmlformats.org/drawingml/2006/main">
            <a:r>
              <a:t>교사용: 일반식의합은그냥각물질값을한번씩더한다는뜻이아니라계수곱을포함한다. 엄밀한표준반응엔탈피기호와단위는주교과서대조후통일한다.</a:t>
            </a:r>
          </a:p>
          <a:p xmlns:a="http://schemas.openxmlformats.org/drawingml/2006/main">
            <a:r>
              <a:t>출처: W22 121 관계식.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실제10·28쪽;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28/40. 메테인 연소열 구하기</a:t>
            </a:r>
          </a:p>
          <a:p xmlns:a="http://schemas.openxmlformats.org/drawingml/2006/main">
            <a:r>
              <a:t>핵심: 제시된 표의 값으로 CH4 연소 ΔH는 -890.3 kJ이다</a:t>
            </a:r>
          </a:p>
          <a:p xmlns:a="http://schemas.openxmlformats.org/drawingml/2006/main">
            <a:r>
              <a:t>교사용: 이장수치세트는완자121의-74.8/-393.5/-285.8을그대로이용한다. 3-01자료의-890.5값과혼용하지않는다. CH4연소1mol기준식이다.</a:t>
            </a:r>
          </a:p>
          <a:p xmlns:a="http://schemas.openxmlformats.org/drawingml/2006/main">
            <a:r>
              <a:t>출처: W22 121 표·메테인 예제.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29/40. 물의 상태 변화 엔탈피</a:t>
            </a:r>
          </a:p>
          <a:p xmlns:a="http://schemas.openxmlformats.org/drawingml/2006/main">
            <a:r>
              <a:t>핵심: 제시된 두 생성 엔탈피 차이로 기화 ΔH=+44.0 kJ를 구한다</a:t>
            </a:r>
          </a:p>
          <a:p xmlns:a="http://schemas.openxmlformats.org/drawingml/2006/main">
            <a:r>
              <a:t>교사용: 25°C에서상태차이를나타낸값이다. 끓는점100°C의기화엔탈피와혼용하지않는다. 두반응의물질상태를구분한다.</a:t>
            </a:r>
          </a:p>
          <a:p xmlns:a="http://schemas.openxmlformats.org/drawingml/2006/main">
            <a:r>
              <a:t>출처: W22 123 Q4;121 상태별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실제20·24쪽;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30/40. 생성 엔탈피 계산의 확인점</a:t>
            </a:r>
          </a:p>
          <a:p xmlns:a="http://schemas.openxmlformats.org/drawingml/2006/main">
            <a:r>
              <a:t>핵심: 생성물 1mol 기준·기준 원소·물질 상태·반응 계수를 확인한다</a:t>
            </a:r>
          </a:p>
          <a:p xmlns:a="http://schemas.openxmlformats.org/drawingml/2006/main">
            <a:r>
              <a:t>교사용: 표의kJ/mol과적힌열화학반응식의kJ를구분한다. 단원뒤로밀지않고Part3안에서정리한다.</a:t>
            </a:r>
          </a:p>
          <a:p xmlns:a="http://schemas.openxmlformats.org/drawingml/2006/main">
            <a:r>
              <a:t>출처: W22 121·124 핵심체크.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실제13·18쪽;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31/40. Part 4 실험으로 확인하는 헤스 법칙</a:t>
            </a:r>
          </a:p>
          <a:p xmlns:a="http://schemas.openxmlformats.org/drawingml/2006/main">
            <a:r>
              <a:t>핵심: 용해한 뒤 중화할 때와 고체를 직접 반응시킬 때의 열은 어떤 관계일까?</a:t>
            </a:r>
          </a:p>
          <a:p xmlns:a="http://schemas.openxmlformats.org/drawingml/2006/main">
            <a:r>
              <a:t>교사용: 한 줄 질문으로 이론의 필요성을 연결한다. Part 표기는 첫 글자만 대문자, T셀파 로고 없음.</a:t>
            </a:r>
          </a:p>
          <a:p xmlns:a="http://schemas.openxmlformats.org/drawingml/2006/main">
            <a:r>
              <a:t>출처: W22 PDF/인쇄118~124.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실제32쪽;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32/40. 같은 처음과 끝을 만드는 두 경로</a:t>
            </a:r>
          </a:p>
          <a:p xmlns:a="http://schemas.openxmlformats.org/drawingml/2006/main">
            <a:r>
              <a:t>핵심: NaOH 용해+수용액 중화와 고체 NaOH의 직접 반응을 비교한다</a:t>
            </a:r>
          </a:p>
          <a:p xmlns:a="http://schemas.openxmlformats.org/drawingml/2006/main">
            <a:r>
              <a:t>교사용: 처음·나중에있는물질전체를같게한다. 반응식에생략된용매물도경로조건에서비교한다. NaOH(aq)는중간물질로소거된다.</a:t>
            </a:r>
          </a:p>
          <a:p xmlns:a="http://schemas.openxmlformats.org/drawingml/2006/main">
            <a:r>
              <a:t>출처: W22 120 실험;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실제22·36쪽;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33/40. 실험 조건을 맞추자</a:t>
            </a:r>
          </a:p>
          <a:p xmlns:a="http://schemas.openxmlformats.org/drawingml/2006/main">
            <a:r>
              <a:t>핵심: NaOH 양·전체 물질·처음 온도와 열량계 조건을 비교한다</a:t>
            </a:r>
          </a:p>
          <a:p xmlns:a="http://schemas.openxmlformats.org/drawingml/2006/main">
            <a:r>
              <a:t>교사용: 완자예시실험Ⅰ용해뒤25°C로식히고중화한다. 실험Ⅱ에서는물과염산혼합뒤25°C로식힌후고체를넣는다. 원본사진의두패널이모두실험Ⅰ임을구분하고직접반응실험사진으로잘못이름붙이지않는다.</a:t>
            </a:r>
          </a:p>
          <a:p xmlns:a="http://schemas.openxmlformats.org/drawingml/2006/main">
            <a:r>
              <a:t>출처: W22 120 과정·실험Ⅰ 사진.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실제11·23쪽;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34/40. 열량계에서 읽는 것</a:t>
            </a:r>
          </a:p>
          <a:p xmlns:a="http://schemas.openxmlformats.org/drawingml/2006/main">
            <a:r>
              <a:t>핵심: 용액이 얻은 열 Q=cmΔt로 반응에서 방출한 열을 추정한다</a:t>
            </a:r>
          </a:p>
          <a:p xmlns:a="http://schemas.openxmlformats.org/drawingml/2006/main">
            <a:r>
              <a:t>교사용: 외부열출입·열량계열용량을무시하는근사에서용액이얻은열과반응에서방출한열의크기를연결한다. 반응mol기준으로환산하기전Q는J또는kJ이다. 용질질량도더한다.</a:t>
            </a:r>
          </a:p>
          <a:p xmlns:a="http://schemas.openxmlformats.org/drawingml/2006/main">
            <a:r>
              <a:t>출처: W22 120 Q=cmΔt·열량 계산; G22 보존104~105.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실제23·28쪽;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35/40. 교재의 온도 자료 읽기</a:t>
            </a:r>
          </a:p>
          <a:p xmlns:a="http://schemas.openxmlformats.org/drawingml/2006/main">
            <a:r>
              <a:t>핵심: 각 반응 단계의 질량과 온도 변화를 따로 기록한다</a:t>
            </a:r>
          </a:p>
          <a:p xmlns:a="http://schemas.openxmlformats.org/drawingml/2006/main">
            <a:r>
              <a:t>교사용: 교재예시데이터이며이번수업에서실측한값으로표현하지않는다. W22와G22예시온도를섞지않는다. 각반응의처음온도를별도로기록한다.</a:t>
            </a:r>
          </a:p>
          <a:p xmlns:a="http://schemas.openxmlformats.org/drawingml/2006/main">
            <a:r>
              <a:t>출처: W22 120 결과·열량 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36/40. 한 단계의 반응 엔탈피</a:t>
            </a:r>
          </a:p>
          <a:p xmlns:a="http://schemas.openxmlformats.org/drawingml/2006/main">
            <a:r>
              <a:t>핵심: 용해 단계는 Q≈8.30kJ, NaOH 0.200mol 기준 ΔH≈-41.50kJ/mol이다</a:t>
            </a:r>
          </a:p>
          <a:p xmlns:a="http://schemas.openxmlformats.org/drawingml/2006/main">
            <a:r>
              <a:t>교사용: 계산전의정확한값-41.496kJ/mol을최종반올림하면-41.50이다. 온도상승으로용액이열을얻었고반응ΔH는음수임을구분한다.</a:t>
            </a:r>
          </a:p>
          <a:p xmlns:a="http://schemas.openxmlformats.org/drawingml/2006/main">
            <a:r>
              <a:t>출처: W22 120 실험Ⅰ❶.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37/40. 나머지 두 단계와 비교</a:t>
            </a:r>
          </a:p>
          <a:p xmlns:a="http://schemas.openxmlformats.org/drawingml/2006/main">
            <a:r>
              <a:t>핵심: 교재 반올림값은 중화 -52.25, 직접 반응 -94.25kJ/mol이다</a:t>
            </a:r>
          </a:p>
          <a:p xmlns:a="http://schemas.openxmlformats.org/drawingml/2006/main">
            <a:r>
              <a:t>교사용: 중화10.45와직접18.85kJ는교재의중간반올림값이다. 연속계산의반올림전결과와혼합하지않고여기서는교재의반올림표를한세트로쓴다.</a:t>
            </a:r>
          </a:p>
          <a:p xmlns:a="http://schemas.openxmlformats.org/drawingml/2006/main">
            <a:r>
              <a:t>출처: W22 120 해석2.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실제18·38쪽;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38/40. 실험값은 얼마나 가까울까?</a:t>
            </a:r>
          </a:p>
          <a:p xmlns:a="http://schemas.openxmlformats.org/drawingml/2006/main">
            <a:r>
              <a:t>핵심: 두 단계 합 -93.75와 직접값 -94.25kJ/mol은 근사적으로 일치한다</a:t>
            </a:r>
          </a:p>
          <a:p xmlns:a="http://schemas.openxmlformats.org/drawingml/2006/main">
            <a:r>
              <a:t>교사용: 열손실·측정·증발및희석·농도조건의영향을교사발문으로연결한다. 데이터를고쳐정확히일치시키지않는다. 관찰은근사일치이며법칙실패로단정하지않는다.</a:t>
            </a:r>
          </a:p>
          <a:p xmlns:a="http://schemas.openxmlformats.org/drawingml/2006/main">
            <a:r>
              <a:t>출처: W22 120 해석3·오차 설명.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실제13·24쪽;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39/40. 직접 재지 못한 ΔH를 알게 되는 까닭</a:t>
            </a:r>
          </a:p>
          <a:p xmlns:a="http://schemas.openxmlformats.org/drawingml/2006/main">
            <a:r>
              <a:t>핵심: 알려진 반응을 조합해 같은 처음·끝을 만들면 미지 ΔH를 구할 수 있다</a:t>
            </a:r>
          </a:p>
          <a:p xmlns:a="http://schemas.openxmlformats.org/drawingml/2006/main">
            <a:r>
              <a:t>교사용: 도입의높이차비유와연결해경로와변화량을말로구분한다. 걷는거리나신체에너지와반응열을동일시하지않는다. 원래등록캐릭터를확보하지못해캐릭터는배치하지않았다.</a:t>
            </a:r>
          </a:p>
          <a:p xmlns:a="http://schemas.openxmlformats.org/drawingml/2006/main">
            <a:r>
              <a:t>출처: W22 118~123; STD22.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실제31·40쪽;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검토 시안 40/40. 경로와 식으로 설명하기</a:t>
            </a:r>
          </a:p>
          <a:p xmlns:a="http://schemas.openxmlformats.org/drawingml/2006/main">
            <a:r>
              <a:t>핵심: 경로 비교·식 조합·상태 확인을 근거로 헤스 법칙을 적용한다</a:t>
            </a:r>
          </a:p>
          <a:p xmlns:a="http://schemas.openxmlformats.org/drawingml/2006/main">
            <a:r>
              <a:t>교사용: 출구과제예상답:①두연소식을조합하면목표식이남음②양의값,생성엔탈피차이+44.0kJ③열손실·기기/온도측정·희석/농도조건등. 화면에정답을동시에적지않고교사노트에보존한다. 형식적정리문구보다실제개념활동이름으로끝낸다.</a:t>
            </a:r>
          </a:p>
          <a:p xmlns:a="http://schemas.openxmlformats.org/drawingml/2006/main">
            <a:r>
              <a:t>출처: W22 119·123·120 근거 교사 제작 확인 과제. 천재 교과서·지도서 원본 및 2015 완자 새 대조는 미완료이며 확인된 2022 완자와 보존 지도서 발췌를 기준으로 제작한 초안이다. 기존 계획의 미판정을 통과로 바꾸지 않음.</a:t>
            </a:r>
          </a:p>
          <a:p xmlns:a="http://schemas.openxmlformats.org/drawingml/2006/main">
            <a:r>
              <a:t>레이아웃 참조: 사용자 수정본 실제24·40쪽; brief.md. 캐릭터 신규 생성 없음.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abcfb6aee94fc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6c43ce54b4e41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02bbd9a6937492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0253bdf66a41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c8f8797ddd47e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81400d507d240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C26ADD-C147-4527-AD50-04CC4C939F6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8FD9F8-CDF8-477B-9478-B4F5C2FACE4E}"/>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970136-9E11-41DB-89F2-08D2189A63D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06C04D-513D-4BB0-AE81-D91AD1651819}"/>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DE9660-B7B2-46D8-BCC0-D5F99E5CC45D}"/>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179D750-5F02-43FE-A890-F934F5AA6F6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203EF6F-76F1-4A54-8A7E-4ADC2B1E6A6E}"/>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EC02A3-CB9C-48FE-99A3-6E2A79EE89B5}"/>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D6179C-4A56-46EE-946B-DAFDE010419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D7941B-1277-482C-A4E9-4D866FA1ADD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3b899e6bcb4b1a" /><Relationship Type="http://schemas.openxmlformats.org/officeDocument/2006/relationships/slideLayout" Target="/ppt/slideLayouts/slideLayout1.xml" Id="Rc431aff3d0fe4b1d" /><Relationship Type="http://schemas.openxmlformats.org/officeDocument/2006/relationships/slideLayout" Target="/ppt/slideLayouts/slideLayout2.xml" Id="R158a186a461a491a" /><Relationship Type="http://schemas.openxmlformats.org/officeDocument/2006/relationships/slideLayout" Target="/ppt/slideLayouts/slideLayout3.xml" Id="R8e8f1f4756214b83" /><Relationship Type="http://schemas.openxmlformats.org/officeDocument/2006/relationships/slideLayout" Target="/ppt/slideLayouts/slideLayout4.xml" Id="R5dcb72b93fc24ae7" /><Relationship Type="http://schemas.openxmlformats.org/officeDocument/2006/relationships/slideLayout" Target="/ppt/slideLayouts/slideLayout5.xml" Id="R13eaacd7ab5947ed" /><Relationship Type="http://schemas.openxmlformats.org/officeDocument/2006/relationships/slideLayout" Target="/ppt/slideLayouts/slideLayout6.xml" Id="R72e50bf6612540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31aff3d0fe4b1d"/>
    <p:sldLayoutId xmlns:r="http://schemas.openxmlformats.org/officeDocument/2006/relationships" id="2147483650" r:id="R158a186a461a491a"/>
    <p:sldLayoutId xmlns:r="http://schemas.openxmlformats.org/officeDocument/2006/relationships" id="2147483651" r:id="R8e8f1f4756214b83"/>
    <p:sldLayoutId xmlns:r="http://schemas.openxmlformats.org/officeDocument/2006/relationships" id="2147483652" r:id="R5dcb72b93fc24ae7"/>
    <p:sldLayoutId xmlns:r="http://schemas.openxmlformats.org/officeDocument/2006/relationships" id="2147483653" r:id="R13eaacd7ab5947ed"/>
    <p:sldLayoutId xmlns:r="http://schemas.openxmlformats.org/officeDocument/2006/relationships" id="2147483654" r:id="R72e50bf6612540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8bcf7e70d1e4410" /><Relationship Type="http://schemas.openxmlformats.org/officeDocument/2006/relationships/image" Target="/ppt/media/image.png" Id="R033a461bd1304335" /><Relationship Type="http://schemas.openxmlformats.org/officeDocument/2006/relationships/image" Target="/ppt/media/image2.png" Id="R134fc7a00e3e4629" /><Relationship Type="http://schemas.openxmlformats.org/officeDocument/2006/relationships/notesSlide" Target="/ppt/notesSlides/notesSlide1.xml" Id="Rac29d29c9dd94a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5b8abb6b1e4469d" /><Relationship Type="http://schemas.openxmlformats.org/officeDocument/2006/relationships/image" Target="/ppt/media/image3.png" Id="R6a5d266603904596" /><Relationship Type="http://schemas.openxmlformats.org/officeDocument/2006/relationships/notesSlide" Target="/ppt/notesSlides/notesSlide2.xml" Id="R90f5de0e7cf8408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9a333ee7d9d44bf" /><Relationship Type="http://schemas.openxmlformats.org/officeDocument/2006/relationships/image" Target="/ppt/media/image4.png" Id="Rf349586109064e46" /><Relationship Type="http://schemas.openxmlformats.org/officeDocument/2006/relationships/notesSlide" Target="/ppt/notesSlides/notesSlide3.xml" Id="R6dc52632d29b48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e542ba467546ec" /><Relationship Type="http://schemas.openxmlformats.org/officeDocument/2006/relationships/image" Target="/ppt/media/image5.png" Id="Ra5d350b3d728439b" /><Relationship Type="http://schemas.openxmlformats.org/officeDocument/2006/relationships/notesSlide" Target="/ppt/notesSlides/notesSlide4.xml" Id="Rc278b166c59441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39fe3efdb484e10" /><Relationship Type="http://schemas.openxmlformats.org/officeDocument/2006/relationships/image" Target="/ppt/media/image6.png" Id="R7ae1a12c653c42da" /><Relationship Type="http://schemas.openxmlformats.org/officeDocument/2006/relationships/notesSlide" Target="/ppt/notesSlides/notesSlide5.xml" Id="R1f535891681a42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15775cb34d47d4" /><Relationship Type="http://schemas.openxmlformats.org/officeDocument/2006/relationships/image" Target="/ppt/media/image7.png" Id="R9848ec130756477a" /><Relationship Type="http://schemas.openxmlformats.org/officeDocument/2006/relationships/notesSlide" Target="/ppt/notesSlides/notesSlide6.xml" Id="Rd433af64f30b49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a0e2d03d044be5" /><Relationship Type="http://schemas.openxmlformats.org/officeDocument/2006/relationships/image" Target="/ppt/media/image8.png" Id="R79b1a420e86d4c9c" /><Relationship Type="http://schemas.openxmlformats.org/officeDocument/2006/relationships/notesSlide" Target="/ppt/notesSlides/notesSlide7.xml" Id="Rf2d4b0c048e442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574e6f87ee74aa7" /><Relationship Type="http://schemas.openxmlformats.org/officeDocument/2006/relationships/image" Target="/ppt/media/image9.png" Id="R3700bcf8cc9a42fa" /><Relationship Type="http://schemas.openxmlformats.org/officeDocument/2006/relationships/image" Target="/ppt/media/image10.png" Id="Rcab4f454b9d5470e" /><Relationship Type="http://schemas.openxmlformats.org/officeDocument/2006/relationships/notesSlide" Target="/ppt/notesSlides/notesSlide8.xml" Id="R9bbbd84a30f3462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dd0caf23c4845a3" /><Relationship Type="http://schemas.openxmlformats.org/officeDocument/2006/relationships/image" Target="/ppt/media/image11.png" Id="R3ca1ce9409a74032" /><Relationship Type="http://schemas.openxmlformats.org/officeDocument/2006/relationships/image" Target="/ppt/media/image12.png" Id="Rf6856a12dba04bb8" /><Relationship Type="http://schemas.openxmlformats.org/officeDocument/2006/relationships/notesSlide" Target="/ppt/notesSlides/notesSlide9.xml" Id="R20dec9746dbd4a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d55e505a5474f5b" /><Relationship Type="http://schemas.openxmlformats.org/officeDocument/2006/relationships/image" Target="/ppt/media/image13.png" Id="R6ec44c3535584a1f" /><Relationship Type="http://schemas.openxmlformats.org/officeDocument/2006/relationships/image" Target="/ppt/media/image14.png" Id="Rf37f6123e6dc4a53" /><Relationship Type="http://schemas.openxmlformats.org/officeDocument/2006/relationships/notesSlide" Target="/ppt/notesSlides/notesSlide10.xml" Id="R7bcfe06c998f48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2f3a78ae6e84333" /><Relationship Type="http://schemas.openxmlformats.org/officeDocument/2006/relationships/image" Target="/ppt/media/image15.png" Id="R59c567cfd77e42e1" /><Relationship Type="http://schemas.openxmlformats.org/officeDocument/2006/relationships/image" Target="/ppt/media/image16.png" Id="R5d8c02bfa7664eeb" /><Relationship Type="http://schemas.openxmlformats.org/officeDocument/2006/relationships/notesSlide" Target="/ppt/notesSlides/notesSlide11.xml" Id="R4fd874ed6b7a41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5eaef843c914a1c" /><Relationship Type="http://schemas.openxmlformats.org/officeDocument/2006/relationships/image" Target="/ppt/media/image17.png" Id="R8cdc4f29cd2e468e" /><Relationship Type="http://schemas.openxmlformats.org/officeDocument/2006/relationships/notesSlide" Target="/ppt/notesSlides/notesSlide12.xml" Id="R1803e64b36b8420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03ad4298e0d4e56" /><Relationship Type="http://schemas.openxmlformats.org/officeDocument/2006/relationships/image" Target="/ppt/media/image18.png" Id="Rad1b31a6ecea4cf9" /><Relationship Type="http://schemas.openxmlformats.org/officeDocument/2006/relationships/notesSlide" Target="/ppt/notesSlides/notesSlide13.xml" Id="R4b2af7d6b5204c6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500fece156542ac" /><Relationship Type="http://schemas.openxmlformats.org/officeDocument/2006/relationships/image" Target="/ppt/media/image19.png" Id="R810773de461343e9" /><Relationship Type="http://schemas.openxmlformats.org/officeDocument/2006/relationships/notesSlide" Target="/ppt/notesSlides/notesSlide14.xml" Id="Radea60569a1a4bd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9b618c186f24bc1" /><Relationship Type="http://schemas.openxmlformats.org/officeDocument/2006/relationships/image" Target="/ppt/media/image20.png" Id="R789855f9a216413d" /><Relationship Type="http://schemas.openxmlformats.org/officeDocument/2006/relationships/image" Target="/ppt/media/image21.png" Id="Rf3fab3e649a54838" /><Relationship Type="http://schemas.openxmlformats.org/officeDocument/2006/relationships/image" Target="/ppt/media/image22.png" Id="Rf2943878320a401b" /><Relationship Type="http://schemas.openxmlformats.org/officeDocument/2006/relationships/image" Target="/ppt/media/image23.png" Id="Rafec9b14c753409b" /><Relationship Type="http://schemas.openxmlformats.org/officeDocument/2006/relationships/notesSlide" Target="/ppt/notesSlides/notesSlide15.xml" Id="R529a4b4cd30d47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8f3316346674e12" /><Relationship Type="http://schemas.openxmlformats.org/officeDocument/2006/relationships/image" Target="/ppt/media/image24.png" Id="R9f37087baf5e4473" /><Relationship Type="http://schemas.openxmlformats.org/officeDocument/2006/relationships/image" Target="/ppt/media/image25.png" Id="Rebf711983d334121" /><Relationship Type="http://schemas.openxmlformats.org/officeDocument/2006/relationships/notesSlide" Target="/ppt/notesSlides/notesSlide16.xml" Id="Ra6ef59d9186f46e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e3e6c0105c145c3" /><Relationship Type="http://schemas.openxmlformats.org/officeDocument/2006/relationships/image" Target="/ppt/media/image26.png" Id="Rfd65330ca6ae4101" /><Relationship Type="http://schemas.openxmlformats.org/officeDocument/2006/relationships/image" Target="/ppt/media/image27.png" Id="Rf586e52f7a754fe0" /><Relationship Type="http://schemas.openxmlformats.org/officeDocument/2006/relationships/image" Target="/ppt/media/image28.png" Id="Rb27c1d2548f24729" /><Relationship Type="http://schemas.openxmlformats.org/officeDocument/2006/relationships/notesSlide" Target="/ppt/notesSlides/notesSlide17.xml" Id="Re5cf1417f9e845b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59c34e2057c45cd" /><Relationship Type="http://schemas.openxmlformats.org/officeDocument/2006/relationships/image" Target="/ppt/media/image29.png" Id="R00de247565ee489d" /><Relationship Type="http://schemas.openxmlformats.org/officeDocument/2006/relationships/notesSlide" Target="/ppt/notesSlides/notesSlide18.xml" Id="R54a04d888d5445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557d1a0d2c848b4" /><Relationship Type="http://schemas.openxmlformats.org/officeDocument/2006/relationships/image" Target="/ppt/media/image30.png" Id="R58b59bec84374fff" /><Relationship Type="http://schemas.openxmlformats.org/officeDocument/2006/relationships/image" Target="/ppt/media/image31.png" Id="R18870e089a8f416d" /><Relationship Type="http://schemas.openxmlformats.org/officeDocument/2006/relationships/image" Target="/ppt/media/image32.png" Id="R5b7d98693d134f73" /><Relationship Type="http://schemas.openxmlformats.org/officeDocument/2006/relationships/notesSlide" Target="/ppt/notesSlides/notesSlide19.xml" Id="Rd104b79ce6f640a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76f55da1dd84f68" /><Relationship Type="http://schemas.openxmlformats.org/officeDocument/2006/relationships/image" Target="/ppt/media/image33.png" Id="Raa331f257d09444c" /><Relationship Type="http://schemas.openxmlformats.org/officeDocument/2006/relationships/image" Target="/ppt/media/image34.png" Id="Rd385dbfd98c6420b" /><Relationship Type="http://schemas.openxmlformats.org/officeDocument/2006/relationships/notesSlide" Target="/ppt/notesSlides/notesSlide20.xml" Id="R76ea161154b34bc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728b2fc3bee4c14" /><Relationship Type="http://schemas.openxmlformats.org/officeDocument/2006/relationships/image" Target="/ppt/media/image35.png" Id="Ra20c76e114654665" /><Relationship Type="http://schemas.openxmlformats.org/officeDocument/2006/relationships/image" Target="/ppt/media/image36.png" Id="R6743676baa864810" /><Relationship Type="http://schemas.openxmlformats.org/officeDocument/2006/relationships/notesSlide" Target="/ppt/notesSlides/notesSlide21.xml" Id="R0640c6e1b3b9476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9bd7fab147b433f" /><Relationship Type="http://schemas.openxmlformats.org/officeDocument/2006/relationships/image" Target="/ppt/media/image37.png" Id="R2e341ace656946b1" /><Relationship Type="http://schemas.openxmlformats.org/officeDocument/2006/relationships/notesSlide" Target="/ppt/notesSlides/notesSlide22.xml" Id="R38d467b32cd24b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bd521ff99fa4775" /><Relationship Type="http://schemas.openxmlformats.org/officeDocument/2006/relationships/image" Target="/ppt/media/image38.png" Id="R38565fc5e18b4dac" /><Relationship Type="http://schemas.openxmlformats.org/officeDocument/2006/relationships/image" Target="/ppt/media/image39.png" Id="Ra388628f856a4c0e" /><Relationship Type="http://schemas.openxmlformats.org/officeDocument/2006/relationships/notesSlide" Target="/ppt/notesSlides/notesSlide23.xml" Id="Rb44e8089e4e2437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91ce8e188ed747fc" /><Relationship Type="http://schemas.openxmlformats.org/officeDocument/2006/relationships/image" Target="/ppt/media/image40.png" Id="R4f99fb2bce4a4954" /><Relationship Type="http://schemas.openxmlformats.org/officeDocument/2006/relationships/notesSlide" Target="/ppt/notesSlides/notesSlide24.xml" Id="R24b54bd0f934414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c10622254744be1" /><Relationship Type="http://schemas.openxmlformats.org/officeDocument/2006/relationships/image" Target="/ppt/media/image41.png" Id="R2fbe02b76c9846e2" /><Relationship Type="http://schemas.openxmlformats.org/officeDocument/2006/relationships/image" Target="/ppt/media/image42.png" Id="R62123e2d88fc40e3" /><Relationship Type="http://schemas.openxmlformats.org/officeDocument/2006/relationships/notesSlide" Target="/ppt/notesSlides/notesSlide25.xml" Id="Rc5a525254f2f49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fdab9c150984b17" /><Relationship Type="http://schemas.openxmlformats.org/officeDocument/2006/relationships/image" Target="/ppt/media/image43.png" Id="Rd7cec0dacff24506" /><Relationship Type="http://schemas.openxmlformats.org/officeDocument/2006/relationships/image" Target="/ppt/media/image44.png" Id="R818e037378794090" /><Relationship Type="http://schemas.openxmlformats.org/officeDocument/2006/relationships/notesSlide" Target="/ppt/notesSlides/notesSlide26.xml" Id="R85697acd45fb4f0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0cd4124a9984ed1" /><Relationship Type="http://schemas.openxmlformats.org/officeDocument/2006/relationships/image" Target="/ppt/media/image45.png" Id="R367fdfab3566437a" /><Relationship Type="http://schemas.openxmlformats.org/officeDocument/2006/relationships/notesSlide" Target="/ppt/notesSlides/notesSlide27.xml" Id="R23cec23c513240f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8f42757c3034cb7" /><Relationship Type="http://schemas.openxmlformats.org/officeDocument/2006/relationships/image" Target="/ppt/media/image46.png" Id="R417e018b466a4e28" /><Relationship Type="http://schemas.openxmlformats.org/officeDocument/2006/relationships/image" Target="/ppt/media/image47.png" Id="R3c9f2d6b18fe4d18" /><Relationship Type="http://schemas.openxmlformats.org/officeDocument/2006/relationships/notesSlide" Target="/ppt/notesSlides/notesSlide28.xml" Id="R433c4ec44c2d481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d52a0984ab746a5" /><Relationship Type="http://schemas.openxmlformats.org/officeDocument/2006/relationships/image" Target="/ppt/media/image48.png" Id="R3b4aa173720a46e8" /><Relationship Type="http://schemas.openxmlformats.org/officeDocument/2006/relationships/image" Target="/ppt/media/image49.png" Id="R8cb62ec7282542ed" /><Relationship Type="http://schemas.openxmlformats.org/officeDocument/2006/relationships/image" Target="/ppt/media/image50.png" Id="Rc679e26227154db2" /><Relationship Type="http://schemas.openxmlformats.org/officeDocument/2006/relationships/notesSlide" Target="/ppt/notesSlides/notesSlide29.xml" Id="Rcbae70f0b76043f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d4291946e8234193" /><Relationship Type="http://schemas.openxmlformats.org/officeDocument/2006/relationships/image" Target="/ppt/media/image51.png" Id="Rc0418f922ebc4232" /><Relationship Type="http://schemas.openxmlformats.org/officeDocument/2006/relationships/notesSlide" Target="/ppt/notesSlides/notesSlide30.xml" Id="Rb6d65d361927470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2b235261e374cb7" /><Relationship Type="http://schemas.openxmlformats.org/officeDocument/2006/relationships/image" Target="/ppt/media/image52.png" Id="R00629c5a94584244" /><Relationship Type="http://schemas.openxmlformats.org/officeDocument/2006/relationships/notesSlide" Target="/ppt/notesSlides/notesSlide31.xml" Id="R6de5fa56227d443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4bdfaa425b848d8" /><Relationship Type="http://schemas.openxmlformats.org/officeDocument/2006/relationships/image" Target="/ppt/media/image53.png" Id="R00eb563b1d7841a9" /><Relationship Type="http://schemas.openxmlformats.org/officeDocument/2006/relationships/image" Target="/ppt/media/image54.png" Id="Rb3e6fba9636a4cf2" /><Relationship Type="http://schemas.openxmlformats.org/officeDocument/2006/relationships/image" Target="/ppt/media/image55.png" Id="R965e246aebc14347" /><Relationship Type="http://schemas.openxmlformats.org/officeDocument/2006/relationships/image" Target="/ppt/media/image56.png" Id="Ra52c86daae154a6a" /><Relationship Type="http://schemas.openxmlformats.org/officeDocument/2006/relationships/image" Target="/ppt/media/image57.png" Id="R8002c606d75c406a" /><Relationship Type="http://schemas.openxmlformats.org/officeDocument/2006/relationships/notesSlide" Target="/ppt/notesSlides/notesSlide32.xml" Id="R01e91d8dcd2b491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83bad1b04ff499b" /><Relationship Type="http://schemas.openxmlformats.org/officeDocument/2006/relationships/image" Target="/ppt/media/image58.png" Id="Rc2930de3a37943df" /><Relationship Type="http://schemas.openxmlformats.org/officeDocument/2006/relationships/image" Target="/ppt/media/image59.png" Id="Raf29efc4a96e45ed" /><Relationship Type="http://schemas.openxmlformats.org/officeDocument/2006/relationships/image" Target="/ppt/media/image60.png" Id="R4702e19919f5488a" /><Relationship Type="http://schemas.openxmlformats.org/officeDocument/2006/relationships/notesSlide" Target="/ppt/notesSlides/notesSlide33.xml" Id="R618ca3b9d9b34e0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7c5a5f0bf7c489a" /><Relationship Type="http://schemas.openxmlformats.org/officeDocument/2006/relationships/image" Target="/ppt/media/image61.png" Id="R16c44ce5673842ba" /><Relationship Type="http://schemas.openxmlformats.org/officeDocument/2006/relationships/notesSlide" Target="/ppt/notesSlides/notesSlide34.xml" Id="R6ac0504cc9544b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4730f5be84a64eee" /><Relationship Type="http://schemas.openxmlformats.org/officeDocument/2006/relationships/image" Target="/ppt/media/image62.png" Id="R9019c8dd2a824e6d" /><Relationship Type="http://schemas.openxmlformats.org/officeDocument/2006/relationships/notesSlide" Target="/ppt/notesSlides/notesSlide35.xml" Id="Rad7aec9cfa80463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afb6436b0924ea7" /><Relationship Type="http://schemas.openxmlformats.org/officeDocument/2006/relationships/image" Target="/ppt/media/image63.png" Id="R2a8191cc7e3e43db" /><Relationship Type="http://schemas.openxmlformats.org/officeDocument/2006/relationships/notesSlide" Target="/ppt/notesSlides/notesSlide36.xml" Id="Raddb76200008427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d9d2d63f0714855" /><Relationship Type="http://schemas.openxmlformats.org/officeDocument/2006/relationships/image" Target="/ppt/media/image64.png" Id="Ra9e87b2df2e34a12" /><Relationship Type="http://schemas.openxmlformats.org/officeDocument/2006/relationships/notesSlide" Target="/ppt/notesSlides/notesSlide37.xml" Id="Rcf321b221b6742a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90ca33fd7ac4517" /><Relationship Type="http://schemas.openxmlformats.org/officeDocument/2006/relationships/image" Target="/ppt/media/image65.png" Id="R4e23c8f808f8401f" /><Relationship Type="http://schemas.openxmlformats.org/officeDocument/2006/relationships/notesSlide" Target="/ppt/notesSlides/notesSlide38.xml" Id="Reea6e59c7e1b442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0137fdbe52044777" /><Relationship Type="http://schemas.openxmlformats.org/officeDocument/2006/relationships/image" Target="/ppt/media/image66.png" Id="R7f3a5ff567d84e28" /><Relationship Type="http://schemas.openxmlformats.org/officeDocument/2006/relationships/notesSlide" Target="/ppt/notesSlides/notesSlide39.xml" Id="Rd08621f286c84fa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115de3aaa6b4e3f" /><Relationship Type="http://schemas.openxmlformats.org/officeDocument/2006/relationships/image" Target="/ppt/media/image67.png" Id="Rdb58eb78d84a48d6" /><Relationship Type="http://schemas.openxmlformats.org/officeDocument/2006/relationships/notesSlide" Target="/ppt/notesSlides/notesSlide40.xml" Id="Rd28641545692426c"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sp>
        <p:nvSpPr>
          <p:cNvPr id="9" name="원본형 녹색 그라데이션">
            <a:extLst xmlns:a="http://schemas.openxmlformats.org/drawingml/2006/main">
              <a:ext uri="{FF2B5EF4-FFF2-40B4-BE49-F238E27FC236}">
                <a16:creationId xmlns:a16="http://schemas.microsoft.com/office/drawing/2014/main" id="{ED5AC4CB-6D0C-4924-B699-56EDC91FB7D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6000">
                <a:srgbClr val="0C7D08">
                  <a:alpha val="96000"/>
                </a:srgbClr>
              </a:gs>
              <a:gs pos="48000">
                <a:srgbClr val="0C7D08">
                  <a:alpha val="55000"/>
                </a:srgbClr>
              </a:gs>
              <a:gs pos="69000">
                <a:srgbClr val="0C7D08">
                  <a:alpha val="0"/>
                </a:srgbClr>
              </a:gs>
            </a:gsLst>
            <a:lin ang="0"/>
          </a:gradFill>
          <a:ln xmlns:a="http://schemas.openxmlformats.org/drawingml/2006/main" w="0">
            <a:noFill/>
          </a:ln>
        </p:spPr>
      </p:sp>
      <p:sp>
        <p:nvSpPr>
          <p:cNvPr id="2" name="대단원명">
            <a:extLst xmlns:a="http://schemas.openxmlformats.org/drawingml/2006/main">
              <a:ext uri="{FF2B5EF4-FFF2-40B4-BE49-F238E27FC236}">
                <a16:creationId xmlns:a16="http://schemas.microsoft.com/office/drawing/2014/main" id="{32A70A00-AA09-4246-9502-8DD346321343}"/>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3" name="소단원명">
            <a:extLst xmlns:a="http://schemas.openxmlformats.org/drawingml/2006/main">
              <a:ext uri="{FF2B5EF4-FFF2-40B4-BE49-F238E27FC236}">
                <a16:creationId xmlns:a16="http://schemas.microsoft.com/office/drawing/2014/main" id="{3B220C5E-102B-4C9E-8AD0-6A998FD46AE9}"/>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4" name="저자">
            <a:extLst xmlns:a="http://schemas.openxmlformats.org/drawingml/2006/main">
              <a:ext uri="{FF2B5EF4-FFF2-40B4-BE49-F238E27FC236}">
                <a16:creationId xmlns:a16="http://schemas.microsoft.com/office/drawing/2014/main" id="{9DCD7963-7541-407B-B56B-893CD350F214}"/>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5" name="기존 AI 안내">
            <a:extLst xmlns:a="http://schemas.openxmlformats.org/drawingml/2006/main">
              <a:ext uri="{FF2B5EF4-FFF2-40B4-BE49-F238E27FC236}">
                <a16:creationId xmlns:a16="http://schemas.microsoft.com/office/drawing/2014/main" id="{7C51CD21-895E-4A0E-82DB-0EA9C94BCA92}"/>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6" name="">
            <a:extLst xmlns:a="http://schemas.openxmlformats.org/drawingml/2006/main">
              <a:ext uri="{FF2B5EF4-FFF2-40B4-BE49-F238E27FC236}">
                <a16:creationId xmlns:a16="http://schemas.microsoft.com/office/drawing/2014/main" id="{2914B6EE-8B6C-4F77-9F3D-47221535547C}"/>
              </a:ext>
            </a:extLst>
          </p:cNvPr>
          <p:cNvPicPr>
            <a:picLocks xmlns:a="http://schemas.openxmlformats.org/drawingml/2006/main" noChangeAspect="1"/>
          </p:cNvPicPr>
          <p:nvPr/>
        </p:nvPicPr>
        <p:blipFill>
          <a:blip xmlns:r="http://schemas.openxmlformats.org/officeDocument/2006/relationships" xmlns:a="http://schemas.openxmlformats.org/drawingml/2006/main" r:embed="R033a461bd130433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AFF10EAB-8C91-453C-BA97-2040F5F01BE2}"/>
              </a:ext>
            </a:extLst>
          </p:cNvPr>
          <p:cNvPicPr>
            <a:picLocks xmlns:a="http://schemas.openxmlformats.org/drawingml/2006/main" noChangeAspect="1"/>
          </p:cNvPicPr>
          <p:nvPr/>
        </p:nvPicPr>
        <p:blipFill>
          <a:blip xmlns:r="http://schemas.openxmlformats.org/officeDocument/2006/relationships" xmlns:a="http://schemas.openxmlformats.org/drawingml/2006/main" r:embed="R134fc7a00e3e4629"/>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8" name="copyright">
            <a:extLst xmlns:a="http://schemas.openxmlformats.org/drawingml/2006/main">
              <a:ext uri="{FF2B5EF4-FFF2-40B4-BE49-F238E27FC236}">
                <a16:creationId xmlns:a16="http://schemas.microsoft.com/office/drawing/2014/main" id="{09A8B058-B7EF-4751-B2D7-2B21EFE6EDE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Tree>
    <p:extLst>
      <p:ext uri="{BB962C8B-B14F-4D97-AF65-F5344CB8AC3E}">
        <p14:creationId xmlns:p14="http://schemas.microsoft.com/office/powerpoint/2010/main" val="15454194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0" name="">
            <a:extLst xmlns:a="http://schemas.openxmlformats.org/drawingml/2006/main">
              <a:ext uri="{FF2B5EF4-FFF2-40B4-BE49-F238E27FC236}">
                <a16:creationId xmlns:a16="http://schemas.microsoft.com/office/drawing/2014/main" id="{14F574C5-D2B6-4288-B17E-8A6D67CC5F94}"/>
              </a:ext>
            </a:extLst>
          </p:cNvPr>
          <p:cNvPicPr>
            <a:picLocks xmlns:a="http://schemas.openxmlformats.org/drawingml/2006/main" noChangeAspect="1"/>
          </p:cNvPicPr>
          <p:nvPr/>
        </p:nvPicPr>
        <p:blipFill>
          <a:blip xmlns:r="http://schemas.openxmlformats.org/officeDocument/2006/relationships" xmlns:a="http://schemas.openxmlformats.org/drawingml/2006/main" r:embed="R6a5d26660390459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9A5DE44-0C36-4CAF-8726-7FE462F6FC4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57B996-5CF7-4261-9EF7-D8F373E8E3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E1FF7C19-CE0B-4D6F-8760-F0939109E22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9C9A320-44F5-4568-BC2D-3B63FEE4B4E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경로와 변화</a:t>
            </a:r>
          </a:p>
        </p:txBody>
      </p:sp>
      <p:sp>
        <p:nvSpPr>
          <p:cNvPr id="6" name="핵심 문장">
            <a:extLst xmlns:a="http://schemas.openxmlformats.org/drawingml/2006/main">
              <a:ext uri="{FF2B5EF4-FFF2-40B4-BE49-F238E27FC236}">
                <a16:creationId xmlns:a16="http://schemas.microsoft.com/office/drawing/2014/main" id="{AE8BDA6E-8BFD-4582-9B2D-6D068185B608}"/>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다른 길로 가도, 높이 차는 같을까?</a:t>
            </a:r>
          </a:p>
        </p:txBody>
      </p:sp>
      <p:sp>
        <p:nvSpPr>
          <p:cNvPr id="7" name="관찰 질문">
            <a:extLst xmlns:a="http://schemas.openxmlformats.org/drawingml/2006/main">
              <a:ext uri="{FF2B5EF4-FFF2-40B4-BE49-F238E27FC236}">
                <a16:creationId xmlns:a16="http://schemas.microsoft.com/office/drawing/2014/main" id="{3E62E194-5F1F-46AC-9236-6BB25CC80B82}"/>
              </a:ext>
            </a:extLst>
          </p:cNvPr>
          <p:cNvSpPr>
            <a:spLocks xmlns:a="http://schemas.openxmlformats.org/drawingml/2006/main" noGrp="1"/>
          </p:cNvSpPr>
          <p:nvPr/>
        </p:nvSpPr>
        <p:spPr>
          <a:xfrm xmlns:a="http://schemas.openxmlformats.org/drawingml/2006/main">
            <a:off x="1428750" y="37433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출발점에서 같은 도착점으로 가는 두 경로를 비교해 보자.</a:t>
            </a:r>
          </a:p>
        </p:txBody>
      </p:sp>
      <p:sp>
        <p:nvSpPr>
          <p:cNvPr id="8" name="기준선">
            <a:extLst xmlns:a="http://schemas.openxmlformats.org/drawingml/2006/main">
              <a:ext uri="{FF2B5EF4-FFF2-40B4-BE49-F238E27FC236}">
                <a16:creationId xmlns:a16="http://schemas.microsoft.com/office/drawing/2014/main" id="{9A082D23-67EB-45DD-A21F-F52E4BAB01F1}"/>
              </a:ext>
            </a:extLst>
          </p:cNvPr>
          <p:cNvSpPr>
            <a:spLocks xmlns:a="http://schemas.openxmlformats.org/drawingml/2006/main" noGrp="1"/>
          </p:cNvSpPr>
          <p:nvPr/>
        </p:nvSpPr>
        <p:spPr>
          <a:xfrm xmlns:a="http://schemas.openxmlformats.org/drawingml/2006/main">
            <a:off x="1809750" y="8791575"/>
            <a:ext cx="9572625" cy="9525"/>
          </a:xfrm>
          <a:custGeom xmlns:a="http://schemas.openxmlformats.org/drawingml/2006/main">
            <a:pathLst>
              <a:path w="9572625" h="9525">
                <a:moveTo>
                  <a:pt x="0" y="0"/>
                </a:moveTo>
                <a:lnTo>
                  <a:pt x="9572625" y="0"/>
                </a:lnTo>
              </a:path>
            </a:pathLst>
          </a:custGeom>
          <a:noFill xmlns:a="http://schemas.openxmlformats.org/drawingml/2006/main"/>
          <a:ln xmlns:a="http://schemas.openxmlformats.org/drawingml/2006/main" w="28575">
            <a:solidFill>
              <a:srgbClr val="BDBDBD"/>
            </a:solidFill>
            <a:prstDash val="solid"/>
          </a:ln>
        </p:spPr>
      </p:sp>
      <p:sp>
        <p:nvSpPr>
          <p:cNvPr id="9" name="경로 A">
            <a:extLst xmlns:a="http://schemas.openxmlformats.org/drawingml/2006/main">
              <a:ext uri="{FF2B5EF4-FFF2-40B4-BE49-F238E27FC236}">
                <a16:creationId xmlns:a16="http://schemas.microsoft.com/office/drawing/2014/main" id="{66CD5023-A5E1-4681-907D-1963DEB2EAB8}"/>
              </a:ext>
            </a:extLst>
          </p:cNvPr>
          <p:cNvSpPr>
            <a:spLocks xmlns:a="http://schemas.openxmlformats.org/drawingml/2006/main" noGrp="1"/>
          </p:cNvSpPr>
          <p:nvPr/>
        </p:nvSpPr>
        <p:spPr>
          <a:xfrm xmlns:a="http://schemas.openxmlformats.org/drawingml/2006/main">
            <a:off x="2476500" y="5715000"/>
            <a:ext cx="8334375" cy="2714625"/>
          </a:xfrm>
          <a:custGeom xmlns:a="http://schemas.openxmlformats.org/drawingml/2006/main">
            <a:pathLst>
              <a:path w="8334375" h="2714625">
                <a:moveTo>
                  <a:pt x="0" y="2714625"/>
                </a:moveTo>
                <a:lnTo>
                  <a:pt x="8334375" y="0"/>
                </a:lnTo>
              </a:path>
            </a:pathLst>
          </a:custGeom>
          <a:noFill xmlns:a="http://schemas.openxmlformats.org/drawingml/2006/main"/>
          <a:ln xmlns:a="http://schemas.openxmlformats.org/drawingml/2006/main" w="114300">
            <a:solidFill>
              <a:srgbClr val="57962F"/>
            </a:solidFill>
            <a:prstDash val="solid"/>
          </a:ln>
        </p:spPr>
      </p:sp>
      <p:sp>
        <p:nvSpPr>
          <p:cNvPr id="10" name="경로 B">
            <a:extLst xmlns:a="http://schemas.openxmlformats.org/drawingml/2006/main">
              <a:ext uri="{FF2B5EF4-FFF2-40B4-BE49-F238E27FC236}">
                <a16:creationId xmlns:a16="http://schemas.microsoft.com/office/drawing/2014/main" id="{B3C02004-2D35-4BFE-878F-D4A2D41A20B8}"/>
              </a:ext>
            </a:extLst>
          </p:cNvPr>
          <p:cNvSpPr>
            <a:spLocks xmlns:a="http://schemas.openxmlformats.org/drawingml/2006/main" noGrp="1"/>
          </p:cNvSpPr>
          <p:nvPr/>
        </p:nvSpPr>
        <p:spPr>
          <a:xfrm xmlns:a="http://schemas.openxmlformats.org/drawingml/2006/main">
            <a:off x="2476500" y="8429625"/>
            <a:ext cx="2476500" cy="9525"/>
          </a:xfrm>
          <a:custGeom xmlns:a="http://schemas.openxmlformats.org/drawingml/2006/main">
            <a:pathLst>
              <a:path w="2476500" h="9525">
                <a:moveTo>
                  <a:pt x="0" y="0"/>
                </a:moveTo>
                <a:lnTo>
                  <a:pt x="2476500" y="0"/>
                </a:lnTo>
              </a:path>
            </a:pathLst>
          </a:custGeom>
          <a:noFill xmlns:a="http://schemas.openxmlformats.org/drawingml/2006/main"/>
          <a:ln xmlns:a="http://schemas.openxmlformats.org/drawingml/2006/main" w="85725">
            <a:solidFill>
              <a:srgbClr val="484847"/>
            </a:solidFill>
            <a:prstDash val="solid"/>
          </a:ln>
        </p:spPr>
      </p:sp>
      <p:sp>
        <p:nvSpPr>
          <p:cNvPr id="11" name="경로 B">
            <a:extLst xmlns:a="http://schemas.openxmlformats.org/drawingml/2006/main">
              <a:ext uri="{FF2B5EF4-FFF2-40B4-BE49-F238E27FC236}">
                <a16:creationId xmlns:a16="http://schemas.microsoft.com/office/drawing/2014/main" id="{1B2BE74D-7D92-40E5-890A-59A34AED084C}"/>
              </a:ext>
            </a:extLst>
          </p:cNvPr>
          <p:cNvSpPr>
            <a:spLocks xmlns:a="http://schemas.openxmlformats.org/drawingml/2006/main" noGrp="1"/>
          </p:cNvSpPr>
          <p:nvPr/>
        </p:nvSpPr>
        <p:spPr>
          <a:xfrm xmlns:a="http://schemas.openxmlformats.org/drawingml/2006/main">
            <a:off x="4953000" y="752475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2" name="경로 B">
            <a:extLst xmlns:a="http://schemas.openxmlformats.org/drawingml/2006/main">
              <a:ext uri="{FF2B5EF4-FFF2-40B4-BE49-F238E27FC236}">
                <a16:creationId xmlns:a16="http://schemas.microsoft.com/office/drawing/2014/main" id="{B4ABE8D9-B910-4D7E-A6E1-B9C84A2F1467}"/>
              </a:ext>
            </a:extLst>
          </p:cNvPr>
          <p:cNvSpPr>
            <a:spLocks xmlns:a="http://schemas.openxmlformats.org/drawingml/2006/main" noGrp="1"/>
          </p:cNvSpPr>
          <p:nvPr/>
        </p:nvSpPr>
        <p:spPr>
          <a:xfrm xmlns:a="http://schemas.openxmlformats.org/drawingml/2006/main">
            <a:off x="4953000" y="7524750"/>
            <a:ext cx="2381250" cy="9525"/>
          </a:xfrm>
          <a:custGeom xmlns:a="http://schemas.openxmlformats.org/drawingml/2006/main">
            <a:pathLst>
              <a:path w="2381250" h="9525">
                <a:moveTo>
                  <a:pt x="0" y="0"/>
                </a:moveTo>
                <a:lnTo>
                  <a:pt x="2381250" y="0"/>
                </a:lnTo>
              </a:path>
            </a:pathLst>
          </a:custGeom>
          <a:noFill xmlns:a="http://schemas.openxmlformats.org/drawingml/2006/main"/>
          <a:ln xmlns:a="http://schemas.openxmlformats.org/drawingml/2006/main" w="85725">
            <a:solidFill>
              <a:srgbClr val="484847"/>
            </a:solidFill>
            <a:prstDash val="solid"/>
          </a:ln>
        </p:spPr>
      </p:sp>
      <p:sp>
        <p:nvSpPr>
          <p:cNvPr id="13" name="경로 B">
            <a:extLst xmlns:a="http://schemas.openxmlformats.org/drawingml/2006/main">
              <a:ext uri="{FF2B5EF4-FFF2-40B4-BE49-F238E27FC236}">
                <a16:creationId xmlns:a16="http://schemas.microsoft.com/office/drawing/2014/main" id="{CAADBB87-E813-4AAD-BAB1-0D334F7D3BA1}"/>
              </a:ext>
            </a:extLst>
          </p:cNvPr>
          <p:cNvSpPr>
            <a:spLocks xmlns:a="http://schemas.openxmlformats.org/drawingml/2006/main" noGrp="1"/>
          </p:cNvSpPr>
          <p:nvPr/>
        </p:nvSpPr>
        <p:spPr>
          <a:xfrm xmlns:a="http://schemas.openxmlformats.org/drawingml/2006/main">
            <a:off x="7334250" y="6619875"/>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4" name="경로 B">
            <a:extLst xmlns:a="http://schemas.openxmlformats.org/drawingml/2006/main">
              <a:ext uri="{FF2B5EF4-FFF2-40B4-BE49-F238E27FC236}">
                <a16:creationId xmlns:a16="http://schemas.microsoft.com/office/drawing/2014/main" id="{78B69E8B-FCB1-4A1B-99C0-2969DE8A2BE9}"/>
              </a:ext>
            </a:extLst>
          </p:cNvPr>
          <p:cNvSpPr>
            <a:spLocks xmlns:a="http://schemas.openxmlformats.org/drawingml/2006/main" noGrp="1"/>
          </p:cNvSpPr>
          <p:nvPr/>
        </p:nvSpPr>
        <p:spPr>
          <a:xfrm xmlns:a="http://schemas.openxmlformats.org/drawingml/2006/main">
            <a:off x="7334250" y="6619875"/>
            <a:ext cx="3476625" cy="9525"/>
          </a:xfrm>
          <a:custGeom xmlns:a="http://schemas.openxmlformats.org/drawingml/2006/main">
            <a:pathLst>
              <a:path w="3476625" h="9525">
                <a:moveTo>
                  <a:pt x="0" y="0"/>
                </a:moveTo>
                <a:lnTo>
                  <a:pt x="3476625" y="0"/>
                </a:lnTo>
              </a:path>
            </a:pathLst>
          </a:custGeom>
          <a:noFill xmlns:a="http://schemas.openxmlformats.org/drawingml/2006/main"/>
          <a:ln xmlns:a="http://schemas.openxmlformats.org/drawingml/2006/main" w="85725">
            <a:solidFill>
              <a:srgbClr val="484847"/>
            </a:solidFill>
            <a:prstDash val="solid"/>
          </a:ln>
        </p:spPr>
      </p:sp>
      <p:sp>
        <p:nvSpPr>
          <p:cNvPr id="15" name="경로 B">
            <a:extLst xmlns:a="http://schemas.openxmlformats.org/drawingml/2006/main">
              <a:ext uri="{FF2B5EF4-FFF2-40B4-BE49-F238E27FC236}">
                <a16:creationId xmlns:a16="http://schemas.microsoft.com/office/drawing/2014/main" id="{975F8C10-E09B-4510-BFD3-390F7A7F1D68}"/>
              </a:ext>
            </a:extLst>
          </p:cNvPr>
          <p:cNvSpPr>
            <a:spLocks xmlns:a="http://schemas.openxmlformats.org/drawingml/2006/main" noGrp="1"/>
          </p:cNvSpPr>
          <p:nvPr/>
        </p:nvSpPr>
        <p:spPr>
          <a:xfrm xmlns:a="http://schemas.openxmlformats.org/drawingml/2006/main">
            <a:off x="10810875" y="5715000"/>
            <a:ext cx="9525" cy="904875"/>
          </a:xfrm>
          <a:custGeom xmlns:a="http://schemas.openxmlformats.org/drawingml/2006/main">
            <a:pathLst>
              <a:path w="9525" h="904875">
                <a:moveTo>
                  <a:pt x="0" y="904875"/>
                </a:moveTo>
                <a:lnTo>
                  <a:pt x="0" y="0"/>
                </a:lnTo>
              </a:path>
            </a:pathLst>
          </a:custGeom>
          <a:noFill xmlns:a="http://schemas.openxmlformats.org/drawingml/2006/main"/>
          <a:ln xmlns:a="http://schemas.openxmlformats.org/drawingml/2006/main" w="85725">
            <a:solidFill>
              <a:srgbClr val="484847"/>
            </a:solidFill>
            <a:prstDash val="solid"/>
          </a:ln>
        </p:spPr>
      </p:sp>
      <p:sp>
        <p:nvSpPr>
          <p:cNvPr id="16" name="">
            <a:extLst xmlns:a="http://schemas.openxmlformats.org/drawingml/2006/main">
              <a:ext uri="{FF2B5EF4-FFF2-40B4-BE49-F238E27FC236}">
                <a16:creationId xmlns:a16="http://schemas.microsoft.com/office/drawing/2014/main" id="{900CFF41-F32B-42E6-B37A-0097CCDC3DE9}"/>
              </a:ext>
            </a:extLst>
          </p:cNvPr>
          <p:cNvSpPr>
            <a:spLocks xmlns:a="http://schemas.openxmlformats.org/drawingml/2006/main" noGrp="1"/>
          </p:cNvSpPr>
          <p:nvPr/>
        </p:nvSpPr>
        <p:spPr>
          <a:xfrm xmlns:a="http://schemas.openxmlformats.org/drawingml/2006/main">
            <a:off x="2352675" y="8305800"/>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5933AB7-6FED-4D00-B8BB-C4CD74B5E69B}"/>
              </a:ext>
            </a:extLst>
          </p:cNvPr>
          <p:cNvSpPr>
            <a:spLocks xmlns:a="http://schemas.openxmlformats.org/drawingml/2006/main" noGrp="1"/>
          </p:cNvSpPr>
          <p:nvPr/>
        </p:nvSpPr>
        <p:spPr>
          <a:xfrm xmlns:a="http://schemas.openxmlformats.org/drawingml/2006/main">
            <a:off x="10687050" y="5591175"/>
            <a:ext cx="247650" cy="247650"/>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48AA908B-B335-4E25-8815-8EE78687E649}"/>
              </a:ext>
            </a:extLst>
          </p:cNvPr>
          <p:cNvSpPr>
            <a:spLocks xmlns:a="http://schemas.openxmlformats.org/drawingml/2006/main" noGrp="1"/>
          </p:cNvSpPr>
          <p:nvPr/>
        </p:nvSpPr>
        <p:spPr>
          <a:xfrm xmlns:a="http://schemas.openxmlformats.org/drawingml/2006/main">
            <a:off x="1695450" y="8943975"/>
            <a:ext cx="209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출발점</a:t>
            </a:r>
          </a:p>
        </p:txBody>
      </p:sp>
      <p:sp>
        <p:nvSpPr>
          <p:cNvPr id="19" name="text">
            <a:extLst xmlns:a="http://schemas.openxmlformats.org/drawingml/2006/main">
              <a:ext uri="{FF2B5EF4-FFF2-40B4-BE49-F238E27FC236}">
                <a16:creationId xmlns:a16="http://schemas.microsoft.com/office/drawing/2014/main" id="{64B8D278-C8D8-4FF0-8941-EC0389A8ABA8}"/>
              </a:ext>
            </a:extLst>
          </p:cNvPr>
          <p:cNvSpPr>
            <a:spLocks xmlns:a="http://schemas.openxmlformats.org/drawingml/2006/main" noGrp="1"/>
          </p:cNvSpPr>
          <p:nvPr/>
        </p:nvSpPr>
        <p:spPr>
          <a:xfrm xmlns:a="http://schemas.openxmlformats.org/drawingml/2006/main">
            <a:off x="9810750" y="5019675"/>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000000"/>
                </a:solidFill>
                <a:latin typeface="Pretendard"/>
                <a:ea typeface="Pretendard"/>
                <a:cs typeface="Pretendard"/>
              </a:defRPr>
            </a:defPPr>
            <a:lvl1pPr algn="ctr">
              <a:defRPr sz="2850" b="1">
                <a:solidFill>
                  <a:srgbClr val="000000"/>
                </a:solidFill>
                <a:latin typeface="Pretendard"/>
                <a:ea typeface="Pretendard"/>
                <a:cs typeface="Pretendard"/>
              </a:defRPr>
            </a:lvl1pPr>
            <a:lvl2pPr algn="ctr">
              <a:defRPr sz="2850" b="1">
                <a:solidFill>
                  <a:srgbClr val="000000"/>
                </a:solidFill>
                <a:latin typeface="Pretendard"/>
                <a:ea typeface="Pretendard"/>
                <a:cs typeface="Pretendard"/>
              </a:defRPr>
            </a:lvl2pPr>
            <a:lvl3pPr algn="ctr">
              <a:defRPr sz="2850" b="1">
                <a:solidFill>
                  <a:srgbClr val="000000"/>
                </a:solidFill>
                <a:latin typeface="Pretendard"/>
                <a:ea typeface="Pretendard"/>
                <a:cs typeface="Pretendard"/>
              </a:defRPr>
            </a:lvl3pPr>
            <a:lvl4pPr algn="ctr">
              <a:defRPr sz="2850" b="1">
                <a:solidFill>
                  <a:srgbClr val="000000"/>
                </a:solidFill>
                <a:latin typeface="Pretendard"/>
                <a:ea typeface="Pretendard"/>
                <a:cs typeface="Pretendard"/>
              </a:defRPr>
            </a:lvl4pPr>
            <a:lvl5pPr algn="ctr">
              <a:defRPr sz="2850" b="1">
                <a:solidFill>
                  <a:srgbClr val="000000"/>
                </a:solidFill>
                <a:latin typeface="Pretendard"/>
                <a:ea typeface="Pretendard"/>
                <a:cs typeface="Pretendard"/>
              </a:defRPr>
            </a:lvl5pPr>
            <a:lvl6pPr algn="ctr">
              <a:defRPr sz="2850" b="1">
                <a:solidFill>
                  <a:srgbClr val="000000"/>
                </a:solidFill>
                <a:latin typeface="Pretendard"/>
                <a:ea typeface="Pretendard"/>
                <a:cs typeface="Pretendard"/>
              </a:defRPr>
            </a:lvl6pPr>
            <a:lvl7pPr algn="ctr">
              <a:defRPr sz="2850" b="1">
                <a:solidFill>
                  <a:srgbClr val="000000"/>
                </a:solidFill>
                <a:latin typeface="Pretendard"/>
                <a:ea typeface="Pretendard"/>
                <a:cs typeface="Pretendard"/>
              </a:defRPr>
            </a:lvl7pPr>
            <a:lvl8pPr algn="ctr">
              <a:defRPr sz="2850" b="1">
                <a:solidFill>
                  <a:srgbClr val="000000"/>
                </a:solidFill>
                <a:latin typeface="Pretendard"/>
                <a:ea typeface="Pretendard"/>
                <a:cs typeface="Pretendard"/>
              </a:defRPr>
            </a:lvl8pPr>
            <a:lvl9pPr algn="ctr">
              <a:defRPr sz="2850" b="1">
                <a:solidFill>
                  <a:srgbClr val="000000"/>
                </a:solidFill>
                <a:latin typeface="Pretendard"/>
                <a:ea typeface="Pretendard"/>
                <a:cs typeface="Pretendard"/>
              </a:defRPr>
            </a:lvl9pPr>
          </a:lstStyle>
          <a:p xmlns:a="http://schemas.openxmlformats.org/drawingml/2006/main">
            <a:pPr algn="ctr">
              <a:defRPr sz="2850" b="1">
                <a:solidFill>
                  <a:srgbClr val="000000"/>
                </a:solidFill>
                <a:latin typeface="Pretendard"/>
                <a:ea typeface="Pretendard"/>
                <a:cs typeface="Pretendard"/>
              </a:defRPr>
            </a:pPr>
            <a:r>
              <a:rPr sz="2850" b="1">
                <a:solidFill>
                  <a:srgbClr val="000000"/>
                </a:solidFill>
                <a:latin typeface="Pretendard"/>
                <a:ea typeface="Pretendard"/>
                <a:cs typeface="Pretendard"/>
              </a:rPr>
              <a:t>도착점</a:t>
            </a:r>
          </a:p>
        </p:txBody>
      </p:sp>
      <p:sp>
        <p:nvSpPr>
          <p:cNvPr id="20" name="text">
            <a:extLst xmlns:a="http://schemas.openxmlformats.org/drawingml/2006/main">
              <a:ext uri="{FF2B5EF4-FFF2-40B4-BE49-F238E27FC236}">
                <a16:creationId xmlns:a16="http://schemas.microsoft.com/office/drawing/2014/main" id="{BC31B330-134E-4257-9057-236AD8E3FED7}"/>
              </a:ext>
            </a:extLst>
          </p:cNvPr>
          <p:cNvSpPr>
            <a:spLocks xmlns:a="http://schemas.openxmlformats.org/drawingml/2006/main" noGrp="1"/>
          </p:cNvSpPr>
          <p:nvPr/>
        </p:nvSpPr>
        <p:spPr>
          <a:xfrm xmlns:a="http://schemas.openxmlformats.org/drawingml/2006/main">
            <a:off x="5619750" y="632460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57962F"/>
                </a:solidFill>
                <a:latin typeface="Pretendard"/>
                <a:ea typeface="Pretendard"/>
                <a:cs typeface="Pretendard"/>
              </a:defRPr>
            </a:defPPr>
            <a:lvl1pPr algn="ctr">
              <a:defRPr sz="3000" b="1">
                <a:solidFill>
                  <a:srgbClr val="57962F"/>
                </a:solidFill>
                <a:latin typeface="Pretendard"/>
                <a:ea typeface="Pretendard"/>
                <a:cs typeface="Pretendard"/>
              </a:defRPr>
            </a:lvl1pPr>
            <a:lvl2pPr algn="ctr">
              <a:defRPr sz="3000" b="1">
                <a:solidFill>
                  <a:srgbClr val="57962F"/>
                </a:solidFill>
                <a:latin typeface="Pretendard"/>
                <a:ea typeface="Pretendard"/>
                <a:cs typeface="Pretendard"/>
              </a:defRPr>
            </a:lvl2pPr>
            <a:lvl3pPr algn="ctr">
              <a:defRPr sz="3000" b="1">
                <a:solidFill>
                  <a:srgbClr val="57962F"/>
                </a:solidFill>
                <a:latin typeface="Pretendard"/>
                <a:ea typeface="Pretendard"/>
                <a:cs typeface="Pretendard"/>
              </a:defRPr>
            </a:lvl3pPr>
            <a:lvl4pPr algn="ctr">
              <a:defRPr sz="3000" b="1">
                <a:solidFill>
                  <a:srgbClr val="57962F"/>
                </a:solidFill>
                <a:latin typeface="Pretendard"/>
                <a:ea typeface="Pretendard"/>
                <a:cs typeface="Pretendard"/>
              </a:defRPr>
            </a:lvl4pPr>
            <a:lvl5pPr algn="ctr">
              <a:defRPr sz="3000" b="1">
                <a:solidFill>
                  <a:srgbClr val="57962F"/>
                </a:solidFill>
                <a:latin typeface="Pretendard"/>
                <a:ea typeface="Pretendard"/>
                <a:cs typeface="Pretendard"/>
              </a:defRPr>
            </a:lvl5pPr>
            <a:lvl6pPr algn="ctr">
              <a:defRPr sz="3000" b="1">
                <a:solidFill>
                  <a:srgbClr val="57962F"/>
                </a:solidFill>
                <a:latin typeface="Pretendard"/>
                <a:ea typeface="Pretendard"/>
                <a:cs typeface="Pretendard"/>
              </a:defRPr>
            </a:lvl6pPr>
            <a:lvl7pPr algn="ctr">
              <a:defRPr sz="3000" b="1">
                <a:solidFill>
                  <a:srgbClr val="57962F"/>
                </a:solidFill>
                <a:latin typeface="Pretendard"/>
                <a:ea typeface="Pretendard"/>
                <a:cs typeface="Pretendard"/>
              </a:defRPr>
            </a:lvl7pPr>
            <a:lvl8pPr algn="ctr">
              <a:defRPr sz="3000" b="1">
                <a:solidFill>
                  <a:srgbClr val="57962F"/>
                </a:solidFill>
                <a:latin typeface="Pretendard"/>
                <a:ea typeface="Pretendard"/>
                <a:cs typeface="Pretendard"/>
              </a:defRPr>
            </a:lvl8pPr>
            <a:lvl9pPr algn="ctr">
              <a:defRPr sz="3000" b="1">
                <a:solidFill>
                  <a:srgbClr val="57962F"/>
                </a:solidFill>
                <a:latin typeface="Pretendard"/>
                <a:ea typeface="Pretendard"/>
                <a:cs typeface="Pretendard"/>
              </a:defRPr>
            </a:lvl9pPr>
          </a:lstStyle>
          <a:p xmlns:a="http://schemas.openxmlformats.org/drawingml/2006/main">
            <a:pPr algn="ctr">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경로 A</a:t>
            </a:r>
          </a:p>
        </p:txBody>
      </p:sp>
      <p:sp>
        <p:nvSpPr>
          <p:cNvPr id="21" name="text">
            <a:extLst xmlns:a="http://schemas.openxmlformats.org/drawingml/2006/main">
              <a:ext uri="{FF2B5EF4-FFF2-40B4-BE49-F238E27FC236}">
                <a16:creationId xmlns:a16="http://schemas.microsoft.com/office/drawing/2014/main" id="{0B52F823-57DB-4639-84EC-D55CBD5FA23C}"/>
              </a:ext>
            </a:extLst>
          </p:cNvPr>
          <p:cNvSpPr>
            <a:spLocks xmlns:a="http://schemas.openxmlformats.org/drawingml/2006/main" noGrp="1"/>
          </p:cNvSpPr>
          <p:nvPr/>
        </p:nvSpPr>
        <p:spPr>
          <a:xfrm xmlns:a="http://schemas.openxmlformats.org/drawingml/2006/main">
            <a:off x="5715000" y="79438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484847"/>
                </a:solidFill>
                <a:latin typeface="Pretendard"/>
                <a:ea typeface="Pretendard"/>
                <a:cs typeface="Pretendard"/>
              </a:defRPr>
            </a:defPPr>
            <a:lvl1pPr algn="ctr">
              <a:defRPr sz="3000" b="1">
                <a:solidFill>
                  <a:srgbClr val="484847"/>
                </a:solidFill>
                <a:latin typeface="Pretendard"/>
                <a:ea typeface="Pretendard"/>
                <a:cs typeface="Pretendard"/>
              </a:defRPr>
            </a:lvl1pPr>
            <a:lvl2pPr algn="ctr">
              <a:defRPr sz="3000" b="1">
                <a:solidFill>
                  <a:srgbClr val="484847"/>
                </a:solidFill>
                <a:latin typeface="Pretendard"/>
                <a:ea typeface="Pretendard"/>
                <a:cs typeface="Pretendard"/>
              </a:defRPr>
            </a:lvl2pPr>
            <a:lvl3pPr algn="ctr">
              <a:defRPr sz="3000" b="1">
                <a:solidFill>
                  <a:srgbClr val="484847"/>
                </a:solidFill>
                <a:latin typeface="Pretendard"/>
                <a:ea typeface="Pretendard"/>
                <a:cs typeface="Pretendard"/>
              </a:defRPr>
            </a:lvl3pPr>
            <a:lvl4pPr algn="ctr">
              <a:defRPr sz="3000" b="1">
                <a:solidFill>
                  <a:srgbClr val="484847"/>
                </a:solidFill>
                <a:latin typeface="Pretendard"/>
                <a:ea typeface="Pretendard"/>
                <a:cs typeface="Pretendard"/>
              </a:defRPr>
            </a:lvl4pPr>
            <a:lvl5pPr algn="ctr">
              <a:defRPr sz="3000" b="1">
                <a:solidFill>
                  <a:srgbClr val="484847"/>
                </a:solidFill>
                <a:latin typeface="Pretendard"/>
                <a:ea typeface="Pretendard"/>
                <a:cs typeface="Pretendard"/>
              </a:defRPr>
            </a:lvl5pPr>
            <a:lvl6pPr algn="ctr">
              <a:defRPr sz="3000" b="1">
                <a:solidFill>
                  <a:srgbClr val="484847"/>
                </a:solidFill>
                <a:latin typeface="Pretendard"/>
                <a:ea typeface="Pretendard"/>
                <a:cs typeface="Pretendard"/>
              </a:defRPr>
            </a:lvl6pPr>
            <a:lvl7pPr algn="ctr">
              <a:defRPr sz="3000" b="1">
                <a:solidFill>
                  <a:srgbClr val="484847"/>
                </a:solidFill>
                <a:latin typeface="Pretendard"/>
                <a:ea typeface="Pretendard"/>
                <a:cs typeface="Pretendard"/>
              </a:defRPr>
            </a:lvl7pPr>
            <a:lvl8pPr algn="ctr">
              <a:defRPr sz="3000" b="1">
                <a:solidFill>
                  <a:srgbClr val="484847"/>
                </a:solidFill>
                <a:latin typeface="Pretendard"/>
                <a:ea typeface="Pretendard"/>
                <a:cs typeface="Pretendard"/>
              </a:defRPr>
            </a:lvl8pPr>
            <a:lvl9pPr algn="ctr">
              <a:defRPr sz="3000" b="1">
                <a:solidFill>
                  <a:srgbClr val="484847"/>
                </a:solidFill>
                <a:latin typeface="Pretendard"/>
                <a:ea typeface="Pretendard"/>
                <a:cs typeface="Pretendard"/>
              </a:defRPr>
            </a:lvl9pPr>
          </a:lstStyle>
          <a:p xmlns:a="http://schemas.openxmlformats.org/drawingml/2006/main">
            <a:pPr algn="ctr">
              <a:defRPr sz="3000" b="1">
                <a:solidFill>
                  <a:srgbClr val="484847"/>
                </a:solidFill>
                <a:latin typeface="Pretendard"/>
                <a:ea typeface="Pretendard"/>
                <a:cs typeface="Pretendard"/>
              </a:defRPr>
            </a:pPr>
            <a:r>
              <a:rPr sz="3000" b="1">
                <a:solidFill>
                  <a:srgbClr val="484847"/>
                </a:solidFill>
                <a:latin typeface="Pretendard"/>
                <a:ea typeface="Pretendard"/>
                <a:cs typeface="Pretendard"/>
              </a:rPr>
              <a:t>경로 B</a:t>
            </a:r>
          </a:p>
        </p:txBody>
      </p:sp>
      <p:sp>
        <p:nvSpPr>
          <p:cNvPr id="22" name="높이 차">
            <a:extLst xmlns:a="http://schemas.openxmlformats.org/drawingml/2006/main">
              <a:ext uri="{FF2B5EF4-FFF2-40B4-BE49-F238E27FC236}">
                <a16:creationId xmlns:a16="http://schemas.microsoft.com/office/drawing/2014/main" id="{0279B1EE-5349-4632-8711-25C4E20BF99D}"/>
              </a:ext>
            </a:extLst>
          </p:cNvPr>
          <p:cNvSpPr>
            <a:spLocks xmlns:a="http://schemas.openxmlformats.org/drawingml/2006/main" noGrp="1"/>
          </p:cNvSpPr>
          <p:nvPr/>
        </p:nvSpPr>
        <p:spPr>
          <a:xfrm xmlns:a="http://schemas.openxmlformats.org/drawingml/2006/main">
            <a:off x="11382375" y="5781675"/>
            <a:ext cx="9525" cy="2590800"/>
          </a:xfrm>
          <a:custGeom xmlns:a="http://schemas.openxmlformats.org/drawingml/2006/main">
            <a:pathLst>
              <a:path w="9525" h="2590800">
                <a:moveTo>
                  <a:pt x="0" y="0"/>
                </a:moveTo>
                <a:lnTo>
                  <a:pt x="0" y="2590800"/>
                </a:lnTo>
              </a:path>
            </a:pathLst>
          </a:custGeom>
          <a:noFill xmlns:a="http://schemas.openxmlformats.org/drawingml/2006/main"/>
          <a:ln xmlns:a="http://schemas.openxmlformats.org/drawingml/2006/main" w="38100">
            <a:solidFill>
              <a:srgbClr val="898989"/>
            </a:solidFill>
            <a:prstDash val="solid"/>
          </a:ln>
        </p:spPr>
      </p:sp>
      <p:sp>
        <p:nvSpPr>
          <p:cNvPr id="23" name="line">
            <a:extLst xmlns:a="http://schemas.openxmlformats.org/drawingml/2006/main">
              <a:ext uri="{FF2B5EF4-FFF2-40B4-BE49-F238E27FC236}">
                <a16:creationId xmlns:a16="http://schemas.microsoft.com/office/drawing/2014/main" id="{0CDED74E-9BAA-49E0-AE55-A1B54FDCD742}"/>
              </a:ext>
            </a:extLst>
          </p:cNvPr>
          <p:cNvSpPr>
            <a:spLocks xmlns:a="http://schemas.openxmlformats.org/drawingml/2006/main" noGrp="1"/>
          </p:cNvSpPr>
          <p:nvPr/>
        </p:nvSpPr>
        <p:spPr>
          <a:xfrm xmlns:a="http://schemas.openxmlformats.org/drawingml/2006/main">
            <a:off x="11210925" y="57816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4" name="line">
            <a:extLst xmlns:a="http://schemas.openxmlformats.org/drawingml/2006/main">
              <a:ext uri="{FF2B5EF4-FFF2-40B4-BE49-F238E27FC236}">
                <a16:creationId xmlns:a16="http://schemas.microsoft.com/office/drawing/2014/main" id="{84D91C8C-51D9-4460-AA5D-2B83C817372C}"/>
              </a:ext>
            </a:extLst>
          </p:cNvPr>
          <p:cNvSpPr>
            <a:spLocks xmlns:a="http://schemas.openxmlformats.org/drawingml/2006/main" noGrp="1"/>
          </p:cNvSpPr>
          <p:nvPr/>
        </p:nvSpPr>
        <p:spPr>
          <a:xfrm xmlns:a="http://schemas.openxmlformats.org/drawingml/2006/main">
            <a:off x="11210925" y="8372475"/>
            <a:ext cx="342900" cy="9525"/>
          </a:xfrm>
          <a:custGeom xmlns:a="http://schemas.openxmlformats.org/drawingml/2006/main">
            <a:pathLst>
              <a:path w="342900" h="9525">
                <a:moveTo>
                  <a:pt x="0" y="0"/>
                </a:moveTo>
                <a:lnTo>
                  <a:pt x="342900" y="0"/>
                </a:lnTo>
              </a:path>
            </a:pathLst>
          </a:custGeom>
          <a:noFill xmlns:a="http://schemas.openxmlformats.org/drawingml/2006/main"/>
          <a:ln xmlns:a="http://schemas.openxmlformats.org/drawingml/2006/main" w="38100">
            <a:solidFill>
              <a:srgbClr val="898989"/>
            </a:solidFill>
            <a:prstDash val="solid"/>
          </a:ln>
        </p:spPr>
      </p:sp>
      <p:sp>
        <p:nvSpPr>
          <p:cNvPr id="25" name="text">
            <a:extLst xmlns:a="http://schemas.openxmlformats.org/drawingml/2006/main">
              <a:ext uri="{FF2B5EF4-FFF2-40B4-BE49-F238E27FC236}">
                <a16:creationId xmlns:a16="http://schemas.microsoft.com/office/drawing/2014/main" id="{B583AFB9-661C-4557-84AE-C6DE7E5C3E8E}"/>
              </a:ext>
            </a:extLst>
          </p:cNvPr>
          <p:cNvSpPr>
            <a:spLocks xmlns:a="http://schemas.openxmlformats.org/drawingml/2006/main" noGrp="1"/>
          </p:cNvSpPr>
          <p:nvPr/>
        </p:nvSpPr>
        <p:spPr>
          <a:xfrm xmlns:a="http://schemas.openxmlformats.org/drawingml/2006/main">
            <a:off x="11525250" y="6838950"/>
            <a:ext cx="171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898989"/>
                </a:solidFill>
                <a:latin typeface="Pretendard"/>
                <a:ea typeface="Pretendard"/>
                <a:cs typeface="Pretendard"/>
              </a:defRPr>
            </a:defPPr>
            <a:lvl1pPr algn="l">
              <a:defRPr sz="2550" b="1">
                <a:solidFill>
                  <a:srgbClr val="898989"/>
                </a:solidFill>
                <a:latin typeface="Pretendard"/>
                <a:ea typeface="Pretendard"/>
                <a:cs typeface="Pretendard"/>
              </a:defRPr>
            </a:lvl1pPr>
            <a:lvl2pPr algn="l">
              <a:defRPr sz="2550" b="1">
                <a:solidFill>
                  <a:srgbClr val="898989"/>
                </a:solidFill>
                <a:latin typeface="Pretendard"/>
                <a:ea typeface="Pretendard"/>
                <a:cs typeface="Pretendard"/>
              </a:defRPr>
            </a:lvl2pPr>
            <a:lvl3pPr algn="l">
              <a:defRPr sz="2550" b="1">
                <a:solidFill>
                  <a:srgbClr val="898989"/>
                </a:solidFill>
                <a:latin typeface="Pretendard"/>
                <a:ea typeface="Pretendard"/>
                <a:cs typeface="Pretendard"/>
              </a:defRPr>
            </a:lvl3pPr>
            <a:lvl4pPr algn="l">
              <a:defRPr sz="2550" b="1">
                <a:solidFill>
                  <a:srgbClr val="898989"/>
                </a:solidFill>
                <a:latin typeface="Pretendard"/>
                <a:ea typeface="Pretendard"/>
                <a:cs typeface="Pretendard"/>
              </a:defRPr>
            </a:lvl4pPr>
            <a:lvl5pPr algn="l">
              <a:defRPr sz="2550" b="1">
                <a:solidFill>
                  <a:srgbClr val="898989"/>
                </a:solidFill>
                <a:latin typeface="Pretendard"/>
                <a:ea typeface="Pretendard"/>
                <a:cs typeface="Pretendard"/>
              </a:defRPr>
            </a:lvl5pPr>
            <a:lvl6pPr algn="l">
              <a:defRPr sz="2550" b="1">
                <a:solidFill>
                  <a:srgbClr val="898989"/>
                </a:solidFill>
                <a:latin typeface="Pretendard"/>
                <a:ea typeface="Pretendard"/>
                <a:cs typeface="Pretendard"/>
              </a:defRPr>
            </a:lvl6pPr>
            <a:lvl7pPr algn="l">
              <a:defRPr sz="2550" b="1">
                <a:solidFill>
                  <a:srgbClr val="898989"/>
                </a:solidFill>
                <a:latin typeface="Pretendard"/>
                <a:ea typeface="Pretendard"/>
                <a:cs typeface="Pretendard"/>
              </a:defRPr>
            </a:lvl7pPr>
            <a:lvl8pPr algn="l">
              <a:defRPr sz="2550" b="1">
                <a:solidFill>
                  <a:srgbClr val="898989"/>
                </a:solidFill>
                <a:latin typeface="Pretendard"/>
                <a:ea typeface="Pretendard"/>
                <a:cs typeface="Pretendard"/>
              </a:defRPr>
            </a:lvl8pPr>
            <a:lvl9pPr algn="l">
              <a:defRPr sz="2550" b="1">
                <a:solidFill>
                  <a:srgbClr val="898989"/>
                </a:solidFill>
                <a:latin typeface="Pretendard"/>
                <a:ea typeface="Pretendard"/>
                <a:cs typeface="Pretendard"/>
              </a:defRPr>
            </a:lvl9pPr>
          </a:lstStyle>
          <a:p xmlns:a="http://schemas.openxmlformats.org/drawingml/2006/main">
            <a:pPr algn="l">
              <a:defRPr sz="2550" b="1">
                <a:solidFill>
                  <a:srgbClr val="898989"/>
                </a:solidFill>
                <a:latin typeface="Pretendard"/>
                <a:ea typeface="Pretendard"/>
                <a:cs typeface="Pretendard"/>
              </a:defRPr>
            </a:pPr>
            <a:r>
              <a:rPr sz="2550" b="1">
                <a:solidFill>
                  <a:srgbClr val="898989"/>
                </a:solidFill>
                <a:latin typeface="Pretendard"/>
                <a:ea typeface="Pretendard"/>
                <a:cs typeface="Pretendard"/>
              </a:rPr>
              <a:t>높이 차</a:t>
            </a:r>
          </a:p>
        </p:txBody>
      </p:sp>
      <p:sp>
        <p:nvSpPr>
          <p:cNvPr id="26" name="질문 말풍선">
            <a:extLst xmlns:a="http://schemas.openxmlformats.org/drawingml/2006/main">
              <a:ext uri="{FF2B5EF4-FFF2-40B4-BE49-F238E27FC236}">
                <a16:creationId xmlns:a16="http://schemas.microsoft.com/office/drawing/2014/main" id="{D30E5A86-37FB-4C4E-8CED-68E77BE06EC2}"/>
              </a:ext>
            </a:extLst>
          </p:cNvPr>
          <p:cNvSpPr>
            <a:spLocks xmlns:a="http://schemas.openxmlformats.org/drawingml/2006/main" noGrp="1"/>
          </p:cNvSpPr>
          <p:nvPr/>
        </p:nvSpPr>
        <p:spPr>
          <a:xfrm xmlns:a="http://schemas.openxmlformats.org/drawingml/2006/main">
            <a:off x="13239750" y="4705350"/>
            <a:ext cx="3714750" cy="1714500"/>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068AB541-2820-44E9-834C-0B97186EF27F}"/>
              </a:ext>
            </a:extLst>
          </p:cNvPr>
          <p:cNvSpPr>
            <a:spLocks xmlns:a="http://schemas.openxmlformats.org/drawingml/2006/main" noGrp="1"/>
          </p:cNvSpPr>
          <p:nvPr/>
        </p:nvSpPr>
        <p:spPr>
          <a:xfrm xmlns:a="http://schemas.openxmlformats.org/drawingml/2006/main">
            <a:off x="14525625" y="6353175"/>
            <a:ext cx="762000" cy="523875"/>
          </a:xfrm>
          <a:custGeom xmlns:a="http://schemas.openxmlformats.org/drawingml/2006/main">
            <a:pathLst>
              <a:path w="762000" h="523875">
                <a:moveTo>
                  <a:pt x="0" y="0"/>
                </a:moveTo>
                <a:lnTo>
                  <a:pt x="762000" y="0"/>
                </a:lnTo>
                <a:lnTo>
                  <a:pt x="428625" y="523875"/>
                </a:lnTo>
                <a:close/>
              </a:path>
            </a:pathLst>
          </a:custGeom>
          <a:solidFill xmlns:a="http://schemas.openxmlformats.org/drawingml/2006/main">
            <a:srgbClr val="F5F5F5"/>
          </a:solidFill>
          <a:ln xmlns:a="http://schemas.openxmlformats.org/drawingml/2006/main" w="0">
            <a:noFill/>
          </a:ln>
        </p:spPr>
      </p:sp>
      <p:sp>
        <p:nvSpPr>
          <p:cNvPr id="28" name="text">
            <a:extLst xmlns:a="http://schemas.openxmlformats.org/drawingml/2006/main">
              <a:ext uri="{FF2B5EF4-FFF2-40B4-BE49-F238E27FC236}">
                <a16:creationId xmlns:a16="http://schemas.microsoft.com/office/drawing/2014/main" id="{F23367A7-0FD4-4347-99D2-E716C732387D}"/>
              </a:ext>
            </a:extLst>
          </p:cNvPr>
          <p:cNvSpPr>
            <a:spLocks xmlns:a="http://schemas.openxmlformats.org/drawingml/2006/main" noGrp="1"/>
          </p:cNvSpPr>
          <p:nvPr/>
        </p:nvSpPr>
        <p:spPr>
          <a:xfrm xmlns:a="http://schemas.openxmlformats.org/drawingml/2006/main">
            <a:off x="13335000" y="4867275"/>
            <a:ext cx="3524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반응 경로가 달라도</a:t>
            </a:r>
          </a:p>
        </p:txBody>
      </p:sp>
      <p:sp>
        <p:nvSpPr>
          <p:cNvPr id="29" name="text">
            <a:extLst xmlns:a="http://schemas.openxmlformats.org/drawingml/2006/main">
              <a:ext uri="{FF2B5EF4-FFF2-40B4-BE49-F238E27FC236}">
                <a16:creationId xmlns:a16="http://schemas.microsoft.com/office/drawing/2014/main" id="{237165B4-F1D9-45C9-A97E-5B4CC5E5DE82}"/>
              </a:ext>
            </a:extLst>
          </p:cNvPr>
          <p:cNvSpPr>
            <a:spLocks xmlns:a="http://schemas.openxmlformats.org/drawingml/2006/main" noGrp="1"/>
          </p:cNvSpPr>
          <p:nvPr/>
        </p:nvSpPr>
        <p:spPr>
          <a:xfrm xmlns:a="http://schemas.openxmlformats.org/drawingml/2006/main">
            <a:off x="13306425" y="5438775"/>
            <a:ext cx="3581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000000"/>
                </a:solidFill>
                <a:latin typeface="Pretendard"/>
                <a:ea typeface="Pretendard"/>
                <a:cs typeface="Pretendard"/>
              </a:defRPr>
            </a:defPPr>
            <a:lvl1pPr algn="ctr">
              <a:defRPr sz="2730" b="1">
                <a:solidFill>
                  <a:srgbClr val="000000"/>
                </a:solidFill>
                <a:latin typeface="Pretendard"/>
                <a:ea typeface="Pretendard"/>
                <a:cs typeface="Pretendard"/>
              </a:defRPr>
            </a:lvl1pPr>
            <a:lvl2pPr algn="ctr">
              <a:defRPr sz="2730" b="1">
                <a:solidFill>
                  <a:srgbClr val="000000"/>
                </a:solidFill>
                <a:latin typeface="Pretendard"/>
                <a:ea typeface="Pretendard"/>
                <a:cs typeface="Pretendard"/>
              </a:defRPr>
            </a:lvl2pPr>
            <a:lvl3pPr algn="ctr">
              <a:defRPr sz="2730" b="1">
                <a:solidFill>
                  <a:srgbClr val="000000"/>
                </a:solidFill>
                <a:latin typeface="Pretendard"/>
                <a:ea typeface="Pretendard"/>
                <a:cs typeface="Pretendard"/>
              </a:defRPr>
            </a:lvl3pPr>
            <a:lvl4pPr algn="ctr">
              <a:defRPr sz="2730" b="1">
                <a:solidFill>
                  <a:srgbClr val="000000"/>
                </a:solidFill>
                <a:latin typeface="Pretendard"/>
                <a:ea typeface="Pretendard"/>
                <a:cs typeface="Pretendard"/>
              </a:defRPr>
            </a:lvl4pPr>
            <a:lvl5pPr algn="ctr">
              <a:defRPr sz="2730" b="1">
                <a:solidFill>
                  <a:srgbClr val="000000"/>
                </a:solidFill>
                <a:latin typeface="Pretendard"/>
                <a:ea typeface="Pretendard"/>
                <a:cs typeface="Pretendard"/>
              </a:defRPr>
            </a:lvl5pPr>
            <a:lvl6pPr algn="ctr">
              <a:defRPr sz="2730" b="1">
                <a:solidFill>
                  <a:srgbClr val="000000"/>
                </a:solidFill>
                <a:latin typeface="Pretendard"/>
                <a:ea typeface="Pretendard"/>
                <a:cs typeface="Pretendard"/>
              </a:defRPr>
            </a:lvl6pPr>
            <a:lvl7pPr algn="ctr">
              <a:defRPr sz="2730" b="1">
                <a:solidFill>
                  <a:srgbClr val="000000"/>
                </a:solidFill>
                <a:latin typeface="Pretendard"/>
                <a:ea typeface="Pretendard"/>
                <a:cs typeface="Pretendard"/>
              </a:defRPr>
            </a:lvl7pPr>
            <a:lvl8pPr algn="ctr">
              <a:defRPr sz="2730" b="1">
                <a:solidFill>
                  <a:srgbClr val="000000"/>
                </a:solidFill>
                <a:latin typeface="Pretendard"/>
                <a:ea typeface="Pretendard"/>
                <a:cs typeface="Pretendard"/>
              </a:defRPr>
            </a:lvl8pPr>
            <a:lvl9pPr algn="ctr">
              <a:defRPr sz="2730" b="1">
                <a:solidFill>
                  <a:srgbClr val="000000"/>
                </a:solidFill>
                <a:latin typeface="Pretendard"/>
                <a:ea typeface="Pretendard"/>
                <a:cs typeface="Pretendard"/>
              </a:defRPr>
            </a:lvl9pPr>
          </a:lstStyle>
          <a:p xmlns:a="http://schemas.openxmlformats.org/drawingml/2006/main">
            <a:pPr algn="ctr">
              <a:defRPr sz="2730" b="1">
                <a:solidFill>
                  <a:srgbClr val="000000"/>
                </a:solidFill>
                <a:latin typeface="Pretendard"/>
                <a:ea typeface="Pretendard"/>
                <a:cs typeface="Pretendard"/>
              </a:defRPr>
            </a:pPr>
            <a:r>
              <a:rPr sz="2730" b="1">
                <a:solidFill>
                  <a:srgbClr val="000000"/>
                </a:solidFill>
                <a:latin typeface="Pretendard"/>
                <a:ea typeface="Pretendard"/>
                <a:cs typeface="Pretendard"/>
              </a:rPr>
              <a:t>출입하는 열은 같을까?</a:t>
            </a:r>
          </a:p>
        </p:txBody>
      </p:sp>
    </p:spTree>
    <p:extLst>
      <p:ext uri="{BB962C8B-B14F-4D97-AF65-F5344CB8AC3E}">
        <p14:creationId xmlns:p14="http://schemas.microsoft.com/office/powerpoint/2010/main" val="651336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14E85666-7807-4FA9-A078-4DD7EEC9DA07}"/>
              </a:ext>
            </a:extLst>
          </p:cNvPr>
          <p:cNvPicPr>
            <a:picLocks xmlns:a="http://schemas.openxmlformats.org/drawingml/2006/main" noChangeAspect="1"/>
          </p:cNvPicPr>
          <p:nvPr/>
        </p:nvPicPr>
        <p:blipFill>
          <a:blip xmlns:r="http://schemas.openxmlformats.org/officeDocument/2006/relationships" xmlns:a="http://schemas.openxmlformats.org/drawingml/2006/main" r:embed="Rf349586109064e4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2748A0D-ADD2-4F12-9444-32A10936E8C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B1BEC6-5942-4A0E-A73B-F9D60319ED49}"/>
              </a:ext>
            </a:extLst>
          </p:cNvPr>
          <p:cNvSpPr>
            <a:spLocks xmlns:a="http://schemas.openxmlformats.org/drawingml/2006/main" noGrp="1"/>
          </p:cNvSpPr>
          <p:nvPr/>
        </p:nvSpPr>
        <p:spPr>
          <a:xfrm xmlns:a="http://schemas.openxmlformats.org/drawingml/2006/main">
            <a:off x="3105150" y="2514600"/>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1BB29A8E-DB98-4126-9945-4BAE94A9B415}"/>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86775B2B-D73C-40C6-852F-8B8F171599A3}"/>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E98435BE-D02D-4B6E-BB7B-9D66B9231522}"/>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B1D3DEC3-9628-4263-A928-D53AA3534EF0}"/>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4F6265FC-FCA3-4D04-B916-58CFC88E225B}"/>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7F243896-FD91-4E0C-9452-1806FFAE1A32}"/>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반응 엔탈피</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88FAA8A4-F5DA-4F6B-9B50-09C5A5BC0D40}"/>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99467C2C-E17E-4F05-817C-B6C2EFEB5434}"/>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13C43FDA-722D-4288-87A0-0CF4A53B93FB}"/>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표준 생성</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E6C56CCA-542C-4142-B129-8F4B4A2A1651}"/>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8FD6965E-CB9A-4A03-840F-C4EC667D1B16}"/>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5A1F4534-CA30-4E31-AE1E-3D8FC93C8150}"/>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FFFFFF"/>
                </a:solidFill>
                <a:latin typeface="Pretendard"/>
                <a:ea typeface="Pretendard"/>
                <a:cs typeface="Pretendard"/>
              </a:defRPr>
            </a:defPPr>
            <a:lvl1pPr algn="l">
              <a:defRPr sz="3450" b="1">
                <a:solidFill>
                  <a:srgbClr val="FFFFFF"/>
                </a:solidFill>
                <a:latin typeface="Pretendard"/>
                <a:ea typeface="Pretendard"/>
                <a:cs typeface="Pretendard"/>
              </a:defRPr>
            </a:lvl1pPr>
            <a:lvl2pPr algn="l">
              <a:defRPr sz="3450" b="1">
                <a:solidFill>
                  <a:srgbClr val="FFFFFF"/>
                </a:solidFill>
                <a:latin typeface="Pretendard"/>
                <a:ea typeface="Pretendard"/>
                <a:cs typeface="Pretendard"/>
              </a:defRPr>
            </a:lvl2pPr>
            <a:lvl3pPr algn="l">
              <a:defRPr sz="3450" b="1">
                <a:solidFill>
                  <a:srgbClr val="FFFFFF"/>
                </a:solidFill>
                <a:latin typeface="Pretendard"/>
                <a:ea typeface="Pretendard"/>
                <a:cs typeface="Pretendard"/>
              </a:defRPr>
            </a:lvl3pPr>
            <a:lvl4pPr algn="l">
              <a:defRPr sz="3450" b="1">
                <a:solidFill>
                  <a:srgbClr val="FFFFFF"/>
                </a:solidFill>
                <a:latin typeface="Pretendard"/>
                <a:ea typeface="Pretendard"/>
                <a:cs typeface="Pretendard"/>
              </a:defRPr>
            </a:lvl4pPr>
            <a:lvl5pPr algn="l">
              <a:defRPr sz="3450" b="1">
                <a:solidFill>
                  <a:srgbClr val="FFFFFF"/>
                </a:solidFill>
                <a:latin typeface="Pretendard"/>
                <a:ea typeface="Pretendard"/>
                <a:cs typeface="Pretendard"/>
              </a:defRPr>
            </a:lvl5pPr>
            <a:lvl6pPr algn="l">
              <a:defRPr sz="3450" b="1">
                <a:solidFill>
                  <a:srgbClr val="FFFFFF"/>
                </a:solidFill>
                <a:latin typeface="Pretendard"/>
                <a:ea typeface="Pretendard"/>
                <a:cs typeface="Pretendard"/>
              </a:defRPr>
            </a:lvl6pPr>
            <a:lvl7pPr algn="l">
              <a:defRPr sz="3450" b="1">
                <a:solidFill>
                  <a:srgbClr val="FFFFFF"/>
                </a:solidFill>
                <a:latin typeface="Pretendard"/>
                <a:ea typeface="Pretendard"/>
                <a:cs typeface="Pretendard"/>
              </a:defRPr>
            </a:lvl7pPr>
            <a:lvl8pPr algn="l">
              <a:defRPr sz="3450" b="1">
                <a:solidFill>
                  <a:srgbClr val="FFFFFF"/>
                </a:solidFill>
                <a:latin typeface="Pretendard"/>
                <a:ea typeface="Pretendard"/>
                <a:cs typeface="Pretendard"/>
              </a:defRPr>
            </a:lvl8pPr>
            <a:lvl9pPr algn="l">
              <a:defRPr sz="3450" b="1">
                <a:solidFill>
                  <a:srgbClr val="FFFFFF"/>
                </a:solidFill>
                <a:latin typeface="Pretendard"/>
                <a:ea typeface="Pretendard"/>
                <a:cs typeface="Pretendard"/>
              </a:defRPr>
            </a:lvl9pPr>
          </a:lstStyle>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실험으로</a:t>
            </a:r>
          </a:p>
          <a:p xmlns:a="http://schemas.openxmlformats.org/drawingml/2006/main">
            <a:pPr algn="l">
              <a:defRPr sz="3450" b="1">
                <a:solidFill>
                  <a:srgbClr val="FFFFFF"/>
                </a:solidFill>
                <a:latin typeface="Pretendard"/>
                <a:ea typeface="Pretendard"/>
                <a:cs typeface="Pretendard"/>
              </a:defRPr>
            </a:pPr>
            <a:r>
              <a:rPr sz="3450" b="1">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6187912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39A39A19-8941-445E-AF79-6C85543221F9}"/>
              </a:ext>
            </a:extLst>
          </p:cNvPr>
          <p:cNvPicPr>
            <a:picLocks xmlns:a="http://schemas.openxmlformats.org/drawingml/2006/main" noChangeAspect="1"/>
          </p:cNvPicPr>
          <p:nvPr/>
        </p:nvPicPr>
        <p:blipFill>
          <a:blip xmlns:r="http://schemas.openxmlformats.org/officeDocument/2006/relationships" xmlns:a="http://schemas.openxmlformats.org/drawingml/2006/main" r:embed="Ra5d350b3d728439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5B9BD03-E1DA-4DEE-A54E-C1532D3F30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83F7A4-EC8F-4564-ABEB-E9C08D276D4B}"/>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000000"/>
                </a:solidFill>
                <a:latin typeface="Pretendard"/>
                <a:ea typeface="Pretendard"/>
                <a:cs typeface="Pretendard"/>
              </a:defRPr>
            </a:defPPr>
            <a:lvl1pPr algn="ctr">
              <a:defRPr sz="7500" b="1">
                <a:solidFill>
                  <a:srgbClr val="000000"/>
                </a:solidFill>
                <a:latin typeface="Pretendard"/>
                <a:ea typeface="Pretendard"/>
                <a:cs typeface="Pretendard"/>
              </a:defRPr>
            </a:lvl1pPr>
            <a:lvl2pPr algn="ctr">
              <a:defRPr sz="7500" b="1">
                <a:solidFill>
                  <a:srgbClr val="000000"/>
                </a:solidFill>
                <a:latin typeface="Pretendard"/>
                <a:ea typeface="Pretendard"/>
                <a:cs typeface="Pretendard"/>
              </a:defRPr>
            </a:lvl2pPr>
            <a:lvl3pPr algn="ctr">
              <a:defRPr sz="7500" b="1">
                <a:solidFill>
                  <a:srgbClr val="000000"/>
                </a:solidFill>
                <a:latin typeface="Pretendard"/>
                <a:ea typeface="Pretendard"/>
                <a:cs typeface="Pretendard"/>
              </a:defRPr>
            </a:lvl3pPr>
            <a:lvl4pPr algn="ctr">
              <a:defRPr sz="7500" b="1">
                <a:solidFill>
                  <a:srgbClr val="000000"/>
                </a:solidFill>
                <a:latin typeface="Pretendard"/>
                <a:ea typeface="Pretendard"/>
                <a:cs typeface="Pretendard"/>
              </a:defRPr>
            </a:lvl4pPr>
            <a:lvl5pPr algn="ctr">
              <a:defRPr sz="7500" b="1">
                <a:solidFill>
                  <a:srgbClr val="000000"/>
                </a:solidFill>
                <a:latin typeface="Pretendard"/>
                <a:ea typeface="Pretendard"/>
                <a:cs typeface="Pretendard"/>
              </a:defRPr>
            </a:lvl5pPr>
            <a:lvl6pPr algn="ctr">
              <a:defRPr sz="7500" b="1">
                <a:solidFill>
                  <a:srgbClr val="000000"/>
                </a:solidFill>
                <a:latin typeface="Pretendard"/>
                <a:ea typeface="Pretendard"/>
                <a:cs typeface="Pretendard"/>
              </a:defRPr>
            </a:lvl6pPr>
            <a:lvl7pPr algn="ctr">
              <a:defRPr sz="7500" b="1">
                <a:solidFill>
                  <a:srgbClr val="000000"/>
                </a:solidFill>
                <a:latin typeface="Pretendard"/>
                <a:ea typeface="Pretendard"/>
                <a:cs typeface="Pretendard"/>
              </a:defRPr>
            </a:lvl7pPr>
            <a:lvl8pPr algn="ctr">
              <a:defRPr sz="7500" b="1">
                <a:solidFill>
                  <a:srgbClr val="000000"/>
                </a:solidFill>
                <a:latin typeface="Pretendard"/>
                <a:ea typeface="Pretendard"/>
                <a:cs typeface="Pretendard"/>
              </a:defRPr>
            </a:lvl8pPr>
            <a:lvl9pPr algn="ctr">
              <a:defRPr sz="7500" b="1">
                <a:solidFill>
                  <a:srgbClr val="000000"/>
                </a:solidFill>
                <a:latin typeface="Pretendard"/>
                <a:ea typeface="Pretendard"/>
                <a:cs typeface="Pretendard"/>
              </a:defRPr>
            </a:lvl9pPr>
          </a:lstStyle>
          <a:p xmlns:a="http://schemas.openxmlformats.org/drawingml/2006/main">
            <a:pPr algn="ctr">
              <a:defRPr sz="7500" b="1">
                <a:solidFill>
                  <a:srgbClr val="000000"/>
                </a:solidFill>
                <a:latin typeface="Pretendard"/>
                <a:ea typeface="Pretendard"/>
                <a:cs typeface="Pretendard"/>
              </a:defRPr>
            </a:pPr>
            <a:r>
              <a:rPr sz="7500" b="1">
                <a:solidFill>
                  <a:srgbClr val="000000"/>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136CDC97-2D41-43BE-8BF4-57C26F253F6F}"/>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F5F5F5"/>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473D112-775E-438E-9EA2-159FF2D1E3DA}"/>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D5664270-231A-4548-9158-728DB37E5509}"/>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3E147356-3443-4DE4-B5E4-DEF94AC9F79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C538DAE2-D8B5-4689-AF2E-0059F54DDF6C}"/>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4604B6E-55EC-42A0-BA47-7AF1F64BD324}"/>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D0D66E0B-EB79-410A-AF3E-1CA1F3F74756}"/>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헤스 법칙으로 측정하기 어려운 반응의 </a:t>
            </a:r>
            <a:r>
              <a:t>Δ</a:t>
            </a:r>
            <a:r>
              <a:rPr i="1">
                <a:latin typeface="Pretendard"/>
                <a:ea typeface="Pretendard"/>
                <a:cs typeface="Pretendard"/>
              </a:rPr>
              <a:t>H</a:t>
            </a:r>
            <a:r>
              <a:t>를 구한다.</a:t>
            </a:r>
          </a:p>
        </p:txBody>
      </p:sp>
      <p:sp>
        <p:nvSpPr>
          <p:cNvPr id="11" name="">
            <a:extLst xmlns:a="http://schemas.openxmlformats.org/drawingml/2006/main">
              <a:ext uri="{FF2B5EF4-FFF2-40B4-BE49-F238E27FC236}">
                <a16:creationId xmlns:a16="http://schemas.microsoft.com/office/drawing/2014/main" id="{1CFC2F62-9389-4C68-B4AC-9AEB7385B59C}"/>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3109497-E457-4E32-ABC4-EB5086B594BA}"/>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FFFFFF"/>
                </a:solidFill>
                <a:latin typeface="Pretendard"/>
                <a:ea typeface="Pretendard"/>
                <a:cs typeface="Pretendard"/>
              </a:defRPr>
            </a:defPPr>
            <a:lvl1pPr algn="ctr">
              <a:defRPr sz="2850" b="1">
                <a:solidFill>
                  <a:srgbClr val="FFFFFF"/>
                </a:solidFill>
                <a:latin typeface="Pretendard"/>
                <a:ea typeface="Pretendard"/>
                <a:cs typeface="Pretendard"/>
              </a:defRPr>
            </a:lvl1pPr>
            <a:lvl2pPr algn="ctr">
              <a:defRPr sz="2850" b="1">
                <a:solidFill>
                  <a:srgbClr val="FFFFFF"/>
                </a:solidFill>
                <a:latin typeface="Pretendard"/>
                <a:ea typeface="Pretendard"/>
                <a:cs typeface="Pretendard"/>
              </a:defRPr>
            </a:lvl2pPr>
            <a:lvl3pPr algn="ctr">
              <a:defRPr sz="2850" b="1">
                <a:solidFill>
                  <a:srgbClr val="FFFFFF"/>
                </a:solidFill>
                <a:latin typeface="Pretendard"/>
                <a:ea typeface="Pretendard"/>
                <a:cs typeface="Pretendard"/>
              </a:defRPr>
            </a:lvl3pPr>
            <a:lvl4pPr algn="ctr">
              <a:defRPr sz="2850" b="1">
                <a:solidFill>
                  <a:srgbClr val="FFFFFF"/>
                </a:solidFill>
                <a:latin typeface="Pretendard"/>
                <a:ea typeface="Pretendard"/>
                <a:cs typeface="Pretendard"/>
              </a:defRPr>
            </a:lvl4pPr>
            <a:lvl5pPr algn="ctr">
              <a:defRPr sz="2850" b="1">
                <a:solidFill>
                  <a:srgbClr val="FFFFFF"/>
                </a:solidFill>
                <a:latin typeface="Pretendard"/>
                <a:ea typeface="Pretendard"/>
                <a:cs typeface="Pretendard"/>
              </a:defRPr>
            </a:lvl5pPr>
            <a:lvl6pPr algn="ctr">
              <a:defRPr sz="2850" b="1">
                <a:solidFill>
                  <a:srgbClr val="FFFFFF"/>
                </a:solidFill>
                <a:latin typeface="Pretendard"/>
                <a:ea typeface="Pretendard"/>
                <a:cs typeface="Pretendard"/>
              </a:defRPr>
            </a:lvl6pPr>
            <a:lvl7pPr algn="ctr">
              <a:defRPr sz="2850" b="1">
                <a:solidFill>
                  <a:srgbClr val="FFFFFF"/>
                </a:solidFill>
                <a:latin typeface="Pretendard"/>
                <a:ea typeface="Pretendard"/>
                <a:cs typeface="Pretendard"/>
              </a:defRPr>
            </a:lvl7pPr>
            <a:lvl8pPr algn="ctr">
              <a:defRPr sz="2850" b="1">
                <a:solidFill>
                  <a:srgbClr val="FFFFFF"/>
                </a:solidFill>
                <a:latin typeface="Pretendard"/>
                <a:ea typeface="Pretendard"/>
                <a:cs typeface="Pretendard"/>
              </a:defRPr>
            </a:lvl8pPr>
            <a:lvl9pPr algn="ctr">
              <a:defRPr sz="2850" b="1">
                <a:solidFill>
                  <a:srgbClr val="FFFFFF"/>
                </a:solidFill>
                <a:latin typeface="Pretendard"/>
                <a:ea typeface="Pretendard"/>
                <a:cs typeface="Pretendard"/>
              </a:defRPr>
            </a:lvl9pPr>
          </a:lstStyle>
          <a:p xmlns:a="http://schemas.openxmlformats.org/drawingml/2006/main">
            <a:pPr algn="ctr">
              <a:defRPr sz="2850" b="1">
                <a:solidFill>
                  <a:srgbClr val="FFFFFF"/>
                </a:solidFill>
                <a:latin typeface="Pretendard"/>
                <a:ea typeface="Pretendard"/>
                <a:cs typeface="Pretendard"/>
              </a:defRPr>
            </a:pPr>
            <a:r>
              <a:rPr sz="285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6DA48113-BA04-4B57-9F5F-7816F4A69AB3}"/>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898989"/>
                </a:solidFill>
                <a:latin typeface="Pretendard"/>
                <a:ea typeface="Pretendard"/>
                <a:cs typeface="Pretendard"/>
              </a:defRPr>
            </a:defPPr>
            <a:lvl1pPr algn="l">
              <a:defRPr sz="3600" b="1">
                <a:solidFill>
                  <a:srgbClr val="898989"/>
                </a:solidFill>
                <a:latin typeface="Pretendard"/>
                <a:ea typeface="Pretendard"/>
                <a:cs typeface="Pretendard"/>
              </a:defRPr>
            </a:lvl1pPr>
            <a:lvl2pPr algn="l">
              <a:defRPr sz="3600" b="1">
                <a:solidFill>
                  <a:srgbClr val="898989"/>
                </a:solidFill>
                <a:latin typeface="Pretendard"/>
                <a:ea typeface="Pretendard"/>
                <a:cs typeface="Pretendard"/>
              </a:defRPr>
            </a:lvl2pPr>
            <a:lvl3pPr algn="l">
              <a:defRPr sz="3600" b="1">
                <a:solidFill>
                  <a:srgbClr val="898989"/>
                </a:solidFill>
                <a:latin typeface="Pretendard"/>
                <a:ea typeface="Pretendard"/>
                <a:cs typeface="Pretendard"/>
              </a:defRPr>
            </a:lvl3pPr>
            <a:lvl4pPr algn="l">
              <a:defRPr sz="3600" b="1">
                <a:solidFill>
                  <a:srgbClr val="898989"/>
                </a:solidFill>
                <a:latin typeface="Pretendard"/>
                <a:ea typeface="Pretendard"/>
                <a:cs typeface="Pretendard"/>
              </a:defRPr>
            </a:lvl4pPr>
            <a:lvl5pPr algn="l">
              <a:defRPr sz="3600" b="1">
                <a:solidFill>
                  <a:srgbClr val="898989"/>
                </a:solidFill>
                <a:latin typeface="Pretendard"/>
                <a:ea typeface="Pretendard"/>
                <a:cs typeface="Pretendard"/>
              </a:defRPr>
            </a:lvl5pPr>
            <a:lvl6pPr algn="l">
              <a:defRPr sz="3600" b="1">
                <a:solidFill>
                  <a:srgbClr val="898989"/>
                </a:solidFill>
                <a:latin typeface="Pretendard"/>
                <a:ea typeface="Pretendard"/>
                <a:cs typeface="Pretendard"/>
              </a:defRPr>
            </a:lvl6pPr>
            <a:lvl7pPr algn="l">
              <a:defRPr sz="3600" b="1">
                <a:solidFill>
                  <a:srgbClr val="898989"/>
                </a:solidFill>
                <a:latin typeface="Pretendard"/>
                <a:ea typeface="Pretendard"/>
                <a:cs typeface="Pretendard"/>
              </a:defRPr>
            </a:lvl7pPr>
            <a:lvl8pPr algn="l">
              <a:defRPr sz="3600" b="1">
                <a:solidFill>
                  <a:srgbClr val="898989"/>
                </a:solidFill>
                <a:latin typeface="Pretendard"/>
                <a:ea typeface="Pretendard"/>
                <a:cs typeface="Pretendard"/>
              </a:defRPr>
            </a:lvl8pPr>
            <a:lvl9pPr algn="l">
              <a:defRPr sz="3600" b="1">
                <a:solidFill>
                  <a:srgbClr val="898989"/>
                </a:solidFill>
                <a:latin typeface="Pretendard"/>
                <a:ea typeface="Pretendard"/>
                <a:cs typeface="Pretendard"/>
              </a:defRPr>
            </a:lvl9pPr>
          </a:lstStyle>
          <a:p xmlns:a="http://schemas.openxmlformats.org/drawingml/2006/main">
            <a:pPr algn="l">
              <a:defRPr sz="3600" b="1">
                <a:solidFill>
                  <a:srgbClr val="898989"/>
                </a:solidFill>
                <a:latin typeface="Pretendard"/>
                <a:ea typeface="Pretendard"/>
                <a:cs typeface="Pretendard"/>
              </a:defRPr>
            </a:pPr>
            <a:r>
              <a:t>중화 실험 자료를 해석하여 헤스 법칙을 확인한다.</a:t>
            </a:r>
          </a:p>
        </p:txBody>
      </p:sp>
    </p:spTree>
    <p:extLst>
      <p:ext uri="{BB962C8B-B14F-4D97-AF65-F5344CB8AC3E}">
        <p14:creationId xmlns:p14="http://schemas.microsoft.com/office/powerpoint/2010/main" val="1431837463"/>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21CEBDC7-37A3-4D67-8188-9CF7F03D2591}"/>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BAFCE92-E2DB-4069-824F-BBE68B088887}"/>
              </a:ext>
            </a:extLst>
          </p:cNvPr>
          <p:cNvPicPr>
            <a:picLocks xmlns:a="http://schemas.openxmlformats.org/drawingml/2006/main" noChangeAspect="1"/>
          </p:cNvPicPr>
          <p:nvPr/>
        </p:nvPicPr>
        <p:blipFill>
          <a:blip xmlns:r="http://schemas.openxmlformats.org/officeDocument/2006/relationships" xmlns:a="http://schemas.openxmlformats.org/drawingml/2006/main" r:embed="R7ae1a12c653c42d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57A81479-EC6F-4C7D-9241-D66CB218688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307E0131-0613-498F-AF89-CCCCF01D94F9}"/>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5" name="text">
            <a:extLst xmlns:a="http://schemas.openxmlformats.org/drawingml/2006/main">
              <a:ext uri="{FF2B5EF4-FFF2-40B4-BE49-F238E27FC236}">
                <a16:creationId xmlns:a16="http://schemas.microsoft.com/office/drawing/2014/main" id="{6CA1AF24-5267-40E8-9F4B-60B8E8E0FF28}"/>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6" name="text">
            <a:extLst xmlns:a="http://schemas.openxmlformats.org/drawingml/2006/main">
              <a:ext uri="{FF2B5EF4-FFF2-40B4-BE49-F238E27FC236}">
                <a16:creationId xmlns:a16="http://schemas.microsoft.com/office/drawing/2014/main" id="{75E0958F-6C1E-4E9E-AA84-C1E08C09A57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5681490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1383822-9F7C-40A6-945C-4AC24694D4AE}"/>
              </a:ext>
            </a:extLst>
          </p:cNvPr>
          <p:cNvPicPr>
            <a:picLocks xmlns:a="http://schemas.openxmlformats.org/drawingml/2006/main" noChangeAspect="1"/>
          </p:cNvPicPr>
          <p:nvPr/>
        </p:nvPicPr>
        <p:blipFill>
          <a:blip xmlns:r="http://schemas.openxmlformats.org/officeDocument/2006/relationships" xmlns:a="http://schemas.openxmlformats.org/drawingml/2006/main" r:embed="R9848ec130756477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7898BFB-66CE-47A6-BE36-BD2C3E7B697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A3C0799-509E-4181-A933-C1298DB1EB7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4C8C68F-9AAB-46B5-90EB-D979EEA0FCCC}"/>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93DF32F-FBDA-47FD-B27E-6BE4D5D5C08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CEF1252-CC1B-49C1-8D0F-45F373D54555}"/>
              </a:ext>
            </a:extLst>
          </p:cNvPr>
          <p:cNvSpPr>
            <a:spLocks xmlns:a="http://schemas.openxmlformats.org/drawingml/2006/main" noGrp="1"/>
          </p:cNvSpPr>
          <p:nvPr/>
        </p:nvSpPr>
        <p:spPr>
          <a:xfrm xmlns:a="http://schemas.openxmlformats.org/drawingml/2006/main">
            <a:off x="952500" y="2581275"/>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rPr sz="5730" b="1">
                <a:solidFill>
                  <a:srgbClr val="57962F"/>
                </a:solidFill>
                <a:latin typeface="Pretendard"/>
                <a:ea typeface="Pretendard"/>
                <a:cs typeface="Pretendard"/>
              </a:rPr>
              <a:t>헤스 법칙 (Hess’s law)</a:t>
            </a:r>
          </a:p>
        </p:txBody>
      </p:sp>
      <p:sp>
        <p:nvSpPr>
          <p:cNvPr id="7" name="헤스 법칙 요점 1">
            <a:extLst xmlns:a="http://schemas.openxmlformats.org/drawingml/2006/main">
              <a:ext uri="{FF2B5EF4-FFF2-40B4-BE49-F238E27FC236}">
                <a16:creationId xmlns:a16="http://schemas.microsoft.com/office/drawing/2014/main" id="{C1964B0D-31C6-4227-84E7-D1ABD2B18316}"/>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한 줄 요점 1">
            <a:extLst xmlns:a="http://schemas.openxmlformats.org/drawingml/2006/main">
              <a:ext uri="{FF2B5EF4-FFF2-40B4-BE49-F238E27FC236}">
                <a16:creationId xmlns:a16="http://schemas.microsoft.com/office/drawing/2014/main" id="{01E6576D-E1A8-4C8E-B5F6-9B3E254087E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57962F"/>
                </a:solidFill>
              </a:rPr>
              <a:t>경로</a:t>
            </a:r>
            <a:r>
              <a:t>와 무관하다.</a:t>
            </a:r>
          </a:p>
        </p:txBody>
      </p:sp>
      <p:sp>
        <p:nvSpPr>
          <p:cNvPr id="9" name="헤스 법칙 요점 2">
            <a:extLst xmlns:a="http://schemas.openxmlformats.org/drawingml/2006/main">
              <a:ext uri="{FF2B5EF4-FFF2-40B4-BE49-F238E27FC236}">
                <a16:creationId xmlns:a16="http://schemas.microsoft.com/office/drawing/2014/main" id="{1083480B-1C90-4C48-93F8-12A2742356D2}"/>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한 줄 요점 2">
            <a:extLst xmlns:a="http://schemas.openxmlformats.org/drawingml/2006/main">
              <a:ext uri="{FF2B5EF4-FFF2-40B4-BE49-F238E27FC236}">
                <a16:creationId xmlns:a16="http://schemas.microsoft.com/office/drawing/2014/main" id="{58260F61-FAD5-4E75-BCBC-60467518323C}"/>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a:t>
            </a:r>
            <a:r>
              <a:rPr b="1">
                <a:solidFill>
                  <a:srgbClr val="57962F"/>
                </a:solidFill>
              </a:rPr>
              <a:t>총 열량 불변의 법칙</a:t>
            </a:r>
            <a:r>
              <a:t>이라고 부르기도 한다.</a:t>
            </a:r>
          </a:p>
        </p:txBody>
      </p:sp>
      <p:sp>
        <p:nvSpPr>
          <p:cNvPr id="11" name="헤스 법칙 요점 3">
            <a:extLst xmlns:a="http://schemas.openxmlformats.org/drawingml/2006/main">
              <a:ext uri="{FF2B5EF4-FFF2-40B4-BE49-F238E27FC236}">
                <a16:creationId xmlns:a16="http://schemas.microsoft.com/office/drawing/2014/main" id="{E78EC016-3563-4E42-A51D-2485640FEA7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한 줄 요점 3">
            <a:extLst xmlns:a="http://schemas.openxmlformats.org/drawingml/2006/main">
              <a:ext uri="{FF2B5EF4-FFF2-40B4-BE49-F238E27FC236}">
                <a16:creationId xmlns:a16="http://schemas.microsoft.com/office/drawing/2014/main" id="{B1E9CDE5-F28C-47D1-9C77-7FE335652A4E}"/>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57962F"/>
                </a:solidFill>
              </a:rPr>
              <a:t>간접적으로</a:t>
            </a:r>
            <a:r>
              <a:t> 구할 수 있다.</a:t>
            </a:r>
          </a:p>
        </p:txBody>
      </p:sp>
    </p:spTree>
    <p:extLst>
      <p:ext uri="{BB962C8B-B14F-4D97-AF65-F5344CB8AC3E}">
        <p14:creationId xmlns:p14="http://schemas.microsoft.com/office/powerpoint/2010/main" val="131977347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4E0AF6DD-4332-4820-BB14-F583762FB55C}"/>
              </a:ext>
            </a:extLst>
          </p:cNvPr>
          <p:cNvPicPr>
            <a:picLocks xmlns:a="http://schemas.openxmlformats.org/drawingml/2006/main" noChangeAspect="1"/>
          </p:cNvPicPr>
          <p:nvPr/>
        </p:nvPicPr>
        <p:blipFill>
          <a:blip xmlns:r="http://schemas.openxmlformats.org/officeDocument/2006/relationships" xmlns:a="http://schemas.openxmlformats.org/drawingml/2006/main" r:embed="R79b1a420e86d4c9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68B9067-353C-4588-A1EA-CE07AC9A2E25}"/>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0D93442-5535-4C37-A5A1-D218440FF55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870CDFE8-321D-48D4-972C-1D0B876335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7D8EE83-94CC-4C2C-B2AD-199E96379C5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C8F9DC7-F272-4EE5-AF68-091655E9DDD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반응을 비교하려면</a:t>
            </a:r>
          </a:p>
        </p:txBody>
      </p:sp>
      <p:sp>
        <p:nvSpPr>
          <p:cNvPr id="7" name="text">
            <a:extLst xmlns:a="http://schemas.openxmlformats.org/drawingml/2006/main">
              <a:ext uri="{FF2B5EF4-FFF2-40B4-BE49-F238E27FC236}">
                <a16:creationId xmlns:a16="http://schemas.microsoft.com/office/drawing/2014/main" id="{5970E1B8-C6D6-413A-9C94-A21A55C5B066}"/>
              </a:ext>
            </a:extLst>
          </p:cNvPr>
          <p:cNvSpPr>
            <a:spLocks xmlns:a="http://schemas.openxmlformats.org/drawingml/2006/main" noGrp="1"/>
          </p:cNvSpPr>
          <p:nvPr/>
        </p:nvSpPr>
        <p:spPr>
          <a:xfrm xmlns:a="http://schemas.openxmlformats.org/drawingml/2006/main">
            <a:off x="1428750" y="3667125"/>
            <a:ext cx="1543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반응 경로만 달리하고, 비교 조건은 맞춘다.</a:t>
            </a:r>
          </a:p>
        </p:txBody>
      </p:sp>
      <p:sp>
        <p:nvSpPr>
          <p:cNvPr id="8" name="설명·계산 행 1">
            <a:extLst xmlns:a="http://schemas.openxmlformats.org/drawingml/2006/main">
              <a:ext uri="{FF2B5EF4-FFF2-40B4-BE49-F238E27FC236}">
                <a16:creationId xmlns:a16="http://schemas.microsoft.com/office/drawing/2014/main" id="{5CA1FF35-D7DC-4141-B9B3-212A64B9320C}"/>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1339C8FB-FC93-4AAE-8670-9388C74AB58B}"/>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 전후 물질의 종류와 상태를 같게 한다.</a:t>
            </a:r>
          </a:p>
        </p:txBody>
      </p:sp>
      <p:sp>
        <p:nvSpPr>
          <p:cNvPr id="10" name="설명·계산 행 2">
            <a:extLst xmlns:a="http://schemas.openxmlformats.org/drawingml/2006/main">
              <a:ext uri="{FF2B5EF4-FFF2-40B4-BE49-F238E27FC236}">
                <a16:creationId xmlns:a16="http://schemas.microsoft.com/office/drawing/2014/main" id="{084AA394-AE55-4032-93A7-C84E8781B536}"/>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3A663CB8-6640-490D-ABCC-6B47B6499F9F}"/>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반응하는 물질의 양을 같게 한다.</a:t>
            </a:r>
          </a:p>
        </p:txBody>
      </p:sp>
      <p:sp>
        <p:nvSpPr>
          <p:cNvPr id="12" name="설명·계산 행 3">
            <a:extLst xmlns:a="http://schemas.openxmlformats.org/drawingml/2006/main">
              <a:ext uri="{FF2B5EF4-FFF2-40B4-BE49-F238E27FC236}">
                <a16:creationId xmlns:a16="http://schemas.microsoft.com/office/drawing/2014/main" id="{63E14155-DD03-4E4F-8C33-56D1F89D102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3" name="설명·계산 문장 3">
            <a:extLst xmlns:a="http://schemas.openxmlformats.org/drawingml/2006/main">
              <a:ext uri="{FF2B5EF4-FFF2-40B4-BE49-F238E27FC236}">
                <a16:creationId xmlns:a16="http://schemas.microsoft.com/office/drawing/2014/main" id="{ED2B2701-F078-4F97-9101-32BF21382F47}"/>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온도와 압력 조건을 같게 한다.</a:t>
            </a:r>
          </a:p>
        </p:txBody>
      </p:sp>
    </p:spTree>
    <p:extLst>
      <p:ext uri="{BB962C8B-B14F-4D97-AF65-F5344CB8AC3E}">
        <p14:creationId xmlns:p14="http://schemas.microsoft.com/office/powerpoint/2010/main" val="11659127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CF5CE05-A547-4CA0-94C9-19F2DAB437D7}"/>
              </a:ext>
            </a:extLst>
          </p:cNvPr>
          <p:cNvPicPr>
            <a:picLocks xmlns:a="http://schemas.openxmlformats.org/drawingml/2006/main" noChangeAspect="1"/>
          </p:cNvPicPr>
          <p:nvPr/>
        </p:nvPicPr>
        <p:blipFill>
          <a:blip xmlns:r="http://schemas.openxmlformats.org/officeDocument/2006/relationships" xmlns:a="http://schemas.openxmlformats.org/drawingml/2006/main" r:embed="R3700bcf8cc9a42f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3E94CC9-61A5-4151-9456-E109F1FDE490}"/>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3EA0765-EB19-442F-BFAB-5CBDFC3A930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C3F05D3-2BCB-4D10-A604-7633E56DEDF7}"/>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8335C65-6293-4840-966E-2223421C232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9765934B-8AE4-4449-8FAC-582358EFA0A4}"/>
              </a:ext>
            </a:extLst>
          </p:cNvPr>
          <p:cNvSpPr>
            <a:spLocks xmlns:a="http://schemas.openxmlformats.org/drawingml/2006/main" noGrp="1"/>
          </p:cNvSpPr>
          <p:nvPr/>
        </p:nvSpPr>
        <p:spPr>
          <a:xfrm xmlns:a="http://schemas.openxmlformats.org/drawingml/2006/main">
            <a:off x="1238250" y="2571750"/>
            <a:ext cx="15811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경로가 달라도, </a:t>
            </a:r>
            <a:r>
              <a:t>Δ</a:t>
            </a:r>
            <a:r>
              <a:rPr i="1">
                <a:latin typeface="Pretendard"/>
                <a:ea typeface="Pretendard"/>
                <a:cs typeface="Pretendard"/>
              </a:rPr>
              <a:t>H</a:t>
            </a:r>
            <a:r>
              <a:t>는 같다</a:t>
            </a:r>
          </a:p>
        </p:txBody>
      </p:sp>
      <p:sp>
        <p:nvSpPr>
          <p:cNvPr id="7" name="text">
            <a:extLst xmlns:a="http://schemas.openxmlformats.org/drawingml/2006/main">
              <a:ext uri="{FF2B5EF4-FFF2-40B4-BE49-F238E27FC236}">
                <a16:creationId xmlns:a16="http://schemas.microsoft.com/office/drawing/2014/main" id="{DF0E4F83-2CDF-4496-B68E-453B50574890}"/>
              </a:ext>
            </a:extLst>
          </p:cNvPr>
          <p:cNvSpPr>
            <a:spLocks xmlns:a="http://schemas.openxmlformats.org/drawingml/2006/main" noGrp="1"/>
          </p:cNvSpPr>
          <p:nvPr/>
        </p:nvSpPr>
        <p:spPr>
          <a:xfrm xmlns:a="http://schemas.openxmlformats.org/drawingml/2006/main">
            <a:off x="1428750" y="3676650"/>
            <a:ext cx="1543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같은 처음 상태에서 같은 나중 상태로 변할 때</a:t>
            </a:r>
          </a:p>
        </p:txBody>
      </p:sp>
      <p:pic>
        <p:nvPicPr>
          <p:cNvPr id="8" name="">
            <a:extLst xmlns:a="http://schemas.openxmlformats.org/drawingml/2006/main">
              <a:ext uri="{FF2B5EF4-FFF2-40B4-BE49-F238E27FC236}">
                <a16:creationId xmlns:a16="http://schemas.microsoft.com/office/drawing/2014/main" id="{1EBCE753-E61D-4748-97EE-CFF49F8171E5}"/>
              </a:ext>
            </a:extLst>
          </p:cNvPr>
          <p:cNvPicPr>
            <a:picLocks xmlns:a="http://schemas.openxmlformats.org/drawingml/2006/main" noChangeAspect="1"/>
          </p:cNvPicPr>
          <p:nvPr/>
        </p:nvPicPr>
        <p:blipFill>
          <a:blip xmlns:r="http://schemas.openxmlformats.org/officeDocument/2006/relationships" xmlns:a="http://schemas.openxmlformats.org/drawingml/2006/main" r:embed="Rcab4f454b9d5470e"/>
          <a:stretch xmlns:a="http://schemas.openxmlformats.org/drawingml/2006/main"/>
        </p:blipFill>
        <p:spPr>
          <a:xfrm xmlns:a="http://schemas.openxmlformats.org/drawingml/2006/main">
            <a:off x="1238250" y="4439364"/>
            <a:ext cx="9620250" cy="544687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A7BA91C-0FDA-48B2-A8F9-87657886D4F8}"/>
              </a:ext>
            </a:extLst>
          </p:cNvPr>
          <p:cNvSpPr>
            <a:spLocks xmlns:a="http://schemas.openxmlformats.org/drawingml/2006/main" noGrp="1"/>
          </p:cNvSpPr>
          <p:nvPr/>
        </p:nvSpPr>
        <p:spPr>
          <a:xfrm xmlns:a="http://schemas.openxmlformats.org/drawingml/2006/main">
            <a:off x="11525250" y="45243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직접 경로</a:t>
            </a:r>
          </a:p>
        </p:txBody>
      </p:sp>
      <p:sp>
        <p:nvSpPr>
          <p:cNvPr id="10" name="rich">
            <a:extLst xmlns:a="http://schemas.openxmlformats.org/drawingml/2006/main">
              <a:ext uri="{FF2B5EF4-FFF2-40B4-BE49-F238E27FC236}">
                <a16:creationId xmlns:a16="http://schemas.microsoft.com/office/drawing/2014/main" id="{8BC65C3F-1D90-467E-9643-5CE44F6318E0}"/>
              </a:ext>
            </a:extLst>
          </p:cNvPr>
          <p:cNvSpPr>
            <a:spLocks xmlns:a="http://schemas.openxmlformats.org/drawingml/2006/main" noGrp="1"/>
          </p:cNvSpPr>
          <p:nvPr/>
        </p:nvSpPr>
        <p:spPr>
          <a:xfrm xmlns:a="http://schemas.openxmlformats.org/drawingml/2006/main">
            <a:off x="11525250" y="5124450"/>
            <a:ext cx="533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₁ = −193.5 kJ</a:t>
            </a:r>
          </a:p>
        </p:txBody>
      </p:sp>
      <p:sp>
        <p:nvSpPr>
          <p:cNvPr id="11" name="text">
            <a:extLst xmlns:a="http://schemas.openxmlformats.org/drawingml/2006/main">
              <a:ext uri="{FF2B5EF4-FFF2-40B4-BE49-F238E27FC236}">
                <a16:creationId xmlns:a16="http://schemas.microsoft.com/office/drawing/2014/main" id="{7588DF4E-E455-41A2-9B2C-35CAFF1111C8}"/>
              </a:ext>
            </a:extLst>
          </p:cNvPr>
          <p:cNvSpPr>
            <a:spLocks xmlns:a="http://schemas.openxmlformats.org/drawingml/2006/main" noGrp="1"/>
          </p:cNvSpPr>
          <p:nvPr/>
        </p:nvSpPr>
        <p:spPr>
          <a:xfrm xmlns:a="http://schemas.openxmlformats.org/drawingml/2006/main">
            <a:off x="11525250" y="609600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두 단계 경로</a:t>
            </a:r>
          </a:p>
        </p:txBody>
      </p:sp>
      <p:sp>
        <p:nvSpPr>
          <p:cNvPr id="12" name="rich">
            <a:extLst xmlns:a="http://schemas.openxmlformats.org/drawingml/2006/main">
              <a:ext uri="{FF2B5EF4-FFF2-40B4-BE49-F238E27FC236}">
                <a16:creationId xmlns:a16="http://schemas.microsoft.com/office/drawing/2014/main" id="{84D7D4F0-05D6-41F6-9B1C-9BFD4FAC517F}"/>
              </a:ext>
            </a:extLst>
          </p:cNvPr>
          <p:cNvSpPr>
            <a:spLocks xmlns:a="http://schemas.openxmlformats.org/drawingml/2006/main" noGrp="1"/>
          </p:cNvSpPr>
          <p:nvPr/>
        </p:nvSpPr>
        <p:spPr>
          <a:xfrm xmlns:a="http://schemas.openxmlformats.org/drawingml/2006/main">
            <a:off x="11525250" y="6715125"/>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0">
                <a:solidFill>
                  <a:srgbClr val="000000"/>
                </a:solidFill>
                <a:latin typeface="Pretendard"/>
                <a:ea typeface="Pretendard"/>
                <a:cs typeface="Pretendard"/>
              </a:defRPr>
            </a:defPPr>
            <a:lvl1pPr algn="l">
              <a:defRPr sz="3750" b="0">
                <a:solidFill>
                  <a:srgbClr val="000000"/>
                </a:solidFill>
                <a:latin typeface="Pretendard"/>
                <a:ea typeface="Pretendard"/>
                <a:cs typeface="Pretendard"/>
              </a:defRPr>
            </a:lvl1pPr>
            <a:lvl2pPr algn="l">
              <a:defRPr sz="3750" b="0">
                <a:solidFill>
                  <a:srgbClr val="000000"/>
                </a:solidFill>
                <a:latin typeface="Pretendard"/>
                <a:ea typeface="Pretendard"/>
                <a:cs typeface="Pretendard"/>
              </a:defRPr>
            </a:lvl2pPr>
            <a:lvl3pPr algn="l">
              <a:defRPr sz="3750" b="0">
                <a:solidFill>
                  <a:srgbClr val="000000"/>
                </a:solidFill>
                <a:latin typeface="Pretendard"/>
                <a:ea typeface="Pretendard"/>
                <a:cs typeface="Pretendard"/>
              </a:defRPr>
            </a:lvl3pPr>
            <a:lvl4pPr algn="l">
              <a:defRPr sz="3750" b="0">
                <a:solidFill>
                  <a:srgbClr val="000000"/>
                </a:solidFill>
                <a:latin typeface="Pretendard"/>
                <a:ea typeface="Pretendard"/>
                <a:cs typeface="Pretendard"/>
              </a:defRPr>
            </a:lvl4pPr>
            <a:lvl5pPr algn="l">
              <a:defRPr sz="3750" b="0">
                <a:solidFill>
                  <a:srgbClr val="000000"/>
                </a:solidFill>
                <a:latin typeface="Pretendard"/>
                <a:ea typeface="Pretendard"/>
                <a:cs typeface="Pretendard"/>
              </a:defRPr>
            </a:lvl5pPr>
            <a:lvl6pPr algn="l">
              <a:defRPr sz="3750" b="0">
                <a:solidFill>
                  <a:srgbClr val="000000"/>
                </a:solidFill>
                <a:latin typeface="Pretendard"/>
                <a:ea typeface="Pretendard"/>
                <a:cs typeface="Pretendard"/>
              </a:defRPr>
            </a:lvl6pPr>
            <a:lvl7pPr algn="l">
              <a:defRPr sz="3750" b="0">
                <a:solidFill>
                  <a:srgbClr val="000000"/>
                </a:solidFill>
                <a:latin typeface="Pretendard"/>
                <a:ea typeface="Pretendard"/>
                <a:cs typeface="Pretendard"/>
              </a:defRPr>
            </a:lvl7pPr>
            <a:lvl8pPr algn="l">
              <a:defRPr sz="3750" b="0">
                <a:solidFill>
                  <a:srgbClr val="000000"/>
                </a:solidFill>
                <a:latin typeface="Pretendard"/>
                <a:ea typeface="Pretendard"/>
                <a:cs typeface="Pretendard"/>
              </a:defRPr>
            </a:lvl8pPr>
            <a:lvl9pPr algn="l">
              <a:defRPr sz="3750" b="0">
                <a:solidFill>
                  <a:srgbClr val="000000"/>
                </a:solidFill>
                <a:latin typeface="Pretendard"/>
                <a:ea typeface="Pretendard"/>
                <a:cs typeface="Pretendard"/>
              </a:defRPr>
            </a:lvl9pPr>
          </a:lstStyle>
          <a:p xmlns:a="http://schemas.openxmlformats.org/drawingml/2006/main">
            <a:pPr algn="l">
              <a:defRPr sz="375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3" name="text">
            <a:extLst xmlns:a="http://schemas.openxmlformats.org/drawingml/2006/main">
              <a:ext uri="{FF2B5EF4-FFF2-40B4-BE49-F238E27FC236}">
                <a16:creationId xmlns:a16="http://schemas.microsoft.com/office/drawing/2014/main" id="{30E76D38-E192-42BB-A532-9AE5C5A60C90}"/>
              </a:ext>
            </a:extLst>
          </p:cNvPr>
          <p:cNvSpPr>
            <a:spLocks xmlns:a="http://schemas.openxmlformats.org/drawingml/2006/main" noGrp="1"/>
          </p:cNvSpPr>
          <p:nvPr/>
        </p:nvSpPr>
        <p:spPr>
          <a:xfrm xmlns:a="http://schemas.openxmlformats.org/drawingml/2006/main">
            <a:off x="11525250" y="7362825"/>
            <a:ext cx="5810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rPr sz="3450" b="0">
                <a:solidFill>
                  <a:srgbClr val="000000"/>
                </a:solidFill>
                <a:latin typeface="Pretendard"/>
                <a:ea typeface="Pretendard"/>
                <a:cs typeface="Pretendard"/>
              </a:rPr>
              <a:t>= −81.9 + (−111.6)</a:t>
            </a:r>
          </a:p>
        </p:txBody>
      </p:sp>
      <p:sp>
        <p:nvSpPr>
          <p:cNvPr id="14" name="text">
            <a:extLst xmlns:a="http://schemas.openxmlformats.org/drawingml/2006/main">
              <a:ext uri="{FF2B5EF4-FFF2-40B4-BE49-F238E27FC236}">
                <a16:creationId xmlns:a16="http://schemas.microsoft.com/office/drawing/2014/main" id="{2C64FE6E-68BA-494E-9330-0A4FF1D162B3}"/>
              </a:ext>
            </a:extLst>
          </p:cNvPr>
          <p:cNvSpPr>
            <a:spLocks xmlns:a="http://schemas.openxmlformats.org/drawingml/2006/main" noGrp="1"/>
          </p:cNvSpPr>
          <p:nvPr/>
        </p:nvSpPr>
        <p:spPr>
          <a:xfrm xmlns:a="http://schemas.openxmlformats.org/drawingml/2006/main">
            <a:off x="11525250" y="8001000"/>
            <a:ext cx="581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750" b="1">
                <a:solidFill>
                  <a:srgbClr val="57962F"/>
                </a:solidFill>
                <a:latin typeface="Pretendard"/>
                <a:ea typeface="Pretendard"/>
                <a:cs typeface="Pretendard"/>
              </a:defRPr>
            </a:defPPr>
            <a:lvl1pPr algn="l">
              <a:defRPr sz="3750" b="1">
                <a:solidFill>
                  <a:srgbClr val="57962F"/>
                </a:solidFill>
                <a:latin typeface="Pretendard"/>
                <a:ea typeface="Pretendard"/>
                <a:cs typeface="Pretendard"/>
              </a:defRPr>
            </a:lvl1pPr>
            <a:lvl2pPr algn="l">
              <a:defRPr sz="3750" b="1">
                <a:solidFill>
                  <a:srgbClr val="57962F"/>
                </a:solidFill>
                <a:latin typeface="Pretendard"/>
                <a:ea typeface="Pretendard"/>
                <a:cs typeface="Pretendard"/>
              </a:defRPr>
            </a:lvl2pPr>
            <a:lvl3pPr algn="l">
              <a:defRPr sz="3750" b="1">
                <a:solidFill>
                  <a:srgbClr val="57962F"/>
                </a:solidFill>
                <a:latin typeface="Pretendard"/>
                <a:ea typeface="Pretendard"/>
                <a:cs typeface="Pretendard"/>
              </a:defRPr>
            </a:lvl3pPr>
            <a:lvl4pPr algn="l">
              <a:defRPr sz="3750" b="1">
                <a:solidFill>
                  <a:srgbClr val="57962F"/>
                </a:solidFill>
                <a:latin typeface="Pretendard"/>
                <a:ea typeface="Pretendard"/>
                <a:cs typeface="Pretendard"/>
              </a:defRPr>
            </a:lvl4pPr>
            <a:lvl5pPr algn="l">
              <a:defRPr sz="3750" b="1">
                <a:solidFill>
                  <a:srgbClr val="57962F"/>
                </a:solidFill>
                <a:latin typeface="Pretendard"/>
                <a:ea typeface="Pretendard"/>
                <a:cs typeface="Pretendard"/>
              </a:defRPr>
            </a:lvl5pPr>
            <a:lvl6pPr algn="l">
              <a:defRPr sz="3750" b="1">
                <a:solidFill>
                  <a:srgbClr val="57962F"/>
                </a:solidFill>
                <a:latin typeface="Pretendard"/>
                <a:ea typeface="Pretendard"/>
                <a:cs typeface="Pretendard"/>
              </a:defRPr>
            </a:lvl6pPr>
            <a:lvl7pPr algn="l">
              <a:defRPr sz="3750" b="1">
                <a:solidFill>
                  <a:srgbClr val="57962F"/>
                </a:solidFill>
                <a:latin typeface="Pretendard"/>
                <a:ea typeface="Pretendard"/>
                <a:cs typeface="Pretendard"/>
              </a:defRPr>
            </a:lvl7pPr>
            <a:lvl8pPr algn="l">
              <a:defRPr sz="3750" b="1">
                <a:solidFill>
                  <a:srgbClr val="57962F"/>
                </a:solidFill>
                <a:latin typeface="Pretendard"/>
                <a:ea typeface="Pretendard"/>
                <a:cs typeface="Pretendard"/>
              </a:defRPr>
            </a:lvl8pPr>
            <a:lvl9pPr algn="l">
              <a:defRPr sz="3750" b="1">
                <a:solidFill>
                  <a:srgbClr val="57962F"/>
                </a:solidFill>
                <a:latin typeface="Pretendard"/>
                <a:ea typeface="Pretendard"/>
                <a:cs typeface="Pretendard"/>
              </a:defRPr>
            </a:lvl9pPr>
          </a:lstStyle>
          <a:p xmlns:a="http://schemas.openxmlformats.org/drawingml/2006/main">
            <a:pPr algn="l">
              <a:defRPr sz="3750" b="1">
                <a:solidFill>
                  <a:srgbClr val="57962F"/>
                </a:solidFill>
                <a:latin typeface="Pretendard"/>
                <a:ea typeface="Pretendard"/>
                <a:cs typeface="Pretendard"/>
              </a:defRPr>
            </a:pPr>
            <a:r>
              <a:rPr sz="3750" b="1">
                <a:solidFill>
                  <a:srgbClr val="57962F"/>
                </a:solidFill>
                <a:latin typeface="Pretendard"/>
                <a:ea typeface="Pretendard"/>
                <a:cs typeface="Pretendard"/>
              </a:rPr>
              <a:t>= −193.5 kJ</a:t>
            </a:r>
          </a:p>
        </p:txBody>
      </p:sp>
      <p:sp>
        <p:nvSpPr>
          <p:cNvPr id="15" name="경로 비교 결론">
            <a:extLst xmlns:a="http://schemas.openxmlformats.org/drawingml/2006/main">
              <a:ext uri="{FF2B5EF4-FFF2-40B4-BE49-F238E27FC236}">
                <a16:creationId xmlns:a16="http://schemas.microsoft.com/office/drawing/2014/main" id="{5EB5A7AA-FEF4-46A2-A0DC-2CD3BCE6DD74}"/>
              </a:ext>
            </a:extLst>
          </p:cNvPr>
          <p:cNvSpPr>
            <a:spLocks xmlns:a="http://schemas.openxmlformats.org/drawingml/2006/main" noGrp="1"/>
          </p:cNvSpPr>
          <p:nvPr/>
        </p:nvSpPr>
        <p:spPr>
          <a:xfrm xmlns:a="http://schemas.openxmlformats.org/drawingml/2006/main">
            <a:off x="11144250" y="8886825"/>
            <a:ext cx="6191250" cy="733425"/>
          </a:xfrm>
          <a:prstGeom xmlns:a="http://schemas.openxmlformats.org/drawingml/2006/main" prst="roundRect">
            <a:avLst>
              <a:gd name="adj" fmla="val 20779"/>
            </a:avLst>
          </a:prstGeom>
          <a:solidFill xmlns:a="http://schemas.openxmlformats.org/drawingml/2006/main">
            <a:srgbClr val="484847"/>
          </a:solidFill>
          <a:ln xmlns:a="http://schemas.openxmlformats.org/drawingml/2006/main" w="0">
            <a:noFill/>
          </a:ln>
        </p:spPr>
      </p:sp>
      <p:sp>
        <p:nvSpPr>
          <p:cNvPr id="16" name="rich">
            <a:extLst xmlns:a="http://schemas.openxmlformats.org/drawingml/2006/main">
              <a:ext uri="{FF2B5EF4-FFF2-40B4-BE49-F238E27FC236}">
                <a16:creationId xmlns:a16="http://schemas.microsoft.com/office/drawing/2014/main" id="{115F0B01-F99D-4017-A864-ABC0C7D86F09}"/>
              </a:ext>
            </a:extLst>
          </p:cNvPr>
          <p:cNvSpPr>
            <a:spLocks xmlns:a="http://schemas.openxmlformats.org/drawingml/2006/main" noGrp="1"/>
          </p:cNvSpPr>
          <p:nvPr/>
        </p:nvSpPr>
        <p:spPr>
          <a:xfrm xmlns:a="http://schemas.openxmlformats.org/drawingml/2006/main">
            <a:off x="11430000" y="8963025"/>
            <a:ext cx="5619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600" b="0">
                <a:solidFill>
                  <a:srgbClr val="FFFFFF"/>
                </a:solidFill>
                <a:latin typeface="Pretendard"/>
                <a:ea typeface="Pretendard"/>
                <a:cs typeface="Pretendard"/>
              </a:defRPr>
            </a:defPPr>
            <a:lvl1pPr algn="ctr">
              <a:defRPr sz="3600" b="0">
                <a:solidFill>
                  <a:srgbClr val="FFFFFF"/>
                </a:solidFill>
                <a:latin typeface="Pretendard"/>
                <a:ea typeface="Pretendard"/>
                <a:cs typeface="Pretendard"/>
              </a:defRPr>
            </a:lvl1pPr>
            <a:lvl2pPr algn="ctr">
              <a:defRPr sz="3600" b="0">
                <a:solidFill>
                  <a:srgbClr val="FFFFFF"/>
                </a:solidFill>
                <a:latin typeface="Pretendard"/>
                <a:ea typeface="Pretendard"/>
                <a:cs typeface="Pretendard"/>
              </a:defRPr>
            </a:lvl2pPr>
            <a:lvl3pPr algn="ctr">
              <a:defRPr sz="3600" b="0">
                <a:solidFill>
                  <a:srgbClr val="FFFFFF"/>
                </a:solidFill>
                <a:latin typeface="Pretendard"/>
                <a:ea typeface="Pretendard"/>
                <a:cs typeface="Pretendard"/>
              </a:defRPr>
            </a:lvl3pPr>
            <a:lvl4pPr algn="ctr">
              <a:defRPr sz="3600" b="0">
                <a:solidFill>
                  <a:srgbClr val="FFFFFF"/>
                </a:solidFill>
                <a:latin typeface="Pretendard"/>
                <a:ea typeface="Pretendard"/>
                <a:cs typeface="Pretendard"/>
              </a:defRPr>
            </a:lvl4pPr>
            <a:lvl5pPr algn="ctr">
              <a:defRPr sz="3600" b="0">
                <a:solidFill>
                  <a:srgbClr val="FFFFFF"/>
                </a:solidFill>
                <a:latin typeface="Pretendard"/>
                <a:ea typeface="Pretendard"/>
                <a:cs typeface="Pretendard"/>
              </a:defRPr>
            </a:lvl5pPr>
            <a:lvl6pPr algn="ctr">
              <a:defRPr sz="3600" b="0">
                <a:solidFill>
                  <a:srgbClr val="FFFFFF"/>
                </a:solidFill>
                <a:latin typeface="Pretendard"/>
                <a:ea typeface="Pretendard"/>
                <a:cs typeface="Pretendard"/>
              </a:defRPr>
            </a:lvl6pPr>
            <a:lvl7pPr algn="ctr">
              <a:defRPr sz="3600" b="0">
                <a:solidFill>
                  <a:srgbClr val="FFFFFF"/>
                </a:solidFill>
                <a:latin typeface="Pretendard"/>
                <a:ea typeface="Pretendard"/>
                <a:cs typeface="Pretendard"/>
              </a:defRPr>
            </a:lvl7pPr>
            <a:lvl8pPr algn="ctr">
              <a:defRPr sz="3600" b="0">
                <a:solidFill>
                  <a:srgbClr val="FFFFFF"/>
                </a:solidFill>
                <a:latin typeface="Pretendard"/>
                <a:ea typeface="Pretendard"/>
                <a:cs typeface="Pretendard"/>
              </a:defRPr>
            </a:lvl8pPr>
            <a:lvl9pPr algn="ctr">
              <a:defRPr sz="3600" b="0">
                <a:solidFill>
                  <a:srgbClr val="FFFFFF"/>
                </a:solidFill>
                <a:latin typeface="Pretendard"/>
                <a:ea typeface="Pretendard"/>
                <a:cs typeface="Pretendard"/>
              </a:defRPr>
            </a:lvl9pPr>
          </a:lstStyle>
          <a:p xmlns:a="http://schemas.openxmlformats.org/drawingml/2006/main">
            <a:pPr algn="ctr">
              <a:defRPr sz="3600"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Tree>
    <p:extLst>
      <p:ext uri="{BB962C8B-B14F-4D97-AF65-F5344CB8AC3E}">
        <p14:creationId xmlns:p14="http://schemas.microsoft.com/office/powerpoint/2010/main" val="202345636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F4B804B-7784-4AA9-A6F7-1D55E9D2F180}"/>
              </a:ext>
            </a:extLst>
          </p:cNvPr>
          <p:cNvPicPr>
            <a:picLocks xmlns:a="http://schemas.openxmlformats.org/drawingml/2006/main" noChangeAspect="1"/>
          </p:cNvPicPr>
          <p:nvPr/>
        </p:nvPicPr>
        <p:blipFill>
          <a:blip xmlns:r="http://schemas.openxmlformats.org/officeDocument/2006/relationships" xmlns:a="http://schemas.openxmlformats.org/drawingml/2006/main" r:embed="R3ca1ce9409a740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7C08B3F9-0BC9-4920-BD9D-D7A2BC9F1C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9588D6-F0B0-42BE-B818-E41BA6EFBEF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D16FDCE-7886-40DF-9714-23D1CA9DD0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3F56564-5E2D-4079-AF73-7E06516D9BB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288E1D6D-78C7-4A49-9EFC-7303570BAD50}"/>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90C19330-2915-477C-A2F5-0D0B0B61481D}"/>
              </a:ext>
            </a:extLst>
          </p:cNvPr>
          <p:cNvPicPr>
            <a:picLocks xmlns:a="http://schemas.openxmlformats.org/drawingml/2006/main" noChangeAspect="1"/>
          </p:cNvPicPr>
          <p:nvPr/>
        </p:nvPicPr>
        <p:blipFill>
          <a:blip xmlns:r="http://schemas.openxmlformats.org/officeDocument/2006/relationships" xmlns:a="http://schemas.openxmlformats.org/drawingml/2006/main" r:embed="Rf6856a12dba04bb8"/>
          <a:stretch xmlns:a="http://schemas.openxmlformats.org/drawingml/2006/main"/>
        </p:blipFill>
        <p:spPr>
          <a:xfrm xmlns:a="http://schemas.openxmlformats.org/drawingml/2006/main">
            <a:off x="2247900" y="4740908"/>
            <a:ext cx="13811250" cy="222440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F7F0123-EBE0-44D1-9783-867995FAA7E4}"/>
              </a:ext>
            </a:extLst>
          </p:cNvPr>
          <p:cNvSpPr>
            <a:spLocks xmlns:a="http://schemas.openxmlformats.org/drawingml/2006/main" noGrp="1"/>
          </p:cNvSpPr>
          <p:nvPr/>
        </p:nvSpPr>
        <p:spPr>
          <a:xfrm xmlns:a="http://schemas.openxmlformats.org/drawingml/2006/main">
            <a:off x="2247900" y="7677150"/>
            <a:ext cx="1381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중간 물질 Ca(OH)₂와 양변의 물 1 mol을 소거</a:t>
            </a:r>
          </a:p>
        </p:txBody>
      </p:sp>
      <p:sp>
        <p:nvSpPr>
          <p:cNvPr id="9" name="해석·결론">
            <a:extLst xmlns:a="http://schemas.openxmlformats.org/drawingml/2006/main">
              <a:ext uri="{FF2B5EF4-FFF2-40B4-BE49-F238E27FC236}">
                <a16:creationId xmlns:a16="http://schemas.microsoft.com/office/drawing/2014/main" id="{803EC821-8437-433B-8E62-83D9BEDFB75A}"/>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81CB16B5-30EE-42E3-B560-F233B63A16D5}"/>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 = −193.5 kJ</a:t>
            </a:r>
          </a:p>
        </p:txBody>
      </p:sp>
    </p:spTree>
    <p:extLst>
      <p:ext uri="{BB962C8B-B14F-4D97-AF65-F5344CB8AC3E}">
        <p14:creationId xmlns:p14="http://schemas.microsoft.com/office/powerpoint/2010/main" val="20182647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770F41D-6100-48D2-8D6A-23324CD40215}"/>
              </a:ext>
            </a:extLst>
          </p:cNvPr>
          <p:cNvPicPr>
            <a:picLocks xmlns:a="http://schemas.openxmlformats.org/drawingml/2006/main" noChangeAspect="1"/>
          </p:cNvPicPr>
          <p:nvPr/>
        </p:nvPicPr>
        <p:blipFill>
          <a:blip xmlns:r="http://schemas.openxmlformats.org/officeDocument/2006/relationships" xmlns:a="http://schemas.openxmlformats.org/drawingml/2006/main" r:embed="R6ec44c3535584a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06AC34D-8BC2-4B03-919C-11E15C2E915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8A52739-7F6C-433A-A6BB-8840726C552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A5A92ADF-F197-46C1-B726-E8B45578ECD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F2A7142-4A9F-4F11-8F80-C412BE189B5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CE07C213-683D-4CD9-809E-4D815E54CF2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계수와 </a:t>
            </a:r>
            <a:r>
              <a:t>Δ</a:t>
            </a:r>
            <a:r>
              <a:rPr i="1">
                <a:latin typeface="Pretendard"/>
                <a:ea typeface="Pretendard"/>
                <a:cs typeface="Pretendard"/>
              </a:rPr>
              <a:t>H</a:t>
            </a:r>
            <a:r>
              <a:t>는 같은 비율로</a:t>
            </a:r>
          </a:p>
        </p:txBody>
      </p:sp>
      <p:pic>
        <p:nvPicPr>
          <p:cNvPr id="7" name="">
            <a:extLst xmlns:a="http://schemas.openxmlformats.org/drawingml/2006/main">
              <a:ext uri="{FF2B5EF4-FFF2-40B4-BE49-F238E27FC236}">
                <a16:creationId xmlns:a16="http://schemas.microsoft.com/office/drawing/2014/main" id="{E7522DF6-3816-4D54-98A6-34B3904CDBCF}"/>
              </a:ext>
            </a:extLst>
          </p:cNvPr>
          <p:cNvPicPr>
            <a:picLocks xmlns:a="http://schemas.openxmlformats.org/drawingml/2006/main" noChangeAspect="1"/>
          </p:cNvPicPr>
          <p:nvPr/>
        </p:nvPicPr>
        <p:blipFill>
          <a:blip xmlns:r="http://schemas.openxmlformats.org/officeDocument/2006/relationships" xmlns:a="http://schemas.openxmlformats.org/drawingml/2006/main" r:embed="Rf37f6123e6dc4a53"/>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70C88C61-7C7F-4C7F-BC59-86B13C415A20}"/>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7C26669-3BBC-4B94-A4BA-B2686156142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계수에 2를 곱하면, </a:t>
            </a:r>
            <a:r>
              <a:t>Δ</a:t>
            </a:r>
            <a:r>
              <a:rPr i="1">
                <a:latin typeface="Pretendard"/>
                <a:ea typeface="Pretendard"/>
                <a:cs typeface="Pretendard"/>
              </a:rPr>
              <a:t>H</a:t>
            </a:r>
            <a:r>
              <a:t>에도 2를 곱한다.</a:t>
            </a:r>
          </a:p>
        </p:txBody>
      </p:sp>
    </p:spTree>
    <p:extLst>
      <p:ext uri="{BB962C8B-B14F-4D97-AF65-F5344CB8AC3E}">
        <p14:creationId xmlns:p14="http://schemas.microsoft.com/office/powerpoint/2010/main" val="20983379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838AA7F-8E16-442D-91F8-C57895A47999}"/>
              </a:ext>
            </a:extLst>
          </p:cNvPr>
          <p:cNvPicPr>
            <a:picLocks xmlns:a="http://schemas.openxmlformats.org/drawingml/2006/main" noChangeAspect="1"/>
          </p:cNvPicPr>
          <p:nvPr/>
        </p:nvPicPr>
        <p:blipFill>
          <a:blip xmlns:r="http://schemas.openxmlformats.org/officeDocument/2006/relationships" xmlns:a="http://schemas.openxmlformats.org/drawingml/2006/main" r:embed="R59c567cfd77e42e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C6A556-0AC4-4D40-95F6-9CA2EFC9D44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479004B-92FA-49AF-825F-F4F0FFFDCE60}"/>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5A3A70C-0AF1-45A8-8AC2-408AA28EA6F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6AD6B17-49C3-4E01-989B-7726F14440A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71C7D5DD-9496-47AF-9EB4-263F6E685EC3}"/>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9248F0E7-722D-49A8-9FC5-58877284D272}"/>
              </a:ext>
            </a:extLst>
          </p:cNvPr>
          <p:cNvPicPr>
            <a:picLocks xmlns:a="http://schemas.openxmlformats.org/drawingml/2006/main" noChangeAspect="1"/>
          </p:cNvPicPr>
          <p:nvPr/>
        </p:nvPicPr>
        <p:blipFill>
          <a:blip xmlns:r="http://schemas.openxmlformats.org/officeDocument/2006/relationships" xmlns:a="http://schemas.openxmlformats.org/drawingml/2006/main" r:embed="R5d8c02bfa7664eeb"/>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6FCD69FB-0D9A-465E-9A85-E1961F7CA193}"/>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A3760CD-6F0E-4721-9647-6E2398D8A4A8}"/>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역반응의 </a:t>
            </a:r>
            <a:r>
              <a:t>Δ</a:t>
            </a:r>
            <a:r>
              <a:rPr i="1">
                <a:latin typeface="Pretendard"/>
                <a:ea typeface="Pretendard"/>
                <a:cs typeface="Pretendard"/>
              </a:rPr>
              <a:t>H</a:t>
            </a:r>
            <a:r>
              <a:t>는 절댓값이 같고 부호는 반대다.</a:t>
            </a:r>
          </a:p>
        </p:txBody>
      </p:sp>
    </p:spTree>
    <p:extLst>
      <p:ext uri="{BB962C8B-B14F-4D97-AF65-F5344CB8AC3E}">
        <p14:creationId xmlns:p14="http://schemas.microsoft.com/office/powerpoint/2010/main" val="11498392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5C95B5F-5266-4819-88CA-77C355E98909}"/>
              </a:ext>
            </a:extLst>
          </p:cNvPr>
          <p:cNvPicPr>
            <a:picLocks xmlns:a="http://schemas.openxmlformats.org/drawingml/2006/main" noChangeAspect="1"/>
          </p:cNvPicPr>
          <p:nvPr/>
        </p:nvPicPr>
        <p:blipFill>
          <a:blip xmlns:r="http://schemas.openxmlformats.org/officeDocument/2006/relationships" xmlns:a="http://schemas.openxmlformats.org/drawingml/2006/main" r:embed="R8cdc4f29cd2e468e"/>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21295AC-485D-435E-BAAF-9A95FE51D5A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9601C00-CCC6-47AC-A361-86BCC761D38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F5AB8BAB-0721-47DC-9AE6-9CAF261736A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F9F3C5B-47E9-4930-A90F-B5714A12BBB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5E54E654-6D16-463D-8829-4F550AA589E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열화학 반응식의 세 가지 조작</a:t>
            </a:r>
          </a:p>
        </p:txBody>
      </p:sp>
      <p:graphicFrame>
        <p:nvGraphicFramePr>
          <p:cNvPr id="7" name="">
            <a:extLst xmlns:a="http://schemas.openxmlformats.org/drawingml/2006/main">
              <a:ext uri="{FF2B5EF4-FFF2-40B4-BE49-F238E27FC236}">
                <a16:creationId xmlns:a16="http://schemas.microsoft.com/office/drawing/2014/main" id="{1FAA613A-B469-463E-A38B-11330398210F}"/>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7315200"/>
                <a:gridCol w="7324725"/>
              </a:tblGrid>
              <a:tr h="1047750">
                <a:tc>
                  <a:txBody>
                    <a:bodyPr wrap="none" lIns="114300" tIns="114300" rIns="114300" bIns="114300"/>
                    <a:lstStyle/>
                    <a:p>
                      <a:pPr algn="ctr"/>
                      <a:r>
                        <a:rPr sz="3300" b="1">
                          <a:solidFill>
                            <a:srgbClr val="FFFFFF"/>
                          </a:solidFill>
                          <a:latin typeface="Pretendard"/>
                          <a:ea typeface="Pretendard"/>
                          <a:cs typeface="Pretendard"/>
                        </a:rPr>
                        <a:t>반응식의 조작</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반응 엔탈피의 조작</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모든 계수에 k를 곱한다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에도 k를 곱한다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역반응으로 바꾼다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의 부호를 바꾼다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여러 반응식을 더한다</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각 </a:t>
                      </a:r>
                      <a:r>
                        <a:rPr sz="3300" b="0">
                          <a:solidFill>
                            <a:srgbClr val="FFFFFF"/>
                          </a:solidFill>
                          <a:latin typeface="Pretendard"/>
                          <a:ea typeface="Pretendard"/>
                          <a:cs typeface="Pretendard"/>
                        </a:rPr>
                        <a:t>Δ</a:t>
                      </a:r>
                      <a:r>
                        <a:rPr sz="3300" b="0" i="1">
                          <a:solidFill>
                            <a:srgbClr val="FFFFFF"/>
                          </a:solidFill>
                          <a:latin typeface="Pretendard"/>
                          <a:ea typeface="Pretendard"/>
                          <a:cs typeface="Pretendard"/>
                        </a:rPr>
                        <a:t>H</a:t>
                      </a:r>
                      <a:r>
                        <a:rPr sz="3300" b="0">
                          <a:solidFill>
                            <a:srgbClr val="FFFFFF"/>
                          </a:solidFill>
                          <a:latin typeface="Pretendard"/>
                          <a:ea typeface="Pretendard"/>
                          <a:cs typeface="Pretendard"/>
                        </a:rPr>
                        <a:t>를 더한다</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EDFEEAF8-F569-47BD-AC0B-04E4FBDA912A}"/>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B77A69FD-B8F9-4BF9-848E-BE7A89FE5479}"/>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4CF95D1B-C48D-49C8-83EC-A25DA512E8F7}"/>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21BF264-9C48-4496-8CB8-B50A530581BF}"/>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38559534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1EF95887-92DB-4A4B-9476-31D351FA3E2A}"/>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7503B81C-E337-480A-AA63-E1C3F15C0EF0}"/>
              </a:ext>
            </a:extLst>
          </p:cNvPr>
          <p:cNvPicPr>
            <a:picLocks xmlns:a="http://schemas.openxmlformats.org/drawingml/2006/main" noChangeAspect="1"/>
          </p:cNvPicPr>
          <p:nvPr/>
        </p:nvPicPr>
        <p:blipFill>
          <a:blip xmlns:r="http://schemas.openxmlformats.org/officeDocument/2006/relationships" xmlns:a="http://schemas.openxmlformats.org/drawingml/2006/main" r:embed="Rad1b31a6ecea4cf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C0BA55EB-4FB2-41FB-8549-F71409D6C6B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5759176E-F7D9-41A3-9555-B1A12311F82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5" name="text">
            <a:extLst xmlns:a="http://schemas.openxmlformats.org/drawingml/2006/main">
              <a:ext uri="{FF2B5EF4-FFF2-40B4-BE49-F238E27FC236}">
                <a16:creationId xmlns:a16="http://schemas.microsoft.com/office/drawing/2014/main" id="{06D27825-04E8-46C2-8AFF-86A074AC31B9}"/>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6" name="text">
            <a:extLst xmlns:a="http://schemas.openxmlformats.org/drawingml/2006/main">
              <a:ext uri="{FF2B5EF4-FFF2-40B4-BE49-F238E27FC236}">
                <a16:creationId xmlns:a16="http://schemas.microsoft.com/office/drawing/2014/main" id="{40E0EC35-952F-4D0E-BFC9-B890D9374BD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2394720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1856A331-1174-421B-9501-438E40F77B4E}"/>
              </a:ext>
            </a:extLst>
          </p:cNvPr>
          <p:cNvPicPr>
            <a:picLocks xmlns:a="http://schemas.openxmlformats.org/drawingml/2006/main" noChangeAspect="1"/>
          </p:cNvPicPr>
          <p:nvPr/>
        </p:nvPicPr>
        <p:blipFill>
          <a:blip xmlns:r="http://schemas.openxmlformats.org/officeDocument/2006/relationships" xmlns:a="http://schemas.openxmlformats.org/drawingml/2006/main" r:embed="R810773de461343e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2AA3A1-85D9-43FC-877E-8817DDB7F13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4B37C4-C12E-4786-BCAB-FE6CF096EDB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3CD1524-22FE-4097-94F9-7F4DC4B9FD0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5FCE859-0AF6-4EAB-AC94-0625EBF62BB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9F3277E-A460-426C-ACBB-F5C51971864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생성열을 직접 재기 어려운 까닭</a:t>
            </a:r>
          </a:p>
        </p:txBody>
      </p:sp>
      <p:sp>
        <p:nvSpPr>
          <p:cNvPr id="7" name="설명·계산 행 1">
            <a:extLst xmlns:a="http://schemas.openxmlformats.org/drawingml/2006/main">
              <a:ext uri="{FF2B5EF4-FFF2-40B4-BE49-F238E27FC236}">
                <a16:creationId xmlns:a16="http://schemas.microsoft.com/office/drawing/2014/main" id="{A8C2A508-1FA4-4DAD-A5E0-247CC1366655}"/>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65770DB5-3B49-42B3-B6CB-7FB069CEB40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탄소가 불완전 연소할 때 CO₂도 함께 생성될 수 있다.</a:t>
            </a:r>
          </a:p>
        </p:txBody>
      </p:sp>
      <p:sp>
        <p:nvSpPr>
          <p:cNvPr id="9" name="설명·계산 행 2">
            <a:extLst xmlns:a="http://schemas.openxmlformats.org/drawingml/2006/main">
              <a:ext uri="{FF2B5EF4-FFF2-40B4-BE49-F238E27FC236}">
                <a16:creationId xmlns:a16="http://schemas.microsoft.com/office/drawing/2014/main" id="{8067EDB5-1212-4D36-81D1-B272AC14130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8AAE3DE4-7547-47ED-8047-31F10829B9D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CO만 생성되는 반응의 열을 따로 측정하기 어렵다.</a:t>
            </a:r>
          </a:p>
        </p:txBody>
      </p:sp>
      <p:sp>
        <p:nvSpPr>
          <p:cNvPr id="11" name="설명·계산 행 3">
            <a:extLst xmlns:a="http://schemas.openxmlformats.org/drawingml/2006/main">
              <a:ext uri="{FF2B5EF4-FFF2-40B4-BE49-F238E27FC236}">
                <a16:creationId xmlns:a16="http://schemas.microsoft.com/office/drawing/2014/main" id="{F4F1BFC1-CE8E-426A-966F-E060E754B7A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25D49D10-BC5B-4811-8B10-E9FAB6E30288}"/>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다른 반응의 </a:t>
            </a:r>
            <a:r>
              <a:t>Δ</a:t>
            </a:r>
            <a:r>
              <a:rPr i="1">
                <a:latin typeface="Pretendard"/>
                <a:ea typeface="Pretendard"/>
                <a:cs typeface="Pretendard"/>
              </a:rPr>
              <a:t>H</a:t>
            </a:r>
            <a:r>
              <a:t>를 이용한다.</a:t>
            </a:r>
          </a:p>
        </p:txBody>
      </p:sp>
    </p:spTree>
    <p:extLst>
      <p:ext uri="{BB962C8B-B14F-4D97-AF65-F5344CB8AC3E}">
        <p14:creationId xmlns:p14="http://schemas.microsoft.com/office/powerpoint/2010/main" val="179319856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2B44C128-87BE-42F1-B5D5-F1B0F508161C}"/>
              </a:ext>
            </a:extLst>
          </p:cNvPr>
          <p:cNvPicPr>
            <a:picLocks xmlns:a="http://schemas.openxmlformats.org/drawingml/2006/main" noChangeAspect="1"/>
          </p:cNvPicPr>
          <p:nvPr/>
        </p:nvPicPr>
        <p:blipFill>
          <a:blip xmlns:r="http://schemas.openxmlformats.org/officeDocument/2006/relationships" xmlns:a="http://schemas.openxmlformats.org/drawingml/2006/main" r:embed="R789855f9a216413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1B92D9F-F99E-404B-9163-FBB188D5AD4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A193842-D50D-4B4D-A152-FFF18626B58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C52BEEE3-BC83-4C16-B528-B7952EA12D0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359EE2EC-39AD-414C-803F-3A5CFB2C1D53}"/>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82DEC29B-432D-40C2-992C-1B59CED339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구하려는 반응부터 확인</a:t>
            </a:r>
          </a:p>
        </p:txBody>
      </p:sp>
      <p:sp>
        <p:nvSpPr>
          <p:cNvPr id="7" name="text">
            <a:extLst xmlns:a="http://schemas.openxmlformats.org/drawingml/2006/main">
              <a:ext uri="{FF2B5EF4-FFF2-40B4-BE49-F238E27FC236}">
                <a16:creationId xmlns:a16="http://schemas.microsoft.com/office/drawing/2014/main" id="{64F4739B-B417-40D0-8BA2-A9A9FEDF8AFD}"/>
              </a:ext>
            </a:extLst>
          </p:cNvPr>
          <p:cNvSpPr>
            <a:spLocks xmlns:a="http://schemas.openxmlformats.org/drawingml/2006/main" noGrp="1"/>
          </p:cNvSpPr>
          <p:nvPr/>
        </p:nvSpPr>
        <p:spPr>
          <a:xfrm xmlns:a="http://schemas.openxmlformats.org/drawingml/2006/main">
            <a:off x="2000250" y="3952875"/>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57962F"/>
                </a:solidFill>
                <a:latin typeface="Pretendard"/>
                <a:ea typeface="Pretendard"/>
                <a:cs typeface="Pretendard"/>
              </a:defRPr>
            </a:defPPr>
            <a:lvl1pPr algn="l">
              <a:defRPr sz="3000" b="1">
                <a:solidFill>
                  <a:srgbClr val="57962F"/>
                </a:solidFill>
                <a:latin typeface="Pretendard"/>
                <a:ea typeface="Pretendard"/>
                <a:cs typeface="Pretendard"/>
              </a:defRPr>
            </a:lvl1pPr>
            <a:lvl2pPr algn="l">
              <a:defRPr sz="3000" b="1">
                <a:solidFill>
                  <a:srgbClr val="57962F"/>
                </a:solidFill>
                <a:latin typeface="Pretendard"/>
                <a:ea typeface="Pretendard"/>
                <a:cs typeface="Pretendard"/>
              </a:defRPr>
            </a:lvl2pPr>
            <a:lvl3pPr algn="l">
              <a:defRPr sz="3000" b="1">
                <a:solidFill>
                  <a:srgbClr val="57962F"/>
                </a:solidFill>
                <a:latin typeface="Pretendard"/>
                <a:ea typeface="Pretendard"/>
                <a:cs typeface="Pretendard"/>
              </a:defRPr>
            </a:lvl3pPr>
            <a:lvl4pPr algn="l">
              <a:defRPr sz="3000" b="1">
                <a:solidFill>
                  <a:srgbClr val="57962F"/>
                </a:solidFill>
                <a:latin typeface="Pretendard"/>
                <a:ea typeface="Pretendard"/>
                <a:cs typeface="Pretendard"/>
              </a:defRPr>
            </a:lvl4pPr>
            <a:lvl5pPr algn="l">
              <a:defRPr sz="3000" b="1">
                <a:solidFill>
                  <a:srgbClr val="57962F"/>
                </a:solidFill>
                <a:latin typeface="Pretendard"/>
                <a:ea typeface="Pretendard"/>
                <a:cs typeface="Pretendard"/>
              </a:defRPr>
            </a:lvl5pPr>
            <a:lvl6pPr algn="l">
              <a:defRPr sz="3000" b="1">
                <a:solidFill>
                  <a:srgbClr val="57962F"/>
                </a:solidFill>
                <a:latin typeface="Pretendard"/>
                <a:ea typeface="Pretendard"/>
                <a:cs typeface="Pretendard"/>
              </a:defRPr>
            </a:lvl6pPr>
            <a:lvl7pPr algn="l">
              <a:defRPr sz="3000" b="1">
                <a:solidFill>
                  <a:srgbClr val="57962F"/>
                </a:solidFill>
                <a:latin typeface="Pretendard"/>
                <a:ea typeface="Pretendard"/>
                <a:cs typeface="Pretendard"/>
              </a:defRPr>
            </a:lvl7pPr>
            <a:lvl8pPr algn="l">
              <a:defRPr sz="3000" b="1">
                <a:solidFill>
                  <a:srgbClr val="57962F"/>
                </a:solidFill>
                <a:latin typeface="Pretendard"/>
                <a:ea typeface="Pretendard"/>
                <a:cs typeface="Pretendard"/>
              </a:defRPr>
            </a:lvl8pPr>
            <a:lvl9pPr algn="l">
              <a:defRPr sz="3000" b="1">
                <a:solidFill>
                  <a:srgbClr val="57962F"/>
                </a:solidFill>
                <a:latin typeface="Pretendard"/>
                <a:ea typeface="Pretendard"/>
                <a:cs typeface="Pretendard"/>
              </a:defRPr>
            </a:lvl9pPr>
          </a:lstStyle>
          <a:p xmlns:a="http://schemas.openxmlformats.org/drawingml/2006/main">
            <a:pPr algn="l">
              <a:defRPr sz="3000" b="1">
                <a:solidFill>
                  <a:srgbClr val="57962F"/>
                </a:solidFill>
                <a:latin typeface="Pretendard"/>
                <a:ea typeface="Pretendard"/>
                <a:cs typeface="Pretendard"/>
              </a:defRPr>
            </a:pPr>
            <a:r>
              <a:rPr sz="3000" b="1">
                <a:solidFill>
                  <a:srgbClr val="57962F"/>
                </a:solidFill>
                <a:latin typeface="Pretendard"/>
                <a:ea typeface="Pretendard"/>
                <a:cs typeface="Pretendard"/>
              </a:rPr>
              <a:t>목표 반응</a:t>
            </a:r>
          </a:p>
        </p:txBody>
      </p:sp>
      <p:pic>
        <p:nvPicPr>
          <p:cNvPr id="8" name="">
            <a:extLst xmlns:a="http://schemas.openxmlformats.org/drawingml/2006/main">
              <a:ext uri="{FF2B5EF4-FFF2-40B4-BE49-F238E27FC236}">
                <a16:creationId xmlns:a16="http://schemas.microsoft.com/office/drawing/2014/main" id="{1217E3B1-1809-4191-99E5-09B6C9A75E7D}"/>
              </a:ext>
            </a:extLst>
          </p:cNvPr>
          <p:cNvPicPr>
            <a:picLocks xmlns:a="http://schemas.openxmlformats.org/drawingml/2006/main" noChangeAspect="1"/>
          </p:cNvPicPr>
          <p:nvPr/>
        </p:nvPicPr>
        <p:blipFill>
          <a:blip xmlns:r="http://schemas.openxmlformats.org/officeDocument/2006/relationships" xmlns:a="http://schemas.openxmlformats.org/drawingml/2006/main" r:embed="Rf3fab3e649a54838"/>
          <a:stretch xmlns:a="http://schemas.openxmlformats.org/drawingml/2006/main"/>
        </p:blipFill>
        <p:spPr>
          <a:xfrm xmlns:a="http://schemas.openxmlformats.org/drawingml/2006/main">
            <a:off x="3381375" y="4572000"/>
            <a:ext cx="11525250" cy="10477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F25AEC34-3A44-4B98-8A25-1F02D4F34EEB}"/>
              </a:ext>
            </a:extLst>
          </p:cNvPr>
          <p:cNvPicPr>
            <a:picLocks xmlns:a="http://schemas.openxmlformats.org/drawingml/2006/main" noChangeAspect="1"/>
          </p:cNvPicPr>
          <p:nvPr/>
        </p:nvPicPr>
        <p:blipFill>
          <a:blip xmlns:r="http://schemas.openxmlformats.org/officeDocument/2006/relationships" xmlns:a="http://schemas.openxmlformats.org/drawingml/2006/main" r:embed="Rf2943878320a401b"/>
          <a:stretch xmlns:a="http://schemas.openxmlformats.org/drawingml/2006/main"/>
        </p:blipFill>
        <p:spPr>
          <a:xfrm xmlns:a="http://schemas.openxmlformats.org/drawingml/2006/main">
            <a:off x="2540794" y="6124575"/>
            <a:ext cx="13120688" cy="11049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43F7303-438E-45E1-9070-B686A195CC18}"/>
              </a:ext>
            </a:extLst>
          </p:cNvPr>
          <p:cNvPicPr>
            <a:picLocks xmlns:a="http://schemas.openxmlformats.org/drawingml/2006/main" noChangeAspect="1"/>
          </p:cNvPicPr>
          <p:nvPr/>
        </p:nvPicPr>
        <p:blipFill>
          <a:blip xmlns:r="http://schemas.openxmlformats.org/officeDocument/2006/relationships" xmlns:a="http://schemas.openxmlformats.org/drawingml/2006/main" r:embed="Rafec9b14c753409b"/>
          <a:stretch xmlns:a="http://schemas.openxmlformats.org/drawingml/2006/main"/>
        </p:blipFill>
        <p:spPr>
          <a:xfrm xmlns:a="http://schemas.openxmlformats.org/drawingml/2006/main">
            <a:off x="2505075" y="7635240"/>
            <a:ext cx="13192125" cy="1055370"/>
          </a:xfrm>
          <a:prstGeom xmlns:a="http://schemas.openxmlformats.org/drawingml/2006/main" prst="rect">
            <a:avLst/>
          </a:prstGeom>
        </p:spPr>
      </p:pic>
    </p:spTree>
    <p:extLst>
      <p:ext uri="{BB962C8B-B14F-4D97-AF65-F5344CB8AC3E}">
        <p14:creationId xmlns:p14="http://schemas.microsoft.com/office/powerpoint/2010/main" val="4085840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6BC96C2-A31E-4599-8181-5DE42F530A04}"/>
              </a:ext>
            </a:extLst>
          </p:cNvPr>
          <p:cNvPicPr>
            <a:picLocks xmlns:a="http://schemas.openxmlformats.org/drawingml/2006/main" noChangeAspect="1"/>
          </p:cNvPicPr>
          <p:nvPr/>
        </p:nvPicPr>
        <p:blipFill>
          <a:blip xmlns:r="http://schemas.openxmlformats.org/officeDocument/2006/relationships" xmlns:a="http://schemas.openxmlformats.org/drawingml/2006/main" r:embed="R9f37087baf5e4473"/>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24AACFD-A165-4318-B117-529E964722D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DA88546-0EA6-4ECE-A5FF-15C1E16A9F0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FBC74347-D6B0-4C56-B7F6-CFE171273C0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E3183A7-9A3F-41B9-9A66-6E424F70838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217D72B-1AB5-4713-AA8A-82D0305DB78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BF7D70C4-07D1-42CF-9619-053EDD753E66}"/>
              </a:ext>
            </a:extLst>
          </p:cNvPr>
          <p:cNvPicPr>
            <a:picLocks xmlns:a="http://schemas.openxmlformats.org/drawingml/2006/main" noChangeAspect="1"/>
          </p:cNvPicPr>
          <p:nvPr/>
        </p:nvPicPr>
        <p:blipFill>
          <a:blip xmlns:r="http://schemas.openxmlformats.org/officeDocument/2006/relationships" xmlns:a="http://schemas.openxmlformats.org/drawingml/2006/main" r:embed="Rebf711983d334121"/>
          <a:stretch xmlns:a="http://schemas.openxmlformats.org/drawingml/2006/main"/>
        </p:blipFill>
        <p:spPr>
          <a:xfrm xmlns:a="http://schemas.openxmlformats.org/drawingml/2006/main">
            <a:off x="2247900" y="4491945"/>
            <a:ext cx="13811250" cy="2893786"/>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3AB38F04-02A2-4E33-861D-A193A505EC98}"/>
              </a:ext>
            </a:extLst>
          </p:cNvPr>
          <p:cNvSpPr>
            <a:spLocks xmlns:a="http://schemas.openxmlformats.org/drawingml/2006/main" noGrp="1"/>
          </p:cNvSpPr>
          <p:nvPr/>
        </p:nvSpPr>
        <p:spPr>
          <a:xfrm xmlns:a="http://schemas.openxmlformats.org/drawingml/2006/main">
            <a:off x="2286000" y="7734300"/>
            <a:ext cx="1381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57962F"/>
                </a:solidFill>
                <a:latin typeface="Pretendard"/>
                <a:ea typeface="Pretendard"/>
                <a:cs typeface="Pretendard"/>
              </a:defRPr>
            </a:defPPr>
            <a:lvl1pPr algn="l">
              <a:defRPr sz="2850" b="1">
                <a:solidFill>
                  <a:srgbClr val="57962F"/>
                </a:solidFill>
                <a:latin typeface="Pretendard"/>
                <a:ea typeface="Pretendard"/>
                <a:cs typeface="Pretendard"/>
              </a:defRPr>
            </a:lvl1pPr>
            <a:lvl2pPr algn="l">
              <a:defRPr sz="2850" b="1">
                <a:solidFill>
                  <a:srgbClr val="57962F"/>
                </a:solidFill>
                <a:latin typeface="Pretendard"/>
                <a:ea typeface="Pretendard"/>
                <a:cs typeface="Pretendard"/>
              </a:defRPr>
            </a:lvl2pPr>
            <a:lvl3pPr algn="l">
              <a:defRPr sz="2850" b="1">
                <a:solidFill>
                  <a:srgbClr val="57962F"/>
                </a:solidFill>
                <a:latin typeface="Pretendard"/>
                <a:ea typeface="Pretendard"/>
                <a:cs typeface="Pretendard"/>
              </a:defRPr>
            </a:lvl3pPr>
            <a:lvl4pPr algn="l">
              <a:defRPr sz="2850" b="1">
                <a:solidFill>
                  <a:srgbClr val="57962F"/>
                </a:solidFill>
                <a:latin typeface="Pretendard"/>
                <a:ea typeface="Pretendard"/>
                <a:cs typeface="Pretendard"/>
              </a:defRPr>
            </a:lvl4pPr>
            <a:lvl5pPr algn="l">
              <a:defRPr sz="2850" b="1">
                <a:solidFill>
                  <a:srgbClr val="57962F"/>
                </a:solidFill>
                <a:latin typeface="Pretendard"/>
                <a:ea typeface="Pretendard"/>
                <a:cs typeface="Pretendard"/>
              </a:defRPr>
            </a:lvl5pPr>
            <a:lvl6pPr algn="l">
              <a:defRPr sz="2850" b="1">
                <a:solidFill>
                  <a:srgbClr val="57962F"/>
                </a:solidFill>
                <a:latin typeface="Pretendard"/>
                <a:ea typeface="Pretendard"/>
                <a:cs typeface="Pretendard"/>
              </a:defRPr>
            </a:lvl6pPr>
            <a:lvl7pPr algn="l">
              <a:defRPr sz="2850" b="1">
                <a:solidFill>
                  <a:srgbClr val="57962F"/>
                </a:solidFill>
                <a:latin typeface="Pretendard"/>
                <a:ea typeface="Pretendard"/>
                <a:cs typeface="Pretendard"/>
              </a:defRPr>
            </a:lvl7pPr>
            <a:lvl8pPr algn="l">
              <a:defRPr sz="2850" b="1">
                <a:solidFill>
                  <a:srgbClr val="57962F"/>
                </a:solidFill>
                <a:latin typeface="Pretendard"/>
                <a:ea typeface="Pretendard"/>
                <a:cs typeface="Pretendard"/>
              </a:defRPr>
            </a:lvl8pPr>
            <a:lvl9pPr algn="l">
              <a:defRPr sz="2850" b="1">
                <a:solidFill>
                  <a:srgbClr val="57962F"/>
                </a:solidFill>
                <a:latin typeface="Pretendard"/>
                <a:ea typeface="Pretendard"/>
                <a:cs typeface="Pretendard"/>
              </a:defRPr>
            </a:lvl9pPr>
          </a:lstStyle>
          <a:p xmlns:a="http://schemas.openxmlformats.org/drawingml/2006/main">
            <a:pPr algn="l">
              <a:defRPr sz="2850" b="1">
                <a:solidFill>
                  <a:srgbClr val="57962F"/>
                </a:solidFill>
                <a:latin typeface="Pretendard"/>
                <a:ea typeface="Pretendard"/>
                <a:cs typeface="Pretendard"/>
              </a:defRPr>
            </a:pPr>
            <a:r>
              <a:rPr sz="2850" b="1">
                <a:solidFill>
                  <a:srgbClr val="57962F"/>
                </a:solidFill>
                <a:latin typeface="Pretendard"/>
                <a:ea typeface="Pretendard"/>
                <a:cs typeface="Pretendard"/>
              </a:rPr>
              <a:t>CO 산화 반응을 뒤집고, 양변의 CO₂를 소거</a:t>
            </a:r>
          </a:p>
        </p:txBody>
      </p:sp>
      <p:sp>
        <p:nvSpPr>
          <p:cNvPr id="9" name="해석·결론">
            <a:extLst xmlns:a="http://schemas.openxmlformats.org/drawingml/2006/main">
              <a:ext uri="{FF2B5EF4-FFF2-40B4-BE49-F238E27FC236}">
                <a16:creationId xmlns:a16="http://schemas.microsoft.com/office/drawing/2014/main" id="{3FC34BCB-825C-4CE1-BB67-ED8E543E1A8B}"/>
              </a:ext>
            </a:extLst>
          </p:cNvPr>
          <p:cNvSpPr>
            <a:spLocks xmlns:a="http://schemas.openxmlformats.org/drawingml/2006/main" noGrp="1"/>
          </p:cNvSpPr>
          <p:nvPr/>
        </p:nvSpPr>
        <p:spPr>
          <a:xfrm xmlns:a="http://schemas.openxmlformats.org/drawingml/2006/main">
            <a:off x="1828800" y="86296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0" name="반응식·수식">
            <a:extLst xmlns:a="http://schemas.openxmlformats.org/drawingml/2006/main">
              <a:ext uri="{FF2B5EF4-FFF2-40B4-BE49-F238E27FC236}">
                <a16:creationId xmlns:a16="http://schemas.microsoft.com/office/drawing/2014/main" id="{ECB957D5-E084-4D2C-9043-091DCAB95B22}"/>
              </a:ext>
            </a:extLst>
          </p:cNvPr>
          <p:cNvSpPr>
            <a:spLocks xmlns:a="http://schemas.openxmlformats.org/drawingml/2006/main" noGrp="1"/>
          </p:cNvSpPr>
          <p:nvPr/>
        </p:nvSpPr>
        <p:spPr>
          <a:xfrm xmlns:a="http://schemas.openxmlformats.org/drawingml/2006/main">
            <a:off x="2143125" y="87058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43887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96596AAD-8D5E-4E94-87F7-03730EDB636D}"/>
              </a:ext>
            </a:extLst>
          </p:cNvPr>
          <p:cNvPicPr>
            <a:picLocks xmlns:a="http://schemas.openxmlformats.org/drawingml/2006/main" noChangeAspect="1"/>
          </p:cNvPicPr>
          <p:nvPr/>
        </p:nvPicPr>
        <p:blipFill>
          <a:blip xmlns:r="http://schemas.openxmlformats.org/officeDocument/2006/relationships" xmlns:a="http://schemas.openxmlformats.org/drawingml/2006/main" r:embed="Rfd65330ca6ae410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E95DD29-6BD7-4211-B701-B3A1040C7F7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10CA396-D753-46A5-8CC2-9AA36D204D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08EBBC4-A125-4D9C-8FB9-4348893F0B33}"/>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4001EC2-C040-4697-8F1F-9DF2DF4046A9}"/>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2382B074-676B-449F-B1CA-28E42FCAA46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CO 생성 반응의 반응 엔탈피</a:t>
            </a:r>
          </a:p>
        </p:txBody>
      </p:sp>
      <p:sp>
        <p:nvSpPr>
          <p:cNvPr id="7" name="관계식">
            <a:extLst xmlns:a="http://schemas.openxmlformats.org/drawingml/2006/main">
              <a:ext uri="{FF2B5EF4-FFF2-40B4-BE49-F238E27FC236}">
                <a16:creationId xmlns:a16="http://schemas.microsoft.com/office/drawing/2014/main" id="{66D6A9B4-914D-4813-A675-7CB8B8B45E50}"/>
              </a:ext>
            </a:extLst>
          </p:cNvPr>
          <p:cNvSpPr>
            <a:spLocks xmlns:a="http://schemas.openxmlformats.org/drawingml/2006/main" noGrp="1"/>
          </p:cNvSpPr>
          <p:nvPr/>
        </p:nvSpPr>
        <p:spPr>
          <a:xfrm xmlns:a="http://schemas.openxmlformats.org/drawingml/2006/main">
            <a:off x="2190750" y="3705225"/>
            <a:ext cx="1390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pic>
        <p:nvPicPr>
          <p:cNvPr id="8" name="">
            <a:extLst xmlns:a="http://schemas.openxmlformats.org/drawingml/2006/main">
              <a:ext uri="{FF2B5EF4-FFF2-40B4-BE49-F238E27FC236}">
                <a16:creationId xmlns:a16="http://schemas.microsoft.com/office/drawing/2014/main" id="{8D55C827-0A13-4250-BC3E-1253F1750732}"/>
              </a:ext>
            </a:extLst>
          </p:cNvPr>
          <p:cNvPicPr>
            <a:picLocks xmlns:a="http://schemas.openxmlformats.org/drawingml/2006/main" noChangeAspect="1"/>
          </p:cNvPicPr>
          <p:nvPr/>
        </p:nvPicPr>
        <p:blipFill>
          <a:blip xmlns:r="http://schemas.openxmlformats.org/officeDocument/2006/relationships" xmlns:a="http://schemas.openxmlformats.org/drawingml/2006/main" r:embed="Rf586e52f7a754fe0"/>
          <a:stretch xmlns:a="http://schemas.openxmlformats.org/drawingml/2006/main"/>
        </p:blipFill>
        <p:spPr>
          <a:xfrm xmlns:a="http://schemas.openxmlformats.org/drawingml/2006/main">
            <a:off x="2540794" y="5086350"/>
            <a:ext cx="13120688" cy="11049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2F79C812-AAEB-4FD4-A2A1-A9005A6A0F78}"/>
              </a:ext>
            </a:extLst>
          </p:cNvPr>
          <p:cNvPicPr>
            <a:picLocks xmlns:a="http://schemas.openxmlformats.org/drawingml/2006/main" noChangeAspect="1"/>
          </p:cNvPicPr>
          <p:nvPr/>
        </p:nvPicPr>
        <p:blipFill>
          <a:blip xmlns:r="http://schemas.openxmlformats.org/officeDocument/2006/relationships" xmlns:a="http://schemas.openxmlformats.org/drawingml/2006/main" r:embed="Rb27c1d2548f24729"/>
          <a:stretch xmlns:a="http://schemas.openxmlformats.org/drawingml/2006/main"/>
        </p:blipFill>
        <p:spPr>
          <a:xfrm xmlns:a="http://schemas.openxmlformats.org/drawingml/2006/main">
            <a:off x="2505075" y="6549390"/>
            <a:ext cx="13192125" cy="1055370"/>
          </a:xfrm>
          <a:prstGeom xmlns:a="http://schemas.openxmlformats.org/drawingml/2006/main" prst="rect">
            <a:avLst/>
          </a:prstGeom>
        </p:spPr>
      </p:pic>
      <p:sp>
        <p:nvSpPr>
          <p:cNvPr id="10" name="엔탈피 계산 결과">
            <a:extLst xmlns:a="http://schemas.openxmlformats.org/drawingml/2006/main">
              <a:ext uri="{FF2B5EF4-FFF2-40B4-BE49-F238E27FC236}">
                <a16:creationId xmlns:a16="http://schemas.microsoft.com/office/drawing/2014/main" id="{600EC323-AFAB-4939-9A48-583B3E34995D}"/>
              </a:ext>
            </a:extLst>
          </p:cNvPr>
          <p:cNvSpPr>
            <a:spLocks xmlns:a="http://schemas.openxmlformats.org/drawingml/2006/main" noGrp="1"/>
          </p:cNvSpPr>
          <p:nvPr/>
        </p:nvSpPr>
        <p:spPr>
          <a:xfrm xmlns:a="http://schemas.openxmlformats.org/drawingml/2006/main">
            <a:off x="1828800" y="8267700"/>
            <a:ext cx="14639925" cy="1095375"/>
          </a:xfrm>
          <a:prstGeom xmlns:a="http://schemas.openxmlformats.org/drawingml/2006/main" prst="roundRect">
            <a:avLst>
              <a:gd name="adj" fmla="val 13913"/>
            </a:avLst>
          </a:prstGeom>
          <a:solidFill xmlns:a="http://schemas.openxmlformats.org/drawingml/2006/main">
            <a:srgbClr val="484847"/>
          </a:solidFill>
          <a:ln xmlns:a="http://schemas.openxmlformats.org/drawingml/2006/main" w="0">
            <a:noFill/>
          </a:ln>
        </p:spPr>
      </p:sp>
      <p:sp>
        <p:nvSpPr>
          <p:cNvPr id="11" name="대입과 결과">
            <a:extLst xmlns:a="http://schemas.openxmlformats.org/drawingml/2006/main">
              <a:ext uri="{FF2B5EF4-FFF2-40B4-BE49-F238E27FC236}">
                <a16:creationId xmlns:a16="http://schemas.microsoft.com/office/drawing/2014/main" id="{6EE35887-4E88-4DEF-9B01-467138AFFD3A}"/>
              </a:ext>
            </a:extLst>
          </p:cNvPr>
          <p:cNvSpPr>
            <a:spLocks xmlns:a="http://schemas.openxmlformats.org/drawingml/2006/main" noGrp="1"/>
          </p:cNvSpPr>
          <p:nvPr/>
        </p:nvSpPr>
        <p:spPr>
          <a:xfrm xmlns:a="http://schemas.openxmlformats.org/drawingml/2006/main">
            <a:off x="2171700" y="8429625"/>
            <a:ext cx="1395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975" b="0">
                <a:solidFill>
                  <a:srgbClr val="FFFFFF"/>
                </a:solidFill>
                <a:latin typeface="Pretendard"/>
                <a:ea typeface="Pretendard"/>
                <a:cs typeface="Pretendard"/>
              </a:defRPr>
            </a:defPPr>
            <a:lvl1pPr algn="ctr">
              <a:defRPr sz="3975" b="0">
                <a:solidFill>
                  <a:srgbClr val="FFFFFF"/>
                </a:solidFill>
                <a:latin typeface="Pretendard"/>
                <a:ea typeface="Pretendard"/>
                <a:cs typeface="Pretendard"/>
              </a:defRPr>
            </a:lvl1pPr>
            <a:lvl2pPr algn="ctr">
              <a:defRPr sz="3975" b="0">
                <a:solidFill>
                  <a:srgbClr val="FFFFFF"/>
                </a:solidFill>
                <a:latin typeface="Pretendard"/>
                <a:ea typeface="Pretendard"/>
                <a:cs typeface="Pretendard"/>
              </a:defRPr>
            </a:lvl2pPr>
            <a:lvl3pPr algn="ctr">
              <a:defRPr sz="3975" b="0">
                <a:solidFill>
                  <a:srgbClr val="FFFFFF"/>
                </a:solidFill>
                <a:latin typeface="Pretendard"/>
                <a:ea typeface="Pretendard"/>
                <a:cs typeface="Pretendard"/>
              </a:defRPr>
            </a:lvl3pPr>
            <a:lvl4pPr algn="ctr">
              <a:defRPr sz="3975" b="0">
                <a:solidFill>
                  <a:srgbClr val="FFFFFF"/>
                </a:solidFill>
                <a:latin typeface="Pretendard"/>
                <a:ea typeface="Pretendard"/>
                <a:cs typeface="Pretendard"/>
              </a:defRPr>
            </a:lvl4pPr>
            <a:lvl5pPr algn="ctr">
              <a:defRPr sz="3975" b="0">
                <a:solidFill>
                  <a:srgbClr val="FFFFFF"/>
                </a:solidFill>
                <a:latin typeface="Pretendard"/>
                <a:ea typeface="Pretendard"/>
                <a:cs typeface="Pretendard"/>
              </a:defRPr>
            </a:lvl5pPr>
            <a:lvl6pPr algn="ctr">
              <a:defRPr sz="3975" b="0">
                <a:solidFill>
                  <a:srgbClr val="FFFFFF"/>
                </a:solidFill>
                <a:latin typeface="Pretendard"/>
                <a:ea typeface="Pretendard"/>
                <a:cs typeface="Pretendard"/>
              </a:defRPr>
            </a:lvl6pPr>
            <a:lvl7pPr algn="ctr">
              <a:defRPr sz="3975" b="0">
                <a:solidFill>
                  <a:srgbClr val="FFFFFF"/>
                </a:solidFill>
                <a:latin typeface="Pretendard"/>
                <a:ea typeface="Pretendard"/>
                <a:cs typeface="Pretendard"/>
              </a:defRPr>
            </a:lvl7pPr>
            <a:lvl8pPr algn="ctr">
              <a:defRPr sz="3975" b="0">
                <a:solidFill>
                  <a:srgbClr val="FFFFFF"/>
                </a:solidFill>
                <a:latin typeface="Pretendard"/>
                <a:ea typeface="Pretendard"/>
                <a:cs typeface="Pretendard"/>
              </a:defRPr>
            </a:lvl8pPr>
            <a:lvl9pPr algn="ctr">
              <a:defRPr sz="3975" b="0">
                <a:solidFill>
                  <a:srgbClr val="FFFFFF"/>
                </a:solidFill>
                <a:latin typeface="Pretendard"/>
                <a:ea typeface="Pretendard"/>
                <a:cs typeface="Pretendard"/>
              </a:defRPr>
            </a:lvl9pPr>
          </a:lstStyle>
          <a:p xmlns:a="http://schemas.openxmlformats.org/drawingml/2006/main">
            <a:pPr algn="ctr">
              <a:defRPr sz="3975" b="0">
                <a:solidFill>
                  <a:srgbClr val="FFFFFF"/>
                </a:solidFill>
                <a:latin typeface="Pretendard"/>
                <a:ea typeface="Pretendard"/>
                <a:cs typeface="Pretendard"/>
              </a:defRPr>
            </a:pPr>
            <a:r>
              <a:t>Δ</a:t>
            </a:r>
            <a:r>
              <a:rPr i="1">
                <a:latin typeface="Pretendard"/>
                <a:ea typeface="Pretendard"/>
                <a:cs typeface="Pretendard"/>
              </a:rPr>
              <a:t>H</a:t>
            </a:r>
            <a:r>
              <a:t>₂</a:t>
            </a:r>
            <a:r>
              <a:t> = −393.5 − (−283.0) = </a:t>
            </a:r>
            <a:r>
              <a:rPr b="1">
                <a:solidFill>
                  <a:srgbClr val="9FFF68"/>
                </a:solidFill>
              </a:rPr>
              <a:t>−110.5 kJ</a:t>
            </a:r>
          </a:p>
        </p:txBody>
      </p:sp>
    </p:spTree>
    <p:extLst>
      <p:ext uri="{BB962C8B-B14F-4D97-AF65-F5344CB8AC3E}">
        <p14:creationId xmlns:p14="http://schemas.microsoft.com/office/powerpoint/2010/main" val="210633973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7" name="">
            <a:extLst xmlns:a="http://schemas.openxmlformats.org/drawingml/2006/main">
              <a:ext uri="{FF2B5EF4-FFF2-40B4-BE49-F238E27FC236}">
                <a16:creationId xmlns:a16="http://schemas.microsoft.com/office/drawing/2014/main" id="{3E0B599E-5071-41EE-A611-4A724E87043C}"/>
              </a:ext>
            </a:extLst>
          </p:cNvPr>
          <p:cNvPicPr>
            <a:picLocks xmlns:a="http://schemas.openxmlformats.org/drawingml/2006/main" noChangeAspect="1"/>
          </p:cNvPicPr>
          <p:nvPr/>
        </p:nvPicPr>
        <p:blipFill>
          <a:blip xmlns:r="http://schemas.openxmlformats.org/officeDocument/2006/relationships" xmlns:a="http://schemas.openxmlformats.org/drawingml/2006/main" r:embed="R00de247565ee489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155D09-E351-4239-B9BA-9AFD0A40B10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D08F161-4588-4C8D-A302-E831AE907BE5}"/>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A6849A40-BAEE-4582-B161-833E7D7BD3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94722EB-45C1-478A-9785-F412D737F3E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2012A53-A546-4DC3-8147-EA6344DF71A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헤스 법칙 계산의 순서</a:t>
            </a:r>
          </a:p>
        </p:txBody>
      </p:sp>
      <p:sp>
        <p:nvSpPr>
          <p:cNvPr id="7" name="풀이 단계">
            <a:extLst xmlns:a="http://schemas.openxmlformats.org/drawingml/2006/main">
              <a:ext uri="{FF2B5EF4-FFF2-40B4-BE49-F238E27FC236}">
                <a16:creationId xmlns:a16="http://schemas.microsoft.com/office/drawing/2014/main" id="{70337AFA-FCD4-4AA3-8F77-47E07DB2A3B9}"/>
              </a:ext>
            </a:extLst>
          </p:cNvPr>
          <p:cNvSpPr>
            <a:spLocks xmlns:a="http://schemas.openxmlformats.org/drawingml/2006/main" noGrp="1"/>
          </p:cNvSpPr>
          <p:nvPr/>
        </p:nvSpPr>
        <p:spPr>
          <a:xfrm xmlns:a="http://schemas.openxmlformats.org/drawingml/2006/main">
            <a:off x="1828800" y="425767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E5D1EF25-9E76-4DFE-AF56-A1866FD3A616}"/>
              </a:ext>
            </a:extLst>
          </p:cNvPr>
          <p:cNvSpPr>
            <a:spLocks xmlns:a="http://schemas.openxmlformats.org/drawingml/2006/main" noGrp="1"/>
          </p:cNvSpPr>
          <p:nvPr/>
        </p:nvSpPr>
        <p:spPr>
          <a:xfrm xmlns:a="http://schemas.openxmlformats.org/drawingml/2006/main">
            <a:off x="2324100" y="454342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149FD31-1C6E-45A9-88E1-4211AB396450}"/>
              </a:ext>
            </a:extLst>
          </p:cNvPr>
          <p:cNvSpPr>
            <a:spLocks xmlns:a="http://schemas.openxmlformats.org/drawingml/2006/main" noGrp="1"/>
          </p:cNvSpPr>
          <p:nvPr/>
        </p:nvSpPr>
        <p:spPr>
          <a:xfrm xmlns:a="http://schemas.openxmlformats.org/drawingml/2006/main">
            <a:off x="2324100" y="444817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1</a:t>
            </a:r>
          </a:p>
        </p:txBody>
      </p:sp>
      <p:sp>
        <p:nvSpPr>
          <p:cNvPr id="10" name="text">
            <a:extLst xmlns:a="http://schemas.openxmlformats.org/drawingml/2006/main">
              <a:ext uri="{FF2B5EF4-FFF2-40B4-BE49-F238E27FC236}">
                <a16:creationId xmlns:a16="http://schemas.microsoft.com/office/drawing/2014/main" id="{972284C5-2F84-44D1-9D96-901A31B14ECD}"/>
              </a:ext>
            </a:extLst>
          </p:cNvPr>
          <p:cNvSpPr>
            <a:spLocks xmlns:a="http://schemas.openxmlformats.org/drawingml/2006/main" noGrp="1"/>
          </p:cNvSpPr>
          <p:nvPr/>
        </p:nvSpPr>
        <p:spPr>
          <a:xfrm xmlns:a="http://schemas.openxmlformats.org/drawingml/2006/main">
            <a:off x="3143250" y="444817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목표식 확인</a:t>
            </a:r>
          </a:p>
        </p:txBody>
      </p:sp>
      <p:sp>
        <p:nvSpPr>
          <p:cNvPr id="11" name="text">
            <a:extLst xmlns:a="http://schemas.openxmlformats.org/drawingml/2006/main">
              <a:ext uri="{FF2B5EF4-FFF2-40B4-BE49-F238E27FC236}">
                <a16:creationId xmlns:a16="http://schemas.microsoft.com/office/drawing/2014/main" id="{65745113-E2B3-49F2-860A-6487BE8F0413}"/>
              </a:ext>
            </a:extLst>
          </p:cNvPr>
          <p:cNvSpPr>
            <a:spLocks xmlns:a="http://schemas.openxmlformats.org/drawingml/2006/main" noGrp="1"/>
          </p:cNvSpPr>
          <p:nvPr/>
        </p:nvSpPr>
        <p:spPr>
          <a:xfrm xmlns:a="http://schemas.openxmlformats.org/drawingml/2006/main">
            <a:off x="6429375" y="444817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구하려는 반응의 물질·위치·계수를 확인한다.</a:t>
            </a:r>
          </a:p>
        </p:txBody>
      </p:sp>
      <p:sp>
        <p:nvSpPr>
          <p:cNvPr id="12" name="풀이 단계">
            <a:extLst xmlns:a="http://schemas.openxmlformats.org/drawingml/2006/main">
              <a:ext uri="{FF2B5EF4-FFF2-40B4-BE49-F238E27FC236}">
                <a16:creationId xmlns:a16="http://schemas.microsoft.com/office/drawing/2014/main" id="{B1C23FB7-EA7F-41D0-96EB-DEA80C5E0C0B}"/>
              </a:ext>
            </a:extLst>
          </p:cNvPr>
          <p:cNvSpPr>
            <a:spLocks xmlns:a="http://schemas.openxmlformats.org/drawingml/2006/main" noGrp="1"/>
          </p:cNvSpPr>
          <p:nvPr/>
        </p:nvSpPr>
        <p:spPr>
          <a:xfrm xmlns:a="http://schemas.openxmlformats.org/drawingml/2006/main">
            <a:off x="1828800" y="546735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B58772-1892-4C00-88DA-A239190B8666}"/>
              </a:ext>
            </a:extLst>
          </p:cNvPr>
          <p:cNvSpPr>
            <a:spLocks xmlns:a="http://schemas.openxmlformats.org/drawingml/2006/main" noGrp="1"/>
          </p:cNvSpPr>
          <p:nvPr/>
        </p:nvSpPr>
        <p:spPr>
          <a:xfrm xmlns:a="http://schemas.openxmlformats.org/drawingml/2006/main">
            <a:off x="2324100" y="575310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0AE29486-B72B-4F1C-BFB8-55AC918809D7}"/>
              </a:ext>
            </a:extLst>
          </p:cNvPr>
          <p:cNvSpPr>
            <a:spLocks xmlns:a="http://schemas.openxmlformats.org/drawingml/2006/main" noGrp="1"/>
          </p:cNvSpPr>
          <p:nvPr/>
        </p:nvSpPr>
        <p:spPr>
          <a:xfrm xmlns:a="http://schemas.openxmlformats.org/drawingml/2006/main">
            <a:off x="2324100" y="56578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2</a:t>
            </a:r>
          </a:p>
        </p:txBody>
      </p:sp>
      <p:sp>
        <p:nvSpPr>
          <p:cNvPr id="15" name="text">
            <a:extLst xmlns:a="http://schemas.openxmlformats.org/drawingml/2006/main">
              <a:ext uri="{FF2B5EF4-FFF2-40B4-BE49-F238E27FC236}">
                <a16:creationId xmlns:a16="http://schemas.microsoft.com/office/drawing/2014/main" id="{FA34DA9E-62FF-488D-8085-1AD6DF34E2F4}"/>
              </a:ext>
            </a:extLst>
          </p:cNvPr>
          <p:cNvSpPr>
            <a:spLocks xmlns:a="http://schemas.openxmlformats.org/drawingml/2006/main" noGrp="1"/>
          </p:cNvSpPr>
          <p:nvPr/>
        </p:nvSpPr>
        <p:spPr>
          <a:xfrm xmlns:a="http://schemas.openxmlformats.org/drawingml/2006/main">
            <a:off x="3143250" y="565785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방향·계수 조절</a:t>
            </a:r>
          </a:p>
        </p:txBody>
      </p:sp>
      <p:sp>
        <p:nvSpPr>
          <p:cNvPr id="16" name="text">
            <a:extLst xmlns:a="http://schemas.openxmlformats.org/drawingml/2006/main">
              <a:ext uri="{FF2B5EF4-FFF2-40B4-BE49-F238E27FC236}">
                <a16:creationId xmlns:a16="http://schemas.microsoft.com/office/drawing/2014/main" id="{10E2B884-8C6E-4CC7-91B1-EC7F66F44B90}"/>
              </a:ext>
            </a:extLst>
          </p:cNvPr>
          <p:cNvSpPr>
            <a:spLocks xmlns:a="http://schemas.openxmlformats.org/drawingml/2006/main" noGrp="1"/>
          </p:cNvSpPr>
          <p:nvPr/>
        </p:nvSpPr>
        <p:spPr>
          <a:xfrm xmlns:a="http://schemas.openxmlformats.org/drawingml/2006/main">
            <a:off x="6429375" y="565785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t>주어진 식과 </a:t>
            </a:r>
            <a:r>
              <a:t>Δ</a:t>
            </a:r>
            <a:r>
              <a:rPr i="1">
                <a:latin typeface="Pretendard"/>
                <a:ea typeface="Pretendard"/>
                <a:cs typeface="Pretendard"/>
              </a:rPr>
              <a:t>H</a:t>
            </a:r>
            <a:r>
              <a:t>를 함께 바꾼다.</a:t>
            </a:r>
          </a:p>
        </p:txBody>
      </p:sp>
      <p:sp>
        <p:nvSpPr>
          <p:cNvPr id="17" name="풀이 단계">
            <a:extLst xmlns:a="http://schemas.openxmlformats.org/drawingml/2006/main">
              <a:ext uri="{FF2B5EF4-FFF2-40B4-BE49-F238E27FC236}">
                <a16:creationId xmlns:a16="http://schemas.microsoft.com/office/drawing/2014/main" id="{04149BCB-1529-455D-B6E4-CEB9FDF7A578}"/>
              </a:ext>
            </a:extLst>
          </p:cNvPr>
          <p:cNvSpPr>
            <a:spLocks xmlns:a="http://schemas.openxmlformats.org/drawingml/2006/main" noGrp="1"/>
          </p:cNvSpPr>
          <p:nvPr/>
        </p:nvSpPr>
        <p:spPr>
          <a:xfrm xmlns:a="http://schemas.openxmlformats.org/drawingml/2006/main">
            <a:off x="1828800" y="6677025"/>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750F16C-40DA-433A-8D68-F355948C5356}"/>
              </a:ext>
            </a:extLst>
          </p:cNvPr>
          <p:cNvSpPr>
            <a:spLocks xmlns:a="http://schemas.openxmlformats.org/drawingml/2006/main" noGrp="1"/>
          </p:cNvSpPr>
          <p:nvPr/>
        </p:nvSpPr>
        <p:spPr>
          <a:xfrm xmlns:a="http://schemas.openxmlformats.org/drawingml/2006/main">
            <a:off x="2324100" y="6962775"/>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F59DCFAD-716C-4540-877F-BD10341E7C22}"/>
              </a:ext>
            </a:extLst>
          </p:cNvPr>
          <p:cNvSpPr>
            <a:spLocks xmlns:a="http://schemas.openxmlformats.org/drawingml/2006/main" noGrp="1"/>
          </p:cNvSpPr>
          <p:nvPr/>
        </p:nvSpPr>
        <p:spPr>
          <a:xfrm xmlns:a="http://schemas.openxmlformats.org/drawingml/2006/main">
            <a:off x="2324100" y="6867525"/>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3</a:t>
            </a:r>
          </a:p>
        </p:txBody>
      </p:sp>
      <p:sp>
        <p:nvSpPr>
          <p:cNvPr id="20" name="text">
            <a:extLst xmlns:a="http://schemas.openxmlformats.org/drawingml/2006/main">
              <a:ext uri="{FF2B5EF4-FFF2-40B4-BE49-F238E27FC236}">
                <a16:creationId xmlns:a16="http://schemas.microsoft.com/office/drawing/2014/main" id="{A0BAED25-C9EC-4D14-8598-A23E5DBE56B2}"/>
              </a:ext>
            </a:extLst>
          </p:cNvPr>
          <p:cNvSpPr>
            <a:spLocks xmlns:a="http://schemas.openxmlformats.org/drawingml/2006/main" noGrp="1"/>
          </p:cNvSpPr>
          <p:nvPr/>
        </p:nvSpPr>
        <p:spPr>
          <a:xfrm xmlns:a="http://schemas.openxmlformats.org/drawingml/2006/main">
            <a:off x="3143250" y="68675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중간 물질 소거</a:t>
            </a:r>
          </a:p>
        </p:txBody>
      </p:sp>
      <p:sp>
        <p:nvSpPr>
          <p:cNvPr id="21" name="text">
            <a:extLst xmlns:a="http://schemas.openxmlformats.org/drawingml/2006/main">
              <a:ext uri="{FF2B5EF4-FFF2-40B4-BE49-F238E27FC236}">
                <a16:creationId xmlns:a16="http://schemas.microsoft.com/office/drawing/2014/main" id="{4BF7FCCF-36C0-4C3B-890C-BCA78571B09F}"/>
              </a:ext>
            </a:extLst>
          </p:cNvPr>
          <p:cNvSpPr>
            <a:spLocks xmlns:a="http://schemas.openxmlformats.org/drawingml/2006/main" noGrp="1"/>
          </p:cNvSpPr>
          <p:nvPr/>
        </p:nvSpPr>
        <p:spPr>
          <a:xfrm xmlns:a="http://schemas.openxmlformats.org/drawingml/2006/main">
            <a:off x="6429375" y="6867525"/>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종류·상태·양이 같은 항을 소거한다.</a:t>
            </a:r>
          </a:p>
        </p:txBody>
      </p:sp>
      <p:sp>
        <p:nvSpPr>
          <p:cNvPr id="22" name="풀이 단계">
            <a:extLst xmlns:a="http://schemas.openxmlformats.org/drawingml/2006/main">
              <a:ext uri="{FF2B5EF4-FFF2-40B4-BE49-F238E27FC236}">
                <a16:creationId xmlns:a16="http://schemas.microsoft.com/office/drawing/2014/main" id="{D360256F-5E08-4593-B4A1-65C248A0768D}"/>
              </a:ext>
            </a:extLst>
          </p:cNvPr>
          <p:cNvSpPr>
            <a:spLocks xmlns:a="http://schemas.openxmlformats.org/drawingml/2006/main" noGrp="1"/>
          </p:cNvSpPr>
          <p:nvPr/>
        </p:nvSpPr>
        <p:spPr>
          <a:xfrm xmlns:a="http://schemas.openxmlformats.org/drawingml/2006/main">
            <a:off x="1828800" y="7886700"/>
            <a:ext cx="14639925" cy="1066800"/>
          </a:xfrm>
          <a:prstGeom xmlns:a="http://schemas.openxmlformats.org/drawingml/2006/main" prst="roundRect">
            <a:avLst>
              <a:gd name="adj" fmla="val 16071"/>
            </a:avLst>
          </a:prstGeom>
          <a:solidFill xmlns:a="http://schemas.openxmlformats.org/drawingml/2006/main">
            <a:srgbClr val="F5F5F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D023D12-EC5A-466E-957A-43FBE646A063}"/>
              </a:ext>
            </a:extLst>
          </p:cNvPr>
          <p:cNvSpPr>
            <a:spLocks xmlns:a="http://schemas.openxmlformats.org/drawingml/2006/main" noGrp="1"/>
          </p:cNvSpPr>
          <p:nvPr/>
        </p:nvSpPr>
        <p:spPr>
          <a:xfrm xmlns:a="http://schemas.openxmlformats.org/drawingml/2006/main">
            <a:off x="2324100" y="8172450"/>
            <a:ext cx="495300" cy="495300"/>
          </a:xfrm>
          <a:prstGeom xmlns:a="http://schemas.openxmlformats.org/drawingml/2006/main" prst="ellipse">
            <a:avLst/>
          </a:prstGeom>
          <a:solidFill xmlns:a="http://schemas.openxmlformats.org/drawingml/2006/main">
            <a:srgbClr val="87939F"/>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D7E8E6DB-CEDE-4706-B2CE-76986B0628F0}"/>
              </a:ext>
            </a:extLst>
          </p:cNvPr>
          <p:cNvSpPr>
            <a:spLocks xmlns:a="http://schemas.openxmlformats.org/drawingml/2006/main" noGrp="1"/>
          </p:cNvSpPr>
          <p:nvPr/>
        </p:nvSpPr>
        <p:spPr>
          <a:xfrm xmlns:a="http://schemas.openxmlformats.org/drawingml/2006/main">
            <a:off x="2324100" y="807720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1">
                <a:solidFill>
                  <a:srgbClr val="FFFFFF"/>
                </a:solidFill>
                <a:latin typeface="Pretendard"/>
                <a:ea typeface="Pretendard"/>
                <a:cs typeface="Pretendard"/>
              </a:defRPr>
            </a:defPPr>
            <a:lvl1pPr algn="ctr">
              <a:defRPr sz="2550" b="1">
                <a:solidFill>
                  <a:srgbClr val="FFFFFF"/>
                </a:solidFill>
                <a:latin typeface="Pretendard"/>
                <a:ea typeface="Pretendard"/>
                <a:cs typeface="Pretendard"/>
              </a:defRPr>
            </a:lvl1pPr>
            <a:lvl2pPr algn="ctr">
              <a:defRPr sz="2550" b="1">
                <a:solidFill>
                  <a:srgbClr val="FFFFFF"/>
                </a:solidFill>
                <a:latin typeface="Pretendard"/>
                <a:ea typeface="Pretendard"/>
                <a:cs typeface="Pretendard"/>
              </a:defRPr>
            </a:lvl2pPr>
            <a:lvl3pPr algn="ctr">
              <a:defRPr sz="2550" b="1">
                <a:solidFill>
                  <a:srgbClr val="FFFFFF"/>
                </a:solidFill>
                <a:latin typeface="Pretendard"/>
                <a:ea typeface="Pretendard"/>
                <a:cs typeface="Pretendard"/>
              </a:defRPr>
            </a:lvl3pPr>
            <a:lvl4pPr algn="ctr">
              <a:defRPr sz="2550" b="1">
                <a:solidFill>
                  <a:srgbClr val="FFFFFF"/>
                </a:solidFill>
                <a:latin typeface="Pretendard"/>
                <a:ea typeface="Pretendard"/>
                <a:cs typeface="Pretendard"/>
              </a:defRPr>
            </a:lvl4pPr>
            <a:lvl5pPr algn="ctr">
              <a:defRPr sz="2550" b="1">
                <a:solidFill>
                  <a:srgbClr val="FFFFFF"/>
                </a:solidFill>
                <a:latin typeface="Pretendard"/>
                <a:ea typeface="Pretendard"/>
                <a:cs typeface="Pretendard"/>
              </a:defRPr>
            </a:lvl5pPr>
            <a:lvl6pPr algn="ctr">
              <a:defRPr sz="2550" b="1">
                <a:solidFill>
                  <a:srgbClr val="FFFFFF"/>
                </a:solidFill>
                <a:latin typeface="Pretendard"/>
                <a:ea typeface="Pretendard"/>
                <a:cs typeface="Pretendard"/>
              </a:defRPr>
            </a:lvl6pPr>
            <a:lvl7pPr algn="ctr">
              <a:defRPr sz="2550" b="1">
                <a:solidFill>
                  <a:srgbClr val="FFFFFF"/>
                </a:solidFill>
                <a:latin typeface="Pretendard"/>
                <a:ea typeface="Pretendard"/>
                <a:cs typeface="Pretendard"/>
              </a:defRPr>
            </a:lvl7pPr>
            <a:lvl8pPr algn="ctr">
              <a:defRPr sz="2550" b="1">
                <a:solidFill>
                  <a:srgbClr val="FFFFFF"/>
                </a:solidFill>
                <a:latin typeface="Pretendard"/>
                <a:ea typeface="Pretendard"/>
                <a:cs typeface="Pretendard"/>
              </a:defRPr>
            </a:lvl8pPr>
            <a:lvl9pPr algn="ctr">
              <a:defRPr sz="2550" b="1">
                <a:solidFill>
                  <a:srgbClr val="FFFFFF"/>
                </a:solidFill>
                <a:latin typeface="Pretendard"/>
                <a:ea typeface="Pretendard"/>
                <a:cs typeface="Pretendard"/>
              </a:defRPr>
            </a:lvl9pPr>
          </a:lstStyle>
          <a:p xmlns:a="http://schemas.openxmlformats.org/drawingml/2006/main">
            <a:pPr algn="ctr">
              <a:defRPr sz="2550" b="1">
                <a:solidFill>
                  <a:srgbClr val="FFFFFF"/>
                </a:solidFill>
                <a:latin typeface="Pretendard"/>
                <a:ea typeface="Pretendard"/>
                <a:cs typeface="Pretendard"/>
              </a:defRPr>
            </a:pPr>
            <a:r>
              <a:rPr sz="2550" b="1">
                <a:solidFill>
                  <a:srgbClr val="FFFFFF"/>
                </a:solidFill>
                <a:latin typeface="Pretendard"/>
                <a:ea typeface="Pretendard"/>
                <a:cs typeface="Pretendard"/>
              </a:rPr>
              <a:t>4</a:t>
            </a:r>
          </a:p>
        </p:txBody>
      </p:sp>
      <p:sp>
        <p:nvSpPr>
          <p:cNvPr id="25" name="text">
            <a:extLst xmlns:a="http://schemas.openxmlformats.org/drawingml/2006/main">
              <a:ext uri="{FF2B5EF4-FFF2-40B4-BE49-F238E27FC236}">
                <a16:creationId xmlns:a16="http://schemas.microsoft.com/office/drawing/2014/main" id="{11D39A93-1D95-4024-8BA6-CBE082FEDBD3}"/>
              </a:ext>
            </a:extLst>
          </p:cNvPr>
          <p:cNvSpPr>
            <a:spLocks xmlns:a="http://schemas.openxmlformats.org/drawingml/2006/main" noGrp="1"/>
          </p:cNvSpPr>
          <p:nvPr/>
        </p:nvSpPr>
        <p:spPr>
          <a:xfrm xmlns:a="http://schemas.openxmlformats.org/drawingml/2006/main">
            <a:off x="3143250" y="8077200"/>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t>Δ</a:t>
            </a:r>
            <a:r>
              <a:rPr i="1">
                <a:latin typeface="Pretendard"/>
                <a:ea typeface="Pretendard"/>
                <a:cs typeface="Pretendard"/>
              </a:rPr>
              <a:t>H</a:t>
            </a:r>
            <a:r>
              <a:t> 계산·검산</a:t>
            </a:r>
          </a:p>
        </p:txBody>
      </p:sp>
      <p:sp>
        <p:nvSpPr>
          <p:cNvPr id="26" name="text">
            <a:extLst xmlns:a="http://schemas.openxmlformats.org/drawingml/2006/main">
              <a:ext uri="{FF2B5EF4-FFF2-40B4-BE49-F238E27FC236}">
                <a16:creationId xmlns:a16="http://schemas.microsoft.com/office/drawing/2014/main" id="{C43EF805-717E-46E0-842F-759B8B2FFD10}"/>
              </a:ext>
            </a:extLst>
          </p:cNvPr>
          <p:cNvSpPr>
            <a:spLocks xmlns:a="http://schemas.openxmlformats.org/drawingml/2006/main" noGrp="1"/>
          </p:cNvSpPr>
          <p:nvPr/>
        </p:nvSpPr>
        <p:spPr>
          <a:xfrm xmlns:a="http://schemas.openxmlformats.org/drawingml/2006/main">
            <a:off x="6429375" y="8077200"/>
            <a:ext cx="942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000000"/>
                </a:solidFill>
                <a:latin typeface="Pretendard"/>
                <a:ea typeface="Pretendard"/>
                <a:cs typeface="Pretendard"/>
              </a:defRPr>
            </a:defPPr>
            <a:lvl1pPr algn="l">
              <a:defRPr sz="3000" b="0">
                <a:solidFill>
                  <a:srgbClr val="000000"/>
                </a:solidFill>
                <a:latin typeface="Pretendard"/>
                <a:ea typeface="Pretendard"/>
                <a:cs typeface="Pretendard"/>
              </a:defRPr>
            </a:lvl1pPr>
            <a:lvl2pPr algn="l">
              <a:defRPr sz="3000" b="0">
                <a:solidFill>
                  <a:srgbClr val="000000"/>
                </a:solidFill>
                <a:latin typeface="Pretendard"/>
                <a:ea typeface="Pretendard"/>
                <a:cs typeface="Pretendard"/>
              </a:defRPr>
            </a:lvl2pPr>
            <a:lvl3pPr algn="l">
              <a:defRPr sz="3000" b="0">
                <a:solidFill>
                  <a:srgbClr val="000000"/>
                </a:solidFill>
                <a:latin typeface="Pretendard"/>
                <a:ea typeface="Pretendard"/>
                <a:cs typeface="Pretendard"/>
              </a:defRPr>
            </a:lvl3pPr>
            <a:lvl4pPr algn="l">
              <a:defRPr sz="3000" b="0">
                <a:solidFill>
                  <a:srgbClr val="000000"/>
                </a:solidFill>
                <a:latin typeface="Pretendard"/>
                <a:ea typeface="Pretendard"/>
                <a:cs typeface="Pretendard"/>
              </a:defRPr>
            </a:lvl4pPr>
            <a:lvl5pPr algn="l">
              <a:defRPr sz="3000" b="0">
                <a:solidFill>
                  <a:srgbClr val="000000"/>
                </a:solidFill>
                <a:latin typeface="Pretendard"/>
                <a:ea typeface="Pretendard"/>
                <a:cs typeface="Pretendard"/>
              </a:defRPr>
            </a:lvl5pPr>
            <a:lvl6pPr algn="l">
              <a:defRPr sz="3000" b="0">
                <a:solidFill>
                  <a:srgbClr val="000000"/>
                </a:solidFill>
                <a:latin typeface="Pretendard"/>
                <a:ea typeface="Pretendard"/>
                <a:cs typeface="Pretendard"/>
              </a:defRPr>
            </a:lvl6pPr>
            <a:lvl7pPr algn="l">
              <a:defRPr sz="3000" b="0">
                <a:solidFill>
                  <a:srgbClr val="000000"/>
                </a:solidFill>
                <a:latin typeface="Pretendard"/>
                <a:ea typeface="Pretendard"/>
                <a:cs typeface="Pretendard"/>
              </a:defRPr>
            </a:lvl7pPr>
            <a:lvl8pPr algn="l">
              <a:defRPr sz="3000" b="0">
                <a:solidFill>
                  <a:srgbClr val="000000"/>
                </a:solidFill>
                <a:latin typeface="Pretendard"/>
                <a:ea typeface="Pretendard"/>
                <a:cs typeface="Pretendard"/>
              </a:defRPr>
            </a:lvl8pPr>
            <a:lvl9pPr algn="l">
              <a:defRPr sz="3000" b="0">
                <a:solidFill>
                  <a:srgbClr val="000000"/>
                </a:solidFill>
                <a:latin typeface="Pretendard"/>
                <a:ea typeface="Pretendard"/>
                <a:cs typeface="Pretendard"/>
              </a:defRPr>
            </a:lvl9pPr>
          </a:lstStyle>
          <a:p xmlns:a="http://schemas.openxmlformats.org/drawingml/2006/main">
            <a:pPr algn="l">
              <a:defRPr sz="3000" b="0">
                <a:solidFill>
                  <a:srgbClr val="000000"/>
                </a:solidFill>
                <a:latin typeface="Pretendard"/>
                <a:ea typeface="Pretendard"/>
                <a:cs typeface="Pretendard"/>
              </a:defRPr>
            </a:pPr>
            <a:r>
              <a:rPr sz="3000" b="0">
                <a:solidFill>
                  <a:srgbClr val="000000"/>
                </a:solidFill>
                <a:latin typeface="Pretendard"/>
                <a:ea typeface="Pretendard"/>
                <a:cs typeface="Pretendard"/>
              </a:rPr>
              <a:t>남은 반응식과 부호·단위를 확인한다.</a:t>
            </a:r>
          </a:p>
        </p:txBody>
      </p:sp>
    </p:spTree>
    <p:extLst>
      <p:ext uri="{BB962C8B-B14F-4D97-AF65-F5344CB8AC3E}">
        <p14:creationId xmlns:p14="http://schemas.microsoft.com/office/powerpoint/2010/main" val="65892211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A360F8B5-6838-4D54-B989-BC4C3DA8F6DF}"/>
              </a:ext>
            </a:extLst>
          </p:cNvPr>
          <p:cNvPicPr>
            <a:picLocks xmlns:a="http://schemas.openxmlformats.org/drawingml/2006/main" noChangeAspect="1"/>
          </p:cNvPicPr>
          <p:nvPr/>
        </p:nvPicPr>
        <p:blipFill>
          <a:blip xmlns:r="http://schemas.openxmlformats.org/officeDocument/2006/relationships" xmlns:a="http://schemas.openxmlformats.org/drawingml/2006/main" r:embed="R58b59bec84374ff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DA611A7-1F46-4EF2-A526-439BCA92D33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D4995A1-FFB6-46FA-B07D-A37D3AE3766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61216D9-543C-4EC5-9685-8FF672E99E1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13FE890-2D7F-498D-9CDA-0E89B2F7182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4429857B-BC43-47EB-B0E2-C3CB4DA55F66}"/>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SO₂가 SO₃로 바뀔 때</a:t>
            </a:r>
          </a:p>
        </p:txBody>
      </p:sp>
      <p:sp>
        <p:nvSpPr>
          <p:cNvPr id="7" name="text">
            <a:extLst xmlns:a="http://schemas.openxmlformats.org/drawingml/2006/main">
              <a:ext uri="{FF2B5EF4-FFF2-40B4-BE49-F238E27FC236}">
                <a16:creationId xmlns:a16="http://schemas.microsoft.com/office/drawing/2014/main" id="{6D79D231-A2AD-4E8A-80AB-1779B9D89F71}"/>
              </a:ext>
            </a:extLst>
          </p:cNvPr>
          <p:cNvSpPr>
            <a:spLocks xmlns:a="http://schemas.openxmlformats.org/drawingml/2006/main" noGrp="1"/>
          </p:cNvSpPr>
          <p:nvPr/>
        </p:nvSpPr>
        <p:spPr>
          <a:xfrm xmlns:a="http://schemas.openxmlformats.org/drawingml/2006/main">
            <a:off x="1714500" y="3743325"/>
            <a:ext cx="1485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t>다음 두 반응을 이용하여 목표 반응의 </a:t>
            </a:r>
            <a:r>
              <a:t>Δ</a:t>
            </a:r>
            <a:r>
              <a:rPr i="1">
                <a:latin typeface="Pretendard"/>
                <a:ea typeface="Pretendard"/>
                <a:cs typeface="Pretendard"/>
              </a:rPr>
              <a:t>H</a:t>
            </a:r>
            <a:r>
              <a:t>를 구하시오.</a:t>
            </a:r>
          </a:p>
        </p:txBody>
      </p:sp>
      <p:pic>
        <p:nvPicPr>
          <p:cNvPr id="8" name="">
            <a:extLst xmlns:a="http://schemas.openxmlformats.org/drawingml/2006/main">
              <a:ext uri="{FF2B5EF4-FFF2-40B4-BE49-F238E27FC236}">
                <a16:creationId xmlns:a16="http://schemas.microsoft.com/office/drawing/2014/main" id="{AA18A837-ED98-447E-9A47-042FEBF53870}"/>
              </a:ext>
            </a:extLst>
          </p:cNvPr>
          <p:cNvPicPr>
            <a:picLocks xmlns:a="http://schemas.openxmlformats.org/drawingml/2006/main" noChangeAspect="1"/>
          </p:cNvPicPr>
          <p:nvPr/>
        </p:nvPicPr>
        <p:blipFill>
          <a:blip xmlns:r="http://schemas.openxmlformats.org/officeDocument/2006/relationships" xmlns:a="http://schemas.openxmlformats.org/drawingml/2006/main" r:embed="R18870e089a8f416d"/>
          <a:stretch xmlns:a="http://schemas.openxmlformats.org/drawingml/2006/main"/>
        </p:blipFill>
        <p:spPr>
          <a:xfrm xmlns:a="http://schemas.openxmlformats.org/drawingml/2006/main">
            <a:off x="2400300" y="4552950"/>
            <a:ext cx="13487400" cy="2286000"/>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B829C788-96D4-4F8B-91FA-A75AF86FA7D9}"/>
              </a:ext>
            </a:extLst>
          </p:cNvPr>
          <p:cNvSpPr>
            <a:spLocks xmlns:a="http://schemas.openxmlformats.org/drawingml/2006/main" noGrp="1"/>
          </p:cNvSpPr>
          <p:nvPr/>
        </p:nvSpPr>
        <p:spPr>
          <a:xfrm xmlns:a="http://schemas.openxmlformats.org/drawingml/2006/main">
            <a:off x="2247900" y="7477125"/>
            <a:ext cx="314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목표 반응</a:t>
            </a:r>
          </a:p>
        </p:txBody>
      </p:sp>
      <p:pic>
        <p:nvPicPr>
          <p:cNvPr id="10" name="">
            <a:extLst xmlns:a="http://schemas.openxmlformats.org/drawingml/2006/main">
              <a:ext uri="{FF2B5EF4-FFF2-40B4-BE49-F238E27FC236}">
                <a16:creationId xmlns:a16="http://schemas.microsoft.com/office/drawing/2014/main" id="{0246FE2B-2B6A-48FE-B717-61172BEF04F7}"/>
              </a:ext>
            </a:extLst>
          </p:cNvPr>
          <p:cNvPicPr>
            <a:picLocks xmlns:a="http://schemas.openxmlformats.org/drawingml/2006/main" noChangeAspect="1"/>
          </p:cNvPicPr>
          <p:nvPr/>
        </p:nvPicPr>
        <p:blipFill>
          <a:blip xmlns:r="http://schemas.openxmlformats.org/officeDocument/2006/relationships" xmlns:a="http://schemas.openxmlformats.org/drawingml/2006/main" r:embed="R5b7d98693d134f73"/>
          <a:stretch xmlns:a="http://schemas.openxmlformats.org/drawingml/2006/main"/>
        </p:blipFill>
        <p:spPr>
          <a:xfrm xmlns:a="http://schemas.openxmlformats.org/drawingml/2006/main">
            <a:off x="6947958" y="7362825"/>
            <a:ext cx="7630583" cy="1000125"/>
          </a:xfrm>
          <a:prstGeom xmlns:a="http://schemas.openxmlformats.org/drawingml/2006/main" prst="rect">
            <a:avLst/>
          </a:prstGeom>
        </p:spPr>
      </p:pic>
    </p:spTree>
    <p:extLst>
      <p:ext uri="{BB962C8B-B14F-4D97-AF65-F5344CB8AC3E}">
        <p14:creationId xmlns:p14="http://schemas.microsoft.com/office/powerpoint/2010/main" val="49346443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62C66AB-A9B8-4F02-8F84-425108BC5ED3}"/>
              </a:ext>
            </a:extLst>
          </p:cNvPr>
          <p:cNvPicPr>
            <a:picLocks xmlns:a="http://schemas.openxmlformats.org/drawingml/2006/main" noChangeAspect="1"/>
          </p:cNvPicPr>
          <p:nvPr/>
        </p:nvPicPr>
        <p:blipFill>
          <a:blip xmlns:r="http://schemas.openxmlformats.org/officeDocument/2006/relationships" xmlns:a="http://schemas.openxmlformats.org/drawingml/2006/main" r:embed="Raa331f257d09444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413F31F-C489-4356-AD06-97D4B4DAF2F3}"/>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6C9260A-0A95-49C7-A494-D5E3BFE8649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92689193-8F99-45C1-BCE4-25509E6FBF2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66D2FD-CF66-43DD-A5CD-F78AC3500CD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DECD7536-4784-4056-8E81-34F1380F002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반응식과 </a:t>
            </a:r>
            <a:r>
              <a:t>Δ</a:t>
            </a:r>
            <a:r>
              <a:rPr i="1">
                <a:latin typeface="Pretendard"/>
                <a:ea typeface="Pretendard"/>
                <a:cs typeface="Pretendard"/>
              </a:rPr>
              <a:t>H</a:t>
            </a:r>
            <a:r>
              <a:t>를 함께 검산</a:t>
            </a:r>
          </a:p>
        </p:txBody>
      </p:sp>
      <p:pic>
        <p:nvPicPr>
          <p:cNvPr id="7" name="">
            <a:extLst xmlns:a="http://schemas.openxmlformats.org/drawingml/2006/main">
              <a:ext uri="{FF2B5EF4-FFF2-40B4-BE49-F238E27FC236}">
                <a16:creationId xmlns:a16="http://schemas.microsoft.com/office/drawing/2014/main" id="{39DDD82A-CA59-489C-9BB4-D0D74F5930BC}"/>
              </a:ext>
            </a:extLst>
          </p:cNvPr>
          <p:cNvPicPr>
            <a:picLocks xmlns:a="http://schemas.openxmlformats.org/drawingml/2006/main" noChangeAspect="1"/>
          </p:cNvPicPr>
          <p:nvPr/>
        </p:nvPicPr>
        <p:blipFill>
          <a:blip xmlns:r="http://schemas.openxmlformats.org/officeDocument/2006/relationships" xmlns:a="http://schemas.openxmlformats.org/drawingml/2006/main" r:embed="Rd385dbfd98c6420b"/>
          <a:stretch xmlns:a="http://schemas.openxmlformats.org/drawingml/2006/main"/>
        </p:blipFill>
        <p:spPr>
          <a:xfrm xmlns:a="http://schemas.openxmlformats.org/drawingml/2006/main">
            <a:off x="2238375" y="3722688"/>
            <a:ext cx="13811250" cy="46037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F2C6B396-9281-41AD-856B-FD8FAD2CD1BD}"/>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1779CBB4-70B1-45FF-8168-40149EB4A6DA}"/>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−791 − 2 × (−297) = −197 kJ</a:t>
            </a:r>
          </a:p>
        </p:txBody>
      </p:sp>
    </p:spTree>
    <p:extLst>
      <p:ext uri="{BB962C8B-B14F-4D97-AF65-F5344CB8AC3E}">
        <p14:creationId xmlns:p14="http://schemas.microsoft.com/office/powerpoint/2010/main" val="19792393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9583215-9BA1-494C-957E-EA940A8CA4D5}"/>
              </a:ext>
            </a:extLst>
          </p:cNvPr>
          <p:cNvPicPr>
            <a:picLocks xmlns:a="http://schemas.openxmlformats.org/drawingml/2006/main" noChangeAspect="1"/>
          </p:cNvPicPr>
          <p:nvPr/>
        </p:nvPicPr>
        <p:blipFill>
          <a:blip xmlns:r="http://schemas.openxmlformats.org/officeDocument/2006/relationships" xmlns:a="http://schemas.openxmlformats.org/drawingml/2006/main" r:embed="Ra20c76e114654665"/>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9C08F48-A0D1-4C6C-93A9-46C56D631471}"/>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F1FA21E-7748-4130-AF71-13430747220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EC783CCE-A002-4B4A-87D2-8C66620147F5}"/>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79AA5FC-E9D0-4539-83C6-3D5FDACD4B7B}"/>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B298F6C9-DB12-41FD-8B53-6DADF0284E6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9419EB58-654B-4671-BA30-DA03B041FF30}"/>
              </a:ext>
            </a:extLst>
          </p:cNvPr>
          <p:cNvPicPr>
            <a:picLocks xmlns:a="http://schemas.openxmlformats.org/drawingml/2006/main" noChangeAspect="1"/>
          </p:cNvPicPr>
          <p:nvPr/>
        </p:nvPicPr>
        <p:blipFill>
          <a:blip xmlns:r="http://schemas.openxmlformats.org/officeDocument/2006/relationships" xmlns:a="http://schemas.openxmlformats.org/drawingml/2006/main" r:embed="R6743676baa864810"/>
          <a:stretch xmlns:a="http://schemas.openxmlformats.org/drawingml/2006/main"/>
        </p:blipFill>
        <p:spPr>
          <a:xfrm xmlns:a="http://schemas.openxmlformats.org/drawingml/2006/main">
            <a:off x="2286000" y="4391300"/>
            <a:ext cx="7334250" cy="436190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5E20C1BB-75AE-42CD-9CCF-A9D1BC349C9C}"/>
              </a:ext>
            </a:extLst>
          </p:cNvPr>
          <p:cNvSpPr>
            <a:spLocks xmlns:a="http://schemas.openxmlformats.org/drawingml/2006/main" noGrp="1"/>
          </p:cNvSpPr>
          <p:nvPr/>
        </p:nvSpPr>
        <p:spPr>
          <a:xfrm xmlns:a="http://schemas.openxmlformats.org/drawingml/2006/main">
            <a:off x="10668000" y="45434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전체 경로</a:t>
            </a:r>
          </a:p>
        </p:txBody>
      </p:sp>
      <p:sp>
        <p:nvSpPr>
          <p:cNvPr id="9" name="반응식·수식">
            <a:extLst xmlns:a="http://schemas.openxmlformats.org/drawingml/2006/main">
              <a:ext uri="{FF2B5EF4-FFF2-40B4-BE49-F238E27FC236}">
                <a16:creationId xmlns:a16="http://schemas.microsoft.com/office/drawing/2014/main" id="{99737F6E-7441-433F-8E01-E674C4177551}"/>
              </a:ext>
            </a:extLst>
          </p:cNvPr>
          <p:cNvSpPr>
            <a:spLocks xmlns:a="http://schemas.openxmlformats.org/drawingml/2006/main" noGrp="1"/>
          </p:cNvSpPr>
          <p:nvPr/>
        </p:nvSpPr>
        <p:spPr>
          <a:xfrm xmlns:a="http://schemas.openxmlformats.org/drawingml/2006/main">
            <a:off x="10668000" y="5305425"/>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₁ = </a:t>
            </a:r>
            <a:r>
              <a:t>Δ</a:t>
            </a:r>
            <a:r>
              <a:rPr i="1">
                <a:latin typeface="Pretendard"/>
                <a:ea typeface="Pretendard"/>
                <a:cs typeface="Pretendard"/>
              </a:rPr>
              <a:t>H</a:t>
            </a:r>
            <a:r>
              <a:t>₂ + </a:t>
            </a:r>
            <a:r>
              <a:t>Δ</a:t>
            </a:r>
            <a:r>
              <a:rPr i="1">
                <a:latin typeface="Pretendard"/>
                <a:ea typeface="Pretendard"/>
                <a:cs typeface="Pretendard"/>
              </a:rPr>
              <a:t>H</a:t>
            </a:r>
            <a:r>
              <a:t>₃</a:t>
            </a:r>
          </a:p>
        </p:txBody>
      </p:sp>
      <p:sp>
        <p:nvSpPr>
          <p:cNvPr id="10" name="text">
            <a:extLst xmlns:a="http://schemas.openxmlformats.org/drawingml/2006/main">
              <a:ext uri="{FF2B5EF4-FFF2-40B4-BE49-F238E27FC236}">
                <a16:creationId xmlns:a16="http://schemas.microsoft.com/office/drawing/2014/main" id="{3F72FEA3-DC4A-480A-900E-5295B4128B0E}"/>
              </a:ext>
            </a:extLst>
          </p:cNvPr>
          <p:cNvSpPr>
            <a:spLocks xmlns:a="http://schemas.openxmlformats.org/drawingml/2006/main" noGrp="1"/>
          </p:cNvSpPr>
          <p:nvPr/>
        </p:nvSpPr>
        <p:spPr>
          <a:xfrm xmlns:a="http://schemas.openxmlformats.org/drawingml/2006/main">
            <a:off x="10668000" y="6581775"/>
            <a:ext cx="609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알고 싶은 한 단계</a:t>
            </a:r>
          </a:p>
        </p:txBody>
      </p:sp>
      <p:sp>
        <p:nvSpPr>
          <p:cNvPr id="11" name="반응식·수식">
            <a:extLst xmlns:a="http://schemas.openxmlformats.org/drawingml/2006/main">
              <a:ext uri="{FF2B5EF4-FFF2-40B4-BE49-F238E27FC236}">
                <a16:creationId xmlns:a16="http://schemas.microsoft.com/office/drawing/2014/main" id="{5430D658-9283-4827-94D4-849440B6B686}"/>
              </a:ext>
            </a:extLst>
          </p:cNvPr>
          <p:cNvSpPr>
            <a:spLocks xmlns:a="http://schemas.openxmlformats.org/drawingml/2006/main" noGrp="1"/>
          </p:cNvSpPr>
          <p:nvPr/>
        </p:nvSpPr>
        <p:spPr>
          <a:xfrm xmlns:a="http://schemas.openxmlformats.org/drawingml/2006/main">
            <a:off x="10668000" y="7353300"/>
            <a:ext cx="628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900" b="0">
                <a:solidFill>
                  <a:srgbClr val="000000"/>
                </a:solidFill>
                <a:latin typeface="Pretendard"/>
                <a:ea typeface="Pretendard"/>
                <a:cs typeface="Pretendard"/>
              </a:defRPr>
            </a:defPPr>
            <a:lvl1pPr algn="l">
              <a:defRPr sz="3900" b="0">
                <a:solidFill>
                  <a:srgbClr val="000000"/>
                </a:solidFill>
                <a:latin typeface="Pretendard"/>
                <a:ea typeface="Pretendard"/>
                <a:cs typeface="Pretendard"/>
              </a:defRPr>
            </a:lvl1pPr>
            <a:lvl2pPr algn="l">
              <a:defRPr sz="3900" b="0">
                <a:solidFill>
                  <a:srgbClr val="000000"/>
                </a:solidFill>
                <a:latin typeface="Pretendard"/>
                <a:ea typeface="Pretendard"/>
                <a:cs typeface="Pretendard"/>
              </a:defRPr>
            </a:lvl2pPr>
            <a:lvl3pPr algn="l">
              <a:defRPr sz="3900" b="0">
                <a:solidFill>
                  <a:srgbClr val="000000"/>
                </a:solidFill>
                <a:latin typeface="Pretendard"/>
                <a:ea typeface="Pretendard"/>
                <a:cs typeface="Pretendard"/>
              </a:defRPr>
            </a:lvl3pPr>
            <a:lvl4pPr algn="l">
              <a:defRPr sz="3900" b="0">
                <a:solidFill>
                  <a:srgbClr val="000000"/>
                </a:solidFill>
                <a:latin typeface="Pretendard"/>
                <a:ea typeface="Pretendard"/>
                <a:cs typeface="Pretendard"/>
              </a:defRPr>
            </a:lvl4pPr>
            <a:lvl5pPr algn="l">
              <a:defRPr sz="3900" b="0">
                <a:solidFill>
                  <a:srgbClr val="000000"/>
                </a:solidFill>
                <a:latin typeface="Pretendard"/>
                <a:ea typeface="Pretendard"/>
                <a:cs typeface="Pretendard"/>
              </a:defRPr>
            </a:lvl5pPr>
            <a:lvl6pPr algn="l">
              <a:defRPr sz="3900" b="0">
                <a:solidFill>
                  <a:srgbClr val="000000"/>
                </a:solidFill>
                <a:latin typeface="Pretendard"/>
                <a:ea typeface="Pretendard"/>
                <a:cs typeface="Pretendard"/>
              </a:defRPr>
            </a:lvl6pPr>
            <a:lvl7pPr algn="l">
              <a:defRPr sz="3900" b="0">
                <a:solidFill>
                  <a:srgbClr val="000000"/>
                </a:solidFill>
                <a:latin typeface="Pretendard"/>
                <a:ea typeface="Pretendard"/>
                <a:cs typeface="Pretendard"/>
              </a:defRPr>
            </a:lvl7pPr>
            <a:lvl8pPr algn="l">
              <a:defRPr sz="3900" b="0">
                <a:solidFill>
                  <a:srgbClr val="000000"/>
                </a:solidFill>
                <a:latin typeface="Pretendard"/>
                <a:ea typeface="Pretendard"/>
                <a:cs typeface="Pretendard"/>
              </a:defRPr>
            </a:lvl8pPr>
            <a:lvl9pPr algn="l">
              <a:defRPr sz="3900" b="0">
                <a:solidFill>
                  <a:srgbClr val="000000"/>
                </a:solidFill>
                <a:latin typeface="Pretendard"/>
                <a:ea typeface="Pretendard"/>
                <a:cs typeface="Pretendard"/>
              </a:defRPr>
            </a:lvl9pPr>
          </a:lstStyle>
          <a:p xmlns:a="http://schemas.openxmlformats.org/drawingml/2006/main">
            <a:pPr algn="l">
              <a:defRPr sz="3900" b="0">
                <a:solidFill>
                  <a:srgbClr val="000000"/>
                </a:solidFill>
                <a:latin typeface="Pretendard"/>
                <a:ea typeface="Pretendard"/>
                <a:cs typeface="Pretendard"/>
              </a:defRPr>
            </a:pP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a:t>
            </a:r>
          </a:p>
        </p:txBody>
      </p:sp>
    </p:spTree>
    <p:extLst>
      <p:ext uri="{BB962C8B-B14F-4D97-AF65-F5344CB8AC3E}">
        <p14:creationId xmlns:p14="http://schemas.microsoft.com/office/powerpoint/2010/main" val="753265268"/>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57457E6D-51EE-418E-96AF-AAAAB24D2B83}"/>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3E391A3-4F59-4E97-96C4-55992D379BE5}"/>
              </a:ext>
            </a:extLst>
          </p:cNvPr>
          <p:cNvPicPr>
            <a:picLocks xmlns:a="http://schemas.openxmlformats.org/drawingml/2006/main" noChangeAspect="1"/>
          </p:cNvPicPr>
          <p:nvPr/>
        </p:nvPicPr>
        <p:blipFill>
          <a:blip xmlns:r="http://schemas.openxmlformats.org/officeDocument/2006/relationships" xmlns:a="http://schemas.openxmlformats.org/drawingml/2006/main" r:embed="R2e341ace656946b1"/>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8D0BABBE-08DA-4D70-BBB6-E529154B93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22E12225-936D-44C8-A60F-4B8396A08388}"/>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5" name="text">
            <a:extLst xmlns:a="http://schemas.openxmlformats.org/drawingml/2006/main">
              <a:ext uri="{FF2B5EF4-FFF2-40B4-BE49-F238E27FC236}">
                <a16:creationId xmlns:a16="http://schemas.microsoft.com/office/drawing/2014/main" id="{9532D2D5-87CA-4846-9304-E4859F61FCB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6" name="text">
            <a:extLst xmlns:a="http://schemas.openxmlformats.org/drawingml/2006/main">
              <a:ext uri="{FF2B5EF4-FFF2-40B4-BE49-F238E27FC236}">
                <a16:creationId xmlns:a16="http://schemas.microsoft.com/office/drawing/2014/main" id="{8C5EEBD6-8F4D-460C-B954-909C8BE48861}"/>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8858610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369E792-5431-4D03-A7EC-CAA82671EAAB}"/>
              </a:ext>
            </a:extLst>
          </p:cNvPr>
          <p:cNvPicPr>
            <a:picLocks xmlns:a="http://schemas.openxmlformats.org/drawingml/2006/main" noChangeAspect="1"/>
          </p:cNvPicPr>
          <p:nvPr/>
        </p:nvPicPr>
        <p:blipFill>
          <a:blip xmlns:r="http://schemas.openxmlformats.org/officeDocument/2006/relationships" xmlns:a="http://schemas.openxmlformats.org/drawingml/2006/main" r:embed="R38565fc5e18b4dac"/>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AA0351C-47C9-4F18-81A0-0DDA8A8C72B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8B31C45-201D-4BF6-A6F9-963A3761C6F9}"/>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8F44D61-F822-4534-B56D-DAED6C0D7E78}"/>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749C874C-3986-45AF-9FD2-59F9C8E2C60F}"/>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3BEFE509-E97B-4D9E-9597-422E0E6D855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표준 생성 엔탈피</a:t>
            </a:r>
          </a:p>
        </p:txBody>
      </p:sp>
      <p:sp>
        <p:nvSpPr>
          <p:cNvPr id="7" name="text">
            <a:extLst xmlns:a="http://schemas.openxmlformats.org/drawingml/2006/main">
              <a:ext uri="{FF2B5EF4-FFF2-40B4-BE49-F238E27FC236}">
                <a16:creationId xmlns:a16="http://schemas.microsoft.com/office/drawing/2014/main" id="{E2229A74-ED7F-496A-A90C-431A59B48139}"/>
              </a:ext>
            </a:extLst>
          </p:cNvPr>
          <p:cNvSpPr>
            <a:spLocks xmlns:a="http://schemas.openxmlformats.org/drawingml/2006/main" noGrp="1"/>
          </p:cNvSpPr>
          <p:nvPr/>
        </p:nvSpPr>
        <p:spPr>
          <a:xfrm xmlns:a="http://schemas.openxmlformats.org/drawingml/2006/main">
            <a:off x="1714500" y="3705225"/>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표준 상태의 성분 원소로부터 물질 1 mol이 생성될 때의 반응 엔탈피</a:t>
            </a:r>
          </a:p>
        </p:txBody>
      </p:sp>
      <p:pic>
        <p:nvPicPr>
          <p:cNvPr id="8" name="">
            <a:extLst xmlns:a="http://schemas.openxmlformats.org/drawingml/2006/main">
              <a:ext uri="{FF2B5EF4-FFF2-40B4-BE49-F238E27FC236}">
                <a16:creationId xmlns:a16="http://schemas.microsoft.com/office/drawing/2014/main" id="{7D59A66B-9AF2-42CE-9350-37A4E1F69A18}"/>
              </a:ext>
            </a:extLst>
          </p:cNvPr>
          <p:cNvPicPr>
            <a:picLocks xmlns:a="http://schemas.openxmlformats.org/drawingml/2006/main" noChangeAspect="1"/>
          </p:cNvPicPr>
          <p:nvPr/>
        </p:nvPicPr>
        <p:blipFill>
          <a:blip xmlns:r="http://schemas.openxmlformats.org/officeDocument/2006/relationships" xmlns:a="http://schemas.openxmlformats.org/drawingml/2006/main" r:embed="Ra388628f856a4c0e"/>
          <a:stretch xmlns:a="http://schemas.openxmlformats.org/drawingml/2006/main"/>
        </p:blipFill>
        <p:spPr>
          <a:xfrm xmlns:a="http://schemas.openxmlformats.org/drawingml/2006/main">
            <a:off x="4330944" y="4524375"/>
            <a:ext cx="8864112" cy="876300"/>
          </a:xfrm>
          <a:prstGeom xmlns:a="http://schemas.openxmlformats.org/drawingml/2006/main" prst="rect">
            <a:avLst/>
          </a:prstGeom>
        </p:spPr>
      </p:pic>
      <p:sp>
        <p:nvSpPr>
          <p:cNvPr id="9" name="설명·계산 행 1">
            <a:extLst xmlns:a="http://schemas.openxmlformats.org/drawingml/2006/main">
              <a:ext uri="{FF2B5EF4-FFF2-40B4-BE49-F238E27FC236}">
                <a16:creationId xmlns:a16="http://schemas.microsoft.com/office/drawing/2014/main" id="{67FD7811-A17C-4081-95CD-45A02AD193B5}"/>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18C4947D-CDB9-4F9A-8D47-C05EFF5AA29D}"/>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생성되는 물질 1 mol을 기준으로 나타낸다.</a:t>
            </a:r>
          </a:p>
        </p:txBody>
      </p:sp>
      <p:sp>
        <p:nvSpPr>
          <p:cNvPr id="11" name="설명·계산 행 2">
            <a:extLst xmlns:a="http://schemas.openxmlformats.org/drawingml/2006/main">
              <a:ext uri="{FF2B5EF4-FFF2-40B4-BE49-F238E27FC236}">
                <a16:creationId xmlns:a16="http://schemas.microsoft.com/office/drawing/2014/main" id="{5D991A76-F5D4-4B38-8010-7842E21AF0C2}"/>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FDF16991-349F-4BFD-BE3F-3B41D5E4B9CD}"/>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H₂O</a:t>
            </a:r>
            <a:r>
              <a:t>(</a:t>
            </a:r>
            <a:r>
              <a:rPr i="1">
                <a:latin typeface="Pretendard"/>
                <a:ea typeface="Pretendard"/>
                <a:cs typeface="Pretendard"/>
              </a:rPr>
              <a:t>l</a:t>
            </a:r>
            <a:r>
              <a:t>)의 표준 생성 엔탈피는 −285.8 kJ/mol이다.</a:t>
            </a:r>
          </a:p>
        </p:txBody>
      </p:sp>
    </p:spTree>
    <p:extLst>
      <p:ext uri="{BB962C8B-B14F-4D97-AF65-F5344CB8AC3E}">
        <p14:creationId xmlns:p14="http://schemas.microsoft.com/office/powerpoint/2010/main" val="101627718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7F7D6099-84BE-4CAA-B313-453F075B1635}"/>
              </a:ext>
            </a:extLst>
          </p:cNvPr>
          <p:cNvPicPr>
            <a:picLocks xmlns:a="http://schemas.openxmlformats.org/drawingml/2006/main" noChangeAspect="1"/>
          </p:cNvPicPr>
          <p:nvPr/>
        </p:nvPicPr>
        <p:blipFill>
          <a:blip xmlns:r="http://schemas.openxmlformats.org/officeDocument/2006/relationships" xmlns:a="http://schemas.openxmlformats.org/drawingml/2006/main" r:embed="R4f99fb2bce4a495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A934878-63C1-45FB-82FA-1781879DAA3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9214A52-CF0B-4C53-9B14-D8462F9F5858}"/>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6ACEBBD-8E7D-4BF1-8848-8A774A2F3BA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98F5729-8434-4D84-980F-FA13D9AAFE2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2E376CE6-CE04-48A1-8CDD-FA4EE221EDDB}"/>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기준 원소 물질의 값은 0</a:t>
            </a:r>
          </a:p>
        </p:txBody>
      </p:sp>
      <p:graphicFrame>
        <p:nvGraphicFramePr>
          <p:cNvPr id="7" name="">
            <a:extLst xmlns:a="http://schemas.openxmlformats.org/drawingml/2006/main">
              <a:ext uri="{FF2B5EF4-FFF2-40B4-BE49-F238E27FC236}">
                <a16:creationId xmlns:a16="http://schemas.microsoft.com/office/drawing/2014/main" id="{37DF012D-E041-45E6-BCD8-9BF348DB4165}"/>
              </a:ext>
            </a:extLst>
          </p:cNvPr>
          <p:cNvGraphicFramePr/>
          <p:nvPr/>
        </p:nvGraphicFramePr>
        <p:xfrm>
          <a:off xmlns:a="http://schemas.openxmlformats.org/drawingml/2006/main" x="1828800" y="4238625"/>
          <a:ext xmlns:a="http://schemas.openxmlformats.org/drawingml/2006/main" cx="14639925" cy="4048125"/>
        </p:xfrm>
        <a:graphic xmlns:a="http://schemas.openxmlformats.org/drawingml/2006/main">
          <a:graphicData uri="http://schemas.openxmlformats.org/drawingml/2006/table">
            <a:tbl>
              <a:tblPr/>
              <a:tblGrid>
                <a:gridCol w="7315200"/>
                <a:gridCol w="7324725"/>
              </a:tblGrid>
              <a:tr h="1012031">
                <a:tc>
                  <a:txBody>
                    <a:bodyPr wrap="none" lIns="114300" tIns="114300" rIns="114300" bIns="114300"/>
                    <a:lstStyle/>
                    <a:p>
                      <a:pPr algn="ctr"/>
                      <a:r>
                        <a:rPr sz="3300" b="1">
                          <a:solidFill>
                            <a:srgbClr val="FFFFFF"/>
                          </a:solidFill>
                          <a:latin typeface="Pretendard"/>
                          <a:ea typeface="Pretendard"/>
                          <a:cs typeface="Pretendard"/>
                        </a:rPr>
                        <a:t>기준 원소 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표준 생성 엔탈피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12031">
                <a:tc>
                  <a:txBody>
                    <a:bodyPr wrap="none" lIns="114300" tIns="114300" rIns="114300" bIns="114300"/>
                    <a:lstStyle/>
                    <a:p>
                      <a:pPr algn="ctr"/>
                      <a:r>
                        <a:rPr sz="3300" b="1">
                          <a:solidFill>
                            <a:srgbClr val="FFFFFF"/>
                          </a:solidFill>
                          <a:latin typeface="Pretendard"/>
                          <a:ea typeface="Pretendard"/>
                          <a:cs typeface="Pretendard"/>
                        </a:rPr>
                        <a:t>C</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s</a:t>
                      </a:r>
                      <a:r>
                        <a:rPr sz="3300" b="1">
                          <a:solidFill>
                            <a:srgbClr val="FFFFFF"/>
                          </a:solidFill>
                          <a:latin typeface="Pretendard"/>
                          <a:ea typeface="Pretendard"/>
                          <a:cs typeface="Pretendard"/>
                        </a:rPr>
                        <a:t>, 흑연)</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H₂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12031">
                <a:tc>
                  <a:txBody>
                    <a:bodyPr wrap="none" lIns="114300" tIns="114300" rIns="114300" bIns="114300"/>
                    <a:lstStyle/>
                    <a:p>
                      <a:pPr algn="ctr"/>
                      <a:r>
                        <a:rPr sz="3300" b="1">
                          <a:solidFill>
                            <a:srgbClr val="FFFFFF"/>
                          </a:solidFill>
                          <a:latin typeface="Pretendard"/>
                          <a:ea typeface="Pretendard"/>
                          <a:cs typeface="Pretendard"/>
                        </a:rPr>
                        <a:t>O₂</a:t>
                      </a:r>
                      <a:r>
                        <a:rPr sz="3300" b="1">
                          <a:solidFill>
                            <a:srgbClr val="FFFFFF"/>
                          </a:solidFill>
                          <a:latin typeface="Pretendard"/>
                          <a:ea typeface="Pretendard"/>
                          <a:cs typeface="Pretendard"/>
                        </a:rPr>
                        <a:t>(</a:t>
                      </a:r>
                      <a:r>
                        <a:rPr sz="3300" b="1" i="1">
                          <a:solidFill>
                            <a:srgbClr val="FFFFFF"/>
                          </a:solidFill>
                          <a:latin typeface="Pretendard"/>
                          <a:ea typeface="Pretendard"/>
                          <a:cs typeface="Pretendard"/>
                        </a:rPr>
                        <a:t>g</a:t>
                      </a:r>
                      <a:r>
                        <a:rPr sz="3300" b="1">
                          <a:solidFill>
                            <a:srgbClr val="FFFFFF"/>
                          </a:solidFill>
                          <a:latin typeface="Pretendard"/>
                          <a:ea typeface="Pretendard"/>
                          <a:cs typeface="Pretendard"/>
                        </a:rPr>
                        <a:t>)</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AC80D94-EA28-43A4-BB48-5730CF8CAAEE}"/>
              </a:ext>
            </a:extLst>
          </p:cNvPr>
          <p:cNvSpPr>
            <a:spLocks xmlns:a="http://schemas.openxmlformats.org/drawingml/2006/main" noGrp="1"/>
          </p:cNvSpPr>
          <p:nvPr/>
        </p:nvSpPr>
        <p:spPr>
          <a:xfrm xmlns:a="http://schemas.openxmlformats.org/drawingml/2006/main" rot="0">
            <a:off x="1828800"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4A493188-EE73-4705-8AE1-BC4587050AB6}"/>
              </a:ext>
            </a:extLst>
          </p:cNvPr>
          <p:cNvSpPr>
            <a:spLocks xmlns:a="http://schemas.openxmlformats.org/drawingml/2006/main" noGrp="1"/>
          </p:cNvSpPr>
          <p:nvPr/>
        </p:nvSpPr>
        <p:spPr>
          <a:xfrm xmlns:a="http://schemas.openxmlformats.org/drawingml/2006/main" rot="5400000">
            <a:off x="16278225" y="423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D92FE44-0A16-4A37-98A8-04B8E4991317}"/>
              </a:ext>
            </a:extLst>
          </p:cNvPr>
          <p:cNvSpPr>
            <a:spLocks xmlns:a="http://schemas.openxmlformats.org/drawingml/2006/main" noGrp="1"/>
          </p:cNvSpPr>
          <p:nvPr/>
        </p:nvSpPr>
        <p:spPr>
          <a:xfrm xmlns:a="http://schemas.openxmlformats.org/drawingml/2006/main" rot="10800000">
            <a:off x="16278225"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FB1F11D-ABFB-4362-818D-C5E0ACB0529B}"/>
              </a:ext>
            </a:extLst>
          </p:cNvPr>
          <p:cNvSpPr>
            <a:spLocks xmlns:a="http://schemas.openxmlformats.org/drawingml/2006/main" noGrp="1"/>
          </p:cNvSpPr>
          <p:nvPr/>
        </p:nvSpPr>
        <p:spPr>
          <a:xfrm xmlns:a="http://schemas.openxmlformats.org/drawingml/2006/main" rot="16200000">
            <a:off x="1828800" y="809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해석·결론">
            <a:extLst xmlns:a="http://schemas.openxmlformats.org/drawingml/2006/main">
              <a:ext uri="{FF2B5EF4-FFF2-40B4-BE49-F238E27FC236}">
                <a16:creationId xmlns:a16="http://schemas.microsoft.com/office/drawing/2014/main" id="{8405D103-AAC9-450A-8AE0-07854AC63D8C}"/>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2E59F1F7-530F-453C-98D7-E38638DCBD12}"/>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모든 원소의 모든 상태가 0이라는 뜻은 아니다.</a:t>
            </a:r>
          </a:p>
        </p:txBody>
      </p:sp>
    </p:spTree>
    <p:extLst>
      <p:ext uri="{BB962C8B-B14F-4D97-AF65-F5344CB8AC3E}">
        <p14:creationId xmlns:p14="http://schemas.microsoft.com/office/powerpoint/2010/main" val="2362383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927C00-FB7C-4DD8-BF73-6531CE24957B}"/>
              </a:ext>
            </a:extLst>
          </p:cNvPr>
          <p:cNvPicPr>
            <a:picLocks xmlns:a="http://schemas.openxmlformats.org/drawingml/2006/main" noChangeAspect="1"/>
          </p:cNvPicPr>
          <p:nvPr/>
        </p:nvPicPr>
        <p:blipFill>
          <a:blip xmlns:r="http://schemas.openxmlformats.org/officeDocument/2006/relationships" xmlns:a="http://schemas.openxmlformats.org/drawingml/2006/main" r:embed="R2fbe02b76c9846e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01D54C9-2BD9-499F-AE1B-0C4F1190BE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5506AF7-A7CE-45E0-A869-8986EF4F1BA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1728B40D-934C-427B-AE70-DC4E5618D34F}"/>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384EC85-3037-4D9F-9284-F4714700C4E2}"/>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4E024DA0-EB5B-4645-8263-0369EF3495D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94BF1E29-F0DB-4533-824F-348D5130DA8D}"/>
              </a:ext>
            </a:extLst>
          </p:cNvPr>
          <p:cNvPicPr>
            <a:picLocks xmlns:a="http://schemas.openxmlformats.org/drawingml/2006/main" noChangeAspect="1"/>
          </p:cNvPicPr>
          <p:nvPr/>
        </p:nvPicPr>
        <p:blipFill>
          <a:blip xmlns:r="http://schemas.openxmlformats.org/officeDocument/2006/relationships" xmlns:a="http://schemas.openxmlformats.org/drawingml/2006/main" r:embed="R62123e2d88fc40e3"/>
          <a:stretch xmlns:a="http://schemas.openxmlformats.org/drawingml/2006/main"/>
        </p:blipFill>
        <p:spPr>
          <a:xfrm xmlns:a="http://schemas.openxmlformats.org/drawingml/2006/main">
            <a:off x="2143125" y="3667125"/>
            <a:ext cx="14001750" cy="4667250"/>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B93EA0C7-AF4E-4547-B3CD-959E0713FCB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33313932-FA50-496F-93B1-E7D7DD91145C}"/>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물질의 상태가 다르면 생성 엔탈피도 다르다.</a:t>
            </a:r>
          </a:p>
        </p:txBody>
      </p:sp>
    </p:spTree>
    <p:extLst>
      <p:ext uri="{BB962C8B-B14F-4D97-AF65-F5344CB8AC3E}">
        <p14:creationId xmlns:p14="http://schemas.microsoft.com/office/powerpoint/2010/main" val="147666196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BCA8EBD-DADA-4830-8AA4-380F7C930041}"/>
              </a:ext>
            </a:extLst>
          </p:cNvPr>
          <p:cNvPicPr>
            <a:picLocks xmlns:a="http://schemas.openxmlformats.org/drawingml/2006/main" noChangeAspect="1"/>
          </p:cNvPicPr>
          <p:nvPr/>
        </p:nvPicPr>
        <p:blipFill>
          <a:blip xmlns:r="http://schemas.openxmlformats.org/officeDocument/2006/relationships" xmlns:a="http://schemas.openxmlformats.org/drawingml/2006/main" r:embed="Rd7cec0dacff2450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253B3C7-3B6C-41DE-B31F-BF91306C6F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57EDF3-0EF4-41D6-8C4E-3839FB241F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6DACA2BD-CA3E-4656-8C0A-04A66B3485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EC04747-36B7-4960-AEF5-54522C93BA8C}"/>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7E7CE8C-847D-4489-BC26-857F49FFCA7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45147CF7-E10D-4151-BD27-22BDB43697BA}"/>
              </a:ext>
            </a:extLst>
          </p:cNvPr>
          <p:cNvPicPr>
            <a:picLocks xmlns:a="http://schemas.openxmlformats.org/drawingml/2006/main" noChangeAspect="1"/>
          </p:cNvPicPr>
          <p:nvPr/>
        </p:nvPicPr>
        <p:blipFill>
          <a:blip xmlns:r="http://schemas.openxmlformats.org/officeDocument/2006/relationships" xmlns:a="http://schemas.openxmlformats.org/drawingml/2006/main" r:embed="R818e037378794090"/>
          <a:stretch xmlns:a="http://schemas.openxmlformats.org/drawingml/2006/main"/>
        </p:blipFill>
        <p:spPr>
          <a:xfrm xmlns:a="http://schemas.openxmlformats.org/drawingml/2006/main">
            <a:off x="2247900" y="4291340"/>
            <a:ext cx="13239750" cy="3133071"/>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4FA42083-6AC3-43C5-89F9-0681F1FD9637}"/>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E99AAB7E-FD92-4EA6-9973-2586D966C2FE}"/>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CH₄ 연소 반응 = ② + 2 × ③ − ①</a:t>
            </a:r>
          </a:p>
        </p:txBody>
      </p:sp>
    </p:spTree>
    <p:extLst>
      <p:ext uri="{BB962C8B-B14F-4D97-AF65-F5344CB8AC3E}">
        <p14:creationId xmlns:p14="http://schemas.microsoft.com/office/powerpoint/2010/main" val="17444634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B13B9672-8560-4B7D-96B1-43485DD1C59D}"/>
              </a:ext>
            </a:extLst>
          </p:cNvPr>
          <p:cNvPicPr>
            <a:picLocks xmlns:a="http://schemas.openxmlformats.org/drawingml/2006/main" noChangeAspect="1"/>
          </p:cNvPicPr>
          <p:nvPr/>
        </p:nvPicPr>
        <p:blipFill>
          <a:blip xmlns:r="http://schemas.openxmlformats.org/officeDocument/2006/relationships" xmlns:a="http://schemas.openxmlformats.org/drawingml/2006/main" r:embed="R367fdfab3566437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E472FC5-7C10-4289-8770-EB07B67CCAB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41C7CC5-8629-4EDD-AF37-7D25D78C2EC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5E189F06-E9E7-4891-A508-B29A7547C7D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2240604-4088-4449-9284-7E36BD33046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5BFC1936-A26E-4B6C-A982-4DDBB3B44141}"/>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계수를 곱해 더한다</a:t>
            </a:r>
          </a:p>
        </p:txBody>
      </p:sp>
      <p:sp>
        <p:nvSpPr>
          <p:cNvPr id="7" name="rich">
            <a:extLst xmlns:a="http://schemas.openxmlformats.org/drawingml/2006/main">
              <a:ext uri="{FF2B5EF4-FFF2-40B4-BE49-F238E27FC236}">
                <a16:creationId xmlns:a16="http://schemas.microsoft.com/office/drawing/2014/main" id="{DB8C7AFD-933A-4A43-9532-4691A06ECA16}"/>
              </a:ext>
            </a:extLst>
          </p:cNvPr>
          <p:cNvSpPr>
            <a:spLocks xmlns:a="http://schemas.openxmlformats.org/drawingml/2006/main" noGrp="1"/>
          </p:cNvSpPr>
          <p:nvPr/>
        </p:nvSpPr>
        <p:spPr>
          <a:xfrm xmlns:a="http://schemas.openxmlformats.org/drawingml/2006/main">
            <a:off x="1714500" y="387667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t>Δ</a:t>
            </a:r>
            <a:r>
              <a:rPr i="1">
                <a:latin typeface="Pretendard"/>
                <a:ea typeface="Pretendard"/>
                <a:cs typeface="Pretendard"/>
              </a:rPr>
              <a:t>H</a:t>
            </a:r>
            <a:r>
              <a:t> = 생성물의 표준 생성 엔탈피 합</a:t>
            </a:r>
          </a:p>
        </p:txBody>
      </p:sp>
      <p:sp>
        <p:nvSpPr>
          <p:cNvPr id="8" name="text">
            <a:extLst xmlns:a="http://schemas.openxmlformats.org/drawingml/2006/main">
              <a:ext uri="{FF2B5EF4-FFF2-40B4-BE49-F238E27FC236}">
                <a16:creationId xmlns:a16="http://schemas.microsoft.com/office/drawing/2014/main" id="{B0A17BEC-9BD4-4C58-B2F6-B71AA898D8E3}"/>
              </a:ext>
            </a:extLst>
          </p:cNvPr>
          <p:cNvSpPr>
            <a:spLocks xmlns:a="http://schemas.openxmlformats.org/drawingml/2006/main" noGrp="1"/>
          </p:cNvSpPr>
          <p:nvPr/>
        </p:nvSpPr>
        <p:spPr>
          <a:xfrm xmlns:a="http://schemas.openxmlformats.org/drawingml/2006/main">
            <a:off x="1714500" y="4772025"/>
            <a:ext cx="14859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57962F"/>
                </a:solidFill>
                <a:latin typeface="Pretendard"/>
                <a:ea typeface="Pretendard"/>
                <a:cs typeface="Pretendard"/>
              </a:defRPr>
            </a:defPPr>
            <a:lvl1pPr algn="ctr">
              <a:defRPr sz="4800" b="1">
                <a:solidFill>
                  <a:srgbClr val="57962F"/>
                </a:solidFill>
                <a:latin typeface="Pretendard"/>
                <a:ea typeface="Pretendard"/>
                <a:cs typeface="Pretendard"/>
              </a:defRPr>
            </a:lvl1pPr>
            <a:lvl2pPr algn="ctr">
              <a:defRPr sz="4800" b="1">
                <a:solidFill>
                  <a:srgbClr val="57962F"/>
                </a:solidFill>
                <a:latin typeface="Pretendard"/>
                <a:ea typeface="Pretendard"/>
                <a:cs typeface="Pretendard"/>
              </a:defRPr>
            </a:lvl2pPr>
            <a:lvl3pPr algn="ctr">
              <a:defRPr sz="4800" b="1">
                <a:solidFill>
                  <a:srgbClr val="57962F"/>
                </a:solidFill>
                <a:latin typeface="Pretendard"/>
                <a:ea typeface="Pretendard"/>
                <a:cs typeface="Pretendard"/>
              </a:defRPr>
            </a:lvl3pPr>
            <a:lvl4pPr algn="ctr">
              <a:defRPr sz="4800" b="1">
                <a:solidFill>
                  <a:srgbClr val="57962F"/>
                </a:solidFill>
                <a:latin typeface="Pretendard"/>
                <a:ea typeface="Pretendard"/>
                <a:cs typeface="Pretendard"/>
              </a:defRPr>
            </a:lvl4pPr>
            <a:lvl5pPr algn="ctr">
              <a:defRPr sz="4800" b="1">
                <a:solidFill>
                  <a:srgbClr val="57962F"/>
                </a:solidFill>
                <a:latin typeface="Pretendard"/>
                <a:ea typeface="Pretendard"/>
                <a:cs typeface="Pretendard"/>
              </a:defRPr>
            </a:lvl5pPr>
            <a:lvl6pPr algn="ctr">
              <a:defRPr sz="4800" b="1">
                <a:solidFill>
                  <a:srgbClr val="57962F"/>
                </a:solidFill>
                <a:latin typeface="Pretendard"/>
                <a:ea typeface="Pretendard"/>
                <a:cs typeface="Pretendard"/>
              </a:defRPr>
            </a:lvl6pPr>
            <a:lvl7pPr algn="ctr">
              <a:defRPr sz="4800" b="1">
                <a:solidFill>
                  <a:srgbClr val="57962F"/>
                </a:solidFill>
                <a:latin typeface="Pretendard"/>
                <a:ea typeface="Pretendard"/>
                <a:cs typeface="Pretendard"/>
              </a:defRPr>
            </a:lvl7pPr>
            <a:lvl8pPr algn="ctr">
              <a:defRPr sz="4800" b="1">
                <a:solidFill>
                  <a:srgbClr val="57962F"/>
                </a:solidFill>
                <a:latin typeface="Pretendard"/>
                <a:ea typeface="Pretendard"/>
                <a:cs typeface="Pretendard"/>
              </a:defRPr>
            </a:lvl8pPr>
            <a:lvl9pPr algn="ctr">
              <a:defRPr sz="4800" b="1">
                <a:solidFill>
                  <a:srgbClr val="57962F"/>
                </a:solidFill>
                <a:latin typeface="Pretendard"/>
                <a:ea typeface="Pretendard"/>
                <a:cs typeface="Pretendard"/>
              </a:defRPr>
            </a:lvl9pPr>
          </a:lstStyle>
          <a:p xmlns:a="http://schemas.openxmlformats.org/drawingml/2006/main">
            <a:pPr algn="ctr">
              <a:defRPr sz="4800" b="1">
                <a:solidFill>
                  <a:srgbClr val="57962F"/>
                </a:solidFill>
                <a:latin typeface="Pretendard"/>
                <a:ea typeface="Pretendard"/>
                <a:cs typeface="Pretendard"/>
              </a:defRPr>
            </a:pPr>
            <a:r>
              <a:rPr sz="4800" b="1">
                <a:solidFill>
                  <a:srgbClr val="57962F"/>
                </a:solidFill>
                <a:latin typeface="Pretendard"/>
                <a:ea typeface="Pretendard"/>
                <a:cs typeface="Pretendard"/>
              </a:rPr>
              <a:t>− 반응물의 표준 생성 엔탈피 합</a:t>
            </a:r>
          </a:p>
        </p:txBody>
      </p:sp>
      <p:sp>
        <p:nvSpPr>
          <p:cNvPr id="9" name="설명·계산 행 1">
            <a:extLst xmlns:a="http://schemas.openxmlformats.org/drawingml/2006/main">
              <a:ext uri="{FF2B5EF4-FFF2-40B4-BE49-F238E27FC236}">
                <a16:creationId xmlns:a16="http://schemas.microsoft.com/office/drawing/2014/main" id="{3A003057-AFF9-4A7C-9AA0-DFADDF270A00}"/>
              </a:ext>
            </a:extLst>
          </p:cNvPr>
          <p:cNvSpPr>
            <a:spLocks xmlns:a="http://schemas.openxmlformats.org/drawingml/2006/main" noGrp="1"/>
          </p:cNvSpPr>
          <p:nvPr/>
        </p:nvSpPr>
        <p:spPr>
          <a:xfrm xmlns:a="http://schemas.openxmlformats.org/drawingml/2006/main">
            <a:off x="1828800" y="6229350"/>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1">
            <a:extLst xmlns:a="http://schemas.openxmlformats.org/drawingml/2006/main">
              <a:ext uri="{FF2B5EF4-FFF2-40B4-BE49-F238E27FC236}">
                <a16:creationId xmlns:a16="http://schemas.microsoft.com/office/drawing/2014/main" id="{150D1B7D-6B95-4D17-9972-7FB0E8373507}"/>
              </a:ext>
            </a:extLst>
          </p:cNvPr>
          <p:cNvSpPr>
            <a:spLocks xmlns:a="http://schemas.openxmlformats.org/drawingml/2006/main" noGrp="1"/>
          </p:cNvSpPr>
          <p:nvPr/>
        </p:nvSpPr>
        <p:spPr>
          <a:xfrm xmlns:a="http://schemas.openxmlformats.org/drawingml/2006/main">
            <a:off x="2476500" y="64770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표의 값에 각 물질의 반응 계수를 곱한다.</a:t>
            </a:r>
          </a:p>
        </p:txBody>
      </p:sp>
      <p:sp>
        <p:nvSpPr>
          <p:cNvPr id="11" name="설명·계산 행 2">
            <a:extLst xmlns:a="http://schemas.openxmlformats.org/drawingml/2006/main">
              <a:ext uri="{FF2B5EF4-FFF2-40B4-BE49-F238E27FC236}">
                <a16:creationId xmlns:a16="http://schemas.microsoft.com/office/drawing/2014/main" id="{CEB14475-2F37-4396-8A9B-42395B3ACE40}"/>
              </a:ext>
            </a:extLst>
          </p:cNvPr>
          <p:cNvSpPr>
            <a:spLocks xmlns:a="http://schemas.openxmlformats.org/drawingml/2006/main" noGrp="1"/>
          </p:cNvSpPr>
          <p:nvPr/>
        </p:nvSpPr>
        <p:spPr>
          <a:xfrm xmlns:a="http://schemas.openxmlformats.org/drawingml/2006/main">
            <a:off x="1828800" y="7762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2">
            <a:extLst xmlns:a="http://schemas.openxmlformats.org/drawingml/2006/main">
              <a:ext uri="{FF2B5EF4-FFF2-40B4-BE49-F238E27FC236}">
                <a16:creationId xmlns:a16="http://schemas.microsoft.com/office/drawing/2014/main" id="{13DE4846-500B-40F6-B16B-92B782EAA986}"/>
              </a:ext>
            </a:extLst>
          </p:cNvPr>
          <p:cNvSpPr>
            <a:spLocks xmlns:a="http://schemas.openxmlformats.org/drawingml/2006/main" noGrp="1"/>
          </p:cNvSpPr>
          <p:nvPr/>
        </p:nvSpPr>
        <p:spPr>
          <a:xfrm xmlns:a="http://schemas.openxmlformats.org/drawingml/2006/main">
            <a:off x="2476500" y="8010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생성물의 합에서 반응물의 합을 뺀다.</a:t>
            </a:r>
          </a:p>
        </p:txBody>
      </p:sp>
    </p:spTree>
    <p:extLst>
      <p:ext uri="{BB962C8B-B14F-4D97-AF65-F5344CB8AC3E}">
        <p14:creationId xmlns:p14="http://schemas.microsoft.com/office/powerpoint/2010/main" val="5779852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77819329-511C-4D79-846F-C398AEB3FC3A}"/>
              </a:ext>
            </a:extLst>
          </p:cNvPr>
          <p:cNvPicPr>
            <a:picLocks xmlns:a="http://schemas.openxmlformats.org/drawingml/2006/main" noChangeAspect="1"/>
          </p:cNvPicPr>
          <p:nvPr/>
        </p:nvPicPr>
        <p:blipFill>
          <a:blip xmlns:r="http://schemas.openxmlformats.org/officeDocument/2006/relationships" xmlns:a="http://schemas.openxmlformats.org/drawingml/2006/main" r:embed="R417e018b466a4e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6257D36-A20A-43E8-9EBE-AA9FE4B51FF9}"/>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3B0661-A87B-43B0-B90B-A6B53D579A1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9DAE7BD8-B26D-441D-9BC9-A9D063EDF78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F055919-FB8C-47B8-962D-7EADAA0F2B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18A9AF33-4BBC-4F1A-9015-42BF711CF72D}"/>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81D6CE72-C9A3-4C7F-88F1-FD5382143DA4}"/>
              </a:ext>
            </a:extLst>
          </p:cNvPr>
          <p:cNvPicPr>
            <a:picLocks xmlns:a="http://schemas.openxmlformats.org/drawingml/2006/main" noChangeAspect="1"/>
          </p:cNvPicPr>
          <p:nvPr/>
        </p:nvPicPr>
        <p:blipFill>
          <a:blip xmlns:r="http://schemas.openxmlformats.org/officeDocument/2006/relationships" xmlns:a="http://schemas.openxmlformats.org/drawingml/2006/main" r:embed="R3c9f2d6b18fe4d18"/>
          <a:stretch xmlns:a="http://schemas.openxmlformats.org/drawingml/2006/main"/>
        </p:blipFill>
        <p:spPr>
          <a:xfrm xmlns:a="http://schemas.openxmlformats.org/drawingml/2006/main">
            <a:off x="4629150" y="3762375"/>
            <a:ext cx="9048750"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BEC37885-5E54-4234-8220-5F39C45FF0F9}"/>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Δ</a:t>
                      </a:r>
                      <a:r>
                        <a:rPr sz="3000" b="1">
                          <a:solidFill>
                            <a:srgbClr val="FFFFFF"/>
                          </a:solidFill>
                          <a:latin typeface="Pretendard"/>
                          <a:ea typeface="Pretendard"/>
                          <a:cs typeface="Pretendard"/>
                        </a:rPr>
                        <a:t>f</a:t>
                      </a:r>
                      <a:r>
                        <a:rPr sz="3000" b="1" i="1">
                          <a:solidFill>
                            <a:srgbClr val="FFFFFF"/>
                          </a:solidFill>
                          <a:latin typeface="Pretendard"/>
                          <a:ea typeface="Pretendard"/>
                          <a:cs typeface="Pretendard"/>
                        </a:rPr>
                        <a:t>H</a:t>
                      </a:r>
                      <a:r>
                        <a:rPr sz="3000" b="1">
                          <a:solidFill>
                            <a:srgbClr val="FFFFFF"/>
                          </a:solidFill>
                          <a:latin typeface="Pretendard"/>
                          <a:ea typeface="Pretendard"/>
                          <a:cs typeface="Pretendard"/>
                        </a:rPr>
                        <a:t>° (kJ/mol)</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20A2EA72-E21F-46CE-885D-4E79C9C58A19}"/>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47326FF-D77E-499F-BF75-4AEDA8352C77}"/>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30BF106-2619-46DD-A615-CF2CBF154A30}"/>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CFDFE7F-E643-4DDA-A6FE-83BCE41C2447}"/>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3" name="대입 계산">
            <a:extLst xmlns:a="http://schemas.openxmlformats.org/drawingml/2006/main">
              <a:ext uri="{FF2B5EF4-FFF2-40B4-BE49-F238E27FC236}">
                <a16:creationId xmlns:a16="http://schemas.microsoft.com/office/drawing/2014/main" id="{B9168254-21F6-4F45-BB7B-6573C73C5F84}"/>
              </a:ext>
            </a:extLst>
          </p:cNvPr>
          <p:cNvSpPr>
            <a:spLocks xmlns:a="http://schemas.openxmlformats.org/drawingml/2006/main" noGrp="1"/>
          </p:cNvSpPr>
          <p:nvPr/>
        </p:nvSpPr>
        <p:spPr>
          <a:xfrm xmlns:a="http://schemas.openxmlformats.org/drawingml/2006/main">
            <a:off x="1828800" y="7200900"/>
            <a:ext cx="14639925" cy="952500"/>
          </a:xfrm>
          <a:prstGeom xmlns:a="http://schemas.openxmlformats.org/drawingml/2006/main" prst="roundRect">
            <a:avLst>
              <a:gd name="adj" fmla="val 16000"/>
            </a:avLst>
          </a:prstGeom>
          <a:solidFill xmlns:a="http://schemas.openxmlformats.org/drawingml/2006/main">
            <a:srgbClr val="F5F5F5"/>
          </a:solidFill>
          <a:ln xmlns:a="http://schemas.openxmlformats.org/drawingml/2006/main" w="0">
            <a:noFill/>
          </a:ln>
        </p:spPr>
      </p:sp>
      <p:sp>
        <p:nvSpPr>
          <p:cNvPr id="14" name="반응식·수식">
            <a:extLst xmlns:a="http://schemas.openxmlformats.org/drawingml/2006/main">
              <a:ext uri="{FF2B5EF4-FFF2-40B4-BE49-F238E27FC236}">
                <a16:creationId xmlns:a16="http://schemas.microsoft.com/office/drawing/2014/main" id="{22AC3640-BC9B-43B1-8ADF-4A470D7ED5BF}"/>
              </a:ext>
            </a:extLst>
          </p:cNvPr>
          <p:cNvSpPr>
            <a:spLocks xmlns:a="http://schemas.openxmlformats.org/drawingml/2006/main" noGrp="1"/>
          </p:cNvSpPr>
          <p:nvPr/>
        </p:nvSpPr>
        <p:spPr>
          <a:xfrm xmlns:a="http://schemas.openxmlformats.org/drawingml/2006/main">
            <a:off x="2247900" y="7296150"/>
            <a:ext cx="13811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Δ</a:t>
            </a:r>
            <a:r>
              <a:rPr i="1">
                <a:latin typeface="Pretendard"/>
                <a:ea typeface="Pretendard"/>
                <a:cs typeface="Pretendard"/>
              </a:rPr>
              <a:t>H</a:t>
            </a:r>
            <a:r>
              <a:t> = [−393.5 + 2 × (−285.8)] − [−74.8 + 2 × 0]</a:t>
            </a:r>
          </a:p>
        </p:txBody>
      </p:sp>
      <p:sp>
        <p:nvSpPr>
          <p:cNvPr id="15" name="해석·결론">
            <a:extLst xmlns:a="http://schemas.openxmlformats.org/drawingml/2006/main">
              <a:ext uri="{FF2B5EF4-FFF2-40B4-BE49-F238E27FC236}">
                <a16:creationId xmlns:a16="http://schemas.microsoft.com/office/drawing/2014/main" id="{A77AB397-A821-4EF1-80FC-C280DF0A31FC}"/>
              </a:ext>
            </a:extLst>
          </p:cNvPr>
          <p:cNvSpPr>
            <a:spLocks xmlns:a="http://schemas.openxmlformats.org/drawingml/2006/main" noGrp="1"/>
          </p:cNvSpPr>
          <p:nvPr/>
        </p:nvSpPr>
        <p:spPr>
          <a:xfrm xmlns:a="http://schemas.openxmlformats.org/drawingml/2006/main">
            <a:off x="1828800" y="855345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F3E52914-7606-42DF-A97B-A775795035EC}"/>
              </a:ext>
            </a:extLst>
          </p:cNvPr>
          <p:cNvSpPr>
            <a:spLocks xmlns:a="http://schemas.openxmlformats.org/drawingml/2006/main" noGrp="1"/>
          </p:cNvSpPr>
          <p:nvPr/>
        </p:nvSpPr>
        <p:spPr>
          <a:xfrm xmlns:a="http://schemas.openxmlformats.org/drawingml/2006/main">
            <a:off x="2143125" y="862965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Δ</a:t>
            </a:r>
            <a:r>
              <a:rPr i="1">
                <a:latin typeface="Pretendard"/>
                <a:ea typeface="Pretendard"/>
                <a:cs typeface="Pretendard"/>
              </a:rPr>
              <a:t>H</a:t>
            </a:r>
            <a:r>
              <a:t> = −890.3 kJ</a:t>
            </a:r>
          </a:p>
        </p:txBody>
      </p:sp>
    </p:spTree>
    <p:extLst>
      <p:ext uri="{BB962C8B-B14F-4D97-AF65-F5344CB8AC3E}">
        <p14:creationId xmlns:p14="http://schemas.microsoft.com/office/powerpoint/2010/main" val="12031719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8E845B05-2F4C-4F93-8346-01F8DAB2BC66}"/>
              </a:ext>
            </a:extLst>
          </p:cNvPr>
          <p:cNvPicPr>
            <a:picLocks xmlns:a="http://schemas.openxmlformats.org/drawingml/2006/main" noChangeAspect="1"/>
          </p:cNvPicPr>
          <p:nvPr/>
        </p:nvPicPr>
        <p:blipFill>
          <a:blip xmlns:r="http://schemas.openxmlformats.org/officeDocument/2006/relationships" xmlns:a="http://schemas.openxmlformats.org/drawingml/2006/main" r:embed="R3b4aa173720a46e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11C5A96-4769-4EC9-9FD0-1BFB22D6271D}"/>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CCBA61-5015-4696-953B-9E9B09952F64}"/>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360BE51-B07B-4525-A854-A8EE0298448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C115B96-BC96-4168-AF5F-A260B19AC8B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B375FCB-5B2A-45F7-83AE-1BBFC016651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물의 상태 변화 엔탈피</a:t>
            </a:r>
          </a:p>
        </p:txBody>
      </p:sp>
      <p:pic>
        <p:nvPicPr>
          <p:cNvPr id="7" name="">
            <a:extLst xmlns:a="http://schemas.openxmlformats.org/drawingml/2006/main">
              <a:ext uri="{FF2B5EF4-FFF2-40B4-BE49-F238E27FC236}">
                <a16:creationId xmlns:a16="http://schemas.microsoft.com/office/drawing/2014/main" id="{DD062069-3386-4754-B879-4E9CD0971070}"/>
              </a:ext>
            </a:extLst>
          </p:cNvPr>
          <p:cNvPicPr>
            <a:picLocks xmlns:a="http://schemas.openxmlformats.org/drawingml/2006/main" noChangeAspect="1"/>
          </p:cNvPicPr>
          <p:nvPr/>
        </p:nvPicPr>
        <p:blipFill>
          <a:blip xmlns:r="http://schemas.openxmlformats.org/officeDocument/2006/relationships" xmlns:a="http://schemas.openxmlformats.org/drawingml/2006/main" r:embed="R8cb62ec7282542ed"/>
          <a:stretch xmlns:a="http://schemas.openxmlformats.org/drawingml/2006/main"/>
        </p:blipFill>
        <p:spPr>
          <a:xfrm xmlns:a="http://schemas.openxmlformats.org/drawingml/2006/main">
            <a:off x="2428875" y="4365914"/>
            <a:ext cx="6096000" cy="3879273"/>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83BCCFDF-A459-41CD-A977-A7D89A09DE4A}"/>
              </a:ext>
            </a:extLst>
          </p:cNvPr>
          <p:cNvSpPr>
            <a:spLocks xmlns:a="http://schemas.openxmlformats.org/drawingml/2006/main" noGrp="1"/>
          </p:cNvSpPr>
          <p:nvPr/>
        </p:nvSpPr>
        <p:spPr>
          <a:xfrm xmlns:a="http://schemas.openxmlformats.org/drawingml/2006/main">
            <a:off x="9810750" y="44767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57962F"/>
                </a:solidFill>
                <a:latin typeface="Pretendard"/>
                <a:ea typeface="Pretendard"/>
                <a:cs typeface="Pretendard"/>
              </a:defRPr>
            </a:defPPr>
            <a:lvl1pPr algn="l">
              <a:defRPr sz="3150" b="1">
                <a:solidFill>
                  <a:srgbClr val="57962F"/>
                </a:solidFill>
                <a:latin typeface="Pretendard"/>
                <a:ea typeface="Pretendard"/>
                <a:cs typeface="Pretendard"/>
              </a:defRPr>
            </a:lvl1pPr>
            <a:lvl2pPr algn="l">
              <a:defRPr sz="3150" b="1">
                <a:solidFill>
                  <a:srgbClr val="57962F"/>
                </a:solidFill>
                <a:latin typeface="Pretendard"/>
                <a:ea typeface="Pretendard"/>
                <a:cs typeface="Pretendard"/>
              </a:defRPr>
            </a:lvl2pPr>
            <a:lvl3pPr algn="l">
              <a:defRPr sz="3150" b="1">
                <a:solidFill>
                  <a:srgbClr val="57962F"/>
                </a:solidFill>
                <a:latin typeface="Pretendard"/>
                <a:ea typeface="Pretendard"/>
                <a:cs typeface="Pretendard"/>
              </a:defRPr>
            </a:lvl3pPr>
            <a:lvl4pPr algn="l">
              <a:defRPr sz="3150" b="1">
                <a:solidFill>
                  <a:srgbClr val="57962F"/>
                </a:solidFill>
                <a:latin typeface="Pretendard"/>
                <a:ea typeface="Pretendard"/>
                <a:cs typeface="Pretendard"/>
              </a:defRPr>
            </a:lvl4pPr>
            <a:lvl5pPr algn="l">
              <a:defRPr sz="3150" b="1">
                <a:solidFill>
                  <a:srgbClr val="57962F"/>
                </a:solidFill>
                <a:latin typeface="Pretendard"/>
                <a:ea typeface="Pretendard"/>
                <a:cs typeface="Pretendard"/>
              </a:defRPr>
            </a:lvl5pPr>
            <a:lvl6pPr algn="l">
              <a:defRPr sz="3150" b="1">
                <a:solidFill>
                  <a:srgbClr val="57962F"/>
                </a:solidFill>
                <a:latin typeface="Pretendard"/>
                <a:ea typeface="Pretendard"/>
                <a:cs typeface="Pretendard"/>
              </a:defRPr>
            </a:lvl6pPr>
            <a:lvl7pPr algn="l">
              <a:defRPr sz="3150" b="1">
                <a:solidFill>
                  <a:srgbClr val="57962F"/>
                </a:solidFill>
                <a:latin typeface="Pretendard"/>
                <a:ea typeface="Pretendard"/>
                <a:cs typeface="Pretendard"/>
              </a:defRPr>
            </a:lvl7pPr>
            <a:lvl8pPr algn="l">
              <a:defRPr sz="3150" b="1">
                <a:solidFill>
                  <a:srgbClr val="57962F"/>
                </a:solidFill>
                <a:latin typeface="Pretendard"/>
                <a:ea typeface="Pretendard"/>
                <a:cs typeface="Pretendard"/>
              </a:defRPr>
            </a:lvl8pPr>
            <a:lvl9pPr algn="l">
              <a:defRPr sz="3150" b="1">
                <a:solidFill>
                  <a:srgbClr val="57962F"/>
                </a:solidFill>
                <a:latin typeface="Pretendard"/>
                <a:ea typeface="Pretendard"/>
                <a:cs typeface="Pretendard"/>
              </a:defRPr>
            </a:lvl9pPr>
          </a:lstStyle>
          <a:p xmlns:a="http://schemas.openxmlformats.org/drawingml/2006/main">
            <a:pPr algn="l">
              <a:defRPr sz="3150" b="1">
                <a:solidFill>
                  <a:srgbClr val="57962F"/>
                </a:solidFill>
                <a:latin typeface="Pretendard"/>
                <a:ea typeface="Pretendard"/>
                <a:cs typeface="Pretendard"/>
              </a:defRPr>
            </a:pPr>
            <a:r>
              <a:rPr sz="3150" b="1">
                <a:solidFill>
                  <a:srgbClr val="57962F"/>
                </a:solidFill>
                <a:latin typeface="Pretendard"/>
                <a:ea typeface="Pretendard"/>
                <a:cs typeface="Pretendard"/>
              </a:rPr>
              <a:t>기화 반응</a:t>
            </a:r>
          </a:p>
        </p:txBody>
      </p:sp>
      <p:pic>
        <p:nvPicPr>
          <p:cNvPr id="9" name="">
            <a:extLst xmlns:a="http://schemas.openxmlformats.org/drawingml/2006/main">
              <a:ext uri="{FF2B5EF4-FFF2-40B4-BE49-F238E27FC236}">
                <a16:creationId xmlns:a16="http://schemas.microsoft.com/office/drawing/2014/main" id="{A15BDEA7-A06A-4453-A173-BCF3124EDC8B}"/>
              </a:ext>
            </a:extLst>
          </p:cNvPr>
          <p:cNvPicPr>
            <a:picLocks xmlns:a="http://schemas.openxmlformats.org/drawingml/2006/main" noChangeAspect="1"/>
          </p:cNvPicPr>
          <p:nvPr/>
        </p:nvPicPr>
        <p:blipFill>
          <a:blip xmlns:r="http://schemas.openxmlformats.org/officeDocument/2006/relationships" xmlns:a="http://schemas.openxmlformats.org/drawingml/2006/main" r:embed="Rc679e26227154db2"/>
          <a:stretch xmlns:a="http://schemas.openxmlformats.org/drawingml/2006/main"/>
        </p:blipFill>
        <p:spPr>
          <a:xfrm xmlns:a="http://schemas.openxmlformats.org/drawingml/2006/main">
            <a:off x="11504543" y="5219700"/>
            <a:ext cx="3279913" cy="762000"/>
          </a:xfrm>
          <a:prstGeom xmlns:a="http://schemas.openxmlformats.org/drawingml/2006/main" prst="rect">
            <a:avLst/>
          </a:prstGeom>
        </p:spPr>
      </p:pic>
      <p:sp>
        <p:nvSpPr>
          <p:cNvPr id="10" name="반응식·수식">
            <a:extLst xmlns:a="http://schemas.openxmlformats.org/drawingml/2006/main">
              <a:ext uri="{FF2B5EF4-FFF2-40B4-BE49-F238E27FC236}">
                <a16:creationId xmlns:a16="http://schemas.microsoft.com/office/drawing/2014/main" id="{66ADC40C-1C7D-4266-AA5B-1797417A341C}"/>
              </a:ext>
            </a:extLst>
          </p:cNvPr>
          <p:cNvSpPr>
            <a:spLocks xmlns:a="http://schemas.openxmlformats.org/drawingml/2006/main" noGrp="1"/>
          </p:cNvSpPr>
          <p:nvPr/>
        </p:nvSpPr>
        <p:spPr>
          <a:xfrm xmlns:a="http://schemas.openxmlformats.org/drawingml/2006/main">
            <a:off x="9810750" y="6410325"/>
            <a:ext cx="704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0">
                <a:solidFill>
                  <a:srgbClr val="000000"/>
                </a:solidFill>
                <a:latin typeface="Pretendard"/>
                <a:ea typeface="Pretendard"/>
                <a:cs typeface="Pretendard"/>
              </a:defRPr>
            </a:defPPr>
            <a:lvl1pPr algn="l">
              <a:defRPr sz="3450" b="0">
                <a:solidFill>
                  <a:srgbClr val="000000"/>
                </a:solidFill>
                <a:latin typeface="Pretendard"/>
                <a:ea typeface="Pretendard"/>
                <a:cs typeface="Pretendard"/>
              </a:defRPr>
            </a:lvl1pPr>
            <a:lvl2pPr algn="l">
              <a:defRPr sz="3450" b="0">
                <a:solidFill>
                  <a:srgbClr val="000000"/>
                </a:solidFill>
                <a:latin typeface="Pretendard"/>
                <a:ea typeface="Pretendard"/>
                <a:cs typeface="Pretendard"/>
              </a:defRPr>
            </a:lvl2pPr>
            <a:lvl3pPr algn="l">
              <a:defRPr sz="3450" b="0">
                <a:solidFill>
                  <a:srgbClr val="000000"/>
                </a:solidFill>
                <a:latin typeface="Pretendard"/>
                <a:ea typeface="Pretendard"/>
                <a:cs typeface="Pretendard"/>
              </a:defRPr>
            </a:lvl3pPr>
            <a:lvl4pPr algn="l">
              <a:defRPr sz="3450" b="0">
                <a:solidFill>
                  <a:srgbClr val="000000"/>
                </a:solidFill>
                <a:latin typeface="Pretendard"/>
                <a:ea typeface="Pretendard"/>
                <a:cs typeface="Pretendard"/>
              </a:defRPr>
            </a:lvl4pPr>
            <a:lvl5pPr algn="l">
              <a:defRPr sz="3450" b="0">
                <a:solidFill>
                  <a:srgbClr val="000000"/>
                </a:solidFill>
                <a:latin typeface="Pretendard"/>
                <a:ea typeface="Pretendard"/>
                <a:cs typeface="Pretendard"/>
              </a:defRPr>
            </a:lvl5pPr>
            <a:lvl6pPr algn="l">
              <a:defRPr sz="3450" b="0">
                <a:solidFill>
                  <a:srgbClr val="000000"/>
                </a:solidFill>
                <a:latin typeface="Pretendard"/>
                <a:ea typeface="Pretendard"/>
                <a:cs typeface="Pretendard"/>
              </a:defRPr>
            </a:lvl6pPr>
            <a:lvl7pPr algn="l">
              <a:defRPr sz="3450" b="0">
                <a:solidFill>
                  <a:srgbClr val="000000"/>
                </a:solidFill>
                <a:latin typeface="Pretendard"/>
                <a:ea typeface="Pretendard"/>
                <a:cs typeface="Pretendard"/>
              </a:defRPr>
            </a:lvl7pPr>
            <a:lvl8pPr algn="l">
              <a:defRPr sz="3450" b="0">
                <a:solidFill>
                  <a:srgbClr val="000000"/>
                </a:solidFill>
                <a:latin typeface="Pretendard"/>
                <a:ea typeface="Pretendard"/>
                <a:cs typeface="Pretendard"/>
              </a:defRPr>
            </a:lvl8pPr>
            <a:lvl9pPr algn="l">
              <a:defRPr sz="3450" b="0">
                <a:solidFill>
                  <a:srgbClr val="000000"/>
                </a:solidFill>
                <a:latin typeface="Pretendard"/>
                <a:ea typeface="Pretendard"/>
                <a:cs typeface="Pretendard"/>
              </a:defRPr>
            </a:lvl9pPr>
          </a:lstStyle>
          <a:p xmlns:a="http://schemas.openxmlformats.org/drawingml/2006/main">
            <a:pPr algn="l">
              <a:defRPr sz="3450" b="0">
                <a:solidFill>
                  <a:srgbClr val="000000"/>
                </a:solidFill>
                <a:latin typeface="Pretendard"/>
                <a:ea typeface="Pretendard"/>
                <a:cs typeface="Pretendard"/>
              </a:defRPr>
            </a:pPr>
            <a:r>
              <a:t>Δ</a:t>
            </a:r>
            <a:r>
              <a:rPr i="1">
                <a:latin typeface="Pretendard"/>
                <a:ea typeface="Pretendard"/>
                <a:cs typeface="Pretendard"/>
              </a:rPr>
              <a:t>H</a:t>
            </a:r>
            <a:r>
              <a:t> = −241.8 − (−285.8)</a:t>
            </a:r>
          </a:p>
        </p:txBody>
      </p:sp>
      <p:sp>
        <p:nvSpPr>
          <p:cNvPr id="11" name="반응식·수식">
            <a:extLst xmlns:a="http://schemas.openxmlformats.org/drawingml/2006/main">
              <a:ext uri="{FF2B5EF4-FFF2-40B4-BE49-F238E27FC236}">
                <a16:creationId xmlns:a16="http://schemas.microsoft.com/office/drawing/2014/main" id="{B1E09987-5CEF-4D08-9755-16E728B2DAA6}"/>
              </a:ext>
            </a:extLst>
          </p:cNvPr>
          <p:cNvSpPr>
            <a:spLocks xmlns:a="http://schemas.openxmlformats.org/drawingml/2006/main" noGrp="1"/>
          </p:cNvSpPr>
          <p:nvPr/>
        </p:nvSpPr>
        <p:spPr>
          <a:xfrm xmlns:a="http://schemas.openxmlformats.org/drawingml/2006/main">
            <a:off x="9810750" y="7219950"/>
            <a:ext cx="666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200" b="1">
                <a:solidFill>
                  <a:srgbClr val="57962F"/>
                </a:solidFill>
                <a:latin typeface="Pretendard"/>
                <a:ea typeface="Pretendard"/>
                <a:cs typeface="Pretendard"/>
              </a:defRPr>
            </a:defPPr>
            <a:lvl1pPr algn="l">
              <a:defRPr sz="4200" b="1">
                <a:solidFill>
                  <a:srgbClr val="57962F"/>
                </a:solidFill>
                <a:latin typeface="Pretendard"/>
                <a:ea typeface="Pretendard"/>
                <a:cs typeface="Pretendard"/>
              </a:defRPr>
            </a:lvl1pPr>
            <a:lvl2pPr algn="l">
              <a:defRPr sz="4200" b="1">
                <a:solidFill>
                  <a:srgbClr val="57962F"/>
                </a:solidFill>
                <a:latin typeface="Pretendard"/>
                <a:ea typeface="Pretendard"/>
                <a:cs typeface="Pretendard"/>
              </a:defRPr>
            </a:lvl2pPr>
            <a:lvl3pPr algn="l">
              <a:defRPr sz="4200" b="1">
                <a:solidFill>
                  <a:srgbClr val="57962F"/>
                </a:solidFill>
                <a:latin typeface="Pretendard"/>
                <a:ea typeface="Pretendard"/>
                <a:cs typeface="Pretendard"/>
              </a:defRPr>
            </a:lvl3pPr>
            <a:lvl4pPr algn="l">
              <a:defRPr sz="4200" b="1">
                <a:solidFill>
                  <a:srgbClr val="57962F"/>
                </a:solidFill>
                <a:latin typeface="Pretendard"/>
                <a:ea typeface="Pretendard"/>
                <a:cs typeface="Pretendard"/>
              </a:defRPr>
            </a:lvl4pPr>
            <a:lvl5pPr algn="l">
              <a:defRPr sz="4200" b="1">
                <a:solidFill>
                  <a:srgbClr val="57962F"/>
                </a:solidFill>
                <a:latin typeface="Pretendard"/>
                <a:ea typeface="Pretendard"/>
                <a:cs typeface="Pretendard"/>
              </a:defRPr>
            </a:lvl5pPr>
            <a:lvl6pPr algn="l">
              <a:defRPr sz="4200" b="1">
                <a:solidFill>
                  <a:srgbClr val="57962F"/>
                </a:solidFill>
                <a:latin typeface="Pretendard"/>
                <a:ea typeface="Pretendard"/>
                <a:cs typeface="Pretendard"/>
              </a:defRPr>
            </a:lvl6pPr>
            <a:lvl7pPr algn="l">
              <a:defRPr sz="4200" b="1">
                <a:solidFill>
                  <a:srgbClr val="57962F"/>
                </a:solidFill>
                <a:latin typeface="Pretendard"/>
                <a:ea typeface="Pretendard"/>
                <a:cs typeface="Pretendard"/>
              </a:defRPr>
            </a:lvl7pPr>
            <a:lvl8pPr algn="l">
              <a:defRPr sz="4200" b="1">
                <a:solidFill>
                  <a:srgbClr val="57962F"/>
                </a:solidFill>
                <a:latin typeface="Pretendard"/>
                <a:ea typeface="Pretendard"/>
                <a:cs typeface="Pretendard"/>
              </a:defRPr>
            </a:lvl8pPr>
            <a:lvl9pPr algn="l">
              <a:defRPr sz="4200" b="1">
                <a:solidFill>
                  <a:srgbClr val="57962F"/>
                </a:solidFill>
                <a:latin typeface="Pretendard"/>
                <a:ea typeface="Pretendard"/>
                <a:cs typeface="Pretendard"/>
              </a:defRPr>
            </a:lvl9pPr>
          </a:lstStyle>
          <a:p xmlns:a="http://schemas.openxmlformats.org/drawingml/2006/main">
            <a:pPr algn="l">
              <a:defRPr sz="4200" b="1">
                <a:solidFill>
                  <a:srgbClr val="57962F"/>
                </a:solidFill>
                <a:latin typeface="Pretendard"/>
                <a:ea typeface="Pretendard"/>
                <a:cs typeface="Pretendard"/>
              </a:defRPr>
            </a:pPr>
            <a:r>
              <a:t>= +44.0 kJ</a:t>
            </a:r>
          </a:p>
        </p:txBody>
      </p:sp>
      <p:sp>
        <p:nvSpPr>
          <p:cNvPr id="12" name="해석·결론">
            <a:extLst xmlns:a="http://schemas.openxmlformats.org/drawingml/2006/main">
              <a:ext uri="{FF2B5EF4-FFF2-40B4-BE49-F238E27FC236}">
                <a16:creationId xmlns:a16="http://schemas.microsoft.com/office/drawing/2014/main" id="{00FA9064-54B3-41E5-BA88-52E8727D84F9}"/>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7C5774A9-A40C-43FD-95CD-A6C472F290DF}"/>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기화는 열을 흡수하므로 </a:t>
            </a:r>
            <a:r>
              <a:t>Δ</a:t>
            </a:r>
            <a:r>
              <a:rPr i="1">
                <a:latin typeface="Pretendard"/>
                <a:ea typeface="Pretendard"/>
                <a:cs typeface="Pretendard"/>
              </a:rPr>
              <a:t>H</a:t>
            </a:r>
            <a:r>
              <a:t> &gt; 0</a:t>
            </a:r>
          </a:p>
        </p:txBody>
      </p:sp>
    </p:spTree>
    <p:extLst>
      <p:ext uri="{BB962C8B-B14F-4D97-AF65-F5344CB8AC3E}">
        <p14:creationId xmlns:p14="http://schemas.microsoft.com/office/powerpoint/2010/main" val="194591114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009D44B-FF6F-42F4-926F-0ABD68937CD3}"/>
              </a:ext>
            </a:extLst>
          </p:cNvPr>
          <p:cNvPicPr>
            <a:picLocks xmlns:a="http://schemas.openxmlformats.org/drawingml/2006/main" noChangeAspect="1"/>
          </p:cNvPicPr>
          <p:nvPr/>
        </p:nvPicPr>
        <p:blipFill>
          <a:blip xmlns:r="http://schemas.openxmlformats.org/officeDocument/2006/relationships" xmlns:a="http://schemas.openxmlformats.org/drawingml/2006/main" r:embed="Rc0418f922ebc423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E62A782-41F1-40B8-9CE1-3E12B2806C97}"/>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07D6728-A024-4C55-98C2-807E6BFBDA32}"/>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BD40A1B1-F5D0-4350-8498-1FB4EEF5C34A}"/>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FBF6F85-1692-4069-A589-5931FF5D843D}"/>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C0115164-DB90-4DE9-96C6-83E7C48619C2}"/>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생성 엔탈피 계산의 확인점</a:t>
            </a:r>
          </a:p>
        </p:txBody>
      </p:sp>
      <p:graphicFrame>
        <p:nvGraphicFramePr>
          <p:cNvPr id="7" name="">
            <a:extLst xmlns:a="http://schemas.openxmlformats.org/drawingml/2006/main">
              <a:ext uri="{FF2B5EF4-FFF2-40B4-BE49-F238E27FC236}">
                <a16:creationId xmlns:a16="http://schemas.microsoft.com/office/drawing/2014/main" id="{83833DCD-9A22-4954-822D-004F77BCE910}"/>
              </a:ext>
            </a:extLst>
          </p:cNvPr>
          <p:cNvGraphicFramePr/>
          <p:nvPr/>
        </p:nvGraphicFramePr>
        <p:xfrm>
          <a:off xmlns:a="http://schemas.openxmlformats.org/drawingml/2006/main" x="1828800" y="4286250"/>
          <a:ext xmlns:a="http://schemas.openxmlformats.org/drawingml/2006/main" cx="14639925" cy="4191000"/>
        </p:xfrm>
        <a:graphic xmlns:a="http://schemas.openxmlformats.org/drawingml/2006/main">
          <a:graphicData uri="http://schemas.openxmlformats.org/drawingml/2006/table">
            <a:tbl>
              <a:tblPr/>
              <a:tblGrid>
                <a:gridCol w="4000500"/>
                <a:gridCol w="10639425"/>
              </a:tblGrid>
              <a:tr h="1047750">
                <a:tc>
                  <a:txBody>
                    <a:bodyPr wrap="none" lIns="114300" tIns="114300" rIns="114300" bIns="114300"/>
                    <a:lstStyle/>
                    <a:p>
                      <a:pPr algn="ctr"/>
                      <a:r>
                        <a:rPr sz="3300" b="1">
                          <a:solidFill>
                            <a:srgbClr val="FFFFFF"/>
                          </a:solidFill>
                          <a:latin typeface="Pretendard"/>
                          <a:ea typeface="Pretendard"/>
                          <a:cs typeface="Pretendard"/>
                        </a:rPr>
                        <a:t>확인 대상</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300" b="1">
                          <a:solidFill>
                            <a:srgbClr val="FFFFFF"/>
                          </a:solidFill>
                          <a:latin typeface="Pretendard"/>
                          <a:ea typeface="Pretendard"/>
                          <a:cs typeface="Pretendard"/>
                        </a:rPr>
                        <a:t>확인할 내용</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47750">
                <a:tc>
                  <a:txBody>
                    <a:bodyPr wrap="none" lIns="114300" tIns="114300" rIns="114300" bIns="114300"/>
                    <a:lstStyle/>
                    <a:p>
                      <a:pPr algn="ctr"/>
                      <a:r>
                        <a:rPr sz="3300" b="1">
                          <a:solidFill>
                            <a:srgbClr val="FFFFFF"/>
                          </a:solidFill>
                          <a:latin typeface="Pretendard"/>
                          <a:ea typeface="Pretendard"/>
                          <a:cs typeface="Pretendard"/>
                        </a:rPr>
                        <a:t>기준</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생성되는 물질 1 mol인가?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원소·상태</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기준 원소와 물질의 상태가 맞는가?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47750">
                <a:tc>
                  <a:txBody>
                    <a:bodyPr wrap="none" lIns="114300" tIns="114300" rIns="114300" bIns="114300"/>
                    <a:lstStyle/>
                    <a:p>
                      <a:pPr algn="ctr"/>
                      <a:r>
                        <a:rPr sz="3300" b="1">
                          <a:solidFill>
                            <a:srgbClr val="FFFFFF"/>
                          </a:solidFill>
                          <a:latin typeface="Pretendard"/>
                          <a:ea typeface="Pretendard"/>
                          <a:cs typeface="Pretendard"/>
                        </a:rPr>
                        <a:t>계수·단위</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300" b="0">
                          <a:solidFill>
                            <a:srgbClr val="FFFFFF"/>
                          </a:solidFill>
                          <a:latin typeface="Pretendard"/>
                          <a:ea typeface="Pretendard"/>
                          <a:cs typeface="Pretendard"/>
                        </a:rPr>
                        <a:t>계수를 곱하고 단위를 구분했는가?</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82A203AB-6208-46FD-A558-0168F22981B0}"/>
              </a:ext>
            </a:extLst>
          </p:cNvPr>
          <p:cNvSpPr>
            <a:spLocks xmlns:a="http://schemas.openxmlformats.org/drawingml/2006/main" noGrp="1"/>
          </p:cNvSpPr>
          <p:nvPr/>
        </p:nvSpPr>
        <p:spPr>
          <a:xfrm xmlns:a="http://schemas.openxmlformats.org/drawingml/2006/main" rot="0">
            <a:off x="1828800"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E902C2A-E3EE-4F21-9A46-F09FFBA73DB4}"/>
              </a:ext>
            </a:extLst>
          </p:cNvPr>
          <p:cNvSpPr>
            <a:spLocks xmlns:a="http://schemas.openxmlformats.org/drawingml/2006/main" noGrp="1"/>
          </p:cNvSpPr>
          <p:nvPr/>
        </p:nvSpPr>
        <p:spPr>
          <a:xfrm xmlns:a="http://schemas.openxmlformats.org/drawingml/2006/main" rot="5400000">
            <a:off x="16278225" y="42862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548C583-CFBB-41B1-86E7-C24BA3BE1811}"/>
              </a:ext>
            </a:extLst>
          </p:cNvPr>
          <p:cNvSpPr>
            <a:spLocks xmlns:a="http://schemas.openxmlformats.org/drawingml/2006/main" noGrp="1"/>
          </p:cNvSpPr>
          <p:nvPr/>
        </p:nvSpPr>
        <p:spPr>
          <a:xfrm xmlns:a="http://schemas.openxmlformats.org/drawingml/2006/main" rot="10800000">
            <a:off x="16278225"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F8EF05E0-7540-487E-AB5C-40ACD4FBA40C}"/>
              </a:ext>
            </a:extLst>
          </p:cNvPr>
          <p:cNvSpPr>
            <a:spLocks xmlns:a="http://schemas.openxmlformats.org/drawingml/2006/main" noGrp="1"/>
          </p:cNvSpPr>
          <p:nvPr/>
        </p:nvSpPr>
        <p:spPr>
          <a:xfrm xmlns:a="http://schemas.openxmlformats.org/drawingml/2006/main" rot="16200000">
            <a:off x="1828800" y="82867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Tree>
    <p:extLst>
      <p:ext uri="{BB962C8B-B14F-4D97-AF65-F5344CB8AC3E}">
        <p14:creationId xmlns:p14="http://schemas.microsoft.com/office/powerpoint/2010/main" val="1803017661"/>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로고 대비 바탕">
            <a:extLst xmlns:a="http://schemas.openxmlformats.org/drawingml/2006/main">
              <a:ext uri="{FF2B5EF4-FFF2-40B4-BE49-F238E27FC236}">
                <a16:creationId xmlns:a16="http://schemas.microsoft.com/office/drawing/2014/main" id="{FFD975A9-41C6-4537-B696-C45092E918AD}"/>
              </a:ext>
            </a:extLst>
          </p:cNvPr>
          <p:cNvSpPr>
            <a:spLocks xmlns:a="http://schemas.openxmlformats.org/drawingml/2006/main" noGrp="1"/>
          </p:cNvSpPr>
          <p:nvPr/>
        </p:nvSpPr>
        <p:spPr>
          <a:xfrm xmlns:a="http://schemas.openxmlformats.org/drawingml/2006/main">
            <a:off x="16840200" y="285750"/>
            <a:ext cx="1219200" cy="9144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FBD3E815-8570-4267-A636-1F8142769364}"/>
              </a:ext>
            </a:extLst>
          </p:cNvPr>
          <p:cNvPicPr>
            <a:picLocks xmlns:a="http://schemas.openxmlformats.org/drawingml/2006/main" noChangeAspect="1"/>
          </p:cNvPicPr>
          <p:nvPr/>
        </p:nvPicPr>
        <p:blipFill>
          <a:blip xmlns:r="http://schemas.openxmlformats.org/officeDocument/2006/relationships" xmlns:a="http://schemas.openxmlformats.org/drawingml/2006/main" r:embed="R00629c5a94584244"/>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3" name="copyright">
            <a:extLst xmlns:a="http://schemas.openxmlformats.org/drawingml/2006/main">
              <a:ext uri="{FF2B5EF4-FFF2-40B4-BE49-F238E27FC236}">
                <a16:creationId xmlns:a16="http://schemas.microsoft.com/office/drawing/2014/main" id="{BB84996C-F14C-4359-987F-9DE25517485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4" name="text">
            <a:extLst xmlns:a="http://schemas.openxmlformats.org/drawingml/2006/main">
              <a:ext uri="{FF2B5EF4-FFF2-40B4-BE49-F238E27FC236}">
                <a16:creationId xmlns:a16="http://schemas.microsoft.com/office/drawing/2014/main" id="{09474027-C375-4B32-8E2F-06BF68147282}"/>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5" name="text">
            <a:extLst xmlns:a="http://schemas.openxmlformats.org/drawingml/2006/main">
              <a:ext uri="{FF2B5EF4-FFF2-40B4-BE49-F238E27FC236}">
                <a16:creationId xmlns:a16="http://schemas.microsoft.com/office/drawing/2014/main" id="{020E2C5B-92C7-492A-995E-692A8472BE4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6" name="text">
            <a:extLst xmlns:a="http://schemas.openxmlformats.org/drawingml/2006/main">
              <a:ext uri="{FF2B5EF4-FFF2-40B4-BE49-F238E27FC236}">
                <a16:creationId xmlns:a16="http://schemas.microsoft.com/office/drawing/2014/main" id="{E188D45D-89A1-41F4-A61F-8D3CEC93AA33}"/>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38" b="0">
                <a:solidFill>
                  <a:srgbClr val="FFFFFF"/>
                </a:solidFill>
                <a:latin typeface="Pretendard"/>
                <a:ea typeface="Pretendard"/>
                <a:cs typeface="Pretendard"/>
              </a:defRPr>
            </a:defPPr>
            <a:lvl1pPr algn="l">
              <a:defRPr sz="3338" b="0">
                <a:solidFill>
                  <a:srgbClr val="FFFFFF"/>
                </a:solidFill>
                <a:latin typeface="Pretendard"/>
                <a:ea typeface="Pretendard"/>
                <a:cs typeface="Pretendard"/>
              </a:defRPr>
            </a:lvl1pPr>
            <a:lvl2pPr algn="l">
              <a:defRPr sz="3338" b="0">
                <a:solidFill>
                  <a:srgbClr val="FFFFFF"/>
                </a:solidFill>
                <a:latin typeface="Pretendard"/>
                <a:ea typeface="Pretendard"/>
                <a:cs typeface="Pretendard"/>
              </a:defRPr>
            </a:lvl2pPr>
            <a:lvl3pPr algn="l">
              <a:defRPr sz="3338" b="0">
                <a:solidFill>
                  <a:srgbClr val="FFFFFF"/>
                </a:solidFill>
                <a:latin typeface="Pretendard"/>
                <a:ea typeface="Pretendard"/>
                <a:cs typeface="Pretendard"/>
              </a:defRPr>
            </a:lvl3pPr>
            <a:lvl4pPr algn="l">
              <a:defRPr sz="3338" b="0">
                <a:solidFill>
                  <a:srgbClr val="FFFFFF"/>
                </a:solidFill>
                <a:latin typeface="Pretendard"/>
                <a:ea typeface="Pretendard"/>
                <a:cs typeface="Pretendard"/>
              </a:defRPr>
            </a:lvl4pPr>
            <a:lvl5pPr algn="l">
              <a:defRPr sz="3338" b="0">
                <a:solidFill>
                  <a:srgbClr val="FFFFFF"/>
                </a:solidFill>
                <a:latin typeface="Pretendard"/>
                <a:ea typeface="Pretendard"/>
                <a:cs typeface="Pretendard"/>
              </a:defRPr>
            </a:lvl5pPr>
            <a:lvl6pPr algn="l">
              <a:defRPr sz="3338" b="0">
                <a:solidFill>
                  <a:srgbClr val="FFFFFF"/>
                </a:solidFill>
                <a:latin typeface="Pretendard"/>
                <a:ea typeface="Pretendard"/>
                <a:cs typeface="Pretendard"/>
              </a:defRPr>
            </a:lvl6pPr>
            <a:lvl7pPr algn="l">
              <a:defRPr sz="3338" b="0">
                <a:solidFill>
                  <a:srgbClr val="FFFFFF"/>
                </a:solidFill>
                <a:latin typeface="Pretendard"/>
                <a:ea typeface="Pretendard"/>
                <a:cs typeface="Pretendard"/>
              </a:defRPr>
            </a:lvl7pPr>
            <a:lvl8pPr algn="l">
              <a:defRPr sz="3338" b="0">
                <a:solidFill>
                  <a:srgbClr val="FFFFFF"/>
                </a:solidFill>
                <a:latin typeface="Pretendard"/>
                <a:ea typeface="Pretendard"/>
                <a:cs typeface="Pretendard"/>
              </a:defRPr>
            </a:lvl8pPr>
            <a:lvl9pPr algn="l">
              <a:defRPr sz="3338" b="0">
                <a:solidFill>
                  <a:srgbClr val="FFFFFF"/>
                </a:solidFill>
                <a:latin typeface="Pretendard"/>
                <a:ea typeface="Pretendard"/>
                <a:cs typeface="Pretendard"/>
              </a:defRPr>
            </a:lvl9pPr>
          </a:lstStyle>
          <a:p xmlns:a="http://schemas.openxmlformats.org/drawingml/2006/main">
            <a:pPr algn="l">
              <a:defRPr sz="3338" b="0">
                <a:solidFill>
                  <a:srgbClr val="FFFFFF"/>
                </a:solidFill>
                <a:latin typeface="Pretendard"/>
                <a:ea typeface="Pretendard"/>
                <a:cs typeface="Pretendard"/>
              </a:defRPr>
            </a:pPr>
            <a:r>
              <a:rPr sz="3338" b="0">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64451289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C934DBE-688D-4D69-86A9-D3AF16A8E929}"/>
              </a:ext>
            </a:extLst>
          </p:cNvPr>
          <p:cNvPicPr>
            <a:picLocks xmlns:a="http://schemas.openxmlformats.org/drawingml/2006/main" noChangeAspect="1"/>
          </p:cNvPicPr>
          <p:nvPr/>
        </p:nvPicPr>
        <p:blipFill>
          <a:blip xmlns:r="http://schemas.openxmlformats.org/officeDocument/2006/relationships" xmlns:a="http://schemas.openxmlformats.org/drawingml/2006/main" r:embed="R00eb563b1d7841a9"/>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7981A8-D424-43B2-B83D-1131CE041AC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60DE465-A486-4977-AF87-9E71F77668F3}"/>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988C4B2-1147-4ADA-9AE6-0CAA8A527C1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17B66FC-C8D2-4742-825D-19DEF44DD2D8}"/>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79CE9B0-A268-47B2-926E-8DAE7720EB1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같은 처음과 끝을 만드는 두 경로</a:t>
            </a:r>
          </a:p>
        </p:txBody>
      </p:sp>
      <p:pic>
        <p:nvPicPr>
          <p:cNvPr id="7" name="">
            <a:extLst xmlns:a="http://schemas.openxmlformats.org/drawingml/2006/main">
              <a:ext uri="{FF2B5EF4-FFF2-40B4-BE49-F238E27FC236}">
                <a16:creationId xmlns:a16="http://schemas.microsoft.com/office/drawing/2014/main" id="{7AF254AC-79EE-44AE-874E-EAFD061D4499}"/>
              </a:ext>
            </a:extLst>
          </p:cNvPr>
          <p:cNvPicPr>
            <a:picLocks xmlns:a="http://schemas.openxmlformats.org/drawingml/2006/main" noChangeAspect="1"/>
          </p:cNvPicPr>
          <p:nvPr/>
        </p:nvPicPr>
        <p:blipFill>
          <a:blip xmlns:r="http://schemas.openxmlformats.org/officeDocument/2006/relationships" xmlns:a="http://schemas.openxmlformats.org/drawingml/2006/main" r:embed="Rb3e6fba9636a4cf2"/>
          <a:stretch xmlns:a="http://schemas.openxmlformats.org/drawingml/2006/main"/>
        </p:blipFill>
        <p:spPr>
          <a:xfrm xmlns:a="http://schemas.openxmlformats.org/drawingml/2006/main">
            <a:off x="2381250" y="4653545"/>
            <a:ext cx="4000500" cy="383741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578D7AC-E8BD-40FA-902E-AD792D975EC3}"/>
              </a:ext>
            </a:extLst>
          </p:cNvPr>
          <p:cNvSpPr>
            <a:spLocks xmlns:a="http://schemas.openxmlformats.org/drawingml/2006/main" noGrp="1"/>
          </p:cNvSpPr>
          <p:nvPr/>
        </p:nvSpPr>
        <p:spPr>
          <a:xfrm xmlns:a="http://schemas.openxmlformats.org/drawingml/2006/main">
            <a:off x="7524750" y="43053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Ⅰ: 용해 → 중화</a:t>
            </a:r>
          </a:p>
        </p:txBody>
      </p:sp>
      <p:pic>
        <p:nvPicPr>
          <p:cNvPr id="9" name="">
            <a:extLst xmlns:a="http://schemas.openxmlformats.org/drawingml/2006/main">
              <a:ext uri="{FF2B5EF4-FFF2-40B4-BE49-F238E27FC236}">
                <a16:creationId xmlns:a16="http://schemas.microsoft.com/office/drawing/2014/main" id="{C15317B0-109D-4A6D-836F-03A0712E5C33}"/>
              </a:ext>
            </a:extLst>
          </p:cNvPr>
          <p:cNvPicPr>
            <a:picLocks xmlns:a="http://schemas.openxmlformats.org/drawingml/2006/main" noChangeAspect="1"/>
          </p:cNvPicPr>
          <p:nvPr/>
        </p:nvPicPr>
        <p:blipFill>
          <a:blip xmlns:r="http://schemas.openxmlformats.org/officeDocument/2006/relationships" xmlns:a="http://schemas.openxmlformats.org/drawingml/2006/main" r:embed="R965e246aebc14347"/>
          <a:stretch xmlns:a="http://schemas.openxmlformats.org/drawingml/2006/main"/>
        </p:blipFill>
        <p:spPr>
          <a:xfrm xmlns:a="http://schemas.openxmlformats.org/drawingml/2006/main">
            <a:off x="9081492" y="5095875"/>
            <a:ext cx="6125766" cy="666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673EE81-894C-4ED0-9D70-CA872A1D1BE3}"/>
              </a:ext>
            </a:extLst>
          </p:cNvPr>
          <p:cNvPicPr>
            <a:picLocks xmlns:a="http://schemas.openxmlformats.org/drawingml/2006/main" noChangeAspect="1"/>
          </p:cNvPicPr>
          <p:nvPr/>
        </p:nvPicPr>
        <p:blipFill>
          <a:blip xmlns:r="http://schemas.openxmlformats.org/officeDocument/2006/relationships" xmlns:a="http://schemas.openxmlformats.org/drawingml/2006/main" r:embed="Ra52c86daae154a6a"/>
          <a:stretch xmlns:a="http://schemas.openxmlformats.org/drawingml/2006/main"/>
        </p:blipFill>
        <p:spPr>
          <a:xfrm xmlns:a="http://schemas.openxmlformats.org/drawingml/2006/main">
            <a:off x="7602141" y="6038850"/>
            <a:ext cx="9084469" cy="6667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598EF75-48F3-4521-8A1E-4AA32BB8AE35}"/>
              </a:ext>
            </a:extLst>
          </p:cNvPr>
          <p:cNvSpPr>
            <a:spLocks xmlns:a="http://schemas.openxmlformats.org/drawingml/2006/main" noGrp="1"/>
          </p:cNvSpPr>
          <p:nvPr/>
        </p:nvSpPr>
        <p:spPr>
          <a:xfrm xmlns:a="http://schemas.openxmlformats.org/drawingml/2006/main">
            <a:off x="7524750" y="7162800"/>
            <a:ext cx="9239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57962F"/>
                </a:solidFill>
                <a:latin typeface="Pretendard"/>
                <a:ea typeface="Pretendard"/>
                <a:cs typeface="Pretendard"/>
              </a:defRPr>
            </a:defPPr>
            <a:lvl1pPr algn="l">
              <a:defRPr sz="3300" b="1">
                <a:solidFill>
                  <a:srgbClr val="57962F"/>
                </a:solidFill>
                <a:latin typeface="Pretendard"/>
                <a:ea typeface="Pretendard"/>
                <a:cs typeface="Pretendard"/>
              </a:defRPr>
            </a:lvl1pPr>
            <a:lvl2pPr algn="l">
              <a:defRPr sz="3300" b="1">
                <a:solidFill>
                  <a:srgbClr val="57962F"/>
                </a:solidFill>
                <a:latin typeface="Pretendard"/>
                <a:ea typeface="Pretendard"/>
                <a:cs typeface="Pretendard"/>
              </a:defRPr>
            </a:lvl2pPr>
            <a:lvl3pPr algn="l">
              <a:defRPr sz="3300" b="1">
                <a:solidFill>
                  <a:srgbClr val="57962F"/>
                </a:solidFill>
                <a:latin typeface="Pretendard"/>
                <a:ea typeface="Pretendard"/>
                <a:cs typeface="Pretendard"/>
              </a:defRPr>
            </a:lvl3pPr>
            <a:lvl4pPr algn="l">
              <a:defRPr sz="3300" b="1">
                <a:solidFill>
                  <a:srgbClr val="57962F"/>
                </a:solidFill>
                <a:latin typeface="Pretendard"/>
                <a:ea typeface="Pretendard"/>
                <a:cs typeface="Pretendard"/>
              </a:defRPr>
            </a:lvl4pPr>
            <a:lvl5pPr algn="l">
              <a:defRPr sz="3300" b="1">
                <a:solidFill>
                  <a:srgbClr val="57962F"/>
                </a:solidFill>
                <a:latin typeface="Pretendard"/>
                <a:ea typeface="Pretendard"/>
                <a:cs typeface="Pretendard"/>
              </a:defRPr>
            </a:lvl5pPr>
            <a:lvl6pPr algn="l">
              <a:defRPr sz="3300" b="1">
                <a:solidFill>
                  <a:srgbClr val="57962F"/>
                </a:solidFill>
                <a:latin typeface="Pretendard"/>
                <a:ea typeface="Pretendard"/>
                <a:cs typeface="Pretendard"/>
              </a:defRPr>
            </a:lvl6pPr>
            <a:lvl7pPr algn="l">
              <a:defRPr sz="3300" b="1">
                <a:solidFill>
                  <a:srgbClr val="57962F"/>
                </a:solidFill>
                <a:latin typeface="Pretendard"/>
                <a:ea typeface="Pretendard"/>
                <a:cs typeface="Pretendard"/>
              </a:defRPr>
            </a:lvl7pPr>
            <a:lvl8pPr algn="l">
              <a:defRPr sz="3300" b="1">
                <a:solidFill>
                  <a:srgbClr val="57962F"/>
                </a:solidFill>
                <a:latin typeface="Pretendard"/>
                <a:ea typeface="Pretendard"/>
                <a:cs typeface="Pretendard"/>
              </a:defRPr>
            </a:lvl8pPr>
            <a:lvl9pPr algn="l">
              <a:defRPr sz="3300" b="1">
                <a:solidFill>
                  <a:srgbClr val="57962F"/>
                </a:solidFill>
                <a:latin typeface="Pretendard"/>
                <a:ea typeface="Pretendard"/>
                <a:cs typeface="Pretendard"/>
              </a:defRPr>
            </a:lvl9pPr>
          </a:lstStyle>
          <a:p xmlns:a="http://schemas.openxmlformats.org/drawingml/2006/main">
            <a:pPr algn="l">
              <a:defRPr sz="3300" b="1">
                <a:solidFill>
                  <a:srgbClr val="57962F"/>
                </a:solidFill>
                <a:latin typeface="Pretendard"/>
                <a:ea typeface="Pretendard"/>
                <a:cs typeface="Pretendard"/>
              </a:defRPr>
            </a:pPr>
            <a:r>
              <a:rPr sz="3300" b="1">
                <a:solidFill>
                  <a:srgbClr val="57962F"/>
                </a:solidFill>
                <a:latin typeface="Pretendard"/>
                <a:ea typeface="Pretendard"/>
                <a:cs typeface="Pretendard"/>
              </a:rPr>
              <a:t>경로 Ⅱ: 고체와 직접 반응</a:t>
            </a:r>
          </a:p>
        </p:txBody>
      </p:sp>
      <p:pic>
        <p:nvPicPr>
          <p:cNvPr id="12" name="">
            <a:extLst xmlns:a="http://schemas.openxmlformats.org/drawingml/2006/main">
              <a:ext uri="{FF2B5EF4-FFF2-40B4-BE49-F238E27FC236}">
                <a16:creationId xmlns:a16="http://schemas.microsoft.com/office/drawing/2014/main" id="{FAA58E7D-EADC-40F0-B4BC-2FB25F14F9B6}"/>
              </a:ext>
            </a:extLst>
          </p:cNvPr>
          <p:cNvPicPr>
            <a:picLocks xmlns:a="http://schemas.openxmlformats.org/drawingml/2006/main" noChangeAspect="1"/>
          </p:cNvPicPr>
          <p:nvPr/>
        </p:nvPicPr>
        <p:blipFill>
          <a:blip xmlns:r="http://schemas.openxmlformats.org/officeDocument/2006/relationships" xmlns:a="http://schemas.openxmlformats.org/drawingml/2006/main" r:embed="R8002c606d75c406a"/>
          <a:stretch xmlns:a="http://schemas.openxmlformats.org/drawingml/2006/main"/>
        </p:blipFill>
        <p:spPr>
          <a:xfrm xmlns:a="http://schemas.openxmlformats.org/drawingml/2006/main">
            <a:off x="7602141" y="8001000"/>
            <a:ext cx="9084469" cy="666750"/>
          </a:xfrm>
          <a:prstGeom xmlns:a="http://schemas.openxmlformats.org/drawingml/2006/main" prst="rect">
            <a:avLst/>
          </a:prstGeom>
        </p:spPr>
      </p:pic>
    </p:spTree>
    <p:extLst>
      <p:ext uri="{BB962C8B-B14F-4D97-AF65-F5344CB8AC3E}">
        <p14:creationId xmlns:p14="http://schemas.microsoft.com/office/powerpoint/2010/main" val="43959953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215FFEB5-7860-45AF-AFF9-CE4AE83B7B32}"/>
              </a:ext>
            </a:extLst>
          </p:cNvPr>
          <p:cNvPicPr>
            <a:picLocks xmlns:a="http://schemas.openxmlformats.org/drawingml/2006/main" noChangeAspect="1"/>
          </p:cNvPicPr>
          <p:nvPr/>
        </p:nvPicPr>
        <p:blipFill>
          <a:blip xmlns:r="http://schemas.openxmlformats.org/officeDocument/2006/relationships" xmlns:a="http://schemas.openxmlformats.org/drawingml/2006/main" r:embed="Rc2930de3a37943d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1F6FE66-E545-403D-99A1-CA592C2290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2FDC26C-FF5A-40D0-8EEA-559FE890F0F6}"/>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077AAAA6-0B9E-4C46-A07C-FAED2E38EB6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3B105BB-10FB-48B4-81D0-E48665B5C71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242961DF-B054-4FAA-A454-794946AAF86F}"/>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 조건을 맞추자</a:t>
            </a:r>
          </a:p>
        </p:txBody>
      </p:sp>
      <p:sp>
        <p:nvSpPr>
          <p:cNvPr id="7" name="text">
            <a:extLst xmlns:a="http://schemas.openxmlformats.org/drawingml/2006/main">
              <a:ext uri="{FF2B5EF4-FFF2-40B4-BE49-F238E27FC236}">
                <a16:creationId xmlns:a16="http://schemas.microsoft.com/office/drawing/2014/main" id="{2382FB84-C375-421A-8802-BDFB3A4A4EFA}"/>
              </a:ext>
            </a:extLst>
          </p:cNvPr>
          <p:cNvSpPr>
            <a:spLocks xmlns:a="http://schemas.openxmlformats.org/drawingml/2006/main" noGrp="1"/>
          </p:cNvSpPr>
          <p:nvPr/>
        </p:nvSpPr>
        <p:spPr>
          <a:xfrm xmlns:a="http://schemas.openxmlformats.org/drawingml/2006/main">
            <a:off x="1666875" y="3676650"/>
            <a:ext cx="1495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1">
                <a:solidFill>
                  <a:srgbClr val="898989"/>
                </a:solidFill>
                <a:latin typeface="Pretendard"/>
                <a:ea typeface="Pretendard"/>
                <a:cs typeface="Pretendard"/>
              </a:defRPr>
            </a:defPPr>
            <a:lvl1pPr algn="ctr">
              <a:defRPr sz="2850" b="1">
                <a:solidFill>
                  <a:srgbClr val="898989"/>
                </a:solidFill>
                <a:latin typeface="Pretendard"/>
                <a:ea typeface="Pretendard"/>
                <a:cs typeface="Pretendard"/>
              </a:defRPr>
            </a:lvl1pPr>
            <a:lvl2pPr algn="ctr">
              <a:defRPr sz="2850" b="1">
                <a:solidFill>
                  <a:srgbClr val="898989"/>
                </a:solidFill>
                <a:latin typeface="Pretendard"/>
                <a:ea typeface="Pretendard"/>
                <a:cs typeface="Pretendard"/>
              </a:defRPr>
            </a:lvl2pPr>
            <a:lvl3pPr algn="ctr">
              <a:defRPr sz="2850" b="1">
                <a:solidFill>
                  <a:srgbClr val="898989"/>
                </a:solidFill>
                <a:latin typeface="Pretendard"/>
                <a:ea typeface="Pretendard"/>
                <a:cs typeface="Pretendard"/>
              </a:defRPr>
            </a:lvl3pPr>
            <a:lvl4pPr algn="ctr">
              <a:defRPr sz="2850" b="1">
                <a:solidFill>
                  <a:srgbClr val="898989"/>
                </a:solidFill>
                <a:latin typeface="Pretendard"/>
                <a:ea typeface="Pretendard"/>
                <a:cs typeface="Pretendard"/>
              </a:defRPr>
            </a:lvl4pPr>
            <a:lvl5pPr algn="ctr">
              <a:defRPr sz="2850" b="1">
                <a:solidFill>
                  <a:srgbClr val="898989"/>
                </a:solidFill>
                <a:latin typeface="Pretendard"/>
                <a:ea typeface="Pretendard"/>
                <a:cs typeface="Pretendard"/>
              </a:defRPr>
            </a:lvl5pPr>
            <a:lvl6pPr algn="ctr">
              <a:defRPr sz="2850" b="1">
                <a:solidFill>
                  <a:srgbClr val="898989"/>
                </a:solidFill>
                <a:latin typeface="Pretendard"/>
                <a:ea typeface="Pretendard"/>
                <a:cs typeface="Pretendard"/>
              </a:defRPr>
            </a:lvl6pPr>
            <a:lvl7pPr algn="ctr">
              <a:defRPr sz="2850" b="1">
                <a:solidFill>
                  <a:srgbClr val="898989"/>
                </a:solidFill>
                <a:latin typeface="Pretendard"/>
                <a:ea typeface="Pretendard"/>
                <a:cs typeface="Pretendard"/>
              </a:defRPr>
            </a:lvl7pPr>
            <a:lvl8pPr algn="ctr">
              <a:defRPr sz="2850" b="1">
                <a:solidFill>
                  <a:srgbClr val="898989"/>
                </a:solidFill>
                <a:latin typeface="Pretendard"/>
                <a:ea typeface="Pretendard"/>
                <a:cs typeface="Pretendard"/>
              </a:defRPr>
            </a:lvl8pPr>
            <a:lvl9pPr algn="ctr">
              <a:defRPr sz="2850" b="1">
                <a:solidFill>
                  <a:srgbClr val="898989"/>
                </a:solidFill>
                <a:latin typeface="Pretendard"/>
                <a:ea typeface="Pretendard"/>
                <a:cs typeface="Pretendard"/>
              </a:defRPr>
            </a:lvl9pPr>
          </a:lstStyle>
          <a:p xmlns:a="http://schemas.openxmlformats.org/drawingml/2006/main">
            <a:pPr algn="ctr">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NaOH 8.0 g = 0.200 mol, HCl 1.0 M × 0.200 L = 0.200 mol</a:t>
            </a:r>
          </a:p>
        </p:txBody>
      </p:sp>
      <p:pic>
        <p:nvPicPr>
          <p:cNvPr id="8" name="">
            <a:extLst xmlns:a="http://schemas.openxmlformats.org/drawingml/2006/main">
              <a:ext uri="{FF2B5EF4-FFF2-40B4-BE49-F238E27FC236}">
                <a16:creationId xmlns:a16="http://schemas.microsoft.com/office/drawing/2014/main" id="{084D8620-B0FD-4FA4-A7A8-3A1CD28BE18D}"/>
              </a:ext>
            </a:extLst>
          </p:cNvPr>
          <p:cNvPicPr>
            <a:picLocks xmlns:a="http://schemas.openxmlformats.org/drawingml/2006/main" noChangeAspect="1"/>
          </p:cNvPicPr>
          <p:nvPr/>
        </p:nvPicPr>
        <p:blipFill>
          <a:blip xmlns:r="http://schemas.openxmlformats.org/officeDocument/2006/relationships" xmlns:a="http://schemas.openxmlformats.org/drawingml/2006/main" r:embed="Raf29efc4a96e45ed"/>
          <a:stretch xmlns:a="http://schemas.openxmlformats.org/drawingml/2006/main"/>
        </p:blipFill>
        <p:spPr>
          <a:xfrm xmlns:a="http://schemas.openxmlformats.org/drawingml/2006/main">
            <a:off x="1828800" y="4771334"/>
            <a:ext cx="9286875" cy="303033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68132B7-EB7D-481F-B7F3-FD8D1576E84C}"/>
              </a:ext>
            </a:extLst>
          </p:cNvPr>
          <p:cNvPicPr>
            <a:picLocks xmlns:a="http://schemas.openxmlformats.org/drawingml/2006/main" noChangeAspect="1"/>
          </p:cNvPicPr>
          <p:nvPr/>
        </p:nvPicPr>
        <p:blipFill>
          <a:blip xmlns:r="http://schemas.openxmlformats.org/officeDocument/2006/relationships" xmlns:a="http://schemas.openxmlformats.org/drawingml/2006/main" r:embed="R4702e19919f5488a"/>
          <a:stretch xmlns:a="http://schemas.openxmlformats.org/drawingml/2006/main"/>
        </p:blipFill>
        <p:spPr>
          <a:xfrm xmlns:a="http://schemas.openxmlformats.org/drawingml/2006/main">
            <a:off x="11525250" y="4779104"/>
            <a:ext cx="4619625" cy="3014792"/>
          </a:xfrm>
          <a:prstGeom xmlns:a="http://schemas.openxmlformats.org/drawingml/2006/main" prst="rect">
            <a:avLst/>
          </a:prstGeom>
        </p:spPr>
      </p:pic>
      <p:sp>
        <p:nvSpPr>
          <p:cNvPr id="10" name="용해·냉각·중화 캡션">
            <a:extLst xmlns:a="http://schemas.openxmlformats.org/drawingml/2006/main">
              <a:ext uri="{FF2B5EF4-FFF2-40B4-BE49-F238E27FC236}">
                <a16:creationId xmlns:a16="http://schemas.microsoft.com/office/drawing/2014/main" id="{071069D0-6BCC-4B6C-BC53-E09B4CD8F2FA}"/>
              </a:ext>
            </a:extLst>
          </p:cNvPr>
          <p:cNvSpPr>
            <a:spLocks xmlns:a="http://schemas.openxmlformats.org/drawingml/2006/main" noGrp="1"/>
          </p:cNvSpPr>
          <p:nvPr/>
        </p:nvSpPr>
        <p:spPr>
          <a:xfrm xmlns:a="http://schemas.openxmlformats.org/drawingml/2006/main">
            <a:off x="1828800" y="7991475"/>
            <a:ext cx="928687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B3598078-A79D-476F-AC5C-0D428B475B5F}"/>
              </a:ext>
            </a:extLst>
          </p:cNvPr>
          <p:cNvSpPr>
            <a:spLocks xmlns:a="http://schemas.openxmlformats.org/drawingml/2006/main" noGrp="1"/>
          </p:cNvSpPr>
          <p:nvPr/>
        </p:nvSpPr>
        <p:spPr>
          <a:xfrm xmlns:a="http://schemas.openxmlformats.org/drawingml/2006/main">
            <a:off x="2124075" y="8134350"/>
            <a:ext cx="86963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FFFFFF"/>
                </a:solidFill>
                <a:latin typeface="Pretendard"/>
                <a:ea typeface="Pretendard"/>
                <a:cs typeface="Pretendard"/>
              </a:defRPr>
            </a:defPPr>
            <a:lvl1pPr algn="ctr">
              <a:defRPr sz="3000" b="1">
                <a:solidFill>
                  <a:srgbClr val="FFFFFF"/>
                </a:solidFill>
                <a:latin typeface="Pretendard"/>
                <a:ea typeface="Pretendard"/>
                <a:cs typeface="Pretendard"/>
              </a:defRPr>
            </a:lvl1pPr>
            <a:lvl2pPr algn="ctr">
              <a:defRPr sz="3000" b="1">
                <a:solidFill>
                  <a:srgbClr val="FFFFFF"/>
                </a:solidFill>
                <a:latin typeface="Pretendard"/>
                <a:ea typeface="Pretendard"/>
                <a:cs typeface="Pretendard"/>
              </a:defRPr>
            </a:lvl2pPr>
            <a:lvl3pPr algn="ctr">
              <a:defRPr sz="3000" b="1">
                <a:solidFill>
                  <a:srgbClr val="FFFFFF"/>
                </a:solidFill>
                <a:latin typeface="Pretendard"/>
                <a:ea typeface="Pretendard"/>
                <a:cs typeface="Pretendard"/>
              </a:defRPr>
            </a:lvl3pPr>
            <a:lvl4pPr algn="ctr">
              <a:defRPr sz="3000" b="1">
                <a:solidFill>
                  <a:srgbClr val="FFFFFF"/>
                </a:solidFill>
                <a:latin typeface="Pretendard"/>
                <a:ea typeface="Pretendard"/>
                <a:cs typeface="Pretendard"/>
              </a:defRPr>
            </a:lvl4pPr>
            <a:lvl5pPr algn="ctr">
              <a:defRPr sz="3000" b="1">
                <a:solidFill>
                  <a:srgbClr val="FFFFFF"/>
                </a:solidFill>
                <a:latin typeface="Pretendard"/>
                <a:ea typeface="Pretendard"/>
                <a:cs typeface="Pretendard"/>
              </a:defRPr>
            </a:lvl5pPr>
            <a:lvl6pPr algn="ctr">
              <a:defRPr sz="3000" b="1">
                <a:solidFill>
                  <a:srgbClr val="FFFFFF"/>
                </a:solidFill>
                <a:latin typeface="Pretendard"/>
                <a:ea typeface="Pretendard"/>
                <a:cs typeface="Pretendard"/>
              </a:defRPr>
            </a:lvl6pPr>
            <a:lvl7pPr algn="ctr">
              <a:defRPr sz="3000" b="1">
                <a:solidFill>
                  <a:srgbClr val="FFFFFF"/>
                </a:solidFill>
                <a:latin typeface="Pretendard"/>
                <a:ea typeface="Pretendard"/>
                <a:cs typeface="Pretendard"/>
              </a:defRPr>
            </a:lvl7pPr>
            <a:lvl8pPr algn="ctr">
              <a:defRPr sz="3000" b="1">
                <a:solidFill>
                  <a:srgbClr val="FFFFFF"/>
                </a:solidFill>
                <a:latin typeface="Pretendard"/>
                <a:ea typeface="Pretendard"/>
                <a:cs typeface="Pretendard"/>
              </a:defRPr>
            </a:lvl8pPr>
            <a:lvl9pPr algn="ctr">
              <a:defRPr sz="3000" b="1">
                <a:solidFill>
                  <a:srgbClr val="FFFFFF"/>
                </a:solidFill>
                <a:latin typeface="Pretendard"/>
                <a:ea typeface="Pretendard"/>
                <a:cs typeface="Pretendard"/>
              </a:defRPr>
            </a:lvl9pPr>
          </a:lstStyle>
          <a:p xmlns:a="http://schemas.openxmlformats.org/drawingml/2006/main">
            <a:pPr algn="ctr">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 후 처음 온도로 식힌 뒤 중화</a:t>
            </a:r>
          </a:p>
        </p:txBody>
      </p:sp>
      <p:sp>
        <p:nvSpPr>
          <p:cNvPr id="12" name="조건 확인 캡션">
            <a:extLst xmlns:a="http://schemas.openxmlformats.org/drawingml/2006/main">
              <a:ext uri="{FF2B5EF4-FFF2-40B4-BE49-F238E27FC236}">
                <a16:creationId xmlns:a16="http://schemas.microsoft.com/office/drawing/2014/main" id="{5EFD0749-F0E0-4F41-82CD-FC79B3912712}"/>
              </a:ext>
            </a:extLst>
          </p:cNvPr>
          <p:cNvSpPr>
            <a:spLocks xmlns:a="http://schemas.openxmlformats.org/drawingml/2006/main" noGrp="1"/>
          </p:cNvSpPr>
          <p:nvPr/>
        </p:nvSpPr>
        <p:spPr>
          <a:xfrm xmlns:a="http://schemas.openxmlformats.org/drawingml/2006/main">
            <a:off x="11525250" y="7991475"/>
            <a:ext cx="4619625" cy="952500"/>
          </a:xfrm>
          <a:prstGeom xmlns:a="http://schemas.openxmlformats.org/drawingml/2006/main" prst="roundRect">
            <a:avLst>
              <a:gd name="adj" fmla="val 16000"/>
            </a:avLst>
          </a:prstGeom>
          <a:solidFill xmlns:a="http://schemas.openxmlformats.org/drawingml/2006/main">
            <a:srgbClr val="484847"/>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624EB990-A449-4CD2-BAAF-D296E5E4C995}"/>
              </a:ext>
            </a:extLst>
          </p:cNvPr>
          <p:cNvSpPr>
            <a:spLocks xmlns:a="http://schemas.openxmlformats.org/drawingml/2006/main" noGrp="1"/>
          </p:cNvSpPr>
          <p:nvPr/>
        </p:nvSpPr>
        <p:spPr>
          <a:xfrm xmlns:a="http://schemas.openxmlformats.org/drawingml/2006/main">
            <a:off x="11715750" y="81343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처음 온도·전체 양 확인</a:t>
            </a:r>
          </a:p>
        </p:txBody>
      </p:sp>
    </p:spTree>
    <p:extLst>
      <p:ext uri="{BB962C8B-B14F-4D97-AF65-F5344CB8AC3E}">
        <p14:creationId xmlns:p14="http://schemas.microsoft.com/office/powerpoint/2010/main" val="184793130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115C3EAE-6CA0-4A6D-A143-F64D924AA674}"/>
              </a:ext>
            </a:extLst>
          </p:cNvPr>
          <p:cNvPicPr>
            <a:picLocks xmlns:a="http://schemas.openxmlformats.org/drawingml/2006/main" noChangeAspect="1"/>
          </p:cNvPicPr>
          <p:nvPr/>
        </p:nvPicPr>
        <p:blipFill>
          <a:blip xmlns:r="http://schemas.openxmlformats.org/officeDocument/2006/relationships" xmlns:a="http://schemas.openxmlformats.org/drawingml/2006/main" r:embed="R16c44ce5673842ba"/>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6279AE3-EE00-43D9-ABDA-60D21E4F49FC}"/>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C4CCA89-B71C-411F-B864-868042F3580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3CF23704-DCD8-46D3-A32B-40543EAE8FCD}"/>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D5DCB89-05AC-45DA-AFDB-7C4FA7BC4001}"/>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E8B0EDDB-A919-4B46-BCBA-28E0C405351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용액이 얻은 열에서 반응열로</a:t>
            </a:r>
          </a:p>
        </p:txBody>
      </p:sp>
      <p:sp>
        <p:nvSpPr>
          <p:cNvPr id="7" name="rich">
            <a:extLst xmlns:a="http://schemas.openxmlformats.org/drawingml/2006/main">
              <a:ext uri="{FF2B5EF4-FFF2-40B4-BE49-F238E27FC236}">
                <a16:creationId xmlns:a16="http://schemas.microsoft.com/office/drawing/2014/main" id="{CF517E4A-5C40-46FD-B200-6DA148F7591C}"/>
              </a:ext>
            </a:extLst>
          </p:cNvPr>
          <p:cNvSpPr>
            <a:spLocks xmlns:a="http://schemas.openxmlformats.org/drawingml/2006/main" noGrp="1"/>
          </p:cNvSpPr>
          <p:nvPr/>
        </p:nvSpPr>
        <p:spPr>
          <a:xfrm xmlns:a="http://schemas.openxmlformats.org/drawingml/2006/main">
            <a:off x="1905000" y="3886200"/>
            <a:ext cx="14478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57962F"/>
                </a:solidFill>
                <a:latin typeface="Pretendard"/>
                <a:ea typeface="Pretendard"/>
                <a:cs typeface="Pretendard"/>
              </a:defRPr>
            </a:defPPr>
            <a:lvl1pPr algn="ctr">
              <a:defRPr sz="5730" b="1">
                <a:solidFill>
                  <a:srgbClr val="57962F"/>
                </a:solidFill>
                <a:latin typeface="Pretendard"/>
                <a:ea typeface="Pretendard"/>
                <a:cs typeface="Pretendard"/>
              </a:defRPr>
            </a:lvl1pPr>
            <a:lvl2pPr algn="ctr">
              <a:defRPr sz="5730" b="1">
                <a:solidFill>
                  <a:srgbClr val="57962F"/>
                </a:solidFill>
                <a:latin typeface="Pretendard"/>
                <a:ea typeface="Pretendard"/>
                <a:cs typeface="Pretendard"/>
              </a:defRPr>
            </a:lvl2pPr>
            <a:lvl3pPr algn="ctr">
              <a:defRPr sz="5730" b="1">
                <a:solidFill>
                  <a:srgbClr val="57962F"/>
                </a:solidFill>
                <a:latin typeface="Pretendard"/>
                <a:ea typeface="Pretendard"/>
                <a:cs typeface="Pretendard"/>
              </a:defRPr>
            </a:lvl3pPr>
            <a:lvl4pPr algn="ctr">
              <a:defRPr sz="5730" b="1">
                <a:solidFill>
                  <a:srgbClr val="57962F"/>
                </a:solidFill>
                <a:latin typeface="Pretendard"/>
                <a:ea typeface="Pretendard"/>
                <a:cs typeface="Pretendard"/>
              </a:defRPr>
            </a:lvl4pPr>
            <a:lvl5pPr algn="ctr">
              <a:defRPr sz="5730" b="1">
                <a:solidFill>
                  <a:srgbClr val="57962F"/>
                </a:solidFill>
                <a:latin typeface="Pretendard"/>
                <a:ea typeface="Pretendard"/>
                <a:cs typeface="Pretendard"/>
              </a:defRPr>
            </a:lvl5pPr>
            <a:lvl6pPr algn="ctr">
              <a:defRPr sz="5730" b="1">
                <a:solidFill>
                  <a:srgbClr val="57962F"/>
                </a:solidFill>
                <a:latin typeface="Pretendard"/>
                <a:ea typeface="Pretendard"/>
                <a:cs typeface="Pretendard"/>
              </a:defRPr>
            </a:lvl6pPr>
            <a:lvl7pPr algn="ctr">
              <a:defRPr sz="5730" b="1">
                <a:solidFill>
                  <a:srgbClr val="57962F"/>
                </a:solidFill>
                <a:latin typeface="Pretendard"/>
                <a:ea typeface="Pretendard"/>
                <a:cs typeface="Pretendard"/>
              </a:defRPr>
            </a:lvl7pPr>
            <a:lvl8pPr algn="ctr">
              <a:defRPr sz="5730" b="1">
                <a:solidFill>
                  <a:srgbClr val="57962F"/>
                </a:solidFill>
                <a:latin typeface="Pretendard"/>
                <a:ea typeface="Pretendard"/>
                <a:cs typeface="Pretendard"/>
              </a:defRPr>
            </a:lvl8pPr>
            <a:lvl9pPr algn="ctr">
              <a:defRPr sz="5730" b="1">
                <a:solidFill>
                  <a:srgbClr val="57962F"/>
                </a:solidFill>
                <a:latin typeface="Pretendard"/>
                <a:ea typeface="Pretendard"/>
                <a:cs typeface="Pretendard"/>
              </a:defRPr>
            </a:lvl9pPr>
          </a:lstStyle>
          <a:p xmlns:a="http://schemas.openxmlformats.org/drawingml/2006/main">
            <a:pPr algn="ctr">
              <a:defRPr sz="5730" b="1">
                <a:solidFill>
                  <a:srgbClr val="57962F"/>
                </a:solidFill>
                <a:latin typeface="Pretendard"/>
                <a:ea typeface="Pretendard"/>
                <a:cs typeface="Pretendard"/>
              </a:defRPr>
            </a:pPr>
            <a:r>
              <a:t>Q용액 = c × m × Δt</a:t>
            </a:r>
          </a:p>
        </p:txBody>
      </p:sp>
      <p:sp>
        <p:nvSpPr>
          <p:cNvPr id="8" name="설명·계산 행 1">
            <a:extLst xmlns:a="http://schemas.openxmlformats.org/drawingml/2006/main">
              <a:ext uri="{FF2B5EF4-FFF2-40B4-BE49-F238E27FC236}">
                <a16:creationId xmlns:a16="http://schemas.microsoft.com/office/drawing/2014/main" id="{BBC6478E-5963-43B0-AF9F-EE5BC95DBF36}"/>
              </a:ext>
            </a:extLst>
          </p:cNvPr>
          <p:cNvSpPr>
            <a:spLocks xmlns:a="http://schemas.openxmlformats.org/drawingml/2006/main" noGrp="1"/>
          </p:cNvSpPr>
          <p:nvPr/>
        </p:nvSpPr>
        <p:spPr>
          <a:xfrm xmlns:a="http://schemas.openxmlformats.org/drawingml/2006/main">
            <a:off x="1828800" y="5476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9" name="설명·계산 문장 1">
            <a:extLst xmlns:a="http://schemas.openxmlformats.org/drawingml/2006/main">
              <a:ext uri="{FF2B5EF4-FFF2-40B4-BE49-F238E27FC236}">
                <a16:creationId xmlns:a16="http://schemas.microsoft.com/office/drawing/2014/main" id="{74DC1039-C022-4F86-A25A-38978D7BA517}"/>
              </a:ext>
            </a:extLst>
          </p:cNvPr>
          <p:cNvSpPr>
            <a:spLocks xmlns:a="http://schemas.openxmlformats.org/drawingml/2006/main" noGrp="1"/>
          </p:cNvSpPr>
          <p:nvPr/>
        </p:nvSpPr>
        <p:spPr>
          <a:xfrm xmlns:a="http://schemas.openxmlformats.org/drawingml/2006/main">
            <a:off x="2476500" y="5724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c: 용액의 비열, m: 용액 전체의 질량</a:t>
            </a:r>
          </a:p>
        </p:txBody>
      </p:sp>
      <p:sp>
        <p:nvSpPr>
          <p:cNvPr id="10" name="설명·계산 행 2">
            <a:extLst xmlns:a="http://schemas.openxmlformats.org/drawingml/2006/main">
              <a:ext uri="{FF2B5EF4-FFF2-40B4-BE49-F238E27FC236}">
                <a16:creationId xmlns:a16="http://schemas.microsoft.com/office/drawing/2014/main" id="{19F161C0-51E5-4004-B3D4-0D038FC54BAC}"/>
              </a:ext>
            </a:extLst>
          </p:cNvPr>
          <p:cNvSpPr>
            <a:spLocks xmlns:a="http://schemas.openxmlformats.org/drawingml/2006/main" noGrp="1"/>
          </p:cNvSpPr>
          <p:nvPr/>
        </p:nvSpPr>
        <p:spPr>
          <a:xfrm xmlns:a="http://schemas.openxmlformats.org/drawingml/2006/main">
            <a:off x="1828800" y="7000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1" name="설명·계산 문장 2">
            <a:extLst xmlns:a="http://schemas.openxmlformats.org/drawingml/2006/main">
              <a:ext uri="{FF2B5EF4-FFF2-40B4-BE49-F238E27FC236}">
                <a16:creationId xmlns:a16="http://schemas.microsoft.com/office/drawing/2014/main" id="{5D432990-0115-4A81-9E07-D0454BCEBBDB}"/>
              </a:ext>
            </a:extLst>
          </p:cNvPr>
          <p:cNvSpPr>
            <a:spLocks xmlns:a="http://schemas.openxmlformats.org/drawingml/2006/main" noGrp="1"/>
          </p:cNvSpPr>
          <p:nvPr/>
        </p:nvSpPr>
        <p:spPr>
          <a:xfrm xmlns:a="http://schemas.openxmlformats.org/drawingml/2006/main">
            <a:off x="2476500" y="7248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Δt = 나중 온도 − 처음 온도</a:t>
            </a:r>
          </a:p>
        </p:txBody>
      </p:sp>
      <p:sp>
        <p:nvSpPr>
          <p:cNvPr id="12" name="해석·결론">
            <a:extLst xmlns:a="http://schemas.openxmlformats.org/drawingml/2006/main">
              <a:ext uri="{FF2B5EF4-FFF2-40B4-BE49-F238E27FC236}">
                <a16:creationId xmlns:a16="http://schemas.microsoft.com/office/drawing/2014/main" id="{4FFA88B1-AC7A-4A6F-B351-7E98AB073B63}"/>
              </a:ext>
            </a:extLst>
          </p:cNvPr>
          <p:cNvSpPr>
            <a:spLocks xmlns:a="http://schemas.openxmlformats.org/drawingml/2006/main" noGrp="1"/>
          </p:cNvSpPr>
          <p:nvPr/>
        </p:nvSpPr>
        <p:spPr>
          <a:xfrm xmlns:a="http://schemas.openxmlformats.org/drawingml/2006/main">
            <a:off x="1828800" y="8610600"/>
            <a:ext cx="14639925" cy="895350"/>
          </a:xfrm>
          <a:prstGeom xmlns:a="http://schemas.openxmlformats.org/drawingml/2006/main" prst="roundRect">
            <a:avLst>
              <a:gd name="adj" fmla="val 17021"/>
            </a:avLst>
          </a:prstGeom>
          <a:solidFill xmlns:a="http://schemas.openxmlformats.org/drawingml/2006/main">
            <a:srgbClr val="484847"/>
          </a:solidFill>
          <a:ln xmlns:a="http://schemas.openxmlformats.org/drawingml/2006/main" w="0">
            <a:noFill/>
          </a:ln>
        </p:spPr>
      </p:sp>
      <p:sp>
        <p:nvSpPr>
          <p:cNvPr id="13" name="반응식·수식">
            <a:extLst xmlns:a="http://schemas.openxmlformats.org/drawingml/2006/main">
              <a:ext uri="{FF2B5EF4-FFF2-40B4-BE49-F238E27FC236}">
                <a16:creationId xmlns:a16="http://schemas.microsoft.com/office/drawing/2014/main" id="{F92999AE-6799-42A0-B57C-D069FE5FB2A9}"/>
              </a:ext>
            </a:extLst>
          </p:cNvPr>
          <p:cNvSpPr>
            <a:spLocks xmlns:a="http://schemas.openxmlformats.org/drawingml/2006/main" noGrp="1"/>
          </p:cNvSpPr>
          <p:nvPr/>
        </p:nvSpPr>
        <p:spPr>
          <a:xfrm xmlns:a="http://schemas.openxmlformats.org/drawingml/2006/main">
            <a:off x="2143125" y="8686800"/>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t>온도 상승: Q용액 &gt; 0, 반응의 </a:t>
            </a:r>
            <a:r>
              <a:t>Δ</a:t>
            </a:r>
            <a:r>
              <a:rPr i="1">
                <a:latin typeface="Pretendard"/>
                <a:ea typeface="Pretendard"/>
                <a:cs typeface="Pretendard"/>
              </a:rPr>
              <a:t>H</a:t>
            </a:r>
            <a:r>
              <a:t> &lt; 0</a:t>
            </a:r>
          </a:p>
        </p:txBody>
      </p:sp>
    </p:spTree>
    <p:extLst>
      <p:ext uri="{BB962C8B-B14F-4D97-AF65-F5344CB8AC3E}">
        <p14:creationId xmlns:p14="http://schemas.microsoft.com/office/powerpoint/2010/main" val="190442650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5C66E9F-AF8F-4DB0-8EA7-A843356158F9}"/>
              </a:ext>
            </a:extLst>
          </p:cNvPr>
          <p:cNvPicPr>
            <a:picLocks xmlns:a="http://schemas.openxmlformats.org/drawingml/2006/main" noChangeAspect="1"/>
          </p:cNvPicPr>
          <p:nvPr/>
        </p:nvPicPr>
        <p:blipFill>
          <a:blip xmlns:r="http://schemas.openxmlformats.org/officeDocument/2006/relationships" xmlns:a="http://schemas.openxmlformats.org/drawingml/2006/main" r:embed="R9019c8dd2a824e6d"/>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6DEAEC50-8A74-42F0-BE90-867824F5720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E969C69-6EB6-451A-885F-222C09F05DDF}"/>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5232C70-6050-445A-B9FA-00417E1DC5BE}"/>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E7FFB90-893F-4A64-9779-B7F14B54E66A}"/>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28F550B-0402-4C38-9E38-66D63A009AFC}"/>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교재의 온도 자료 읽기</a:t>
            </a:r>
          </a:p>
        </p:txBody>
      </p:sp>
      <p:graphicFrame>
        <p:nvGraphicFramePr>
          <p:cNvPr id="7" name="">
            <a:extLst xmlns:a="http://schemas.openxmlformats.org/drawingml/2006/main">
              <a:ext uri="{FF2B5EF4-FFF2-40B4-BE49-F238E27FC236}">
                <a16:creationId xmlns:a16="http://schemas.microsoft.com/office/drawing/2014/main" id="{0E999A8A-8E20-47DB-8ACC-512B4C874F35}"/>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BCB2AAE5-AB1C-416A-82CE-FEEC518BC623}"/>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C8805FF9-EFDF-4D46-95DB-3DD47186D820}"/>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958D1E77-BF90-454C-85DF-4CD0D517281A}"/>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1FCF0CC6-87BE-499B-A78F-7974C6A512AF}"/>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738E781E-B627-48A3-9136-ED21BAFA4F64}"/>
              </a:ext>
            </a:extLst>
          </p:cNvPr>
          <p:cNvSpPr>
            <a:spLocks xmlns:a="http://schemas.openxmlformats.org/drawingml/2006/main" noGrp="1"/>
          </p:cNvSpPr>
          <p:nvPr/>
        </p:nvSpPr>
        <p:spPr>
          <a:xfrm xmlns:a="http://schemas.openxmlformats.org/drawingml/2006/main">
            <a:off x="1828800" y="86963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213326892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B7C651C-CFCE-4A8D-9844-B1295F510E46}"/>
              </a:ext>
            </a:extLst>
          </p:cNvPr>
          <p:cNvPicPr>
            <a:picLocks xmlns:a="http://schemas.openxmlformats.org/drawingml/2006/main" noChangeAspect="1"/>
          </p:cNvPicPr>
          <p:nvPr/>
        </p:nvPicPr>
        <p:blipFill>
          <a:blip xmlns:r="http://schemas.openxmlformats.org/officeDocument/2006/relationships" xmlns:a="http://schemas.openxmlformats.org/drawingml/2006/main" r:embed="R2a8191cc7e3e43db"/>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45F695D-759D-4E53-9D43-685198182F7F}"/>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4AC9B8-4320-4118-A636-EA3CA27E885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D4CCC26-4009-4015-8A2F-C9FF02CB5009}"/>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3169629D-89DE-4BDC-96E3-17075831814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406F14DA-0206-442D-99CF-C73EBF618C5A}"/>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용해 단계의 반응 엔탈피</a:t>
            </a:r>
          </a:p>
        </p:txBody>
      </p:sp>
      <p:sp>
        <p:nvSpPr>
          <p:cNvPr id="7" name="설명·계산 행 1">
            <a:extLst xmlns:a="http://schemas.openxmlformats.org/drawingml/2006/main">
              <a:ext uri="{FF2B5EF4-FFF2-40B4-BE49-F238E27FC236}">
                <a16:creationId xmlns:a16="http://schemas.microsoft.com/office/drawing/2014/main" id="{F212DE2A-8ECC-43C6-9378-6AF0318E879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B3592BF-2C90-4F91-8BAD-7E58929D7EFF}"/>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Q용액 = 4.2 × 208 × 9.5 = 8299.2 J ≈ 8.30 kJ</a:t>
            </a:r>
          </a:p>
        </p:txBody>
      </p:sp>
      <p:sp>
        <p:nvSpPr>
          <p:cNvPr id="9" name="설명·계산 행 2">
            <a:extLst xmlns:a="http://schemas.openxmlformats.org/drawingml/2006/main">
              <a:ext uri="{FF2B5EF4-FFF2-40B4-BE49-F238E27FC236}">
                <a16:creationId xmlns:a16="http://schemas.microsoft.com/office/drawing/2014/main" id="{478FA8F9-F5FC-4FCB-A063-20F3F98B5C7B}"/>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3B7A967-8E31-41A2-8386-80BCBEC4E4B7}"/>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NaOH의 양 = 8.0 ÷ 40.0 = 0.200 mol</a:t>
            </a:r>
          </a:p>
        </p:txBody>
      </p:sp>
      <p:sp>
        <p:nvSpPr>
          <p:cNvPr id="11" name="설명·계산 행 3">
            <a:extLst xmlns:a="http://schemas.openxmlformats.org/drawingml/2006/main">
              <a:ext uri="{FF2B5EF4-FFF2-40B4-BE49-F238E27FC236}">
                <a16:creationId xmlns:a16="http://schemas.microsoft.com/office/drawing/2014/main" id="{E11DA89A-7F00-41E7-BBED-D61FB8C160A5}"/>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69D4BAA3-A675-4BF8-95AE-926840F72C90}"/>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a:t>
            </a:r>
            <a:r>
              <a:t>Δ</a:t>
            </a:r>
            <a:r>
              <a:rPr i="1">
                <a:latin typeface="Pretendard"/>
                <a:ea typeface="Pretendard"/>
                <a:cs typeface="Pretendard"/>
              </a:rPr>
              <a:t>H</a:t>
            </a:r>
            <a:r>
              <a:t>용해 = −8.30 ÷ 0.200 ≈ −41.50 kJ/mol</a:t>
            </a:r>
          </a:p>
        </p:txBody>
      </p:sp>
    </p:spTree>
    <p:extLst>
      <p:ext uri="{BB962C8B-B14F-4D97-AF65-F5344CB8AC3E}">
        <p14:creationId xmlns:p14="http://schemas.microsoft.com/office/powerpoint/2010/main" val="199956478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D2BD6CF-C275-4A2C-9133-51424EF2DE14}"/>
              </a:ext>
            </a:extLst>
          </p:cNvPr>
          <p:cNvPicPr>
            <a:picLocks xmlns:a="http://schemas.openxmlformats.org/drawingml/2006/main" noChangeAspect="1"/>
          </p:cNvPicPr>
          <p:nvPr/>
        </p:nvPicPr>
        <p:blipFill>
          <a:blip xmlns:r="http://schemas.openxmlformats.org/officeDocument/2006/relationships" xmlns:a="http://schemas.openxmlformats.org/drawingml/2006/main" r:embed="Ra9e87b2df2e34a12"/>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A37BFB89-D651-4859-8D38-12BC8CD31D6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B63CAEB-5163-4A71-A7DF-0D7A49F5B92D}"/>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ED59106-4E35-4C27-A78A-070272D08331}"/>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44335DE-5CAF-44C6-8122-EEFF4338F1CE}"/>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717E487-B9A9-4709-B6E6-AF4ED4C58767}"/>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0C6818C1-3895-4071-99F3-69D831E127A3}"/>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777777"/>
                      </a:solidFill>
                      <a:prstDash val="solid"/>
                    </a:lnL>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777777"/>
                      </a:solidFill>
                      <a:prstDash val="solid"/>
                    </a:lnR>
                    <a:lnT w="9525">
                      <a:solidFill>
                        <a:srgbClr val="777777"/>
                      </a:solidFill>
                      <a:prstDash val="solid"/>
                    </a:lnT>
                    <a:lnB w="9525">
                      <a:solidFill>
                        <a:srgbClr val="777777"/>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−41.50</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−52.25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777777"/>
                      </a:solidFill>
                      <a:prstDash val="solid"/>
                    </a:lnL>
                    <a:lnR w="9525">
                      <a:solidFill>
                        <a:srgbClr val="777777"/>
                      </a:solidFill>
                      <a:prstDash val="solid"/>
                    </a:lnR>
                    <a:lnB w="9525">
                      <a:solidFill>
                        <a:srgbClr val="777777"/>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777777"/>
                      </a:solidFill>
                      <a:prstDash val="solid"/>
                    </a:lnR>
                    <a:lnB w="9525">
                      <a:solidFill>
                        <a:srgbClr val="777777"/>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−94.25</a:t>
                      </a:r>
                    </a:p>
                  </a:txBody>
                  <a:tcPr marL="91440" marR="91440" marT="45720" marB="45720" anchor="ctr">
                    <a:lnR w="9525">
                      <a:solidFill>
                        <a:srgbClr val="777777"/>
                      </a:solidFill>
                      <a:prstDash val="solid"/>
                    </a:lnR>
                    <a:lnB w="9525">
                      <a:solidFill>
                        <a:srgbClr val="777777"/>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01825746-916C-4B05-A77B-389E9A9D7568}"/>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7EFCD4C2-8382-4F95-8315-6B5585C257A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1F161564-6C32-4472-A804-9B22E203426E}"/>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2B64E653-C9BE-438D-8CBC-BA41BF6B72BD}"/>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FFFFFF"/>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8C65749-A74D-4F20-8525-767A8A2CD199}"/>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898989"/>
                </a:solidFill>
                <a:latin typeface="Pretendard"/>
                <a:ea typeface="Pretendard"/>
                <a:cs typeface="Pretendard"/>
              </a:defRPr>
            </a:defPPr>
            <a:lvl1pPr algn="ctr">
              <a:defRPr sz="2730" b="1">
                <a:solidFill>
                  <a:srgbClr val="898989"/>
                </a:solidFill>
                <a:latin typeface="Pretendard"/>
                <a:ea typeface="Pretendard"/>
                <a:cs typeface="Pretendard"/>
              </a:defRPr>
            </a:lvl1pPr>
            <a:lvl2pPr algn="ctr">
              <a:defRPr sz="2730" b="1">
                <a:solidFill>
                  <a:srgbClr val="898989"/>
                </a:solidFill>
                <a:latin typeface="Pretendard"/>
                <a:ea typeface="Pretendard"/>
                <a:cs typeface="Pretendard"/>
              </a:defRPr>
            </a:lvl2pPr>
            <a:lvl3pPr algn="ctr">
              <a:defRPr sz="2730" b="1">
                <a:solidFill>
                  <a:srgbClr val="898989"/>
                </a:solidFill>
                <a:latin typeface="Pretendard"/>
                <a:ea typeface="Pretendard"/>
                <a:cs typeface="Pretendard"/>
              </a:defRPr>
            </a:lvl3pPr>
            <a:lvl4pPr algn="ctr">
              <a:defRPr sz="2730" b="1">
                <a:solidFill>
                  <a:srgbClr val="898989"/>
                </a:solidFill>
                <a:latin typeface="Pretendard"/>
                <a:ea typeface="Pretendard"/>
                <a:cs typeface="Pretendard"/>
              </a:defRPr>
            </a:lvl4pPr>
            <a:lvl5pPr algn="ctr">
              <a:defRPr sz="2730" b="1">
                <a:solidFill>
                  <a:srgbClr val="898989"/>
                </a:solidFill>
                <a:latin typeface="Pretendard"/>
                <a:ea typeface="Pretendard"/>
                <a:cs typeface="Pretendard"/>
              </a:defRPr>
            </a:lvl5pPr>
            <a:lvl6pPr algn="ctr">
              <a:defRPr sz="2730" b="1">
                <a:solidFill>
                  <a:srgbClr val="898989"/>
                </a:solidFill>
                <a:latin typeface="Pretendard"/>
                <a:ea typeface="Pretendard"/>
                <a:cs typeface="Pretendard"/>
              </a:defRPr>
            </a:lvl6pPr>
            <a:lvl7pPr algn="ctr">
              <a:defRPr sz="2730" b="1">
                <a:solidFill>
                  <a:srgbClr val="898989"/>
                </a:solidFill>
                <a:latin typeface="Pretendard"/>
                <a:ea typeface="Pretendard"/>
                <a:cs typeface="Pretendard"/>
              </a:defRPr>
            </a:lvl7pPr>
            <a:lvl8pPr algn="ctr">
              <a:defRPr sz="2730" b="1">
                <a:solidFill>
                  <a:srgbClr val="898989"/>
                </a:solidFill>
                <a:latin typeface="Pretendard"/>
                <a:ea typeface="Pretendard"/>
                <a:cs typeface="Pretendard"/>
              </a:defRPr>
            </a:lvl8pPr>
            <a:lvl9pPr algn="ctr">
              <a:defRPr sz="2730" b="1">
                <a:solidFill>
                  <a:srgbClr val="898989"/>
                </a:solidFill>
                <a:latin typeface="Pretendard"/>
                <a:ea typeface="Pretendard"/>
                <a:cs typeface="Pretendard"/>
              </a:defRPr>
            </a:lvl9pPr>
          </a:lstStyle>
          <a:p xmlns:a="http://schemas.openxmlformats.org/drawingml/2006/main">
            <a:pPr algn="ctr">
              <a:defRPr sz="2730" b="1">
                <a:solidFill>
                  <a:srgbClr val="898989"/>
                </a:solidFill>
                <a:latin typeface="Pretendard"/>
                <a:ea typeface="Pretendard"/>
                <a:cs typeface="Pretendard"/>
              </a:defRPr>
            </a:pPr>
            <a:r>
              <a:rPr sz="2730" b="1">
                <a:solidFill>
                  <a:srgbClr val="898989"/>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182247111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DB6197-3DD4-477F-8A45-912F48AF9FC1}"/>
              </a:ext>
            </a:extLst>
          </p:cNvPr>
          <p:cNvPicPr>
            <a:picLocks xmlns:a="http://schemas.openxmlformats.org/drawingml/2006/main" noChangeAspect="1"/>
          </p:cNvPicPr>
          <p:nvPr/>
        </p:nvPicPr>
        <p:blipFill>
          <a:blip xmlns:r="http://schemas.openxmlformats.org/officeDocument/2006/relationships" xmlns:a="http://schemas.openxmlformats.org/drawingml/2006/main" r:embed="R4e23c8f808f8401f"/>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8CABB895-36CD-4C5B-A9C0-B4C26AFC4956}"/>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7B4BCA2-9A97-4BF6-B6B5-98D904740DCE}"/>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605E1D6E-DE74-4598-BDBA-E848C830EA02}"/>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43B23F70-BC2E-47E7-AEF0-81A11967C4E7}"/>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CBBCB68B-56D3-4AB9-87CA-99B3E1CF4895}"/>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실험값은 얼마나 가까울까?</a:t>
            </a:r>
          </a:p>
        </p:txBody>
      </p:sp>
      <p:sp>
        <p:nvSpPr>
          <p:cNvPr id="7" name="설명·계산 행 1">
            <a:extLst xmlns:a="http://schemas.openxmlformats.org/drawingml/2006/main">
              <a:ext uri="{FF2B5EF4-FFF2-40B4-BE49-F238E27FC236}">
                <a16:creationId xmlns:a16="http://schemas.microsoft.com/office/drawing/2014/main" id="{C1C7D635-68FD-441E-9FB7-41E63D63F29E}"/>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9B690D3B-4A5F-474C-96CA-FCAD2D8D767C}"/>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단계 합: −41.50 + (−52.25) = −93.75 kJ/mol</a:t>
            </a:r>
          </a:p>
        </p:txBody>
      </p:sp>
      <p:sp>
        <p:nvSpPr>
          <p:cNvPr id="9" name="설명·계산 행 2">
            <a:extLst xmlns:a="http://schemas.openxmlformats.org/drawingml/2006/main">
              <a:ext uri="{FF2B5EF4-FFF2-40B4-BE49-F238E27FC236}">
                <a16:creationId xmlns:a16="http://schemas.microsoft.com/office/drawing/2014/main" id="{72D5D5C3-9818-4217-948B-0E3EC11BEAF1}"/>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17D002A6-5F3E-4C87-AADD-50A42B41825B}"/>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직접 반응: −94.25 kJ/mol</a:t>
            </a:r>
          </a:p>
        </p:txBody>
      </p:sp>
      <p:sp>
        <p:nvSpPr>
          <p:cNvPr id="11" name="설명·계산 행 3">
            <a:extLst xmlns:a="http://schemas.openxmlformats.org/drawingml/2006/main">
              <a:ext uri="{FF2B5EF4-FFF2-40B4-BE49-F238E27FC236}">
                <a16:creationId xmlns:a16="http://schemas.microsoft.com/office/drawing/2014/main" id="{B8C482DF-26B3-4765-B22E-17EBF3D994B6}"/>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BE09C91-32C8-45EF-A840-34DFBEB54D7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525" b="0">
                <a:solidFill>
                  <a:srgbClr val="000000"/>
                </a:solidFill>
                <a:latin typeface="Pretendard"/>
                <a:ea typeface="Pretendard"/>
                <a:cs typeface="Pretendard"/>
              </a:defRPr>
            </a:defPPr>
            <a:lvl1pPr algn="l">
              <a:defRPr sz="3525" b="0">
                <a:solidFill>
                  <a:srgbClr val="000000"/>
                </a:solidFill>
                <a:latin typeface="Pretendard"/>
                <a:ea typeface="Pretendard"/>
                <a:cs typeface="Pretendard"/>
              </a:defRPr>
            </a:lvl1pPr>
            <a:lvl2pPr algn="l">
              <a:defRPr sz="3525" b="0">
                <a:solidFill>
                  <a:srgbClr val="000000"/>
                </a:solidFill>
                <a:latin typeface="Pretendard"/>
                <a:ea typeface="Pretendard"/>
                <a:cs typeface="Pretendard"/>
              </a:defRPr>
            </a:lvl2pPr>
            <a:lvl3pPr algn="l">
              <a:defRPr sz="3525" b="0">
                <a:solidFill>
                  <a:srgbClr val="000000"/>
                </a:solidFill>
                <a:latin typeface="Pretendard"/>
                <a:ea typeface="Pretendard"/>
                <a:cs typeface="Pretendard"/>
              </a:defRPr>
            </a:lvl3pPr>
            <a:lvl4pPr algn="l">
              <a:defRPr sz="3525" b="0">
                <a:solidFill>
                  <a:srgbClr val="000000"/>
                </a:solidFill>
                <a:latin typeface="Pretendard"/>
                <a:ea typeface="Pretendard"/>
                <a:cs typeface="Pretendard"/>
              </a:defRPr>
            </a:lvl4pPr>
            <a:lvl5pPr algn="l">
              <a:defRPr sz="3525" b="0">
                <a:solidFill>
                  <a:srgbClr val="000000"/>
                </a:solidFill>
                <a:latin typeface="Pretendard"/>
                <a:ea typeface="Pretendard"/>
                <a:cs typeface="Pretendard"/>
              </a:defRPr>
            </a:lvl5pPr>
            <a:lvl6pPr algn="l">
              <a:defRPr sz="3525" b="0">
                <a:solidFill>
                  <a:srgbClr val="000000"/>
                </a:solidFill>
                <a:latin typeface="Pretendard"/>
                <a:ea typeface="Pretendard"/>
                <a:cs typeface="Pretendard"/>
              </a:defRPr>
            </a:lvl6pPr>
            <a:lvl7pPr algn="l">
              <a:defRPr sz="3525" b="0">
                <a:solidFill>
                  <a:srgbClr val="000000"/>
                </a:solidFill>
                <a:latin typeface="Pretendard"/>
                <a:ea typeface="Pretendard"/>
                <a:cs typeface="Pretendard"/>
              </a:defRPr>
            </a:lvl7pPr>
            <a:lvl8pPr algn="l">
              <a:defRPr sz="3525" b="0">
                <a:solidFill>
                  <a:srgbClr val="000000"/>
                </a:solidFill>
                <a:latin typeface="Pretendard"/>
                <a:ea typeface="Pretendard"/>
                <a:cs typeface="Pretendard"/>
              </a:defRPr>
            </a:lvl8pPr>
            <a:lvl9pPr algn="l">
              <a:defRPr sz="3525" b="0">
                <a:solidFill>
                  <a:srgbClr val="000000"/>
                </a:solidFill>
                <a:latin typeface="Pretendard"/>
                <a:ea typeface="Pretendard"/>
                <a:cs typeface="Pretendard"/>
              </a:defRPr>
            </a:lvl9pPr>
          </a:lstStyle>
          <a:p xmlns:a="http://schemas.openxmlformats.org/drawingml/2006/main">
            <a:pPr algn="l">
              <a:defRPr sz="3525" b="0">
                <a:solidFill>
                  <a:srgbClr val="000000"/>
                </a:solidFill>
                <a:latin typeface="Pretendard"/>
                <a:ea typeface="Pretendard"/>
                <a:cs typeface="Pretendard"/>
              </a:defRPr>
            </a:pPr>
            <a:r>
              <a:t>· 두 결과의 차이: 0.50 kJ/mol</a:t>
            </a:r>
          </a:p>
        </p:txBody>
      </p:sp>
    </p:spTree>
    <p:extLst>
      <p:ext uri="{BB962C8B-B14F-4D97-AF65-F5344CB8AC3E}">
        <p14:creationId xmlns:p14="http://schemas.microsoft.com/office/powerpoint/2010/main" val="146865781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2C650B5-0303-462C-AD4D-F2634112B0DF}"/>
              </a:ext>
            </a:extLst>
          </p:cNvPr>
          <p:cNvPicPr>
            <a:picLocks xmlns:a="http://schemas.openxmlformats.org/drawingml/2006/main" noChangeAspect="1"/>
          </p:cNvPicPr>
          <p:nvPr/>
        </p:nvPicPr>
        <p:blipFill>
          <a:blip xmlns:r="http://schemas.openxmlformats.org/officeDocument/2006/relationships" xmlns:a="http://schemas.openxmlformats.org/drawingml/2006/main" r:embed="R7f3a5ff567d84e28"/>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FFE1F5-BC95-4445-AB55-F3B0A76F3482}"/>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65851758-63E7-43BA-9691-E8274EC06AE7}"/>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2FFA34D1-1EC2-4CE6-9074-85680B5336B4}"/>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8FC05FA-74F4-42A6-B3E9-903C1D0347C4}"/>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B9D0A5FF-DB6B-440F-838E-D3EB3BB50E99}"/>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t>직접 재지 못한 </a:t>
            </a:r>
            <a:r>
              <a:t>Δ</a:t>
            </a:r>
            <a:r>
              <a:rPr i="1">
                <a:latin typeface="Pretendard"/>
                <a:ea typeface="Pretendard"/>
                <a:cs typeface="Pretendard"/>
              </a:rPr>
              <a:t>H</a:t>
            </a:r>
            <a:r>
              <a:t>를 알게 되는 까닭</a:t>
            </a:r>
          </a:p>
        </p:txBody>
      </p:sp>
      <p:sp>
        <p:nvSpPr>
          <p:cNvPr id="7" name="설명·계산 행 1">
            <a:extLst xmlns:a="http://schemas.openxmlformats.org/drawingml/2006/main">
              <a:ext uri="{FF2B5EF4-FFF2-40B4-BE49-F238E27FC236}">
                <a16:creationId xmlns:a16="http://schemas.microsoft.com/office/drawing/2014/main" id="{B90292B9-A96A-4861-8C6C-967AE9D441C8}"/>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A0F3C8BB-B5AC-4F64-8BBB-331F149C9441}"/>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이미 알고 있는 반응들을 조합한다.</a:t>
            </a:r>
          </a:p>
        </p:txBody>
      </p:sp>
      <p:sp>
        <p:nvSpPr>
          <p:cNvPr id="9" name="설명·계산 행 2">
            <a:extLst xmlns:a="http://schemas.openxmlformats.org/drawingml/2006/main">
              <a:ext uri="{FF2B5EF4-FFF2-40B4-BE49-F238E27FC236}">
                <a16:creationId xmlns:a16="http://schemas.microsoft.com/office/drawing/2014/main" id="{2D40A0F7-7F51-4686-AA40-EA46275265AC}"/>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F1264927-47FC-475D-87E6-16D5D61D669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같은 처음 상태와 나중 상태를 만든다.</a:t>
            </a:r>
          </a:p>
        </p:txBody>
      </p:sp>
      <p:sp>
        <p:nvSpPr>
          <p:cNvPr id="11" name="설명·계산 행 3">
            <a:extLst xmlns:a="http://schemas.openxmlformats.org/drawingml/2006/main">
              <a:ext uri="{FF2B5EF4-FFF2-40B4-BE49-F238E27FC236}">
                <a16:creationId xmlns:a16="http://schemas.microsoft.com/office/drawing/2014/main" id="{2D22FEF3-8E60-4106-AB9B-D49B901691FD}"/>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CFE141D2-4B72-4E6C-A4F9-FEF96C7977D2}"/>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0">
                <a:solidFill>
                  <a:srgbClr val="000000"/>
                </a:solidFill>
                <a:latin typeface="Pretendard"/>
                <a:ea typeface="Pretendard"/>
                <a:cs typeface="Pretendard"/>
              </a:defRPr>
            </a:defPPr>
            <a:lvl1pPr algn="l">
              <a:defRPr sz="3600" b="0">
                <a:solidFill>
                  <a:srgbClr val="000000"/>
                </a:solidFill>
                <a:latin typeface="Pretendard"/>
                <a:ea typeface="Pretendard"/>
                <a:cs typeface="Pretendard"/>
              </a:defRPr>
            </a:lvl1pPr>
            <a:lvl2pPr algn="l">
              <a:defRPr sz="3600" b="0">
                <a:solidFill>
                  <a:srgbClr val="000000"/>
                </a:solidFill>
                <a:latin typeface="Pretendard"/>
                <a:ea typeface="Pretendard"/>
                <a:cs typeface="Pretendard"/>
              </a:defRPr>
            </a:lvl2pPr>
            <a:lvl3pPr algn="l">
              <a:defRPr sz="3600" b="0">
                <a:solidFill>
                  <a:srgbClr val="000000"/>
                </a:solidFill>
                <a:latin typeface="Pretendard"/>
                <a:ea typeface="Pretendard"/>
                <a:cs typeface="Pretendard"/>
              </a:defRPr>
            </a:lvl3pPr>
            <a:lvl4pPr algn="l">
              <a:defRPr sz="3600" b="0">
                <a:solidFill>
                  <a:srgbClr val="000000"/>
                </a:solidFill>
                <a:latin typeface="Pretendard"/>
                <a:ea typeface="Pretendard"/>
                <a:cs typeface="Pretendard"/>
              </a:defRPr>
            </a:lvl4pPr>
            <a:lvl5pPr algn="l">
              <a:defRPr sz="3600" b="0">
                <a:solidFill>
                  <a:srgbClr val="000000"/>
                </a:solidFill>
                <a:latin typeface="Pretendard"/>
                <a:ea typeface="Pretendard"/>
                <a:cs typeface="Pretendard"/>
              </a:defRPr>
            </a:lvl5pPr>
            <a:lvl6pPr algn="l">
              <a:defRPr sz="3600" b="0">
                <a:solidFill>
                  <a:srgbClr val="000000"/>
                </a:solidFill>
                <a:latin typeface="Pretendard"/>
                <a:ea typeface="Pretendard"/>
                <a:cs typeface="Pretendard"/>
              </a:defRPr>
            </a:lvl6pPr>
            <a:lvl7pPr algn="l">
              <a:defRPr sz="3600" b="0">
                <a:solidFill>
                  <a:srgbClr val="000000"/>
                </a:solidFill>
                <a:latin typeface="Pretendard"/>
                <a:ea typeface="Pretendard"/>
                <a:cs typeface="Pretendard"/>
              </a:defRPr>
            </a:lvl7pPr>
            <a:lvl8pPr algn="l">
              <a:defRPr sz="3600" b="0">
                <a:solidFill>
                  <a:srgbClr val="000000"/>
                </a:solidFill>
                <a:latin typeface="Pretendard"/>
                <a:ea typeface="Pretendard"/>
                <a:cs typeface="Pretendard"/>
              </a:defRPr>
            </a:lvl8pPr>
            <a:lvl9pPr algn="l">
              <a:defRPr sz="3600" b="0">
                <a:solidFill>
                  <a:srgbClr val="000000"/>
                </a:solidFill>
                <a:latin typeface="Pretendard"/>
                <a:ea typeface="Pretendard"/>
                <a:cs typeface="Pretendard"/>
              </a:defRPr>
            </a:lvl9pPr>
          </a:lstStyle>
          <a:p xmlns:a="http://schemas.openxmlformats.org/drawingml/2006/main">
            <a:pPr algn="l">
              <a:defRPr sz="3600" b="0">
                <a:solidFill>
                  <a:srgbClr val="000000"/>
                </a:solidFill>
                <a:latin typeface="Pretendard"/>
                <a:ea typeface="Pretendard"/>
                <a:cs typeface="Pretendard"/>
              </a:defRPr>
            </a:pPr>
            <a:r>
              <a:t>· 알려진 </a:t>
            </a:r>
            <a:r>
              <a:t>Δ</a:t>
            </a:r>
            <a:r>
              <a:rPr i="1">
                <a:latin typeface="Pretendard"/>
                <a:ea typeface="Pretendard"/>
                <a:cs typeface="Pretendard"/>
              </a:rPr>
              <a:t>H</a:t>
            </a:r>
            <a:r>
              <a:t>를 더해 미지의 </a:t>
            </a:r>
            <a:r>
              <a:t>Δ</a:t>
            </a:r>
            <a:r>
              <a:rPr i="1">
                <a:latin typeface="Pretendard"/>
                <a:ea typeface="Pretendard"/>
                <a:cs typeface="Pretendard"/>
              </a:rPr>
              <a:t>H</a:t>
            </a:r>
            <a:r>
              <a:t>를 구한다.</a:t>
            </a:r>
          </a:p>
        </p:txBody>
      </p:sp>
    </p:spTree>
    <p:extLst>
      <p:ext uri="{BB962C8B-B14F-4D97-AF65-F5344CB8AC3E}">
        <p14:creationId xmlns:p14="http://schemas.microsoft.com/office/powerpoint/2010/main" val="37990921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5DB43C0-AC28-4D09-B7B6-17A9317A2AFE}"/>
              </a:ext>
            </a:extLst>
          </p:cNvPr>
          <p:cNvPicPr>
            <a:picLocks xmlns:a="http://schemas.openxmlformats.org/drawingml/2006/main" noChangeAspect="1"/>
          </p:cNvPicPr>
          <p:nvPr/>
        </p:nvPicPr>
        <p:blipFill>
          <a:blip xmlns:r="http://schemas.openxmlformats.org/officeDocument/2006/relationships" xmlns:a="http://schemas.openxmlformats.org/drawingml/2006/main" r:embed="Rdb58eb78d84a48d6"/>
          <a:stretch xmlns:a="http://schemas.openxmlformats.org/drawingml/2006/main"/>
        </p:blipFill>
        <p:spPr>
          <a:xfrm xmlns:a="http://schemas.openxmlformats.org/drawingml/2006/main">
            <a:off x="16941803" y="382586"/>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C755916-4D21-4CAC-8278-1D975F75DD6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000000"/>
                </a:solidFill>
                <a:latin typeface="Pretendard"/>
                <a:ea typeface="Pretendard"/>
                <a:cs typeface="Pretendard"/>
              </a:defRPr>
            </a:defPPr>
            <a:lvl1pPr algn="r">
              <a:defRPr sz="1575" b="0">
                <a:solidFill>
                  <a:srgbClr val="000000"/>
                </a:solidFill>
                <a:latin typeface="Pretendard"/>
                <a:ea typeface="Pretendard"/>
                <a:cs typeface="Pretendard"/>
              </a:defRPr>
            </a:lvl1pPr>
            <a:lvl2pPr algn="r">
              <a:defRPr sz="1575" b="0">
                <a:solidFill>
                  <a:srgbClr val="000000"/>
                </a:solidFill>
                <a:latin typeface="Pretendard"/>
                <a:ea typeface="Pretendard"/>
                <a:cs typeface="Pretendard"/>
              </a:defRPr>
            </a:lvl2pPr>
            <a:lvl3pPr algn="r">
              <a:defRPr sz="1575" b="0">
                <a:solidFill>
                  <a:srgbClr val="000000"/>
                </a:solidFill>
                <a:latin typeface="Pretendard"/>
                <a:ea typeface="Pretendard"/>
                <a:cs typeface="Pretendard"/>
              </a:defRPr>
            </a:lvl3pPr>
            <a:lvl4pPr algn="r">
              <a:defRPr sz="1575" b="0">
                <a:solidFill>
                  <a:srgbClr val="000000"/>
                </a:solidFill>
                <a:latin typeface="Pretendard"/>
                <a:ea typeface="Pretendard"/>
                <a:cs typeface="Pretendard"/>
              </a:defRPr>
            </a:lvl4pPr>
            <a:lvl5pPr algn="r">
              <a:defRPr sz="1575" b="0">
                <a:solidFill>
                  <a:srgbClr val="000000"/>
                </a:solidFill>
                <a:latin typeface="Pretendard"/>
                <a:ea typeface="Pretendard"/>
                <a:cs typeface="Pretendard"/>
              </a:defRPr>
            </a:lvl5pPr>
            <a:lvl6pPr algn="r">
              <a:defRPr sz="1575" b="0">
                <a:solidFill>
                  <a:srgbClr val="000000"/>
                </a:solidFill>
                <a:latin typeface="Pretendard"/>
                <a:ea typeface="Pretendard"/>
                <a:cs typeface="Pretendard"/>
              </a:defRPr>
            </a:lvl6pPr>
            <a:lvl7pPr algn="r">
              <a:defRPr sz="1575" b="0">
                <a:solidFill>
                  <a:srgbClr val="000000"/>
                </a:solidFill>
                <a:latin typeface="Pretendard"/>
                <a:ea typeface="Pretendard"/>
                <a:cs typeface="Pretendard"/>
              </a:defRPr>
            </a:lvl7pPr>
            <a:lvl8pPr algn="r">
              <a:defRPr sz="1575" b="0">
                <a:solidFill>
                  <a:srgbClr val="000000"/>
                </a:solidFill>
                <a:latin typeface="Pretendard"/>
                <a:ea typeface="Pretendard"/>
                <a:cs typeface="Pretendard"/>
              </a:defRPr>
            </a:lvl8pPr>
            <a:lvl9pPr algn="r">
              <a:defRPr sz="1575" b="0">
                <a:solidFill>
                  <a:srgbClr val="000000"/>
                </a:solidFill>
                <a:latin typeface="Pretendard"/>
                <a:ea typeface="Pretendard"/>
                <a:cs typeface="Pretendard"/>
              </a:defRPr>
            </a:lvl9pPr>
          </a:lstStyle>
          <a:p xmlns:a="http://schemas.openxmlformats.org/drawingml/2006/main">
            <a:pPr algn="r">
              <a:defRPr sz="1575" b="0">
                <a:solidFill>
                  <a:srgbClr val="000000"/>
                </a:solidFill>
                <a:latin typeface="Pretendard"/>
                <a:ea typeface="Pretendard"/>
                <a:cs typeface="Pretendard"/>
              </a:defRPr>
            </a:pPr>
            <a:r>
              <a:rPr sz="1575" b="0">
                <a:solidFill>
                  <a:srgbClr val="000000"/>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17C3CC-3F10-4070-90E0-D47D0DD7108C}"/>
              </a:ext>
            </a:extLst>
          </p:cNvPr>
          <p:cNvSpPr>
            <a:spLocks xmlns:a="http://schemas.openxmlformats.org/drawingml/2006/main" noGrp="1"/>
          </p:cNvSpPr>
          <p:nvPr/>
        </p:nvSpPr>
        <p:spPr>
          <a:xfrm xmlns:a="http://schemas.openxmlformats.org/drawingml/2006/main">
            <a:off x="685800" y="723900"/>
            <a:ext cx="1457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898989"/>
                </a:solidFill>
                <a:latin typeface="Pretendard"/>
                <a:ea typeface="Pretendard"/>
                <a:cs typeface="Pretendard"/>
              </a:defRPr>
            </a:defPPr>
            <a:lvl1pPr algn="l">
              <a:defRPr sz="2850" b="1">
                <a:solidFill>
                  <a:srgbClr val="898989"/>
                </a:solidFill>
                <a:latin typeface="Pretendard"/>
                <a:ea typeface="Pretendard"/>
                <a:cs typeface="Pretendard"/>
              </a:defRPr>
            </a:lvl1pPr>
            <a:lvl2pPr algn="l">
              <a:defRPr sz="2850" b="1">
                <a:solidFill>
                  <a:srgbClr val="898989"/>
                </a:solidFill>
                <a:latin typeface="Pretendard"/>
                <a:ea typeface="Pretendard"/>
                <a:cs typeface="Pretendard"/>
              </a:defRPr>
            </a:lvl2pPr>
            <a:lvl3pPr algn="l">
              <a:defRPr sz="2850" b="1">
                <a:solidFill>
                  <a:srgbClr val="898989"/>
                </a:solidFill>
                <a:latin typeface="Pretendard"/>
                <a:ea typeface="Pretendard"/>
                <a:cs typeface="Pretendard"/>
              </a:defRPr>
            </a:lvl3pPr>
            <a:lvl4pPr algn="l">
              <a:defRPr sz="2850" b="1">
                <a:solidFill>
                  <a:srgbClr val="898989"/>
                </a:solidFill>
                <a:latin typeface="Pretendard"/>
                <a:ea typeface="Pretendard"/>
                <a:cs typeface="Pretendard"/>
              </a:defRPr>
            </a:lvl4pPr>
            <a:lvl5pPr algn="l">
              <a:defRPr sz="2850" b="1">
                <a:solidFill>
                  <a:srgbClr val="898989"/>
                </a:solidFill>
                <a:latin typeface="Pretendard"/>
                <a:ea typeface="Pretendard"/>
                <a:cs typeface="Pretendard"/>
              </a:defRPr>
            </a:lvl5pPr>
            <a:lvl6pPr algn="l">
              <a:defRPr sz="2850" b="1">
                <a:solidFill>
                  <a:srgbClr val="898989"/>
                </a:solidFill>
                <a:latin typeface="Pretendard"/>
                <a:ea typeface="Pretendard"/>
                <a:cs typeface="Pretendard"/>
              </a:defRPr>
            </a:lvl6pPr>
            <a:lvl7pPr algn="l">
              <a:defRPr sz="2850" b="1">
                <a:solidFill>
                  <a:srgbClr val="898989"/>
                </a:solidFill>
                <a:latin typeface="Pretendard"/>
                <a:ea typeface="Pretendard"/>
                <a:cs typeface="Pretendard"/>
              </a:defRPr>
            </a:lvl7pPr>
            <a:lvl8pPr algn="l">
              <a:defRPr sz="2850" b="1">
                <a:solidFill>
                  <a:srgbClr val="898989"/>
                </a:solidFill>
                <a:latin typeface="Pretendard"/>
                <a:ea typeface="Pretendard"/>
                <a:cs typeface="Pretendard"/>
              </a:defRPr>
            </a:lvl8pPr>
            <a:lvl9pPr algn="l">
              <a:defRPr sz="2850" b="1">
                <a:solidFill>
                  <a:srgbClr val="898989"/>
                </a:solidFill>
                <a:latin typeface="Pretendard"/>
                <a:ea typeface="Pretendard"/>
                <a:cs typeface="Pretendard"/>
              </a:defRPr>
            </a:lvl9pPr>
          </a:lstStyle>
          <a:p xmlns:a="http://schemas.openxmlformats.org/drawingml/2006/main">
            <a:pPr algn="l">
              <a:defRPr sz="2850" b="1">
                <a:solidFill>
                  <a:srgbClr val="898989"/>
                </a:solidFill>
                <a:latin typeface="Pretendard"/>
                <a:ea typeface="Pretendard"/>
                <a:cs typeface="Pretendard"/>
              </a:defRPr>
            </a:pPr>
            <a:r>
              <a:rPr sz="285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F54F205D-0688-4E1D-8C45-7C2C939A6F7B}"/>
              </a:ext>
            </a:extLst>
          </p:cNvPr>
          <p:cNvSpPr>
            <a:spLocks xmlns:a="http://schemas.openxmlformats.org/drawingml/2006/main" noGrp="1"/>
          </p:cNvSpPr>
          <p:nvPr/>
        </p:nvSpPr>
        <p:spPr>
          <a:xfrm xmlns:a="http://schemas.openxmlformats.org/drawingml/2006/main">
            <a:off x="68580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57962F"/>
                </a:solidFill>
                <a:latin typeface="Pretendard"/>
                <a:ea typeface="Pretendard"/>
                <a:cs typeface="Pretendard"/>
              </a:defRPr>
            </a:defPPr>
            <a:lvl1pPr algn="l">
              <a:defRPr sz="3660" b="1">
                <a:solidFill>
                  <a:srgbClr val="57962F"/>
                </a:solidFill>
                <a:latin typeface="Pretendard"/>
                <a:ea typeface="Pretendard"/>
                <a:cs typeface="Pretendard"/>
              </a:defRPr>
            </a:lvl1pPr>
            <a:lvl2pPr algn="l">
              <a:defRPr sz="3660" b="1">
                <a:solidFill>
                  <a:srgbClr val="57962F"/>
                </a:solidFill>
                <a:latin typeface="Pretendard"/>
                <a:ea typeface="Pretendard"/>
                <a:cs typeface="Pretendard"/>
              </a:defRPr>
            </a:lvl2pPr>
            <a:lvl3pPr algn="l">
              <a:defRPr sz="3660" b="1">
                <a:solidFill>
                  <a:srgbClr val="57962F"/>
                </a:solidFill>
                <a:latin typeface="Pretendard"/>
                <a:ea typeface="Pretendard"/>
                <a:cs typeface="Pretendard"/>
              </a:defRPr>
            </a:lvl3pPr>
            <a:lvl4pPr algn="l">
              <a:defRPr sz="3660" b="1">
                <a:solidFill>
                  <a:srgbClr val="57962F"/>
                </a:solidFill>
                <a:latin typeface="Pretendard"/>
                <a:ea typeface="Pretendard"/>
                <a:cs typeface="Pretendard"/>
              </a:defRPr>
            </a:lvl4pPr>
            <a:lvl5pPr algn="l">
              <a:defRPr sz="3660" b="1">
                <a:solidFill>
                  <a:srgbClr val="57962F"/>
                </a:solidFill>
                <a:latin typeface="Pretendard"/>
                <a:ea typeface="Pretendard"/>
                <a:cs typeface="Pretendard"/>
              </a:defRPr>
            </a:lvl5pPr>
            <a:lvl6pPr algn="l">
              <a:defRPr sz="3660" b="1">
                <a:solidFill>
                  <a:srgbClr val="57962F"/>
                </a:solidFill>
                <a:latin typeface="Pretendard"/>
                <a:ea typeface="Pretendard"/>
                <a:cs typeface="Pretendard"/>
              </a:defRPr>
            </a:lvl6pPr>
            <a:lvl7pPr algn="l">
              <a:defRPr sz="3660" b="1">
                <a:solidFill>
                  <a:srgbClr val="57962F"/>
                </a:solidFill>
                <a:latin typeface="Pretendard"/>
                <a:ea typeface="Pretendard"/>
                <a:cs typeface="Pretendard"/>
              </a:defRPr>
            </a:lvl7pPr>
            <a:lvl8pPr algn="l">
              <a:defRPr sz="3660" b="1">
                <a:solidFill>
                  <a:srgbClr val="57962F"/>
                </a:solidFill>
                <a:latin typeface="Pretendard"/>
                <a:ea typeface="Pretendard"/>
                <a:cs typeface="Pretendard"/>
              </a:defRPr>
            </a:lvl8pPr>
            <a:lvl9pPr algn="l">
              <a:defRPr sz="3660" b="1">
                <a:solidFill>
                  <a:srgbClr val="57962F"/>
                </a:solidFill>
                <a:latin typeface="Pretendard"/>
                <a:ea typeface="Pretendard"/>
                <a:cs typeface="Pretendard"/>
              </a:defRPr>
            </a:lvl9pPr>
          </a:lstStyle>
          <a:p xmlns:a="http://schemas.openxmlformats.org/drawingml/2006/main">
            <a:pPr algn="l">
              <a:defRPr sz="3660" b="1">
                <a:solidFill>
                  <a:srgbClr val="57962F"/>
                </a:solidFill>
                <a:latin typeface="Pretendard"/>
                <a:ea typeface="Pretendard"/>
                <a:cs typeface="Pretendard"/>
              </a:defRPr>
            </a:pPr>
            <a:r>
              <a:rPr sz="3660" b="1">
                <a:solidFill>
                  <a:srgbClr val="57962F"/>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85572218-B64A-4C50-9AB9-1DD964D23C20}"/>
              </a:ext>
            </a:extLst>
          </p:cNvPr>
          <p:cNvSpPr>
            <a:spLocks xmlns:a="http://schemas.openxmlformats.org/drawingml/2006/main" noGrp="1"/>
          </p:cNvSpPr>
          <p:nvPr/>
        </p:nvSpPr>
        <p:spPr>
          <a:xfrm xmlns:a="http://schemas.openxmlformats.org/drawingml/2006/main">
            <a:off x="13906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60" b="1">
                <a:solidFill>
                  <a:srgbClr val="000000"/>
                </a:solidFill>
                <a:latin typeface="Pretendard"/>
                <a:ea typeface="Pretendard"/>
                <a:cs typeface="Pretendard"/>
              </a:defRPr>
            </a:defPPr>
            <a:lvl1pPr algn="l">
              <a:defRPr sz="3660" b="1">
                <a:solidFill>
                  <a:srgbClr val="000000"/>
                </a:solidFill>
                <a:latin typeface="Pretendard"/>
                <a:ea typeface="Pretendard"/>
                <a:cs typeface="Pretendard"/>
              </a:defRPr>
            </a:lvl1pPr>
            <a:lvl2pPr algn="l">
              <a:defRPr sz="3660" b="1">
                <a:solidFill>
                  <a:srgbClr val="000000"/>
                </a:solidFill>
                <a:latin typeface="Pretendard"/>
                <a:ea typeface="Pretendard"/>
                <a:cs typeface="Pretendard"/>
              </a:defRPr>
            </a:lvl2pPr>
            <a:lvl3pPr algn="l">
              <a:defRPr sz="3660" b="1">
                <a:solidFill>
                  <a:srgbClr val="000000"/>
                </a:solidFill>
                <a:latin typeface="Pretendard"/>
                <a:ea typeface="Pretendard"/>
                <a:cs typeface="Pretendard"/>
              </a:defRPr>
            </a:lvl3pPr>
            <a:lvl4pPr algn="l">
              <a:defRPr sz="3660" b="1">
                <a:solidFill>
                  <a:srgbClr val="000000"/>
                </a:solidFill>
                <a:latin typeface="Pretendard"/>
                <a:ea typeface="Pretendard"/>
                <a:cs typeface="Pretendard"/>
              </a:defRPr>
            </a:lvl4pPr>
            <a:lvl5pPr algn="l">
              <a:defRPr sz="3660" b="1">
                <a:solidFill>
                  <a:srgbClr val="000000"/>
                </a:solidFill>
                <a:latin typeface="Pretendard"/>
                <a:ea typeface="Pretendard"/>
                <a:cs typeface="Pretendard"/>
              </a:defRPr>
            </a:lvl5pPr>
            <a:lvl6pPr algn="l">
              <a:defRPr sz="3660" b="1">
                <a:solidFill>
                  <a:srgbClr val="000000"/>
                </a:solidFill>
                <a:latin typeface="Pretendard"/>
                <a:ea typeface="Pretendard"/>
                <a:cs typeface="Pretendard"/>
              </a:defRPr>
            </a:lvl6pPr>
            <a:lvl7pPr algn="l">
              <a:defRPr sz="3660" b="1">
                <a:solidFill>
                  <a:srgbClr val="000000"/>
                </a:solidFill>
                <a:latin typeface="Pretendard"/>
                <a:ea typeface="Pretendard"/>
                <a:cs typeface="Pretendard"/>
              </a:defRPr>
            </a:lvl7pPr>
            <a:lvl8pPr algn="l">
              <a:defRPr sz="3660" b="1">
                <a:solidFill>
                  <a:srgbClr val="000000"/>
                </a:solidFill>
                <a:latin typeface="Pretendard"/>
                <a:ea typeface="Pretendard"/>
                <a:cs typeface="Pretendard"/>
              </a:defRPr>
            </a:lvl8pPr>
            <a:lvl9pPr algn="l">
              <a:defRPr sz="3660" b="1">
                <a:solidFill>
                  <a:srgbClr val="000000"/>
                </a:solidFill>
                <a:latin typeface="Pretendard"/>
                <a:ea typeface="Pretendard"/>
                <a:cs typeface="Pretendard"/>
              </a:defRPr>
            </a:lvl9pPr>
          </a:lstStyle>
          <a:p xmlns:a="http://schemas.openxmlformats.org/drawingml/2006/main">
            <a:pPr algn="l">
              <a:defRPr sz="3660" b="1">
                <a:solidFill>
                  <a:srgbClr val="000000"/>
                </a:solidFill>
                <a:latin typeface="Pretendard"/>
                <a:ea typeface="Pretendard"/>
                <a:cs typeface="Pretendard"/>
              </a:defRPr>
            </a:pPr>
            <a:r>
              <a:rPr sz="3660" b="1">
                <a:solidFill>
                  <a:srgbClr val="000000"/>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F48D7AEA-28BE-4BF8-B8F1-B866073975E4}"/>
              </a:ext>
            </a:extLst>
          </p:cNvPr>
          <p:cNvSpPr>
            <a:spLocks xmlns:a="http://schemas.openxmlformats.org/drawingml/2006/main" noGrp="1"/>
          </p:cNvSpPr>
          <p:nvPr/>
        </p:nvSpPr>
        <p:spPr>
          <a:xfrm xmlns:a="http://schemas.openxmlformats.org/drawingml/2006/main">
            <a:off x="952500" y="2571750"/>
            <a:ext cx="1638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5730" b="1">
                <a:solidFill>
                  <a:srgbClr val="000000"/>
                </a:solidFill>
                <a:latin typeface="Pretendard"/>
                <a:ea typeface="Pretendard"/>
                <a:cs typeface="Pretendard"/>
              </a:defRPr>
            </a:defPPr>
            <a:lvl1pPr algn="ctr">
              <a:defRPr sz="5730" b="1">
                <a:solidFill>
                  <a:srgbClr val="000000"/>
                </a:solidFill>
                <a:latin typeface="Pretendard"/>
                <a:ea typeface="Pretendard"/>
                <a:cs typeface="Pretendard"/>
              </a:defRPr>
            </a:lvl1pPr>
            <a:lvl2pPr algn="ctr">
              <a:defRPr sz="5730" b="1">
                <a:solidFill>
                  <a:srgbClr val="000000"/>
                </a:solidFill>
                <a:latin typeface="Pretendard"/>
                <a:ea typeface="Pretendard"/>
                <a:cs typeface="Pretendard"/>
              </a:defRPr>
            </a:lvl2pPr>
            <a:lvl3pPr algn="ctr">
              <a:defRPr sz="5730" b="1">
                <a:solidFill>
                  <a:srgbClr val="000000"/>
                </a:solidFill>
                <a:latin typeface="Pretendard"/>
                <a:ea typeface="Pretendard"/>
                <a:cs typeface="Pretendard"/>
              </a:defRPr>
            </a:lvl3pPr>
            <a:lvl4pPr algn="ctr">
              <a:defRPr sz="5730" b="1">
                <a:solidFill>
                  <a:srgbClr val="000000"/>
                </a:solidFill>
                <a:latin typeface="Pretendard"/>
                <a:ea typeface="Pretendard"/>
                <a:cs typeface="Pretendard"/>
              </a:defRPr>
            </a:lvl4pPr>
            <a:lvl5pPr algn="ctr">
              <a:defRPr sz="5730" b="1">
                <a:solidFill>
                  <a:srgbClr val="000000"/>
                </a:solidFill>
                <a:latin typeface="Pretendard"/>
                <a:ea typeface="Pretendard"/>
                <a:cs typeface="Pretendard"/>
              </a:defRPr>
            </a:lvl5pPr>
            <a:lvl6pPr algn="ctr">
              <a:defRPr sz="5730" b="1">
                <a:solidFill>
                  <a:srgbClr val="000000"/>
                </a:solidFill>
                <a:latin typeface="Pretendard"/>
                <a:ea typeface="Pretendard"/>
                <a:cs typeface="Pretendard"/>
              </a:defRPr>
            </a:lvl6pPr>
            <a:lvl7pPr algn="ctr">
              <a:defRPr sz="5730" b="1">
                <a:solidFill>
                  <a:srgbClr val="000000"/>
                </a:solidFill>
                <a:latin typeface="Pretendard"/>
                <a:ea typeface="Pretendard"/>
                <a:cs typeface="Pretendard"/>
              </a:defRPr>
            </a:lvl7pPr>
            <a:lvl8pPr algn="ctr">
              <a:defRPr sz="5730" b="1">
                <a:solidFill>
                  <a:srgbClr val="000000"/>
                </a:solidFill>
                <a:latin typeface="Pretendard"/>
                <a:ea typeface="Pretendard"/>
                <a:cs typeface="Pretendard"/>
              </a:defRPr>
            </a:lvl8pPr>
            <a:lvl9pPr algn="ctr">
              <a:defRPr sz="5730" b="1">
                <a:solidFill>
                  <a:srgbClr val="000000"/>
                </a:solidFill>
                <a:latin typeface="Pretendard"/>
                <a:ea typeface="Pretendard"/>
                <a:cs typeface="Pretendard"/>
              </a:defRPr>
            </a:lvl9pPr>
          </a:lstStyle>
          <a:p xmlns:a="http://schemas.openxmlformats.org/drawingml/2006/main">
            <a:pPr algn="ctr">
              <a:defRPr sz="5730" b="1">
                <a:solidFill>
                  <a:srgbClr val="000000"/>
                </a:solidFill>
                <a:latin typeface="Pretendard"/>
                <a:ea typeface="Pretendard"/>
                <a:cs typeface="Pretendard"/>
              </a:defRPr>
            </a:pPr>
            <a:r>
              <a:rPr sz="5730" b="1">
                <a:solidFill>
                  <a:srgbClr val="000000"/>
                </a:solidFill>
                <a:latin typeface="Pretendard"/>
                <a:ea typeface="Pretendard"/>
                <a:cs typeface="Pretendard"/>
              </a:rPr>
              <a:t>경로와 식으로 설명하기</a:t>
            </a:r>
          </a:p>
        </p:txBody>
      </p:sp>
      <p:sp>
        <p:nvSpPr>
          <p:cNvPr id="7" name="설명·계산 행 1">
            <a:extLst xmlns:a="http://schemas.openxmlformats.org/drawingml/2006/main">
              <a:ext uri="{FF2B5EF4-FFF2-40B4-BE49-F238E27FC236}">
                <a16:creationId xmlns:a16="http://schemas.microsoft.com/office/drawing/2014/main" id="{6B00DE97-F11A-4F0A-954D-A563EC905FEA}"/>
              </a:ext>
            </a:extLst>
          </p:cNvPr>
          <p:cNvSpPr>
            <a:spLocks xmlns:a="http://schemas.openxmlformats.org/drawingml/2006/main" noGrp="1"/>
          </p:cNvSpPr>
          <p:nvPr/>
        </p:nvSpPr>
        <p:spPr>
          <a:xfrm xmlns:a="http://schemas.openxmlformats.org/drawingml/2006/main">
            <a:off x="1828800" y="43338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8" name="설명·계산 문장 1">
            <a:extLst xmlns:a="http://schemas.openxmlformats.org/drawingml/2006/main">
              <a:ext uri="{FF2B5EF4-FFF2-40B4-BE49-F238E27FC236}">
                <a16:creationId xmlns:a16="http://schemas.microsoft.com/office/drawing/2014/main" id="{C73593F8-0E62-4EEC-A5E1-FD558EB458B8}"/>
              </a:ext>
            </a:extLst>
          </p:cNvPr>
          <p:cNvSpPr>
            <a:spLocks xmlns:a="http://schemas.openxmlformats.org/drawingml/2006/main" noGrp="1"/>
          </p:cNvSpPr>
          <p:nvPr/>
        </p:nvSpPr>
        <p:spPr>
          <a:xfrm xmlns:a="http://schemas.openxmlformats.org/drawingml/2006/main">
            <a:off x="2476500" y="45815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CO 생성 반응: </a:t>
            </a:r>
            <a:r>
              <a:t>Δ</a:t>
            </a:r>
            <a:r>
              <a:rPr i="1">
                <a:latin typeface="Pretendard"/>
                <a:ea typeface="Pretendard"/>
                <a:cs typeface="Pretendard"/>
              </a:rPr>
              <a:t>H</a:t>
            </a:r>
            <a:r>
              <a:t>₂ = </a:t>
            </a:r>
            <a:r>
              <a:t>Δ</a:t>
            </a:r>
            <a:r>
              <a:rPr i="1">
                <a:latin typeface="Pretendard"/>
                <a:ea typeface="Pretendard"/>
                <a:cs typeface="Pretendard"/>
              </a:rPr>
              <a:t>H</a:t>
            </a:r>
            <a:r>
              <a:t>₁ − </a:t>
            </a:r>
            <a:r>
              <a:t>Δ</a:t>
            </a:r>
            <a:r>
              <a:rPr i="1">
                <a:latin typeface="Pretendard"/>
                <a:ea typeface="Pretendard"/>
                <a:cs typeface="Pretendard"/>
              </a:rPr>
              <a:t>H</a:t>
            </a:r>
            <a:r>
              <a:t>₃인 까닭을 설명하시오.</a:t>
            </a:r>
          </a:p>
        </p:txBody>
      </p:sp>
      <p:sp>
        <p:nvSpPr>
          <p:cNvPr id="9" name="설명·계산 행 2">
            <a:extLst xmlns:a="http://schemas.openxmlformats.org/drawingml/2006/main">
              <a:ext uri="{FF2B5EF4-FFF2-40B4-BE49-F238E27FC236}">
                <a16:creationId xmlns:a16="http://schemas.microsoft.com/office/drawing/2014/main" id="{1BEF7FE8-C8E1-484D-80BB-EF31CF5BF48D}"/>
              </a:ext>
            </a:extLst>
          </p:cNvPr>
          <p:cNvSpPr>
            <a:spLocks xmlns:a="http://schemas.openxmlformats.org/drawingml/2006/main" noGrp="1"/>
          </p:cNvSpPr>
          <p:nvPr/>
        </p:nvSpPr>
        <p:spPr>
          <a:xfrm xmlns:a="http://schemas.openxmlformats.org/drawingml/2006/main">
            <a:off x="1828800" y="580072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0" name="설명·계산 문장 2">
            <a:extLst xmlns:a="http://schemas.openxmlformats.org/drawingml/2006/main">
              <a:ext uri="{FF2B5EF4-FFF2-40B4-BE49-F238E27FC236}">
                <a16:creationId xmlns:a16="http://schemas.microsoft.com/office/drawing/2014/main" id="{E0E66EF0-B79D-4F21-ABBA-25C880A0F251}"/>
              </a:ext>
            </a:extLst>
          </p:cNvPr>
          <p:cNvSpPr>
            <a:spLocks xmlns:a="http://schemas.openxmlformats.org/drawingml/2006/main" noGrp="1"/>
          </p:cNvSpPr>
          <p:nvPr/>
        </p:nvSpPr>
        <p:spPr>
          <a:xfrm xmlns:a="http://schemas.openxmlformats.org/drawingml/2006/main">
            <a:off x="2476500" y="604837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H₂O</a:t>
            </a:r>
            <a:r>
              <a:t>(</a:t>
            </a:r>
            <a:r>
              <a:rPr i="1">
                <a:latin typeface="Pretendard"/>
                <a:ea typeface="Pretendard"/>
                <a:cs typeface="Pretendard"/>
              </a:rPr>
              <a:t>l</a:t>
            </a:r>
            <a:r>
              <a:t>) → H₂O</a:t>
            </a:r>
            <a:r>
              <a:t>(</a:t>
            </a:r>
            <a:r>
              <a:rPr i="1">
                <a:latin typeface="Pretendard"/>
                <a:ea typeface="Pretendard"/>
                <a:cs typeface="Pretendard"/>
              </a:rPr>
              <a:t>g</a:t>
            </a:r>
            <a:r>
              <a:t>)의 </a:t>
            </a:r>
            <a:r>
              <a:t>Δ</a:t>
            </a:r>
            <a:r>
              <a:rPr i="1">
                <a:latin typeface="Pretendard"/>
                <a:ea typeface="Pretendard"/>
                <a:cs typeface="Pretendard"/>
              </a:rPr>
              <a:t>H</a:t>
            </a:r>
            <a:r>
              <a:t> 부호를 근거와 함께 말하시오.</a:t>
            </a:r>
          </a:p>
        </p:txBody>
      </p:sp>
      <p:sp>
        <p:nvSpPr>
          <p:cNvPr id="11" name="설명·계산 행 3">
            <a:extLst xmlns:a="http://schemas.openxmlformats.org/drawingml/2006/main">
              <a:ext uri="{FF2B5EF4-FFF2-40B4-BE49-F238E27FC236}">
                <a16:creationId xmlns:a16="http://schemas.microsoft.com/office/drawing/2014/main" id="{1CA1A5E6-73CD-4ED0-B8F5-1AC2C75128BA}"/>
              </a:ext>
            </a:extLst>
          </p:cNvPr>
          <p:cNvSpPr>
            <a:spLocks xmlns:a="http://schemas.openxmlformats.org/drawingml/2006/main" noGrp="1"/>
          </p:cNvSpPr>
          <p:nvPr/>
        </p:nvSpPr>
        <p:spPr>
          <a:xfrm xmlns:a="http://schemas.openxmlformats.org/drawingml/2006/main">
            <a:off x="1828800" y="7267575"/>
            <a:ext cx="14639925" cy="1285875"/>
          </a:xfrm>
          <a:prstGeom xmlns:a="http://schemas.openxmlformats.org/drawingml/2006/main" prst="roundRect">
            <a:avLst>
              <a:gd name="adj" fmla="val 13333"/>
            </a:avLst>
          </a:prstGeom>
          <a:solidFill xmlns:a="http://schemas.openxmlformats.org/drawingml/2006/main">
            <a:srgbClr val="F5F5F5"/>
          </a:solidFill>
          <a:ln xmlns:a="http://schemas.openxmlformats.org/drawingml/2006/main" w="0">
            <a:noFill/>
          </a:ln>
        </p:spPr>
      </p:sp>
      <p:sp>
        <p:nvSpPr>
          <p:cNvPr id="12" name="설명·계산 문장 3">
            <a:extLst xmlns:a="http://schemas.openxmlformats.org/drawingml/2006/main">
              <a:ext uri="{FF2B5EF4-FFF2-40B4-BE49-F238E27FC236}">
                <a16:creationId xmlns:a16="http://schemas.microsoft.com/office/drawing/2014/main" id="{341643CB-EA85-495D-B9F2-DDF2F3C65F9A}"/>
              </a:ext>
            </a:extLst>
          </p:cNvPr>
          <p:cNvSpPr>
            <a:spLocks xmlns:a="http://schemas.openxmlformats.org/drawingml/2006/main" noGrp="1"/>
          </p:cNvSpPr>
          <p:nvPr/>
        </p:nvSpPr>
        <p:spPr>
          <a:xfrm xmlns:a="http://schemas.openxmlformats.org/drawingml/2006/main">
            <a:off x="2476500" y="7515225"/>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0">
                <a:solidFill>
                  <a:srgbClr val="000000"/>
                </a:solidFill>
                <a:latin typeface="Pretendard"/>
                <a:ea typeface="Pretendard"/>
                <a:cs typeface="Pretendard"/>
              </a:defRPr>
            </a:defPPr>
            <a:lvl1pPr algn="l">
              <a:defRPr sz="3300" b="0">
                <a:solidFill>
                  <a:srgbClr val="000000"/>
                </a:solidFill>
                <a:latin typeface="Pretendard"/>
                <a:ea typeface="Pretendard"/>
                <a:cs typeface="Pretendard"/>
              </a:defRPr>
            </a:lvl1pPr>
            <a:lvl2pPr algn="l">
              <a:defRPr sz="3300" b="0">
                <a:solidFill>
                  <a:srgbClr val="000000"/>
                </a:solidFill>
                <a:latin typeface="Pretendard"/>
                <a:ea typeface="Pretendard"/>
                <a:cs typeface="Pretendard"/>
              </a:defRPr>
            </a:lvl2pPr>
            <a:lvl3pPr algn="l">
              <a:defRPr sz="3300" b="0">
                <a:solidFill>
                  <a:srgbClr val="000000"/>
                </a:solidFill>
                <a:latin typeface="Pretendard"/>
                <a:ea typeface="Pretendard"/>
                <a:cs typeface="Pretendard"/>
              </a:defRPr>
            </a:lvl3pPr>
            <a:lvl4pPr algn="l">
              <a:defRPr sz="3300" b="0">
                <a:solidFill>
                  <a:srgbClr val="000000"/>
                </a:solidFill>
                <a:latin typeface="Pretendard"/>
                <a:ea typeface="Pretendard"/>
                <a:cs typeface="Pretendard"/>
              </a:defRPr>
            </a:lvl4pPr>
            <a:lvl5pPr algn="l">
              <a:defRPr sz="3300" b="0">
                <a:solidFill>
                  <a:srgbClr val="000000"/>
                </a:solidFill>
                <a:latin typeface="Pretendard"/>
                <a:ea typeface="Pretendard"/>
                <a:cs typeface="Pretendard"/>
              </a:defRPr>
            </a:lvl5pPr>
            <a:lvl6pPr algn="l">
              <a:defRPr sz="3300" b="0">
                <a:solidFill>
                  <a:srgbClr val="000000"/>
                </a:solidFill>
                <a:latin typeface="Pretendard"/>
                <a:ea typeface="Pretendard"/>
                <a:cs typeface="Pretendard"/>
              </a:defRPr>
            </a:lvl6pPr>
            <a:lvl7pPr algn="l">
              <a:defRPr sz="3300" b="0">
                <a:solidFill>
                  <a:srgbClr val="000000"/>
                </a:solidFill>
                <a:latin typeface="Pretendard"/>
                <a:ea typeface="Pretendard"/>
                <a:cs typeface="Pretendard"/>
              </a:defRPr>
            </a:lvl7pPr>
            <a:lvl8pPr algn="l">
              <a:defRPr sz="3300" b="0">
                <a:solidFill>
                  <a:srgbClr val="000000"/>
                </a:solidFill>
                <a:latin typeface="Pretendard"/>
                <a:ea typeface="Pretendard"/>
                <a:cs typeface="Pretendard"/>
              </a:defRPr>
            </a:lvl8pPr>
            <a:lvl9pPr algn="l">
              <a:defRPr sz="3300" b="0">
                <a:solidFill>
                  <a:srgbClr val="000000"/>
                </a:solidFill>
                <a:latin typeface="Pretendard"/>
                <a:ea typeface="Pretendard"/>
                <a:cs typeface="Pretendard"/>
              </a:defRPr>
            </a:lvl9pPr>
          </a:lstStyle>
          <a:p xmlns:a="http://schemas.openxmlformats.org/drawingml/2006/main">
            <a:pPr algn="l">
              <a:defRPr sz="3300" b="0">
                <a:solidFill>
                  <a:srgbClr val="000000"/>
                </a:solidFill>
                <a:latin typeface="Pretendard"/>
                <a:ea typeface="Pretendard"/>
                <a:cs typeface="Pretendard"/>
              </a:defRPr>
            </a:pPr>
            <a:r>
              <a:t>· 실험값이 정확히 같지 않을 수 있는 이유를 말하시오.</a:t>
            </a:r>
          </a:p>
        </p:txBody>
      </p:sp>
    </p:spTree>
    <p:extLst>
      <p:ext uri="{BB962C8B-B14F-4D97-AF65-F5344CB8AC3E}">
        <p14:creationId xmlns:p14="http://schemas.microsoft.com/office/powerpoint/2010/main" val="14057976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2026-10-26T15:10:03.2690000Z</dcterms:created>
  <dcterms:modified xsi:type="dcterms:W3CDTF">2026-10-26T15:10:03.2690000Z</dcterms:modified>
</coreProperties>
</file>