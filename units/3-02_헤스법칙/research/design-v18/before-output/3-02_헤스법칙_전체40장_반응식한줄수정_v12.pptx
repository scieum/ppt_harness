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ff5dae0ab3438b" /><Relationship Type="http://schemas.openxmlformats.org/officeDocument/2006/relationships/extended-properties" Target="/docProps/app.xml" Id="Rb40f2075ec7f4869" /><Relationship Type="http://schemas.openxmlformats.org/officeDocument/2006/relationships/officeDocument" Target="/ppt/presentation.xml" Id="R27b672a69ce94cde" /></Relationships>
</file>

<file path=ppt/presentation.xml><?xml version="1.0" encoding="utf-8"?>
<p:presentation xmlns:p="http://schemas.openxmlformats.org/presentationml/2006/main">
  <p:sldMasterIdLst>
    <p:sldMasterId xmlns:r="http://schemas.openxmlformats.org/officeDocument/2006/relationships" id="2147483648" r:id="R0961cc54bdd34a80"/>
  </p:sldMasterIdLst>
  <p:notesMasterIdLst>
    <p:notesMasterId xmlns:r="http://schemas.openxmlformats.org/officeDocument/2006/relationships" r:id="R5cde162714994f00"/>
  </p:notesMasterIdLst>
  <p:sldIdLst>
    <p:sldId xmlns:r="http://schemas.openxmlformats.org/officeDocument/2006/relationships" id="256" r:id="R797e7c75ada34daf"/>
    <p:sldId xmlns:r="http://schemas.openxmlformats.org/officeDocument/2006/relationships" id="257" r:id="R9b2f9d3f5da54f40"/>
    <p:sldId xmlns:r="http://schemas.openxmlformats.org/officeDocument/2006/relationships" id="258" r:id="R4101206954f64c3d"/>
    <p:sldId xmlns:r="http://schemas.openxmlformats.org/officeDocument/2006/relationships" id="259" r:id="Rc8277ad510e3476f"/>
    <p:sldId xmlns:r="http://schemas.openxmlformats.org/officeDocument/2006/relationships" id="260" r:id="R878f9c94f841432f"/>
    <p:sldId xmlns:r="http://schemas.openxmlformats.org/officeDocument/2006/relationships" id="261" r:id="Rcc999c88bccc4fa5"/>
    <p:sldId xmlns:r="http://schemas.openxmlformats.org/officeDocument/2006/relationships" id="262" r:id="Rd895f5609d7e4ecd"/>
    <p:sldId xmlns:r="http://schemas.openxmlformats.org/officeDocument/2006/relationships" id="263" r:id="R8633ff2c768242b2"/>
    <p:sldId xmlns:r="http://schemas.openxmlformats.org/officeDocument/2006/relationships" id="264" r:id="R0c7251a9b97e494e"/>
    <p:sldId xmlns:r="http://schemas.openxmlformats.org/officeDocument/2006/relationships" id="265" r:id="R0a81e829330242f2"/>
    <p:sldId xmlns:r="http://schemas.openxmlformats.org/officeDocument/2006/relationships" id="266" r:id="R4d836537235742e4"/>
    <p:sldId xmlns:r="http://schemas.openxmlformats.org/officeDocument/2006/relationships" id="267" r:id="R0521c69384364217"/>
    <p:sldId xmlns:r="http://schemas.openxmlformats.org/officeDocument/2006/relationships" id="268" r:id="R6caf39638a5c4931"/>
    <p:sldId xmlns:r="http://schemas.openxmlformats.org/officeDocument/2006/relationships" id="269" r:id="Rb86a62caa2c94f35"/>
    <p:sldId xmlns:r="http://schemas.openxmlformats.org/officeDocument/2006/relationships" id="270" r:id="Rdd456aad7eed417c"/>
    <p:sldId xmlns:r="http://schemas.openxmlformats.org/officeDocument/2006/relationships" id="271" r:id="R808a5ea598084c03"/>
    <p:sldId xmlns:r="http://schemas.openxmlformats.org/officeDocument/2006/relationships" id="272" r:id="R820d57e105e74986"/>
    <p:sldId xmlns:r="http://schemas.openxmlformats.org/officeDocument/2006/relationships" id="273" r:id="Rdc79f5b7d0944fb7"/>
    <p:sldId xmlns:r="http://schemas.openxmlformats.org/officeDocument/2006/relationships" id="274" r:id="R83152ef955764901"/>
    <p:sldId xmlns:r="http://schemas.openxmlformats.org/officeDocument/2006/relationships" id="275" r:id="Rce16591976274176"/>
    <p:sldId xmlns:r="http://schemas.openxmlformats.org/officeDocument/2006/relationships" id="276" r:id="Re45f9a2fe8b14041"/>
    <p:sldId xmlns:r="http://schemas.openxmlformats.org/officeDocument/2006/relationships" id="277" r:id="R5dfbcbe9b7124bfc"/>
    <p:sldId xmlns:r="http://schemas.openxmlformats.org/officeDocument/2006/relationships" id="278" r:id="R4385688b5e4c470b"/>
    <p:sldId xmlns:r="http://schemas.openxmlformats.org/officeDocument/2006/relationships" id="279" r:id="Rbb5bf41ccedd4d38"/>
    <p:sldId xmlns:r="http://schemas.openxmlformats.org/officeDocument/2006/relationships" id="280" r:id="Rf9b7a656ec8140d4"/>
    <p:sldId xmlns:r="http://schemas.openxmlformats.org/officeDocument/2006/relationships" id="281" r:id="Rf551adeacdb34dfc"/>
    <p:sldId xmlns:r="http://schemas.openxmlformats.org/officeDocument/2006/relationships" id="282" r:id="R76d56d25f70241d4"/>
    <p:sldId xmlns:r="http://schemas.openxmlformats.org/officeDocument/2006/relationships" id="283" r:id="R7a9f362672fb4d66"/>
    <p:sldId xmlns:r="http://schemas.openxmlformats.org/officeDocument/2006/relationships" id="284" r:id="Rde0693f4eab843f0"/>
    <p:sldId xmlns:r="http://schemas.openxmlformats.org/officeDocument/2006/relationships" id="285" r:id="R03524cc55607414f"/>
    <p:sldId xmlns:r="http://schemas.openxmlformats.org/officeDocument/2006/relationships" id="286" r:id="R810e151401944f46"/>
    <p:sldId xmlns:r="http://schemas.openxmlformats.org/officeDocument/2006/relationships" id="287" r:id="R5af0d1ce84f7470a"/>
    <p:sldId xmlns:r="http://schemas.openxmlformats.org/officeDocument/2006/relationships" id="288" r:id="R8aed7c500a134434"/>
    <p:sldId xmlns:r="http://schemas.openxmlformats.org/officeDocument/2006/relationships" id="289" r:id="Re12ec93106cc4445"/>
    <p:sldId xmlns:r="http://schemas.openxmlformats.org/officeDocument/2006/relationships" id="290" r:id="R728d1a421c9f4207"/>
    <p:sldId xmlns:r="http://schemas.openxmlformats.org/officeDocument/2006/relationships" id="291" r:id="R7a9a2d11597e4672"/>
    <p:sldId xmlns:r="http://schemas.openxmlformats.org/officeDocument/2006/relationships" id="292" r:id="Re529d5a342224416"/>
    <p:sldId xmlns:r="http://schemas.openxmlformats.org/officeDocument/2006/relationships" id="293" r:id="Rbf98c79651784682"/>
    <p:sldId xmlns:r="http://schemas.openxmlformats.org/officeDocument/2006/relationships" id="294" r:id="Rb7d35a2fcd7b4f18"/>
    <p:sldId xmlns:r="http://schemas.openxmlformats.org/officeDocument/2006/relationships" id="295" r:id="R784293fa072f429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2c60f187294850" /><Relationship Type="http://schemas.openxmlformats.org/officeDocument/2006/relationships/slideMaster" Target="/ppt/slideMasters/slideMaster1.xml" Id="R0961cc54bdd34a80" /><Relationship Type="http://schemas.openxmlformats.org/officeDocument/2006/relationships/notesMaster" Target="/ppt/notesMasters/notesMaster1.xml" Id="R5cde162714994f00" /><Relationship Type="http://schemas.openxmlformats.org/officeDocument/2006/relationships/presProps" Target="/ppt/presProps.xml" Id="R33b275db919948c9" /><Relationship Type="http://schemas.openxmlformats.org/officeDocument/2006/relationships/tableStyles" Target="/ppt/tableStyles.xml" Id="R924f3ba821444ef1" /><Relationship Type="http://schemas.openxmlformats.org/officeDocument/2006/relationships/slide" Target="/ppt/slides/slide1.xml" Id="R797e7c75ada34daf" /><Relationship Type="http://schemas.openxmlformats.org/officeDocument/2006/relationships/slide" Target="/ppt/slides/slide2.xml" Id="R9b2f9d3f5da54f40" /><Relationship Type="http://schemas.openxmlformats.org/officeDocument/2006/relationships/slide" Target="/ppt/slides/slide3.xml" Id="R4101206954f64c3d" /><Relationship Type="http://schemas.openxmlformats.org/officeDocument/2006/relationships/slide" Target="/ppt/slides/slide4.xml" Id="Rc8277ad510e3476f" /><Relationship Type="http://schemas.openxmlformats.org/officeDocument/2006/relationships/slide" Target="/ppt/slides/slide5.xml" Id="R878f9c94f841432f" /><Relationship Type="http://schemas.openxmlformats.org/officeDocument/2006/relationships/slide" Target="/ppt/slides/slide6.xml" Id="Rcc999c88bccc4fa5" /><Relationship Type="http://schemas.openxmlformats.org/officeDocument/2006/relationships/slide" Target="/ppt/slides/slide7.xml" Id="Rd895f5609d7e4ecd" /><Relationship Type="http://schemas.openxmlformats.org/officeDocument/2006/relationships/slide" Target="/ppt/slides/slide8.xml" Id="R8633ff2c768242b2" /><Relationship Type="http://schemas.openxmlformats.org/officeDocument/2006/relationships/slide" Target="/ppt/slides/slide9.xml" Id="R0c7251a9b97e494e" /><Relationship Type="http://schemas.openxmlformats.org/officeDocument/2006/relationships/slide" Target="/ppt/slides/slide10.xml" Id="R0a81e829330242f2" /><Relationship Type="http://schemas.openxmlformats.org/officeDocument/2006/relationships/slide" Target="/ppt/slides/slide11.xml" Id="R4d836537235742e4" /><Relationship Type="http://schemas.openxmlformats.org/officeDocument/2006/relationships/slide" Target="/ppt/slides/slide12.xml" Id="R0521c69384364217" /><Relationship Type="http://schemas.openxmlformats.org/officeDocument/2006/relationships/slide" Target="/ppt/slides/slide13.xml" Id="R6caf39638a5c4931" /><Relationship Type="http://schemas.openxmlformats.org/officeDocument/2006/relationships/slide" Target="/ppt/slides/slide14.xml" Id="Rb86a62caa2c94f35" /><Relationship Type="http://schemas.openxmlformats.org/officeDocument/2006/relationships/slide" Target="/ppt/slides/slide15.xml" Id="Rdd456aad7eed417c" /><Relationship Type="http://schemas.openxmlformats.org/officeDocument/2006/relationships/slide" Target="/ppt/slides/slide16.xml" Id="R808a5ea598084c03" /><Relationship Type="http://schemas.openxmlformats.org/officeDocument/2006/relationships/slide" Target="/ppt/slides/slide17.xml" Id="R820d57e105e74986" /><Relationship Type="http://schemas.openxmlformats.org/officeDocument/2006/relationships/slide" Target="/ppt/slides/slide18.xml" Id="Rdc79f5b7d0944fb7" /><Relationship Type="http://schemas.openxmlformats.org/officeDocument/2006/relationships/slide" Target="/ppt/slides/slide19.xml" Id="R83152ef955764901" /><Relationship Type="http://schemas.openxmlformats.org/officeDocument/2006/relationships/slide" Target="/ppt/slides/slide20.xml" Id="Rce16591976274176" /><Relationship Type="http://schemas.openxmlformats.org/officeDocument/2006/relationships/slide" Target="/ppt/slides/slide21.xml" Id="Re45f9a2fe8b14041" /><Relationship Type="http://schemas.openxmlformats.org/officeDocument/2006/relationships/slide" Target="/ppt/slides/slide22.xml" Id="R5dfbcbe9b7124bfc" /><Relationship Type="http://schemas.openxmlformats.org/officeDocument/2006/relationships/slide" Target="/ppt/slides/slide23.xml" Id="R4385688b5e4c470b" /><Relationship Type="http://schemas.openxmlformats.org/officeDocument/2006/relationships/slide" Target="/ppt/slides/slide24.xml" Id="Rbb5bf41ccedd4d38" /><Relationship Type="http://schemas.openxmlformats.org/officeDocument/2006/relationships/slide" Target="/ppt/slides/slide25.xml" Id="Rf9b7a656ec8140d4" /><Relationship Type="http://schemas.openxmlformats.org/officeDocument/2006/relationships/slide" Target="/ppt/slides/slide26.xml" Id="Rf551adeacdb34dfc" /><Relationship Type="http://schemas.openxmlformats.org/officeDocument/2006/relationships/slide" Target="/ppt/slides/slide27.xml" Id="R76d56d25f70241d4" /><Relationship Type="http://schemas.openxmlformats.org/officeDocument/2006/relationships/slide" Target="/ppt/slides/slide28.xml" Id="R7a9f362672fb4d66" /><Relationship Type="http://schemas.openxmlformats.org/officeDocument/2006/relationships/slide" Target="/ppt/slides/slide29.xml" Id="Rde0693f4eab843f0" /><Relationship Type="http://schemas.openxmlformats.org/officeDocument/2006/relationships/slide" Target="/ppt/slides/slide30.xml" Id="R03524cc55607414f" /><Relationship Type="http://schemas.openxmlformats.org/officeDocument/2006/relationships/slide" Target="/ppt/slides/slide31.xml" Id="R810e151401944f46" /><Relationship Type="http://schemas.openxmlformats.org/officeDocument/2006/relationships/slide" Target="/ppt/slides/slide32.xml" Id="R5af0d1ce84f7470a" /><Relationship Type="http://schemas.openxmlformats.org/officeDocument/2006/relationships/slide" Target="/ppt/slides/slide33.xml" Id="R8aed7c500a134434" /><Relationship Type="http://schemas.openxmlformats.org/officeDocument/2006/relationships/slide" Target="/ppt/slides/slide34.xml" Id="Re12ec93106cc4445" /><Relationship Type="http://schemas.openxmlformats.org/officeDocument/2006/relationships/slide" Target="/ppt/slides/slide35.xml" Id="R728d1a421c9f4207" /><Relationship Type="http://schemas.openxmlformats.org/officeDocument/2006/relationships/slide" Target="/ppt/slides/slide36.xml" Id="R7a9a2d11597e4672" /><Relationship Type="http://schemas.openxmlformats.org/officeDocument/2006/relationships/slide" Target="/ppt/slides/slide37.xml" Id="Re529d5a342224416" /><Relationship Type="http://schemas.openxmlformats.org/officeDocument/2006/relationships/slide" Target="/ppt/slides/slide38.xml" Id="Rbf98c79651784682" /><Relationship Type="http://schemas.openxmlformats.org/officeDocument/2006/relationships/slide" Target="/ppt/slides/slide39.xml" Id="Rb7d35a2fcd7b4f18" /><Relationship Type="http://schemas.openxmlformats.org/officeDocument/2006/relationships/slide" Target="/ppt/slides/slide40.xml" Id="R784293fa072f42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f17bbaf8045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587c7a62374c18" /><Relationship Type="http://schemas.openxmlformats.org/officeDocument/2006/relationships/notesMaster" Target="/ppt/notesMasters/notesMaster1.xml" Id="Re937f07b736e4f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909462ca674acd" /><Relationship Type="http://schemas.openxmlformats.org/officeDocument/2006/relationships/notesMaster" Target="/ppt/notesMasters/notesMaster1.xml" Id="Rcc67a41194604d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3107c358964187" /><Relationship Type="http://schemas.openxmlformats.org/officeDocument/2006/relationships/notesMaster" Target="/ppt/notesMasters/notesMaster1.xml" Id="Rda095f0caace4d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7b2ffb1eb84857" /><Relationship Type="http://schemas.openxmlformats.org/officeDocument/2006/relationships/notesMaster" Target="/ppt/notesMasters/notesMaster1.xml" Id="Re9d12ba7b45e49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ed23ef09c3405d" /><Relationship Type="http://schemas.openxmlformats.org/officeDocument/2006/relationships/notesMaster" Target="/ppt/notesMasters/notesMaster1.xml" Id="Reb9013631dda42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5f507131b84adc" /><Relationship Type="http://schemas.openxmlformats.org/officeDocument/2006/relationships/notesMaster" Target="/ppt/notesMasters/notesMaster1.xml" Id="R6735e3bbdeae47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d01fe9452541b5" /><Relationship Type="http://schemas.openxmlformats.org/officeDocument/2006/relationships/notesMaster" Target="/ppt/notesMasters/notesMaster1.xml" Id="R1b549c47db2c4c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0e980049724eeb" /><Relationship Type="http://schemas.openxmlformats.org/officeDocument/2006/relationships/notesMaster" Target="/ppt/notesMasters/notesMaster1.xml" Id="Rf2bfc81be29848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3166052c6b497a" /><Relationship Type="http://schemas.openxmlformats.org/officeDocument/2006/relationships/notesMaster" Target="/ppt/notesMasters/notesMaster1.xml" Id="R64b3a3d3ef7046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313fa29d1e4975" /><Relationship Type="http://schemas.openxmlformats.org/officeDocument/2006/relationships/notesMaster" Target="/ppt/notesMasters/notesMaster1.xml" Id="R8fe9c860501547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ee9c8392bc486e" /><Relationship Type="http://schemas.openxmlformats.org/officeDocument/2006/relationships/notesMaster" Target="/ppt/notesMasters/notesMaster1.xml" Id="Rcde51fa9ac974b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5edce223d14d82" /><Relationship Type="http://schemas.openxmlformats.org/officeDocument/2006/relationships/notesMaster" Target="/ppt/notesMasters/notesMaster1.xml" Id="R7cd49ecb4b544f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09ed6a09274144" /><Relationship Type="http://schemas.openxmlformats.org/officeDocument/2006/relationships/notesMaster" Target="/ppt/notesMasters/notesMaster1.xml" Id="Re4ea1cad147b49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d776d811f74be8" /><Relationship Type="http://schemas.openxmlformats.org/officeDocument/2006/relationships/notesMaster" Target="/ppt/notesMasters/notesMaster1.xml" Id="R707819b0190f4a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bd6ff5488c4afd" /><Relationship Type="http://schemas.openxmlformats.org/officeDocument/2006/relationships/notesMaster" Target="/ppt/notesMasters/notesMaster1.xml" Id="Ra9c8d4abc86344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8fd19ee771483a" /><Relationship Type="http://schemas.openxmlformats.org/officeDocument/2006/relationships/notesMaster" Target="/ppt/notesMasters/notesMaster1.xml" Id="Raa1dc0ffb0f642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90e41da0ea4fe2" /><Relationship Type="http://schemas.openxmlformats.org/officeDocument/2006/relationships/notesMaster" Target="/ppt/notesMasters/notesMaster1.xml" Id="R5ea28dc75f9848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040e0598f74623" /><Relationship Type="http://schemas.openxmlformats.org/officeDocument/2006/relationships/notesMaster" Target="/ppt/notesMasters/notesMaster1.xml" Id="Rc171d4bcb5c248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a66d4668dd4a3c" /><Relationship Type="http://schemas.openxmlformats.org/officeDocument/2006/relationships/notesMaster" Target="/ppt/notesMasters/notesMaster1.xml" Id="R0c046b22a72645f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119632c0bf4338" /><Relationship Type="http://schemas.openxmlformats.org/officeDocument/2006/relationships/notesMaster" Target="/ppt/notesMasters/notesMaster1.xml" Id="Rfc67c0c2de044d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876327c08849b5" /><Relationship Type="http://schemas.openxmlformats.org/officeDocument/2006/relationships/notesMaster" Target="/ppt/notesMasters/notesMaster1.xml" Id="Rc36719eeaf8140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197bcdd7c54022" /><Relationship Type="http://schemas.openxmlformats.org/officeDocument/2006/relationships/notesMaster" Target="/ppt/notesMasters/notesMaster1.xml" Id="R47f8e4c4689746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f0f768769647f4" /><Relationship Type="http://schemas.openxmlformats.org/officeDocument/2006/relationships/notesMaster" Target="/ppt/notesMasters/notesMaster1.xml" Id="Rba2b530eaa5e43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8c2ce3e12ad484b" /><Relationship Type="http://schemas.openxmlformats.org/officeDocument/2006/relationships/notesMaster" Target="/ppt/notesMasters/notesMaster1.xml" Id="R4fc4d2d77f0d48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d05edf37a84fa3" /><Relationship Type="http://schemas.openxmlformats.org/officeDocument/2006/relationships/notesMaster" Target="/ppt/notesMasters/notesMaster1.xml" Id="R626fdffdd7d64b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5c1c216b33445f" /><Relationship Type="http://schemas.openxmlformats.org/officeDocument/2006/relationships/notesMaster" Target="/ppt/notesMasters/notesMaster1.xml" Id="R35afa20b02fd41d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6ae13b96bf14e26" /><Relationship Type="http://schemas.openxmlformats.org/officeDocument/2006/relationships/notesMaster" Target="/ppt/notesMasters/notesMaster1.xml" Id="R9397865abc1a48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c534ba69ca648e4" /><Relationship Type="http://schemas.openxmlformats.org/officeDocument/2006/relationships/notesMaster" Target="/ppt/notesMasters/notesMaster1.xml" Id="R9d21c647e73446b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f021a7956a436e" /><Relationship Type="http://schemas.openxmlformats.org/officeDocument/2006/relationships/notesMaster" Target="/ppt/notesMasters/notesMaster1.xml" Id="Rabbd6a2392994f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9b63ab9429e42ce" /><Relationship Type="http://schemas.openxmlformats.org/officeDocument/2006/relationships/notesMaster" Target="/ppt/notesMasters/notesMaster1.xml" Id="R884fb42f2d804a7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2a8c6f976a643ca" /><Relationship Type="http://schemas.openxmlformats.org/officeDocument/2006/relationships/notesMaster" Target="/ppt/notesMasters/notesMaster1.xml" Id="R9b5977d08f9f40b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2abf59a55b74526" /><Relationship Type="http://schemas.openxmlformats.org/officeDocument/2006/relationships/notesMaster" Target="/ppt/notesMasters/notesMaster1.xml" Id="Rcac78509466d450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dbdc7832bd644f1" /><Relationship Type="http://schemas.openxmlformats.org/officeDocument/2006/relationships/notesMaster" Target="/ppt/notesMasters/notesMaster1.xml" Id="Rb2a978b0092a46c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d9231ff04f45c6" /><Relationship Type="http://schemas.openxmlformats.org/officeDocument/2006/relationships/notesMaster" Target="/ppt/notesMasters/notesMaster1.xml" Id="R32e2a28e10cc434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6f505ae61241e7" /><Relationship Type="http://schemas.openxmlformats.org/officeDocument/2006/relationships/notesMaster" Target="/ppt/notesMasters/notesMaster1.xml" Id="R41fe1efe3014468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41cda939d44555" /><Relationship Type="http://schemas.openxmlformats.org/officeDocument/2006/relationships/notesMaster" Target="/ppt/notesMasters/notesMaster1.xml" Id="Raedc6d326ad94aa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cb315ff043b4fba" /><Relationship Type="http://schemas.openxmlformats.org/officeDocument/2006/relationships/notesMaster" Target="/ppt/notesMasters/notesMaster1.xml" Id="R3fd1ecc33bcf416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75c2a9e640d4632" /><Relationship Type="http://schemas.openxmlformats.org/officeDocument/2006/relationships/notesMaster" Target="/ppt/notesMasters/notesMaster1.xml" Id="R547599bd266d444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fc1bc6da7ab42b5" /><Relationship Type="http://schemas.openxmlformats.org/officeDocument/2006/relationships/notesMaster" Target="/ppt/notesMasters/notesMaster1.xml" Id="R2d97ae2268b64d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d2abeed3de647f6" /><Relationship Type="http://schemas.openxmlformats.org/officeDocument/2006/relationships/notesMaster" Target="/ppt/notesMasters/notesMaster1.xml" Id="Reba477844e9c4a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0fa72f7e549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f7b90f9ced4b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00ac19308644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90eb4534ed41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8044cd247d44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4df6ce10d94e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4B66CD-BBA1-4268-9899-662CB2846CA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B202B8-0610-4040-A374-5376232E12B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BD0DFF-49EA-4409-8303-B7C6DB27F6C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A6FB63-B96B-4B72-8861-3E868B5A2F5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F983FE-0E9B-400A-A1F5-4314808DDF3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00969C-E4B1-4EE7-BBF2-46AD428ECD3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9CE34F-DFC2-417F-891C-4AC9BB36C63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59C7D4-B075-44EC-B718-BB9A485678A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78E1DA-8125-43CD-95FB-D381019784F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756A8B-A4F2-4830-859C-31B794DF6FB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1130d38b7430a" /><Relationship Type="http://schemas.openxmlformats.org/officeDocument/2006/relationships/slideLayout" Target="/ppt/slideLayouts/slideLayout1.xml" Id="Reef1ddcffb0548bd" /><Relationship Type="http://schemas.openxmlformats.org/officeDocument/2006/relationships/slideLayout" Target="/ppt/slideLayouts/slideLayout2.xml" Id="Rc3306944c16d46e2" /><Relationship Type="http://schemas.openxmlformats.org/officeDocument/2006/relationships/slideLayout" Target="/ppt/slideLayouts/slideLayout3.xml" Id="R224a83fa625043f0" /><Relationship Type="http://schemas.openxmlformats.org/officeDocument/2006/relationships/slideLayout" Target="/ppt/slideLayouts/slideLayout4.xml" Id="Rc5ab802cf8314c75" /><Relationship Type="http://schemas.openxmlformats.org/officeDocument/2006/relationships/slideLayout" Target="/ppt/slideLayouts/slideLayout5.xml" Id="R5e65706bb7f64914" /><Relationship Type="http://schemas.openxmlformats.org/officeDocument/2006/relationships/slideLayout" Target="/ppt/slideLayouts/slideLayout6.xml" Id="Ref4a6791afbf49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f1ddcffb0548bd"/>
    <p:sldLayoutId xmlns:r="http://schemas.openxmlformats.org/officeDocument/2006/relationships" id="2147483650" r:id="Rc3306944c16d46e2"/>
    <p:sldLayoutId xmlns:r="http://schemas.openxmlformats.org/officeDocument/2006/relationships" id="2147483651" r:id="R224a83fa625043f0"/>
    <p:sldLayoutId xmlns:r="http://schemas.openxmlformats.org/officeDocument/2006/relationships" id="2147483652" r:id="Rc5ab802cf8314c75"/>
    <p:sldLayoutId xmlns:r="http://schemas.openxmlformats.org/officeDocument/2006/relationships" id="2147483653" r:id="R5e65706bb7f64914"/>
    <p:sldLayoutId xmlns:r="http://schemas.openxmlformats.org/officeDocument/2006/relationships" id="2147483654" r:id="Ref4a6791afbf49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e8d8df5d804d9b" /><Relationship Type="http://schemas.openxmlformats.org/officeDocument/2006/relationships/image" Target="/ppt/media/image.png" Id="R04fa74b5417c4062" /><Relationship Type="http://schemas.openxmlformats.org/officeDocument/2006/relationships/image" Target="/ppt/media/image2.png" Id="R35e9e705ae6c42ba" /><Relationship Type="http://schemas.openxmlformats.org/officeDocument/2006/relationships/notesSlide" Target="/ppt/notesSlides/notesSlide1.xml" Id="R472635b603cb48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5332cddcbe4658" /><Relationship Type="http://schemas.openxmlformats.org/officeDocument/2006/relationships/image" Target="/ppt/media/image3.png" Id="R0df693a551864cfc" /><Relationship Type="http://schemas.openxmlformats.org/officeDocument/2006/relationships/image" Target="/ppt/media/image4.png" Id="Rf52bf7fd33f84e25" /><Relationship Type="http://schemas.openxmlformats.org/officeDocument/2006/relationships/notesSlide" Target="/ppt/notesSlides/notesSlide2.xml" Id="Rd66b14bcfa32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7619195dee4ed9" /><Relationship Type="http://schemas.openxmlformats.org/officeDocument/2006/relationships/image" Target="/ppt/media/image5.png" Id="Rb037a7c5d2f6489f" /><Relationship Type="http://schemas.openxmlformats.org/officeDocument/2006/relationships/notesSlide" Target="/ppt/notesSlides/notesSlide3.xml" Id="R003a0f72c68442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bdcd3b7238428e" /><Relationship Type="http://schemas.openxmlformats.org/officeDocument/2006/relationships/image" Target="/ppt/media/image6.png" Id="R8cc169e5c0a54334" /><Relationship Type="http://schemas.openxmlformats.org/officeDocument/2006/relationships/image" Target="/ppt/media/image7.png" Id="R713c915aadf14938" /><Relationship Type="http://schemas.openxmlformats.org/officeDocument/2006/relationships/notesSlide" Target="/ppt/notesSlides/notesSlide4.xml" Id="R10c1759fe82943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bc609926e74295" /><Relationship Type="http://schemas.openxmlformats.org/officeDocument/2006/relationships/image" Target="/ppt/media/image8.png" Id="Rb73f0378b7904043" /><Relationship Type="http://schemas.openxmlformats.org/officeDocument/2006/relationships/notesSlide" Target="/ppt/notesSlides/notesSlide5.xml" Id="R66944c51bebf45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340e6d031f48d6" /><Relationship Type="http://schemas.openxmlformats.org/officeDocument/2006/relationships/image" Target="/ppt/media/image9.png" Id="R991c0cba80194782" /><Relationship Type="http://schemas.openxmlformats.org/officeDocument/2006/relationships/notesSlide" Target="/ppt/notesSlides/notesSlide6.xml" Id="R4553219f2a1648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0570270e4b441f" /><Relationship Type="http://schemas.openxmlformats.org/officeDocument/2006/relationships/image" Target="/ppt/media/image10.png" Id="R3569e830fede4e37" /><Relationship Type="http://schemas.openxmlformats.org/officeDocument/2006/relationships/notesSlide" Target="/ppt/notesSlides/notesSlide7.xml" Id="Ra572553d67c942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cb3d6e480240dd" /><Relationship Type="http://schemas.openxmlformats.org/officeDocument/2006/relationships/image" Target="/ppt/media/image11.png" Id="Ra54dd2669b3744c1" /><Relationship Type="http://schemas.openxmlformats.org/officeDocument/2006/relationships/image" Target="/ppt/media/image12.png" Id="R46444a0f65944072" /><Relationship Type="http://schemas.openxmlformats.org/officeDocument/2006/relationships/notesSlide" Target="/ppt/notesSlides/notesSlide8.xml" Id="R6638c3fbd41c4f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3ca865c7d34870" /><Relationship Type="http://schemas.openxmlformats.org/officeDocument/2006/relationships/image" Target="/ppt/media/image13.png" Id="R014cdc95f7c245d0" /><Relationship Type="http://schemas.openxmlformats.org/officeDocument/2006/relationships/image" Target="/ppt/media/image14.png" Id="R148f231514934fbf" /><Relationship Type="http://schemas.openxmlformats.org/officeDocument/2006/relationships/image" Target="/ppt/media/image15.png" Id="Rb6d6802068b4417c" /><Relationship Type="http://schemas.openxmlformats.org/officeDocument/2006/relationships/image" Target="/ppt/media/image16.png" Id="R87ea81035ce64103" /><Relationship Type="http://schemas.openxmlformats.org/officeDocument/2006/relationships/notesSlide" Target="/ppt/notesSlides/notesSlide9.xml" Id="Rf5e4dcd8a58244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ef3a4052e2d4658" /><Relationship Type="http://schemas.openxmlformats.org/officeDocument/2006/relationships/image" Target="/ppt/media/image17.png" Id="Rc8a983814b954a7c" /><Relationship Type="http://schemas.openxmlformats.org/officeDocument/2006/relationships/image" Target="/ppt/media/image18.png" Id="R089db5fe0eea432c" /><Relationship Type="http://schemas.openxmlformats.org/officeDocument/2006/relationships/image" Target="/ppt/media/image19.png" Id="R0b86a07d9dc0492d" /><Relationship Type="http://schemas.openxmlformats.org/officeDocument/2006/relationships/notesSlide" Target="/ppt/notesSlides/notesSlide10.xml" Id="Rd8a9d690a0084c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46286b033e45a9" /><Relationship Type="http://schemas.openxmlformats.org/officeDocument/2006/relationships/image" Target="/ppt/media/image20.png" Id="R94575f91c17945ac" /><Relationship Type="http://schemas.openxmlformats.org/officeDocument/2006/relationships/image" Target="/ppt/media/image21.png" Id="Re9e6837ee9174fb5" /><Relationship Type="http://schemas.openxmlformats.org/officeDocument/2006/relationships/image" Target="/ppt/media/image22.png" Id="R3ba5f374dece4062" /><Relationship Type="http://schemas.openxmlformats.org/officeDocument/2006/relationships/notesSlide" Target="/ppt/notesSlides/notesSlide11.xml" Id="R927a13b0e54c47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0195c5e18c4f0e" /><Relationship Type="http://schemas.openxmlformats.org/officeDocument/2006/relationships/image" Target="/ppt/media/image23.png" Id="R8e56eda6503445cf" /><Relationship Type="http://schemas.openxmlformats.org/officeDocument/2006/relationships/notesSlide" Target="/ppt/notesSlides/notesSlide12.xml" Id="Rd0b303d7e1e142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0401c19eb345f6" /><Relationship Type="http://schemas.openxmlformats.org/officeDocument/2006/relationships/image" Target="/ppt/media/image24.png" Id="R649a5d3e6d764705" /><Relationship Type="http://schemas.openxmlformats.org/officeDocument/2006/relationships/notesSlide" Target="/ppt/notesSlides/notesSlide13.xml" Id="R52c38530a8c046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c5832d500ba425b" /><Relationship Type="http://schemas.openxmlformats.org/officeDocument/2006/relationships/image" Target="/ppt/media/image25.png" Id="Re869902374564873" /><Relationship Type="http://schemas.openxmlformats.org/officeDocument/2006/relationships/notesSlide" Target="/ppt/notesSlides/notesSlide14.xml" Id="R717315d2be2e41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3ec449e702c4e73" /><Relationship Type="http://schemas.openxmlformats.org/officeDocument/2006/relationships/image" Target="/ppt/media/image26.png" Id="R48e8fadfdc9348d5" /><Relationship Type="http://schemas.openxmlformats.org/officeDocument/2006/relationships/image" Target="/ppt/media/image27.png" Id="R95172aab188648c2" /><Relationship Type="http://schemas.openxmlformats.org/officeDocument/2006/relationships/image" Target="/ppt/media/image28.png" Id="R431b1dfa8f7640a3" /><Relationship Type="http://schemas.openxmlformats.org/officeDocument/2006/relationships/image" Target="/ppt/media/image29.png" Id="R3c7da0ad455a46e6" /><Relationship Type="http://schemas.openxmlformats.org/officeDocument/2006/relationships/notesSlide" Target="/ppt/notesSlides/notesSlide15.xml" Id="R07f8fddec7ff4b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2307e6065934db2" /><Relationship Type="http://schemas.openxmlformats.org/officeDocument/2006/relationships/image" Target="/ppt/media/image30.png" Id="Raf1e52e85cc24a0c" /><Relationship Type="http://schemas.openxmlformats.org/officeDocument/2006/relationships/image" Target="/ppt/media/image31.png" Id="R65c41415b9134ee4" /><Relationship Type="http://schemas.openxmlformats.org/officeDocument/2006/relationships/notesSlide" Target="/ppt/notesSlides/notesSlide16.xml" Id="Rd4b0f1e32cc348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60fe9b87bb4190" /><Relationship Type="http://schemas.openxmlformats.org/officeDocument/2006/relationships/image" Target="/ppt/media/image32.png" Id="R3b04e2a531d241c8" /><Relationship Type="http://schemas.openxmlformats.org/officeDocument/2006/relationships/image" Target="/ppt/media/image33.png" Id="Rbd424673a53d477c" /><Relationship Type="http://schemas.openxmlformats.org/officeDocument/2006/relationships/image" Target="/ppt/media/image34.png" Id="R2c038367f917492c" /><Relationship Type="http://schemas.openxmlformats.org/officeDocument/2006/relationships/notesSlide" Target="/ppt/notesSlides/notesSlide17.xml" Id="Re66dcca9f0be4d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b926e1ff1a484e" /><Relationship Type="http://schemas.openxmlformats.org/officeDocument/2006/relationships/image" Target="/ppt/media/image35.png" Id="R896d898f71ce4577" /><Relationship Type="http://schemas.openxmlformats.org/officeDocument/2006/relationships/notesSlide" Target="/ppt/notesSlides/notesSlide18.xml" Id="R54546c75d68041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dd82479a97247a4" /><Relationship Type="http://schemas.openxmlformats.org/officeDocument/2006/relationships/image" Target="/ppt/media/image36.png" Id="R9a83d68e7247461b" /><Relationship Type="http://schemas.openxmlformats.org/officeDocument/2006/relationships/image" Target="/ppt/media/image37.png" Id="R4135e57957bc42de" /><Relationship Type="http://schemas.openxmlformats.org/officeDocument/2006/relationships/image" Target="/ppt/media/image38.png" Id="R0ee429179df84499" /><Relationship Type="http://schemas.openxmlformats.org/officeDocument/2006/relationships/notesSlide" Target="/ppt/notesSlides/notesSlide19.xml" Id="R35c825c0c2064f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39401c3af7740f2" /><Relationship Type="http://schemas.openxmlformats.org/officeDocument/2006/relationships/image" Target="/ppt/media/image39.png" Id="R4d7ae93a3a2b4eff" /><Relationship Type="http://schemas.openxmlformats.org/officeDocument/2006/relationships/image" Target="/ppt/media/image40.png" Id="Rd756040557834b0c" /><Relationship Type="http://schemas.openxmlformats.org/officeDocument/2006/relationships/image" Target="/ppt/media/image41.png" Id="Rc4679ba4ad944295" /><Relationship Type="http://schemas.openxmlformats.org/officeDocument/2006/relationships/notesSlide" Target="/ppt/notesSlides/notesSlide20.xml" Id="R466cf2fe48e14b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bec63e88d97428a" /><Relationship Type="http://schemas.openxmlformats.org/officeDocument/2006/relationships/image" Target="/ppt/media/image42.png" Id="R9d1bed103c8743b5" /><Relationship Type="http://schemas.openxmlformats.org/officeDocument/2006/relationships/image" Target="/ppt/media/image43.png" Id="Re72292fb98654391" /><Relationship Type="http://schemas.openxmlformats.org/officeDocument/2006/relationships/notesSlide" Target="/ppt/notesSlides/notesSlide21.xml" Id="R05bda268ded646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1f269e3a1cc46db" /><Relationship Type="http://schemas.openxmlformats.org/officeDocument/2006/relationships/image" Target="/ppt/media/image44.png" Id="Ra70b57666b564eb4" /><Relationship Type="http://schemas.openxmlformats.org/officeDocument/2006/relationships/notesSlide" Target="/ppt/notesSlides/notesSlide22.xml" Id="Raa3565bebdfe43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710509fb94d4701" /><Relationship Type="http://schemas.openxmlformats.org/officeDocument/2006/relationships/image" Target="/ppt/media/image45.png" Id="R9f7d8050d43b4d07" /><Relationship Type="http://schemas.openxmlformats.org/officeDocument/2006/relationships/image" Target="/ppt/media/image46.png" Id="Rfcf46d90b2204730" /><Relationship Type="http://schemas.openxmlformats.org/officeDocument/2006/relationships/notesSlide" Target="/ppt/notesSlides/notesSlide23.xml" Id="Rc1ef946f0e144a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831c440707b422b" /><Relationship Type="http://schemas.openxmlformats.org/officeDocument/2006/relationships/image" Target="/ppt/media/image47.png" Id="Rd7793d5f605d49a9" /><Relationship Type="http://schemas.openxmlformats.org/officeDocument/2006/relationships/notesSlide" Target="/ppt/notesSlides/notesSlide24.xml" Id="Ra9ea057343ac48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66421701b3b40b5" /><Relationship Type="http://schemas.openxmlformats.org/officeDocument/2006/relationships/image" Target="/ppt/media/image48.png" Id="Raba59d4d66444d7a" /><Relationship Type="http://schemas.openxmlformats.org/officeDocument/2006/relationships/image" Target="/ppt/media/image49.png" Id="R6d797f680e734b0b" /><Relationship Type="http://schemas.openxmlformats.org/officeDocument/2006/relationships/image" Target="/ppt/media/image50.png" Id="Rf5a551c39a894d0b" /><Relationship Type="http://schemas.openxmlformats.org/officeDocument/2006/relationships/notesSlide" Target="/ppt/notesSlides/notesSlide25.xml" Id="R615978ccae1d4e5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4cd1c57afa248c7" /><Relationship Type="http://schemas.openxmlformats.org/officeDocument/2006/relationships/image" Target="/ppt/media/image51.png" Id="R9b077a6c51a242dd" /><Relationship Type="http://schemas.openxmlformats.org/officeDocument/2006/relationships/image" Target="/ppt/media/image52.png" Id="Rb7ca8867bd70445f" /><Relationship Type="http://schemas.openxmlformats.org/officeDocument/2006/relationships/notesSlide" Target="/ppt/notesSlides/notesSlide26.xml" Id="R326ffb656ece43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cd09feeb4840f5" /><Relationship Type="http://schemas.openxmlformats.org/officeDocument/2006/relationships/image" Target="/ppt/media/image53.png" Id="Rbfb4fd986d3f414e" /><Relationship Type="http://schemas.openxmlformats.org/officeDocument/2006/relationships/notesSlide" Target="/ppt/notesSlides/notesSlide27.xml" Id="R0c4205c7a30049b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82b093ba74c471c" /><Relationship Type="http://schemas.openxmlformats.org/officeDocument/2006/relationships/image" Target="/ppt/media/image54.png" Id="Rb4bbd28c0a2642c7" /><Relationship Type="http://schemas.openxmlformats.org/officeDocument/2006/relationships/image" Target="/ppt/media/image55.png" Id="Rd35b6743a32c4528" /><Relationship Type="http://schemas.openxmlformats.org/officeDocument/2006/relationships/notesSlide" Target="/ppt/notesSlides/notesSlide28.xml" Id="Rb9ad03760e524e4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3160caad37c491b" /><Relationship Type="http://schemas.openxmlformats.org/officeDocument/2006/relationships/image" Target="/ppt/media/image56.png" Id="R014423ef0a184473" /><Relationship Type="http://schemas.openxmlformats.org/officeDocument/2006/relationships/image" Target="/ppt/media/image57.png" Id="Rc1ed590b6d0d4fb5" /><Relationship Type="http://schemas.openxmlformats.org/officeDocument/2006/relationships/image" Target="/ppt/media/image58.png" Id="R24a9a2d6747a4a85" /><Relationship Type="http://schemas.openxmlformats.org/officeDocument/2006/relationships/notesSlide" Target="/ppt/notesSlides/notesSlide29.xml" Id="R4201f7b21f15445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545748a93214bfe" /><Relationship Type="http://schemas.openxmlformats.org/officeDocument/2006/relationships/image" Target="/ppt/media/image59.png" Id="Ra63bcc5485184508" /><Relationship Type="http://schemas.openxmlformats.org/officeDocument/2006/relationships/notesSlide" Target="/ppt/notesSlides/notesSlide30.xml" Id="Rc0a75d0bcad445c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e7cc9997fe64fc7" /><Relationship Type="http://schemas.openxmlformats.org/officeDocument/2006/relationships/image" Target="/ppt/media/image60.png" Id="R6211658a62e74b8b" /><Relationship Type="http://schemas.openxmlformats.org/officeDocument/2006/relationships/notesSlide" Target="/ppt/notesSlides/notesSlide31.xml" Id="Re88e247ddeb44f0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9b7cdd217774a7b" /><Relationship Type="http://schemas.openxmlformats.org/officeDocument/2006/relationships/image" Target="/ppt/media/image61.png" Id="R0197efe4fd7f4faf" /><Relationship Type="http://schemas.openxmlformats.org/officeDocument/2006/relationships/image" Target="/ppt/media/image62.png" Id="Rcb70187e0cf34e0c" /><Relationship Type="http://schemas.openxmlformats.org/officeDocument/2006/relationships/image" Target="/ppt/media/image63.png" Id="Rf49369bb084449d8" /><Relationship Type="http://schemas.openxmlformats.org/officeDocument/2006/relationships/image" Target="/ppt/media/image64.png" Id="Rdc11b92de3f2487b" /><Relationship Type="http://schemas.openxmlformats.org/officeDocument/2006/relationships/image" Target="/ppt/media/image65.png" Id="Rc07528e3feff4279" /><Relationship Type="http://schemas.openxmlformats.org/officeDocument/2006/relationships/notesSlide" Target="/ppt/notesSlides/notesSlide32.xml" Id="Rb0c26f1284724b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341ab37b2b94088" /><Relationship Type="http://schemas.openxmlformats.org/officeDocument/2006/relationships/image" Target="/ppt/media/image66.png" Id="R46485f6edeca491f" /><Relationship Type="http://schemas.openxmlformats.org/officeDocument/2006/relationships/image" Target="/ppt/media/image67.png" Id="Rd3999fc55f3345be" /><Relationship Type="http://schemas.openxmlformats.org/officeDocument/2006/relationships/image" Target="/ppt/media/image68.png" Id="R9f2a38e5b2594503" /><Relationship Type="http://schemas.openxmlformats.org/officeDocument/2006/relationships/notesSlide" Target="/ppt/notesSlides/notesSlide33.xml" Id="R4f7f5dd3bb4f4d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0de72c7ab1b4c32" /><Relationship Type="http://schemas.openxmlformats.org/officeDocument/2006/relationships/image" Target="/ppt/media/image69.png" Id="Rcd08741fa2d44623" /><Relationship Type="http://schemas.openxmlformats.org/officeDocument/2006/relationships/notesSlide" Target="/ppt/notesSlides/notesSlide34.xml" Id="Rd718e906493c4ab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342307ca2ef4d6f" /><Relationship Type="http://schemas.openxmlformats.org/officeDocument/2006/relationships/image" Target="/ppt/media/image70.png" Id="R7124b04359934a49" /><Relationship Type="http://schemas.openxmlformats.org/officeDocument/2006/relationships/notesSlide" Target="/ppt/notesSlides/notesSlide35.xml" Id="R3adc6a063afb4c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87c62cf1d5647ed" /><Relationship Type="http://schemas.openxmlformats.org/officeDocument/2006/relationships/image" Target="/ppt/media/image71.png" Id="Rdc27d0767aad4fde" /><Relationship Type="http://schemas.openxmlformats.org/officeDocument/2006/relationships/notesSlide" Target="/ppt/notesSlides/notesSlide36.xml" Id="R0019f765c0454f8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1eccb2738ac4c69" /><Relationship Type="http://schemas.openxmlformats.org/officeDocument/2006/relationships/image" Target="/ppt/media/image72.png" Id="R32cae8b11f914af6" /><Relationship Type="http://schemas.openxmlformats.org/officeDocument/2006/relationships/notesSlide" Target="/ppt/notesSlides/notesSlide37.xml" Id="R85ca950aadac466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7731ad1006341d4" /><Relationship Type="http://schemas.openxmlformats.org/officeDocument/2006/relationships/image" Target="/ppt/media/image73.png" Id="Reaec563051b044c6" /><Relationship Type="http://schemas.openxmlformats.org/officeDocument/2006/relationships/notesSlide" Target="/ppt/notesSlides/notesSlide38.xml" Id="Rbc25044eb9ec428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750f1eb99c4442e" /><Relationship Type="http://schemas.openxmlformats.org/officeDocument/2006/relationships/image" Target="/ppt/media/image74.png" Id="R9696257175d64848" /><Relationship Type="http://schemas.openxmlformats.org/officeDocument/2006/relationships/notesSlide" Target="/ppt/notesSlides/notesSlide39.xml" Id="R34373ed6ebd5466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555a66011c140a1" /><Relationship Type="http://schemas.openxmlformats.org/officeDocument/2006/relationships/image" Target="/ppt/media/image75.png" Id="Rc0e64bf184964846" /><Relationship Type="http://schemas.openxmlformats.org/officeDocument/2006/relationships/notesSlide" Target="/ppt/notesSlides/notesSlide40.xml" Id="Rc4f24b7b20994ee0"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637FD459-99AC-43F9-B728-40B6AC60EC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88354151-8E6F-4C4E-86CC-392E6836623C}"/>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6A6CA936-ED12-480C-920C-1EFF6996915B}"/>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6C910868-5F48-40B5-AA2F-4FDB8BA9D3B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C9CA2BBA-9DAC-45DF-85B0-6AB95303A3EC}"/>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F7DD9535-27DA-417F-AB0B-213778F1010C}"/>
              </a:ext>
            </a:extLst>
          </p:cNvPr>
          <p:cNvPicPr>
            <a:picLocks xmlns:a="http://schemas.openxmlformats.org/drawingml/2006/main" noChangeAspect="1"/>
          </p:cNvPicPr>
          <p:nvPr/>
        </p:nvPicPr>
        <p:blipFill>
          <a:blip xmlns:r="http://schemas.openxmlformats.org/officeDocument/2006/relationships" xmlns:a="http://schemas.openxmlformats.org/drawingml/2006/main" r:embed="R04fa74b5417c40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44C7585-E571-4FC3-B247-2DA90A242310}"/>
              </a:ext>
            </a:extLst>
          </p:cNvPr>
          <p:cNvPicPr>
            <a:picLocks xmlns:a="http://schemas.openxmlformats.org/drawingml/2006/main" noChangeAspect="1"/>
          </p:cNvPicPr>
          <p:nvPr/>
        </p:nvPicPr>
        <p:blipFill>
          <a:blip xmlns:r="http://schemas.openxmlformats.org/officeDocument/2006/relationships" xmlns:a="http://schemas.openxmlformats.org/drawingml/2006/main" r:embed="R35e9e705ae6c42ba"/>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347F0946-0FFB-4EC5-B6CD-B913990EE20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2703514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19734C9-E500-405A-99E4-4411D09F1384}"/>
              </a:ext>
            </a:extLst>
          </p:cNvPr>
          <p:cNvPicPr>
            <a:picLocks xmlns:a="http://schemas.openxmlformats.org/drawingml/2006/main" noChangeAspect="1"/>
          </p:cNvPicPr>
          <p:nvPr/>
        </p:nvPicPr>
        <p:blipFill>
          <a:blip xmlns:r="http://schemas.openxmlformats.org/officeDocument/2006/relationships" xmlns:a="http://schemas.openxmlformats.org/drawingml/2006/main" r:embed="R0df693a551864c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82475F-7C92-4D24-A949-CB39155371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7FA4DB-012D-4381-9E92-B584F9D52C7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3C5023DC-4D4A-4DFD-ACFE-738C69FB46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BC35AF7-2280-40E9-9691-E76E6049FD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B3CC3EE0-C7B3-499D-90E8-F7A6962545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ADD43C8E-0275-4CAA-8246-CE3D2F8212B5}"/>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108D9B5C-8A5C-4E9C-B104-D7D57CC460C8}"/>
              </a:ext>
            </a:extLst>
          </p:cNvPr>
          <p:cNvPicPr>
            <a:picLocks xmlns:a="http://schemas.openxmlformats.org/drawingml/2006/main" noChangeAspect="1"/>
          </p:cNvPicPr>
          <p:nvPr/>
        </p:nvPicPr>
        <p:blipFill>
          <a:blip xmlns:r="http://schemas.openxmlformats.org/officeDocument/2006/relationships" xmlns:a="http://schemas.openxmlformats.org/drawingml/2006/main" r:embed="Rf52bf7fd33f84e25"/>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970241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EBA29CE-42C2-480A-B9DD-43159097EF1A}"/>
              </a:ext>
            </a:extLst>
          </p:cNvPr>
          <p:cNvPicPr>
            <a:picLocks xmlns:a="http://schemas.openxmlformats.org/drawingml/2006/main" noChangeAspect="1"/>
          </p:cNvPicPr>
          <p:nvPr/>
        </p:nvPicPr>
        <p:blipFill>
          <a:blip xmlns:r="http://schemas.openxmlformats.org/officeDocument/2006/relationships" xmlns:a="http://schemas.openxmlformats.org/drawingml/2006/main" r:embed="Rb037a7c5d2f648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19AAF69-76F3-44E0-BE92-E04A28B2FA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B0BB39-CB89-43CF-8EDC-3CAF355DA792}"/>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6B7E1457-DB29-4181-8C27-1DA65343205C}"/>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445A640-F8F5-4731-A9F8-76FA3946D2BC}"/>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39125DFB-401A-4BA3-854C-FE6F2123219B}"/>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183FDC6-B865-49AC-BDAA-2C0F80A768C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0F96794-825B-4768-A278-5E816BBD93EF}"/>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47B1EE50-5798-47E0-BEAB-3AD38569F291}"/>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A01E9A73-0A9C-47E2-B419-172A3456F002}"/>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E057E14-C47F-4BCB-A031-C614ED1FDF42}"/>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EF82E372-BBC3-4607-8627-938E9DEAB574}"/>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7A9BE414-66A6-4B10-A5E2-43AAC159479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F7708B2-80FB-4EF7-9AAD-2F86D4395EDD}"/>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F0B657EB-FB6F-45E0-A99A-97B1848624C7}"/>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6091354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F373FE1-735E-45F6-A56F-59580587CC6C}"/>
              </a:ext>
            </a:extLst>
          </p:cNvPr>
          <p:cNvPicPr>
            <a:picLocks xmlns:a="http://schemas.openxmlformats.org/drawingml/2006/main" noChangeAspect="1"/>
          </p:cNvPicPr>
          <p:nvPr/>
        </p:nvPicPr>
        <p:blipFill>
          <a:blip xmlns:r="http://schemas.openxmlformats.org/officeDocument/2006/relationships" xmlns:a="http://schemas.openxmlformats.org/drawingml/2006/main" r:embed="R8cc169e5c0a543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99D5C3-E74C-4D2E-B6C4-D4CC16A5BC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CAE3F9-D0A9-4548-924F-D7E0B3E1DD0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5A3A8C6-C206-4520-BDDF-F7CA230468F2}"/>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2A6FA2-ED8A-44AB-BBA6-C8C564B512E8}"/>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524F8BC-F4E7-4D75-9303-45E12427B79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A2A9329A-3CA8-477A-8511-CCA879153352}"/>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37711502-64EF-4B6A-91BA-BE46B457165C}"/>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C4D2534-9C56-4153-9F4D-5771ADA340D2}"/>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18098758-320E-4D33-AFFB-64C39691FDF7}"/>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286F464A-CB71-444C-BF8B-042F88C7FE9B}"/>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C1F7033-97E8-4EFB-8A04-247CE421398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AEFD02F8-FC22-4894-BC13-54CD5AF17313}"/>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ACF4D31B-8206-4E76-BC34-BE5EE2FCAB22}"/>
              </a:ext>
            </a:extLst>
          </p:cNvPr>
          <p:cNvPicPr>
            <a:picLocks xmlns:a="http://schemas.openxmlformats.org/drawingml/2006/main" noChangeAspect="1"/>
          </p:cNvPicPr>
          <p:nvPr/>
        </p:nvPicPr>
        <p:blipFill>
          <a:blip xmlns:r="http://schemas.openxmlformats.org/officeDocument/2006/relationships" xmlns:a="http://schemas.openxmlformats.org/drawingml/2006/main" r:embed="R713c915aadf14938"/>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33363345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666DEB9-D258-496F-BC13-C21C93ABD31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8C435DD-3561-403C-BC6A-C86FB5B4B848}"/>
              </a:ext>
            </a:extLst>
          </p:cNvPr>
          <p:cNvPicPr>
            <a:picLocks xmlns:a="http://schemas.openxmlformats.org/drawingml/2006/main" noChangeAspect="1"/>
          </p:cNvPicPr>
          <p:nvPr/>
        </p:nvPicPr>
        <p:blipFill>
          <a:blip xmlns:r="http://schemas.openxmlformats.org/officeDocument/2006/relationships" xmlns:a="http://schemas.openxmlformats.org/drawingml/2006/main" r:embed="Rb73f0378b79040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31A2E10D-B55E-4578-9362-168D009144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70F09AB-8312-42FD-AB7A-F5D5CDA2FB6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B610E71B-A0A4-4020-B8E0-6F3203F0887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11C71913-9FDF-4B3C-A685-8B983AB40BA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6324922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FC1F7C2-459C-4230-8010-097B7CD5F03C}"/>
              </a:ext>
            </a:extLst>
          </p:cNvPr>
          <p:cNvPicPr>
            <a:picLocks xmlns:a="http://schemas.openxmlformats.org/drawingml/2006/main" noChangeAspect="1"/>
          </p:cNvPicPr>
          <p:nvPr/>
        </p:nvPicPr>
        <p:blipFill>
          <a:blip xmlns:r="http://schemas.openxmlformats.org/officeDocument/2006/relationships" xmlns:a="http://schemas.openxmlformats.org/drawingml/2006/main" r:embed="R991c0cba8019478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A8D9E1-36EA-4DC9-A643-7B53E94CC35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85A313-5FBE-4E4D-8524-7FC06584F41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95E7931-1FC6-4E15-B918-5601FD1AE7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494270-1869-4648-91EA-342D6443D0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E48B341-779B-4060-B16D-215E1752B43E}"/>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6D964EAB-9D79-4ADD-80D5-537966B03CD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08691820-DDA0-48F6-8754-2D67C0C8609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173B5422-3F2E-41AD-9262-200A62DBEB2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F1C0EA84-C9F6-4BD0-BEDB-12F65159C6A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A36BFD47-23DB-416D-AE01-BC2830A0F6F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53E3790-77C7-4F3B-B677-FEB6049FDEC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2264907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EB8FB5B-368E-40F9-B06D-889BE7845187}"/>
              </a:ext>
            </a:extLst>
          </p:cNvPr>
          <p:cNvPicPr>
            <a:picLocks xmlns:a="http://schemas.openxmlformats.org/drawingml/2006/main" noChangeAspect="1"/>
          </p:cNvPicPr>
          <p:nvPr/>
        </p:nvPicPr>
        <p:blipFill>
          <a:blip xmlns:r="http://schemas.openxmlformats.org/officeDocument/2006/relationships" xmlns:a="http://schemas.openxmlformats.org/drawingml/2006/main" r:embed="R3569e830fede4e3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9DB8B3-EB22-4FC8-BB8B-84F338BE2F1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BC99BD-A9D3-41F4-A452-E4053C95C3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6D38D44-7AD6-4E59-9D36-F780636F76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4D5F8E-7CAD-4FEE-A20B-CF04DC0D11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44DA157-F6F4-45F0-BAC7-8AFE4A68B35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5CCB4237-ECC2-43EB-B2CA-B320DBA15DD9}"/>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CBDF04C9-432B-40FC-986F-E07DE297192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BC9B62FC-A858-4880-90D1-9785B6D6F6D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528C5AF7-BC29-428F-99BF-CE7AC2FCD2F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AD5CAEF-6ACC-400F-B666-BC973C57B1E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4BBF687A-65B6-42EE-95E3-ED7444D10C2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78D3FFE7-25BB-4440-B63E-BE25A0358D3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0777658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FEEC163B-1993-4EA7-BE74-C2024404FD1F}"/>
              </a:ext>
            </a:extLst>
          </p:cNvPr>
          <p:cNvPicPr>
            <a:picLocks xmlns:a="http://schemas.openxmlformats.org/drawingml/2006/main" noChangeAspect="1"/>
          </p:cNvPicPr>
          <p:nvPr/>
        </p:nvPicPr>
        <p:blipFill>
          <a:blip xmlns:r="http://schemas.openxmlformats.org/officeDocument/2006/relationships" xmlns:a="http://schemas.openxmlformats.org/drawingml/2006/main" r:embed="Ra54dd2669b3744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8B98BD9-2138-44D9-A123-C19168685D3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72E840-CCD2-4914-8524-E62FA79E82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9E4DBDC-38D6-4071-8D43-A27E08AC3D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FB05A45-3C8E-4653-AA2A-E612E031384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FC6100B7-EFE2-4988-B356-88AAB37ECCCA}"/>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2B41DAF3-5DBF-4E18-B5CA-1C4E7E74B4BB}"/>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7416CC4A-0BC0-4433-AD5C-023E99009568}"/>
              </a:ext>
            </a:extLst>
          </p:cNvPr>
          <p:cNvPicPr>
            <a:picLocks xmlns:a="http://schemas.openxmlformats.org/drawingml/2006/main" noChangeAspect="1"/>
          </p:cNvPicPr>
          <p:nvPr/>
        </p:nvPicPr>
        <p:blipFill>
          <a:blip xmlns:r="http://schemas.openxmlformats.org/officeDocument/2006/relationships" xmlns:a="http://schemas.openxmlformats.org/drawingml/2006/main" r:embed="R46444a0f65944072"/>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0B5EA8F-9B3F-4D5C-9D98-0F144CE7A84C}"/>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9F5DD534-4387-4586-8FBB-874E10DECC06}"/>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24250568-58E8-4929-ABB2-EF0D2FB499B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5BC1B44-41D6-468B-927C-1C46F1142517}"/>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53FFF84D-A304-40B5-9A59-F3E73D20E223}"/>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177C889B-8DF9-424D-9BB6-5020863CE427}"/>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AA38679F-8FAC-4EC3-9008-2EE5E2745702}"/>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385DC0F4-386B-49C7-965C-986F280E218E}"/>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21839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414EB8E-E505-4215-B522-DE6407120C80}"/>
              </a:ext>
            </a:extLst>
          </p:cNvPr>
          <p:cNvPicPr>
            <a:picLocks xmlns:a="http://schemas.openxmlformats.org/drawingml/2006/main" noChangeAspect="1"/>
          </p:cNvPicPr>
          <p:nvPr/>
        </p:nvPicPr>
        <p:blipFill>
          <a:blip xmlns:r="http://schemas.openxmlformats.org/officeDocument/2006/relationships" xmlns:a="http://schemas.openxmlformats.org/drawingml/2006/main" r:embed="R014cdc95f7c245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BBB248-54D5-4C72-9D49-E1EA473B37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C2DFE8-F934-4272-94C0-3EE68EE2988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975E161-A3B7-40E7-A807-9CD90CCD20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FA89AC-33F5-4BC7-A455-83A48B2BD1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1E67BD5-6686-4AE0-A926-A079525B17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27A10D38-79AB-4A57-A01B-79657C2BC027}"/>
              </a:ext>
            </a:extLst>
          </p:cNvPr>
          <p:cNvPicPr>
            <a:picLocks xmlns:a="http://schemas.openxmlformats.org/drawingml/2006/main" noChangeAspect="1"/>
          </p:cNvPicPr>
          <p:nvPr/>
        </p:nvPicPr>
        <p:blipFill>
          <a:blip xmlns:r="http://schemas.openxmlformats.org/officeDocument/2006/relationships" xmlns:a="http://schemas.openxmlformats.org/drawingml/2006/main" r:embed="R148f231514934fbf"/>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1867FF8-6A1F-423A-B47D-51762E130F02}"/>
              </a:ext>
            </a:extLst>
          </p:cNvPr>
          <p:cNvPicPr>
            <a:picLocks xmlns:a="http://schemas.openxmlformats.org/drawingml/2006/main" noChangeAspect="1"/>
          </p:cNvPicPr>
          <p:nvPr/>
        </p:nvPicPr>
        <p:blipFill>
          <a:blip xmlns:r="http://schemas.openxmlformats.org/officeDocument/2006/relationships" xmlns:a="http://schemas.openxmlformats.org/drawingml/2006/main" r:embed="Rb6d6802068b4417c"/>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48ABDEA6-9CDE-40A3-8B25-55CC9B20DB47}"/>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812FDAD3-6476-44E0-B4F2-50550F79D307}"/>
              </a:ext>
            </a:extLst>
          </p:cNvPr>
          <p:cNvPicPr>
            <a:picLocks xmlns:a="http://schemas.openxmlformats.org/drawingml/2006/main" noChangeAspect="1"/>
          </p:cNvPicPr>
          <p:nvPr/>
        </p:nvPicPr>
        <p:blipFill>
          <a:blip xmlns:r="http://schemas.openxmlformats.org/officeDocument/2006/relationships" xmlns:a="http://schemas.openxmlformats.org/drawingml/2006/main" r:embed="R87ea81035ce64103"/>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46E6CBE4-B5BD-42E1-8FCB-C650773EADD5}"/>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D9BD8C4-C605-4DAD-927A-C4A455BDB83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2106701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B8ECF93-5D51-4F77-8D8E-722F19E25D38}"/>
              </a:ext>
            </a:extLst>
          </p:cNvPr>
          <p:cNvPicPr>
            <a:picLocks xmlns:a="http://schemas.openxmlformats.org/drawingml/2006/main" noChangeAspect="1"/>
          </p:cNvPicPr>
          <p:nvPr/>
        </p:nvPicPr>
        <p:blipFill>
          <a:blip xmlns:r="http://schemas.openxmlformats.org/officeDocument/2006/relationships" xmlns:a="http://schemas.openxmlformats.org/drawingml/2006/main" r:embed="Rc8a983814b954a7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A34AD9-8992-4969-AF1A-3D2F91C29FA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C6D1AF4-E1A2-42DF-88F8-3792E68918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554909E-AC09-4C8A-AC68-23177CF6B6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E3954F7-4B69-4943-B83A-822362DD8E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C810402-43BB-40B7-A8C0-1505AF1141A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D492909A-E907-4907-B224-0326181706D8}"/>
              </a:ext>
            </a:extLst>
          </p:cNvPr>
          <p:cNvPicPr>
            <a:picLocks xmlns:a="http://schemas.openxmlformats.org/drawingml/2006/main" noChangeAspect="1"/>
          </p:cNvPicPr>
          <p:nvPr/>
        </p:nvPicPr>
        <p:blipFill>
          <a:blip xmlns:r="http://schemas.openxmlformats.org/officeDocument/2006/relationships" xmlns:a="http://schemas.openxmlformats.org/drawingml/2006/main" r:embed="R089db5fe0eea432c"/>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E22EB7E-8BBC-4BAC-A91E-FE9B914DDAA7}"/>
              </a:ext>
            </a:extLst>
          </p:cNvPr>
          <p:cNvPicPr>
            <a:picLocks xmlns:a="http://schemas.openxmlformats.org/drawingml/2006/main" noChangeAspect="1"/>
          </p:cNvPicPr>
          <p:nvPr/>
        </p:nvPicPr>
        <p:blipFill>
          <a:blip xmlns:r="http://schemas.openxmlformats.org/officeDocument/2006/relationships" xmlns:a="http://schemas.openxmlformats.org/drawingml/2006/main" r:embed="R0b86a07d9dc0492d"/>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54CEAB3-B1EE-49E8-B90F-D78DF2F81CA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BD837E8-1C30-41AC-9C41-61A5448CB9E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7751728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A2A78D6-94F8-4816-8050-93CC1506378E}"/>
              </a:ext>
            </a:extLst>
          </p:cNvPr>
          <p:cNvPicPr>
            <a:picLocks xmlns:a="http://schemas.openxmlformats.org/drawingml/2006/main" noChangeAspect="1"/>
          </p:cNvPicPr>
          <p:nvPr/>
        </p:nvPicPr>
        <p:blipFill>
          <a:blip xmlns:r="http://schemas.openxmlformats.org/officeDocument/2006/relationships" xmlns:a="http://schemas.openxmlformats.org/drawingml/2006/main" r:embed="R94575f91c17945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76120B-110F-4983-8C94-E02FB4C972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96847A-9C04-4E5E-A499-4D02595AB48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3BF6512-FAA0-435F-99E0-5287A754F6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D22D5A-D285-4456-A651-B27601F22B4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E1E238FF-45C0-40C0-8B49-AF0A683A7B7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A18574A-EB5D-42DD-BDD5-5CEFDF1026C2}"/>
              </a:ext>
            </a:extLst>
          </p:cNvPr>
          <p:cNvPicPr>
            <a:picLocks xmlns:a="http://schemas.openxmlformats.org/drawingml/2006/main" noChangeAspect="1"/>
          </p:cNvPicPr>
          <p:nvPr/>
        </p:nvPicPr>
        <p:blipFill>
          <a:blip xmlns:r="http://schemas.openxmlformats.org/officeDocument/2006/relationships" xmlns:a="http://schemas.openxmlformats.org/drawingml/2006/main" r:embed="Re9e6837ee9174fb5"/>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478150E-808D-4BD3-8140-631DDE92CAB7}"/>
              </a:ext>
            </a:extLst>
          </p:cNvPr>
          <p:cNvPicPr>
            <a:picLocks xmlns:a="http://schemas.openxmlformats.org/drawingml/2006/main" noChangeAspect="1"/>
          </p:cNvPicPr>
          <p:nvPr/>
        </p:nvPicPr>
        <p:blipFill>
          <a:blip xmlns:r="http://schemas.openxmlformats.org/officeDocument/2006/relationships" xmlns:a="http://schemas.openxmlformats.org/drawingml/2006/main" r:embed="R3ba5f374dece4062"/>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F9DD7FD-8974-413D-AEB3-D671FD048ED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C599750-D502-4645-BAF6-136236CE60F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2776702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1766577-FFDE-410C-9345-62EB69C93A79}"/>
              </a:ext>
            </a:extLst>
          </p:cNvPr>
          <p:cNvPicPr>
            <a:picLocks xmlns:a="http://schemas.openxmlformats.org/drawingml/2006/main" noChangeAspect="1"/>
          </p:cNvPicPr>
          <p:nvPr/>
        </p:nvPicPr>
        <p:blipFill>
          <a:blip xmlns:r="http://schemas.openxmlformats.org/officeDocument/2006/relationships" xmlns:a="http://schemas.openxmlformats.org/drawingml/2006/main" r:embed="R8e56eda6503445c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73D975-BAB1-43B9-918F-CD7BF8BCDF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BD0781-CA99-4B2F-9512-F89191A24B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90C60E3-EB7C-4DBD-BDEC-4AD167821F0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B59D944-24C7-4EFA-B1F5-7C4CDE40A7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F151CB5-7410-4EEE-92D5-7F7FAC05A6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A999C1DE-BEBB-46DA-A5D6-5E0FAB94D7A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993FED3-01B4-4CFC-AF10-A95B19A14557}"/>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D641948-425C-4E33-916F-7E76B479DE6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2972D99-EE46-4503-A4D1-4E2968B8D6EF}"/>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2791BD0-9E8E-40D5-8ED5-DAF221278FD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47720966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5FAB522-D934-4C43-AED2-68F80597814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756EFC1-3A9C-4818-920D-B1F06B97DEE6}"/>
              </a:ext>
            </a:extLst>
          </p:cNvPr>
          <p:cNvPicPr>
            <a:picLocks xmlns:a="http://schemas.openxmlformats.org/drawingml/2006/main" noChangeAspect="1"/>
          </p:cNvPicPr>
          <p:nvPr/>
        </p:nvPicPr>
        <p:blipFill>
          <a:blip xmlns:r="http://schemas.openxmlformats.org/officeDocument/2006/relationships" xmlns:a="http://schemas.openxmlformats.org/drawingml/2006/main" r:embed="R649a5d3e6d76470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614DAAC-C47A-4410-BF18-185C86B5F5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82E30113-23C6-454E-BB18-52588E84698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A28794C5-131D-4B4A-AAF5-39A5D472ACD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E968C9B0-B759-4E70-A99E-9AF29AEC354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1151041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867ADB8-85BC-42EE-BFAD-035C8F0B378F}"/>
              </a:ext>
            </a:extLst>
          </p:cNvPr>
          <p:cNvPicPr>
            <a:picLocks xmlns:a="http://schemas.openxmlformats.org/drawingml/2006/main" noChangeAspect="1"/>
          </p:cNvPicPr>
          <p:nvPr/>
        </p:nvPicPr>
        <p:blipFill>
          <a:blip xmlns:r="http://schemas.openxmlformats.org/officeDocument/2006/relationships" xmlns:a="http://schemas.openxmlformats.org/drawingml/2006/main" r:embed="Re8699023745648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691636-D0CE-438F-8A6E-2110EFA3F6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9251F2-EB49-4AE5-890C-1AAF7B51B8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F66693E-0DB4-430E-80F2-B76CF1B929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CA78C0-81BD-4BF4-B4D6-D3134F408C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3A05618-241E-4F84-98CC-101EB8834E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156E8C1E-4D6F-4235-B2A3-BDF901A5545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0DD60A5-1DE1-442A-8AB4-0FF3FD5607F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60A6865E-665C-46BB-AB2B-876CBEBC032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9DD7A22-8450-409C-A09F-B2B200ACE5E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AA8AB9F7-C61B-4FDD-A0AA-D6F3A52B7C5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01A0288-C9BE-4F69-B9C1-31A9E4B70A5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5201785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5BE0C8E-D0A2-4E84-96E2-56060F15513E}"/>
              </a:ext>
            </a:extLst>
          </p:cNvPr>
          <p:cNvPicPr>
            <a:picLocks xmlns:a="http://schemas.openxmlformats.org/drawingml/2006/main" noChangeAspect="1"/>
          </p:cNvPicPr>
          <p:nvPr/>
        </p:nvPicPr>
        <p:blipFill>
          <a:blip xmlns:r="http://schemas.openxmlformats.org/officeDocument/2006/relationships" xmlns:a="http://schemas.openxmlformats.org/drawingml/2006/main" r:embed="R48e8fadfdc9348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11B1E6-41E6-4969-8278-8CC18CD339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FF2A48-77DD-4D7D-B882-9823A52375F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BBCA7A7-8FF5-44F2-8774-AC4CB47CA62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400F6A6-0A39-40BD-81D0-74BF292DDB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C673887-D346-46DA-B2A8-0C7ABA5440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C4CA4809-096A-4118-8A4F-DEBBFD188535}"/>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70ABD63D-B27A-47F8-A542-4FB03C948569}"/>
              </a:ext>
            </a:extLst>
          </p:cNvPr>
          <p:cNvPicPr>
            <a:picLocks xmlns:a="http://schemas.openxmlformats.org/drawingml/2006/main" noChangeAspect="1"/>
          </p:cNvPicPr>
          <p:nvPr/>
        </p:nvPicPr>
        <p:blipFill>
          <a:blip xmlns:r="http://schemas.openxmlformats.org/officeDocument/2006/relationships" xmlns:a="http://schemas.openxmlformats.org/drawingml/2006/main" r:embed="R95172aab188648c2"/>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6650C13-0AA5-4939-8847-CD12D266EFC5}"/>
              </a:ext>
            </a:extLst>
          </p:cNvPr>
          <p:cNvPicPr>
            <a:picLocks xmlns:a="http://schemas.openxmlformats.org/drawingml/2006/main" noChangeAspect="1"/>
          </p:cNvPicPr>
          <p:nvPr/>
        </p:nvPicPr>
        <p:blipFill>
          <a:blip xmlns:r="http://schemas.openxmlformats.org/officeDocument/2006/relationships" xmlns:a="http://schemas.openxmlformats.org/drawingml/2006/main" r:embed="R431b1dfa8f7640a3"/>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B267731-FC4A-4CB9-9F8F-5BD27F17E696}"/>
              </a:ext>
            </a:extLst>
          </p:cNvPr>
          <p:cNvPicPr>
            <a:picLocks xmlns:a="http://schemas.openxmlformats.org/drawingml/2006/main" noChangeAspect="1"/>
          </p:cNvPicPr>
          <p:nvPr/>
        </p:nvPicPr>
        <p:blipFill>
          <a:blip xmlns:r="http://schemas.openxmlformats.org/officeDocument/2006/relationships" xmlns:a="http://schemas.openxmlformats.org/drawingml/2006/main" r:embed="R3c7da0ad455a46e6"/>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6175084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0E676DB-E14A-457C-B1B3-89911054F2D5}"/>
              </a:ext>
            </a:extLst>
          </p:cNvPr>
          <p:cNvPicPr>
            <a:picLocks xmlns:a="http://schemas.openxmlformats.org/drawingml/2006/main" noChangeAspect="1"/>
          </p:cNvPicPr>
          <p:nvPr/>
        </p:nvPicPr>
        <p:blipFill>
          <a:blip xmlns:r="http://schemas.openxmlformats.org/officeDocument/2006/relationships" xmlns:a="http://schemas.openxmlformats.org/drawingml/2006/main" r:embed="Raf1e52e85cc24a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B6F89B-8D14-460A-98DC-4FA56A7D96A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C5A0B2-29BC-4FC0-BDA2-56CB45B0DE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E65EA48-8FF5-4BB7-A4F6-7591C4C1E6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676D5B-A9D8-47FE-AE01-0BE117B161A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B971E7F-BA67-42FF-A7D1-E8954EFD96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5A7147A-AB54-42BD-AC6F-C42E7A3A0E6B}"/>
              </a:ext>
            </a:extLst>
          </p:cNvPr>
          <p:cNvPicPr>
            <a:picLocks xmlns:a="http://schemas.openxmlformats.org/drawingml/2006/main" noChangeAspect="1"/>
          </p:cNvPicPr>
          <p:nvPr/>
        </p:nvPicPr>
        <p:blipFill>
          <a:blip xmlns:r="http://schemas.openxmlformats.org/officeDocument/2006/relationships" xmlns:a="http://schemas.openxmlformats.org/drawingml/2006/main" r:embed="R65c41415b9134ee4"/>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2961696-544B-4978-8DB3-AA9C89E7D29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457513CF-520B-4DD9-A3D1-02646EE6026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5F56D74-9AEF-4811-BBB1-58F40039034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8688039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4416C59-8F59-4C42-A7BF-9D2EEDE477C8}"/>
              </a:ext>
            </a:extLst>
          </p:cNvPr>
          <p:cNvPicPr>
            <a:picLocks xmlns:a="http://schemas.openxmlformats.org/drawingml/2006/main" noChangeAspect="1"/>
          </p:cNvPicPr>
          <p:nvPr/>
        </p:nvPicPr>
        <p:blipFill>
          <a:blip xmlns:r="http://schemas.openxmlformats.org/officeDocument/2006/relationships" xmlns:a="http://schemas.openxmlformats.org/drawingml/2006/main" r:embed="R3b04e2a531d241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BF6FB2-B3EF-45B0-AAA4-22FA11E2D8C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7A0734-D87F-47BD-A441-806C485BEC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8473FCF-F396-4735-A27E-E12156F73E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1D5D00E-7641-44B3-B82D-FB0CCCC6D3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EFD4CA7-702C-4A21-B0D5-A1BDAE35D2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A67D10E-FB01-460E-B8BB-FAD75FD9B021}"/>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6B1CD117-5046-44A7-935C-348C4C4082E4}"/>
              </a:ext>
            </a:extLst>
          </p:cNvPr>
          <p:cNvPicPr>
            <a:picLocks xmlns:a="http://schemas.openxmlformats.org/drawingml/2006/main" noChangeAspect="1"/>
          </p:cNvPicPr>
          <p:nvPr/>
        </p:nvPicPr>
        <p:blipFill>
          <a:blip xmlns:r="http://schemas.openxmlformats.org/officeDocument/2006/relationships" xmlns:a="http://schemas.openxmlformats.org/drawingml/2006/main" r:embed="Rbd424673a53d477c"/>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8B76175-EC57-4D09-8A7E-8FECFD026C8B}"/>
              </a:ext>
            </a:extLst>
          </p:cNvPr>
          <p:cNvPicPr>
            <a:picLocks xmlns:a="http://schemas.openxmlformats.org/drawingml/2006/main" noChangeAspect="1"/>
          </p:cNvPicPr>
          <p:nvPr/>
        </p:nvPicPr>
        <p:blipFill>
          <a:blip xmlns:r="http://schemas.openxmlformats.org/officeDocument/2006/relationships" xmlns:a="http://schemas.openxmlformats.org/drawingml/2006/main" r:embed="R2c038367f917492c"/>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2A4D0710-2DB0-4F88-AB28-9A308D9FEEB8}"/>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3CF1FAB9-76AE-4082-9A80-8A36D644E304}"/>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4213297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C6C73447-0D10-4DE1-A900-AC6AC9E22DB0}"/>
              </a:ext>
            </a:extLst>
          </p:cNvPr>
          <p:cNvPicPr>
            <a:picLocks xmlns:a="http://schemas.openxmlformats.org/drawingml/2006/main" noChangeAspect="1"/>
          </p:cNvPicPr>
          <p:nvPr/>
        </p:nvPicPr>
        <p:blipFill>
          <a:blip xmlns:r="http://schemas.openxmlformats.org/officeDocument/2006/relationships" xmlns:a="http://schemas.openxmlformats.org/drawingml/2006/main" r:embed="R896d898f71ce457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2260AA-9C6F-4774-8D02-D1B4EFA5CC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B70A81-1A25-4609-8C3F-41F6919B14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1796A2B-7A52-4093-B73E-6B590212FFC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FC94682-E93E-473F-A8BA-DB5ADAA8A3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DDA008A-194D-4E77-93E1-46D49E64997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B17FA02F-CABA-4E39-A7D3-0BA582CD7AC2}"/>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6D2B62-5D59-4207-86DB-8AA817ADDFC0}"/>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28EAB34-8AB4-4632-B29B-A6C3BBDDE53A}"/>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7E4A3907-961E-45C4-9779-F263B536FCAA}"/>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60579084-C187-4768-AE9C-6897C8C39E20}"/>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8E2078FE-13DA-4255-A693-89F5F4B5A587}"/>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6C12B5-B624-4360-93D6-146F26A62EAA}"/>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F02B532-07FB-4DEE-9EC7-326286638CD4}"/>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F632253A-BF89-46D1-9645-0389412417D2}"/>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D99B5407-F335-442A-8D4F-BDA1E2959A88}"/>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21257132-28D6-4C7D-9CD5-A7DF911E1DD5}"/>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66C4D09-22D0-4412-92FA-5CCD286A0114}"/>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B62054E-D1FE-47C8-8E4D-3AA28D7FBE87}"/>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1624D6ED-E041-4B43-AAAF-741BBACC1563}"/>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28876256-C054-4336-9FAA-ABF4DE0E8F04}"/>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319AD7F6-3B66-4A5F-B20A-2E66F1B3E96F}"/>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E4C8AD0-9629-41E1-8EF3-715C7D9AE0C1}"/>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A9690FE-EA1B-4A02-A52B-B8C0CB877739}"/>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F0EE8A9E-0395-4E0D-AB69-AE3BF251EA2F}"/>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7CC23644-894A-44B7-BD9A-D479E8854C1C}"/>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6904173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263157A-788A-4159-A005-F34580420BE2}"/>
              </a:ext>
            </a:extLst>
          </p:cNvPr>
          <p:cNvPicPr>
            <a:picLocks xmlns:a="http://schemas.openxmlformats.org/drawingml/2006/main" noChangeAspect="1"/>
          </p:cNvPicPr>
          <p:nvPr/>
        </p:nvPicPr>
        <p:blipFill>
          <a:blip xmlns:r="http://schemas.openxmlformats.org/officeDocument/2006/relationships" xmlns:a="http://schemas.openxmlformats.org/drawingml/2006/main" r:embed="R9a83d68e724746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A46C02F-F99E-47BC-9A2E-510018574D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FBF6C1-6F01-422C-A07C-EC7690CA22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38ECDAC-0813-40F4-B35B-A60DCFCE89F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63B84F2-CC68-4188-84DD-0515B8D1D97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2603711-BFB2-49F4-A7AD-91EFF2867F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A072DE97-F0A5-464E-9411-5DA715A27D03}"/>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A61527E1-F0B3-4E3D-B32A-35261155187E}"/>
              </a:ext>
            </a:extLst>
          </p:cNvPr>
          <p:cNvPicPr>
            <a:picLocks xmlns:a="http://schemas.openxmlformats.org/drawingml/2006/main" noChangeAspect="1"/>
          </p:cNvPicPr>
          <p:nvPr/>
        </p:nvPicPr>
        <p:blipFill>
          <a:blip xmlns:r="http://schemas.openxmlformats.org/officeDocument/2006/relationships" xmlns:a="http://schemas.openxmlformats.org/drawingml/2006/main" r:embed="R4135e57957bc42de"/>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577C194-72D1-41FF-85E0-9E97BE4E6BE3}"/>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D76844E5-8253-4CAA-B535-80ABC3414DBF}"/>
              </a:ext>
            </a:extLst>
          </p:cNvPr>
          <p:cNvPicPr>
            <a:picLocks xmlns:a="http://schemas.openxmlformats.org/drawingml/2006/main" noChangeAspect="1"/>
          </p:cNvPicPr>
          <p:nvPr/>
        </p:nvPicPr>
        <p:blipFill>
          <a:blip xmlns:r="http://schemas.openxmlformats.org/officeDocument/2006/relationships" xmlns:a="http://schemas.openxmlformats.org/drawingml/2006/main" r:embed="R0ee429179df84499"/>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67051788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1964C6D-FC85-4FF1-8B08-F79930BFFE1F}"/>
              </a:ext>
            </a:extLst>
          </p:cNvPr>
          <p:cNvPicPr>
            <a:picLocks xmlns:a="http://schemas.openxmlformats.org/drawingml/2006/main" noChangeAspect="1"/>
          </p:cNvPicPr>
          <p:nvPr/>
        </p:nvPicPr>
        <p:blipFill>
          <a:blip xmlns:r="http://schemas.openxmlformats.org/officeDocument/2006/relationships" xmlns:a="http://schemas.openxmlformats.org/drawingml/2006/main" r:embed="R4d7ae93a3a2b4e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AA481B-9047-4DB3-8492-CB6C6F7E8B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06886F-3A9C-4EE0-94CB-21CCD77E44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E98DFDB-1B00-4888-9690-FDD29961A5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F79E8F3-715C-4E88-86ED-1062D7DE7E5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2D8FE39-A8F5-466C-B4A5-DDB6FF9733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66F0AA66-A9A7-41BA-8409-9F4537AB57D9}"/>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8EF79AFC-AD68-45EA-AB91-59F7460981EE}"/>
              </a:ext>
            </a:extLst>
          </p:cNvPr>
          <p:cNvPicPr>
            <a:picLocks xmlns:a="http://schemas.openxmlformats.org/drawingml/2006/main" noChangeAspect="1"/>
          </p:cNvPicPr>
          <p:nvPr/>
        </p:nvPicPr>
        <p:blipFill>
          <a:blip xmlns:r="http://schemas.openxmlformats.org/officeDocument/2006/relationships" xmlns:a="http://schemas.openxmlformats.org/drawingml/2006/main" r:embed="Rd756040557834b0c"/>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9C50D33-B900-43F0-98BE-9F28C557CEF7}"/>
              </a:ext>
            </a:extLst>
          </p:cNvPr>
          <p:cNvPicPr>
            <a:picLocks xmlns:a="http://schemas.openxmlformats.org/drawingml/2006/main" noChangeAspect="1"/>
          </p:cNvPicPr>
          <p:nvPr/>
        </p:nvPicPr>
        <p:blipFill>
          <a:blip xmlns:r="http://schemas.openxmlformats.org/officeDocument/2006/relationships" xmlns:a="http://schemas.openxmlformats.org/drawingml/2006/main" r:embed="Rc4679ba4ad944295"/>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FA532EA6-F0F3-4378-B729-64B804D4A04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675714E9-C2F9-4F84-86D5-FF5FDC6930A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9106410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A0B31CF-2E05-467A-9153-7AC85005C4A6}"/>
              </a:ext>
            </a:extLst>
          </p:cNvPr>
          <p:cNvPicPr>
            <a:picLocks xmlns:a="http://schemas.openxmlformats.org/drawingml/2006/main" noChangeAspect="1"/>
          </p:cNvPicPr>
          <p:nvPr/>
        </p:nvPicPr>
        <p:blipFill>
          <a:blip xmlns:r="http://schemas.openxmlformats.org/officeDocument/2006/relationships" xmlns:a="http://schemas.openxmlformats.org/drawingml/2006/main" r:embed="R9d1bed103c8743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07A5B3-9013-49BA-B479-D8FF91AEB61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1AED90-033E-4F90-A73C-2EB4FFD5F6C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E16E92A-0E2C-49FC-BE26-8D0FFB819B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FA13CB2-8357-42ED-A1B9-A877A4AB1FC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19023B6-18F7-4FB6-80D9-E67E4F0AE5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E496DDA6-EA07-4E20-B96B-634BA29C71ED}"/>
              </a:ext>
            </a:extLst>
          </p:cNvPr>
          <p:cNvPicPr>
            <a:picLocks xmlns:a="http://schemas.openxmlformats.org/drawingml/2006/main" noChangeAspect="1"/>
          </p:cNvPicPr>
          <p:nvPr/>
        </p:nvPicPr>
        <p:blipFill>
          <a:blip xmlns:r="http://schemas.openxmlformats.org/officeDocument/2006/relationships" xmlns:a="http://schemas.openxmlformats.org/drawingml/2006/main" r:embed="Re72292fb98654391"/>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AC5627A-BDFF-4D98-B44C-F6A4EEE55640}"/>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7587B67D-094B-4C73-B3DD-32A15B47660D}"/>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12061729-4834-453A-97C5-72C44CC9B649}"/>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8C7DF8E0-2105-4325-8552-A20E8DABAFE8}"/>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233801903"/>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1FFE61B-60EA-4FBE-B1CA-70B0A1EEFDC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BC16710-4001-43BE-9D40-98CA648958EB}"/>
              </a:ext>
            </a:extLst>
          </p:cNvPr>
          <p:cNvPicPr>
            <a:picLocks xmlns:a="http://schemas.openxmlformats.org/drawingml/2006/main" noChangeAspect="1"/>
          </p:cNvPicPr>
          <p:nvPr/>
        </p:nvPicPr>
        <p:blipFill>
          <a:blip xmlns:r="http://schemas.openxmlformats.org/officeDocument/2006/relationships" xmlns:a="http://schemas.openxmlformats.org/drawingml/2006/main" r:embed="Ra70b57666b564eb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467F311-E2A0-4055-9178-85A1A02BC2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4B3782A-DDA8-4119-9102-F37354E2B04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AEDA9C99-A016-47CF-9977-BC2A4D3CAA7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15ED27E7-0371-49B0-83A3-F977D389220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526251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9533BFC-EC09-404F-99C1-075821EAF8A1}"/>
              </a:ext>
            </a:extLst>
          </p:cNvPr>
          <p:cNvPicPr>
            <a:picLocks xmlns:a="http://schemas.openxmlformats.org/drawingml/2006/main" noChangeAspect="1"/>
          </p:cNvPicPr>
          <p:nvPr/>
        </p:nvPicPr>
        <p:blipFill>
          <a:blip xmlns:r="http://schemas.openxmlformats.org/officeDocument/2006/relationships" xmlns:a="http://schemas.openxmlformats.org/drawingml/2006/main" r:embed="R9f7d8050d43b4d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694351-9BB3-45F3-B080-9AAB0F6D4A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7F43B5-386A-43F2-A31F-3406E22240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50F3E15-F476-46C6-9620-953E02030A3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E75DA2C-DB04-4A0F-9B9D-78A854777F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3098525-BB8B-42EB-A882-29D88B85FEC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570BDF15-E327-4C0A-BD28-D88F6B5AD057}"/>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E342CEC1-481A-4DB6-8579-3F545A7819F0}"/>
              </a:ext>
            </a:extLst>
          </p:cNvPr>
          <p:cNvPicPr>
            <a:picLocks xmlns:a="http://schemas.openxmlformats.org/drawingml/2006/main" noChangeAspect="1"/>
          </p:cNvPicPr>
          <p:nvPr/>
        </p:nvPicPr>
        <p:blipFill>
          <a:blip xmlns:r="http://schemas.openxmlformats.org/officeDocument/2006/relationships" xmlns:a="http://schemas.openxmlformats.org/drawingml/2006/main" r:embed="Rfcf46d90b2204730"/>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175F02F5-7DB0-4AB4-A028-5CD9552ACDD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D96CDFFC-6978-4BAC-A98D-DDCE071BC67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3E8795E2-878C-4151-AA36-132DA8DE6B4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8DA65A62-5964-46AD-88D5-A5D36E684CF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5773824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900CD86-F9D1-4B3C-9099-5D1ACB63B6D4}"/>
              </a:ext>
            </a:extLst>
          </p:cNvPr>
          <p:cNvPicPr>
            <a:picLocks xmlns:a="http://schemas.openxmlformats.org/drawingml/2006/main" noChangeAspect="1"/>
          </p:cNvPicPr>
          <p:nvPr/>
        </p:nvPicPr>
        <p:blipFill>
          <a:blip xmlns:r="http://schemas.openxmlformats.org/officeDocument/2006/relationships" xmlns:a="http://schemas.openxmlformats.org/drawingml/2006/main" r:embed="Rd7793d5f605d49a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E1C35FC-B258-4AC9-A333-8556F21636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812B1C-A5DB-4E4C-8BCA-298614FA801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8722BA0-D193-4943-B5DA-76073D2BC0C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EC892FC-B7B0-4D53-AD7B-0580B128E4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1405356-6DDE-4B8B-9A46-DAF0825EB4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854F69BE-B22A-4001-9A72-3A634E8EF50A}"/>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05FD656-8A7D-43DA-B3BB-B5D5F4821ECB}"/>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78FC954-9FF8-4F98-B3C7-8BD2E1CE64AE}"/>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EEF16EC-4585-4457-87A9-18AB2681B601}"/>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03BEF07-4908-49AE-87EF-521997BDB1B6}"/>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C05962C3-8C03-4BDF-A20C-6FE239BA3552}"/>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40F08CE-458C-404D-8652-39503B551EC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72708273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8573A6-BE14-4D6A-8E8C-712C8644E850}"/>
              </a:ext>
            </a:extLst>
          </p:cNvPr>
          <p:cNvPicPr>
            <a:picLocks xmlns:a="http://schemas.openxmlformats.org/drawingml/2006/main" noChangeAspect="1"/>
          </p:cNvPicPr>
          <p:nvPr/>
        </p:nvPicPr>
        <p:blipFill>
          <a:blip xmlns:r="http://schemas.openxmlformats.org/officeDocument/2006/relationships" xmlns:a="http://schemas.openxmlformats.org/drawingml/2006/main" r:embed="Raba59d4d66444d7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B51157-FB06-48A1-B555-10BA8300302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9C9E48-D448-492E-8274-C67688187F6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699C7AB-A40E-4FC7-B525-4465BEF9A82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AFFA1FC-7BA3-4FF5-896B-149A94BDBE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1DC4CC9-D1FA-4CFE-9478-8A9073C274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7AF5E49A-7506-445A-BC22-5AB439AEA1E9}"/>
              </a:ext>
            </a:extLst>
          </p:cNvPr>
          <p:cNvPicPr>
            <a:picLocks xmlns:a="http://schemas.openxmlformats.org/drawingml/2006/main" noChangeAspect="1"/>
          </p:cNvPicPr>
          <p:nvPr/>
        </p:nvPicPr>
        <p:blipFill>
          <a:blip xmlns:r="http://schemas.openxmlformats.org/officeDocument/2006/relationships" xmlns:a="http://schemas.openxmlformats.org/drawingml/2006/main" r:embed="R6d797f680e734b0b"/>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44B5C27-4222-459B-8335-D64F321D6BA1}"/>
              </a:ext>
            </a:extLst>
          </p:cNvPr>
          <p:cNvPicPr>
            <a:picLocks xmlns:a="http://schemas.openxmlformats.org/drawingml/2006/main" noChangeAspect="1"/>
          </p:cNvPicPr>
          <p:nvPr/>
        </p:nvPicPr>
        <p:blipFill>
          <a:blip xmlns:r="http://schemas.openxmlformats.org/officeDocument/2006/relationships" xmlns:a="http://schemas.openxmlformats.org/drawingml/2006/main" r:embed="Rf5a551c39a894d0b"/>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1805EAF-58D6-4A7C-B605-52B94952E02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24704559-A61D-490C-96E1-C0CA3E5A81D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69831186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5B32CC6-A5E8-47D3-BF10-7315EB614E54}"/>
              </a:ext>
            </a:extLst>
          </p:cNvPr>
          <p:cNvPicPr>
            <a:picLocks xmlns:a="http://schemas.openxmlformats.org/drawingml/2006/main" noChangeAspect="1"/>
          </p:cNvPicPr>
          <p:nvPr/>
        </p:nvPicPr>
        <p:blipFill>
          <a:blip xmlns:r="http://schemas.openxmlformats.org/officeDocument/2006/relationships" xmlns:a="http://schemas.openxmlformats.org/drawingml/2006/main" r:embed="R9b077a6c51a242d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8E0C77-3D7A-44C6-A09C-CD8DC344FCC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F95BD1-3DB8-46FC-8A26-36EB190EB3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A0FAFF4-F29A-41D0-83A1-B29519C6CF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FB7AF0-1FEB-4D08-B7AC-18C1CAF467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58AB4D1-37F8-446F-A834-B5EFDE9C72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9A0F218A-95ED-4309-9C62-07881563F2A8}"/>
              </a:ext>
            </a:extLst>
          </p:cNvPr>
          <p:cNvPicPr>
            <a:picLocks xmlns:a="http://schemas.openxmlformats.org/drawingml/2006/main" noChangeAspect="1"/>
          </p:cNvPicPr>
          <p:nvPr/>
        </p:nvPicPr>
        <p:blipFill>
          <a:blip xmlns:r="http://schemas.openxmlformats.org/officeDocument/2006/relationships" xmlns:a="http://schemas.openxmlformats.org/drawingml/2006/main" r:embed="Rb7ca8867bd70445f"/>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EB7B7640-868F-41F8-BEF9-618FBE469C6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EF9168F4-3305-492E-94BB-14D5F67DFB6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34591927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3897042-FE63-45C8-999B-295C72BFCFDF}"/>
              </a:ext>
            </a:extLst>
          </p:cNvPr>
          <p:cNvPicPr>
            <a:picLocks xmlns:a="http://schemas.openxmlformats.org/drawingml/2006/main" noChangeAspect="1"/>
          </p:cNvPicPr>
          <p:nvPr/>
        </p:nvPicPr>
        <p:blipFill>
          <a:blip xmlns:r="http://schemas.openxmlformats.org/officeDocument/2006/relationships" xmlns:a="http://schemas.openxmlformats.org/drawingml/2006/main" r:embed="Rbfb4fd986d3f41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997C9F-4910-400B-83F2-A6C21639F5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596404-7122-4B36-A6D7-AE5ABA8BFDE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BFBA016-6D31-44F7-A37E-A2265F4364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A2B19BB-51F0-4115-BD6E-13E5F72728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7986790-BEF1-47EC-B594-7FF4EF3E78B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853B32B6-41E8-43D0-8094-E2D5D12DD225}"/>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D9AA9693-0D0B-40CE-B5A0-85C97EA94A04}"/>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7EB7C029-C03F-4FAB-ADCB-18BDDC64708F}"/>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0BC1C56B-4332-46CC-B5C1-82A515DCCF68}"/>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35133C09-6D78-4E76-B13E-947FB7FC28C7}"/>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0AB2F43F-901E-498F-9CFD-490965919D59}"/>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85172995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9B7D10C-C3CA-438C-AC18-FDFA7F16C594}"/>
              </a:ext>
            </a:extLst>
          </p:cNvPr>
          <p:cNvPicPr>
            <a:picLocks xmlns:a="http://schemas.openxmlformats.org/drawingml/2006/main" noChangeAspect="1"/>
          </p:cNvPicPr>
          <p:nvPr/>
        </p:nvPicPr>
        <p:blipFill>
          <a:blip xmlns:r="http://schemas.openxmlformats.org/officeDocument/2006/relationships" xmlns:a="http://schemas.openxmlformats.org/drawingml/2006/main" r:embed="Rb4bbd28c0a2642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5D422B-8B8A-4AD9-9A0E-9C6117B5425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4ACD21-8E5F-4F59-B2B8-610C8B6CABC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81F3FB6-3DC6-4824-BF1A-9E7EF8D772F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469968-B51D-46AB-A3B7-4E142237B0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C36E305-BC60-495B-AF95-11D249DE7F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B1127DCA-9562-4922-BC10-F0C1DCC52292}"/>
              </a:ext>
            </a:extLst>
          </p:cNvPr>
          <p:cNvPicPr>
            <a:picLocks xmlns:a="http://schemas.openxmlformats.org/drawingml/2006/main" noChangeAspect="1"/>
          </p:cNvPicPr>
          <p:nvPr/>
        </p:nvPicPr>
        <p:blipFill>
          <a:blip xmlns:r="http://schemas.openxmlformats.org/officeDocument/2006/relationships" xmlns:a="http://schemas.openxmlformats.org/drawingml/2006/main" r:embed="Rd35b6743a32c452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CCA43C1E-14AA-48B3-8772-FDBD19F49BD4}"/>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4FC96881-AE51-4A3C-A479-D8B774BFCAA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0015335-4BAA-4C38-9FD2-483294AEBDB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6C75AA0-BE2B-4724-8566-2481210333BA}"/>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BF8AE4F-06D4-406C-A246-53F822C4CE81}"/>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A6C76FC7-5351-45B0-953E-05843B3FAFC4}"/>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FC61AF79-E20A-4D7E-B67D-2A4768A49FCB}"/>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BF924971-D714-4769-AF1E-3BB9FF79B30B}"/>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1F0B5BEC-6075-44B7-A22A-B40794B63A74}"/>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27643351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5F1F78E-9BF4-4EE6-A14B-9E43B8A663E9}"/>
              </a:ext>
            </a:extLst>
          </p:cNvPr>
          <p:cNvPicPr>
            <a:picLocks xmlns:a="http://schemas.openxmlformats.org/drawingml/2006/main" noChangeAspect="1"/>
          </p:cNvPicPr>
          <p:nvPr/>
        </p:nvPicPr>
        <p:blipFill>
          <a:blip xmlns:r="http://schemas.openxmlformats.org/officeDocument/2006/relationships" xmlns:a="http://schemas.openxmlformats.org/drawingml/2006/main" r:embed="R014423ef0a1844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1551F4-AD01-495B-9603-2A788BECA4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8F9BCF-8403-4ADB-9A02-E1BAFAC6898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C06CDDA-E276-47B8-8F3B-A5F2DF4898A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BFF5914-3A83-484D-8599-50AC8AF41CF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578B114-B375-4708-AF8D-1C8EE741CAA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E3D53304-E9B6-4FDF-96C9-B7C92BFD7ABB}"/>
              </a:ext>
            </a:extLst>
          </p:cNvPr>
          <p:cNvPicPr>
            <a:picLocks xmlns:a="http://schemas.openxmlformats.org/drawingml/2006/main" noChangeAspect="1"/>
          </p:cNvPicPr>
          <p:nvPr/>
        </p:nvPicPr>
        <p:blipFill>
          <a:blip xmlns:r="http://schemas.openxmlformats.org/officeDocument/2006/relationships" xmlns:a="http://schemas.openxmlformats.org/drawingml/2006/main" r:embed="Rc1ed590b6d0d4fb5"/>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85C186A-C0B3-4046-A3CC-6EBCB0235423}"/>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67D96FB6-E185-4CAD-8361-A1C0D1BC9340}"/>
              </a:ext>
            </a:extLst>
          </p:cNvPr>
          <p:cNvPicPr>
            <a:picLocks xmlns:a="http://schemas.openxmlformats.org/drawingml/2006/main" noChangeAspect="1"/>
          </p:cNvPicPr>
          <p:nvPr/>
        </p:nvPicPr>
        <p:blipFill>
          <a:blip xmlns:r="http://schemas.openxmlformats.org/officeDocument/2006/relationships" xmlns:a="http://schemas.openxmlformats.org/drawingml/2006/main" r:embed="R24a9a2d6747a4a85"/>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E0588EEF-1500-4341-B22E-1F3E3B527B65}"/>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1CD965D0-6191-4780-9950-D0DED66E4408}"/>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9A1BEF27-3AD1-4D9B-872D-E6CA2597488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C9EB7970-A214-4A13-9B14-8542202D48C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90914333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F7E6B6C-7F14-4F60-91F2-6F436AB7B53E}"/>
              </a:ext>
            </a:extLst>
          </p:cNvPr>
          <p:cNvPicPr>
            <a:picLocks xmlns:a="http://schemas.openxmlformats.org/drawingml/2006/main" noChangeAspect="1"/>
          </p:cNvPicPr>
          <p:nvPr/>
        </p:nvPicPr>
        <p:blipFill>
          <a:blip xmlns:r="http://schemas.openxmlformats.org/officeDocument/2006/relationships" xmlns:a="http://schemas.openxmlformats.org/drawingml/2006/main" r:embed="Ra63bcc54851845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4706EC-6384-4DA1-A1E1-8093C4F1F35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23A8A4-A7B2-4569-94FF-031262B14F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E897CDD-B441-4863-8745-3AD57BAF1CD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AF3856-A38A-49EB-BB05-873CE4407D1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2575BA0-423F-4647-B605-31F667D377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C6AA28A0-C442-424D-BF4F-D86703D962C6}"/>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25C9A1F-234D-45FC-9BCC-A0B689AB72F1}"/>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DECFE79-5CDC-400A-A7FF-32EA1B2A1F19}"/>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110AFE2-0A7C-45F7-9EBF-422880A2BDCC}"/>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0213289-CA4A-47D1-AC55-BF7FE85F1F4C}"/>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09027399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8EB30D6C-A80E-4E31-87CD-CC7BD7F2CF3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A3CC994-4EFF-4B0B-BB0A-5E7B63D8BFC6}"/>
              </a:ext>
            </a:extLst>
          </p:cNvPr>
          <p:cNvPicPr>
            <a:picLocks xmlns:a="http://schemas.openxmlformats.org/drawingml/2006/main" noChangeAspect="1"/>
          </p:cNvPicPr>
          <p:nvPr/>
        </p:nvPicPr>
        <p:blipFill>
          <a:blip xmlns:r="http://schemas.openxmlformats.org/officeDocument/2006/relationships" xmlns:a="http://schemas.openxmlformats.org/drawingml/2006/main" r:embed="R6211658a62e74b8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BC611D8-9A7C-4F0C-AFC4-374BB5C9E5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EC14E3CA-1EE8-4DE7-8BC2-99FF865065B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3A97D408-EE21-4EE4-A2F0-6FDC4D9D262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D131F577-807D-478D-88A6-2CACD7812B2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8682034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CBD40A6-120C-498E-8249-E186DC6CE074}"/>
              </a:ext>
            </a:extLst>
          </p:cNvPr>
          <p:cNvPicPr>
            <a:picLocks xmlns:a="http://schemas.openxmlformats.org/drawingml/2006/main" noChangeAspect="1"/>
          </p:cNvPicPr>
          <p:nvPr/>
        </p:nvPicPr>
        <p:blipFill>
          <a:blip xmlns:r="http://schemas.openxmlformats.org/officeDocument/2006/relationships" xmlns:a="http://schemas.openxmlformats.org/drawingml/2006/main" r:embed="R0197efe4fd7f4fa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2EFA0B-34F1-4A8B-A334-87B77D99F80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3E0970-E645-48CE-BFEE-EA64C36E75F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1B2216E-D791-45BA-B1DF-7F94A5333E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72EE93-1C70-4B44-A2E3-5ACF5C8C2E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0BF7D81-9107-458C-B9FC-AA304251BD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11102605-F78F-4BC6-8E4B-82CF8DABC55C}"/>
              </a:ext>
            </a:extLst>
          </p:cNvPr>
          <p:cNvPicPr>
            <a:picLocks xmlns:a="http://schemas.openxmlformats.org/drawingml/2006/main" noChangeAspect="1"/>
          </p:cNvPicPr>
          <p:nvPr/>
        </p:nvPicPr>
        <p:blipFill>
          <a:blip xmlns:r="http://schemas.openxmlformats.org/officeDocument/2006/relationships" xmlns:a="http://schemas.openxmlformats.org/drawingml/2006/main" r:embed="Rcb70187e0cf34e0c"/>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9966778-E079-437C-AB7E-8C1B0BBA6666}"/>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1E6B881-C22B-463C-A8DE-0F241BA2E21C}"/>
              </a:ext>
            </a:extLst>
          </p:cNvPr>
          <p:cNvPicPr>
            <a:picLocks xmlns:a="http://schemas.openxmlformats.org/drawingml/2006/main" noChangeAspect="1"/>
          </p:cNvPicPr>
          <p:nvPr/>
        </p:nvPicPr>
        <p:blipFill>
          <a:blip xmlns:r="http://schemas.openxmlformats.org/officeDocument/2006/relationships" xmlns:a="http://schemas.openxmlformats.org/drawingml/2006/main" r:embed="Rf49369bb084449d8"/>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E54120C-7C95-4635-A64A-51699FAFC0E9}"/>
              </a:ext>
            </a:extLst>
          </p:cNvPr>
          <p:cNvPicPr>
            <a:picLocks xmlns:a="http://schemas.openxmlformats.org/drawingml/2006/main" noChangeAspect="1"/>
          </p:cNvPicPr>
          <p:nvPr/>
        </p:nvPicPr>
        <p:blipFill>
          <a:blip xmlns:r="http://schemas.openxmlformats.org/officeDocument/2006/relationships" xmlns:a="http://schemas.openxmlformats.org/drawingml/2006/main" r:embed="Rdc11b92de3f2487b"/>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BBF0B46-9AEF-4748-8570-51E6ABA473E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6AD01E80-A399-4F8D-8E2C-63DCE249DA70}"/>
              </a:ext>
            </a:extLst>
          </p:cNvPr>
          <p:cNvPicPr>
            <a:picLocks xmlns:a="http://schemas.openxmlformats.org/drawingml/2006/main" noChangeAspect="1"/>
          </p:cNvPicPr>
          <p:nvPr/>
        </p:nvPicPr>
        <p:blipFill>
          <a:blip xmlns:r="http://schemas.openxmlformats.org/officeDocument/2006/relationships" xmlns:a="http://schemas.openxmlformats.org/drawingml/2006/main" r:embed="Rc07528e3feff4279"/>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31340877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D9A8379-A28C-4FE8-9810-63AF88F3B616}"/>
              </a:ext>
            </a:extLst>
          </p:cNvPr>
          <p:cNvPicPr>
            <a:picLocks xmlns:a="http://schemas.openxmlformats.org/drawingml/2006/main" noChangeAspect="1"/>
          </p:cNvPicPr>
          <p:nvPr/>
        </p:nvPicPr>
        <p:blipFill>
          <a:blip xmlns:r="http://schemas.openxmlformats.org/officeDocument/2006/relationships" xmlns:a="http://schemas.openxmlformats.org/drawingml/2006/main" r:embed="R46485f6edeca49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C5D858-9A0D-40C0-935C-ECB0CCE004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2B05E4-CEE3-4F0A-8079-A396C677FD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D4625A0-084E-437C-BA26-C721207BEB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56F2CAC-99C5-419D-A966-6CFAF5F3B3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B47B5C0-763C-4474-B990-A3A12F6E80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E27F204-DEDD-44B9-BD7F-5A6EA2BE6F09}"/>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D729804B-36F2-4212-AE9D-F73172FCD446}"/>
              </a:ext>
            </a:extLst>
          </p:cNvPr>
          <p:cNvPicPr>
            <a:picLocks xmlns:a="http://schemas.openxmlformats.org/drawingml/2006/main" noChangeAspect="1"/>
          </p:cNvPicPr>
          <p:nvPr/>
        </p:nvPicPr>
        <p:blipFill>
          <a:blip xmlns:r="http://schemas.openxmlformats.org/officeDocument/2006/relationships" xmlns:a="http://schemas.openxmlformats.org/drawingml/2006/main" r:embed="Rd3999fc55f3345be"/>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C8247F9-0D80-4A2F-A39F-5EE61046AFA0}"/>
              </a:ext>
            </a:extLst>
          </p:cNvPr>
          <p:cNvPicPr>
            <a:picLocks xmlns:a="http://schemas.openxmlformats.org/drawingml/2006/main" noChangeAspect="1"/>
          </p:cNvPicPr>
          <p:nvPr/>
        </p:nvPicPr>
        <p:blipFill>
          <a:blip xmlns:r="http://schemas.openxmlformats.org/officeDocument/2006/relationships" xmlns:a="http://schemas.openxmlformats.org/drawingml/2006/main" r:embed="R9f2a38e5b2594503"/>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709435F3-B5B7-4EAA-AE88-7325BCDC22E6}"/>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621E683-38EF-4BB3-9093-627084F85F6B}"/>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3F6C83C0-8A93-46FB-94C2-58102D008427}"/>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C2B3CD8-D12D-496A-807F-5CBF0EAC12CE}"/>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37741430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6A38BA9-20B1-4C38-B4F7-9891939A003F}"/>
              </a:ext>
            </a:extLst>
          </p:cNvPr>
          <p:cNvPicPr>
            <a:picLocks xmlns:a="http://schemas.openxmlformats.org/drawingml/2006/main" noChangeAspect="1"/>
          </p:cNvPicPr>
          <p:nvPr/>
        </p:nvPicPr>
        <p:blipFill>
          <a:blip xmlns:r="http://schemas.openxmlformats.org/officeDocument/2006/relationships" xmlns:a="http://schemas.openxmlformats.org/drawingml/2006/main" r:embed="Rcd08741fa2d4462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E2BB07-ECCB-42EB-8340-AB7DDD39F7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84CC1F-E1A9-4239-B276-A3C2C91A26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9CF3560-9FDC-4CBD-8EC8-B348261EEF6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83BEDB-E818-4D20-8489-56E622F4F90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39132B7-B661-4D52-A480-36BF8BA80A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67F5FC09-534A-4AAD-9D49-A2F48ED4A912}"/>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86500BFD-28CA-4CE8-BE90-CF041E0A5C4A}"/>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876704B8-ED42-4FB6-894D-4F8098E93B74}"/>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848049A6-80BC-4D7C-AE49-BA6FC2496E50}"/>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931CE515-8ECF-4683-A4A0-251FED96F80E}"/>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EEB0C4B4-A666-48E3-A559-35EB211EB460}"/>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6767A83-30FD-42F0-938D-0562399CE45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4166994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F047962-33C1-44D0-84E0-DCCE037381BD}"/>
              </a:ext>
            </a:extLst>
          </p:cNvPr>
          <p:cNvPicPr>
            <a:picLocks xmlns:a="http://schemas.openxmlformats.org/drawingml/2006/main" noChangeAspect="1"/>
          </p:cNvPicPr>
          <p:nvPr/>
        </p:nvPicPr>
        <p:blipFill>
          <a:blip xmlns:r="http://schemas.openxmlformats.org/officeDocument/2006/relationships" xmlns:a="http://schemas.openxmlformats.org/drawingml/2006/main" r:embed="R7124b04359934a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6FCFAB-1CA5-49BB-AA98-188AB769EA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56EC22-902C-4CC6-B601-E6717E4CEC8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34AC3E6-CC7D-43FE-BADB-178B901E5E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A6EE3F-B001-49B9-B7BA-BDFEA863841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27F18DA-7EF0-4B25-9C4F-B1C10A1AF5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B8D3AD27-ECD7-4B58-BAF2-2DBF5FEB70F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9DDBCDA-9E02-42CF-ADF3-5C77FE9BFEC2}"/>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C29B341-BCAD-4981-A808-5E2BF09CE8C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042300E-7C23-41AE-81BA-3C0C639A24B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6159B74-0B9A-4876-84DB-40068A8D10A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23F39FA-5EA9-4D46-81E0-62B16C1F04ED}"/>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38716035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AAEBA85-31D3-4DF5-B924-223D414A7858}"/>
              </a:ext>
            </a:extLst>
          </p:cNvPr>
          <p:cNvPicPr>
            <a:picLocks xmlns:a="http://schemas.openxmlformats.org/drawingml/2006/main" noChangeAspect="1"/>
          </p:cNvPicPr>
          <p:nvPr/>
        </p:nvPicPr>
        <p:blipFill>
          <a:blip xmlns:r="http://schemas.openxmlformats.org/officeDocument/2006/relationships" xmlns:a="http://schemas.openxmlformats.org/drawingml/2006/main" r:embed="Rdc27d0767aad4f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BEDB53-5228-47BC-83F6-0CFBC36134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3F37DB-55E9-4336-9267-E6D7766B1BF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39A2CB3-7134-43CD-9A3D-B779840BE7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DA9870A-C8F8-43E0-B87D-B1A59A78070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D7A43D9-92E7-49D1-8C9B-FD26F4B263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3E490FC6-F692-4E25-AB58-771835C64E9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37C7ACB-276D-4243-BE53-46376039E22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2B8885EB-C3BD-426B-91BF-6FED8D09584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633DE45-1E6E-4E57-A57C-EA0ED8374D1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8995A704-EF8B-476D-9EC4-C300C0029FF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352D2D6-34D2-4787-AEC2-9A6867C98A7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57034386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C93B276-E6AE-4188-AD55-3711276279E0}"/>
              </a:ext>
            </a:extLst>
          </p:cNvPr>
          <p:cNvPicPr>
            <a:picLocks xmlns:a="http://schemas.openxmlformats.org/drawingml/2006/main" noChangeAspect="1"/>
          </p:cNvPicPr>
          <p:nvPr/>
        </p:nvPicPr>
        <p:blipFill>
          <a:blip xmlns:r="http://schemas.openxmlformats.org/officeDocument/2006/relationships" xmlns:a="http://schemas.openxmlformats.org/drawingml/2006/main" r:embed="R32cae8b11f914a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4E7B6B-C479-4063-A40B-0446BB50DF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7D816C-693D-48BE-9F05-8F008C0480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8968E45-EE0B-42B9-999B-E9CFFB59C8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0A331BB-4B6C-4A6B-A948-AAA415ED8FB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5A38EBA-FAFE-4BD9-802F-FF4CCFAD455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38E0A396-1875-4B86-B0E7-D8A62961C055}"/>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9FD3F0B-6AED-420D-90A7-A58D0F92379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E3F3548-F65F-485A-A747-B6772B7E2F2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7FA133D-B7DB-460D-BC7C-80842B6D3384}"/>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0E06C05-A9F6-4A81-A252-2701ED3D1AA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059497D-A50E-403C-9B02-4B6B2CEEEF1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85802438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FB8B92A-D003-4DAE-93BD-6B52162DE2D0}"/>
              </a:ext>
            </a:extLst>
          </p:cNvPr>
          <p:cNvPicPr>
            <a:picLocks xmlns:a="http://schemas.openxmlformats.org/drawingml/2006/main" noChangeAspect="1"/>
          </p:cNvPicPr>
          <p:nvPr/>
        </p:nvPicPr>
        <p:blipFill>
          <a:blip xmlns:r="http://schemas.openxmlformats.org/officeDocument/2006/relationships" xmlns:a="http://schemas.openxmlformats.org/drawingml/2006/main" r:embed="Reaec563051b044c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85E472-78E3-4971-85B2-B969E09B53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E1A4F7-06FC-4FB9-8FC2-7D198228463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D4F99A9-25B8-415C-B4D5-8F8637A629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E409A26-7587-4657-960A-ECD87264B7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43FA65C-4CFA-483E-9D6F-C1D2E373FC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A77CA615-BEDB-4B3C-A9D8-59F6DBA0072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6307173-059A-466A-87B1-764CE4217B5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0F17DE77-C2B9-4735-B337-5F1E2597BCF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25D56DE-0B06-499E-8E47-BE52D6817E9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17B9E2C0-471D-42A1-BB28-667864BCEE7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318B614-D0B3-4BE1-8E6C-4A24AE99925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27131288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7E7F5F8-5E71-4D58-9ADA-ED019D1B6DE0}"/>
              </a:ext>
            </a:extLst>
          </p:cNvPr>
          <p:cNvPicPr>
            <a:picLocks xmlns:a="http://schemas.openxmlformats.org/drawingml/2006/main" noChangeAspect="1"/>
          </p:cNvPicPr>
          <p:nvPr/>
        </p:nvPicPr>
        <p:blipFill>
          <a:blip xmlns:r="http://schemas.openxmlformats.org/officeDocument/2006/relationships" xmlns:a="http://schemas.openxmlformats.org/drawingml/2006/main" r:embed="R9696257175d6484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BCB68F-D32D-4594-B708-414C0BCC27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E22078-5DAE-465A-8791-D4A1BF1352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A7F3DDF-C2CE-413E-B450-D76FBAE3856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7C364A2-5B68-46EF-8B13-5807A9CBB7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6CE0557-DE5B-4EB0-90A9-60393275058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0FCB2464-EE29-432B-97EA-9F8EDD715D5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4A64155-62F3-4387-9235-13591819667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6B6410F2-1E47-4934-BD03-A4CA6D788BC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340C9B0-2767-4F72-B734-D009EC948FF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8A714502-0577-4207-B798-9F528EC1D4D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B517CB7-E3DD-4CBB-9552-AF89BE08968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5715079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DBB335-9920-4E9D-B973-127AC30E9A16}"/>
              </a:ext>
            </a:extLst>
          </p:cNvPr>
          <p:cNvPicPr>
            <a:picLocks xmlns:a="http://schemas.openxmlformats.org/drawingml/2006/main" noChangeAspect="1"/>
          </p:cNvPicPr>
          <p:nvPr/>
        </p:nvPicPr>
        <p:blipFill>
          <a:blip xmlns:r="http://schemas.openxmlformats.org/officeDocument/2006/relationships" xmlns:a="http://schemas.openxmlformats.org/drawingml/2006/main" r:embed="Rc0e64bf1849648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90CCE2-1DCA-4A22-8C4D-5628CF8AD3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07919C-5098-4FA1-AC5A-F140F5EFD8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8C30354-153F-437B-A5D9-521DDC0113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D7AAE65-8E61-4B1C-A531-4DB97B1E2E2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502F777-0D26-410E-B5CB-15472489CC0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6725FA9C-73FE-4BC7-A811-4F56FADF841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99462F2-3017-4481-8AFA-73134093C81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2A956EAF-D3EB-4676-8208-0535BD40B31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ED744E6-EF6B-4F88-9258-42A7D57F692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95B01212-09C0-4AF5-BC96-B511B11067E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4A686B9-8771-40D5-A4CD-DD97BE97994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2383472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2026-10-27T14:04:12.6520000Z</dcterms:created>
  <dcterms:modified xsi:type="dcterms:W3CDTF">2026-10-27T14:04:12.6520000Z</dcterms:modified>
</coreProperties>
</file>