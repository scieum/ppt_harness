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ec053eb2e854a08" /><Relationship Type="http://schemas.openxmlformats.org/officeDocument/2006/relationships/extended-properties" Target="/docProps/app.xml" Id="R83a0f6f1797c495f" /><Relationship Type="http://schemas.openxmlformats.org/officeDocument/2006/relationships/officeDocument" Target="/ppt/presentation.xml" Id="Rcf46fb4e21e04ece" /></Relationships>
</file>

<file path=ppt/presentation.xml><?xml version="1.0" encoding="utf-8"?>
<p:presentation xmlns:p="http://schemas.openxmlformats.org/presentationml/2006/main">
  <p:sldMasterIdLst>
    <p:sldMasterId xmlns:r="http://schemas.openxmlformats.org/officeDocument/2006/relationships" id="2147483648" r:id="R0da287154f9349a1"/>
  </p:sldMasterIdLst>
  <p:notesMasterIdLst>
    <p:notesMasterId xmlns:r="http://schemas.openxmlformats.org/officeDocument/2006/relationships" r:id="R9df8700a27284a23"/>
  </p:notesMasterIdLst>
  <p:sldIdLst>
    <p:sldId xmlns:r="http://schemas.openxmlformats.org/officeDocument/2006/relationships" id="256" r:id="R7e9056712ebc4e95"/>
    <p:sldId xmlns:r="http://schemas.openxmlformats.org/officeDocument/2006/relationships" id="257" r:id="R1aa17a6db89d445e"/>
    <p:sldId xmlns:r="http://schemas.openxmlformats.org/officeDocument/2006/relationships" id="258" r:id="Rfd17b39693f74e9b"/>
    <p:sldId xmlns:r="http://schemas.openxmlformats.org/officeDocument/2006/relationships" id="259" r:id="Raad44c5857604435"/>
    <p:sldId xmlns:r="http://schemas.openxmlformats.org/officeDocument/2006/relationships" id="260" r:id="R337f62c603b84ec0"/>
    <p:sldId xmlns:r="http://schemas.openxmlformats.org/officeDocument/2006/relationships" id="261" r:id="R30f8c9f5c7b04a3d"/>
    <p:sldId xmlns:r="http://schemas.openxmlformats.org/officeDocument/2006/relationships" id="262" r:id="R29cb934a297e4b70"/>
    <p:sldId xmlns:r="http://schemas.openxmlformats.org/officeDocument/2006/relationships" id="263" r:id="R87b8eb00a29546fb"/>
    <p:sldId xmlns:r="http://schemas.openxmlformats.org/officeDocument/2006/relationships" id="264" r:id="R74dbcc2fa3444e5f"/>
    <p:sldId xmlns:r="http://schemas.openxmlformats.org/officeDocument/2006/relationships" id="265" r:id="R5f1438451d464676"/>
    <p:sldId xmlns:r="http://schemas.openxmlformats.org/officeDocument/2006/relationships" id="266" r:id="R8f47ff45011b473d"/>
    <p:sldId xmlns:r="http://schemas.openxmlformats.org/officeDocument/2006/relationships" id="267" r:id="R927ea3826c6249f4"/>
    <p:sldId xmlns:r="http://schemas.openxmlformats.org/officeDocument/2006/relationships" id="268" r:id="R5ad94492e83c49cc"/>
    <p:sldId xmlns:r="http://schemas.openxmlformats.org/officeDocument/2006/relationships" id="269" r:id="R0f57f96c5cc8450c"/>
    <p:sldId xmlns:r="http://schemas.openxmlformats.org/officeDocument/2006/relationships" id="270" r:id="R18b6aa618f014365"/>
    <p:sldId xmlns:r="http://schemas.openxmlformats.org/officeDocument/2006/relationships" id="271" r:id="R9f2ee08dff284fd1"/>
    <p:sldId xmlns:r="http://schemas.openxmlformats.org/officeDocument/2006/relationships" id="272" r:id="R420ae6fddf1c4a78"/>
    <p:sldId xmlns:r="http://schemas.openxmlformats.org/officeDocument/2006/relationships" id="273" r:id="R3c39692409a34968"/>
    <p:sldId xmlns:r="http://schemas.openxmlformats.org/officeDocument/2006/relationships" id="274" r:id="R29ea3c046c5f4b0a"/>
    <p:sldId xmlns:r="http://schemas.openxmlformats.org/officeDocument/2006/relationships" id="275" r:id="Rd934afd6cb324234"/>
    <p:sldId xmlns:r="http://schemas.openxmlformats.org/officeDocument/2006/relationships" id="276" r:id="R55c53a78fc004074"/>
    <p:sldId xmlns:r="http://schemas.openxmlformats.org/officeDocument/2006/relationships" id="277" r:id="Ra5cdd7aac1c247d3"/>
    <p:sldId xmlns:r="http://schemas.openxmlformats.org/officeDocument/2006/relationships" id="278" r:id="R8b198b802ca54f84"/>
    <p:sldId xmlns:r="http://schemas.openxmlformats.org/officeDocument/2006/relationships" id="279" r:id="Rc56630094cc04c7b"/>
    <p:sldId xmlns:r="http://schemas.openxmlformats.org/officeDocument/2006/relationships" id="280" r:id="R184e75655b3847c5"/>
    <p:sldId xmlns:r="http://schemas.openxmlformats.org/officeDocument/2006/relationships" id="281" r:id="R3fdc4d426696425d"/>
    <p:sldId xmlns:r="http://schemas.openxmlformats.org/officeDocument/2006/relationships" id="282" r:id="Rc2919bd75a38484a"/>
    <p:sldId xmlns:r="http://schemas.openxmlformats.org/officeDocument/2006/relationships" id="283" r:id="R41cb8912625b4a6a"/>
    <p:sldId xmlns:r="http://schemas.openxmlformats.org/officeDocument/2006/relationships" id="284" r:id="R4a11df0cafd444c4"/>
    <p:sldId xmlns:r="http://schemas.openxmlformats.org/officeDocument/2006/relationships" id="285" r:id="R30d8a16ddc78474b"/>
    <p:sldId xmlns:r="http://schemas.openxmlformats.org/officeDocument/2006/relationships" id="286" r:id="Rba99c603c20c4c8b"/>
    <p:sldId xmlns:r="http://schemas.openxmlformats.org/officeDocument/2006/relationships" id="287" r:id="R6ebe961c96c84bc4"/>
    <p:sldId xmlns:r="http://schemas.openxmlformats.org/officeDocument/2006/relationships" id="288" r:id="Ra8e28450930b43f9"/>
    <p:sldId xmlns:r="http://schemas.openxmlformats.org/officeDocument/2006/relationships" id="289" r:id="R5658e27ac881405a"/>
    <p:sldId xmlns:r="http://schemas.openxmlformats.org/officeDocument/2006/relationships" id="290" r:id="R9aecb577736c48c3"/>
    <p:sldId xmlns:r="http://schemas.openxmlformats.org/officeDocument/2006/relationships" id="291" r:id="Rd72a8aa577d34e71"/>
    <p:sldId xmlns:r="http://schemas.openxmlformats.org/officeDocument/2006/relationships" id="292" r:id="R01787ebdde8c409c"/>
    <p:sldId xmlns:r="http://schemas.openxmlformats.org/officeDocument/2006/relationships" id="293" r:id="R5f9e0365690e4adb"/>
    <p:sldId xmlns:r="http://schemas.openxmlformats.org/officeDocument/2006/relationships" id="294" r:id="Rd88ddf67598c4e9d"/>
    <p:sldId xmlns:r="http://schemas.openxmlformats.org/officeDocument/2006/relationships" id="295" r:id="R9d7f3335d389496c"/>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dae7c769f894053" /><Relationship Type="http://schemas.openxmlformats.org/officeDocument/2006/relationships/slideMaster" Target="/ppt/slideMasters/slideMaster1.xml" Id="R0da287154f9349a1" /><Relationship Type="http://schemas.openxmlformats.org/officeDocument/2006/relationships/notesMaster" Target="/ppt/notesMasters/notesMaster1.xml" Id="R9df8700a27284a23" /><Relationship Type="http://schemas.openxmlformats.org/officeDocument/2006/relationships/presProps" Target="/ppt/presProps.xml" Id="R60bdbef3be164e4b" /><Relationship Type="http://schemas.openxmlformats.org/officeDocument/2006/relationships/tableStyles" Target="/ppt/tableStyles.xml" Id="R4298594ae4994ad4" /><Relationship Type="http://schemas.openxmlformats.org/officeDocument/2006/relationships/slide" Target="/ppt/slides/slide1.xml" Id="R7e9056712ebc4e95" /><Relationship Type="http://schemas.openxmlformats.org/officeDocument/2006/relationships/slide" Target="/ppt/slides/slide2.xml" Id="R1aa17a6db89d445e" /><Relationship Type="http://schemas.openxmlformats.org/officeDocument/2006/relationships/slide" Target="/ppt/slides/slide3.xml" Id="Rfd17b39693f74e9b" /><Relationship Type="http://schemas.openxmlformats.org/officeDocument/2006/relationships/slide" Target="/ppt/slides/slide4.xml" Id="Raad44c5857604435" /><Relationship Type="http://schemas.openxmlformats.org/officeDocument/2006/relationships/slide" Target="/ppt/slides/slide5.xml" Id="R337f62c603b84ec0" /><Relationship Type="http://schemas.openxmlformats.org/officeDocument/2006/relationships/slide" Target="/ppt/slides/slide6.xml" Id="R30f8c9f5c7b04a3d" /><Relationship Type="http://schemas.openxmlformats.org/officeDocument/2006/relationships/slide" Target="/ppt/slides/slide7.xml" Id="R29cb934a297e4b70" /><Relationship Type="http://schemas.openxmlformats.org/officeDocument/2006/relationships/slide" Target="/ppt/slides/slide8.xml" Id="R87b8eb00a29546fb" /><Relationship Type="http://schemas.openxmlformats.org/officeDocument/2006/relationships/slide" Target="/ppt/slides/slide9.xml" Id="R74dbcc2fa3444e5f" /><Relationship Type="http://schemas.openxmlformats.org/officeDocument/2006/relationships/slide" Target="/ppt/slides/slide10.xml" Id="R5f1438451d464676" /><Relationship Type="http://schemas.openxmlformats.org/officeDocument/2006/relationships/slide" Target="/ppt/slides/slide11.xml" Id="R8f47ff45011b473d" /><Relationship Type="http://schemas.openxmlformats.org/officeDocument/2006/relationships/slide" Target="/ppt/slides/slide12.xml" Id="R927ea3826c6249f4" /><Relationship Type="http://schemas.openxmlformats.org/officeDocument/2006/relationships/slide" Target="/ppt/slides/slide13.xml" Id="R5ad94492e83c49cc" /><Relationship Type="http://schemas.openxmlformats.org/officeDocument/2006/relationships/slide" Target="/ppt/slides/slide14.xml" Id="R0f57f96c5cc8450c" /><Relationship Type="http://schemas.openxmlformats.org/officeDocument/2006/relationships/slide" Target="/ppt/slides/slide15.xml" Id="R18b6aa618f014365" /><Relationship Type="http://schemas.openxmlformats.org/officeDocument/2006/relationships/slide" Target="/ppt/slides/slide16.xml" Id="R9f2ee08dff284fd1" /><Relationship Type="http://schemas.openxmlformats.org/officeDocument/2006/relationships/slide" Target="/ppt/slides/slide17.xml" Id="R420ae6fddf1c4a78" /><Relationship Type="http://schemas.openxmlformats.org/officeDocument/2006/relationships/slide" Target="/ppt/slides/slide18.xml" Id="R3c39692409a34968" /><Relationship Type="http://schemas.openxmlformats.org/officeDocument/2006/relationships/slide" Target="/ppt/slides/slide19.xml" Id="R29ea3c046c5f4b0a" /><Relationship Type="http://schemas.openxmlformats.org/officeDocument/2006/relationships/slide" Target="/ppt/slides/slide20.xml" Id="Rd934afd6cb324234" /><Relationship Type="http://schemas.openxmlformats.org/officeDocument/2006/relationships/slide" Target="/ppt/slides/slide21.xml" Id="R55c53a78fc004074" /><Relationship Type="http://schemas.openxmlformats.org/officeDocument/2006/relationships/slide" Target="/ppt/slides/slide22.xml" Id="Ra5cdd7aac1c247d3" /><Relationship Type="http://schemas.openxmlformats.org/officeDocument/2006/relationships/slide" Target="/ppt/slides/slide23.xml" Id="R8b198b802ca54f84" /><Relationship Type="http://schemas.openxmlformats.org/officeDocument/2006/relationships/slide" Target="/ppt/slides/slide24.xml" Id="Rc56630094cc04c7b" /><Relationship Type="http://schemas.openxmlformats.org/officeDocument/2006/relationships/slide" Target="/ppt/slides/slide25.xml" Id="R184e75655b3847c5" /><Relationship Type="http://schemas.openxmlformats.org/officeDocument/2006/relationships/slide" Target="/ppt/slides/slide26.xml" Id="R3fdc4d426696425d" /><Relationship Type="http://schemas.openxmlformats.org/officeDocument/2006/relationships/slide" Target="/ppt/slides/slide27.xml" Id="Rc2919bd75a38484a" /><Relationship Type="http://schemas.openxmlformats.org/officeDocument/2006/relationships/slide" Target="/ppt/slides/slide28.xml" Id="R41cb8912625b4a6a" /><Relationship Type="http://schemas.openxmlformats.org/officeDocument/2006/relationships/slide" Target="/ppt/slides/slide29.xml" Id="R4a11df0cafd444c4" /><Relationship Type="http://schemas.openxmlformats.org/officeDocument/2006/relationships/slide" Target="/ppt/slides/slide30.xml" Id="R30d8a16ddc78474b" /><Relationship Type="http://schemas.openxmlformats.org/officeDocument/2006/relationships/slide" Target="/ppt/slides/slide31.xml" Id="Rba99c603c20c4c8b" /><Relationship Type="http://schemas.openxmlformats.org/officeDocument/2006/relationships/slide" Target="/ppt/slides/slide32.xml" Id="R6ebe961c96c84bc4" /><Relationship Type="http://schemas.openxmlformats.org/officeDocument/2006/relationships/slide" Target="/ppt/slides/slide33.xml" Id="Ra8e28450930b43f9" /><Relationship Type="http://schemas.openxmlformats.org/officeDocument/2006/relationships/slide" Target="/ppt/slides/slide34.xml" Id="R5658e27ac881405a" /><Relationship Type="http://schemas.openxmlformats.org/officeDocument/2006/relationships/slide" Target="/ppt/slides/slide35.xml" Id="R9aecb577736c48c3" /><Relationship Type="http://schemas.openxmlformats.org/officeDocument/2006/relationships/slide" Target="/ppt/slides/slide36.xml" Id="Rd72a8aa577d34e71" /><Relationship Type="http://schemas.openxmlformats.org/officeDocument/2006/relationships/slide" Target="/ppt/slides/slide37.xml" Id="R01787ebdde8c409c" /><Relationship Type="http://schemas.openxmlformats.org/officeDocument/2006/relationships/slide" Target="/ppt/slides/slide38.xml" Id="R5f9e0365690e4adb" /><Relationship Type="http://schemas.openxmlformats.org/officeDocument/2006/relationships/slide" Target="/ppt/slides/slide39.xml" Id="Rd88ddf67598c4e9d" /><Relationship Type="http://schemas.openxmlformats.org/officeDocument/2006/relationships/slide" Target="/ppt/slides/slide40.xml" Id="R9d7f3335d38949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73d5e3bd2e4d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839bb59d0cc41d8" /><Relationship Type="http://schemas.openxmlformats.org/officeDocument/2006/relationships/notesMaster" Target="/ppt/notesMasters/notesMaster1.xml" Id="Rc8c4281dbbc74596" /></Relationships>
</file>

<file path=ppt/notesSlides/_rels/notesSlide2.xml.rels>&#65279;<?xml version="1.0" encoding="utf-8"?><Relationships xmlns="http://schemas.openxmlformats.org/package/2006/relationships"><Relationship Type="http://schemas.openxmlformats.org/officeDocument/2006/relationships/slide" Target="/ppt/slides/slide2.xml" Id="R67404b46d0dc493e" /><Relationship Type="http://schemas.openxmlformats.org/officeDocument/2006/relationships/notesMaster" Target="/ppt/notesMasters/notesMaster1.xml" Id="Rb3b78ce4ba3a4eb5" /></Relationships>
</file>

<file path=ppt/notesSlides/_rels/notesSlide3.xml.rels>&#65279;<?xml version="1.0" encoding="utf-8"?><Relationships xmlns="http://schemas.openxmlformats.org/package/2006/relationships"><Relationship Type="http://schemas.openxmlformats.org/officeDocument/2006/relationships/slide" Target="/ppt/slides/slide3.xml" Id="R326e50c0abd84ec9" /><Relationship Type="http://schemas.openxmlformats.org/officeDocument/2006/relationships/notesMaster" Target="/ppt/notesMasters/notesMaster1.xml" Id="R2d1be4f89fab46ed" /></Relationships>
</file>

<file path=ppt/notesSlides/_rels/notesSlide4.xml.rels>&#65279;<?xml version="1.0" encoding="utf-8"?><Relationships xmlns="http://schemas.openxmlformats.org/package/2006/relationships"><Relationship Type="http://schemas.openxmlformats.org/officeDocument/2006/relationships/slide" Target="/ppt/slides/slide4.xml" Id="Rfd1def99d28b4209" /><Relationship Type="http://schemas.openxmlformats.org/officeDocument/2006/relationships/notesMaster" Target="/ppt/notesMasters/notesMaster1.xml" Id="Rf7a96e7190d24dd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9c7f6c3761f4ad3" /><Relationship Type="http://schemas.openxmlformats.org/officeDocument/2006/relationships/notesMaster" Target="/ppt/notesMasters/notesMaster1.xml" Id="R3dcaa83dec2e4259" /></Relationships>
</file>

<file path=ppt/notesSlides/_rels/notesSlide6.xml.rels>&#65279;<?xml version="1.0" encoding="utf-8"?><Relationships xmlns="http://schemas.openxmlformats.org/package/2006/relationships"><Relationship Type="http://schemas.openxmlformats.org/officeDocument/2006/relationships/slide" Target="/ppt/slides/slide6.xml" Id="R5c0528a638484644" /><Relationship Type="http://schemas.openxmlformats.org/officeDocument/2006/relationships/notesMaster" Target="/ppt/notesMasters/notesMaster1.xml" Id="Re80e159ff8804c2a" /></Relationships>
</file>

<file path=ppt/notesSlides/_rels/notesSlide7.xml.rels>&#65279;<?xml version="1.0" encoding="utf-8"?><Relationships xmlns="http://schemas.openxmlformats.org/package/2006/relationships"><Relationship Type="http://schemas.openxmlformats.org/officeDocument/2006/relationships/slide" Target="/ppt/slides/slide7.xml" Id="Rd8c92a211b4e4470" /><Relationship Type="http://schemas.openxmlformats.org/officeDocument/2006/relationships/notesMaster" Target="/ppt/notesMasters/notesMaster1.xml" Id="R2e29b37a695348f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2eb8d81f5064f51" /><Relationship Type="http://schemas.openxmlformats.org/officeDocument/2006/relationships/notesMaster" Target="/ppt/notesMasters/notesMaster1.xml" Id="Rfa5af720c2d94814" /></Relationships>
</file>

<file path=ppt/notesSlides/_rels/notesSlide9.xml.rels>&#65279;<?xml version="1.0" encoding="utf-8"?><Relationships xmlns="http://schemas.openxmlformats.org/package/2006/relationships"><Relationship Type="http://schemas.openxmlformats.org/officeDocument/2006/relationships/slide" Target="/ppt/slides/slide9.xml" Id="Rf0351b461f454f22" /><Relationship Type="http://schemas.openxmlformats.org/officeDocument/2006/relationships/notesMaster" Target="/ppt/notesMasters/notesMaster1.xml" Id="R7646ded441cf447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fbdb85241d54ecc" /><Relationship Type="http://schemas.openxmlformats.org/officeDocument/2006/relationships/notesMaster" Target="/ppt/notesMasters/notesMaster1.xml" Id="R35b40db59fea435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f77a7135314414d" /><Relationship Type="http://schemas.openxmlformats.org/officeDocument/2006/relationships/notesMaster" Target="/ppt/notesMasters/notesMaster1.xml" Id="Rf624f504dd954b5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9545969382a4079" /><Relationship Type="http://schemas.openxmlformats.org/officeDocument/2006/relationships/notesMaster" Target="/ppt/notesMasters/notesMaster1.xml" Id="R59a026a8b7ed4e6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0ebc57eb7e34824" /><Relationship Type="http://schemas.openxmlformats.org/officeDocument/2006/relationships/notesMaster" Target="/ppt/notesMasters/notesMaster1.xml" Id="R66da94c1f970483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74b4290b7524708" /><Relationship Type="http://schemas.openxmlformats.org/officeDocument/2006/relationships/notesMaster" Target="/ppt/notesMasters/notesMaster1.xml" Id="Rbe3416e8d362444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748d856f3ea4bf2" /><Relationship Type="http://schemas.openxmlformats.org/officeDocument/2006/relationships/notesMaster" Target="/ppt/notesMasters/notesMaster1.xml" Id="R1fe8e07146964bd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1deae4992bc48b6" /><Relationship Type="http://schemas.openxmlformats.org/officeDocument/2006/relationships/notesMaster" Target="/ppt/notesMasters/notesMaster1.xml" Id="Rd0690af06bb3440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e39ba5e3d4f49ed" /><Relationship Type="http://schemas.openxmlformats.org/officeDocument/2006/relationships/notesMaster" Target="/ppt/notesMasters/notesMaster1.xml" Id="Re3cb970fa881430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a69db5aeb0c4557" /><Relationship Type="http://schemas.openxmlformats.org/officeDocument/2006/relationships/notesMaster" Target="/ppt/notesMasters/notesMaster1.xml" Id="Rd6cd6bd61655481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4f6cd70c29e4dd6" /><Relationship Type="http://schemas.openxmlformats.org/officeDocument/2006/relationships/notesMaster" Target="/ppt/notesMasters/notesMaster1.xml" Id="R010f28338ace478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ccac439c55b4274" /><Relationship Type="http://schemas.openxmlformats.org/officeDocument/2006/relationships/notesMaster" Target="/ppt/notesMasters/notesMaster1.xml" Id="R56b87afe67124c4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f6a521fe6f04ccd" /><Relationship Type="http://schemas.openxmlformats.org/officeDocument/2006/relationships/notesMaster" Target="/ppt/notesMasters/notesMaster1.xml" Id="Rcfef42ac177c404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26ac1a2ba4f4d9e" /><Relationship Type="http://schemas.openxmlformats.org/officeDocument/2006/relationships/notesMaster" Target="/ppt/notesMasters/notesMaster1.xml" Id="R4c98558c7aca41e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5d5ed22a3b34bb8" /><Relationship Type="http://schemas.openxmlformats.org/officeDocument/2006/relationships/notesMaster" Target="/ppt/notesMasters/notesMaster1.xml" Id="R25248786d589486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4d8142ada114d87" /><Relationship Type="http://schemas.openxmlformats.org/officeDocument/2006/relationships/notesMaster" Target="/ppt/notesMasters/notesMaster1.xml" Id="R2fd17fc53efe4e9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39c26a767e848cc" /><Relationship Type="http://schemas.openxmlformats.org/officeDocument/2006/relationships/notesMaster" Target="/ppt/notesMasters/notesMaster1.xml" Id="Reb6000a2764140b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2727cd72f3f4892" /><Relationship Type="http://schemas.openxmlformats.org/officeDocument/2006/relationships/notesMaster" Target="/ppt/notesMasters/notesMaster1.xml" Id="R12da59a0b0c34db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60700cc492545f9" /><Relationship Type="http://schemas.openxmlformats.org/officeDocument/2006/relationships/notesMaster" Target="/ppt/notesMasters/notesMaster1.xml" Id="R13fd6c814517450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d4f3c4ab8c7445f" /><Relationship Type="http://schemas.openxmlformats.org/officeDocument/2006/relationships/notesMaster" Target="/ppt/notesMasters/notesMaster1.xml" Id="Rd5f23f2152764df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cde43577c624911" /><Relationship Type="http://schemas.openxmlformats.org/officeDocument/2006/relationships/notesMaster" Target="/ppt/notesMasters/notesMaster1.xml" Id="Rf8179ff3fe3c4e0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a5b477497f744fd" /><Relationship Type="http://schemas.openxmlformats.org/officeDocument/2006/relationships/notesMaster" Target="/ppt/notesMasters/notesMaster1.xml" Id="R44cd73c64599489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00d8f8f2c894c70" /><Relationship Type="http://schemas.openxmlformats.org/officeDocument/2006/relationships/notesMaster" Target="/ppt/notesMasters/notesMaster1.xml" Id="R30eab35c35444a8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4cf40bca50d4e52" /><Relationship Type="http://schemas.openxmlformats.org/officeDocument/2006/relationships/notesMaster" Target="/ppt/notesMasters/notesMaster1.xml" Id="Rdda7bd9f4af8415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606fb10571b4ddf" /><Relationship Type="http://schemas.openxmlformats.org/officeDocument/2006/relationships/notesMaster" Target="/ppt/notesMasters/notesMaster1.xml" Id="R50eec9fc313f4c1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31b7c76ddea45c4" /><Relationship Type="http://schemas.openxmlformats.org/officeDocument/2006/relationships/notesMaster" Target="/ppt/notesMasters/notesMaster1.xml" Id="R6b62c9793b684d2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25e4adac4dc4bda" /><Relationship Type="http://schemas.openxmlformats.org/officeDocument/2006/relationships/notesMaster" Target="/ppt/notesMasters/notesMaster1.xml" Id="R126142a3716e467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d77d604ef0c4a63" /><Relationship Type="http://schemas.openxmlformats.org/officeDocument/2006/relationships/notesMaster" Target="/ppt/notesMasters/notesMaster1.xml" Id="R952531c9cb8e4ae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e757795c45b4535" /><Relationship Type="http://schemas.openxmlformats.org/officeDocument/2006/relationships/notesMaster" Target="/ppt/notesMasters/notesMaster1.xml" Id="R2e765dda601648c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7f5c5fc08844265" /><Relationship Type="http://schemas.openxmlformats.org/officeDocument/2006/relationships/notesMaster" Target="/ppt/notesMasters/notesMaster1.xml" Id="Re8e8bf2c6abb4a2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4988c07f34549e4" /><Relationship Type="http://schemas.openxmlformats.org/officeDocument/2006/relationships/notesMaster" Target="/ppt/notesMasters/notesMaster1.xml" Id="Re2921006b6474fd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fc27dd506ba47be" /><Relationship Type="http://schemas.openxmlformats.org/officeDocument/2006/relationships/notesMaster" Target="/ppt/notesMasters/notesMaster1.xml" Id="Ra5b34f5441b04d8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1장.</a:t>
            </a:r>
          </a:p>
          <a:p xmlns:a="http://schemas.openxmlformats.org/drawingml/2006/main">
            <a:r>
              <a:t>대표 검토본 1/5. 전체 계획 1장. 원래 등록 캐릭터 에셋을 사용해야 하나 현재 원본이 열리지 않아 표지 캐릭터는 아직 미반영이다. 재생성 인물을 대체재로 넣지 않았다. 도입 순서는 표지→동기 유발→수업 목차→학습 목표.</a:t>
            </a:r>
          </a:p>
          <a:p xmlns:a="http://schemas.openxmlformats.org/drawingml/2006/main">
            <a:r>
              <a:t>출처: 등록 캐릭터 에셋 파일은 build/original-character-assets.json 및 자산 기록 참조. 디자인: 사용자 수정본 실제1쪽, brief.md. 생성 후 거부된 hess-cover-scene.png는 이 PPT에 포함하지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2장.</a:t>
            </a:r>
          </a:p>
          <a:p xmlns:a="http://schemas.openxmlformats.org/drawingml/2006/main">
            <a:r>
              <a:t>대표 검토본 2/5. 전체 계획2장, Part0. 먼저 출발점과 도착점을 가리켜 두 경로의 높이 차를 예상하게 한다. 경로의 길이나 걷는 데 쓰는 신체 에너지를 반응열과 같다고 설명하지 않는다. 반응열의 답은 본문에서 확인한다. 현재 등록 원본이 열리지 않아 말풍선의 캐릭터는 미반영 상태이며 원본 확보 후 연결한다.</a:t>
            </a:r>
          </a:p>
          <a:p xmlns:a="http://schemas.openxmlformats.org/drawingml/2006/main">
            <a:r>
              <a:t>출처: W22 완자 물질과 에너지 PDF/인쇄118의 처음·나중 상태 비교를 바탕으로 교사 제작 높이 비유. 캐릭터는 등록 원본 대기 중이며 현재 미배치; 자산 기록 참조. 디자인: 사용자 수정본4·31쪽.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3/40. 수업 목차</a:t>
            </a:r>
          </a:p>
          <a:p xmlns:a="http://schemas.openxmlformats.org/drawingml/2006/main">
            <a:r>
              <a:t>핵심: 원리·계산·생성 엔탈피·실험의 네 흐름</a:t>
            </a:r>
          </a:p>
          <a:p xmlns:a="http://schemas.openxmlformats.org/drawingml/2006/main">
            <a:r>
              <a:t>교사용: 사용자 수정본2쪽의 실제 블록 윤곽을 추적해 편집 가능한 도형으로 재현. 블록을 맞붙이지 않고 꺾임 사이 좁은 여백 유지. 네 문구만 넣고 Part0 블록을 추가하지 않음.</a:t>
            </a:r>
          </a:p>
          <a:p xmlns:a="http://schemas.openxmlformats.org/drawingml/2006/main">
            <a:r>
              <a:t>출처: W22 PDF/인쇄118~124.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4/40. 학습 목표</a:t>
            </a:r>
          </a:p>
          <a:p xmlns:a="http://schemas.openxmlformats.org/drawingml/2006/main">
            <a:r>
              <a:t>핵심: 경로를 비교하고 반응 엔탈피를 구해 실험 자료를 해석한다</a:t>
            </a:r>
          </a:p>
          <a:p xmlns:a="http://schemas.openxmlformats.org/drawingml/2006/main">
            <a:r>
              <a:t>교사용: 목표 목록의 가로 위치와 왼쪽 정렬 유지, 세로만 상자 중앙에 정렬. 원본 안내 캐릭터 파일 확보 전 신규 생성 인물을 넣지 않음.</a:t>
            </a:r>
          </a:p>
          <a:p xmlns:a="http://schemas.openxmlformats.org/drawingml/2006/main">
            <a:r>
              <a:t>출처: STD22; W22 118~124.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5/40. Part 1 헤스 법칙</a:t>
            </a:r>
          </a:p>
          <a:p xmlns:a="http://schemas.openxmlformats.org/drawingml/2006/main">
            <a:r>
              <a:t>핵심: 같은 반응이 다른 경로로 일어나면 출입하는 열도 달라질까?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6장.</a:t>
            </a:r>
          </a:p>
          <a:p xmlns:a="http://schemas.openxmlformats.org/drawingml/2006/main">
            <a:r>
              <a:t>대표 검토본3/5. 전체 계획6장. 최신 사용자 정정에 따라 정의·다른 이름·유용성의 서로 완결된 요점 세 개를 각각 한 행 한 줄로 제시한다. 한 문장의 연결어와 결론을 별도 단계로 쪼개지 않는다. 같은 온도·압력과 같은 반응 물질의 양을 맞춘 비교라는 조건을 말로 보완한다. 반응 속도·시간·최고 온도가 같다는 의미가 아니다.</a:t>
            </a:r>
          </a:p>
          <a:p xmlns:a="http://schemas.openxmlformats.org/drawingml/2006/main">
            <a:r>
              <a:t>출처: 통합_(22개정)완자 고등물질과에너지_본문_260415(교사용).pdf PDF/인쇄118, 헤스 법칙 정의. 디자인: 사용자 수정본 실제8·15쪽, 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7/40. 무엇이 같아야 할까?</a:t>
            </a:r>
          </a:p>
          <a:p xmlns:a="http://schemas.openxmlformats.org/drawingml/2006/main">
            <a:r>
              <a:t>핵심: 시작·끝의 종류·상태·양과 온도·압력 조건을 맞춰 비교한다</a:t>
            </a:r>
          </a:p>
          <a:p xmlns:a="http://schemas.openxmlformats.org/drawingml/2006/main">
            <a:r>
              <a:t>교사용: 조건 안내 후 반응식의 합·배수·역반응 세 조작을 소개한다. 8~11장에서 예시로 설명한다.</a:t>
            </a:r>
          </a:p>
          <a:p xmlns:a="http://schemas.openxmlformats.org/drawingml/2006/main">
            <a:r>
              <a:t>출처: W22 118~119; 3-01 선수 개념.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실제17·20쪽;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8장.</a:t>
            </a:r>
          </a:p>
          <a:p xmlns:a="http://schemas.openxmlformats.org/drawingml/2006/main">
            <a:r>
              <a:t>대표 검토본4/5. 전체 계획8장. 왼쪽은 완자 원본 그래프·실험 도식이다. 직접 경로와 두 단계 경로의 시작·끝 물질을 먼저 비교한다. 그 뒤 원본의 ΔH 화살표를 가리키고 오른쪽 수치와 대응한다. 중간에 물질의 상태와 희석 조건을 임의로 바꾸지 않는다. 식의 합은 다음 본문에서 분리해 설명한다. 장식 캐릭터는 쓰지 않는다.</a:t>
            </a:r>
          </a:p>
          <a:p xmlns:a="http://schemas.openxmlformats.org/drawingml/2006/main">
            <a:r>
              <a:t>출처: W22 PDF/인쇄118, CaO(s)·H2O(l)·HCl(aq)의 두 경로 도식 및 ΔH1=-193.5,ΔH2=-81.9,ΔH3=-111.6kJ. 교과서 원본은 아직 미열람으로 이번 검토본은 확인된 완자 원본 사용. 디자인: 사용자 수정본22·33~34쪽 왼쪽 원본/오른쪽 설명 차용.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9/40. 반응식을 더하면</a:t>
            </a:r>
          </a:p>
          <a:p xmlns:a="http://schemas.openxmlformats.org/drawingml/2006/main">
            <a:r>
              <a:t>핵심: 중간 물질이 소거되면 두 단계의 합이 직접 반응식이 된다</a:t>
            </a:r>
          </a:p>
          <a:p xmlns:a="http://schemas.openxmlformats.org/drawingml/2006/main">
            <a:r>
              <a:t>교사용: 앞 장의 두 단계 반응을 합한다. Ca(OH)2(aq)와 양변의 물1mol이 소거되어 직접 반응식이 남는다. 상태가 다른 물질은 소거하지 않는다.</a:t>
            </a:r>
          </a:p>
          <a:p xmlns:a="http://schemas.openxmlformats.org/drawingml/2006/main">
            <a:r>
              <a:t>출처: W22 118~119 CaO 반응식①~③.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실제19·21쪽;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10/40. 계수를 바꾸면 ΔH도 바뀐다</a:t>
            </a:r>
          </a:p>
          <a:p xmlns:a="http://schemas.openxmlformats.org/drawingml/2006/main">
            <a:r>
              <a:t>핵심: 반응식의 모든 계수에 k를 곱하면 ΔH에도 k를 곱한다</a:t>
            </a:r>
          </a:p>
          <a:p xmlns:a="http://schemas.openxmlformats.org/drawingml/2006/main">
            <a:r>
              <a:t>교사용: 반응식 전체 계수에 같은 비율을 적용한다. ΔH의 부호와 계수 변화량을 구분한다.</a:t>
            </a:r>
          </a:p>
          <a:p xmlns:a="http://schemas.openxmlformats.org/drawingml/2006/main">
            <a:r>
              <a:t>출처: W22 122 Q2 (가), 2배 비교는 교사 조작.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11/40. 반응을 뒤집으면 부호가 바뀐다</a:t>
            </a:r>
          </a:p>
          <a:p xmlns:a="http://schemas.openxmlformats.org/drawingml/2006/main">
            <a:r>
              <a:t>핵심: 역반응의 ΔH는 절댓값이 같고 부호가 반대다</a:t>
            </a:r>
          </a:p>
          <a:p xmlns:a="http://schemas.openxmlformats.org/drawingml/2006/main">
            <a:r>
              <a:t>교사용: 반응 방향·물질 위치·ΔH 부호를 한 번에 바꾼다.</a:t>
            </a:r>
          </a:p>
          <a:p xmlns:a="http://schemas.openxmlformats.org/drawingml/2006/main">
            <a:r>
              <a:t>출처: W22 119 반응③, 역반응은 교사 조작.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12/40. 헤스 법칙의 세 가지 조작</a:t>
            </a:r>
          </a:p>
          <a:p xmlns:a="http://schemas.openxmlformats.org/drawingml/2006/main">
            <a:r>
              <a:t>핵심: 반응식의 배수·역반응·합에 ΔH도 같은 조작을 적용한다</a:t>
            </a:r>
          </a:p>
          <a:p xmlns:a="http://schemas.openxmlformats.org/drawingml/2006/main">
            <a:r>
              <a:t>교사용: 개념을 배운 Part1 안에서 바로 소정리한다. 설명한 세 조작을 이후 계산의 점검 기준으로 사용한다.</a:t>
            </a:r>
          </a:p>
          <a:p xmlns:a="http://schemas.openxmlformats.org/drawingml/2006/main">
            <a:r>
              <a:t>출처: W22 118~119·122.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13/40. Part 2 반응 엔탈피 구하기</a:t>
            </a:r>
          </a:p>
          <a:p xmlns:a="http://schemas.openxmlformats.org/drawingml/2006/main">
            <a:r>
              <a:t>핵심: 직접 측정하기 어려운 반응의 ΔH를 다른 반응으로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14/40. CO 생성열을 직접 재기 어려운 까닭</a:t>
            </a:r>
          </a:p>
          <a:p xmlns:a="http://schemas.openxmlformats.org/drawingml/2006/main">
            <a:r>
              <a:t>핵심: 탄소의 불완전 연소에서는 CO2도 함께 생길 수 있다</a:t>
            </a:r>
          </a:p>
          <a:p xmlns:a="http://schemas.openxmlformats.org/drawingml/2006/main">
            <a:r>
              <a:t>교사용: 혼합 생성물이 생길 수 있다는 측정의 어려움과 간접 방법의 필요성을 설명한다. 직접 측정이 원리적으로 영원히 불가능하다는 주장으로 확대하지 않는다.</a:t>
            </a:r>
          </a:p>
          <a:p xmlns:a="http://schemas.openxmlformats.org/drawingml/2006/main">
            <a:r>
              <a:t>출처: W22 119 헤스 법칙 이용 본문.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15/40. 목표 반응과 주어진 반응</a:t>
            </a:r>
          </a:p>
          <a:p xmlns:a="http://schemas.openxmlformats.org/drawingml/2006/main">
            <a:r>
              <a:t>핵심: CO를 만드는 목표식과 알려진 두 연소식을 구별한다</a:t>
            </a:r>
          </a:p>
          <a:p xmlns:a="http://schemas.openxmlformats.org/drawingml/2006/main">
            <a:r>
              <a:t>교사용: 원하는 CO가 생성물에 계수1로 있어야 함을 먼저 표시한다. 주어진 식과 목표식을 구분한다.</a:t>
            </a:r>
          </a:p>
          <a:p xmlns:a="http://schemas.openxmlformats.org/drawingml/2006/main">
            <a:r>
              <a:t>출처: W22 119 반응①~③.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실제17·19쪽;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16/40. 같은 물질을 소거하자</a:t>
            </a:r>
          </a:p>
          <a:p xmlns:a="http://schemas.openxmlformats.org/drawingml/2006/main">
            <a:r>
              <a:t>핵심: CO 산화 반응을 뒤집어 더하면 CO2가 소거된다</a:t>
            </a:r>
          </a:p>
          <a:p xmlns:a="http://schemas.openxmlformats.org/drawingml/2006/main">
            <a:r>
              <a:t>교사용: 처음부터 식을 단순 빼는 요령만 주지 않고 역반응의 부호와 물질 소거를 함께 보인다. 산소1/2mol이 남는지 검산한다.</a:t>
            </a:r>
          </a:p>
          <a:p xmlns:a="http://schemas.openxmlformats.org/drawingml/2006/main">
            <a:r>
              <a:t>출처: W22 119 CO 생성식 조합.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실제21·24쪽;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17장.</a:t>
            </a:r>
          </a:p>
          <a:p xmlns:a="http://schemas.openxmlformats.org/drawingml/2006/main">
            <a:r>
              <a:t>대표 검토본5/5. 전체 계획17장. 목표식은 C(s,흑연)+1/2O2(g)→CO(g). ΔH2=ΔH1−ΔH3을 먼저 읽는다. 위 두 원본 반응식에서 CO 산화 반응을 역으로 한 뒤 합하면 CO2가 소거됨을 앞 장에서 다루고, 이 장에서는 수치 계산에 집중한다. 두 음수를 빼므로 -393.5+283.0=-110.5kJ. 적힌 목표 반응 1회(탄소1mol)에 해당한다.</a:t>
            </a:r>
          </a:p>
          <a:p xmlns:a="http://schemas.openxmlformats.org/drawingml/2006/main">
            <a:r>
              <a:t>출처: W22 PDF/인쇄119, 탄소·CO 연소 반응식과 ΔH 계산. 원본 수식은 별도 크롭, 다른 문장은 편집 가능한 텍스트. 디자인: 사용자 수정본28·38쪽의 관계식→대입·결과 위계.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18/40. 헤스 법칙 계산의 순서</a:t>
            </a:r>
          </a:p>
          <a:p xmlns:a="http://schemas.openxmlformats.org/drawingml/2006/main">
            <a:r>
              <a:t>핵심: 목표식 확인→방향·계수 조절→물질 소거→ΔH 계산 순서로 푼다</a:t>
            </a:r>
          </a:p>
          <a:p xmlns:a="http://schemas.openxmlformats.org/drawingml/2006/main">
            <a:r>
              <a:t>교사용: 앞 CO 풀이와 네 단계를 연결한다. 3단계에서 상태가 다르면 소거하면 안 된다고 강조한다.</a:t>
            </a:r>
          </a:p>
          <a:p xmlns:a="http://schemas.openxmlformats.org/drawingml/2006/main">
            <a:r>
              <a:t>출처: W22 122 비법 특강.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실제17·38쪽;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19/40. SO2가 SO3로 바뀔 때</a:t>
            </a:r>
          </a:p>
          <a:p xmlns:a="http://schemas.openxmlformats.org/drawingml/2006/main">
            <a:r>
              <a:t>핵심: 목표식에 맞게 한 반응을 2배하고 다른 반응과 조합한다</a:t>
            </a:r>
          </a:p>
          <a:p xmlns:a="http://schemas.openxmlformats.org/drawingml/2006/main">
            <a:r>
              <a:t>교사용: 먼저 독립 풀이. 정답은 다음 장에 두고, 목표 SO2 계수2와 SO3 생성물 위치를 확인하게 한다.</a:t>
            </a:r>
          </a:p>
          <a:p xmlns:a="http://schemas.openxmlformats.org/drawingml/2006/main">
            <a:r>
              <a:t>출처: W22 122 Q2.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20/40. 반응식과 ΔH를 함께 검산</a:t>
            </a:r>
          </a:p>
          <a:p xmlns:a="http://schemas.openxmlformats.org/drawingml/2006/main">
            <a:r>
              <a:t>핵심: 2SO2+O2→2SO3의 ΔH는 -197 kJ이다</a:t>
            </a:r>
          </a:p>
          <a:p xmlns:a="http://schemas.openxmlformats.org/drawingml/2006/main">
            <a:r>
              <a:t>교사용: (가)를2배하고 뒤집어 (나)와 더한다. 황원자·산소분자와 ΔH 부호·단위를 검산한다.</a:t>
            </a:r>
          </a:p>
          <a:p xmlns:a="http://schemas.openxmlformats.org/drawingml/2006/main">
            <a:r>
              <a:t>출처: W22 122 Q2 해설.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실제38·39쪽;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21/40. 그림도 반응식도 같은 관계</a:t>
            </a:r>
          </a:p>
          <a:p xmlns:a="http://schemas.openxmlformats.org/drawingml/2006/main">
            <a:r>
              <a:t>핵심: 경로 그림의 화살표와 식 조합은 같은 ΔH 관계를 나타낸다</a:t>
            </a:r>
          </a:p>
          <a:p xmlns:a="http://schemas.openxmlformats.org/drawingml/2006/main">
            <a:r>
              <a:t>교사용: 그림의 화살표 방향과 반응식의 방향이 대응함을 확인한다. 중간 수준에는 남은 산소1/2mol을 함께 표시한 원본을 쓴다.</a:t>
            </a:r>
          </a:p>
          <a:p xmlns:a="http://schemas.openxmlformats.org/drawingml/2006/main">
            <a:r>
              <a:t>출처: W22 119 엔탈피 그래프.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실제10·22쪽;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22/40. Part 3 표준 생성 엔탈피</a:t>
            </a:r>
          </a:p>
          <a:p xmlns:a="http://schemas.openxmlformats.org/drawingml/2006/main">
            <a:r>
              <a:t>핵심: 물질마다 같은 기준의 생성 엔탈피를 알면 어떤 반응의 열도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23/40. 표준 생성 엔탈피</a:t>
            </a:r>
          </a:p>
          <a:p xmlns:a="http://schemas.openxmlformats.org/drawingml/2006/main">
            <a:r>
              <a:t>핵심: 기준 원소 물질로부터 물질 1mol이 생성될 때의 반응 엔탈피다</a:t>
            </a:r>
          </a:p>
          <a:p xmlns:a="http://schemas.openxmlformats.org/drawingml/2006/main">
            <a:r>
              <a:t>교사용: f는formation, 위첨자°는표준상태라는 기호를 말로 보완한다. 이 자료의 수치는25°C 조건이며 온도를 표준상태 정의 자체와 동일시하지 않는다. 주 교과서 직접 대조 전 잠정 Part이다.</a:t>
            </a:r>
          </a:p>
          <a:p xmlns:a="http://schemas.openxmlformats.org/drawingml/2006/main">
            <a:r>
              <a:t>출처: W22 121 정의·물 생성식.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실제8·15쪽;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24/40. 기준 원소 물질의 값은 0</a:t>
            </a:r>
          </a:p>
          <a:p xmlns:a="http://schemas.openxmlformats.org/drawingml/2006/main">
            <a:r>
              <a:t>핵심: 가장 안정한 기준 원소 물질의 표준 생성 엔탈피를 0으로 정한다</a:t>
            </a:r>
          </a:p>
          <a:p xmlns:a="http://schemas.openxmlformats.org/drawingml/2006/main">
            <a:r>
              <a:t>교사용: 기준 원소 물질의 생성 엔탈피를0으로 정한 것이며, 물질의 엔탈피H가0이라는 의미가 아니다. 고립 원자·다른 동소체로 자동 확대하지 않는다.</a:t>
            </a:r>
          </a:p>
          <a:p xmlns:a="http://schemas.openxmlformats.org/drawingml/2006/main">
            <a:r>
              <a:t>출처: W22 121 표·원소 기준 설명.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실제17·18쪽;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25/40. 물과 수증기는 서로 다른 자료다</a:t>
            </a:r>
          </a:p>
          <a:p xmlns:a="http://schemas.openxmlformats.org/drawingml/2006/main">
            <a:r>
              <a:t>핵심: 물질의 상태가 다르면 표준 생성 엔탈피도 다르다</a:t>
            </a:r>
          </a:p>
          <a:p xmlns:a="http://schemas.openxmlformats.org/drawingml/2006/main">
            <a:r>
              <a:t>교사용: 비교하는 물질의 양과 온도조건은같고 생성물상태만다르다. 상태문자만기울이고괄호정자유지. 상태가다른H2O를서로소거하지않는다.</a:t>
            </a:r>
          </a:p>
          <a:p xmlns:a="http://schemas.openxmlformats.org/drawingml/2006/main">
            <a:r>
              <a:t>출처: W22 121 상태별 표;123 Q4.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실제11·20쪽;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26/40. 생성물에서 반응물을 빼는 까닭</a:t>
            </a:r>
          </a:p>
          <a:p xmlns:a="http://schemas.openxmlformats.org/drawingml/2006/main">
            <a:r>
              <a:t>핵심: 원소에서 생성물로 가는 경로와 반응물을 거치는 경로를 비교한다</a:t>
            </a:r>
          </a:p>
          <a:p xmlns:a="http://schemas.openxmlformats.org/drawingml/2006/main">
            <a:r>
              <a:t>교사용: 원소에서생성물로가는경로와메테인을거치는경로를비교한다. CH4생성식①을뒤집고③을2배하여원소를소거한다. 다음장일반식으로연결한다.</a:t>
            </a:r>
          </a:p>
          <a:p xmlns:a="http://schemas.openxmlformats.org/drawingml/2006/main">
            <a:r>
              <a:t>출처: W22 121 CH4 생성식①②③·조합.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실제10·21쪽;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27/40. 계수를 곱해 합한다</a:t>
            </a:r>
          </a:p>
          <a:p xmlns:a="http://schemas.openxmlformats.org/drawingml/2006/main">
            <a:r>
              <a:t>핵심: ΔrH°=ΣνΔfH°(생성물)-ΣνΔfH°(반응물)이다</a:t>
            </a:r>
          </a:p>
          <a:p xmlns:a="http://schemas.openxmlformats.org/drawingml/2006/main">
            <a:r>
              <a:t>교사용: 일반식의합은그냥각물질값을한번씩더한다는뜻이아니라계수곱을포함한다. 엄밀한표준반응엔탈피기호와단위는주교과서대조후통일한다.</a:t>
            </a:r>
          </a:p>
          <a:p xmlns:a="http://schemas.openxmlformats.org/drawingml/2006/main">
            <a:r>
              <a:t>출처: W22 121 관계식.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실제10·28쪽;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28/40. 메테인 연소열 구하기</a:t>
            </a:r>
          </a:p>
          <a:p xmlns:a="http://schemas.openxmlformats.org/drawingml/2006/main">
            <a:r>
              <a:t>핵심: 제시된 표의 값으로 CH4 연소 ΔH는 -890.3 kJ이다</a:t>
            </a:r>
          </a:p>
          <a:p xmlns:a="http://schemas.openxmlformats.org/drawingml/2006/main">
            <a:r>
              <a:t>교사용: 이장수치세트는완자121의-74.8/-393.5/-285.8을그대로이용한다. 3-01자료의-890.5값과혼용하지않는다. CH4연소1mol기준식이다.</a:t>
            </a:r>
          </a:p>
          <a:p xmlns:a="http://schemas.openxmlformats.org/drawingml/2006/main">
            <a:r>
              <a:t>출처: W22 121 표·메테인 예제.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29/40. 물의 상태 변화 엔탈피</a:t>
            </a:r>
          </a:p>
          <a:p xmlns:a="http://schemas.openxmlformats.org/drawingml/2006/main">
            <a:r>
              <a:t>핵심: 제시된 두 생성 엔탈피 차이로 기화 ΔH=+44.0 kJ를 구한다</a:t>
            </a:r>
          </a:p>
          <a:p xmlns:a="http://schemas.openxmlformats.org/drawingml/2006/main">
            <a:r>
              <a:t>교사용: 25°C에서상태차이를나타낸값이다. 끓는점100°C의기화엔탈피와혼용하지않는다. 두반응의물질상태를구분한다.</a:t>
            </a:r>
          </a:p>
          <a:p xmlns:a="http://schemas.openxmlformats.org/drawingml/2006/main">
            <a:r>
              <a:t>출처: W22 123 Q4;121 상태별 표.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실제20·24쪽;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30/40. 생성 엔탈피 계산의 확인점</a:t>
            </a:r>
          </a:p>
          <a:p xmlns:a="http://schemas.openxmlformats.org/drawingml/2006/main">
            <a:r>
              <a:t>핵심: 생성물 1mol 기준·기준 원소·물질 상태·반응 계수를 확인한다</a:t>
            </a:r>
          </a:p>
          <a:p xmlns:a="http://schemas.openxmlformats.org/drawingml/2006/main">
            <a:r>
              <a:t>교사용: 표의kJ/mol과적힌열화학반응식의kJ를구분한다. 단원뒤로밀지않고Part3안에서정리한다.</a:t>
            </a:r>
          </a:p>
          <a:p xmlns:a="http://schemas.openxmlformats.org/drawingml/2006/main">
            <a:r>
              <a:t>출처: W22 121·124 핵심체크.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31/40. Part 4 실험으로 확인하는 헤스 법칙</a:t>
            </a:r>
          </a:p>
          <a:p xmlns:a="http://schemas.openxmlformats.org/drawingml/2006/main">
            <a:r>
              <a:t>핵심: 용해한 뒤 중화할 때와 고체를 직접 반응시킬 때의 열은 어떤 관계일까?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실제32쪽;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32/40. 같은 처음과 끝을 만드는 두 경로</a:t>
            </a:r>
          </a:p>
          <a:p xmlns:a="http://schemas.openxmlformats.org/drawingml/2006/main">
            <a:r>
              <a:t>핵심: NaOH 용해+수용액 중화와 고체 NaOH의 직접 반응을 비교한다</a:t>
            </a:r>
          </a:p>
          <a:p xmlns:a="http://schemas.openxmlformats.org/drawingml/2006/main">
            <a:r>
              <a:t>교사용: 처음·나중에있는물질전체를같게한다. 반응식에생략된용매물도경로조건에서비교한다. NaOH(aq)는중간물질로소거된다.</a:t>
            </a:r>
          </a:p>
          <a:p xmlns:a="http://schemas.openxmlformats.org/drawingml/2006/main">
            <a:r>
              <a:t>출처: W22 120 실험; G22 보존104~105.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실제22·36쪽;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33/40. 실험 조건을 맞추자</a:t>
            </a:r>
          </a:p>
          <a:p xmlns:a="http://schemas.openxmlformats.org/drawingml/2006/main">
            <a:r>
              <a:t>핵심: NaOH 양·전체 물질·처음 온도와 열량계 조건을 비교한다</a:t>
            </a:r>
          </a:p>
          <a:p xmlns:a="http://schemas.openxmlformats.org/drawingml/2006/main">
            <a:r>
              <a:t>교사용: 완자예시실험Ⅰ용해뒤25°C로식히고중화한다. 실험Ⅱ에서는물과염산혼합뒤25°C로식힌후고체를넣는다. 원본사진의두패널이모두실험Ⅰ임을구분하고직접반응실험사진으로잘못이름붙이지않는다.</a:t>
            </a:r>
          </a:p>
          <a:p xmlns:a="http://schemas.openxmlformats.org/drawingml/2006/main">
            <a:r>
              <a:t>출처: W22 120 과정·실험Ⅰ 사진.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실제11·23쪽;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34/40. 열량계에서 읽는 것</a:t>
            </a:r>
          </a:p>
          <a:p xmlns:a="http://schemas.openxmlformats.org/drawingml/2006/main">
            <a:r>
              <a:t>핵심: 용액이 얻은 열 Q=cmΔt로 반응에서 방출한 열을 추정한다</a:t>
            </a:r>
          </a:p>
          <a:p xmlns:a="http://schemas.openxmlformats.org/drawingml/2006/main">
            <a:r>
              <a:t>교사용: 외부열출입·열량계열용량을무시하는근사에서용액이얻은열과반응에서방출한열의크기를연결한다. 반응mol기준으로환산하기전Q는J또는kJ이다. 용질질량도더한다.</a:t>
            </a:r>
          </a:p>
          <a:p xmlns:a="http://schemas.openxmlformats.org/drawingml/2006/main">
            <a:r>
              <a:t>출처: W22 120 Q=cmΔt·열량 계산; G22 보존104~105.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실제23·28쪽;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35/40. 교재의 온도 자료 읽기</a:t>
            </a:r>
          </a:p>
          <a:p xmlns:a="http://schemas.openxmlformats.org/drawingml/2006/main">
            <a:r>
              <a:t>핵심: 각 반응 단계의 질량과 온도 변화를 따로 기록한다</a:t>
            </a:r>
          </a:p>
          <a:p xmlns:a="http://schemas.openxmlformats.org/drawingml/2006/main">
            <a:r>
              <a:t>교사용: 교재예시데이터이며이번수업에서실측한값으로표현하지않는다. W22와G22예시온도를섞지않는다. 각반응의처음온도를별도로기록한다.</a:t>
            </a:r>
          </a:p>
          <a:p xmlns:a="http://schemas.openxmlformats.org/drawingml/2006/main">
            <a:r>
              <a:t>출처: W22 120 결과·열량 표.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실제18·24쪽;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36/40. 한 단계의 반응 엔탈피</a:t>
            </a:r>
          </a:p>
          <a:p xmlns:a="http://schemas.openxmlformats.org/drawingml/2006/main">
            <a:r>
              <a:t>핵심: 용해 단계는 Q≈8.30kJ, NaOH 0.200mol 기준 ΔH≈-41.50kJ/mol이다</a:t>
            </a:r>
          </a:p>
          <a:p xmlns:a="http://schemas.openxmlformats.org/drawingml/2006/main">
            <a:r>
              <a:t>교사용: 계산전의정확한값-41.496kJ/mol을최종반올림하면-41.50이다. 온도상승으로용액이열을얻었고반응ΔH는음수임을구분한다.</a:t>
            </a:r>
          </a:p>
          <a:p xmlns:a="http://schemas.openxmlformats.org/drawingml/2006/main">
            <a:r>
              <a:t>출처: W22 120 실험Ⅰ❶.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37/40. 나머지 두 단계와 비교</a:t>
            </a:r>
          </a:p>
          <a:p xmlns:a="http://schemas.openxmlformats.org/drawingml/2006/main">
            <a:r>
              <a:t>핵심: 교재 반올림값은 중화 -52.25, 직접 반응 -94.25kJ/mol이다</a:t>
            </a:r>
          </a:p>
          <a:p xmlns:a="http://schemas.openxmlformats.org/drawingml/2006/main">
            <a:r>
              <a:t>교사용: 중화10.45와직접18.85kJ는교재의중간반올림값이다. 연속계산의반올림전결과와혼합하지않고여기서는교재의반올림표를한세트로쓴다.</a:t>
            </a:r>
          </a:p>
          <a:p xmlns:a="http://schemas.openxmlformats.org/drawingml/2006/main">
            <a:r>
              <a:t>출처: W22 120 해석2.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38/40. 실험값은 얼마나 가까울까?</a:t>
            </a:r>
          </a:p>
          <a:p xmlns:a="http://schemas.openxmlformats.org/drawingml/2006/main">
            <a:r>
              <a:t>핵심: 두 단계 합 -93.75와 직접값 -94.25kJ/mol은 근사적으로 일치한다</a:t>
            </a:r>
          </a:p>
          <a:p xmlns:a="http://schemas.openxmlformats.org/drawingml/2006/main">
            <a:r>
              <a:t>교사용: 열손실·측정·증발및희석·농도조건의영향을교사발문으로연결한다. 데이터를고쳐정확히일치시키지않는다. 관찰은근사일치이며법칙실패로단정하지않는다.</a:t>
            </a:r>
          </a:p>
          <a:p xmlns:a="http://schemas.openxmlformats.org/drawingml/2006/main">
            <a:r>
              <a:t>출처: W22 120 해석3·오차 설명.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실제13·24쪽;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39/40. 직접 재지 못한 ΔH를 알게 되는 까닭</a:t>
            </a:r>
          </a:p>
          <a:p xmlns:a="http://schemas.openxmlformats.org/drawingml/2006/main">
            <a:r>
              <a:t>핵심: 알려진 반응을 조합해 같은 처음·끝을 만들면 미지 ΔH를 구할 수 있다</a:t>
            </a:r>
          </a:p>
          <a:p xmlns:a="http://schemas.openxmlformats.org/drawingml/2006/main">
            <a:r>
              <a:t>교사용: 도입의높이차비유와연결해경로와변화량을말로구분한다. 걷는거리나신체에너지와반응열을동일시하지않는다. 원래등록캐릭터를확보하지못해캐릭터는배치하지않았다.</a:t>
            </a:r>
          </a:p>
          <a:p xmlns:a="http://schemas.openxmlformats.org/drawingml/2006/main">
            <a:r>
              <a:t>출처: W22 118~123; STD22.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실제31·40쪽;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40/40. 경로와 식으로 설명하기</a:t>
            </a:r>
          </a:p>
          <a:p xmlns:a="http://schemas.openxmlformats.org/drawingml/2006/main">
            <a:r>
              <a:t>핵심: 경로 비교·식 조합·상태 확인을 근거로 헤스 법칙을 적용한다</a:t>
            </a:r>
          </a:p>
          <a:p xmlns:a="http://schemas.openxmlformats.org/drawingml/2006/main">
            <a:r>
              <a:t>교사용: 출구과제예상답:①두연소식을조합하면목표식이남음②양의값,생성엔탈피차이+44.0kJ③열손실·기기/온도측정·희석/농도조건등. 화면에정답을동시에적지않고교사노트에보존한다. 형식적정리문구보다실제개념활동이름으로끝낸다.</a:t>
            </a:r>
          </a:p>
          <a:p xmlns:a="http://schemas.openxmlformats.org/drawingml/2006/main">
            <a:r>
              <a:t>출처: W22 119·123·120 근거 교사 제작 확인 과제.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b388120b76c409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d73d92cb071409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7f1e298ca654d5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3c4a366e15847e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ca6bbaa8f244dc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ea8d364f7fe43b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454B21-A234-4A90-B1B6-8B7246E12875}"/>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F351461-4DD5-4EEB-A3F0-32FCC0465B2F}"/>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DA100E8-96FA-4802-826C-1274BE533C81}"/>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D990E1-40DC-4F09-970C-62443C121B58}"/>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874A75A-2102-460C-B26D-D0167ABDC235}"/>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EFFB5D4-D4AE-4F48-B540-2B3CC32D763D}"/>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EF32562-7DC0-410C-B53F-C56F04FF4D0E}"/>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F4B2237-DF42-46A7-990B-B0503B2EE4C1}"/>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3E24D4-E53F-4F44-8730-C1A579429066}"/>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304D44F-F491-4F81-8083-04D748E6AFF4}"/>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807fa6fbbce4970" /><Relationship Type="http://schemas.openxmlformats.org/officeDocument/2006/relationships/slideLayout" Target="/ppt/slideLayouts/slideLayout1.xml" Id="R3a20ed39b6ec4c00" /><Relationship Type="http://schemas.openxmlformats.org/officeDocument/2006/relationships/slideLayout" Target="/ppt/slideLayouts/slideLayout2.xml" Id="R0f8604c351cb43fa" /><Relationship Type="http://schemas.openxmlformats.org/officeDocument/2006/relationships/slideLayout" Target="/ppt/slideLayouts/slideLayout3.xml" Id="R060ae2cbf8014c41" /><Relationship Type="http://schemas.openxmlformats.org/officeDocument/2006/relationships/slideLayout" Target="/ppt/slideLayouts/slideLayout4.xml" Id="R012edac5e8e14159" /><Relationship Type="http://schemas.openxmlformats.org/officeDocument/2006/relationships/slideLayout" Target="/ppt/slideLayouts/slideLayout5.xml" Id="R48c7ebb200f84196" /><Relationship Type="http://schemas.openxmlformats.org/officeDocument/2006/relationships/slideLayout" Target="/ppt/slideLayouts/slideLayout6.xml" Id="Rf6667153cac2496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a20ed39b6ec4c00"/>
    <p:sldLayoutId xmlns:r="http://schemas.openxmlformats.org/officeDocument/2006/relationships" id="2147483650" r:id="R0f8604c351cb43fa"/>
    <p:sldLayoutId xmlns:r="http://schemas.openxmlformats.org/officeDocument/2006/relationships" id="2147483651" r:id="R060ae2cbf8014c41"/>
    <p:sldLayoutId xmlns:r="http://schemas.openxmlformats.org/officeDocument/2006/relationships" id="2147483652" r:id="R012edac5e8e14159"/>
    <p:sldLayoutId xmlns:r="http://schemas.openxmlformats.org/officeDocument/2006/relationships" id="2147483653" r:id="R48c7ebb200f84196"/>
    <p:sldLayoutId xmlns:r="http://schemas.openxmlformats.org/officeDocument/2006/relationships" id="2147483654" r:id="Rf6667153cac2496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6f8919f9e1e4295" /><Relationship Type="http://schemas.openxmlformats.org/officeDocument/2006/relationships/image" Target="/ppt/media/image.png" Id="Rcbdd4d5bca0d4fb4" /><Relationship Type="http://schemas.openxmlformats.org/officeDocument/2006/relationships/image" Target="/ppt/media/image2.png" Id="R892bc91b046340de" /><Relationship Type="http://schemas.openxmlformats.org/officeDocument/2006/relationships/notesSlide" Target="/ppt/notesSlides/notesSlide1.xml" Id="Rea37bb4aa5954f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d2bcf176567472e" /><Relationship Type="http://schemas.openxmlformats.org/officeDocument/2006/relationships/image" Target="/ppt/media/image3.png" Id="R33a19e8d29544930" /><Relationship Type="http://schemas.openxmlformats.org/officeDocument/2006/relationships/notesSlide" Target="/ppt/notesSlides/notesSlide2.xml" Id="Reb4cf0f982b64ea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674c16337914baa" /><Relationship Type="http://schemas.openxmlformats.org/officeDocument/2006/relationships/image" Target="/ppt/media/image4.png" Id="R2edcc4461b234ade" /><Relationship Type="http://schemas.openxmlformats.org/officeDocument/2006/relationships/notesSlide" Target="/ppt/notesSlides/notesSlide3.xml" Id="R24e75c1caf2847d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699fb8664434d3e" /><Relationship Type="http://schemas.openxmlformats.org/officeDocument/2006/relationships/image" Target="/ppt/media/image5.png" Id="Ra8cd75482fd1429e" /><Relationship Type="http://schemas.openxmlformats.org/officeDocument/2006/relationships/notesSlide" Target="/ppt/notesSlides/notesSlide4.xml" Id="R098101a0e5324c2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c0a07b4e751461f" /><Relationship Type="http://schemas.openxmlformats.org/officeDocument/2006/relationships/image" Target="/ppt/media/image6.png" Id="R4d63cebd90984fa0" /><Relationship Type="http://schemas.openxmlformats.org/officeDocument/2006/relationships/notesSlide" Target="/ppt/notesSlides/notesSlide5.xml" Id="Rbb110774ee584ed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3eea0fe990b45f9" /><Relationship Type="http://schemas.openxmlformats.org/officeDocument/2006/relationships/image" Target="/ppt/media/image7.png" Id="R10ce7d91229448dc" /><Relationship Type="http://schemas.openxmlformats.org/officeDocument/2006/relationships/notesSlide" Target="/ppt/notesSlides/notesSlide6.xml" Id="R5b528a6eafea4e2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8ea6c83321645dc" /><Relationship Type="http://schemas.openxmlformats.org/officeDocument/2006/relationships/image" Target="/ppt/media/image8.png" Id="R7a0e39dcdefc46e7" /><Relationship Type="http://schemas.openxmlformats.org/officeDocument/2006/relationships/notesSlide" Target="/ppt/notesSlides/notesSlide7.xml" Id="R2ca8006f0c184fa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6894abb207a49c1" /><Relationship Type="http://schemas.openxmlformats.org/officeDocument/2006/relationships/image" Target="/ppt/media/image9.png" Id="R5b24a64dc1b94200" /><Relationship Type="http://schemas.openxmlformats.org/officeDocument/2006/relationships/image" Target="/ppt/media/image10.png" Id="R40961ac9ee8a4005" /><Relationship Type="http://schemas.openxmlformats.org/officeDocument/2006/relationships/notesSlide" Target="/ppt/notesSlides/notesSlide8.xml" Id="Rad94775df323473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cdb11967e384e50" /><Relationship Type="http://schemas.openxmlformats.org/officeDocument/2006/relationships/image" Target="/ppt/media/image11.png" Id="R3545e5e4cc5f4750" /><Relationship Type="http://schemas.openxmlformats.org/officeDocument/2006/relationships/notesSlide" Target="/ppt/notesSlides/notesSlide9.xml" Id="Rd5e856d4503f4e0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b4c5b477f544ad8" /><Relationship Type="http://schemas.openxmlformats.org/officeDocument/2006/relationships/image" Target="/ppt/media/image12.png" Id="R36d9b0a6140940b5" /><Relationship Type="http://schemas.openxmlformats.org/officeDocument/2006/relationships/notesSlide" Target="/ppt/notesSlides/notesSlide10.xml" Id="R8e0abdcfcb8940b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86d1cf99f6f43a2" /><Relationship Type="http://schemas.openxmlformats.org/officeDocument/2006/relationships/image" Target="/ppt/media/image13.png" Id="R9a138d1b7f14450b" /><Relationship Type="http://schemas.openxmlformats.org/officeDocument/2006/relationships/notesSlide" Target="/ppt/notesSlides/notesSlide11.xml" Id="R12378686899f419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b18d2a4f7344c48" /><Relationship Type="http://schemas.openxmlformats.org/officeDocument/2006/relationships/image" Target="/ppt/media/image14.png" Id="Rb0c726149db4440e" /><Relationship Type="http://schemas.openxmlformats.org/officeDocument/2006/relationships/notesSlide" Target="/ppt/notesSlides/notesSlide12.xml" Id="R0e0f467747bb49d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1e5729980ec4e05" /><Relationship Type="http://schemas.openxmlformats.org/officeDocument/2006/relationships/image" Target="/ppt/media/image15.png" Id="Rd0f5ebfd97674713" /><Relationship Type="http://schemas.openxmlformats.org/officeDocument/2006/relationships/notesSlide" Target="/ppt/notesSlides/notesSlide13.xml" Id="R2adc3765fc824d8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13902b07e4b48be" /><Relationship Type="http://schemas.openxmlformats.org/officeDocument/2006/relationships/image" Target="/ppt/media/image16.png" Id="R9b904c08f7084439" /><Relationship Type="http://schemas.openxmlformats.org/officeDocument/2006/relationships/notesSlide" Target="/ppt/notesSlides/notesSlide14.xml" Id="Rbeab701d1aad4a6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83be1ac65874d84" /><Relationship Type="http://schemas.openxmlformats.org/officeDocument/2006/relationships/image" Target="/ppt/media/image17.png" Id="R0bf22df03aae4dd2" /><Relationship Type="http://schemas.openxmlformats.org/officeDocument/2006/relationships/image" Target="/ppt/media/image18.png" Id="R7fcec24254af4c15" /><Relationship Type="http://schemas.openxmlformats.org/officeDocument/2006/relationships/image" Target="/ppt/media/image19.png" Id="Rc7fb713684e04ded" /><Relationship Type="http://schemas.openxmlformats.org/officeDocument/2006/relationships/notesSlide" Target="/ppt/notesSlides/notesSlide15.xml" Id="Ra95ab828056c4f0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adfd68d536341dc" /><Relationship Type="http://schemas.openxmlformats.org/officeDocument/2006/relationships/image" Target="/ppt/media/image20.png" Id="Rf3ea8c734c20419c" /><Relationship Type="http://schemas.openxmlformats.org/officeDocument/2006/relationships/notesSlide" Target="/ppt/notesSlides/notesSlide16.xml" Id="R5c4dc9b81f584b1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d08e9353cb349f0" /><Relationship Type="http://schemas.openxmlformats.org/officeDocument/2006/relationships/image" Target="/ppt/media/image21.png" Id="R08b3ced049ca4b7c" /><Relationship Type="http://schemas.openxmlformats.org/officeDocument/2006/relationships/image" Target="/ppt/media/image22.png" Id="Rb72fd1d9387a4af8" /><Relationship Type="http://schemas.openxmlformats.org/officeDocument/2006/relationships/image" Target="/ppt/media/image23.png" Id="R08a16157a8a344f2" /><Relationship Type="http://schemas.openxmlformats.org/officeDocument/2006/relationships/notesSlide" Target="/ppt/notesSlides/notesSlide17.xml" Id="R39f27503f88c4af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53934c5fc374f4e" /><Relationship Type="http://schemas.openxmlformats.org/officeDocument/2006/relationships/image" Target="/ppt/media/image24.png" Id="R658a81a67a564b43" /><Relationship Type="http://schemas.openxmlformats.org/officeDocument/2006/relationships/notesSlide" Target="/ppt/notesSlides/notesSlide18.xml" Id="R5990859223a74ac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46f37db99a34ec7" /><Relationship Type="http://schemas.openxmlformats.org/officeDocument/2006/relationships/image" Target="/ppt/media/image25.png" Id="Rfee15d6fec854098" /><Relationship Type="http://schemas.openxmlformats.org/officeDocument/2006/relationships/notesSlide" Target="/ppt/notesSlides/notesSlide19.xml" Id="R526282faf171436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a5448e70b694c14" /><Relationship Type="http://schemas.openxmlformats.org/officeDocument/2006/relationships/image" Target="/ppt/media/image26.png" Id="Re3f3215428c843f5" /><Relationship Type="http://schemas.openxmlformats.org/officeDocument/2006/relationships/notesSlide" Target="/ppt/notesSlides/notesSlide20.xml" Id="Rc62d8b399062452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a8c357a7ed14967" /><Relationship Type="http://schemas.openxmlformats.org/officeDocument/2006/relationships/image" Target="/ppt/media/image27.png" Id="R96f6c889c94849df" /><Relationship Type="http://schemas.openxmlformats.org/officeDocument/2006/relationships/image" Target="/ppt/media/image28.png" Id="Reb23399140f640fb" /><Relationship Type="http://schemas.openxmlformats.org/officeDocument/2006/relationships/notesSlide" Target="/ppt/notesSlides/notesSlide21.xml" Id="Rdc2e600475214d2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f40240cd5db4745" /><Relationship Type="http://schemas.openxmlformats.org/officeDocument/2006/relationships/image" Target="/ppt/media/image29.png" Id="R50a39aa67f574b0b" /><Relationship Type="http://schemas.openxmlformats.org/officeDocument/2006/relationships/notesSlide" Target="/ppt/notesSlides/notesSlide22.xml" Id="R083bbbb355a1412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0dccd3812c04b05" /><Relationship Type="http://schemas.openxmlformats.org/officeDocument/2006/relationships/image" Target="/ppt/media/image30.png" Id="Rd8b4766f937d4d87" /><Relationship Type="http://schemas.openxmlformats.org/officeDocument/2006/relationships/notesSlide" Target="/ppt/notesSlides/notesSlide23.xml" Id="R7b5abb3ecc5744f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dd278c893e2a41ff" /><Relationship Type="http://schemas.openxmlformats.org/officeDocument/2006/relationships/image" Target="/ppt/media/image31.png" Id="Rbdba772a03ff434a" /><Relationship Type="http://schemas.openxmlformats.org/officeDocument/2006/relationships/notesSlide" Target="/ppt/notesSlides/notesSlide24.xml" Id="Ra43cb6ea39c1420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56be3493d4b34d8a" /><Relationship Type="http://schemas.openxmlformats.org/officeDocument/2006/relationships/image" Target="/ppt/media/image32.png" Id="Rd36de31ae020477f" /><Relationship Type="http://schemas.openxmlformats.org/officeDocument/2006/relationships/notesSlide" Target="/ppt/notesSlides/notesSlide25.xml" Id="Rbc76c2fdb261424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269e1617980a44c5" /><Relationship Type="http://schemas.openxmlformats.org/officeDocument/2006/relationships/image" Target="/ppt/media/image33.png" Id="R3d7aed5ebced473c" /><Relationship Type="http://schemas.openxmlformats.org/officeDocument/2006/relationships/notesSlide" Target="/ppt/notesSlides/notesSlide26.xml" Id="R9b9a794e54b34eb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7008ea20075c40f2" /><Relationship Type="http://schemas.openxmlformats.org/officeDocument/2006/relationships/image" Target="/ppt/media/image34.png" Id="R0598de1ec27b457d" /><Relationship Type="http://schemas.openxmlformats.org/officeDocument/2006/relationships/notesSlide" Target="/ppt/notesSlides/notesSlide27.xml" Id="Ra8eed405c6c041d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ac00b32f1f7045f3" /><Relationship Type="http://schemas.openxmlformats.org/officeDocument/2006/relationships/image" Target="/ppt/media/image35.png" Id="R53a62e19a89941dc" /><Relationship Type="http://schemas.openxmlformats.org/officeDocument/2006/relationships/notesSlide" Target="/ppt/notesSlides/notesSlide28.xml" Id="Rfdd489a8f3e5454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ffb3044480564e59" /><Relationship Type="http://schemas.openxmlformats.org/officeDocument/2006/relationships/image" Target="/ppt/media/image36.png" Id="R3f1d03e47d04428e" /><Relationship Type="http://schemas.openxmlformats.org/officeDocument/2006/relationships/image" Target="/ppt/media/image37.png" Id="R7366320453984e73" /><Relationship Type="http://schemas.openxmlformats.org/officeDocument/2006/relationships/notesSlide" Target="/ppt/notesSlides/notesSlide29.xml" Id="R58be805b1726455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5d20b1b786804c11" /><Relationship Type="http://schemas.openxmlformats.org/officeDocument/2006/relationships/image" Target="/ppt/media/image38.png" Id="R647cbb6707564950" /><Relationship Type="http://schemas.openxmlformats.org/officeDocument/2006/relationships/notesSlide" Target="/ppt/notesSlides/notesSlide30.xml" Id="R749afa393eb54a5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4126905ecae24325" /><Relationship Type="http://schemas.openxmlformats.org/officeDocument/2006/relationships/image" Target="/ppt/media/image39.png" Id="Rb3f2731f8fbc435b" /><Relationship Type="http://schemas.openxmlformats.org/officeDocument/2006/relationships/notesSlide" Target="/ppt/notesSlides/notesSlide31.xml" Id="Rfa2f8447bbf9436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7694b957adab4d40" /><Relationship Type="http://schemas.openxmlformats.org/officeDocument/2006/relationships/image" Target="/ppt/media/image40.png" Id="R579bb241984b4649" /><Relationship Type="http://schemas.openxmlformats.org/officeDocument/2006/relationships/image" Target="/ppt/media/image41.png" Id="Re79115c954fa40de" /><Relationship Type="http://schemas.openxmlformats.org/officeDocument/2006/relationships/notesSlide" Target="/ppt/notesSlides/notesSlide32.xml" Id="R16aa7aaf40f74a1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f9219640f4b2444b" /><Relationship Type="http://schemas.openxmlformats.org/officeDocument/2006/relationships/image" Target="/ppt/media/image42.png" Id="Rcbdb341ad50448bc" /><Relationship Type="http://schemas.openxmlformats.org/officeDocument/2006/relationships/image" Target="/ppt/media/image43.png" Id="R7c70d46d632f4896" /><Relationship Type="http://schemas.openxmlformats.org/officeDocument/2006/relationships/image" Target="/ppt/media/image44.png" Id="Rcbebfd2036954081" /><Relationship Type="http://schemas.openxmlformats.org/officeDocument/2006/relationships/notesSlide" Target="/ppt/notesSlides/notesSlide33.xml" Id="R41c380c9ef514e7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8d2468ad4bf84d0e" /><Relationship Type="http://schemas.openxmlformats.org/officeDocument/2006/relationships/image" Target="/ppt/media/image45.png" Id="Rf3264a3726844f17" /><Relationship Type="http://schemas.openxmlformats.org/officeDocument/2006/relationships/notesSlide" Target="/ppt/notesSlides/notesSlide34.xml" Id="Rfcb2488ba78541c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ae1288aceaef4ce6" /><Relationship Type="http://schemas.openxmlformats.org/officeDocument/2006/relationships/image" Target="/ppt/media/image46.png" Id="Rfd48971b1b404a43" /><Relationship Type="http://schemas.openxmlformats.org/officeDocument/2006/relationships/notesSlide" Target="/ppt/notesSlides/notesSlide35.xml" Id="R2cd2d92712434a0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c95f9ae219094d90" /><Relationship Type="http://schemas.openxmlformats.org/officeDocument/2006/relationships/image" Target="/ppt/media/image47.png" Id="R5fe726dc53d94b73" /><Relationship Type="http://schemas.openxmlformats.org/officeDocument/2006/relationships/notesSlide" Target="/ppt/notesSlides/notesSlide36.xml" Id="R08ca754ed611487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ae14dcaedfea48a1" /><Relationship Type="http://schemas.openxmlformats.org/officeDocument/2006/relationships/image" Target="/ppt/media/image48.png" Id="R801ac3bc7e19421d" /><Relationship Type="http://schemas.openxmlformats.org/officeDocument/2006/relationships/notesSlide" Target="/ppt/notesSlides/notesSlide37.xml" Id="Rbd6b749951834d8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b51639d6234546b8" /><Relationship Type="http://schemas.openxmlformats.org/officeDocument/2006/relationships/image" Target="/ppt/media/image49.png" Id="R35410d9187cb40d3" /><Relationship Type="http://schemas.openxmlformats.org/officeDocument/2006/relationships/notesSlide" Target="/ppt/notesSlides/notesSlide38.xml" Id="R16e2104869eb42d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ec263665168b44ea" /><Relationship Type="http://schemas.openxmlformats.org/officeDocument/2006/relationships/image" Target="/ppt/media/image50.png" Id="R0cbea44108564fb9" /><Relationship Type="http://schemas.openxmlformats.org/officeDocument/2006/relationships/notesSlide" Target="/ppt/notesSlides/notesSlide39.xml" Id="R46ce302d9c91440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507be34e7b764a27" /><Relationship Type="http://schemas.openxmlformats.org/officeDocument/2006/relationships/image" Target="/ppt/media/image51.png" Id="R4b34cceffb2c40d3" /><Relationship Type="http://schemas.openxmlformats.org/officeDocument/2006/relationships/notesSlide" Target="/ppt/notesSlides/notesSlide40.xml" Id="R1418e3fd0a294da1"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sp>
        <p:nvSpPr>
          <p:cNvPr id="9" name="원본형 녹색 그라데이션">
            <a:extLst xmlns:a="http://schemas.openxmlformats.org/drawingml/2006/main">
              <a:ext uri="{FF2B5EF4-FFF2-40B4-BE49-F238E27FC236}">
                <a16:creationId xmlns:a16="http://schemas.microsoft.com/office/drawing/2014/main" id="{78DF9295-29D7-4696-B270-CFEDA791FB8A}"/>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C7D08"/>
              </a:gs>
              <a:gs pos="26000">
                <a:srgbClr val="0C7D08">
                  <a:alpha val="96000"/>
                </a:srgbClr>
              </a:gs>
              <a:gs pos="48000">
                <a:srgbClr val="0C7D08">
                  <a:alpha val="55000"/>
                </a:srgbClr>
              </a:gs>
              <a:gs pos="69000">
                <a:srgbClr val="0C7D08">
                  <a:alpha val="0"/>
                </a:srgbClr>
              </a:gs>
            </a:gsLst>
            <a:lin ang="0"/>
          </a:gradFill>
          <a:ln xmlns:a="http://schemas.openxmlformats.org/drawingml/2006/main" w="0">
            <a:noFill/>
          </a:ln>
        </p:spPr>
      </p:sp>
      <p:sp>
        <p:nvSpPr>
          <p:cNvPr id="2" name="대단원명">
            <a:extLst xmlns:a="http://schemas.openxmlformats.org/drawingml/2006/main">
              <a:ext uri="{FF2B5EF4-FFF2-40B4-BE49-F238E27FC236}">
                <a16:creationId xmlns:a16="http://schemas.microsoft.com/office/drawing/2014/main" id="{D9D392CF-9BF6-4F6F-A629-3D33A7D982E9}"/>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3" name="소단원명">
            <a:extLst xmlns:a="http://schemas.openxmlformats.org/drawingml/2006/main">
              <a:ext uri="{FF2B5EF4-FFF2-40B4-BE49-F238E27FC236}">
                <a16:creationId xmlns:a16="http://schemas.microsoft.com/office/drawing/2014/main" id="{A43BEA4F-9BBD-4DA4-992C-69B506C663F7}"/>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4" name="저자">
            <a:extLst xmlns:a="http://schemas.openxmlformats.org/drawingml/2006/main">
              <a:ext uri="{FF2B5EF4-FFF2-40B4-BE49-F238E27FC236}">
                <a16:creationId xmlns:a16="http://schemas.microsoft.com/office/drawing/2014/main" id="{F702C91D-364C-4E44-87EB-F476B4DCE41F}"/>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5" name="기존 AI 안내">
            <a:extLst xmlns:a="http://schemas.openxmlformats.org/drawingml/2006/main">
              <a:ext uri="{FF2B5EF4-FFF2-40B4-BE49-F238E27FC236}">
                <a16:creationId xmlns:a16="http://schemas.microsoft.com/office/drawing/2014/main" id="{C517475D-917A-43F3-80B7-D7FB2EB031C5}"/>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6" name="">
            <a:extLst xmlns:a="http://schemas.openxmlformats.org/drawingml/2006/main">
              <a:ext uri="{FF2B5EF4-FFF2-40B4-BE49-F238E27FC236}">
                <a16:creationId xmlns:a16="http://schemas.microsoft.com/office/drawing/2014/main" id="{D76B02E7-0138-49AA-B4A9-6065DCA9D4E2}"/>
              </a:ext>
            </a:extLst>
          </p:cNvPr>
          <p:cNvPicPr>
            <a:picLocks xmlns:a="http://schemas.openxmlformats.org/drawingml/2006/main" noChangeAspect="1"/>
          </p:cNvPicPr>
          <p:nvPr/>
        </p:nvPicPr>
        <p:blipFill>
          <a:blip xmlns:r="http://schemas.openxmlformats.org/officeDocument/2006/relationships" xmlns:a="http://schemas.openxmlformats.org/drawingml/2006/main" r:embed="Rcbdd4d5bca0d4fb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A739199E-D53F-44AE-A98C-C5F4F20EC5B3}"/>
              </a:ext>
            </a:extLst>
          </p:cNvPr>
          <p:cNvPicPr>
            <a:picLocks xmlns:a="http://schemas.openxmlformats.org/drawingml/2006/main" noChangeAspect="1"/>
          </p:cNvPicPr>
          <p:nvPr/>
        </p:nvPicPr>
        <p:blipFill>
          <a:blip xmlns:r="http://schemas.openxmlformats.org/officeDocument/2006/relationships" xmlns:a="http://schemas.openxmlformats.org/drawingml/2006/main" r:embed="R892bc91b046340de"/>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8" name="copyright">
            <a:extLst xmlns:a="http://schemas.openxmlformats.org/drawingml/2006/main">
              <a:ext uri="{FF2B5EF4-FFF2-40B4-BE49-F238E27FC236}">
                <a16:creationId xmlns:a16="http://schemas.microsoft.com/office/drawing/2014/main" id="{EA761317-947C-4CB9-9A2E-0D8BD04358B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Tree>
    <p:extLst>
      <p:ext uri="{BB962C8B-B14F-4D97-AF65-F5344CB8AC3E}">
        <p14:creationId xmlns:p14="http://schemas.microsoft.com/office/powerpoint/2010/main" val="152754783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0" name="">
            <a:extLst xmlns:a="http://schemas.openxmlformats.org/drawingml/2006/main">
              <a:ext uri="{FF2B5EF4-FFF2-40B4-BE49-F238E27FC236}">
                <a16:creationId xmlns:a16="http://schemas.microsoft.com/office/drawing/2014/main" id="{BB2D47E8-BAC6-4B13-8E6C-9CE521A25DB9}"/>
              </a:ext>
            </a:extLst>
          </p:cNvPr>
          <p:cNvPicPr>
            <a:picLocks xmlns:a="http://schemas.openxmlformats.org/drawingml/2006/main" noChangeAspect="1"/>
          </p:cNvPicPr>
          <p:nvPr/>
        </p:nvPicPr>
        <p:blipFill>
          <a:blip xmlns:r="http://schemas.openxmlformats.org/officeDocument/2006/relationships" xmlns:a="http://schemas.openxmlformats.org/drawingml/2006/main" r:embed="R33a19e8d2954493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9696F9E-A8F9-4F73-99BF-F068E24E674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8B80957-F831-4E78-8A19-5ADF52A1748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FD2111BF-7B6D-4DED-B692-290F538C972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EB6356F-4219-41BE-90D5-53B2CB05586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경로와 변화</a:t>
            </a:r>
          </a:p>
        </p:txBody>
      </p:sp>
      <p:sp>
        <p:nvSpPr>
          <p:cNvPr id="6" name="핵심 문장">
            <a:extLst xmlns:a="http://schemas.openxmlformats.org/drawingml/2006/main">
              <a:ext uri="{FF2B5EF4-FFF2-40B4-BE49-F238E27FC236}">
                <a16:creationId xmlns:a16="http://schemas.microsoft.com/office/drawing/2014/main" id="{FDEDAE8B-24A3-40D0-832B-24232D912C2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다른 길로 가도, 높이 차는 같을까?</a:t>
            </a:r>
          </a:p>
        </p:txBody>
      </p:sp>
      <p:sp>
        <p:nvSpPr>
          <p:cNvPr id="7" name="관찰 질문">
            <a:extLst xmlns:a="http://schemas.openxmlformats.org/drawingml/2006/main">
              <a:ext uri="{FF2B5EF4-FFF2-40B4-BE49-F238E27FC236}">
                <a16:creationId xmlns:a16="http://schemas.microsoft.com/office/drawing/2014/main" id="{F182F564-03BB-4A13-9808-587AEBE2F5BD}"/>
              </a:ext>
            </a:extLst>
          </p:cNvPr>
          <p:cNvSpPr>
            <a:spLocks xmlns:a="http://schemas.openxmlformats.org/drawingml/2006/main" noGrp="1"/>
          </p:cNvSpPr>
          <p:nvPr/>
        </p:nvSpPr>
        <p:spPr>
          <a:xfrm xmlns:a="http://schemas.openxmlformats.org/drawingml/2006/main">
            <a:off x="1428750" y="37433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출발점에서 같은 도착점으로 가는 두 경로를 비교해 보자.</a:t>
            </a:r>
          </a:p>
        </p:txBody>
      </p:sp>
      <p:sp>
        <p:nvSpPr>
          <p:cNvPr id="8" name="기준선">
            <a:extLst xmlns:a="http://schemas.openxmlformats.org/drawingml/2006/main">
              <a:ext uri="{FF2B5EF4-FFF2-40B4-BE49-F238E27FC236}">
                <a16:creationId xmlns:a16="http://schemas.microsoft.com/office/drawing/2014/main" id="{535BF01D-4283-4096-8351-17A84EF98EA5}"/>
              </a:ext>
            </a:extLst>
          </p:cNvPr>
          <p:cNvSpPr>
            <a:spLocks xmlns:a="http://schemas.openxmlformats.org/drawingml/2006/main" noGrp="1"/>
          </p:cNvSpPr>
          <p:nvPr/>
        </p:nvSpPr>
        <p:spPr>
          <a:xfrm xmlns:a="http://schemas.openxmlformats.org/drawingml/2006/main">
            <a:off x="1809750" y="8791575"/>
            <a:ext cx="9572625" cy="9525"/>
          </a:xfrm>
          <a:custGeom xmlns:a="http://schemas.openxmlformats.org/drawingml/2006/main">
            <a:pathLst>
              <a:path w="9572625" h="9525">
                <a:moveTo>
                  <a:pt x="0" y="0"/>
                </a:moveTo>
                <a:lnTo>
                  <a:pt x="9572625" y="0"/>
                </a:lnTo>
              </a:path>
            </a:pathLst>
          </a:custGeom>
          <a:noFill xmlns:a="http://schemas.openxmlformats.org/drawingml/2006/main"/>
          <a:ln xmlns:a="http://schemas.openxmlformats.org/drawingml/2006/main" w="28575">
            <a:solidFill>
              <a:srgbClr val="BDBDBD"/>
            </a:solidFill>
            <a:prstDash val="solid"/>
          </a:ln>
        </p:spPr>
      </p:sp>
      <p:sp>
        <p:nvSpPr>
          <p:cNvPr id="9" name="경로 A">
            <a:extLst xmlns:a="http://schemas.openxmlformats.org/drawingml/2006/main">
              <a:ext uri="{FF2B5EF4-FFF2-40B4-BE49-F238E27FC236}">
                <a16:creationId xmlns:a16="http://schemas.microsoft.com/office/drawing/2014/main" id="{9F15E749-8F67-4588-BDD3-B966C817CEF5}"/>
              </a:ext>
            </a:extLst>
          </p:cNvPr>
          <p:cNvSpPr>
            <a:spLocks xmlns:a="http://schemas.openxmlformats.org/drawingml/2006/main" noGrp="1"/>
          </p:cNvSpPr>
          <p:nvPr/>
        </p:nvSpPr>
        <p:spPr>
          <a:xfrm xmlns:a="http://schemas.openxmlformats.org/drawingml/2006/main">
            <a:off x="2476500" y="5715000"/>
            <a:ext cx="8334375" cy="2714625"/>
          </a:xfrm>
          <a:custGeom xmlns:a="http://schemas.openxmlformats.org/drawingml/2006/main">
            <a:pathLst>
              <a:path w="8334375" h="2714625">
                <a:moveTo>
                  <a:pt x="0" y="2714625"/>
                </a:moveTo>
                <a:lnTo>
                  <a:pt x="8334375" y="0"/>
                </a:lnTo>
              </a:path>
            </a:pathLst>
          </a:custGeom>
          <a:noFill xmlns:a="http://schemas.openxmlformats.org/drawingml/2006/main"/>
          <a:ln xmlns:a="http://schemas.openxmlformats.org/drawingml/2006/main" w="114300">
            <a:solidFill>
              <a:srgbClr val="57962F"/>
            </a:solidFill>
            <a:prstDash val="solid"/>
          </a:ln>
        </p:spPr>
      </p:sp>
      <p:sp>
        <p:nvSpPr>
          <p:cNvPr id="10" name="경로 B">
            <a:extLst xmlns:a="http://schemas.openxmlformats.org/drawingml/2006/main">
              <a:ext uri="{FF2B5EF4-FFF2-40B4-BE49-F238E27FC236}">
                <a16:creationId xmlns:a16="http://schemas.microsoft.com/office/drawing/2014/main" id="{33807120-2272-44B9-85E5-2740B1637D77}"/>
              </a:ext>
            </a:extLst>
          </p:cNvPr>
          <p:cNvSpPr>
            <a:spLocks xmlns:a="http://schemas.openxmlformats.org/drawingml/2006/main" noGrp="1"/>
          </p:cNvSpPr>
          <p:nvPr/>
        </p:nvSpPr>
        <p:spPr>
          <a:xfrm xmlns:a="http://schemas.openxmlformats.org/drawingml/2006/main">
            <a:off x="2476500" y="8429625"/>
            <a:ext cx="2476500" cy="9525"/>
          </a:xfrm>
          <a:custGeom xmlns:a="http://schemas.openxmlformats.org/drawingml/2006/main">
            <a:pathLst>
              <a:path w="2476500" h="9525">
                <a:moveTo>
                  <a:pt x="0" y="0"/>
                </a:moveTo>
                <a:lnTo>
                  <a:pt x="2476500" y="0"/>
                </a:lnTo>
              </a:path>
            </a:pathLst>
          </a:custGeom>
          <a:noFill xmlns:a="http://schemas.openxmlformats.org/drawingml/2006/main"/>
          <a:ln xmlns:a="http://schemas.openxmlformats.org/drawingml/2006/main" w="85725">
            <a:solidFill>
              <a:srgbClr val="484847"/>
            </a:solidFill>
            <a:prstDash val="solid"/>
          </a:ln>
        </p:spPr>
      </p:sp>
      <p:sp>
        <p:nvSpPr>
          <p:cNvPr id="11" name="경로 B">
            <a:extLst xmlns:a="http://schemas.openxmlformats.org/drawingml/2006/main">
              <a:ext uri="{FF2B5EF4-FFF2-40B4-BE49-F238E27FC236}">
                <a16:creationId xmlns:a16="http://schemas.microsoft.com/office/drawing/2014/main" id="{D5EF6109-0C7C-4C56-BC6C-BEC810F448A6}"/>
              </a:ext>
            </a:extLst>
          </p:cNvPr>
          <p:cNvSpPr>
            <a:spLocks xmlns:a="http://schemas.openxmlformats.org/drawingml/2006/main" noGrp="1"/>
          </p:cNvSpPr>
          <p:nvPr/>
        </p:nvSpPr>
        <p:spPr>
          <a:xfrm xmlns:a="http://schemas.openxmlformats.org/drawingml/2006/main">
            <a:off x="4953000" y="7524750"/>
            <a:ext cx="9525" cy="904875"/>
          </a:xfrm>
          <a:custGeom xmlns:a="http://schemas.openxmlformats.org/drawingml/2006/main">
            <a:pathLst>
              <a:path w="9525" h="904875">
                <a:moveTo>
                  <a:pt x="0" y="904875"/>
                </a:moveTo>
                <a:lnTo>
                  <a:pt x="0" y="0"/>
                </a:lnTo>
              </a:path>
            </a:pathLst>
          </a:custGeom>
          <a:noFill xmlns:a="http://schemas.openxmlformats.org/drawingml/2006/main"/>
          <a:ln xmlns:a="http://schemas.openxmlformats.org/drawingml/2006/main" w="85725">
            <a:solidFill>
              <a:srgbClr val="484847"/>
            </a:solidFill>
            <a:prstDash val="solid"/>
          </a:ln>
        </p:spPr>
      </p:sp>
      <p:sp>
        <p:nvSpPr>
          <p:cNvPr id="12" name="경로 B">
            <a:extLst xmlns:a="http://schemas.openxmlformats.org/drawingml/2006/main">
              <a:ext uri="{FF2B5EF4-FFF2-40B4-BE49-F238E27FC236}">
                <a16:creationId xmlns:a16="http://schemas.microsoft.com/office/drawing/2014/main" id="{DCB5D4FD-35E5-4B93-87FD-4CEBAF3DC755}"/>
              </a:ext>
            </a:extLst>
          </p:cNvPr>
          <p:cNvSpPr>
            <a:spLocks xmlns:a="http://schemas.openxmlformats.org/drawingml/2006/main" noGrp="1"/>
          </p:cNvSpPr>
          <p:nvPr/>
        </p:nvSpPr>
        <p:spPr>
          <a:xfrm xmlns:a="http://schemas.openxmlformats.org/drawingml/2006/main">
            <a:off x="4953000" y="7524750"/>
            <a:ext cx="2381250" cy="9525"/>
          </a:xfrm>
          <a:custGeom xmlns:a="http://schemas.openxmlformats.org/drawingml/2006/main">
            <a:pathLst>
              <a:path w="2381250" h="9525">
                <a:moveTo>
                  <a:pt x="0" y="0"/>
                </a:moveTo>
                <a:lnTo>
                  <a:pt x="2381250" y="0"/>
                </a:lnTo>
              </a:path>
            </a:pathLst>
          </a:custGeom>
          <a:noFill xmlns:a="http://schemas.openxmlformats.org/drawingml/2006/main"/>
          <a:ln xmlns:a="http://schemas.openxmlformats.org/drawingml/2006/main" w="85725">
            <a:solidFill>
              <a:srgbClr val="484847"/>
            </a:solidFill>
            <a:prstDash val="solid"/>
          </a:ln>
        </p:spPr>
      </p:sp>
      <p:sp>
        <p:nvSpPr>
          <p:cNvPr id="13" name="경로 B">
            <a:extLst xmlns:a="http://schemas.openxmlformats.org/drawingml/2006/main">
              <a:ext uri="{FF2B5EF4-FFF2-40B4-BE49-F238E27FC236}">
                <a16:creationId xmlns:a16="http://schemas.microsoft.com/office/drawing/2014/main" id="{7025314B-4BC9-4218-83F3-003B18DFA3D9}"/>
              </a:ext>
            </a:extLst>
          </p:cNvPr>
          <p:cNvSpPr>
            <a:spLocks xmlns:a="http://schemas.openxmlformats.org/drawingml/2006/main" noGrp="1"/>
          </p:cNvSpPr>
          <p:nvPr/>
        </p:nvSpPr>
        <p:spPr>
          <a:xfrm xmlns:a="http://schemas.openxmlformats.org/drawingml/2006/main">
            <a:off x="7334250" y="6619875"/>
            <a:ext cx="9525" cy="904875"/>
          </a:xfrm>
          <a:custGeom xmlns:a="http://schemas.openxmlformats.org/drawingml/2006/main">
            <a:pathLst>
              <a:path w="9525" h="904875">
                <a:moveTo>
                  <a:pt x="0" y="904875"/>
                </a:moveTo>
                <a:lnTo>
                  <a:pt x="0" y="0"/>
                </a:lnTo>
              </a:path>
            </a:pathLst>
          </a:custGeom>
          <a:noFill xmlns:a="http://schemas.openxmlformats.org/drawingml/2006/main"/>
          <a:ln xmlns:a="http://schemas.openxmlformats.org/drawingml/2006/main" w="85725">
            <a:solidFill>
              <a:srgbClr val="484847"/>
            </a:solidFill>
            <a:prstDash val="solid"/>
          </a:ln>
        </p:spPr>
      </p:sp>
      <p:sp>
        <p:nvSpPr>
          <p:cNvPr id="14" name="경로 B">
            <a:extLst xmlns:a="http://schemas.openxmlformats.org/drawingml/2006/main">
              <a:ext uri="{FF2B5EF4-FFF2-40B4-BE49-F238E27FC236}">
                <a16:creationId xmlns:a16="http://schemas.microsoft.com/office/drawing/2014/main" id="{888CE885-2CF7-42D6-9465-99824B34762D}"/>
              </a:ext>
            </a:extLst>
          </p:cNvPr>
          <p:cNvSpPr>
            <a:spLocks xmlns:a="http://schemas.openxmlformats.org/drawingml/2006/main" noGrp="1"/>
          </p:cNvSpPr>
          <p:nvPr/>
        </p:nvSpPr>
        <p:spPr>
          <a:xfrm xmlns:a="http://schemas.openxmlformats.org/drawingml/2006/main">
            <a:off x="7334250" y="6619875"/>
            <a:ext cx="3476625" cy="9525"/>
          </a:xfrm>
          <a:custGeom xmlns:a="http://schemas.openxmlformats.org/drawingml/2006/main">
            <a:pathLst>
              <a:path w="3476625" h="9525">
                <a:moveTo>
                  <a:pt x="0" y="0"/>
                </a:moveTo>
                <a:lnTo>
                  <a:pt x="3476625" y="0"/>
                </a:lnTo>
              </a:path>
            </a:pathLst>
          </a:custGeom>
          <a:noFill xmlns:a="http://schemas.openxmlformats.org/drawingml/2006/main"/>
          <a:ln xmlns:a="http://schemas.openxmlformats.org/drawingml/2006/main" w="85725">
            <a:solidFill>
              <a:srgbClr val="484847"/>
            </a:solidFill>
            <a:prstDash val="solid"/>
          </a:ln>
        </p:spPr>
      </p:sp>
      <p:sp>
        <p:nvSpPr>
          <p:cNvPr id="15" name="경로 B">
            <a:extLst xmlns:a="http://schemas.openxmlformats.org/drawingml/2006/main">
              <a:ext uri="{FF2B5EF4-FFF2-40B4-BE49-F238E27FC236}">
                <a16:creationId xmlns:a16="http://schemas.microsoft.com/office/drawing/2014/main" id="{E42AE45A-B93E-487F-94AE-AF9814AEA40F}"/>
              </a:ext>
            </a:extLst>
          </p:cNvPr>
          <p:cNvSpPr>
            <a:spLocks xmlns:a="http://schemas.openxmlformats.org/drawingml/2006/main" noGrp="1"/>
          </p:cNvSpPr>
          <p:nvPr/>
        </p:nvSpPr>
        <p:spPr>
          <a:xfrm xmlns:a="http://schemas.openxmlformats.org/drawingml/2006/main">
            <a:off x="10810875" y="5715000"/>
            <a:ext cx="9525" cy="904875"/>
          </a:xfrm>
          <a:custGeom xmlns:a="http://schemas.openxmlformats.org/drawingml/2006/main">
            <a:pathLst>
              <a:path w="9525" h="904875">
                <a:moveTo>
                  <a:pt x="0" y="904875"/>
                </a:moveTo>
                <a:lnTo>
                  <a:pt x="0" y="0"/>
                </a:lnTo>
              </a:path>
            </a:pathLst>
          </a:custGeom>
          <a:noFill xmlns:a="http://schemas.openxmlformats.org/drawingml/2006/main"/>
          <a:ln xmlns:a="http://schemas.openxmlformats.org/drawingml/2006/main" w="85725">
            <a:solidFill>
              <a:srgbClr val="484847"/>
            </a:solidFill>
            <a:prstDash val="solid"/>
          </a:ln>
        </p:spPr>
      </p:sp>
      <p:sp>
        <p:nvSpPr>
          <p:cNvPr id="16" name="">
            <a:extLst xmlns:a="http://schemas.openxmlformats.org/drawingml/2006/main">
              <a:ext uri="{FF2B5EF4-FFF2-40B4-BE49-F238E27FC236}">
                <a16:creationId xmlns:a16="http://schemas.microsoft.com/office/drawing/2014/main" id="{FDDA2A74-1153-45BC-B805-A0A4C928B891}"/>
              </a:ext>
            </a:extLst>
          </p:cNvPr>
          <p:cNvSpPr>
            <a:spLocks xmlns:a="http://schemas.openxmlformats.org/drawingml/2006/main" noGrp="1"/>
          </p:cNvSpPr>
          <p:nvPr/>
        </p:nvSpPr>
        <p:spPr>
          <a:xfrm xmlns:a="http://schemas.openxmlformats.org/drawingml/2006/main">
            <a:off x="2352675" y="8305800"/>
            <a:ext cx="247650" cy="247650"/>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C4C873B-8F8A-4E8A-944A-C8B58A59C7A7}"/>
              </a:ext>
            </a:extLst>
          </p:cNvPr>
          <p:cNvSpPr>
            <a:spLocks xmlns:a="http://schemas.openxmlformats.org/drawingml/2006/main" noGrp="1"/>
          </p:cNvSpPr>
          <p:nvPr/>
        </p:nvSpPr>
        <p:spPr>
          <a:xfrm xmlns:a="http://schemas.openxmlformats.org/drawingml/2006/main">
            <a:off x="10687050" y="5591175"/>
            <a:ext cx="247650" cy="247650"/>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FE2A26D9-9498-4C7B-A3CF-AC353D39AE3A}"/>
              </a:ext>
            </a:extLst>
          </p:cNvPr>
          <p:cNvSpPr>
            <a:spLocks xmlns:a="http://schemas.openxmlformats.org/drawingml/2006/main" noGrp="1"/>
          </p:cNvSpPr>
          <p:nvPr/>
        </p:nvSpPr>
        <p:spPr>
          <a:xfrm xmlns:a="http://schemas.openxmlformats.org/drawingml/2006/main">
            <a:off x="1695450" y="8943975"/>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000000"/>
                </a:solidFill>
                <a:latin typeface="Pretendard"/>
                <a:ea typeface="Pretendard"/>
                <a:cs typeface="Pretendard"/>
              </a:defRPr>
            </a:defPPr>
            <a:lvl1pPr algn="ctr">
              <a:defRPr sz="2850" b="1">
                <a:solidFill>
                  <a:srgbClr val="000000"/>
                </a:solidFill>
                <a:latin typeface="Pretendard"/>
                <a:ea typeface="Pretendard"/>
                <a:cs typeface="Pretendard"/>
              </a:defRPr>
            </a:lvl1pPr>
            <a:lvl2pPr algn="ctr">
              <a:defRPr sz="2850" b="1">
                <a:solidFill>
                  <a:srgbClr val="000000"/>
                </a:solidFill>
                <a:latin typeface="Pretendard"/>
                <a:ea typeface="Pretendard"/>
                <a:cs typeface="Pretendard"/>
              </a:defRPr>
            </a:lvl2pPr>
            <a:lvl3pPr algn="ctr">
              <a:defRPr sz="2850" b="1">
                <a:solidFill>
                  <a:srgbClr val="000000"/>
                </a:solidFill>
                <a:latin typeface="Pretendard"/>
                <a:ea typeface="Pretendard"/>
                <a:cs typeface="Pretendard"/>
              </a:defRPr>
            </a:lvl3pPr>
            <a:lvl4pPr algn="ctr">
              <a:defRPr sz="2850" b="1">
                <a:solidFill>
                  <a:srgbClr val="000000"/>
                </a:solidFill>
                <a:latin typeface="Pretendard"/>
                <a:ea typeface="Pretendard"/>
                <a:cs typeface="Pretendard"/>
              </a:defRPr>
            </a:lvl4pPr>
            <a:lvl5pPr algn="ctr">
              <a:defRPr sz="2850" b="1">
                <a:solidFill>
                  <a:srgbClr val="000000"/>
                </a:solidFill>
                <a:latin typeface="Pretendard"/>
                <a:ea typeface="Pretendard"/>
                <a:cs typeface="Pretendard"/>
              </a:defRPr>
            </a:lvl5pPr>
            <a:lvl6pPr algn="ctr">
              <a:defRPr sz="2850" b="1">
                <a:solidFill>
                  <a:srgbClr val="000000"/>
                </a:solidFill>
                <a:latin typeface="Pretendard"/>
                <a:ea typeface="Pretendard"/>
                <a:cs typeface="Pretendard"/>
              </a:defRPr>
            </a:lvl6pPr>
            <a:lvl7pPr algn="ctr">
              <a:defRPr sz="2850" b="1">
                <a:solidFill>
                  <a:srgbClr val="000000"/>
                </a:solidFill>
                <a:latin typeface="Pretendard"/>
                <a:ea typeface="Pretendard"/>
                <a:cs typeface="Pretendard"/>
              </a:defRPr>
            </a:lvl7pPr>
            <a:lvl8pPr algn="ctr">
              <a:defRPr sz="2850" b="1">
                <a:solidFill>
                  <a:srgbClr val="000000"/>
                </a:solidFill>
                <a:latin typeface="Pretendard"/>
                <a:ea typeface="Pretendard"/>
                <a:cs typeface="Pretendard"/>
              </a:defRPr>
            </a:lvl8pPr>
            <a:lvl9pPr algn="ctr">
              <a:defRPr sz="2850" b="1">
                <a:solidFill>
                  <a:srgbClr val="000000"/>
                </a:solidFill>
                <a:latin typeface="Pretendard"/>
                <a:ea typeface="Pretendard"/>
                <a:cs typeface="Pretendard"/>
              </a:defRPr>
            </a:lvl9pPr>
          </a:lstStyle>
          <a:p xmlns:a="http://schemas.openxmlformats.org/drawingml/2006/main">
            <a:pPr algn="ctr">
              <a:defRPr sz="2850" b="1">
                <a:solidFill>
                  <a:srgbClr val="000000"/>
                </a:solidFill>
                <a:latin typeface="Pretendard"/>
                <a:ea typeface="Pretendard"/>
                <a:cs typeface="Pretendard"/>
              </a:defRPr>
            </a:pPr>
            <a:r>
              <a:rPr sz="2850" b="1">
                <a:solidFill>
                  <a:srgbClr val="000000"/>
                </a:solidFill>
                <a:latin typeface="Pretendard"/>
                <a:ea typeface="Pretendard"/>
                <a:cs typeface="Pretendard"/>
              </a:rPr>
              <a:t>출발점</a:t>
            </a:r>
          </a:p>
        </p:txBody>
      </p:sp>
      <p:sp>
        <p:nvSpPr>
          <p:cNvPr id="19" name="text">
            <a:extLst xmlns:a="http://schemas.openxmlformats.org/drawingml/2006/main">
              <a:ext uri="{FF2B5EF4-FFF2-40B4-BE49-F238E27FC236}">
                <a16:creationId xmlns:a16="http://schemas.microsoft.com/office/drawing/2014/main" id="{CF1F27D8-3A65-4202-95D7-71E765D4AE3C}"/>
              </a:ext>
            </a:extLst>
          </p:cNvPr>
          <p:cNvSpPr>
            <a:spLocks xmlns:a="http://schemas.openxmlformats.org/drawingml/2006/main" noGrp="1"/>
          </p:cNvSpPr>
          <p:nvPr/>
        </p:nvSpPr>
        <p:spPr>
          <a:xfrm xmlns:a="http://schemas.openxmlformats.org/drawingml/2006/main">
            <a:off x="9810750" y="5019675"/>
            <a:ext cx="219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000000"/>
                </a:solidFill>
                <a:latin typeface="Pretendard"/>
                <a:ea typeface="Pretendard"/>
                <a:cs typeface="Pretendard"/>
              </a:defRPr>
            </a:defPPr>
            <a:lvl1pPr algn="ctr">
              <a:defRPr sz="2850" b="1">
                <a:solidFill>
                  <a:srgbClr val="000000"/>
                </a:solidFill>
                <a:latin typeface="Pretendard"/>
                <a:ea typeface="Pretendard"/>
                <a:cs typeface="Pretendard"/>
              </a:defRPr>
            </a:lvl1pPr>
            <a:lvl2pPr algn="ctr">
              <a:defRPr sz="2850" b="1">
                <a:solidFill>
                  <a:srgbClr val="000000"/>
                </a:solidFill>
                <a:latin typeface="Pretendard"/>
                <a:ea typeface="Pretendard"/>
                <a:cs typeface="Pretendard"/>
              </a:defRPr>
            </a:lvl2pPr>
            <a:lvl3pPr algn="ctr">
              <a:defRPr sz="2850" b="1">
                <a:solidFill>
                  <a:srgbClr val="000000"/>
                </a:solidFill>
                <a:latin typeface="Pretendard"/>
                <a:ea typeface="Pretendard"/>
                <a:cs typeface="Pretendard"/>
              </a:defRPr>
            </a:lvl3pPr>
            <a:lvl4pPr algn="ctr">
              <a:defRPr sz="2850" b="1">
                <a:solidFill>
                  <a:srgbClr val="000000"/>
                </a:solidFill>
                <a:latin typeface="Pretendard"/>
                <a:ea typeface="Pretendard"/>
                <a:cs typeface="Pretendard"/>
              </a:defRPr>
            </a:lvl4pPr>
            <a:lvl5pPr algn="ctr">
              <a:defRPr sz="2850" b="1">
                <a:solidFill>
                  <a:srgbClr val="000000"/>
                </a:solidFill>
                <a:latin typeface="Pretendard"/>
                <a:ea typeface="Pretendard"/>
                <a:cs typeface="Pretendard"/>
              </a:defRPr>
            </a:lvl5pPr>
            <a:lvl6pPr algn="ctr">
              <a:defRPr sz="2850" b="1">
                <a:solidFill>
                  <a:srgbClr val="000000"/>
                </a:solidFill>
                <a:latin typeface="Pretendard"/>
                <a:ea typeface="Pretendard"/>
                <a:cs typeface="Pretendard"/>
              </a:defRPr>
            </a:lvl6pPr>
            <a:lvl7pPr algn="ctr">
              <a:defRPr sz="2850" b="1">
                <a:solidFill>
                  <a:srgbClr val="000000"/>
                </a:solidFill>
                <a:latin typeface="Pretendard"/>
                <a:ea typeface="Pretendard"/>
                <a:cs typeface="Pretendard"/>
              </a:defRPr>
            </a:lvl7pPr>
            <a:lvl8pPr algn="ctr">
              <a:defRPr sz="2850" b="1">
                <a:solidFill>
                  <a:srgbClr val="000000"/>
                </a:solidFill>
                <a:latin typeface="Pretendard"/>
                <a:ea typeface="Pretendard"/>
                <a:cs typeface="Pretendard"/>
              </a:defRPr>
            </a:lvl8pPr>
            <a:lvl9pPr algn="ctr">
              <a:defRPr sz="2850" b="1">
                <a:solidFill>
                  <a:srgbClr val="000000"/>
                </a:solidFill>
                <a:latin typeface="Pretendard"/>
                <a:ea typeface="Pretendard"/>
                <a:cs typeface="Pretendard"/>
              </a:defRPr>
            </a:lvl9pPr>
          </a:lstStyle>
          <a:p xmlns:a="http://schemas.openxmlformats.org/drawingml/2006/main">
            <a:pPr algn="ctr">
              <a:defRPr sz="2850" b="1">
                <a:solidFill>
                  <a:srgbClr val="000000"/>
                </a:solidFill>
                <a:latin typeface="Pretendard"/>
                <a:ea typeface="Pretendard"/>
                <a:cs typeface="Pretendard"/>
              </a:defRPr>
            </a:pPr>
            <a:r>
              <a:rPr sz="2850" b="1">
                <a:solidFill>
                  <a:srgbClr val="000000"/>
                </a:solidFill>
                <a:latin typeface="Pretendard"/>
                <a:ea typeface="Pretendard"/>
                <a:cs typeface="Pretendard"/>
              </a:rPr>
              <a:t>도착점</a:t>
            </a:r>
          </a:p>
        </p:txBody>
      </p:sp>
      <p:sp>
        <p:nvSpPr>
          <p:cNvPr id="20" name="text">
            <a:extLst xmlns:a="http://schemas.openxmlformats.org/drawingml/2006/main">
              <a:ext uri="{FF2B5EF4-FFF2-40B4-BE49-F238E27FC236}">
                <a16:creationId xmlns:a16="http://schemas.microsoft.com/office/drawing/2014/main" id="{3637CA33-D5FC-42DC-A6ED-5071FA349E27}"/>
              </a:ext>
            </a:extLst>
          </p:cNvPr>
          <p:cNvSpPr>
            <a:spLocks xmlns:a="http://schemas.openxmlformats.org/drawingml/2006/main" noGrp="1"/>
          </p:cNvSpPr>
          <p:nvPr/>
        </p:nvSpPr>
        <p:spPr>
          <a:xfrm xmlns:a="http://schemas.openxmlformats.org/drawingml/2006/main">
            <a:off x="5619750" y="632460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57962F"/>
                </a:solidFill>
                <a:latin typeface="Pretendard"/>
                <a:ea typeface="Pretendard"/>
                <a:cs typeface="Pretendard"/>
              </a:defRPr>
            </a:defPPr>
            <a:lvl1pPr algn="ctr">
              <a:defRPr sz="3000" b="1">
                <a:solidFill>
                  <a:srgbClr val="57962F"/>
                </a:solidFill>
                <a:latin typeface="Pretendard"/>
                <a:ea typeface="Pretendard"/>
                <a:cs typeface="Pretendard"/>
              </a:defRPr>
            </a:lvl1pPr>
            <a:lvl2pPr algn="ctr">
              <a:defRPr sz="3000" b="1">
                <a:solidFill>
                  <a:srgbClr val="57962F"/>
                </a:solidFill>
                <a:latin typeface="Pretendard"/>
                <a:ea typeface="Pretendard"/>
                <a:cs typeface="Pretendard"/>
              </a:defRPr>
            </a:lvl2pPr>
            <a:lvl3pPr algn="ctr">
              <a:defRPr sz="3000" b="1">
                <a:solidFill>
                  <a:srgbClr val="57962F"/>
                </a:solidFill>
                <a:latin typeface="Pretendard"/>
                <a:ea typeface="Pretendard"/>
                <a:cs typeface="Pretendard"/>
              </a:defRPr>
            </a:lvl3pPr>
            <a:lvl4pPr algn="ctr">
              <a:defRPr sz="3000" b="1">
                <a:solidFill>
                  <a:srgbClr val="57962F"/>
                </a:solidFill>
                <a:latin typeface="Pretendard"/>
                <a:ea typeface="Pretendard"/>
                <a:cs typeface="Pretendard"/>
              </a:defRPr>
            </a:lvl4pPr>
            <a:lvl5pPr algn="ctr">
              <a:defRPr sz="3000" b="1">
                <a:solidFill>
                  <a:srgbClr val="57962F"/>
                </a:solidFill>
                <a:latin typeface="Pretendard"/>
                <a:ea typeface="Pretendard"/>
                <a:cs typeface="Pretendard"/>
              </a:defRPr>
            </a:lvl5pPr>
            <a:lvl6pPr algn="ctr">
              <a:defRPr sz="3000" b="1">
                <a:solidFill>
                  <a:srgbClr val="57962F"/>
                </a:solidFill>
                <a:latin typeface="Pretendard"/>
                <a:ea typeface="Pretendard"/>
                <a:cs typeface="Pretendard"/>
              </a:defRPr>
            </a:lvl6pPr>
            <a:lvl7pPr algn="ctr">
              <a:defRPr sz="3000" b="1">
                <a:solidFill>
                  <a:srgbClr val="57962F"/>
                </a:solidFill>
                <a:latin typeface="Pretendard"/>
                <a:ea typeface="Pretendard"/>
                <a:cs typeface="Pretendard"/>
              </a:defRPr>
            </a:lvl7pPr>
            <a:lvl8pPr algn="ctr">
              <a:defRPr sz="3000" b="1">
                <a:solidFill>
                  <a:srgbClr val="57962F"/>
                </a:solidFill>
                <a:latin typeface="Pretendard"/>
                <a:ea typeface="Pretendard"/>
                <a:cs typeface="Pretendard"/>
              </a:defRPr>
            </a:lvl8pPr>
            <a:lvl9pPr algn="ctr">
              <a:defRPr sz="3000" b="1">
                <a:solidFill>
                  <a:srgbClr val="57962F"/>
                </a:solidFill>
                <a:latin typeface="Pretendard"/>
                <a:ea typeface="Pretendard"/>
                <a:cs typeface="Pretendard"/>
              </a:defRPr>
            </a:lvl9pPr>
          </a:lstStyle>
          <a:p xmlns:a="http://schemas.openxmlformats.org/drawingml/2006/main">
            <a:pPr algn="ctr">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경로 A</a:t>
            </a:r>
          </a:p>
        </p:txBody>
      </p:sp>
      <p:sp>
        <p:nvSpPr>
          <p:cNvPr id="21" name="text">
            <a:extLst xmlns:a="http://schemas.openxmlformats.org/drawingml/2006/main">
              <a:ext uri="{FF2B5EF4-FFF2-40B4-BE49-F238E27FC236}">
                <a16:creationId xmlns:a16="http://schemas.microsoft.com/office/drawing/2014/main" id="{D25C747A-3D60-4C87-9916-852684C5355B}"/>
              </a:ext>
            </a:extLst>
          </p:cNvPr>
          <p:cNvSpPr>
            <a:spLocks xmlns:a="http://schemas.openxmlformats.org/drawingml/2006/main" noGrp="1"/>
          </p:cNvSpPr>
          <p:nvPr/>
        </p:nvSpPr>
        <p:spPr>
          <a:xfrm xmlns:a="http://schemas.openxmlformats.org/drawingml/2006/main">
            <a:off x="5715000" y="79438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484847"/>
                </a:solidFill>
                <a:latin typeface="Pretendard"/>
                <a:ea typeface="Pretendard"/>
                <a:cs typeface="Pretendard"/>
              </a:defRPr>
            </a:defPPr>
            <a:lvl1pPr algn="ctr">
              <a:defRPr sz="3000" b="1">
                <a:solidFill>
                  <a:srgbClr val="484847"/>
                </a:solidFill>
                <a:latin typeface="Pretendard"/>
                <a:ea typeface="Pretendard"/>
                <a:cs typeface="Pretendard"/>
              </a:defRPr>
            </a:lvl1pPr>
            <a:lvl2pPr algn="ctr">
              <a:defRPr sz="3000" b="1">
                <a:solidFill>
                  <a:srgbClr val="484847"/>
                </a:solidFill>
                <a:latin typeface="Pretendard"/>
                <a:ea typeface="Pretendard"/>
                <a:cs typeface="Pretendard"/>
              </a:defRPr>
            </a:lvl2pPr>
            <a:lvl3pPr algn="ctr">
              <a:defRPr sz="3000" b="1">
                <a:solidFill>
                  <a:srgbClr val="484847"/>
                </a:solidFill>
                <a:latin typeface="Pretendard"/>
                <a:ea typeface="Pretendard"/>
                <a:cs typeface="Pretendard"/>
              </a:defRPr>
            </a:lvl3pPr>
            <a:lvl4pPr algn="ctr">
              <a:defRPr sz="3000" b="1">
                <a:solidFill>
                  <a:srgbClr val="484847"/>
                </a:solidFill>
                <a:latin typeface="Pretendard"/>
                <a:ea typeface="Pretendard"/>
                <a:cs typeface="Pretendard"/>
              </a:defRPr>
            </a:lvl4pPr>
            <a:lvl5pPr algn="ctr">
              <a:defRPr sz="3000" b="1">
                <a:solidFill>
                  <a:srgbClr val="484847"/>
                </a:solidFill>
                <a:latin typeface="Pretendard"/>
                <a:ea typeface="Pretendard"/>
                <a:cs typeface="Pretendard"/>
              </a:defRPr>
            </a:lvl5pPr>
            <a:lvl6pPr algn="ctr">
              <a:defRPr sz="3000" b="1">
                <a:solidFill>
                  <a:srgbClr val="484847"/>
                </a:solidFill>
                <a:latin typeface="Pretendard"/>
                <a:ea typeface="Pretendard"/>
                <a:cs typeface="Pretendard"/>
              </a:defRPr>
            </a:lvl6pPr>
            <a:lvl7pPr algn="ctr">
              <a:defRPr sz="3000" b="1">
                <a:solidFill>
                  <a:srgbClr val="484847"/>
                </a:solidFill>
                <a:latin typeface="Pretendard"/>
                <a:ea typeface="Pretendard"/>
                <a:cs typeface="Pretendard"/>
              </a:defRPr>
            </a:lvl7pPr>
            <a:lvl8pPr algn="ctr">
              <a:defRPr sz="3000" b="1">
                <a:solidFill>
                  <a:srgbClr val="484847"/>
                </a:solidFill>
                <a:latin typeface="Pretendard"/>
                <a:ea typeface="Pretendard"/>
                <a:cs typeface="Pretendard"/>
              </a:defRPr>
            </a:lvl8pPr>
            <a:lvl9pPr algn="ctr">
              <a:defRPr sz="3000" b="1">
                <a:solidFill>
                  <a:srgbClr val="484847"/>
                </a:solidFill>
                <a:latin typeface="Pretendard"/>
                <a:ea typeface="Pretendard"/>
                <a:cs typeface="Pretendard"/>
              </a:defRPr>
            </a:lvl9pPr>
          </a:lstStyle>
          <a:p xmlns:a="http://schemas.openxmlformats.org/drawingml/2006/main">
            <a:pPr algn="ctr">
              <a:defRPr sz="3000" b="1">
                <a:solidFill>
                  <a:srgbClr val="484847"/>
                </a:solidFill>
                <a:latin typeface="Pretendard"/>
                <a:ea typeface="Pretendard"/>
                <a:cs typeface="Pretendard"/>
              </a:defRPr>
            </a:pPr>
            <a:r>
              <a:rPr sz="3000" b="1">
                <a:solidFill>
                  <a:srgbClr val="484847"/>
                </a:solidFill>
                <a:latin typeface="Pretendard"/>
                <a:ea typeface="Pretendard"/>
                <a:cs typeface="Pretendard"/>
              </a:rPr>
              <a:t>경로 B</a:t>
            </a:r>
          </a:p>
        </p:txBody>
      </p:sp>
      <p:sp>
        <p:nvSpPr>
          <p:cNvPr id="22" name="높이 차">
            <a:extLst xmlns:a="http://schemas.openxmlformats.org/drawingml/2006/main">
              <a:ext uri="{FF2B5EF4-FFF2-40B4-BE49-F238E27FC236}">
                <a16:creationId xmlns:a16="http://schemas.microsoft.com/office/drawing/2014/main" id="{734842FF-A002-4C36-AAAB-168A90FE989F}"/>
              </a:ext>
            </a:extLst>
          </p:cNvPr>
          <p:cNvSpPr>
            <a:spLocks xmlns:a="http://schemas.openxmlformats.org/drawingml/2006/main" noGrp="1"/>
          </p:cNvSpPr>
          <p:nvPr/>
        </p:nvSpPr>
        <p:spPr>
          <a:xfrm xmlns:a="http://schemas.openxmlformats.org/drawingml/2006/main">
            <a:off x="11382375" y="5781675"/>
            <a:ext cx="9525" cy="2590800"/>
          </a:xfrm>
          <a:custGeom xmlns:a="http://schemas.openxmlformats.org/drawingml/2006/main">
            <a:pathLst>
              <a:path w="9525" h="2590800">
                <a:moveTo>
                  <a:pt x="0" y="0"/>
                </a:moveTo>
                <a:lnTo>
                  <a:pt x="0" y="2590800"/>
                </a:lnTo>
              </a:path>
            </a:pathLst>
          </a:custGeom>
          <a:noFill xmlns:a="http://schemas.openxmlformats.org/drawingml/2006/main"/>
          <a:ln xmlns:a="http://schemas.openxmlformats.org/drawingml/2006/main" w="38100">
            <a:solidFill>
              <a:srgbClr val="898989"/>
            </a:solidFill>
            <a:prstDash val="solid"/>
          </a:ln>
        </p:spPr>
      </p:sp>
      <p:sp>
        <p:nvSpPr>
          <p:cNvPr id="23" name="line">
            <a:extLst xmlns:a="http://schemas.openxmlformats.org/drawingml/2006/main">
              <a:ext uri="{FF2B5EF4-FFF2-40B4-BE49-F238E27FC236}">
                <a16:creationId xmlns:a16="http://schemas.microsoft.com/office/drawing/2014/main" id="{43BD7181-2E13-4884-B2A8-F981ADFC8852}"/>
              </a:ext>
            </a:extLst>
          </p:cNvPr>
          <p:cNvSpPr>
            <a:spLocks xmlns:a="http://schemas.openxmlformats.org/drawingml/2006/main" noGrp="1"/>
          </p:cNvSpPr>
          <p:nvPr/>
        </p:nvSpPr>
        <p:spPr>
          <a:xfrm xmlns:a="http://schemas.openxmlformats.org/drawingml/2006/main">
            <a:off x="11210925" y="5781675"/>
            <a:ext cx="342900" cy="9525"/>
          </a:xfrm>
          <a:custGeom xmlns:a="http://schemas.openxmlformats.org/drawingml/2006/main">
            <a:pathLst>
              <a:path w="342900" h="9525">
                <a:moveTo>
                  <a:pt x="0" y="0"/>
                </a:moveTo>
                <a:lnTo>
                  <a:pt x="342900" y="0"/>
                </a:lnTo>
              </a:path>
            </a:pathLst>
          </a:custGeom>
          <a:noFill xmlns:a="http://schemas.openxmlformats.org/drawingml/2006/main"/>
          <a:ln xmlns:a="http://schemas.openxmlformats.org/drawingml/2006/main" w="38100">
            <a:solidFill>
              <a:srgbClr val="898989"/>
            </a:solidFill>
            <a:prstDash val="solid"/>
          </a:ln>
        </p:spPr>
      </p:sp>
      <p:sp>
        <p:nvSpPr>
          <p:cNvPr id="24" name="line">
            <a:extLst xmlns:a="http://schemas.openxmlformats.org/drawingml/2006/main">
              <a:ext uri="{FF2B5EF4-FFF2-40B4-BE49-F238E27FC236}">
                <a16:creationId xmlns:a16="http://schemas.microsoft.com/office/drawing/2014/main" id="{55907A1A-9B2C-4DF6-80B5-54DB963F2537}"/>
              </a:ext>
            </a:extLst>
          </p:cNvPr>
          <p:cNvSpPr>
            <a:spLocks xmlns:a="http://schemas.openxmlformats.org/drawingml/2006/main" noGrp="1"/>
          </p:cNvSpPr>
          <p:nvPr/>
        </p:nvSpPr>
        <p:spPr>
          <a:xfrm xmlns:a="http://schemas.openxmlformats.org/drawingml/2006/main">
            <a:off x="11210925" y="8372475"/>
            <a:ext cx="342900" cy="9525"/>
          </a:xfrm>
          <a:custGeom xmlns:a="http://schemas.openxmlformats.org/drawingml/2006/main">
            <a:pathLst>
              <a:path w="342900" h="9525">
                <a:moveTo>
                  <a:pt x="0" y="0"/>
                </a:moveTo>
                <a:lnTo>
                  <a:pt x="342900" y="0"/>
                </a:lnTo>
              </a:path>
            </a:pathLst>
          </a:custGeom>
          <a:noFill xmlns:a="http://schemas.openxmlformats.org/drawingml/2006/main"/>
          <a:ln xmlns:a="http://schemas.openxmlformats.org/drawingml/2006/main" w="38100">
            <a:solidFill>
              <a:srgbClr val="898989"/>
            </a:solidFill>
            <a:prstDash val="solid"/>
          </a:ln>
        </p:spPr>
      </p:sp>
      <p:sp>
        <p:nvSpPr>
          <p:cNvPr id="25" name="text">
            <a:extLst xmlns:a="http://schemas.openxmlformats.org/drawingml/2006/main">
              <a:ext uri="{FF2B5EF4-FFF2-40B4-BE49-F238E27FC236}">
                <a16:creationId xmlns:a16="http://schemas.microsoft.com/office/drawing/2014/main" id="{213CDA06-A93F-4894-A914-88F52434F3CC}"/>
              </a:ext>
            </a:extLst>
          </p:cNvPr>
          <p:cNvSpPr>
            <a:spLocks xmlns:a="http://schemas.openxmlformats.org/drawingml/2006/main" noGrp="1"/>
          </p:cNvSpPr>
          <p:nvPr/>
        </p:nvSpPr>
        <p:spPr>
          <a:xfrm xmlns:a="http://schemas.openxmlformats.org/drawingml/2006/main">
            <a:off x="11525250" y="6838950"/>
            <a:ext cx="1714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898989"/>
                </a:solidFill>
                <a:latin typeface="Pretendard"/>
                <a:ea typeface="Pretendard"/>
                <a:cs typeface="Pretendard"/>
              </a:defRPr>
            </a:defPPr>
            <a:lvl1pPr algn="l">
              <a:defRPr sz="2550" b="1">
                <a:solidFill>
                  <a:srgbClr val="898989"/>
                </a:solidFill>
                <a:latin typeface="Pretendard"/>
                <a:ea typeface="Pretendard"/>
                <a:cs typeface="Pretendard"/>
              </a:defRPr>
            </a:lvl1pPr>
            <a:lvl2pPr algn="l">
              <a:defRPr sz="2550" b="1">
                <a:solidFill>
                  <a:srgbClr val="898989"/>
                </a:solidFill>
                <a:latin typeface="Pretendard"/>
                <a:ea typeface="Pretendard"/>
                <a:cs typeface="Pretendard"/>
              </a:defRPr>
            </a:lvl2pPr>
            <a:lvl3pPr algn="l">
              <a:defRPr sz="2550" b="1">
                <a:solidFill>
                  <a:srgbClr val="898989"/>
                </a:solidFill>
                <a:latin typeface="Pretendard"/>
                <a:ea typeface="Pretendard"/>
                <a:cs typeface="Pretendard"/>
              </a:defRPr>
            </a:lvl3pPr>
            <a:lvl4pPr algn="l">
              <a:defRPr sz="2550" b="1">
                <a:solidFill>
                  <a:srgbClr val="898989"/>
                </a:solidFill>
                <a:latin typeface="Pretendard"/>
                <a:ea typeface="Pretendard"/>
                <a:cs typeface="Pretendard"/>
              </a:defRPr>
            </a:lvl4pPr>
            <a:lvl5pPr algn="l">
              <a:defRPr sz="2550" b="1">
                <a:solidFill>
                  <a:srgbClr val="898989"/>
                </a:solidFill>
                <a:latin typeface="Pretendard"/>
                <a:ea typeface="Pretendard"/>
                <a:cs typeface="Pretendard"/>
              </a:defRPr>
            </a:lvl5pPr>
            <a:lvl6pPr algn="l">
              <a:defRPr sz="2550" b="1">
                <a:solidFill>
                  <a:srgbClr val="898989"/>
                </a:solidFill>
                <a:latin typeface="Pretendard"/>
                <a:ea typeface="Pretendard"/>
                <a:cs typeface="Pretendard"/>
              </a:defRPr>
            </a:lvl6pPr>
            <a:lvl7pPr algn="l">
              <a:defRPr sz="2550" b="1">
                <a:solidFill>
                  <a:srgbClr val="898989"/>
                </a:solidFill>
                <a:latin typeface="Pretendard"/>
                <a:ea typeface="Pretendard"/>
                <a:cs typeface="Pretendard"/>
              </a:defRPr>
            </a:lvl7pPr>
            <a:lvl8pPr algn="l">
              <a:defRPr sz="2550" b="1">
                <a:solidFill>
                  <a:srgbClr val="898989"/>
                </a:solidFill>
                <a:latin typeface="Pretendard"/>
                <a:ea typeface="Pretendard"/>
                <a:cs typeface="Pretendard"/>
              </a:defRPr>
            </a:lvl8pPr>
            <a:lvl9pPr algn="l">
              <a:defRPr sz="2550" b="1">
                <a:solidFill>
                  <a:srgbClr val="898989"/>
                </a:solidFill>
                <a:latin typeface="Pretendard"/>
                <a:ea typeface="Pretendard"/>
                <a:cs typeface="Pretendard"/>
              </a:defRPr>
            </a:lvl9pPr>
          </a:lstStyle>
          <a:p xmlns:a="http://schemas.openxmlformats.org/drawingml/2006/main">
            <a:pPr algn="l">
              <a:defRPr sz="2550" b="1">
                <a:solidFill>
                  <a:srgbClr val="898989"/>
                </a:solidFill>
                <a:latin typeface="Pretendard"/>
                <a:ea typeface="Pretendard"/>
                <a:cs typeface="Pretendard"/>
              </a:defRPr>
            </a:pPr>
            <a:r>
              <a:rPr sz="2550" b="1">
                <a:solidFill>
                  <a:srgbClr val="898989"/>
                </a:solidFill>
                <a:latin typeface="Pretendard"/>
                <a:ea typeface="Pretendard"/>
                <a:cs typeface="Pretendard"/>
              </a:rPr>
              <a:t>높이 차</a:t>
            </a:r>
          </a:p>
        </p:txBody>
      </p:sp>
      <p:sp>
        <p:nvSpPr>
          <p:cNvPr id="26" name="질문 말풍선">
            <a:extLst xmlns:a="http://schemas.openxmlformats.org/drawingml/2006/main">
              <a:ext uri="{FF2B5EF4-FFF2-40B4-BE49-F238E27FC236}">
                <a16:creationId xmlns:a16="http://schemas.microsoft.com/office/drawing/2014/main" id="{DE41A9BB-45B6-4AA6-81C2-B027DB8D7B57}"/>
              </a:ext>
            </a:extLst>
          </p:cNvPr>
          <p:cNvSpPr>
            <a:spLocks xmlns:a="http://schemas.openxmlformats.org/drawingml/2006/main" noGrp="1"/>
          </p:cNvSpPr>
          <p:nvPr/>
        </p:nvSpPr>
        <p:spPr>
          <a:xfrm xmlns:a="http://schemas.openxmlformats.org/drawingml/2006/main">
            <a:off x="13239750" y="4705350"/>
            <a:ext cx="3714750" cy="1714500"/>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4532715-F857-4B15-B012-20C8DECFC73C}"/>
              </a:ext>
            </a:extLst>
          </p:cNvPr>
          <p:cNvSpPr>
            <a:spLocks xmlns:a="http://schemas.openxmlformats.org/drawingml/2006/main" noGrp="1"/>
          </p:cNvSpPr>
          <p:nvPr/>
        </p:nvSpPr>
        <p:spPr>
          <a:xfrm xmlns:a="http://schemas.openxmlformats.org/drawingml/2006/main">
            <a:off x="14525625" y="6353175"/>
            <a:ext cx="762000" cy="523875"/>
          </a:xfrm>
          <a:custGeom xmlns:a="http://schemas.openxmlformats.org/drawingml/2006/main">
            <a:pathLst>
              <a:path w="762000" h="523875">
                <a:moveTo>
                  <a:pt x="0" y="0"/>
                </a:moveTo>
                <a:lnTo>
                  <a:pt x="762000" y="0"/>
                </a:lnTo>
                <a:lnTo>
                  <a:pt x="428625" y="523875"/>
                </a:lnTo>
                <a:close/>
              </a:path>
            </a:pathLst>
          </a:custGeom>
          <a:solidFill xmlns:a="http://schemas.openxmlformats.org/drawingml/2006/main">
            <a:srgbClr val="F5F5F5"/>
          </a:solidFill>
          <a:ln xmlns:a="http://schemas.openxmlformats.org/drawingml/2006/main" w="0">
            <a:noFill/>
          </a:ln>
        </p:spPr>
      </p:sp>
      <p:sp>
        <p:nvSpPr>
          <p:cNvPr id="28" name="text">
            <a:extLst xmlns:a="http://schemas.openxmlformats.org/drawingml/2006/main">
              <a:ext uri="{FF2B5EF4-FFF2-40B4-BE49-F238E27FC236}">
                <a16:creationId xmlns:a16="http://schemas.microsoft.com/office/drawing/2014/main" id="{E888D895-20AD-453D-A244-58471AF0FFBF}"/>
              </a:ext>
            </a:extLst>
          </p:cNvPr>
          <p:cNvSpPr>
            <a:spLocks xmlns:a="http://schemas.openxmlformats.org/drawingml/2006/main" noGrp="1"/>
          </p:cNvSpPr>
          <p:nvPr/>
        </p:nvSpPr>
        <p:spPr>
          <a:xfrm xmlns:a="http://schemas.openxmlformats.org/drawingml/2006/main">
            <a:off x="13335000" y="4867275"/>
            <a:ext cx="352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000000"/>
                </a:solidFill>
                <a:latin typeface="Pretendard"/>
                <a:ea typeface="Pretendard"/>
                <a:cs typeface="Pretendard"/>
              </a:defRPr>
            </a:defPPr>
            <a:lvl1pPr algn="ctr">
              <a:defRPr sz="2730" b="1">
                <a:solidFill>
                  <a:srgbClr val="000000"/>
                </a:solidFill>
                <a:latin typeface="Pretendard"/>
                <a:ea typeface="Pretendard"/>
                <a:cs typeface="Pretendard"/>
              </a:defRPr>
            </a:lvl1pPr>
            <a:lvl2pPr algn="ctr">
              <a:defRPr sz="2730" b="1">
                <a:solidFill>
                  <a:srgbClr val="000000"/>
                </a:solidFill>
                <a:latin typeface="Pretendard"/>
                <a:ea typeface="Pretendard"/>
                <a:cs typeface="Pretendard"/>
              </a:defRPr>
            </a:lvl2pPr>
            <a:lvl3pPr algn="ctr">
              <a:defRPr sz="2730" b="1">
                <a:solidFill>
                  <a:srgbClr val="000000"/>
                </a:solidFill>
                <a:latin typeface="Pretendard"/>
                <a:ea typeface="Pretendard"/>
                <a:cs typeface="Pretendard"/>
              </a:defRPr>
            </a:lvl3pPr>
            <a:lvl4pPr algn="ctr">
              <a:defRPr sz="2730" b="1">
                <a:solidFill>
                  <a:srgbClr val="000000"/>
                </a:solidFill>
                <a:latin typeface="Pretendard"/>
                <a:ea typeface="Pretendard"/>
                <a:cs typeface="Pretendard"/>
              </a:defRPr>
            </a:lvl4pPr>
            <a:lvl5pPr algn="ctr">
              <a:defRPr sz="2730" b="1">
                <a:solidFill>
                  <a:srgbClr val="000000"/>
                </a:solidFill>
                <a:latin typeface="Pretendard"/>
                <a:ea typeface="Pretendard"/>
                <a:cs typeface="Pretendard"/>
              </a:defRPr>
            </a:lvl5pPr>
            <a:lvl6pPr algn="ctr">
              <a:defRPr sz="2730" b="1">
                <a:solidFill>
                  <a:srgbClr val="000000"/>
                </a:solidFill>
                <a:latin typeface="Pretendard"/>
                <a:ea typeface="Pretendard"/>
                <a:cs typeface="Pretendard"/>
              </a:defRPr>
            </a:lvl6pPr>
            <a:lvl7pPr algn="ctr">
              <a:defRPr sz="2730" b="1">
                <a:solidFill>
                  <a:srgbClr val="000000"/>
                </a:solidFill>
                <a:latin typeface="Pretendard"/>
                <a:ea typeface="Pretendard"/>
                <a:cs typeface="Pretendard"/>
              </a:defRPr>
            </a:lvl7pPr>
            <a:lvl8pPr algn="ctr">
              <a:defRPr sz="2730" b="1">
                <a:solidFill>
                  <a:srgbClr val="000000"/>
                </a:solidFill>
                <a:latin typeface="Pretendard"/>
                <a:ea typeface="Pretendard"/>
                <a:cs typeface="Pretendard"/>
              </a:defRPr>
            </a:lvl8pPr>
            <a:lvl9pPr algn="ctr">
              <a:defRPr sz="2730" b="1">
                <a:solidFill>
                  <a:srgbClr val="000000"/>
                </a:solidFill>
                <a:latin typeface="Pretendard"/>
                <a:ea typeface="Pretendard"/>
                <a:cs typeface="Pretendard"/>
              </a:defRPr>
            </a:lvl9pPr>
          </a:lstStyle>
          <a:p xmlns:a="http://schemas.openxmlformats.org/drawingml/2006/main">
            <a:pPr algn="ctr">
              <a:defRPr sz="2730" b="1">
                <a:solidFill>
                  <a:srgbClr val="000000"/>
                </a:solidFill>
                <a:latin typeface="Pretendard"/>
                <a:ea typeface="Pretendard"/>
                <a:cs typeface="Pretendard"/>
              </a:defRPr>
            </a:pPr>
            <a:r>
              <a:rPr sz="2730" b="1">
                <a:solidFill>
                  <a:srgbClr val="000000"/>
                </a:solidFill>
                <a:latin typeface="Pretendard"/>
                <a:ea typeface="Pretendard"/>
                <a:cs typeface="Pretendard"/>
              </a:rPr>
              <a:t>반응 경로가 달라도</a:t>
            </a:r>
          </a:p>
        </p:txBody>
      </p:sp>
      <p:sp>
        <p:nvSpPr>
          <p:cNvPr id="29" name="text">
            <a:extLst xmlns:a="http://schemas.openxmlformats.org/drawingml/2006/main">
              <a:ext uri="{FF2B5EF4-FFF2-40B4-BE49-F238E27FC236}">
                <a16:creationId xmlns:a16="http://schemas.microsoft.com/office/drawing/2014/main" id="{0BC1A9BD-4CFA-4AC0-A278-C9026916963A}"/>
              </a:ext>
            </a:extLst>
          </p:cNvPr>
          <p:cNvSpPr>
            <a:spLocks xmlns:a="http://schemas.openxmlformats.org/drawingml/2006/main" noGrp="1"/>
          </p:cNvSpPr>
          <p:nvPr/>
        </p:nvSpPr>
        <p:spPr>
          <a:xfrm xmlns:a="http://schemas.openxmlformats.org/drawingml/2006/main">
            <a:off x="13306425" y="5438775"/>
            <a:ext cx="358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000000"/>
                </a:solidFill>
                <a:latin typeface="Pretendard"/>
                <a:ea typeface="Pretendard"/>
                <a:cs typeface="Pretendard"/>
              </a:defRPr>
            </a:defPPr>
            <a:lvl1pPr algn="ctr">
              <a:defRPr sz="2730" b="1">
                <a:solidFill>
                  <a:srgbClr val="000000"/>
                </a:solidFill>
                <a:latin typeface="Pretendard"/>
                <a:ea typeface="Pretendard"/>
                <a:cs typeface="Pretendard"/>
              </a:defRPr>
            </a:lvl1pPr>
            <a:lvl2pPr algn="ctr">
              <a:defRPr sz="2730" b="1">
                <a:solidFill>
                  <a:srgbClr val="000000"/>
                </a:solidFill>
                <a:latin typeface="Pretendard"/>
                <a:ea typeface="Pretendard"/>
                <a:cs typeface="Pretendard"/>
              </a:defRPr>
            </a:lvl2pPr>
            <a:lvl3pPr algn="ctr">
              <a:defRPr sz="2730" b="1">
                <a:solidFill>
                  <a:srgbClr val="000000"/>
                </a:solidFill>
                <a:latin typeface="Pretendard"/>
                <a:ea typeface="Pretendard"/>
                <a:cs typeface="Pretendard"/>
              </a:defRPr>
            </a:lvl3pPr>
            <a:lvl4pPr algn="ctr">
              <a:defRPr sz="2730" b="1">
                <a:solidFill>
                  <a:srgbClr val="000000"/>
                </a:solidFill>
                <a:latin typeface="Pretendard"/>
                <a:ea typeface="Pretendard"/>
                <a:cs typeface="Pretendard"/>
              </a:defRPr>
            </a:lvl4pPr>
            <a:lvl5pPr algn="ctr">
              <a:defRPr sz="2730" b="1">
                <a:solidFill>
                  <a:srgbClr val="000000"/>
                </a:solidFill>
                <a:latin typeface="Pretendard"/>
                <a:ea typeface="Pretendard"/>
                <a:cs typeface="Pretendard"/>
              </a:defRPr>
            </a:lvl5pPr>
            <a:lvl6pPr algn="ctr">
              <a:defRPr sz="2730" b="1">
                <a:solidFill>
                  <a:srgbClr val="000000"/>
                </a:solidFill>
                <a:latin typeface="Pretendard"/>
                <a:ea typeface="Pretendard"/>
                <a:cs typeface="Pretendard"/>
              </a:defRPr>
            </a:lvl6pPr>
            <a:lvl7pPr algn="ctr">
              <a:defRPr sz="2730" b="1">
                <a:solidFill>
                  <a:srgbClr val="000000"/>
                </a:solidFill>
                <a:latin typeface="Pretendard"/>
                <a:ea typeface="Pretendard"/>
                <a:cs typeface="Pretendard"/>
              </a:defRPr>
            </a:lvl7pPr>
            <a:lvl8pPr algn="ctr">
              <a:defRPr sz="2730" b="1">
                <a:solidFill>
                  <a:srgbClr val="000000"/>
                </a:solidFill>
                <a:latin typeface="Pretendard"/>
                <a:ea typeface="Pretendard"/>
                <a:cs typeface="Pretendard"/>
              </a:defRPr>
            </a:lvl8pPr>
            <a:lvl9pPr algn="ctr">
              <a:defRPr sz="2730" b="1">
                <a:solidFill>
                  <a:srgbClr val="000000"/>
                </a:solidFill>
                <a:latin typeface="Pretendard"/>
                <a:ea typeface="Pretendard"/>
                <a:cs typeface="Pretendard"/>
              </a:defRPr>
            </a:lvl9pPr>
          </a:lstStyle>
          <a:p xmlns:a="http://schemas.openxmlformats.org/drawingml/2006/main">
            <a:pPr algn="ctr">
              <a:defRPr sz="2730" b="1">
                <a:solidFill>
                  <a:srgbClr val="000000"/>
                </a:solidFill>
                <a:latin typeface="Pretendard"/>
                <a:ea typeface="Pretendard"/>
                <a:cs typeface="Pretendard"/>
              </a:defRPr>
            </a:pPr>
            <a:r>
              <a:rPr sz="2730" b="1">
                <a:solidFill>
                  <a:srgbClr val="000000"/>
                </a:solidFill>
                <a:latin typeface="Pretendard"/>
                <a:ea typeface="Pretendard"/>
                <a:cs typeface="Pretendard"/>
              </a:rPr>
              <a:t>출입하는 열은 같을까?</a:t>
            </a:r>
          </a:p>
        </p:txBody>
      </p:sp>
    </p:spTree>
    <p:extLst>
      <p:ext uri="{BB962C8B-B14F-4D97-AF65-F5344CB8AC3E}">
        <p14:creationId xmlns:p14="http://schemas.microsoft.com/office/powerpoint/2010/main" val="130011109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E898C295-700C-42A2-9066-CEF43E6C1733}"/>
              </a:ext>
            </a:extLst>
          </p:cNvPr>
          <p:cNvPicPr>
            <a:picLocks xmlns:a="http://schemas.openxmlformats.org/drawingml/2006/main" noChangeAspect="1"/>
          </p:cNvPicPr>
          <p:nvPr/>
        </p:nvPicPr>
        <p:blipFill>
          <a:blip xmlns:r="http://schemas.openxmlformats.org/officeDocument/2006/relationships" xmlns:a="http://schemas.openxmlformats.org/drawingml/2006/main" r:embed="R2edcc4461b234ad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4A2688C-67D8-4ADC-8338-D567352EB33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59C97E1-A6CD-4E47-A216-FC52F9B4DB45}"/>
              </a:ext>
            </a:extLst>
          </p:cNvPr>
          <p:cNvSpPr>
            <a:spLocks xmlns:a="http://schemas.openxmlformats.org/drawingml/2006/main" noGrp="1"/>
          </p:cNvSpPr>
          <p:nvPr/>
        </p:nvSpPr>
        <p:spPr>
          <a:xfrm xmlns:a="http://schemas.openxmlformats.org/drawingml/2006/main">
            <a:off x="3105150" y="2514600"/>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63DFF1F1-0FFB-4B32-B863-96118EDD30E8}"/>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6AA8FB99-F3D5-42C7-8CAC-5A51FA4D4186}"/>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DBBCD8DF-755F-4830-9B53-556B97CEAA7B}"/>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4E319547-7373-48C4-978E-E709AA9F61FA}"/>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483D2A37-E45E-40D6-B18B-ABE29CBBD3D9}"/>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0D9B5843-A645-4AE0-944B-4696D541A87F}"/>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9C57D0B0-AB7F-4C9B-8747-84CA445F5654}"/>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F2E97549-4D38-4EC4-BAB0-ED082E387E99}"/>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A2646F8D-C34A-48B6-9D61-C18DD5E187BA}"/>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914593BF-E62C-4085-B9F7-C7ED32230F2B}"/>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47B0AE00-2890-4FCD-B2F4-615E00C693B5}"/>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A5CF4A29-0EC2-4C74-A108-CFDB2290F5EC}"/>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140140406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CFD36DCE-E07E-4C2C-B3D4-49F23B9D7556}"/>
              </a:ext>
            </a:extLst>
          </p:cNvPr>
          <p:cNvPicPr>
            <a:picLocks xmlns:a="http://schemas.openxmlformats.org/drawingml/2006/main" noChangeAspect="1"/>
          </p:cNvPicPr>
          <p:nvPr/>
        </p:nvPicPr>
        <p:blipFill>
          <a:blip xmlns:r="http://schemas.openxmlformats.org/officeDocument/2006/relationships" xmlns:a="http://schemas.openxmlformats.org/drawingml/2006/main" r:embed="Ra8cd75482fd1429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6F54426-F1F8-4CD2-A424-1675B2BFACC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671DE18-DB50-4229-8B66-D34F0F324DB4}"/>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BAE438C4-1F5C-4D11-928D-2E67B7193F66}"/>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CE5F30F-5A3F-408B-8459-5F715CE953C5}"/>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CB8EE790-172B-4FCC-B2E9-B88CC6DD3B77}"/>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78A4F2DD-71EA-4D56-841B-EEC5DB1EE965}"/>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F245CAE9-7DF2-4F15-AB3C-5D0F7DEB001D}"/>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7C9E5B24-4514-4992-BA34-DF88ACEC69B5}"/>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61822061-06E1-4AF5-8365-CBBA0BDFFA25}"/>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A453105F-581B-4913-BBD0-6C50380B0860}"/>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5B2F3859-D2D1-4D32-8ACA-208A84A8027E}"/>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73B709DC-E712-4838-9F54-CDED6F880094}"/>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중화 실험 자료를 해석하여 헤스 법칙을 확인한다.</a:t>
            </a:r>
          </a:p>
        </p:txBody>
      </p:sp>
    </p:spTree>
    <p:extLst>
      <p:ext uri="{BB962C8B-B14F-4D97-AF65-F5344CB8AC3E}">
        <p14:creationId xmlns:p14="http://schemas.microsoft.com/office/powerpoint/2010/main" val="16850440"/>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4175BEAA-3082-41C4-A931-40599883537B}"/>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10BAD21A-362F-4C14-98D4-FB94352FAB59}"/>
              </a:ext>
            </a:extLst>
          </p:cNvPr>
          <p:cNvPicPr>
            <a:picLocks xmlns:a="http://schemas.openxmlformats.org/drawingml/2006/main" noChangeAspect="1"/>
          </p:cNvPicPr>
          <p:nvPr/>
        </p:nvPicPr>
        <p:blipFill>
          <a:blip xmlns:r="http://schemas.openxmlformats.org/officeDocument/2006/relationships" xmlns:a="http://schemas.openxmlformats.org/drawingml/2006/main" r:embed="R4d63cebd90984fa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88339C24-3118-4AB7-A68C-57AACC4BC37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DAA69796-2630-4D18-BC54-AAED2F9777A3}"/>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5" name="text">
            <a:extLst xmlns:a="http://schemas.openxmlformats.org/drawingml/2006/main">
              <a:ext uri="{FF2B5EF4-FFF2-40B4-BE49-F238E27FC236}">
                <a16:creationId xmlns:a16="http://schemas.microsoft.com/office/drawing/2014/main" id="{7C463F6D-AB47-4D87-9BDB-84D0A62F6349}"/>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6" name="text">
            <a:extLst xmlns:a="http://schemas.openxmlformats.org/drawingml/2006/main">
              <a:ext uri="{FF2B5EF4-FFF2-40B4-BE49-F238E27FC236}">
                <a16:creationId xmlns:a16="http://schemas.microsoft.com/office/drawing/2014/main" id="{E084C2DC-EF5B-4690-8C4A-C5AA98441E7C}"/>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190495674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1F02B902-9FA8-4935-9D3C-97F0FB2AF1C0}"/>
              </a:ext>
            </a:extLst>
          </p:cNvPr>
          <p:cNvPicPr>
            <a:picLocks xmlns:a="http://schemas.openxmlformats.org/drawingml/2006/main" noChangeAspect="1"/>
          </p:cNvPicPr>
          <p:nvPr/>
        </p:nvPicPr>
        <p:blipFill>
          <a:blip xmlns:r="http://schemas.openxmlformats.org/officeDocument/2006/relationships" xmlns:a="http://schemas.openxmlformats.org/drawingml/2006/main" r:embed="R10ce7d91229448d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E91F985-46E3-4090-B178-B158C4CFA30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9B9D25C-517A-4C04-8A22-1B8BB68BECC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CC84B1DA-19FB-453C-A6F1-E65438D15B9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0030808-2AB6-4CC8-8E89-ECB509699E3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09EF27A0-094D-4B36-A351-4D2D5FEE94E2}"/>
              </a:ext>
            </a:extLst>
          </p:cNvPr>
          <p:cNvSpPr>
            <a:spLocks xmlns:a="http://schemas.openxmlformats.org/drawingml/2006/main" noGrp="1"/>
          </p:cNvSpPr>
          <p:nvPr/>
        </p:nvSpPr>
        <p:spPr>
          <a:xfrm xmlns:a="http://schemas.openxmlformats.org/drawingml/2006/main">
            <a:off x="952500" y="25812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rPr sz="5730" b="1">
                <a:solidFill>
                  <a:srgbClr val="57962F"/>
                </a:solidFill>
                <a:latin typeface="Pretendard"/>
                <a:ea typeface="Pretendard"/>
                <a:cs typeface="Pretendard"/>
              </a:rPr>
              <a:t>헤스 법칙 (Hess’s law)</a:t>
            </a:r>
          </a:p>
        </p:txBody>
      </p:sp>
      <p:sp>
        <p:nvSpPr>
          <p:cNvPr id="7" name="헤스 법칙 요점 1">
            <a:extLst xmlns:a="http://schemas.openxmlformats.org/drawingml/2006/main">
              <a:ext uri="{FF2B5EF4-FFF2-40B4-BE49-F238E27FC236}">
                <a16:creationId xmlns:a16="http://schemas.microsoft.com/office/drawing/2014/main" id="{9674A889-D336-4DF7-A3B3-4F556A86C67F}"/>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한 줄 요점 1">
            <a:extLst xmlns:a="http://schemas.openxmlformats.org/drawingml/2006/main">
              <a:ext uri="{FF2B5EF4-FFF2-40B4-BE49-F238E27FC236}">
                <a16:creationId xmlns:a16="http://schemas.microsoft.com/office/drawing/2014/main" id="{CAB615B5-B7A9-40D5-9D21-3E3A13BA4DEE}"/>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57962F"/>
                </a:solidFill>
              </a:rPr>
              <a:t>경로</a:t>
            </a:r>
            <a:r>
              <a:t>와 무관하다.</a:t>
            </a:r>
          </a:p>
        </p:txBody>
      </p:sp>
      <p:sp>
        <p:nvSpPr>
          <p:cNvPr id="9" name="헤스 법칙 요점 2">
            <a:extLst xmlns:a="http://schemas.openxmlformats.org/drawingml/2006/main">
              <a:ext uri="{FF2B5EF4-FFF2-40B4-BE49-F238E27FC236}">
                <a16:creationId xmlns:a16="http://schemas.microsoft.com/office/drawing/2014/main" id="{781E88EB-DE08-4893-B8D6-597181009B11}"/>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한 줄 요점 2">
            <a:extLst xmlns:a="http://schemas.openxmlformats.org/drawingml/2006/main">
              <a:ext uri="{FF2B5EF4-FFF2-40B4-BE49-F238E27FC236}">
                <a16:creationId xmlns:a16="http://schemas.microsoft.com/office/drawing/2014/main" id="{7D4877E6-13E4-4F5E-ADB9-D1847B84C5EC}"/>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rPr b="1">
                <a:solidFill>
                  <a:srgbClr val="57962F"/>
                </a:solidFill>
              </a:rPr>
              <a:t>총 열량 불변의 법칙</a:t>
            </a:r>
            <a:r>
              <a:t>이라고 부르기도 한다.</a:t>
            </a:r>
          </a:p>
        </p:txBody>
      </p:sp>
      <p:sp>
        <p:nvSpPr>
          <p:cNvPr id="11" name="헤스 법칙 요점 3">
            <a:extLst xmlns:a="http://schemas.openxmlformats.org/drawingml/2006/main">
              <a:ext uri="{FF2B5EF4-FFF2-40B4-BE49-F238E27FC236}">
                <a16:creationId xmlns:a16="http://schemas.microsoft.com/office/drawing/2014/main" id="{36A64126-2BE1-43AF-975C-FC391F357873}"/>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한 줄 요점 3">
            <a:extLst xmlns:a="http://schemas.openxmlformats.org/drawingml/2006/main">
              <a:ext uri="{FF2B5EF4-FFF2-40B4-BE49-F238E27FC236}">
                <a16:creationId xmlns:a16="http://schemas.microsoft.com/office/drawing/2014/main" id="{68B2C78E-0D31-4FE4-BA44-353ABB1A2624}"/>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57962F"/>
                </a:solidFill>
              </a:rPr>
              <a:t>간접적으로</a:t>
            </a:r>
            <a:r>
              <a:t> 구할 수 있다.</a:t>
            </a:r>
          </a:p>
        </p:txBody>
      </p:sp>
    </p:spTree>
    <p:extLst>
      <p:ext uri="{BB962C8B-B14F-4D97-AF65-F5344CB8AC3E}">
        <p14:creationId xmlns:p14="http://schemas.microsoft.com/office/powerpoint/2010/main" val="18070394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BCF013AC-F9C1-4314-ACEE-1E61DA524E50}"/>
              </a:ext>
            </a:extLst>
          </p:cNvPr>
          <p:cNvPicPr>
            <a:picLocks xmlns:a="http://schemas.openxmlformats.org/drawingml/2006/main" noChangeAspect="1"/>
          </p:cNvPicPr>
          <p:nvPr/>
        </p:nvPicPr>
        <p:blipFill>
          <a:blip xmlns:r="http://schemas.openxmlformats.org/officeDocument/2006/relationships" xmlns:a="http://schemas.openxmlformats.org/drawingml/2006/main" r:embed="R7a0e39dcdefc46e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BD1225E-4A0B-4948-801C-EEF941F47FA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D80EF1D-B65C-42CE-BF22-A2DA96A2211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347DB7FB-7039-4E99-8847-EF3E7C9D695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5E0823D-BF77-47FB-822A-53EAF509C55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D77E76CE-585D-48E9-849F-ADD90929D33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반응을 비교하려면</a:t>
            </a:r>
          </a:p>
        </p:txBody>
      </p:sp>
      <p:sp>
        <p:nvSpPr>
          <p:cNvPr id="7" name="text">
            <a:extLst xmlns:a="http://schemas.openxmlformats.org/drawingml/2006/main">
              <a:ext uri="{FF2B5EF4-FFF2-40B4-BE49-F238E27FC236}">
                <a16:creationId xmlns:a16="http://schemas.microsoft.com/office/drawing/2014/main" id="{7411668E-673E-44D8-B904-1E699F59CE94}"/>
              </a:ext>
            </a:extLst>
          </p:cNvPr>
          <p:cNvSpPr>
            <a:spLocks xmlns:a="http://schemas.openxmlformats.org/drawingml/2006/main" noGrp="1"/>
          </p:cNvSpPr>
          <p:nvPr/>
        </p:nvSpPr>
        <p:spPr>
          <a:xfrm xmlns:a="http://schemas.openxmlformats.org/drawingml/2006/main">
            <a:off x="1428750" y="36671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반응 경로만 달리하고, 비교 조건은 맞춘다.</a:t>
            </a:r>
          </a:p>
        </p:txBody>
      </p:sp>
      <p:sp>
        <p:nvSpPr>
          <p:cNvPr id="8" name="설명·계산 행 1">
            <a:extLst xmlns:a="http://schemas.openxmlformats.org/drawingml/2006/main">
              <a:ext uri="{FF2B5EF4-FFF2-40B4-BE49-F238E27FC236}">
                <a16:creationId xmlns:a16="http://schemas.microsoft.com/office/drawing/2014/main" id="{84E02F5D-3452-4483-BAC7-5535716DAA20}"/>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D62CB622-492F-48CD-97F7-133076CA6924}"/>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상태를 같게 한다.</a:t>
            </a:r>
          </a:p>
        </p:txBody>
      </p:sp>
      <p:sp>
        <p:nvSpPr>
          <p:cNvPr id="10" name="설명·계산 행 2">
            <a:extLst xmlns:a="http://schemas.openxmlformats.org/drawingml/2006/main">
              <a:ext uri="{FF2B5EF4-FFF2-40B4-BE49-F238E27FC236}">
                <a16:creationId xmlns:a16="http://schemas.microsoft.com/office/drawing/2014/main" id="{CFA44B29-FF2C-4F97-9F97-94461C425E35}"/>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CAB816A5-A921-414A-A705-FCA9300EEF30}"/>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반응하는 물질의 양을 같게 한다.</a:t>
            </a:r>
          </a:p>
        </p:txBody>
      </p:sp>
      <p:sp>
        <p:nvSpPr>
          <p:cNvPr id="12" name="설명·계산 행 3">
            <a:extLst xmlns:a="http://schemas.openxmlformats.org/drawingml/2006/main">
              <a:ext uri="{FF2B5EF4-FFF2-40B4-BE49-F238E27FC236}">
                <a16:creationId xmlns:a16="http://schemas.microsoft.com/office/drawing/2014/main" id="{D45F3FF7-9734-4ED5-9CEC-93DB842C6911}"/>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3" name="설명·계산 문장 3">
            <a:extLst xmlns:a="http://schemas.openxmlformats.org/drawingml/2006/main">
              <a:ext uri="{FF2B5EF4-FFF2-40B4-BE49-F238E27FC236}">
                <a16:creationId xmlns:a16="http://schemas.microsoft.com/office/drawing/2014/main" id="{9A428462-A13D-4460-AE16-8C67FCF80FF6}"/>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온도와 압력 조건을 같게 한다.</a:t>
            </a:r>
          </a:p>
        </p:txBody>
      </p:sp>
    </p:spTree>
    <p:extLst>
      <p:ext uri="{BB962C8B-B14F-4D97-AF65-F5344CB8AC3E}">
        <p14:creationId xmlns:p14="http://schemas.microsoft.com/office/powerpoint/2010/main" val="172569143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E0C0EF14-9BA3-495D-A36C-C1FB1CE1D59A}"/>
              </a:ext>
            </a:extLst>
          </p:cNvPr>
          <p:cNvPicPr>
            <a:picLocks xmlns:a="http://schemas.openxmlformats.org/drawingml/2006/main" noChangeAspect="1"/>
          </p:cNvPicPr>
          <p:nvPr/>
        </p:nvPicPr>
        <p:blipFill>
          <a:blip xmlns:r="http://schemas.openxmlformats.org/officeDocument/2006/relationships" xmlns:a="http://schemas.openxmlformats.org/drawingml/2006/main" r:embed="R5b24a64dc1b9420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D8F38BF-EF7E-4EA1-A5AE-4B5327DCCCA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F4719DC-D093-4A30-8049-0D83DB2BC27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62B92775-638E-430F-88A2-1ED52FAAAA8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112C96E-2365-4AA1-99C5-2F9D64D4D0A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02E3DF93-3E21-4027-957E-825066620E0A}"/>
              </a:ext>
            </a:extLst>
          </p:cNvPr>
          <p:cNvSpPr>
            <a:spLocks xmlns:a="http://schemas.openxmlformats.org/drawingml/2006/main" noGrp="1"/>
          </p:cNvSpPr>
          <p:nvPr/>
        </p:nvSpPr>
        <p:spPr>
          <a:xfrm xmlns:a="http://schemas.openxmlformats.org/drawingml/2006/main">
            <a:off x="1238250" y="2571750"/>
            <a:ext cx="1581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경로가 달라도, </a:t>
            </a:r>
            <a:r>
              <a:t>Δ</a:t>
            </a:r>
            <a:r>
              <a:rPr i="1">
                <a:latin typeface="Pretendard"/>
                <a:ea typeface="Pretendard"/>
                <a:cs typeface="Pretendard"/>
              </a:rPr>
              <a:t>H</a:t>
            </a:r>
            <a:r>
              <a:t>는 같다</a:t>
            </a:r>
          </a:p>
        </p:txBody>
      </p:sp>
      <p:sp>
        <p:nvSpPr>
          <p:cNvPr id="7" name="text">
            <a:extLst xmlns:a="http://schemas.openxmlformats.org/drawingml/2006/main">
              <a:ext uri="{FF2B5EF4-FFF2-40B4-BE49-F238E27FC236}">
                <a16:creationId xmlns:a16="http://schemas.microsoft.com/office/drawing/2014/main" id="{3EA83C91-0269-4062-AABF-2E2EE45F270E}"/>
              </a:ext>
            </a:extLst>
          </p:cNvPr>
          <p:cNvSpPr>
            <a:spLocks xmlns:a="http://schemas.openxmlformats.org/drawingml/2006/main" noGrp="1"/>
          </p:cNvSpPr>
          <p:nvPr/>
        </p:nvSpPr>
        <p:spPr>
          <a:xfrm xmlns:a="http://schemas.openxmlformats.org/drawingml/2006/main">
            <a:off x="1428750" y="3676650"/>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처음 상태에서 같은 나중 상태로 변할 때</a:t>
            </a:r>
          </a:p>
        </p:txBody>
      </p:sp>
      <p:pic>
        <p:nvPicPr>
          <p:cNvPr id="8" name="">
            <a:extLst xmlns:a="http://schemas.openxmlformats.org/drawingml/2006/main">
              <a:ext uri="{FF2B5EF4-FFF2-40B4-BE49-F238E27FC236}">
                <a16:creationId xmlns:a16="http://schemas.microsoft.com/office/drawing/2014/main" id="{2F861EA4-0DFE-4107-8F68-9BBFD4711C43}"/>
              </a:ext>
            </a:extLst>
          </p:cNvPr>
          <p:cNvPicPr>
            <a:picLocks xmlns:a="http://schemas.openxmlformats.org/drawingml/2006/main" noChangeAspect="1"/>
          </p:cNvPicPr>
          <p:nvPr/>
        </p:nvPicPr>
        <p:blipFill>
          <a:blip xmlns:r="http://schemas.openxmlformats.org/officeDocument/2006/relationships" xmlns:a="http://schemas.openxmlformats.org/drawingml/2006/main" r:embed="R40961ac9ee8a4005"/>
          <a:stretch xmlns:a="http://schemas.openxmlformats.org/drawingml/2006/main"/>
        </p:blipFill>
        <p:spPr>
          <a:xfrm xmlns:a="http://schemas.openxmlformats.org/drawingml/2006/main">
            <a:off x="1238250" y="4439364"/>
            <a:ext cx="9620250" cy="544687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C9552E81-CBBC-44CF-9B51-2FFB45857C1B}"/>
              </a:ext>
            </a:extLst>
          </p:cNvPr>
          <p:cNvSpPr>
            <a:spLocks xmlns:a="http://schemas.openxmlformats.org/drawingml/2006/main" noGrp="1"/>
          </p:cNvSpPr>
          <p:nvPr/>
        </p:nvSpPr>
        <p:spPr>
          <a:xfrm xmlns:a="http://schemas.openxmlformats.org/drawingml/2006/main">
            <a:off x="11525250" y="45243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직접 경로</a:t>
            </a:r>
          </a:p>
        </p:txBody>
      </p:sp>
      <p:sp>
        <p:nvSpPr>
          <p:cNvPr id="10" name="rich">
            <a:extLst xmlns:a="http://schemas.openxmlformats.org/drawingml/2006/main">
              <a:ext uri="{FF2B5EF4-FFF2-40B4-BE49-F238E27FC236}">
                <a16:creationId xmlns:a16="http://schemas.microsoft.com/office/drawing/2014/main" id="{2F62A8E5-BB7E-479D-8C9F-5DE10CD2C175}"/>
              </a:ext>
            </a:extLst>
          </p:cNvPr>
          <p:cNvSpPr>
            <a:spLocks xmlns:a="http://schemas.openxmlformats.org/drawingml/2006/main" noGrp="1"/>
          </p:cNvSpPr>
          <p:nvPr/>
        </p:nvSpPr>
        <p:spPr>
          <a:xfrm xmlns:a="http://schemas.openxmlformats.org/drawingml/2006/main">
            <a:off x="11525250" y="51244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₁ = −193.5 kJ</a:t>
            </a:r>
          </a:p>
        </p:txBody>
      </p:sp>
      <p:sp>
        <p:nvSpPr>
          <p:cNvPr id="11" name="text">
            <a:extLst xmlns:a="http://schemas.openxmlformats.org/drawingml/2006/main">
              <a:ext uri="{FF2B5EF4-FFF2-40B4-BE49-F238E27FC236}">
                <a16:creationId xmlns:a16="http://schemas.microsoft.com/office/drawing/2014/main" id="{5039F787-3413-415F-9BE1-0EF5FD31D5CE}"/>
              </a:ext>
            </a:extLst>
          </p:cNvPr>
          <p:cNvSpPr>
            <a:spLocks xmlns:a="http://schemas.openxmlformats.org/drawingml/2006/main" noGrp="1"/>
          </p:cNvSpPr>
          <p:nvPr/>
        </p:nvSpPr>
        <p:spPr>
          <a:xfrm xmlns:a="http://schemas.openxmlformats.org/drawingml/2006/main">
            <a:off x="11525250" y="6096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두 단계 경로</a:t>
            </a:r>
          </a:p>
        </p:txBody>
      </p:sp>
      <p:sp>
        <p:nvSpPr>
          <p:cNvPr id="12" name="rich">
            <a:extLst xmlns:a="http://schemas.openxmlformats.org/drawingml/2006/main">
              <a:ext uri="{FF2B5EF4-FFF2-40B4-BE49-F238E27FC236}">
                <a16:creationId xmlns:a16="http://schemas.microsoft.com/office/drawing/2014/main" id="{16C36997-DF89-4C74-9FF5-471F4B3E97C6}"/>
              </a:ext>
            </a:extLst>
          </p:cNvPr>
          <p:cNvSpPr>
            <a:spLocks xmlns:a="http://schemas.openxmlformats.org/drawingml/2006/main" noGrp="1"/>
          </p:cNvSpPr>
          <p:nvPr/>
        </p:nvSpPr>
        <p:spPr>
          <a:xfrm xmlns:a="http://schemas.openxmlformats.org/drawingml/2006/main">
            <a:off x="11525250" y="67151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₃</a:t>
            </a:r>
          </a:p>
        </p:txBody>
      </p:sp>
      <p:sp>
        <p:nvSpPr>
          <p:cNvPr id="13" name="text">
            <a:extLst xmlns:a="http://schemas.openxmlformats.org/drawingml/2006/main">
              <a:ext uri="{FF2B5EF4-FFF2-40B4-BE49-F238E27FC236}">
                <a16:creationId xmlns:a16="http://schemas.microsoft.com/office/drawing/2014/main" id="{C468F158-2868-44D8-9D5C-176BB32CE735}"/>
              </a:ext>
            </a:extLst>
          </p:cNvPr>
          <p:cNvSpPr>
            <a:spLocks xmlns:a="http://schemas.openxmlformats.org/drawingml/2006/main" noGrp="1"/>
          </p:cNvSpPr>
          <p:nvPr/>
        </p:nvSpPr>
        <p:spPr>
          <a:xfrm xmlns:a="http://schemas.openxmlformats.org/drawingml/2006/main">
            <a:off x="11525250" y="736282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rPr sz="3450" b="0">
                <a:solidFill>
                  <a:srgbClr val="000000"/>
                </a:solidFill>
                <a:latin typeface="Pretendard"/>
                <a:ea typeface="Pretendard"/>
                <a:cs typeface="Pretendard"/>
              </a:rPr>
              <a:t>= −81.9 + (−111.6)</a:t>
            </a:r>
          </a:p>
        </p:txBody>
      </p:sp>
      <p:sp>
        <p:nvSpPr>
          <p:cNvPr id="14" name="text">
            <a:extLst xmlns:a="http://schemas.openxmlformats.org/drawingml/2006/main">
              <a:ext uri="{FF2B5EF4-FFF2-40B4-BE49-F238E27FC236}">
                <a16:creationId xmlns:a16="http://schemas.microsoft.com/office/drawing/2014/main" id="{62FBBB3B-2E34-4A03-844F-A9CED3DEDD63}"/>
              </a:ext>
            </a:extLst>
          </p:cNvPr>
          <p:cNvSpPr>
            <a:spLocks xmlns:a="http://schemas.openxmlformats.org/drawingml/2006/main" noGrp="1"/>
          </p:cNvSpPr>
          <p:nvPr/>
        </p:nvSpPr>
        <p:spPr>
          <a:xfrm xmlns:a="http://schemas.openxmlformats.org/drawingml/2006/main">
            <a:off x="11525250" y="80010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57962F"/>
                </a:solidFill>
                <a:latin typeface="Pretendard"/>
                <a:ea typeface="Pretendard"/>
                <a:cs typeface="Pretendard"/>
              </a:defRPr>
            </a:defPPr>
            <a:lvl1pPr algn="l">
              <a:defRPr sz="3750" b="1">
                <a:solidFill>
                  <a:srgbClr val="57962F"/>
                </a:solidFill>
                <a:latin typeface="Pretendard"/>
                <a:ea typeface="Pretendard"/>
                <a:cs typeface="Pretendard"/>
              </a:defRPr>
            </a:lvl1pPr>
            <a:lvl2pPr algn="l">
              <a:defRPr sz="3750" b="1">
                <a:solidFill>
                  <a:srgbClr val="57962F"/>
                </a:solidFill>
                <a:latin typeface="Pretendard"/>
                <a:ea typeface="Pretendard"/>
                <a:cs typeface="Pretendard"/>
              </a:defRPr>
            </a:lvl2pPr>
            <a:lvl3pPr algn="l">
              <a:defRPr sz="3750" b="1">
                <a:solidFill>
                  <a:srgbClr val="57962F"/>
                </a:solidFill>
                <a:latin typeface="Pretendard"/>
                <a:ea typeface="Pretendard"/>
                <a:cs typeface="Pretendard"/>
              </a:defRPr>
            </a:lvl3pPr>
            <a:lvl4pPr algn="l">
              <a:defRPr sz="3750" b="1">
                <a:solidFill>
                  <a:srgbClr val="57962F"/>
                </a:solidFill>
                <a:latin typeface="Pretendard"/>
                <a:ea typeface="Pretendard"/>
                <a:cs typeface="Pretendard"/>
              </a:defRPr>
            </a:lvl4pPr>
            <a:lvl5pPr algn="l">
              <a:defRPr sz="3750" b="1">
                <a:solidFill>
                  <a:srgbClr val="57962F"/>
                </a:solidFill>
                <a:latin typeface="Pretendard"/>
                <a:ea typeface="Pretendard"/>
                <a:cs typeface="Pretendard"/>
              </a:defRPr>
            </a:lvl5pPr>
            <a:lvl6pPr algn="l">
              <a:defRPr sz="3750" b="1">
                <a:solidFill>
                  <a:srgbClr val="57962F"/>
                </a:solidFill>
                <a:latin typeface="Pretendard"/>
                <a:ea typeface="Pretendard"/>
                <a:cs typeface="Pretendard"/>
              </a:defRPr>
            </a:lvl6pPr>
            <a:lvl7pPr algn="l">
              <a:defRPr sz="3750" b="1">
                <a:solidFill>
                  <a:srgbClr val="57962F"/>
                </a:solidFill>
                <a:latin typeface="Pretendard"/>
                <a:ea typeface="Pretendard"/>
                <a:cs typeface="Pretendard"/>
              </a:defRPr>
            </a:lvl7pPr>
            <a:lvl8pPr algn="l">
              <a:defRPr sz="3750" b="1">
                <a:solidFill>
                  <a:srgbClr val="57962F"/>
                </a:solidFill>
                <a:latin typeface="Pretendard"/>
                <a:ea typeface="Pretendard"/>
                <a:cs typeface="Pretendard"/>
              </a:defRPr>
            </a:lvl8pPr>
            <a:lvl9pPr algn="l">
              <a:defRPr sz="3750" b="1">
                <a:solidFill>
                  <a:srgbClr val="57962F"/>
                </a:solidFill>
                <a:latin typeface="Pretendard"/>
                <a:ea typeface="Pretendard"/>
                <a:cs typeface="Pretendard"/>
              </a:defRPr>
            </a:lvl9pPr>
          </a:lstStyle>
          <a:p xmlns:a="http://schemas.openxmlformats.org/drawingml/2006/main">
            <a:pPr algn="l">
              <a:defRPr sz="3750" b="1">
                <a:solidFill>
                  <a:srgbClr val="57962F"/>
                </a:solidFill>
                <a:latin typeface="Pretendard"/>
                <a:ea typeface="Pretendard"/>
                <a:cs typeface="Pretendard"/>
              </a:defRPr>
            </a:pPr>
            <a:r>
              <a:rPr sz="3750" b="1">
                <a:solidFill>
                  <a:srgbClr val="57962F"/>
                </a:solidFill>
                <a:latin typeface="Pretendard"/>
                <a:ea typeface="Pretendard"/>
                <a:cs typeface="Pretendard"/>
              </a:rPr>
              <a:t>= −193.5 kJ</a:t>
            </a:r>
          </a:p>
        </p:txBody>
      </p:sp>
      <p:sp>
        <p:nvSpPr>
          <p:cNvPr id="15" name="경로 비교 결론">
            <a:extLst xmlns:a="http://schemas.openxmlformats.org/drawingml/2006/main">
              <a:ext uri="{FF2B5EF4-FFF2-40B4-BE49-F238E27FC236}">
                <a16:creationId xmlns:a16="http://schemas.microsoft.com/office/drawing/2014/main" id="{298E2586-C36C-4D48-9E6D-48743F7F2097}"/>
              </a:ext>
            </a:extLst>
          </p:cNvPr>
          <p:cNvSpPr>
            <a:spLocks xmlns:a="http://schemas.openxmlformats.org/drawingml/2006/main" noGrp="1"/>
          </p:cNvSpPr>
          <p:nvPr/>
        </p:nvSpPr>
        <p:spPr>
          <a:xfrm xmlns:a="http://schemas.openxmlformats.org/drawingml/2006/main">
            <a:off x="11144250" y="8886825"/>
            <a:ext cx="6191250" cy="733425"/>
          </a:xfrm>
          <a:prstGeom xmlns:a="http://schemas.openxmlformats.org/drawingml/2006/main" prst="roundRect">
            <a:avLst>
              <a:gd name="adj" fmla="val 20779"/>
            </a:avLst>
          </a:prstGeom>
          <a:solidFill xmlns:a="http://schemas.openxmlformats.org/drawingml/2006/main">
            <a:srgbClr val="484847"/>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6DC3CFF0-295A-44FE-8D9B-490B344858DA}"/>
              </a:ext>
            </a:extLst>
          </p:cNvPr>
          <p:cNvSpPr>
            <a:spLocks xmlns:a="http://schemas.openxmlformats.org/drawingml/2006/main" noGrp="1"/>
          </p:cNvSpPr>
          <p:nvPr/>
        </p:nvSpPr>
        <p:spPr>
          <a:xfrm xmlns:a="http://schemas.openxmlformats.org/drawingml/2006/main">
            <a:off x="11430000" y="896302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xmlns:a="http://schemas.openxmlformats.org/drawingml/2006/main">
            <a:pPr algn="ctr">
              <a:defRPr sz="3600"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a:t>
            </a:r>
          </a:p>
        </p:txBody>
      </p:sp>
    </p:spTree>
    <p:extLst>
      <p:ext uri="{BB962C8B-B14F-4D97-AF65-F5344CB8AC3E}">
        <p14:creationId xmlns:p14="http://schemas.microsoft.com/office/powerpoint/2010/main" val="140980144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2E215E86-BA16-4DC1-8D0D-673188485E34}"/>
              </a:ext>
            </a:extLst>
          </p:cNvPr>
          <p:cNvPicPr>
            <a:picLocks xmlns:a="http://schemas.openxmlformats.org/drawingml/2006/main" noChangeAspect="1"/>
          </p:cNvPicPr>
          <p:nvPr/>
        </p:nvPicPr>
        <p:blipFill>
          <a:blip xmlns:r="http://schemas.openxmlformats.org/officeDocument/2006/relationships" xmlns:a="http://schemas.openxmlformats.org/drawingml/2006/main" r:embed="R3545e5e4cc5f475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4E87B5F-FF66-4123-9D28-80391FDFF77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38A9942-B22A-45B4-A119-3419B737E04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3875233C-3DAE-4CC2-B6D3-1118EA3E72A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B92F049-0094-405C-AA04-76FA573D459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A312B51C-4C4A-4FF0-A830-D4B60DD51F1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반응식을 더하면</a:t>
            </a:r>
          </a:p>
        </p:txBody>
      </p:sp>
      <p:sp>
        <p:nvSpPr>
          <p:cNvPr id="7" name="반응식·수식">
            <a:extLst xmlns:a="http://schemas.openxmlformats.org/drawingml/2006/main">
              <a:ext uri="{FF2B5EF4-FFF2-40B4-BE49-F238E27FC236}">
                <a16:creationId xmlns:a16="http://schemas.microsoft.com/office/drawing/2014/main" id="{E769385C-9929-4E18-8001-A14D3495F919}"/>
              </a:ext>
            </a:extLst>
          </p:cNvPr>
          <p:cNvSpPr>
            <a:spLocks xmlns:a="http://schemas.openxmlformats.org/drawingml/2006/main" noGrp="1"/>
          </p:cNvSpPr>
          <p:nvPr/>
        </p:nvSpPr>
        <p:spPr>
          <a:xfrm xmlns:a="http://schemas.openxmlformats.org/drawingml/2006/main">
            <a:off x="2247900" y="422910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CaO</a:t>
            </a:r>
            <a:r>
              <a:t>(</a:t>
            </a:r>
            <a:r>
              <a:rPr i="1">
                <a:latin typeface="Pretendard"/>
                <a:ea typeface="Pretendard"/>
                <a:cs typeface="Pretendard"/>
              </a:rPr>
              <a:t>s</a:t>
            </a:r>
            <a:r>
              <a:t>) + H₂O</a:t>
            </a:r>
            <a:r>
              <a:t>(</a:t>
            </a:r>
            <a:r>
              <a:rPr i="1">
                <a:latin typeface="Pretendard"/>
                <a:ea typeface="Pretendard"/>
                <a:cs typeface="Pretendard"/>
              </a:rPr>
              <a:t>l</a:t>
            </a:r>
            <a:r>
              <a:t>) → Ca(OH)₂</a:t>
            </a:r>
            <a:r>
              <a:t>(</a:t>
            </a:r>
            <a:r>
              <a:rPr i="1">
                <a:latin typeface="Pretendard"/>
                <a:ea typeface="Pretendard"/>
                <a:cs typeface="Pretendard"/>
              </a:rPr>
              <a:t>aq</a:t>
            </a:r>
            <a:r>
              <a:t>)</a:t>
            </a:r>
          </a:p>
        </p:txBody>
      </p:sp>
      <p:sp>
        <p:nvSpPr>
          <p:cNvPr id="8" name="반응식·수식">
            <a:extLst xmlns:a="http://schemas.openxmlformats.org/drawingml/2006/main">
              <a:ext uri="{FF2B5EF4-FFF2-40B4-BE49-F238E27FC236}">
                <a16:creationId xmlns:a16="http://schemas.microsoft.com/office/drawing/2014/main" id="{81E52597-EE5C-41BF-B963-E9925341B3D9}"/>
              </a:ext>
            </a:extLst>
          </p:cNvPr>
          <p:cNvSpPr>
            <a:spLocks xmlns:a="http://schemas.openxmlformats.org/drawingml/2006/main" noGrp="1"/>
          </p:cNvSpPr>
          <p:nvPr/>
        </p:nvSpPr>
        <p:spPr>
          <a:xfrm xmlns:a="http://schemas.openxmlformats.org/drawingml/2006/main">
            <a:off x="2247900" y="53530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Ca(OH)₂</a:t>
            </a:r>
            <a:r>
              <a:t>(</a:t>
            </a:r>
            <a:r>
              <a:rPr i="1">
                <a:latin typeface="Pretendard"/>
                <a:ea typeface="Pretendard"/>
                <a:cs typeface="Pretendard"/>
              </a:rPr>
              <a:t>aq</a:t>
            </a:r>
            <a:r>
              <a:t>) + 2HCl</a:t>
            </a:r>
            <a:r>
              <a:t>(</a:t>
            </a:r>
            <a:r>
              <a:rPr i="1">
                <a:latin typeface="Pretendard"/>
                <a:ea typeface="Pretendard"/>
                <a:cs typeface="Pretendard"/>
              </a:rPr>
              <a:t>aq</a:t>
            </a:r>
            <a:r>
              <a:t>) → CaCl₂</a:t>
            </a:r>
            <a:r>
              <a:t>(</a:t>
            </a:r>
            <a:r>
              <a:rPr i="1">
                <a:latin typeface="Pretendard"/>
                <a:ea typeface="Pretendard"/>
                <a:cs typeface="Pretendard"/>
              </a:rPr>
              <a:t>aq</a:t>
            </a:r>
            <a:r>
              <a:t>) + 2H₂O</a:t>
            </a:r>
            <a:r>
              <a:t>(</a:t>
            </a:r>
            <a:r>
              <a:rPr i="1">
                <a:latin typeface="Pretendard"/>
                <a:ea typeface="Pretendard"/>
                <a:cs typeface="Pretendard"/>
              </a:rPr>
              <a:t>l</a:t>
            </a:r>
            <a:r>
              <a:t>)</a:t>
            </a:r>
          </a:p>
        </p:txBody>
      </p:sp>
      <p:sp>
        <p:nvSpPr>
          <p:cNvPr id="9" name="text">
            <a:extLst xmlns:a="http://schemas.openxmlformats.org/drawingml/2006/main">
              <a:ext uri="{FF2B5EF4-FFF2-40B4-BE49-F238E27FC236}">
                <a16:creationId xmlns:a16="http://schemas.microsoft.com/office/drawing/2014/main" id="{D30330DF-D1B2-48BC-A9D8-E5D7AC60EAE4}"/>
              </a:ext>
            </a:extLst>
          </p:cNvPr>
          <p:cNvSpPr>
            <a:spLocks xmlns:a="http://schemas.openxmlformats.org/drawingml/2006/main" noGrp="1"/>
          </p:cNvSpPr>
          <p:nvPr/>
        </p:nvSpPr>
        <p:spPr>
          <a:xfrm xmlns:a="http://schemas.openxmlformats.org/drawingml/2006/main">
            <a:off x="2247900" y="6391275"/>
            <a:ext cx="1381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중간 물질 Ca(OH)₂와 양변의 물 1 mol을 소거</a:t>
            </a:r>
          </a:p>
        </p:txBody>
      </p:sp>
      <p:sp>
        <p:nvSpPr>
          <p:cNvPr id="10" name="line">
            <a:extLst xmlns:a="http://schemas.openxmlformats.org/drawingml/2006/main">
              <a:ext uri="{FF2B5EF4-FFF2-40B4-BE49-F238E27FC236}">
                <a16:creationId xmlns:a16="http://schemas.microsoft.com/office/drawing/2014/main" id="{4DEBC04F-3AC0-47CA-BBE3-3F5AF5EE9C8D}"/>
              </a:ext>
            </a:extLst>
          </p:cNvPr>
          <p:cNvSpPr>
            <a:spLocks xmlns:a="http://schemas.openxmlformats.org/drawingml/2006/main" noGrp="1"/>
          </p:cNvSpPr>
          <p:nvPr/>
        </p:nvSpPr>
        <p:spPr>
          <a:xfrm xmlns:a="http://schemas.openxmlformats.org/drawingml/2006/main">
            <a:off x="2219325" y="7181850"/>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898989"/>
            </a:solidFill>
            <a:prstDash val="solid"/>
          </a:ln>
        </p:spPr>
      </p:sp>
      <p:sp>
        <p:nvSpPr>
          <p:cNvPr id="11" name="반응식·수식">
            <a:extLst xmlns:a="http://schemas.openxmlformats.org/drawingml/2006/main">
              <a:ext uri="{FF2B5EF4-FFF2-40B4-BE49-F238E27FC236}">
                <a16:creationId xmlns:a16="http://schemas.microsoft.com/office/drawing/2014/main" id="{459C4F82-7939-4CBF-9B90-276EE267AA28}"/>
              </a:ext>
            </a:extLst>
          </p:cNvPr>
          <p:cNvSpPr>
            <a:spLocks xmlns:a="http://schemas.openxmlformats.org/drawingml/2006/main" noGrp="1"/>
          </p:cNvSpPr>
          <p:nvPr/>
        </p:nvSpPr>
        <p:spPr>
          <a:xfrm xmlns:a="http://schemas.openxmlformats.org/drawingml/2006/main">
            <a:off x="2247900" y="739140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CaO</a:t>
            </a:r>
            <a:r>
              <a:t>(</a:t>
            </a:r>
            <a:r>
              <a:rPr i="1">
                <a:latin typeface="Pretendard"/>
                <a:ea typeface="Pretendard"/>
                <a:cs typeface="Pretendard"/>
              </a:rPr>
              <a:t>s</a:t>
            </a:r>
            <a:r>
              <a:t>) + 2HCl</a:t>
            </a:r>
            <a:r>
              <a:t>(</a:t>
            </a:r>
            <a:r>
              <a:rPr i="1">
                <a:latin typeface="Pretendard"/>
                <a:ea typeface="Pretendard"/>
                <a:cs typeface="Pretendard"/>
              </a:rPr>
              <a:t>aq</a:t>
            </a:r>
            <a:r>
              <a:t>) → CaCl₂</a:t>
            </a:r>
            <a:r>
              <a:t>(</a:t>
            </a:r>
            <a:r>
              <a:rPr i="1">
                <a:latin typeface="Pretendard"/>
                <a:ea typeface="Pretendard"/>
                <a:cs typeface="Pretendard"/>
              </a:rPr>
              <a:t>aq</a:t>
            </a:r>
            <a:r>
              <a:t>) + H₂O</a:t>
            </a:r>
            <a:r>
              <a:t>(</a:t>
            </a:r>
            <a:r>
              <a:rPr i="1">
                <a:latin typeface="Pretendard"/>
                <a:ea typeface="Pretendard"/>
                <a:cs typeface="Pretendard"/>
              </a:rPr>
              <a:t>l</a:t>
            </a:r>
            <a:r>
              <a:t>)</a:t>
            </a:r>
          </a:p>
        </p:txBody>
      </p:sp>
      <p:sp>
        <p:nvSpPr>
          <p:cNvPr id="12" name="해석·결론">
            <a:extLst xmlns:a="http://schemas.openxmlformats.org/drawingml/2006/main">
              <a:ext uri="{FF2B5EF4-FFF2-40B4-BE49-F238E27FC236}">
                <a16:creationId xmlns:a16="http://schemas.microsoft.com/office/drawing/2014/main" id="{19D219A8-E4CC-4035-B9FF-226B00E44507}"/>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07019B3C-DE40-4595-8730-CBDCF759F06E}"/>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 = −193.5 kJ</a:t>
            </a:r>
          </a:p>
        </p:txBody>
      </p:sp>
    </p:spTree>
    <p:extLst>
      <p:ext uri="{BB962C8B-B14F-4D97-AF65-F5344CB8AC3E}">
        <p14:creationId xmlns:p14="http://schemas.microsoft.com/office/powerpoint/2010/main" val="95739017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24027322-1F86-4F5E-93AD-C43F325E1EAB}"/>
              </a:ext>
            </a:extLst>
          </p:cNvPr>
          <p:cNvPicPr>
            <a:picLocks xmlns:a="http://schemas.openxmlformats.org/drawingml/2006/main" noChangeAspect="1"/>
          </p:cNvPicPr>
          <p:nvPr/>
        </p:nvPicPr>
        <p:blipFill>
          <a:blip xmlns:r="http://schemas.openxmlformats.org/officeDocument/2006/relationships" xmlns:a="http://schemas.openxmlformats.org/drawingml/2006/main" r:embed="R36d9b0a6140940b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D7182EE-1360-44E2-B8AB-BA465F15033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62E1622-FB30-493C-83DC-2A241200EF1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1249BB36-4F9D-42E9-A1B6-10E9CD05D55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707B447-28FF-4B30-A377-8BDDA8FADFA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1B7F60C6-C236-4843-AF75-9E9EE13430E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계수와 </a:t>
            </a:r>
            <a:r>
              <a:t>Δ</a:t>
            </a:r>
            <a:r>
              <a:rPr i="1">
                <a:latin typeface="Pretendard"/>
                <a:ea typeface="Pretendard"/>
                <a:cs typeface="Pretendard"/>
              </a:rPr>
              <a:t>H</a:t>
            </a:r>
            <a:r>
              <a:t>는 같은 비율로</a:t>
            </a:r>
          </a:p>
        </p:txBody>
      </p:sp>
      <p:sp>
        <p:nvSpPr>
          <p:cNvPr id="7" name="설명·계산 행 1">
            <a:extLst xmlns:a="http://schemas.openxmlformats.org/drawingml/2006/main">
              <a:ext uri="{FF2B5EF4-FFF2-40B4-BE49-F238E27FC236}">
                <a16:creationId xmlns:a16="http://schemas.microsoft.com/office/drawing/2014/main" id="{64D77F96-1FD0-4CD3-BECA-1E616F9A8B05}"/>
              </a:ext>
            </a:extLst>
          </p:cNvPr>
          <p:cNvSpPr>
            <a:spLocks xmlns:a="http://schemas.openxmlformats.org/drawingml/2006/main" noGrp="1"/>
          </p:cNvSpPr>
          <p:nvPr/>
        </p:nvSpPr>
        <p:spPr>
          <a:xfrm xmlns:a="http://schemas.openxmlformats.org/drawingml/2006/main">
            <a:off x="1828800" y="4572000"/>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7DE33039-9588-4DDF-949E-9888C80F07D0}"/>
              </a:ext>
            </a:extLst>
          </p:cNvPr>
          <p:cNvSpPr>
            <a:spLocks xmlns:a="http://schemas.openxmlformats.org/drawingml/2006/main" noGrp="1"/>
          </p:cNvSpPr>
          <p:nvPr/>
        </p:nvSpPr>
        <p:spPr>
          <a:xfrm xmlns:a="http://schemas.openxmlformats.org/drawingml/2006/main">
            <a:off x="2476500" y="481965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t>S</a:t>
            </a:r>
            <a:r>
              <a:t>(</a:t>
            </a:r>
            <a:r>
              <a:rPr i="1">
                <a:latin typeface="Pretendard"/>
                <a:ea typeface="Pretendard"/>
                <a:cs typeface="Pretendard"/>
              </a:rPr>
              <a:t>s</a:t>
            </a:r>
            <a:r>
              <a:t>) + O₂</a:t>
            </a:r>
            <a:r>
              <a:t>(</a:t>
            </a:r>
            <a:r>
              <a:rPr i="1">
                <a:latin typeface="Pretendard"/>
                <a:ea typeface="Pretendard"/>
                <a:cs typeface="Pretendard"/>
              </a:rPr>
              <a:t>g</a:t>
            </a:r>
            <a:r>
              <a:t>) → SO₂</a:t>
            </a:r>
            <a:r>
              <a:t>(</a:t>
            </a:r>
            <a:r>
              <a:rPr i="1">
                <a:latin typeface="Pretendard"/>
                <a:ea typeface="Pretendard"/>
                <a:cs typeface="Pretendard"/>
              </a:rPr>
              <a:t>g</a:t>
            </a:r>
            <a:r>
              <a:t>)     </a:t>
            </a:r>
            <a:r>
              <a:t>Δ</a:t>
            </a:r>
            <a:r>
              <a:rPr i="1">
                <a:latin typeface="Pretendard"/>
                <a:ea typeface="Pretendard"/>
                <a:cs typeface="Pretendard"/>
              </a:rPr>
              <a:t>H</a:t>
            </a:r>
            <a:r>
              <a:t> = −297 kJ</a:t>
            </a:r>
          </a:p>
        </p:txBody>
      </p:sp>
      <p:sp>
        <p:nvSpPr>
          <p:cNvPr id="9" name="설명·계산 행 2">
            <a:extLst xmlns:a="http://schemas.openxmlformats.org/drawingml/2006/main">
              <a:ext uri="{FF2B5EF4-FFF2-40B4-BE49-F238E27FC236}">
                <a16:creationId xmlns:a16="http://schemas.microsoft.com/office/drawing/2014/main" id="{212A714A-BDD7-4DB6-BA4A-415E9C8AF12C}"/>
              </a:ext>
            </a:extLst>
          </p:cNvPr>
          <p:cNvSpPr>
            <a:spLocks xmlns:a="http://schemas.openxmlformats.org/drawingml/2006/main" noGrp="1"/>
          </p:cNvSpPr>
          <p:nvPr/>
        </p:nvSpPr>
        <p:spPr>
          <a:xfrm xmlns:a="http://schemas.openxmlformats.org/drawingml/2006/main">
            <a:off x="1828800" y="6191250"/>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CCA549B0-8337-4BE2-9F81-0E5B6AC0E661}"/>
              </a:ext>
            </a:extLst>
          </p:cNvPr>
          <p:cNvSpPr>
            <a:spLocks xmlns:a="http://schemas.openxmlformats.org/drawingml/2006/main" noGrp="1"/>
          </p:cNvSpPr>
          <p:nvPr/>
        </p:nvSpPr>
        <p:spPr>
          <a:xfrm xmlns:a="http://schemas.openxmlformats.org/drawingml/2006/main">
            <a:off x="2476500" y="643890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t>2S</a:t>
            </a:r>
            <a:r>
              <a:t>(</a:t>
            </a:r>
            <a:r>
              <a:rPr i="1">
                <a:latin typeface="Pretendard"/>
                <a:ea typeface="Pretendard"/>
                <a:cs typeface="Pretendard"/>
              </a:rPr>
              <a:t>s</a:t>
            </a:r>
            <a:r>
              <a:t>) + 2O₂</a:t>
            </a:r>
            <a:r>
              <a:t>(</a:t>
            </a:r>
            <a:r>
              <a:rPr i="1">
                <a:latin typeface="Pretendard"/>
                <a:ea typeface="Pretendard"/>
                <a:cs typeface="Pretendard"/>
              </a:rPr>
              <a:t>g</a:t>
            </a:r>
            <a:r>
              <a:t>) → 2SO₂</a:t>
            </a:r>
            <a:r>
              <a:t>(</a:t>
            </a:r>
            <a:r>
              <a:rPr i="1">
                <a:latin typeface="Pretendard"/>
                <a:ea typeface="Pretendard"/>
                <a:cs typeface="Pretendard"/>
              </a:rPr>
              <a:t>g</a:t>
            </a:r>
            <a:r>
              <a:t>)     </a:t>
            </a:r>
            <a:r>
              <a:t>Δ</a:t>
            </a:r>
            <a:r>
              <a:rPr i="1">
                <a:latin typeface="Pretendard"/>
                <a:ea typeface="Pretendard"/>
                <a:cs typeface="Pretendard"/>
              </a:rPr>
              <a:t>H</a:t>
            </a:r>
            <a:r>
              <a:t> = −594 kJ</a:t>
            </a:r>
          </a:p>
        </p:txBody>
      </p:sp>
      <p:sp>
        <p:nvSpPr>
          <p:cNvPr id="11" name="해석·결론">
            <a:extLst xmlns:a="http://schemas.openxmlformats.org/drawingml/2006/main">
              <a:ext uri="{FF2B5EF4-FFF2-40B4-BE49-F238E27FC236}">
                <a16:creationId xmlns:a16="http://schemas.microsoft.com/office/drawing/2014/main" id="{44E341ED-A9FA-4D1F-9665-5AF1C18E458D}"/>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964C8A31-ECCD-4A15-BCFB-3EEB2188B3B1}"/>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계수에 2를 곱하면, </a:t>
            </a:r>
            <a:r>
              <a:t>Δ</a:t>
            </a:r>
            <a:r>
              <a:rPr i="1">
                <a:latin typeface="Pretendard"/>
                <a:ea typeface="Pretendard"/>
                <a:cs typeface="Pretendard"/>
              </a:rPr>
              <a:t>H</a:t>
            </a:r>
            <a:r>
              <a:t>에도 2를 곱한다.</a:t>
            </a:r>
          </a:p>
        </p:txBody>
      </p:sp>
    </p:spTree>
    <p:extLst>
      <p:ext uri="{BB962C8B-B14F-4D97-AF65-F5344CB8AC3E}">
        <p14:creationId xmlns:p14="http://schemas.microsoft.com/office/powerpoint/2010/main" val="163208434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0BCA9B0A-320E-474F-A2E1-94A164565946}"/>
              </a:ext>
            </a:extLst>
          </p:cNvPr>
          <p:cNvPicPr>
            <a:picLocks xmlns:a="http://schemas.openxmlformats.org/drawingml/2006/main" noChangeAspect="1"/>
          </p:cNvPicPr>
          <p:nvPr/>
        </p:nvPicPr>
        <p:blipFill>
          <a:blip xmlns:r="http://schemas.openxmlformats.org/officeDocument/2006/relationships" xmlns:a="http://schemas.openxmlformats.org/drawingml/2006/main" r:embed="R9a138d1b7f14450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BEB8CAA-EF5A-477B-A2CD-05A49B823F3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9E1572F-D799-4EB7-9F46-CBBFCB55357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D63B24F5-DBB1-4B7C-9F41-93802C09606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09925AC-C4A3-4F4D-9860-E00181135FE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5C801B6E-5161-4ED2-B265-74253C499A4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반응을 뒤집으면 부호도 반대</a:t>
            </a:r>
          </a:p>
        </p:txBody>
      </p:sp>
      <p:sp>
        <p:nvSpPr>
          <p:cNvPr id="7" name="설명·계산 행 1">
            <a:extLst xmlns:a="http://schemas.openxmlformats.org/drawingml/2006/main">
              <a:ext uri="{FF2B5EF4-FFF2-40B4-BE49-F238E27FC236}">
                <a16:creationId xmlns:a16="http://schemas.microsoft.com/office/drawing/2014/main" id="{99493638-7253-43E8-AF45-BB6CFD236919}"/>
              </a:ext>
            </a:extLst>
          </p:cNvPr>
          <p:cNvSpPr>
            <a:spLocks xmlns:a="http://schemas.openxmlformats.org/drawingml/2006/main" noGrp="1"/>
          </p:cNvSpPr>
          <p:nvPr/>
        </p:nvSpPr>
        <p:spPr>
          <a:xfrm xmlns:a="http://schemas.openxmlformats.org/drawingml/2006/main">
            <a:off x="1828800" y="4572000"/>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5B8CF163-0744-4148-9B10-B3390509506F}"/>
              </a:ext>
            </a:extLst>
          </p:cNvPr>
          <p:cNvSpPr>
            <a:spLocks xmlns:a="http://schemas.openxmlformats.org/drawingml/2006/main" noGrp="1"/>
          </p:cNvSpPr>
          <p:nvPr/>
        </p:nvSpPr>
        <p:spPr>
          <a:xfrm xmlns:a="http://schemas.openxmlformats.org/drawingml/2006/main">
            <a:off x="2476500" y="481965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t>CO</a:t>
            </a:r>
            <a:r>
              <a:t>(</a:t>
            </a:r>
            <a:r>
              <a:rPr i="1">
                <a:latin typeface="Pretendard"/>
                <a:ea typeface="Pretendard"/>
                <a:cs typeface="Pretendard"/>
              </a:rPr>
              <a:t>g</a:t>
            </a:r>
            <a:r>
              <a:t>) + ½O₂</a:t>
            </a:r>
            <a:r>
              <a:t>(</a:t>
            </a:r>
            <a:r>
              <a:rPr i="1">
                <a:latin typeface="Pretendard"/>
                <a:ea typeface="Pretendard"/>
                <a:cs typeface="Pretendard"/>
              </a:rPr>
              <a:t>g</a:t>
            </a:r>
            <a:r>
              <a:t>) → CO₂</a:t>
            </a:r>
            <a:r>
              <a:t>(</a:t>
            </a:r>
            <a:r>
              <a:rPr i="1">
                <a:latin typeface="Pretendard"/>
                <a:ea typeface="Pretendard"/>
                <a:cs typeface="Pretendard"/>
              </a:rPr>
              <a:t>g</a:t>
            </a:r>
            <a:r>
              <a:t>)     </a:t>
            </a:r>
            <a:r>
              <a:t>Δ</a:t>
            </a:r>
            <a:r>
              <a:rPr i="1">
                <a:latin typeface="Pretendard"/>
                <a:ea typeface="Pretendard"/>
                <a:cs typeface="Pretendard"/>
              </a:rPr>
              <a:t>H</a:t>
            </a:r>
            <a:r>
              <a:t> = −283.0 kJ</a:t>
            </a:r>
          </a:p>
        </p:txBody>
      </p:sp>
      <p:sp>
        <p:nvSpPr>
          <p:cNvPr id="9" name="설명·계산 행 2">
            <a:extLst xmlns:a="http://schemas.openxmlformats.org/drawingml/2006/main">
              <a:ext uri="{FF2B5EF4-FFF2-40B4-BE49-F238E27FC236}">
                <a16:creationId xmlns:a16="http://schemas.microsoft.com/office/drawing/2014/main" id="{54BE7548-053B-40E5-A3C5-C9F133BBED8A}"/>
              </a:ext>
            </a:extLst>
          </p:cNvPr>
          <p:cNvSpPr>
            <a:spLocks xmlns:a="http://schemas.openxmlformats.org/drawingml/2006/main" noGrp="1"/>
          </p:cNvSpPr>
          <p:nvPr/>
        </p:nvSpPr>
        <p:spPr>
          <a:xfrm xmlns:a="http://schemas.openxmlformats.org/drawingml/2006/main">
            <a:off x="1828800" y="6191250"/>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BACE99B3-CB5E-40B7-B996-94C7B5177C4D}"/>
              </a:ext>
            </a:extLst>
          </p:cNvPr>
          <p:cNvSpPr>
            <a:spLocks xmlns:a="http://schemas.openxmlformats.org/drawingml/2006/main" noGrp="1"/>
          </p:cNvSpPr>
          <p:nvPr/>
        </p:nvSpPr>
        <p:spPr>
          <a:xfrm xmlns:a="http://schemas.openxmlformats.org/drawingml/2006/main">
            <a:off x="2476500" y="643890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t>CO₂</a:t>
            </a:r>
            <a:r>
              <a:t>(</a:t>
            </a:r>
            <a:r>
              <a:rPr i="1">
                <a:latin typeface="Pretendard"/>
                <a:ea typeface="Pretendard"/>
                <a:cs typeface="Pretendard"/>
              </a:rPr>
              <a:t>g</a:t>
            </a:r>
            <a:r>
              <a:t>) → CO</a:t>
            </a:r>
            <a:r>
              <a:t>(</a:t>
            </a:r>
            <a:r>
              <a:rPr i="1">
                <a:latin typeface="Pretendard"/>
                <a:ea typeface="Pretendard"/>
                <a:cs typeface="Pretendard"/>
              </a:rPr>
              <a:t>g</a:t>
            </a:r>
            <a:r>
              <a:t>) + ½O₂</a:t>
            </a:r>
            <a:r>
              <a:t>(</a:t>
            </a:r>
            <a:r>
              <a:rPr i="1">
                <a:latin typeface="Pretendard"/>
                <a:ea typeface="Pretendard"/>
                <a:cs typeface="Pretendard"/>
              </a:rPr>
              <a:t>g</a:t>
            </a:r>
            <a:r>
              <a:t>)     </a:t>
            </a:r>
            <a:r>
              <a:t>Δ</a:t>
            </a:r>
            <a:r>
              <a:rPr i="1">
                <a:latin typeface="Pretendard"/>
                <a:ea typeface="Pretendard"/>
                <a:cs typeface="Pretendard"/>
              </a:rPr>
              <a:t>H</a:t>
            </a:r>
            <a:r>
              <a:t> = +283.0 kJ</a:t>
            </a:r>
          </a:p>
        </p:txBody>
      </p:sp>
      <p:sp>
        <p:nvSpPr>
          <p:cNvPr id="11" name="해석·결론">
            <a:extLst xmlns:a="http://schemas.openxmlformats.org/drawingml/2006/main">
              <a:ext uri="{FF2B5EF4-FFF2-40B4-BE49-F238E27FC236}">
                <a16:creationId xmlns:a16="http://schemas.microsoft.com/office/drawing/2014/main" id="{99A49345-6942-44BA-AEF0-2BED2C8C70A2}"/>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4046B544-E657-4B31-ADF3-CFB5EF1281EB}"/>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역반응의 </a:t>
            </a:r>
            <a:r>
              <a:t>Δ</a:t>
            </a:r>
            <a:r>
              <a:rPr i="1">
                <a:latin typeface="Pretendard"/>
                <a:ea typeface="Pretendard"/>
                <a:cs typeface="Pretendard"/>
              </a:rPr>
              <a:t>H</a:t>
            </a:r>
            <a:r>
              <a:t>는 절댓값이 같고 부호는 반대다.</a:t>
            </a:r>
          </a:p>
        </p:txBody>
      </p:sp>
    </p:spTree>
    <p:extLst>
      <p:ext uri="{BB962C8B-B14F-4D97-AF65-F5344CB8AC3E}">
        <p14:creationId xmlns:p14="http://schemas.microsoft.com/office/powerpoint/2010/main" val="104318996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6A81071E-81EE-402A-BD9A-E4F7137E164B}"/>
              </a:ext>
            </a:extLst>
          </p:cNvPr>
          <p:cNvPicPr>
            <a:picLocks xmlns:a="http://schemas.openxmlformats.org/drawingml/2006/main" noChangeAspect="1"/>
          </p:cNvPicPr>
          <p:nvPr/>
        </p:nvPicPr>
        <p:blipFill>
          <a:blip xmlns:r="http://schemas.openxmlformats.org/officeDocument/2006/relationships" xmlns:a="http://schemas.openxmlformats.org/drawingml/2006/main" r:embed="Rb0c726149db4440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4DC4D21-3A81-4CE2-BF16-18646B5AEA9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52250E9-5BD9-481A-B817-055C0C806CC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58A0A697-0796-45CF-B742-33241E3B30D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0083892-7BE3-4544-9C77-0305909DD09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B5F2EE63-E7B6-4549-BFA1-8AF279D6B9C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열화학 반응식의 세 가지 조작</a:t>
            </a:r>
          </a:p>
        </p:txBody>
      </p:sp>
      <p:graphicFrame>
        <p:nvGraphicFramePr>
          <p:cNvPr id="7" name="">
            <a:extLst xmlns:a="http://schemas.openxmlformats.org/drawingml/2006/main">
              <a:ext uri="{FF2B5EF4-FFF2-40B4-BE49-F238E27FC236}">
                <a16:creationId xmlns:a16="http://schemas.microsoft.com/office/drawing/2014/main" id="{FDFD9C93-4FF2-40FD-A023-1E2F51B919DC}"/>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7315200"/>
                <a:gridCol w="7324725"/>
              </a:tblGrid>
              <a:tr h="1047750">
                <a:tc>
                  <a:txBody>
                    <a:bodyPr wrap="none" lIns="114300" tIns="114300" rIns="114300" bIns="114300"/>
                    <a:lstStyle/>
                    <a:p>
                      <a:pPr algn="ctr"/>
                      <a:r>
                        <a:rPr sz="3300" b="1">
                          <a:solidFill>
                            <a:srgbClr val="FFFFFF"/>
                          </a:solidFill>
                          <a:latin typeface="Pretendard"/>
                          <a:ea typeface="Pretendard"/>
                          <a:cs typeface="Pretendard"/>
                        </a:rPr>
                        <a:t>반응식의 조작</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반응 엔탈피의 조작</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모든 계수에 k를 곱한다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에도 k를 곱한다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역반응으로 바꾼다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의 부호를 바꾼다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여러 반응식을 더한다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각 </a:t>
                      </a: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를 더한다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2B099BF5-5ADB-48C6-8287-C124B1E87826}"/>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9099FC08-D082-4D3E-87A8-8148A459CBD4}"/>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3CAEDEE4-1BC3-4B9C-8E88-77C8321309EE}"/>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B114B397-FAF0-4FD2-9B73-C5B7725ADC2A}"/>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590537720"/>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61FBCC4B-845F-4656-B41F-438B88CED19A}"/>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125C2D95-0FBE-4D86-AA69-4AB6D66540CE}"/>
              </a:ext>
            </a:extLst>
          </p:cNvPr>
          <p:cNvPicPr>
            <a:picLocks xmlns:a="http://schemas.openxmlformats.org/drawingml/2006/main" noChangeAspect="1"/>
          </p:cNvPicPr>
          <p:nvPr/>
        </p:nvPicPr>
        <p:blipFill>
          <a:blip xmlns:r="http://schemas.openxmlformats.org/officeDocument/2006/relationships" xmlns:a="http://schemas.openxmlformats.org/drawingml/2006/main" r:embed="Rd0f5ebfd9767471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65C70A71-7EFE-4C99-8835-8884EF8ED54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E333A76C-1CB6-4AC4-8030-0D2D4DDD7C82}"/>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5" name="text">
            <a:extLst xmlns:a="http://schemas.openxmlformats.org/drawingml/2006/main">
              <a:ext uri="{FF2B5EF4-FFF2-40B4-BE49-F238E27FC236}">
                <a16:creationId xmlns:a16="http://schemas.microsoft.com/office/drawing/2014/main" id="{FD79124A-FC23-4AE2-9811-C76CDC81ECEB}"/>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6" name="text">
            <a:extLst xmlns:a="http://schemas.openxmlformats.org/drawingml/2006/main">
              <a:ext uri="{FF2B5EF4-FFF2-40B4-BE49-F238E27FC236}">
                <a16:creationId xmlns:a16="http://schemas.microsoft.com/office/drawing/2014/main" id="{E8A3A5E4-67F7-4FD7-83C8-2DE97F6560F2}"/>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25862557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024211F5-9752-4BE3-BEB4-39B2B645E7D6}"/>
              </a:ext>
            </a:extLst>
          </p:cNvPr>
          <p:cNvPicPr>
            <a:picLocks xmlns:a="http://schemas.openxmlformats.org/drawingml/2006/main" noChangeAspect="1"/>
          </p:cNvPicPr>
          <p:nvPr/>
        </p:nvPicPr>
        <p:blipFill>
          <a:blip xmlns:r="http://schemas.openxmlformats.org/officeDocument/2006/relationships" xmlns:a="http://schemas.openxmlformats.org/drawingml/2006/main" r:embed="R9b904c08f708443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7D042DA-F6C4-482A-A7D3-6C3A96F0EDB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C54ED26-7FBF-4AC4-94E2-1EC2B9C68BB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D66E9EEE-AF55-40E3-AE67-066E72DE88F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7BCE27E-5A47-4438-9E4D-EF8B6A0D579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7C36461F-30B9-4078-87ED-7E4EA8F8C08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생성열을 직접 재기 어려운 까닭</a:t>
            </a:r>
          </a:p>
        </p:txBody>
      </p:sp>
      <p:sp>
        <p:nvSpPr>
          <p:cNvPr id="7" name="설명·계산 행 1">
            <a:extLst xmlns:a="http://schemas.openxmlformats.org/drawingml/2006/main">
              <a:ext uri="{FF2B5EF4-FFF2-40B4-BE49-F238E27FC236}">
                <a16:creationId xmlns:a16="http://schemas.microsoft.com/office/drawing/2014/main" id="{3283AD04-6DA6-4681-85B9-E45F5E9F6CEC}"/>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5307B6B1-2220-4315-8BE6-8259D507BBA7}"/>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탄소가 불완전 연소할 때 CO₂도 함께 생성될 수 있다.</a:t>
            </a:r>
          </a:p>
        </p:txBody>
      </p:sp>
      <p:sp>
        <p:nvSpPr>
          <p:cNvPr id="9" name="설명·계산 행 2">
            <a:extLst xmlns:a="http://schemas.openxmlformats.org/drawingml/2006/main">
              <a:ext uri="{FF2B5EF4-FFF2-40B4-BE49-F238E27FC236}">
                <a16:creationId xmlns:a16="http://schemas.microsoft.com/office/drawing/2014/main" id="{376A687D-47BD-4709-8D34-8FA7E889C4BA}"/>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C44E1CE6-5CE1-4B35-B773-465336CDA931}"/>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CO만 생성되는 반응의 열을 따로 측정하기 어렵다.</a:t>
            </a:r>
          </a:p>
        </p:txBody>
      </p:sp>
      <p:sp>
        <p:nvSpPr>
          <p:cNvPr id="11" name="설명·계산 행 3">
            <a:extLst xmlns:a="http://schemas.openxmlformats.org/drawingml/2006/main">
              <a:ext uri="{FF2B5EF4-FFF2-40B4-BE49-F238E27FC236}">
                <a16:creationId xmlns:a16="http://schemas.microsoft.com/office/drawing/2014/main" id="{34AA6A5B-8F57-42BE-B8DA-536422035224}"/>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A1FF010F-21F5-4DEC-A92F-4A0927E20239}"/>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다른 반응의 </a:t>
            </a:r>
            <a:r>
              <a:t>Δ</a:t>
            </a:r>
            <a:r>
              <a:rPr i="1">
                <a:latin typeface="Pretendard"/>
                <a:ea typeface="Pretendard"/>
                <a:cs typeface="Pretendard"/>
              </a:rPr>
              <a:t>H</a:t>
            </a:r>
            <a:r>
              <a:t>를 이용한다.</a:t>
            </a:r>
          </a:p>
        </p:txBody>
      </p:sp>
    </p:spTree>
    <p:extLst>
      <p:ext uri="{BB962C8B-B14F-4D97-AF65-F5344CB8AC3E}">
        <p14:creationId xmlns:p14="http://schemas.microsoft.com/office/powerpoint/2010/main" val="52879447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A2830413-C576-4DBC-B4D3-BF9F7C27A578}"/>
              </a:ext>
            </a:extLst>
          </p:cNvPr>
          <p:cNvPicPr>
            <a:picLocks xmlns:a="http://schemas.openxmlformats.org/drawingml/2006/main" noChangeAspect="1"/>
          </p:cNvPicPr>
          <p:nvPr/>
        </p:nvPicPr>
        <p:blipFill>
          <a:blip xmlns:r="http://schemas.openxmlformats.org/officeDocument/2006/relationships" xmlns:a="http://schemas.openxmlformats.org/drawingml/2006/main" r:embed="R0bf22df03aae4dd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FD83BB6-428A-4CB0-82E6-E71641829AC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A0A9BFE-9128-409E-87FB-8B7F1CB4869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28CCCC36-A5C1-4D35-8C64-2EAD190033C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FAFB785-1EB5-43F8-9E3D-6A18F32F390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0836371A-ADCA-4420-8181-4DE85F558D7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구하려는 반응부터 확인</a:t>
            </a:r>
          </a:p>
        </p:txBody>
      </p:sp>
      <p:sp>
        <p:nvSpPr>
          <p:cNvPr id="7" name="text">
            <a:extLst xmlns:a="http://schemas.openxmlformats.org/drawingml/2006/main">
              <a:ext uri="{FF2B5EF4-FFF2-40B4-BE49-F238E27FC236}">
                <a16:creationId xmlns:a16="http://schemas.microsoft.com/office/drawing/2014/main" id="{51A2B298-264A-4248-A2A9-0E522BB6D69D}"/>
              </a:ext>
            </a:extLst>
          </p:cNvPr>
          <p:cNvSpPr>
            <a:spLocks xmlns:a="http://schemas.openxmlformats.org/drawingml/2006/main" noGrp="1"/>
          </p:cNvSpPr>
          <p:nvPr/>
        </p:nvSpPr>
        <p:spPr>
          <a:xfrm xmlns:a="http://schemas.openxmlformats.org/drawingml/2006/main">
            <a:off x="2000250" y="395287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목표 반응</a:t>
            </a:r>
          </a:p>
        </p:txBody>
      </p:sp>
      <p:sp>
        <p:nvSpPr>
          <p:cNvPr id="8" name="반응식·수식">
            <a:extLst xmlns:a="http://schemas.openxmlformats.org/drawingml/2006/main">
              <a:ext uri="{FF2B5EF4-FFF2-40B4-BE49-F238E27FC236}">
                <a16:creationId xmlns:a16="http://schemas.microsoft.com/office/drawing/2014/main" id="{41201326-1F0D-4F84-8540-A5AACADC4F83}"/>
              </a:ext>
            </a:extLst>
          </p:cNvPr>
          <p:cNvSpPr>
            <a:spLocks xmlns:a="http://schemas.openxmlformats.org/drawingml/2006/main" noGrp="1"/>
          </p:cNvSpPr>
          <p:nvPr/>
        </p:nvSpPr>
        <p:spPr>
          <a:xfrm xmlns:a="http://schemas.openxmlformats.org/drawingml/2006/main">
            <a:off x="2238375" y="45529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57962F"/>
                </a:solidFill>
                <a:latin typeface="Pretendard"/>
                <a:ea typeface="Pretendard"/>
                <a:cs typeface="Pretendard"/>
              </a:defRPr>
            </a:defPPr>
            <a:lvl1pPr algn="l">
              <a:defRPr sz="3750" b="1">
                <a:solidFill>
                  <a:srgbClr val="57962F"/>
                </a:solidFill>
                <a:latin typeface="Pretendard"/>
                <a:ea typeface="Pretendard"/>
                <a:cs typeface="Pretendard"/>
              </a:defRPr>
            </a:lvl1pPr>
            <a:lvl2pPr algn="l">
              <a:defRPr sz="3750" b="1">
                <a:solidFill>
                  <a:srgbClr val="57962F"/>
                </a:solidFill>
                <a:latin typeface="Pretendard"/>
                <a:ea typeface="Pretendard"/>
                <a:cs typeface="Pretendard"/>
              </a:defRPr>
            </a:lvl2pPr>
            <a:lvl3pPr algn="l">
              <a:defRPr sz="3750" b="1">
                <a:solidFill>
                  <a:srgbClr val="57962F"/>
                </a:solidFill>
                <a:latin typeface="Pretendard"/>
                <a:ea typeface="Pretendard"/>
                <a:cs typeface="Pretendard"/>
              </a:defRPr>
            </a:lvl3pPr>
            <a:lvl4pPr algn="l">
              <a:defRPr sz="3750" b="1">
                <a:solidFill>
                  <a:srgbClr val="57962F"/>
                </a:solidFill>
                <a:latin typeface="Pretendard"/>
                <a:ea typeface="Pretendard"/>
                <a:cs typeface="Pretendard"/>
              </a:defRPr>
            </a:lvl4pPr>
            <a:lvl5pPr algn="l">
              <a:defRPr sz="3750" b="1">
                <a:solidFill>
                  <a:srgbClr val="57962F"/>
                </a:solidFill>
                <a:latin typeface="Pretendard"/>
                <a:ea typeface="Pretendard"/>
                <a:cs typeface="Pretendard"/>
              </a:defRPr>
            </a:lvl5pPr>
            <a:lvl6pPr algn="l">
              <a:defRPr sz="3750" b="1">
                <a:solidFill>
                  <a:srgbClr val="57962F"/>
                </a:solidFill>
                <a:latin typeface="Pretendard"/>
                <a:ea typeface="Pretendard"/>
                <a:cs typeface="Pretendard"/>
              </a:defRPr>
            </a:lvl6pPr>
            <a:lvl7pPr algn="l">
              <a:defRPr sz="3750" b="1">
                <a:solidFill>
                  <a:srgbClr val="57962F"/>
                </a:solidFill>
                <a:latin typeface="Pretendard"/>
                <a:ea typeface="Pretendard"/>
                <a:cs typeface="Pretendard"/>
              </a:defRPr>
            </a:lvl7pPr>
            <a:lvl8pPr algn="l">
              <a:defRPr sz="3750" b="1">
                <a:solidFill>
                  <a:srgbClr val="57962F"/>
                </a:solidFill>
                <a:latin typeface="Pretendard"/>
                <a:ea typeface="Pretendard"/>
                <a:cs typeface="Pretendard"/>
              </a:defRPr>
            </a:lvl8pPr>
            <a:lvl9pPr algn="l">
              <a:defRPr sz="3750" b="1">
                <a:solidFill>
                  <a:srgbClr val="57962F"/>
                </a:solidFill>
                <a:latin typeface="Pretendard"/>
                <a:ea typeface="Pretendard"/>
                <a:cs typeface="Pretendard"/>
              </a:defRPr>
            </a:lvl9pPr>
          </a:lstStyle>
          <a:p xmlns:a="http://schemas.openxmlformats.org/drawingml/2006/main">
            <a:pPr algn="l">
              <a:defRPr sz="3750" b="1">
                <a:solidFill>
                  <a:srgbClr val="57962F"/>
                </a:solidFill>
                <a:latin typeface="Pretendard"/>
                <a:ea typeface="Pretendard"/>
                <a:cs typeface="Pretendard"/>
              </a:defRPr>
            </a:pPr>
            <a:r>
              <a:t>C</a:t>
            </a:r>
            <a:r>
              <a:t>(</a:t>
            </a:r>
            <a:r>
              <a:rPr i="1">
                <a:latin typeface="Pretendard"/>
                <a:ea typeface="Pretendard"/>
                <a:cs typeface="Pretendard"/>
              </a:rPr>
              <a:t>s</a:t>
            </a:r>
            <a:r>
              <a:t>, 흑연) + ½O₂</a:t>
            </a:r>
            <a:r>
              <a:t>(</a:t>
            </a:r>
            <a:r>
              <a:rPr i="1">
                <a:latin typeface="Pretendard"/>
                <a:ea typeface="Pretendard"/>
                <a:cs typeface="Pretendard"/>
              </a:rPr>
              <a:t>g</a:t>
            </a:r>
            <a:r>
              <a:t>) → CO</a:t>
            </a:r>
            <a:r>
              <a:t>(</a:t>
            </a:r>
            <a:r>
              <a:rPr i="1">
                <a:latin typeface="Pretendard"/>
                <a:ea typeface="Pretendard"/>
                <a:cs typeface="Pretendard"/>
              </a:rPr>
              <a:t>g</a:t>
            </a:r>
            <a:r>
              <a:t>)     </a:t>
            </a:r>
            <a:r>
              <a:t>Δ</a:t>
            </a:r>
            <a:r>
              <a:rPr i="1">
                <a:latin typeface="Pretendard"/>
                <a:ea typeface="Pretendard"/>
                <a:cs typeface="Pretendard"/>
              </a:rPr>
              <a:t>H</a:t>
            </a:r>
            <a:r>
              <a:t>₂ = ?</a:t>
            </a:r>
          </a:p>
        </p:txBody>
      </p:sp>
      <p:pic>
        <p:nvPicPr>
          <p:cNvPr id="9" name="">
            <a:extLst xmlns:a="http://schemas.openxmlformats.org/drawingml/2006/main">
              <a:ext uri="{FF2B5EF4-FFF2-40B4-BE49-F238E27FC236}">
                <a16:creationId xmlns:a16="http://schemas.microsoft.com/office/drawing/2014/main" id="{CB1DABD7-3B69-4EAB-B991-B7DA72791812}"/>
              </a:ext>
            </a:extLst>
          </p:cNvPr>
          <p:cNvPicPr>
            <a:picLocks xmlns:a="http://schemas.openxmlformats.org/drawingml/2006/main" noChangeAspect="1"/>
          </p:cNvPicPr>
          <p:nvPr/>
        </p:nvPicPr>
        <p:blipFill>
          <a:blip xmlns:r="http://schemas.openxmlformats.org/officeDocument/2006/relationships" xmlns:a="http://schemas.openxmlformats.org/drawingml/2006/main" r:embed="R7fcec24254af4c15"/>
          <a:stretch xmlns:a="http://schemas.openxmlformats.org/drawingml/2006/main"/>
        </p:blipFill>
        <p:spPr>
          <a:xfrm xmlns:a="http://schemas.openxmlformats.org/drawingml/2006/main">
            <a:off x="2540794" y="6124575"/>
            <a:ext cx="13120688" cy="11049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21C00AB1-C336-4D4A-B3CF-D53E2D8D1672}"/>
              </a:ext>
            </a:extLst>
          </p:cNvPr>
          <p:cNvPicPr>
            <a:picLocks xmlns:a="http://schemas.openxmlformats.org/drawingml/2006/main" noChangeAspect="1"/>
          </p:cNvPicPr>
          <p:nvPr/>
        </p:nvPicPr>
        <p:blipFill>
          <a:blip xmlns:r="http://schemas.openxmlformats.org/officeDocument/2006/relationships" xmlns:a="http://schemas.openxmlformats.org/drawingml/2006/main" r:embed="Rc7fb713684e04ded"/>
          <a:stretch xmlns:a="http://schemas.openxmlformats.org/drawingml/2006/main"/>
        </p:blipFill>
        <p:spPr>
          <a:xfrm xmlns:a="http://schemas.openxmlformats.org/drawingml/2006/main">
            <a:off x="2505075" y="7635240"/>
            <a:ext cx="13192125" cy="1055370"/>
          </a:xfrm>
          <a:prstGeom xmlns:a="http://schemas.openxmlformats.org/drawingml/2006/main" prst="rect">
            <a:avLst/>
          </a:prstGeom>
        </p:spPr>
      </p:pic>
    </p:spTree>
    <p:extLst>
      <p:ext uri="{BB962C8B-B14F-4D97-AF65-F5344CB8AC3E}">
        <p14:creationId xmlns:p14="http://schemas.microsoft.com/office/powerpoint/2010/main" val="57903162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C30764C2-1840-4555-B128-C7B21DB7AF8A}"/>
              </a:ext>
            </a:extLst>
          </p:cNvPr>
          <p:cNvPicPr>
            <a:picLocks xmlns:a="http://schemas.openxmlformats.org/drawingml/2006/main" noChangeAspect="1"/>
          </p:cNvPicPr>
          <p:nvPr/>
        </p:nvPicPr>
        <p:blipFill>
          <a:blip xmlns:r="http://schemas.openxmlformats.org/officeDocument/2006/relationships" xmlns:a="http://schemas.openxmlformats.org/drawingml/2006/main" r:embed="Rf3ea8c734c20419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B480205-36E2-4BB4-B509-AEC66F76C8A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3CE7DBD-0515-4576-8F5C-14FD016C410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698C5936-6C3D-47FB-8196-D852F134931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4EF3F16-D029-421E-9BE0-53DFDDE3704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18B0EA31-AA52-4EE0-9E30-3E02F2CD01F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CO₂를 소거해 목표 반응을 만든다</a:t>
            </a:r>
          </a:p>
        </p:txBody>
      </p:sp>
      <p:sp>
        <p:nvSpPr>
          <p:cNvPr id="7" name="반응식·수식">
            <a:extLst xmlns:a="http://schemas.openxmlformats.org/drawingml/2006/main">
              <a:ext uri="{FF2B5EF4-FFF2-40B4-BE49-F238E27FC236}">
                <a16:creationId xmlns:a16="http://schemas.microsoft.com/office/drawing/2014/main" id="{5ED20708-5B51-4077-AD00-6FE3DCE45A9B}"/>
              </a:ext>
            </a:extLst>
          </p:cNvPr>
          <p:cNvSpPr>
            <a:spLocks xmlns:a="http://schemas.openxmlformats.org/drawingml/2006/main" noGrp="1"/>
          </p:cNvSpPr>
          <p:nvPr/>
        </p:nvSpPr>
        <p:spPr>
          <a:xfrm xmlns:a="http://schemas.openxmlformats.org/drawingml/2006/main">
            <a:off x="2286000" y="4219575"/>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C</a:t>
            </a:r>
            <a:r>
              <a:t>(</a:t>
            </a:r>
            <a:r>
              <a:rPr i="1">
                <a:latin typeface="Pretendard"/>
                <a:ea typeface="Pretendard"/>
                <a:cs typeface="Pretendard"/>
              </a:rPr>
              <a:t>s</a:t>
            </a:r>
            <a:r>
              <a:t>, 흑연) + O₂</a:t>
            </a:r>
            <a:r>
              <a:t>(</a:t>
            </a:r>
            <a:r>
              <a:rPr i="1">
                <a:latin typeface="Pretendard"/>
                <a:ea typeface="Pretendard"/>
                <a:cs typeface="Pretendard"/>
              </a:rPr>
              <a:t>g</a:t>
            </a:r>
            <a:r>
              <a:t>) → CO₂</a:t>
            </a:r>
            <a:r>
              <a:t>(</a:t>
            </a:r>
            <a:r>
              <a:rPr i="1">
                <a:latin typeface="Pretendard"/>
                <a:ea typeface="Pretendard"/>
                <a:cs typeface="Pretendard"/>
              </a:rPr>
              <a:t>g</a:t>
            </a:r>
            <a:r>
              <a:t>)</a:t>
            </a:r>
          </a:p>
        </p:txBody>
      </p:sp>
      <p:sp>
        <p:nvSpPr>
          <p:cNvPr id="8" name="반응식·수식">
            <a:extLst xmlns:a="http://schemas.openxmlformats.org/drawingml/2006/main">
              <a:ext uri="{FF2B5EF4-FFF2-40B4-BE49-F238E27FC236}">
                <a16:creationId xmlns:a16="http://schemas.microsoft.com/office/drawing/2014/main" id="{7AD4ED3D-96AB-450C-B279-E2889E54D21F}"/>
              </a:ext>
            </a:extLst>
          </p:cNvPr>
          <p:cNvSpPr>
            <a:spLocks xmlns:a="http://schemas.openxmlformats.org/drawingml/2006/main" noGrp="1"/>
          </p:cNvSpPr>
          <p:nvPr/>
        </p:nvSpPr>
        <p:spPr>
          <a:xfrm xmlns:a="http://schemas.openxmlformats.org/drawingml/2006/main">
            <a:off x="2286000" y="5343525"/>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CO₂</a:t>
            </a:r>
            <a:r>
              <a:t>(</a:t>
            </a:r>
            <a:r>
              <a:rPr i="1">
                <a:latin typeface="Pretendard"/>
                <a:ea typeface="Pretendard"/>
                <a:cs typeface="Pretendard"/>
              </a:rPr>
              <a:t>g</a:t>
            </a:r>
            <a:r>
              <a:t>) → CO</a:t>
            </a:r>
            <a:r>
              <a:t>(</a:t>
            </a:r>
            <a:r>
              <a:rPr i="1">
                <a:latin typeface="Pretendard"/>
                <a:ea typeface="Pretendard"/>
                <a:cs typeface="Pretendard"/>
              </a:rPr>
              <a:t>g</a:t>
            </a:r>
            <a:r>
              <a:t>) + ½O₂</a:t>
            </a:r>
            <a:r>
              <a:t>(</a:t>
            </a:r>
            <a:r>
              <a:rPr i="1">
                <a:latin typeface="Pretendard"/>
                <a:ea typeface="Pretendard"/>
                <a:cs typeface="Pretendard"/>
              </a:rPr>
              <a:t>g</a:t>
            </a:r>
            <a:r>
              <a:t>)</a:t>
            </a:r>
          </a:p>
        </p:txBody>
      </p:sp>
      <p:sp>
        <p:nvSpPr>
          <p:cNvPr id="9" name="text">
            <a:extLst xmlns:a="http://schemas.openxmlformats.org/drawingml/2006/main">
              <a:ext uri="{FF2B5EF4-FFF2-40B4-BE49-F238E27FC236}">
                <a16:creationId xmlns:a16="http://schemas.microsoft.com/office/drawing/2014/main" id="{568907AF-1A40-4732-A6D7-D471A6BC8617}"/>
              </a:ext>
            </a:extLst>
          </p:cNvPr>
          <p:cNvSpPr>
            <a:spLocks xmlns:a="http://schemas.openxmlformats.org/drawingml/2006/main" noGrp="1"/>
          </p:cNvSpPr>
          <p:nvPr/>
        </p:nvSpPr>
        <p:spPr>
          <a:xfrm xmlns:a="http://schemas.openxmlformats.org/drawingml/2006/main">
            <a:off x="2286000" y="6343650"/>
            <a:ext cx="1381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CO 산화 반응을 뒤집고, 양변의 CO₂를 소거</a:t>
            </a:r>
          </a:p>
        </p:txBody>
      </p:sp>
      <p:sp>
        <p:nvSpPr>
          <p:cNvPr id="10" name="line">
            <a:extLst xmlns:a="http://schemas.openxmlformats.org/drawingml/2006/main">
              <a:ext uri="{FF2B5EF4-FFF2-40B4-BE49-F238E27FC236}">
                <a16:creationId xmlns:a16="http://schemas.microsoft.com/office/drawing/2014/main" id="{7B48E4B2-8E72-4397-8A99-6A11251EB47D}"/>
              </a:ext>
            </a:extLst>
          </p:cNvPr>
          <p:cNvSpPr>
            <a:spLocks xmlns:a="http://schemas.openxmlformats.org/drawingml/2006/main" noGrp="1"/>
          </p:cNvSpPr>
          <p:nvPr/>
        </p:nvSpPr>
        <p:spPr>
          <a:xfrm xmlns:a="http://schemas.openxmlformats.org/drawingml/2006/main">
            <a:off x="2219325" y="7181850"/>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898989"/>
            </a:solidFill>
            <a:prstDash val="solid"/>
          </a:ln>
        </p:spPr>
      </p:sp>
      <p:sp>
        <p:nvSpPr>
          <p:cNvPr id="11" name="반응식·수식">
            <a:extLst xmlns:a="http://schemas.openxmlformats.org/drawingml/2006/main">
              <a:ext uri="{FF2B5EF4-FFF2-40B4-BE49-F238E27FC236}">
                <a16:creationId xmlns:a16="http://schemas.microsoft.com/office/drawing/2014/main" id="{47E85AF3-F281-4F79-98C8-19B4883FE2FC}"/>
              </a:ext>
            </a:extLst>
          </p:cNvPr>
          <p:cNvSpPr>
            <a:spLocks xmlns:a="http://schemas.openxmlformats.org/drawingml/2006/main" noGrp="1"/>
          </p:cNvSpPr>
          <p:nvPr/>
        </p:nvSpPr>
        <p:spPr>
          <a:xfrm xmlns:a="http://schemas.openxmlformats.org/drawingml/2006/main">
            <a:off x="2286000" y="739140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57962F"/>
                </a:solidFill>
                <a:latin typeface="Pretendard"/>
                <a:ea typeface="Pretendard"/>
                <a:cs typeface="Pretendard"/>
              </a:defRPr>
            </a:defPPr>
            <a:lvl1pPr algn="l">
              <a:defRPr sz="3750" b="1">
                <a:solidFill>
                  <a:srgbClr val="57962F"/>
                </a:solidFill>
                <a:latin typeface="Pretendard"/>
                <a:ea typeface="Pretendard"/>
                <a:cs typeface="Pretendard"/>
              </a:defRPr>
            </a:lvl1pPr>
            <a:lvl2pPr algn="l">
              <a:defRPr sz="3750" b="1">
                <a:solidFill>
                  <a:srgbClr val="57962F"/>
                </a:solidFill>
                <a:latin typeface="Pretendard"/>
                <a:ea typeface="Pretendard"/>
                <a:cs typeface="Pretendard"/>
              </a:defRPr>
            </a:lvl2pPr>
            <a:lvl3pPr algn="l">
              <a:defRPr sz="3750" b="1">
                <a:solidFill>
                  <a:srgbClr val="57962F"/>
                </a:solidFill>
                <a:latin typeface="Pretendard"/>
                <a:ea typeface="Pretendard"/>
                <a:cs typeface="Pretendard"/>
              </a:defRPr>
            </a:lvl3pPr>
            <a:lvl4pPr algn="l">
              <a:defRPr sz="3750" b="1">
                <a:solidFill>
                  <a:srgbClr val="57962F"/>
                </a:solidFill>
                <a:latin typeface="Pretendard"/>
                <a:ea typeface="Pretendard"/>
                <a:cs typeface="Pretendard"/>
              </a:defRPr>
            </a:lvl4pPr>
            <a:lvl5pPr algn="l">
              <a:defRPr sz="3750" b="1">
                <a:solidFill>
                  <a:srgbClr val="57962F"/>
                </a:solidFill>
                <a:latin typeface="Pretendard"/>
                <a:ea typeface="Pretendard"/>
                <a:cs typeface="Pretendard"/>
              </a:defRPr>
            </a:lvl5pPr>
            <a:lvl6pPr algn="l">
              <a:defRPr sz="3750" b="1">
                <a:solidFill>
                  <a:srgbClr val="57962F"/>
                </a:solidFill>
                <a:latin typeface="Pretendard"/>
                <a:ea typeface="Pretendard"/>
                <a:cs typeface="Pretendard"/>
              </a:defRPr>
            </a:lvl6pPr>
            <a:lvl7pPr algn="l">
              <a:defRPr sz="3750" b="1">
                <a:solidFill>
                  <a:srgbClr val="57962F"/>
                </a:solidFill>
                <a:latin typeface="Pretendard"/>
                <a:ea typeface="Pretendard"/>
                <a:cs typeface="Pretendard"/>
              </a:defRPr>
            </a:lvl7pPr>
            <a:lvl8pPr algn="l">
              <a:defRPr sz="3750" b="1">
                <a:solidFill>
                  <a:srgbClr val="57962F"/>
                </a:solidFill>
                <a:latin typeface="Pretendard"/>
                <a:ea typeface="Pretendard"/>
                <a:cs typeface="Pretendard"/>
              </a:defRPr>
            </a:lvl8pPr>
            <a:lvl9pPr algn="l">
              <a:defRPr sz="3750" b="1">
                <a:solidFill>
                  <a:srgbClr val="57962F"/>
                </a:solidFill>
                <a:latin typeface="Pretendard"/>
                <a:ea typeface="Pretendard"/>
                <a:cs typeface="Pretendard"/>
              </a:defRPr>
            </a:lvl9pPr>
          </a:lstStyle>
          <a:p xmlns:a="http://schemas.openxmlformats.org/drawingml/2006/main">
            <a:pPr algn="l">
              <a:defRPr sz="3750" b="1">
                <a:solidFill>
                  <a:srgbClr val="57962F"/>
                </a:solidFill>
                <a:latin typeface="Pretendard"/>
                <a:ea typeface="Pretendard"/>
                <a:cs typeface="Pretendard"/>
              </a:defRPr>
            </a:pPr>
            <a:r>
              <a:t>C</a:t>
            </a:r>
            <a:r>
              <a:t>(</a:t>
            </a:r>
            <a:r>
              <a:rPr i="1">
                <a:latin typeface="Pretendard"/>
                <a:ea typeface="Pretendard"/>
                <a:cs typeface="Pretendard"/>
              </a:rPr>
              <a:t>s</a:t>
            </a:r>
            <a:r>
              <a:t>, 흑연) + ½O₂</a:t>
            </a:r>
            <a:r>
              <a:t>(</a:t>
            </a:r>
            <a:r>
              <a:rPr i="1">
                <a:latin typeface="Pretendard"/>
                <a:ea typeface="Pretendard"/>
                <a:cs typeface="Pretendard"/>
              </a:rPr>
              <a:t>g</a:t>
            </a:r>
            <a:r>
              <a:t>) → CO</a:t>
            </a:r>
            <a:r>
              <a:t>(</a:t>
            </a:r>
            <a:r>
              <a:rPr i="1">
                <a:latin typeface="Pretendard"/>
                <a:ea typeface="Pretendard"/>
                <a:cs typeface="Pretendard"/>
              </a:rPr>
              <a:t>g</a:t>
            </a:r>
            <a:r>
              <a:t>)</a:t>
            </a:r>
          </a:p>
        </p:txBody>
      </p:sp>
      <p:sp>
        <p:nvSpPr>
          <p:cNvPr id="12" name="해석·결론">
            <a:extLst xmlns:a="http://schemas.openxmlformats.org/drawingml/2006/main">
              <a:ext uri="{FF2B5EF4-FFF2-40B4-BE49-F238E27FC236}">
                <a16:creationId xmlns:a16="http://schemas.microsoft.com/office/drawing/2014/main" id="{37FE289D-4A35-4796-BB4C-1A745923E92E}"/>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2B65ECE6-0E80-4C0C-B9FC-16479E4FF37C}"/>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₁ − </a:t>
            </a:r>
            <a:r>
              <a:t>Δ</a:t>
            </a:r>
            <a:r>
              <a:rPr i="1">
                <a:latin typeface="Pretendard"/>
                <a:ea typeface="Pretendard"/>
                <a:cs typeface="Pretendard"/>
              </a:rPr>
              <a:t>H</a:t>
            </a:r>
            <a:r>
              <a:t>₃</a:t>
            </a:r>
          </a:p>
        </p:txBody>
      </p:sp>
    </p:spTree>
    <p:extLst>
      <p:ext uri="{BB962C8B-B14F-4D97-AF65-F5344CB8AC3E}">
        <p14:creationId xmlns:p14="http://schemas.microsoft.com/office/powerpoint/2010/main" val="171969080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6CD74322-986C-408A-A547-73C56F3560DF}"/>
              </a:ext>
            </a:extLst>
          </p:cNvPr>
          <p:cNvPicPr>
            <a:picLocks xmlns:a="http://schemas.openxmlformats.org/drawingml/2006/main" noChangeAspect="1"/>
          </p:cNvPicPr>
          <p:nvPr/>
        </p:nvPicPr>
        <p:blipFill>
          <a:blip xmlns:r="http://schemas.openxmlformats.org/officeDocument/2006/relationships" xmlns:a="http://schemas.openxmlformats.org/drawingml/2006/main" r:embed="R08b3ced049ca4b7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84C60B1-ABE5-4DAD-BD6A-F535C4C917E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12ECD7E-ED68-4C32-A34B-AD4F6F2EB8D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A6595FA3-FB3D-467C-A201-41F0D84B77E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4591335-E17D-4A8A-9D14-FAC4D496031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4FF6C444-FE96-474C-BACE-201623A9ABC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 반응의 반응 엔탈피</a:t>
            </a:r>
          </a:p>
        </p:txBody>
      </p:sp>
      <p:sp>
        <p:nvSpPr>
          <p:cNvPr id="7" name="관계식">
            <a:extLst xmlns:a="http://schemas.openxmlformats.org/drawingml/2006/main">
              <a:ext uri="{FF2B5EF4-FFF2-40B4-BE49-F238E27FC236}">
                <a16:creationId xmlns:a16="http://schemas.microsoft.com/office/drawing/2014/main" id="{198D69A3-6937-4808-8065-CE4FC8DF1214}"/>
              </a:ext>
            </a:extLst>
          </p:cNvPr>
          <p:cNvSpPr>
            <a:spLocks xmlns:a="http://schemas.openxmlformats.org/drawingml/2006/main" noGrp="1"/>
          </p:cNvSpPr>
          <p:nvPr/>
        </p:nvSpPr>
        <p:spPr>
          <a:xfrm xmlns:a="http://schemas.openxmlformats.org/drawingml/2006/main">
            <a:off x="2190750" y="3705225"/>
            <a:ext cx="1390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₁ − </a:t>
            </a:r>
            <a:r>
              <a:t>Δ</a:t>
            </a:r>
            <a:r>
              <a:rPr i="1">
                <a:latin typeface="Pretendard"/>
                <a:ea typeface="Pretendard"/>
                <a:cs typeface="Pretendard"/>
              </a:rPr>
              <a:t>H</a:t>
            </a:r>
            <a:r>
              <a:t>₃</a:t>
            </a:r>
          </a:p>
        </p:txBody>
      </p:sp>
      <p:pic>
        <p:nvPicPr>
          <p:cNvPr id="8" name="">
            <a:extLst xmlns:a="http://schemas.openxmlformats.org/drawingml/2006/main">
              <a:ext uri="{FF2B5EF4-FFF2-40B4-BE49-F238E27FC236}">
                <a16:creationId xmlns:a16="http://schemas.microsoft.com/office/drawing/2014/main" id="{799770BE-B409-4131-9912-8C608060C80C}"/>
              </a:ext>
            </a:extLst>
          </p:cNvPr>
          <p:cNvPicPr>
            <a:picLocks xmlns:a="http://schemas.openxmlformats.org/drawingml/2006/main" noChangeAspect="1"/>
          </p:cNvPicPr>
          <p:nvPr/>
        </p:nvPicPr>
        <p:blipFill>
          <a:blip xmlns:r="http://schemas.openxmlformats.org/officeDocument/2006/relationships" xmlns:a="http://schemas.openxmlformats.org/drawingml/2006/main" r:embed="Rb72fd1d9387a4af8"/>
          <a:stretch xmlns:a="http://schemas.openxmlformats.org/drawingml/2006/main"/>
        </p:blipFill>
        <p:spPr>
          <a:xfrm xmlns:a="http://schemas.openxmlformats.org/drawingml/2006/main">
            <a:off x="2540794" y="5086350"/>
            <a:ext cx="13120688" cy="11049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32A074BF-AE55-408E-9DFA-CB210A02DF2F}"/>
              </a:ext>
            </a:extLst>
          </p:cNvPr>
          <p:cNvPicPr>
            <a:picLocks xmlns:a="http://schemas.openxmlformats.org/drawingml/2006/main" noChangeAspect="1"/>
          </p:cNvPicPr>
          <p:nvPr/>
        </p:nvPicPr>
        <p:blipFill>
          <a:blip xmlns:r="http://schemas.openxmlformats.org/officeDocument/2006/relationships" xmlns:a="http://schemas.openxmlformats.org/drawingml/2006/main" r:embed="R08a16157a8a344f2"/>
          <a:stretch xmlns:a="http://schemas.openxmlformats.org/drawingml/2006/main"/>
        </p:blipFill>
        <p:spPr>
          <a:xfrm xmlns:a="http://schemas.openxmlformats.org/drawingml/2006/main">
            <a:off x="2505075" y="6549390"/>
            <a:ext cx="13192125" cy="1055370"/>
          </a:xfrm>
          <a:prstGeom xmlns:a="http://schemas.openxmlformats.org/drawingml/2006/main" prst="rect">
            <a:avLst/>
          </a:prstGeom>
        </p:spPr>
      </p:pic>
      <p:sp>
        <p:nvSpPr>
          <p:cNvPr id="10" name="엔탈피 계산 결과">
            <a:extLst xmlns:a="http://schemas.openxmlformats.org/drawingml/2006/main">
              <a:ext uri="{FF2B5EF4-FFF2-40B4-BE49-F238E27FC236}">
                <a16:creationId xmlns:a16="http://schemas.microsoft.com/office/drawing/2014/main" id="{C8B5983A-18EB-46C3-9681-1A99920244FB}"/>
              </a:ext>
            </a:extLst>
          </p:cNvPr>
          <p:cNvSpPr>
            <a:spLocks xmlns:a="http://schemas.openxmlformats.org/drawingml/2006/main" noGrp="1"/>
          </p:cNvSpPr>
          <p:nvPr/>
        </p:nvSpPr>
        <p:spPr>
          <a:xfrm xmlns:a="http://schemas.openxmlformats.org/drawingml/2006/main">
            <a:off x="1828800" y="8267700"/>
            <a:ext cx="14639925" cy="1095375"/>
          </a:xfrm>
          <a:prstGeom xmlns:a="http://schemas.openxmlformats.org/drawingml/2006/main" prst="roundRect">
            <a:avLst>
              <a:gd name="adj" fmla="val 13913"/>
            </a:avLst>
          </a:prstGeom>
          <a:solidFill xmlns:a="http://schemas.openxmlformats.org/drawingml/2006/main">
            <a:srgbClr val="484847"/>
          </a:solidFill>
          <a:ln xmlns:a="http://schemas.openxmlformats.org/drawingml/2006/main" w="0">
            <a:noFill/>
          </a:ln>
        </p:spPr>
      </p:sp>
      <p:sp>
        <p:nvSpPr>
          <p:cNvPr id="11" name="대입과 결과">
            <a:extLst xmlns:a="http://schemas.openxmlformats.org/drawingml/2006/main">
              <a:ext uri="{FF2B5EF4-FFF2-40B4-BE49-F238E27FC236}">
                <a16:creationId xmlns:a16="http://schemas.microsoft.com/office/drawing/2014/main" id="{BC5A2C01-35D7-463E-B31E-11AF8489BDC9}"/>
              </a:ext>
            </a:extLst>
          </p:cNvPr>
          <p:cNvSpPr>
            <a:spLocks xmlns:a="http://schemas.openxmlformats.org/drawingml/2006/main" noGrp="1"/>
          </p:cNvSpPr>
          <p:nvPr/>
        </p:nvSpPr>
        <p:spPr>
          <a:xfrm xmlns:a="http://schemas.openxmlformats.org/drawingml/2006/main">
            <a:off x="2171700" y="8429625"/>
            <a:ext cx="1395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975" b="0">
                <a:solidFill>
                  <a:srgbClr val="FFFFFF"/>
                </a:solidFill>
                <a:latin typeface="Pretendard"/>
                <a:ea typeface="Pretendard"/>
                <a:cs typeface="Pretendard"/>
              </a:defRPr>
            </a:defPPr>
            <a:lvl1pPr algn="ctr">
              <a:defRPr sz="3975" b="0">
                <a:solidFill>
                  <a:srgbClr val="FFFFFF"/>
                </a:solidFill>
                <a:latin typeface="Pretendard"/>
                <a:ea typeface="Pretendard"/>
                <a:cs typeface="Pretendard"/>
              </a:defRPr>
            </a:lvl1pPr>
            <a:lvl2pPr algn="ctr">
              <a:defRPr sz="3975" b="0">
                <a:solidFill>
                  <a:srgbClr val="FFFFFF"/>
                </a:solidFill>
                <a:latin typeface="Pretendard"/>
                <a:ea typeface="Pretendard"/>
                <a:cs typeface="Pretendard"/>
              </a:defRPr>
            </a:lvl2pPr>
            <a:lvl3pPr algn="ctr">
              <a:defRPr sz="3975" b="0">
                <a:solidFill>
                  <a:srgbClr val="FFFFFF"/>
                </a:solidFill>
                <a:latin typeface="Pretendard"/>
                <a:ea typeface="Pretendard"/>
                <a:cs typeface="Pretendard"/>
              </a:defRPr>
            </a:lvl3pPr>
            <a:lvl4pPr algn="ctr">
              <a:defRPr sz="3975" b="0">
                <a:solidFill>
                  <a:srgbClr val="FFFFFF"/>
                </a:solidFill>
                <a:latin typeface="Pretendard"/>
                <a:ea typeface="Pretendard"/>
                <a:cs typeface="Pretendard"/>
              </a:defRPr>
            </a:lvl4pPr>
            <a:lvl5pPr algn="ctr">
              <a:defRPr sz="3975" b="0">
                <a:solidFill>
                  <a:srgbClr val="FFFFFF"/>
                </a:solidFill>
                <a:latin typeface="Pretendard"/>
                <a:ea typeface="Pretendard"/>
                <a:cs typeface="Pretendard"/>
              </a:defRPr>
            </a:lvl5pPr>
            <a:lvl6pPr algn="ctr">
              <a:defRPr sz="3975" b="0">
                <a:solidFill>
                  <a:srgbClr val="FFFFFF"/>
                </a:solidFill>
                <a:latin typeface="Pretendard"/>
                <a:ea typeface="Pretendard"/>
                <a:cs typeface="Pretendard"/>
              </a:defRPr>
            </a:lvl6pPr>
            <a:lvl7pPr algn="ctr">
              <a:defRPr sz="3975" b="0">
                <a:solidFill>
                  <a:srgbClr val="FFFFFF"/>
                </a:solidFill>
                <a:latin typeface="Pretendard"/>
                <a:ea typeface="Pretendard"/>
                <a:cs typeface="Pretendard"/>
              </a:defRPr>
            </a:lvl7pPr>
            <a:lvl8pPr algn="ctr">
              <a:defRPr sz="3975" b="0">
                <a:solidFill>
                  <a:srgbClr val="FFFFFF"/>
                </a:solidFill>
                <a:latin typeface="Pretendard"/>
                <a:ea typeface="Pretendard"/>
                <a:cs typeface="Pretendard"/>
              </a:defRPr>
            </a:lvl8pPr>
            <a:lvl9pPr algn="ctr">
              <a:defRPr sz="3975" b="0">
                <a:solidFill>
                  <a:srgbClr val="FFFFFF"/>
                </a:solidFill>
                <a:latin typeface="Pretendard"/>
                <a:ea typeface="Pretendard"/>
                <a:cs typeface="Pretendard"/>
              </a:defRPr>
            </a:lvl9pPr>
          </a:lstStyle>
          <a:p xmlns:a="http://schemas.openxmlformats.org/drawingml/2006/main">
            <a:pPr algn="ctr">
              <a:defRPr sz="3975" b="0">
                <a:solidFill>
                  <a:srgbClr val="FFFFFF"/>
                </a:solidFill>
                <a:latin typeface="Pretendard"/>
                <a:ea typeface="Pretendard"/>
                <a:cs typeface="Pretendard"/>
              </a:defRPr>
            </a:pPr>
            <a:r>
              <a:t>Δ</a:t>
            </a:r>
            <a:r>
              <a:rPr i="1">
                <a:latin typeface="Pretendard"/>
                <a:ea typeface="Pretendard"/>
                <a:cs typeface="Pretendard"/>
              </a:rPr>
              <a:t>H</a:t>
            </a:r>
            <a:r>
              <a:t>₂</a:t>
            </a:r>
            <a:r>
              <a:t> = −393.5 − (−283.0) = </a:t>
            </a:r>
            <a:r>
              <a:rPr b="1">
                <a:solidFill>
                  <a:srgbClr val="9FFF68"/>
                </a:solidFill>
              </a:rPr>
              <a:t>−110.5 kJ</a:t>
            </a:r>
          </a:p>
        </p:txBody>
      </p:sp>
    </p:spTree>
    <p:extLst>
      <p:ext uri="{BB962C8B-B14F-4D97-AF65-F5344CB8AC3E}">
        <p14:creationId xmlns:p14="http://schemas.microsoft.com/office/powerpoint/2010/main" val="145315963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E398CF9E-47D6-46EE-BB87-EC9F6AF97384}"/>
              </a:ext>
            </a:extLst>
          </p:cNvPr>
          <p:cNvPicPr>
            <a:picLocks xmlns:a="http://schemas.openxmlformats.org/drawingml/2006/main" noChangeAspect="1"/>
          </p:cNvPicPr>
          <p:nvPr/>
        </p:nvPicPr>
        <p:blipFill>
          <a:blip xmlns:r="http://schemas.openxmlformats.org/officeDocument/2006/relationships" xmlns:a="http://schemas.openxmlformats.org/drawingml/2006/main" r:embed="R658a81a67a564b4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522CBAE-D8B3-428D-82A3-985DF6C70E2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9EA1E58-EBB5-4131-8C20-5B503B11701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51CE9ECF-7105-493B-95B6-0CB2105022F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9A1BABC-5024-48C4-8746-BD14A6312AF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F456F62B-E15E-40CA-A03B-B3822007797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헤스 법칙 계산의 순서</a:t>
            </a:r>
          </a:p>
        </p:txBody>
      </p:sp>
      <p:sp>
        <p:nvSpPr>
          <p:cNvPr id="7" name="풀이 단계">
            <a:extLst xmlns:a="http://schemas.openxmlformats.org/drawingml/2006/main">
              <a:ext uri="{FF2B5EF4-FFF2-40B4-BE49-F238E27FC236}">
                <a16:creationId xmlns:a16="http://schemas.microsoft.com/office/drawing/2014/main" id="{6582DFF1-79B7-4C0B-95C3-8404E7523342}"/>
              </a:ext>
            </a:extLst>
          </p:cNvPr>
          <p:cNvSpPr>
            <a:spLocks xmlns:a="http://schemas.openxmlformats.org/drawingml/2006/main" noGrp="1"/>
          </p:cNvSpPr>
          <p:nvPr/>
        </p:nvSpPr>
        <p:spPr>
          <a:xfrm xmlns:a="http://schemas.openxmlformats.org/drawingml/2006/main">
            <a:off x="1828800" y="425767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1C5A022-7402-4750-BF1B-BC995E60419A}"/>
              </a:ext>
            </a:extLst>
          </p:cNvPr>
          <p:cNvSpPr>
            <a:spLocks xmlns:a="http://schemas.openxmlformats.org/drawingml/2006/main" noGrp="1"/>
          </p:cNvSpPr>
          <p:nvPr/>
        </p:nvSpPr>
        <p:spPr>
          <a:xfrm xmlns:a="http://schemas.openxmlformats.org/drawingml/2006/main">
            <a:off x="2324100" y="454342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C1A7F851-78CF-43F6-A54E-0A1896A482E9}"/>
              </a:ext>
            </a:extLst>
          </p:cNvPr>
          <p:cNvSpPr>
            <a:spLocks xmlns:a="http://schemas.openxmlformats.org/drawingml/2006/main" noGrp="1"/>
          </p:cNvSpPr>
          <p:nvPr/>
        </p:nvSpPr>
        <p:spPr>
          <a:xfrm xmlns:a="http://schemas.openxmlformats.org/drawingml/2006/main">
            <a:off x="2324100" y="444817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1</a:t>
            </a:r>
          </a:p>
        </p:txBody>
      </p:sp>
      <p:sp>
        <p:nvSpPr>
          <p:cNvPr id="10" name="text">
            <a:extLst xmlns:a="http://schemas.openxmlformats.org/drawingml/2006/main">
              <a:ext uri="{FF2B5EF4-FFF2-40B4-BE49-F238E27FC236}">
                <a16:creationId xmlns:a16="http://schemas.microsoft.com/office/drawing/2014/main" id="{F165B6D1-A4CF-4D07-ABFC-98A20F225A9C}"/>
              </a:ext>
            </a:extLst>
          </p:cNvPr>
          <p:cNvSpPr>
            <a:spLocks xmlns:a="http://schemas.openxmlformats.org/drawingml/2006/main" noGrp="1"/>
          </p:cNvSpPr>
          <p:nvPr/>
        </p:nvSpPr>
        <p:spPr>
          <a:xfrm xmlns:a="http://schemas.openxmlformats.org/drawingml/2006/main">
            <a:off x="3143250" y="444817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목표식 확인</a:t>
            </a:r>
          </a:p>
        </p:txBody>
      </p:sp>
      <p:sp>
        <p:nvSpPr>
          <p:cNvPr id="11" name="text">
            <a:extLst xmlns:a="http://schemas.openxmlformats.org/drawingml/2006/main">
              <a:ext uri="{FF2B5EF4-FFF2-40B4-BE49-F238E27FC236}">
                <a16:creationId xmlns:a16="http://schemas.microsoft.com/office/drawing/2014/main" id="{C80E6978-6505-4655-B35D-F6CE6B6BDF5B}"/>
              </a:ext>
            </a:extLst>
          </p:cNvPr>
          <p:cNvSpPr>
            <a:spLocks xmlns:a="http://schemas.openxmlformats.org/drawingml/2006/main" noGrp="1"/>
          </p:cNvSpPr>
          <p:nvPr/>
        </p:nvSpPr>
        <p:spPr>
          <a:xfrm xmlns:a="http://schemas.openxmlformats.org/drawingml/2006/main">
            <a:off x="6429375" y="444817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구하려는 반응의 물질·위치·계수를 확인한다.</a:t>
            </a:r>
          </a:p>
        </p:txBody>
      </p:sp>
      <p:sp>
        <p:nvSpPr>
          <p:cNvPr id="12" name="풀이 단계">
            <a:extLst xmlns:a="http://schemas.openxmlformats.org/drawingml/2006/main">
              <a:ext uri="{FF2B5EF4-FFF2-40B4-BE49-F238E27FC236}">
                <a16:creationId xmlns:a16="http://schemas.microsoft.com/office/drawing/2014/main" id="{5246235B-3D1C-4567-B91F-D4A9C8D2D682}"/>
              </a:ext>
            </a:extLst>
          </p:cNvPr>
          <p:cNvSpPr>
            <a:spLocks xmlns:a="http://schemas.openxmlformats.org/drawingml/2006/main" noGrp="1"/>
          </p:cNvSpPr>
          <p:nvPr/>
        </p:nvSpPr>
        <p:spPr>
          <a:xfrm xmlns:a="http://schemas.openxmlformats.org/drawingml/2006/main">
            <a:off x="1828800" y="546735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15BF81B-8529-4A37-90C3-7081B3158F37}"/>
              </a:ext>
            </a:extLst>
          </p:cNvPr>
          <p:cNvSpPr>
            <a:spLocks xmlns:a="http://schemas.openxmlformats.org/drawingml/2006/main" noGrp="1"/>
          </p:cNvSpPr>
          <p:nvPr/>
        </p:nvSpPr>
        <p:spPr>
          <a:xfrm xmlns:a="http://schemas.openxmlformats.org/drawingml/2006/main">
            <a:off x="2324100" y="575310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5A740E1F-B5FE-4505-B54A-C7D98042B67B}"/>
              </a:ext>
            </a:extLst>
          </p:cNvPr>
          <p:cNvSpPr>
            <a:spLocks xmlns:a="http://schemas.openxmlformats.org/drawingml/2006/main" noGrp="1"/>
          </p:cNvSpPr>
          <p:nvPr/>
        </p:nvSpPr>
        <p:spPr>
          <a:xfrm xmlns:a="http://schemas.openxmlformats.org/drawingml/2006/main">
            <a:off x="2324100" y="565785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2</a:t>
            </a:r>
          </a:p>
        </p:txBody>
      </p:sp>
      <p:sp>
        <p:nvSpPr>
          <p:cNvPr id="15" name="text">
            <a:extLst xmlns:a="http://schemas.openxmlformats.org/drawingml/2006/main">
              <a:ext uri="{FF2B5EF4-FFF2-40B4-BE49-F238E27FC236}">
                <a16:creationId xmlns:a16="http://schemas.microsoft.com/office/drawing/2014/main" id="{DDDE7116-5340-4D0B-A028-A97AFCFCC231}"/>
              </a:ext>
            </a:extLst>
          </p:cNvPr>
          <p:cNvSpPr>
            <a:spLocks xmlns:a="http://schemas.openxmlformats.org/drawingml/2006/main" noGrp="1"/>
          </p:cNvSpPr>
          <p:nvPr/>
        </p:nvSpPr>
        <p:spPr>
          <a:xfrm xmlns:a="http://schemas.openxmlformats.org/drawingml/2006/main">
            <a:off x="3143250" y="56578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방향·계수 조절</a:t>
            </a:r>
          </a:p>
        </p:txBody>
      </p:sp>
      <p:sp>
        <p:nvSpPr>
          <p:cNvPr id="16" name="text">
            <a:extLst xmlns:a="http://schemas.openxmlformats.org/drawingml/2006/main">
              <a:ext uri="{FF2B5EF4-FFF2-40B4-BE49-F238E27FC236}">
                <a16:creationId xmlns:a16="http://schemas.microsoft.com/office/drawing/2014/main" id="{8A3B7C0E-2535-49C3-9C71-B376F73E4A03}"/>
              </a:ext>
            </a:extLst>
          </p:cNvPr>
          <p:cNvSpPr>
            <a:spLocks xmlns:a="http://schemas.openxmlformats.org/drawingml/2006/main" noGrp="1"/>
          </p:cNvSpPr>
          <p:nvPr/>
        </p:nvSpPr>
        <p:spPr>
          <a:xfrm xmlns:a="http://schemas.openxmlformats.org/drawingml/2006/main">
            <a:off x="6429375" y="565785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주어진 식과 </a:t>
            </a:r>
            <a:r>
              <a:t>Δ</a:t>
            </a:r>
            <a:r>
              <a:rPr i="1">
                <a:latin typeface="Pretendard"/>
                <a:ea typeface="Pretendard"/>
                <a:cs typeface="Pretendard"/>
              </a:rPr>
              <a:t>H</a:t>
            </a:r>
            <a:r>
              <a:t>를 함께 바꾼다.</a:t>
            </a:r>
          </a:p>
        </p:txBody>
      </p:sp>
      <p:sp>
        <p:nvSpPr>
          <p:cNvPr id="17" name="풀이 단계">
            <a:extLst xmlns:a="http://schemas.openxmlformats.org/drawingml/2006/main">
              <a:ext uri="{FF2B5EF4-FFF2-40B4-BE49-F238E27FC236}">
                <a16:creationId xmlns:a16="http://schemas.microsoft.com/office/drawing/2014/main" id="{A8D2D028-443A-4035-B601-10A441BC4816}"/>
              </a:ext>
            </a:extLst>
          </p:cNvPr>
          <p:cNvSpPr>
            <a:spLocks xmlns:a="http://schemas.openxmlformats.org/drawingml/2006/main" noGrp="1"/>
          </p:cNvSpPr>
          <p:nvPr/>
        </p:nvSpPr>
        <p:spPr>
          <a:xfrm xmlns:a="http://schemas.openxmlformats.org/drawingml/2006/main">
            <a:off x="1828800" y="667702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A47F4D4-A6E2-4A69-956A-06ED88C4AC65}"/>
              </a:ext>
            </a:extLst>
          </p:cNvPr>
          <p:cNvSpPr>
            <a:spLocks xmlns:a="http://schemas.openxmlformats.org/drawingml/2006/main" noGrp="1"/>
          </p:cNvSpPr>
          <p:nvPr/>
        </p:nvSpPr>
        <p:spPr>
          <a:xfrm xmlns:a="http://schemas.openxmlformats.org/drawingml/2006/main">
            <a:off x="2324100" y="696277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265E3637-01A9-4E0D-B830-EC1B652E1337}"/>
              </a:ext>
            </a:extLst>
          </p:cNvPr>
          <p:cNvSpPr>
            <a:spLocks xmlns:a="http://schemas.openxmlformats.org/drawingml/2006/main" noGrp="1"/>
          </p:cNvSpPr>
          <p:nvPr/>
        </p:nvSpPr>
        <p:spPr>
          <a:xfrm xmlns:a="http://schemas.openxmlformats.org/drawingml/2006/main">
            <a:off x="2324100" y="686752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3</a:t>
            </a:r>
          </a:p>
        </p:txBody>
      </p:sp>
      <p:sp>
        <p:nvSpPr>
          <p:cNvPr id="20" name="text">
            <a:extLst xmlns:a="http://schemas.openxmlformats.org/drawingml/2006/main">
              <a:ext uri="{FF2B5EF4-FFF2-40B4-BE49-F238E27FC236}">
                <a16:creationId xmlns:a16="http://schemas.microsoft.com/office/drawing/2014/main" id="{F4A99805-9C40-469C-A5CA-A23DFBB38C28}"/>
              </a:ext>
            </a:extLst>
          </p:cNvPr>
          <p:cNvSpPr>
            <a:spLocks xmlns:a="http://schemas.openxmlformats.org/drawingml/2006/main" noGrp="1"/>
          </p:cNvSpPr>
          <p:nvPr/>
        </p:nvSpPr>
        <p:spPr>
          <a:xfrm xmlns:a="http://schemas.openxmlformats.org/drawingml/2006/main">
            <a:off x="3143250" y="68675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중간 물질 소거</a:t>
            </a:r>
          </a:p>
        </p:txBody>
      </p:sp>
      <p:sp>
        <p:nvSpPr>
          <p:cNvPr id="21" name="text">
            <a:extLst xmlns:a="http://schemas.openxmlformats.org/drawingml/2006/main">
              <a:ext uri="{FF2B5EF4-FFF2-40B4-BE49-F238E27FC236}">
                <a16:creationId xmlns:a16="http://schemas.microsoft.com/office/drawing/2014/main" id="{7DAE745E-71D8-4841-9FB4-A1FFD4D89A03}"/>
              </a:ext>
            </a:extLst>
          </p:cNvPr>
          <p:cNvSpPr>
            <a:spLocks xmlns:a="http://schemas.openxmlformats.org/drawingml/2006/main" noGrp="1"/>
          </p:cNvSpPr>
          <p:nvPr/>
        </p:nvSpPr>
        <p:spPr>
          <a:xfrm xmlns:a="http://schemas.openxmlformats.org/drawingml/2006/main">
            <a:off x="6429375" y="686752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종류·상태·양이 같은 항을 소거한다.</a:t>
            </a:r>
          </a:p>
        </p:txBody>
      </p:sp>
      <p:sp>
        <p:nvSpPr>
          <p:cNvPr id="22" name="풀이 단계">
            <a:extLst xmlns:a="http://schemas.openxmlformats.org/drawingml/2006/main">
              <a:ext uri="{FF2B5EF4-FFF2-40B4-BE49-F238E27FC236}">
                <a16:creationId xmlns:a16="http://schemas.microsoft.com/office/drawing/2014/main" id="{44F2843D-7CC3-4D73-9ADF-DD53C2AFAE1E}"/>
              </a:ext>
            </a:extLst>
          </p:cNvPr>
          <p:cNvSpPr>
            <a:spLocks xmlns:a="http://schemas.openxmlformats.org/drawingml/2006/main" noGrp="1"/>
          </p:cNvSpPr>
          <p:nvPr/>
        </p:nvSpPr>
        <p:spPr>
          <a:xfrm xmlns:a="http://schemas.openxmlformats.org/drawingml/2006/main">
            <a:off x="1828800" y="788670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1022F1B-65F1-4840-8F0F-9CCC08A62C4B}"/>
              </a:ext>
            </a:extLst>
          </p:cNvPr>
          <p:cNvSpPr>
            <a:spLocks xmlns:a="http://schemas.openxmlformats.org/drawingml/2006/main" noGrp="1"/>
          </p:cNvSpPr>
          <p:nvPr/>
        </p:nvSpPr>
        <p:spPr>
          <a:xfrm xmlns:a="http://schemas.openxmlformats.org/drawingml/2006/main">
            <a:off x="2324100" y="817245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82D46EFA-6062-45F9-A234-CA1521D9FFA0}"/>
              </a:ext>
            </a:extLst>
          </p:cNvPr>
          <p:cNvSpPr>
            <a:spLocks xmlns:a="http://schemas.openxmlformats.org/drawingml/2006/main" noGrp="1"/>
          </p:cNvSpPr>
          <p:nvPr/>
        </p:nvSpPr>
        <p:spPr>
          <a:xfrm xmlns:a="http://schemas.openxmlformats.org/drawingml/2006/main">
            <a:off x="2324100" y="807720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4</a:t>
            </a:r>
          </a:p>
        </p:txBody>
      </p:sp>
      <p:sp>
        <p:nvSpPr>
          <p:cNvPr id="25" name="text">
            <a:extLst xmlns:a="http://schemas.openxmlformats.org/drawingml/2006/main">
              <a:ext uri="{FF2B5EF4-FFF2-40B4-BE49-F238E27FC236}">
                <a16:creationId xmlns:a16="http://schemas.microsoft.com/office/drawing/2014/main" id="{4B7F7625-FDCB-454B-95B0-02181608F181}"/>
              </a:ext>
            </a:extLst>
          </p:cNvPr>
          <p:cNvSpPr>
            <a:spLocks xmlns:a="http://schemas.openxmlformats.org/drawingml/2006/main" noGrp="1"/>
          </p:cNvSpPr>
          <p:nvPr/>
        </p:nvSpPr>
        <p:spPr>
          <a:xfrm xmlns:a="http://schemas.openxmlformats.org/drawingml/2006/main">
            <a:off x="3143250" y="80772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t>Δ</a:t>
            </a:r>
            <a:r>
              <a:rPr i="1">
                <a:latin typeface="Pretendard"/>
                <a:ea typeface="Pretendard"/>
                <a:cs typeface="Pretendard"/>
              </a:rPr>
              <a:t>H</a:t>
            </a:r>
            <a:r>
              <a:t> 계산·검산</a:t>
            </a:r>
          </a:p>
        </p:txBody>
      </p:sp>
      <p:sp>
        <p:nvSpPr>
          <p:cNvPr id="26" name="text">
            <a:extLst xmlns:a="http://schemas.openxmlformats.org/drawingml/2006/main">
              <a:ext uri="{FF2B5EF4-FFF2-40B4-BE49-F238E27FC236}">
                <a16:creationId xmlns:a16="http://schemas.microsoft.com/office/drawing/2014/main" id="{78FC770B-A304-456C-B9E6-D394AB008E09}"/>
              </a:ext>
            </a:extLst>
          </p:cNvPr>
          <p:cNvSpPr>
            <a:spLocks xmlns:a="http://schemas.openxmlformats.org/drawingml/2006/main" noGrp="1"/>
          </p:cNvSpPr>
          <p:nvPr/>
        </p:nvSpPr>
        <p:spPr>
          <a:xfrm xmlns:a="http://schemas.openxmlformats.org/drawingml/2006/main">
            <a:off x="6429375" y="807720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남은 반응식과 부호·단위를 확인한다.</a:t>
            </a:r>
          </a:p>
        </p:txBody>
      </p:sp>
    </p:spTree>
    <p:extLst>
      <p:ext uri="{BB962C8B-B14F-4D97-AF65-F5344CB8AC3E}">
        <p14:creationId xmlns:p14="http://schemas.microsoft.com/office/powerpoint/2010/main" val="36473872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D48AA5C4-E313-4603-BE97-6497812D555F}"/>
              </a:ext>
            </a:extLst>
          </p:cNvPr>
          <p:cNvPicPr>
            <a:picLocks xmlns:a="http://schemas.openxmlformats.org/drawingml/2006/main" noChangeAspect="1"/>
          </p:cNvPicPr>
          <p:nvPr/>
        </p:nvPicPr>
        <p:blipFill>
          <a:blip xmlns:r="http://schemas.openxmlformats.org/officeDocument/2006/relationships" xmlns:a="http://schemas.openxmlformats.org/drawingml/2006/main" r:embed="Rfee15d6fec85409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264D44D-40C0-495D-A746-4B8CAB89B2A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12F3581-35CC-48D5-99DF-8CC5B3FF8ED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4BA9ECD9-F3DA-45E2-AC7F-A6E7EDFC7C1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A7B15E3-3E63-4CFE-A888-ECDBBD50726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3ECA4989-130B-4392-911B-36C59C47A18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SO₂가 SO₃로 바뀔 때</a:t>
            </a:r>
          </a:p>
        </p:txBody>
      </p:sp>
      <p:sp>
        <p:nvSpPr>
          <p:cNvPr id="7" name="text">
            <a:extLst xmlns:a="http://schemas.openxmlformats.org/drawingml/2006/main">
              <a:ext uri="{FF2B5EF4-FFF2-40B4-BE49-F238E27FC236}">
                <a16:creationId xmlns:a16="http://schemas.microsoft.com/office/drawing/2014/main" id="{A41BDA2F-551B-496D-9DE3-5DC402BEA4CA}"/>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t>다음 두 반응을 이용하여 목표 반응의 </a:t>
            </a:r>
            <a:r>
              <a:t>Δ</a:t>
            </a:r>
            <a:r>
              <a:rPr i="1">
                <a:latin typeface="Pretendard"/>
                <a:ea typeface="Pretendard"/>
                <a:cs typeface="Pretendard"/>
              </a:rPr>
              <a:t>H</a:t>
            </a:r>
            <a:r>
              <a:t>를 구하시오.</a:t>
            </a:r>
          </a:p>
        </p:txBody>
      </p:sp>
      <p:sp>
        <p:nvSpPr>
          <p:cNvPr id="8" name="설명·계산 행 1">
            <a:extLst xmlns:a="http://schemas.openxmlformats.org/drawingml/2006/main">
              <a:ext uri="{FF2B5EF4-FFF2-40B4-BE49-F238E27FC236}">
                <a16:creationId xmlns:a16="http://schemas.microsoft.com/office/drawing/2014/main" id="{38F12589-00EE-4944-9B81-531D2E04FE22}"/>
              </a:ext>
            </a:extLst>
          </p:cNvPr>
          <p:cNvSpPr>
            <a:spLocks xmlns:a="http://schemas.openxmlformats.org/drawingml/2006/main" noGrp="1"/>
          </p:cNvSpPr>
          <p:nvPr/>
        </p:nvSpPr>
        <p:spPr>
          <a:xfrm xmlns:a="http://schemas.openxmlformats.org/drawingml/2006/main">
            <a:off x="1828800" y="4667250"/>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C2F70087-095E-4C70-82DA-5E8FEE26DF10}"/>
              </a:ext>
            </a:extLst>
          </p:cNvPr>
          <p:cNvSpPr>
            <a:spLocks xmlns:a="http://schemas.openxmlformats.org/drawingml/2006/main" noGrp="1"/>
          </p:cNvSpPr>
          <p:nvPr/>
        </p:nvSpPr>
        <p:spPr>
          <a:xfrm xmlns:a="http://schemas.openxmlformats.org/drawingml/2006/main">
            <a:off x="2476500" y="491490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S</a:t>
            </a:r>
            <a:r>
              <a:t>(</a:t>
            </a:r>
            <a:r>
              <a:rPr i="1">
                <a:latin typeface="Pretendard"/>
                <a:ea typeface="Pretendard"/>
                <a:cs typeface="Pretendard"/>
              </a:rPr>
              <a:t>s</a:t>
            </a:r>
            <a:r>
              <a:t>) + O₂</a:t>
            </a:r>
            <a:r>
              <a:t>(</a:t>
            </a:r>
            <a:r>
              <a:rPr i="1">
                <a:latin typeface="Pretendard"/>
                <a:ea typeface="Pretendard"/>
                <a:cs typeface="Pretendard"/>
              </a:rPr>
              <a:t>g</a:t>
            </a:r>
            <a:r>
              <a:t>) → SO₂</a:t>
            </a:r>
            <a:r>
              <a:t>(</a:t>
            </a:r>
            <a:r>
              <a:rPr i="1">
                <a:latin typeface="Pretendard"/>
                <a:ea typeface="Pretendard"/>
                <a:cs typeface="Pretendard"/>
              </a:rPr>
              <a:t>g</a:t>
            </a:r>
            <a:r>
              <a:t>)     </a:t>
            </a:r>
            <a:r>
              <a:t>Δ</a:t>
            </a:r>
            <a:r>
              <a:rPr i="1">
                <a:latin typeface="Pretendard"/>
                <a:ea typeface="Pretendard"/>
                <a:cs typeface="Pretendard"/>
              </a:rPr>
              <a:t>H</a:t>
            </a:r>
            <a:r>
              <a:t>₁ = −297 kJ</a:t>
            </a:r>
          </a:p>
        </p:txBody>
      </p:sp>
      <p:sp>
        <p:nvSpPr>
          <p:cNvPr id="10" name="설명·계산 행 2">
            <a:extLst xmlns:a="http://schemas.openxmlformats.org/drawingml/2006/main">
              <a:ext uri="{FF2B5EF4-FFF2-40B4-BE49-F238E27FC236}">
                <a16:creationId xmlns:a16="http://schemas.microsoft.com/office/drawing/2014/main" id="{D9A70238-730A-46ED-83C5-774AE7672C58}"/>
              </a:ext>
            </a:extLst>
          </p:cNvPr>
          <p:cNvSpPr>
            <a:spLocks xmlns:a="http://schemas.openxmlformats.org/drawingml/2006/main" noGrp="1"/>
          </p:cNvSpPr>
          <p:nvPr/>
        </p:nvSpPr>
        <p:spPr>
          <a:xfrm xmlns:a="http://schemas.openxmlformats.org/drawingml/2006/main">
            <a:off x="1828800" y="6191250"/>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DAD3A7D6-185A-4915-83CD-67417D9AEE2D}"/>
              </a:ext>
            </a:extLst>
          </p:cNvPr>
          <p:cNvSpPr>
            <a:spLocks xmlns:a="http://schemas.openxmlformats.org/drawingml/2006/main" noGrp="1"/>
          </p:cNvSpPr>
          <p:nvPr/>
        </p:nvSpPr>
        <p:spPr>
          <a:xfrm xmlns:a="http://schemas.openxmlformats.org/drawingml/2006/main">
            <a:off x="2476500" y="643890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2S</a:t>
            </a:r>
            <a:r>
              <a:t>(</a:t>
            </a:r>
            <a:r>
              <a:rPr i="1">
                <a:latin typeface="Pretendard"/>
                <a:ea typeface="Pretendard"/>
                <a:cs typeface="Pretendard"/>
              </a:rPr>
              <a:t>s</a:t>
            </a:r>
            <a:r>
              <a:t>) + 3O₂</a:t>
            </a:r>
            <a:r>
              <a:t>(</a:t>
            </a:r>
            <a:r>
              <a:rPr i="1">
                <a:latin typeface="Pretendard"/>
                <a:ea typeface="Pretendard"/>
                <a:cs typeface="Pretendard"/>
              </a:rPr>
              <a:t>g</a:t>
            </a:r>
            <a:r>
              <a:t>) → 2SO₃</a:t>
            </a:r>
            <a:r>
              <a:t>(</a:t>
            </a:r>
            <a:r>
              <a:rPr i="1">
                <a:latin typeface="Pretendard"/>
                <a:ea typeface="Pretendard"/>
                <a:cs typeface="Pretendard"/>
              </a:rPr>
              <a:t>g</a:t>
            </a:r>
            <a:r>
              <a:t>)     </a:t>
            </a:r>
            <a:r>
              <a:t>Δ</a:t>
            </a:r>
            <a:r>
              <a:rPr i="1">
                <a:latin typeface="Pretendard"/>
                <a:ea typeface="Pretendard"/>
                <a:cs typeface="Pretendard"/>
              </a:rPr>
              <a:t>H</a:t>
            </a:r>
            <a:r>
              <a:t>₂ = −791 kJ</a:t>
            </a:r>
          </a:p>
        </p:txBody>
      </p:sp>
      <p:sp>
        <p:nvSpPr>
          <p:cNvPr id="12" name="해석·결론">
            <a:extLst xmlns:a="http://schemas.openxmlformats.org/drawingml/2006/main">
              <a:ext uri="{FF2B5EF4-FFF2-40B4-BE49-F238E27FC236}">
                <a16:creationId xmlns:a16="http://schemas.microsoft.com/office/drawing/2014/main" id="{7D451EF8-722B-4C97-8E05-5CB89A381675}"/>
              </a:ext>
            </a:extLst>
          </p:cNvPr>
          <p:cNvSpPr>
            <a:spLocks xmlns:a="http://schemas.openxmlformats.org/drawingml/2006/main" noGrp="1"/>
          </p:cNvSpPr>
          <p:nvPr/>
        </p:nvSpPr>
        <p:spPr>
          <a:xfrm xmlns:a="http://schemas.openxmlformats.org/drawingml/2006/main">
            <a:off x="1828800" y="833437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544BB1FE-5A8F-487E-AC70-206203D468D9}"/>
              </a:ext>
            </a:extLst>
          </p:cNvPr>
          <p:cNvSpPr>
            <a:spLocks xmlns:a="http://schemas.openxmlformats.org/drawingml/2006/main" noGrp="1"/>
          </p:cNvSpPr>
          <p:nvPr/>
        </p:nvSpPr>
        <p:spPr>
          <a:xfrm xmlns:a="http://schemas.openxmlformats.org/drawingml/2006/main">
            <a:off x="2143125" y="84105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2SO₂</a:t>
            </a:r>
            <a:r>
              <a:t>(</a:t>
            </a:r>
            <a:r>
              <a:rPr i="1">
                <a:latin typeface="Pretendard"/>
                <a:ea typeface="Pretendard"/>
                <a:cs typeface="Pretendard"/>
              </a:rPr>
              <a:t>g</a:t>
            </a:r>
            <a:r>
              <a:t>) + O₂</a:t>
            </a:r>
            <a:r>
              <a:t>(</a:t>
            </a:r>
            <a:r>
              <a:rPr i="1">
                <a:latin typeface="Pretendard"/>
                <a:ea typeface="Pretendard"/>
                <a:cs typeface="Pretendard"/>
              </a:rPr>
              <a:t>g</a:t>
            </a:r>
            <a:r>
              <a:t>) → 2SO₃</a:t>
            </a:r>
            <a:r>
              <a:t>(</a:t>
            </a:r>
            <a:r>
              <a:rPr i="1">
                <a:latin typeface="Pretendard"/>
                <a:ea typeface="Pretendard"/>
                <a:cs typeface="Pretendard"/>
              </a:rPr>
              <a:t>g</a:t>
            </a:r>
            <a:r>
              <a:t>)     </a:t>
            </a:r>
            <a:r>
              <a:t>Δ</a:t>
            </a:r>
            <a:r>
              <a:rPr i="1">
                <a:latin typeface="Pretendard"/>
                <a:ea typeface="Pretendard"/>
                <a:cs typeface="Pretendard"/>
              </a:rPr>
              <a:t>H</a:t>
            </a:r>
            <a:r>
              <a:t> = ?</a:t>
            </a:r>
          </a:p>
        </p:txBody>
      </p:sp>
    </p:spTree>
    <p:extLst>
      <p:ext uri="{BB962C8B-B14F-4D97-AF65-F5344CB8AC3E}">
        <p14:creationId xmlns:p14="http://schemas.microsoft.com/office/powerpoint/2010/main" val="176328145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10CD4DA1-31F1-4007-A336-D7CB0DD3427B}"/>
              </a:ext>
            </a:extLst>
          </p:cNvPr>
          <p:cNvPicPr>
            <a:picLocks xmlns:a="http://schemas.openxmlformats.org/drawingml/2006/main" noChangeAspect="1"/>
          </p:cNvPicPr>
          <p:nvPr/>
        </p:nvPicPr>
        <p:blipFill>
          <a:blip xmlns:r="http://schemas.openxmlformats.org/officeDocument/2006/relationships" xmlns:a="http://schemas.openxmlformats.org/drawingml/2006/main" r:embed="Re3f3215428c843f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EE939AF-63B5-43BC-A914-1D2B2E2B443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D1A31CA-B66B-4A6F-865A-A8800F7E8C9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FE59BFB3-4DAA-4D8A-A70D-2CB138E4EE8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0F30991-BB5A-4D95-B9D7-F5E163831B2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7725B7A8-1216-4CDF-8B7F-8469E189587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반응식과 </a:t>
            </a:r>
            <a:r>
              <a:t>Δ</a:t>
            </a:r>
            <a:r>
              <a:rPr i="1">
                <a:latin typeface="Pretendard"/>
                <a:ea typeface="Pretendard"/>
                <a:cs typeface="Pretendard"/>
              </a:rPr>
              <a:t>H</a:t>
            </a:r>
            <a:r>
              <a:t>를 함께 검산</a:t>
            </a:r>
          </a:p>
        </p:txBody>
      </p:sp>
      <p:sp>
        <p:nvSpPr>
          <p:cNvPr id="7" name="반응식·수식">
            <a:extLst xmlns:a="http://schemas.openxmlformats.org/drawingml/2006/main">
              <a:ext uri="{FF2B5EF4-FFF2-40B4-BE49-F238E27FC236}">
                <a16:creationId xmlns:a16="http://schemas.microsoft.com/office/drawing/2014/main" id="{E638FF68-A9C7-4D3D-B82E-FD852CF12A79}"/>
              </a:ext>
            </a:extLst>
          </p:cNvPr>
          <p:cNvSpPr>
            <a:spLocks xmlns:a="http://schemas.openxmlformats.org/drawingml/2006/main" noGrp="1"/>
          </p:cNvSpPr>
          <p:nvPr/>
        </p:nvSpPr>
        <p:spPr>
          <a:xfrm xmlns:a="http://schemas.openxmlformats.org/drawingml/2006/main">
            <a:off x="2247900" y="4238625"/>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2SO₂</a:t>
            </a:r>
            <a:r>
              <a:t>(</a:t>
            </a:r>
            <a:r>
              <a:rPr i="1">
                <a:latin typeface="Pretendard"/>
                <a:ea typeface="Pretendard"/>
                <a:cs typeface="Pretendard"/>
              </a:rPr>
              <a:t>g</a:t>
            </a:r>
            <a:r>
              <a:t>) → 2S</a:t>
            </a:r>
            <a:r>
              <a:t>(</a:t>
            </a:r>
            <a:r>
              <a:rPr i="1">
                <a:latin typeface="Pretendard"/>
                <a:ea typeface="Pretendard"/>
                <a:cs typeface="Pretendard"/>
              </a:rPr>
              <a:t>s</a:t>
            </a:r>
            <a:r>
              <a:t>) + 2O₂</a:t>
            </a:r>
            <a:r>
              <a:t>(</a:t>
            </a:r>
            <a:r>
              <a:rPr i="1">
                <a:latin typeface="Pretendard"/>
                <a:ea typeface="Pretendard"/>
                <a:cs typeface="Pretendard"/>
              </a:rPr>
              <a:t>g</a:t>
            </a:r>
            <a:r>
              <a:t>)     </a:t>
            </a:r>
            <a:r>
              <a:t>Δ</a:t>
            </a:r>
            <a:r>
              <a:rPr i="1">
                <a:latin typeface="Pretendard"/>
                <a:ea typeface="Pretendard"/>
                <a:cs typeface="Pretendard"/>
              </a:rPr>
              <a:t>H</a:t>
            </a:r>
            <a:r>
              <a:t> = +594 kJ</a:t>
            </a:r>
          </a:p>
        </p:txBody>
      </p:sp>
      <p:sp>
        <p:nvSpPr>
          <p:cNvPr id="8" name="반응식·수식">
            <a:extLst xmlns:a="http://schemas.openxmlformats.org/drawingml/2006/main">
              <a:ext uri="{FF2B5EF4-FFF2-40B4-BE49-F238E27FC236}">
                <a16:creationId xmlns:a16="http://schemas.microsoft.com/office/drawing/2014/main" id="{6E77B8BF-6C9B-4898-B090-87E458C41868}"/>
              </a:ext>
            </a:extLst>
          </p:cNvPr>
          <p:cNvSpPr>
            <a:spLocks xmlns:a="http://schemas.openxmlformats.org/drawingml/2006/main" noGrp="1"/>
          </p:cNvSpPr>
          <p:nvPr/>
        </p:nvSpPr>
        <p:spPr>
          <a:xfrm xmlns:a="http://schemas.openxmlformats.org/drawingml/2006/main">
            <a:off x="2247900" y="537210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2S</a:t>
            </a:r>
            <a:r>
              <a:t>(</a:t>
            </a:r>
            <a:r>
              <a:rPr i="1">
                <a:latin typeface="Pretendard"/>
                <a:ea typeface="Pretendard"/>
                <a:cs typeface="Pretendard"/>
              </a:rPr>
              <a:t>s</a:t>
            </a:r>
            <a:r>
              <a:t>) + 3O₂</a:t>
            </a:r>
            <a:r>
              <a:t>(</a:t>
            </a:r>
            <a:r>
              <a:rPr i="1">
                <a:latin typeface="Pretendard"/>
                <a:ea typeface="Pretendard"/>
                <a:cs typeface="Pretendard"/>
              </a:rPr>
              <a:t>g</a:t>
            </a:r>
            <a:r>
              <a:t>) → 2SO₃</a:t>
            </a:r>
            <a:r>
              <a:t>(</a:t>
            </a:r>
            <a:r>
              <a:rPr i="1">
                <a:latin typeface="Pretendard"/>
                <a:ea typeface="Pretendard"/>
                <a:cs typeface="Pretendard"/>
              </a:rPr>
              <a:t>g</a:t>
            </a:r>
            <a:r>
              <a:t>)     </a:t>
            </a:r>
            <a:r>
              <a:t>Δ</a:t>
            </a:r>
            <a:r>
              <a:rPr i="1">
                <a:latin typeface="Pretendard"/>
                <a:ea typeface="Pretendard"/>
                <a:cs typeface="Pretendard"/>
              </a:rPr>
              <a:t>H</a:t>
            </a:r>
            <a:r>
              <a:t> = −791 kJ</a:t>
            </a:r>
          </a:p>
        </p:txBody>
      </p:sp>
      <p:sp>
        <p:nvSpPr>
          <p:cNvPr id="9" name="line">
            <a:extLst xmlns:a="http://schemas.openxmlformats.org/drawingml/2006/main">
              <a:ext uri="{FF2B5EF4-FFF2-40B4-BE49-F238E27FC236}">
                <a16:creationId xmlns:a16="http://schemas.microsoft.com/office/drawing/2014/main" id="{2F84E65F-184A-48C3-B6CC-261C06223F9C}"/>
              </a:ext>
            </a:extLst>
          </p:cNvPr>
          <p:cNvSpPr>
            <a:spLocks xmlns:a="http://schemas.openxmlformats.org/drawingml/2006/main" noGrp="1"/>
          </p:cNvSpPr>
          <p:nvPr/>
        </p:nvSpPr>
        <p:spPr>
          <a:xfrm xmlns:a="http://schemas.openxmlformats.org/drawingml/2006/main">
            <a:off x="2219325" y="6429375"/>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898989"/>
            </a:solidFill>
            <a:prstDash val="solid"/>
          </a:ln>
        </p:spPr>
      </p:sp>
      <p:sp>
        <p:nvSpPr>
          <p:cNvPr id="10" name="반응식·수식">
            <a:extLst xmlns:a="http://schemas.openxmlformats.org/drawingml/2006/main">
              <a:ext uri="{FF2B5EF4-FFF2-40B4-BE49-F238E27FC236}">
                <a16:creationId xmlns:a16="http://schemas.microsoft.com/office/drawing/2014/main" id="{93F7F971-3DE0-4E75-AC26-CA04A4951CE4}"/>
              </a:ext>
            </a:extLst>
          </p:cNvPr>
          <p:cNvSpPr>
            <a:spLocks xmlns:a="http://schemas.openxmlformats.org/drawingml/2006/main" noGrp="1"/>
          </p:cNvSpPr>
          <p:nvPr/>
        </p:nvSpPr>
        <p:spPr>
          <a:xfrm xmlns:a="http://schemas.openxmlformats.org/drawingml/2006/main">
            <a:off x="2247900" y="67627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57962F"/>
                </a:solidFill>
                <a:latin typeface="Pretendard"/>
                <a:ea typeface="Pretendard"/>
                <a:cs typeface="Pretendard"/>
              </a:defRPr>
            </a:defPPr>
            <a:lvl1pPr algn="l">
              <a:defRPr sz="3750" b="1">
                <a:solidFill>
                  <a:srgbClr val="57962F"/>
                </a:solidFill>
                <a:latin typeface="Pretendard"/>
                <a:ea typeface="Pretendard"/>
                <a:cs typeface="Pretendard"/>
              </a:defRPr>
            </a:lvl1pPr>
            <a:lvl2pPr algn="l">
              <a:defRPr sz="3750" b="1">
                <a:solidFill>
                  <a:srgbClr val="57962F"/>
                </a:solidFill>
                <a:latin typeface="Pretendard"/>
                <a:ea typeface="Pretendard"/>
                <a:cs typeface="Pretendard"/>
              </a:defRPr>
            </a:lvl2pPr>
            <a:lvl3pPr algn="l">
              <a:defRPr sz="3750" b="1">
                <a:solidFill>
                  <a:srgbClr val="57962F"/>
                </a:solidFill>
                <a:latin typeface="Pretendard"/>
                <a:ea typeface="Pretendard"/>
                <a:cs typeface="Pretendard"/>
              </a:defRPr>
            </a:lvl3pPr>
            <a:lvl4pPr algn="l">
              <a:defRPr sz="3750" b="1">
                <a:solidFill>
                  <a:srgbClr val="57962F"/>
                </a:solidFill>
                <a:latin typeface="Pretendard"/>
                <a:ea typeface="Pretendard"/>
                <a:cs typeface="Pretendard"/>
              </a:defRPr>
            </a:lvl4pPr>
            <a:lvl5pPr algn="l">
              <a:defRPr sz="3750" b="1">
                <a:solidFill>
                  <a:srgbClr val="57962F"/>
                </a:solidFill>
                <a:latin typeface="Pretendard"/>
                <a:ea typeface="Pretendard"/>
                <a:cs typeface="Pretendard"/>
              </a:defRPr>
            </a:lvl5pPr>
            <a:lvl6pPr algn="l">
              <a:defRPr sz="3750" b="1">
                <a:solidFill>
                  <a:srgbClr val="57962F"/>
                </a:solidFill>
                <a:latin typeface="Pretendard"/>
                <a:ea typeface="Pretendard"/>
                <a:cs typeface="Pretendard"/>
              </a:defRPr>
            </a:lvl6pPr>
            <a:lvl7pPr algn="l">
              <a:defRPr sz="3750" b="1">
                <a:solidFill>
                  <a:srgbClr val="57962F"/>
                </a:solidFill>
                <a:latin typeface="Pretendard"/>
                <a:ea typeface="Pretendard"/>
                <a:cs typeface="Pretendard"/>
              </a:defRPr>
            </a:lvl7pPr>
            <a:lvl8pPr algn="l">
              <a:defRPr sz="3750" b="1">
                <a:solidFill>
                  <a:srgbClr val="57962F"/>
                </a:solidFill>
                <a:latin typeface="Pretendard"/>
                <a:ea typeface="Pretendard"/>
                <a:cs typeface="Pretendard"/>
              </a:defRPr>
            </a:lvl8pPr>
            <a:lvl9pPr algn="l">
              <a:defRPr sz="3750" b="1">
                <a:solidFill>
                  <a:srgbClr val="57962F"/>
                </a:solidFill>
                <a:latin typeface="Pretendard"/>
                <a:ea typeface="Pretendard"/>
                <a:cs typeface="Pretendard"/>
              </a:defRPr>
            </a:lvl9pPr>
          </a:lstStyle>
          <a:p xmlns:a="http://schemas.openxmlformats.org/drawingml/2006/main">
            <a:pPr algn="l">
              <a:defRPr sz="3750" b="1">
                <a:solidFill>
                  <a:srgbClr val="57962F"/>
                </a:solidFill>
                <a:latin typeface="Pretendard"/>
                <a:ea typeface="Pretendard"/>
                <a:cs typeface="Pretendard"/>
              </a:defRPr>
            </a:pPr>
            <a:r>
              <a:t>2SO₂</a:t>
            </a:r>
            <a:r>
              <a:t>(</a:t>
            </a:r>
            <a:r>
              <a:rPr i="1">
                <a:latin typeface="Pretendard"/>
                <a:ea typeface="Pretendard"/>
                <a:cs typeface="Pretendard"/>
              </a:rPr>
              <a:t>g</a:t>
            </a:r>
            <a:r>
              <a:t>) + O₂</a:t>
            </a:r>
            <a:r>
              <a:t>(</a:t>
            </a:r>
            <a:r>
              <a:rPr i="1">
                <a:latin typeface="Pretendard"/>
                <a:ea typeface="Pretendard"/>
                <a:cs typeface="Pretendard"/>
              </a:rPr>
              <a:t>g</a:t>
            </a:r>
            <a:r>
              <a:t>) → 2SO₃</a:t>
            </a:r>
            <a:r>
              <a:t>(</a:t>
            </a:r>
            <a:r>
              <a:rPr i="1">
                <a:latin typeface="Pretendard"/>
                <a:ea typeface="Pretendard"/>
                <a:cs typeface="Pretendard"/>
              </a:rPr>
              <a:t>g</a:t>
            </a:r>
            <a:r>
              <a:t>)</a:t>
            </a:r>
          </a:p>
        </p:txBody>
      </p:sp>
      <p:sp>
        <p:nvSpPr>
          <p:cNvPr id="11" name="해석·결론">
            <a:extLst xmlns:a="http://schemas.openxmlformats.org/drawingml/2006/main">
              <a:ext uri="{FF2B5EF4-FFF2-40B4-BE49-F238E27FC236}">
                <a16:creationId xmlns:a16="http://schemas.microsoft.com/office/drawing/2014/main" id="{3A14150B-9AC8-4EFB-8E68-0C274575FB64}"/>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77742CEF-F975-4B05-85D5-7A7B29CC1AE1}"/>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−791 − 2 × (−297) = −197 kJ</a:t>
            </a:r>
          </a:p>
        </p:txBody>
      </p:sp>
    </p:spTree>
    <p:extLst>
      <p:ext uri="{BB962C8B-B14F-4D97-AF65-F5344CB8AC3E}">
        <p14:creationId xmlns:p14="http://schemas.microsoft.com/office/powerpoint/2010/main" val="70977374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546C65B6-1383-411C-B3C3-4974221A0109}"/>
              </a:ext>
            </a:extLst>
          </p:cNvPr>
          <p:cNvPicPr>
            <a:picLocks xmlns:a="http://schemas.openxmlformats.org/drawingml/2006/main" noChangeAspect="1"/>
          </p:cNvPicPr>
          <p:nvPr/>
        </p:nvPicPr>
        <p:blipFill>
          <a:blip xmlns:r="http://schemas.openxmlformats.org/officeDocument/2006/relationships" xmlns:a="http://schemas.openxmlformats.org/drawingml/2006/main" r:embed="R96f6c889c94849d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8AD571E-EC83-491E-ACA3-856A7F08B61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C575015-5BDF-40D3-9F46-BF28EC47BD4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1C193B84-01CF-47AE-9066-64CF130BF30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FBF3700-F292-46C3-949E-297B9681348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86F84E4E-0DE8-4583-87F1-C6B6BC18A72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90243084-AF79-4251-B2E1-602929508C98}"/>
              </a:ext>
            </a:extLst>
          </p:cNvPr>
          <p:cNvPicPr>
            <a:picLocks xmlns:a="http://schemas.openxmlformats.org/drawingml/2006/main" noChangeAspect="1"/>
          </p:cNvPicPr>
          <p:nvPr/>
        </p:nvPicPr>
        <p:blipFill>
          <a:blip xmlns:r="http://schemas.openxmlformats.org/officeDocument/2006/relationships" xmlns:a="http://schemas.openxmlformats.org/drawingml/2006/main" r:embed="Reb23399140f640fb"/>
          <a:stretch xmlns:a="http://schemas.openxmlformats.org/drawingml/2006/main"/>
        </p:blipFill>
        <p:spPr>
          <a:xfrm xmlns:a="http://schemas.openxmlformats.org/drawingml/2006/main">
            <a:off x="2286000" y="4391300"/>
            <a:ext cx="7334250" cy="436190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43FD3C71-733F-4E25-877E-2EFF9CA2A76C}"/>
              </a:ext>
            </a:extLst>
          </p:cNvPr>
          <p:cNvSpPr>
            <a:spLocks xmlns:a="http://schemas.openxmlformats.org/drawingml/2006/main" noGrp="1"/>
          </p:cNvSpPr>
          <p:nvPr/>
        </p:nvSpPr>
        <p:spPr>
          <a:xfrm xmlns:a="http://schemas.openxmlformats.org/drawingml/2006/main">
            <a:off x="10668000" y="4543425"/>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전체 경로</a:t>
            </a:r>
          </a:p>
        </p:txBody>
      </p:sp>
      <p:sp>
        <p:nvSpPr>
          <p:cNvPr id="9" name="반응식·수식">
            <a:extLst xmlns:a="http://schemas.openxmlformats.org/drawingml/2006/main">
              <a:ext uri="{FF2B5EF4-FFF2-40B4-BE49-F238E27FC236}">
                <a16:creationId xmlns:a16="http://schemas.microsoft.com/office/drawing/2014/main" id="{CE9D9BCF-AF40-4D13-96D3-45B001340219}"/>
              </a:ext>
            </a:extLst>
          </p:cNvPr>
          <p:cNvSpPr>
            <a:spLocks xmlns:a="http://schemas.openxmlformats.org/drawingml/2006/main" noGrp="1"/>
          </p:cNvSpPr>
          <p:nvPr/>
        </p:nvSpPr>
        <p:spPr>
          <a:xfrm xmlns:a="http://schemas.openxmlformats.org/drawingml/2006/main">
            <a:off x="10668000" y="5305425"/>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a:t>
            </a:r>
          </a:p>
        </p:txBody>
      </p:sp>
      <p:sp>
        <p:nvSpPr>
          <p:cNvPr id="10" name="text">
            <a:extLst xmlns:a="http://schemas.openxmlformats.org/drawingml/2006/main">
              <a:ext uri="{FF2B5EF4-FFF2-40B4-BE49-F238E27FC236}">
                <a16:creationId xmlns:a16="http://schemas.microsoft.com/office/drawing/2014/main" id="{FCE2EC9D-3110-4ADB-BD4E-E0A02C76E720}"/>
              </a:ext>
            </a:extLst>
          </p:cNvPr>
          <p:cNvSpPr>
            <a:spLocks xmlns:a="http://schemas.openxmlformats.org/drawingml/2006/main" noGrp="1"/>
          </p:cNvSpPr>
          <p:nvPr/>
        </p:nvSpPr>
        <p:spPr>
          <a:xfrm xmlns:a="http://schemas.openxmlformats.org/drawingml/2006/main">
            <a:off x="10668000" y="6581775"/>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알고 싶은 한 단계</a:t>
            </a:r>
          </a:p>
        </p:txBody>
      </p:sp>
      <p:sp>
        <p:nvSpPr>
          <p:cNvPr id="11" name="반응식·수식">
            <a:extLst xmlns:a="http://schemas.openxmlformats.org/drawingml/2006/main">
              <a:ext uri="{FF2B5EF4-FFF2-40B4-BE49-F238E27FC236}">
                <a16:creationId xmlns:a16="http://schemas.microsoft.com/office/drawing/2014/main" id="{C0DD818B-F9B0-4231-A68C-41A9EB61F995}"/>
              </a:ext>
            </a:extLst>
          </p:cNvPr>
          <p:cNvSpPr>
            <a:spLocks xmlns:a="http://schemas.openxmlformats.org/drawingml/2006/main" noGrp="1"/>
          </p:cNvSpPr>
          <p:nvPr/>
        </p:nvSpPr>
        <p:spPr>
          <a:xfrm xmlns:a="http://schemas.openxmlformats.org/drawingml/2006/main">
            <a:off x="10668000" y="735330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₁ − </a:t>
            </a:r>
            <a:r>
              <a:t>Δ</a:t>
            </a:r>
            <a:r>
              <a:rPr i="1">
                <a:latin typeface="Pretendard"/>
                <a:ea typeface="Pretendard"/>
                <a:cs typeface="Pretendard"/>
              </a:rPr>
              <a:t>H</a:t>
            </a:r>
            <a:r>
              <a:t>₃</a:t>
            </a:r>
          </a:p>
        </p:txBody>
      </p:sp>
    </p:spTree>
    <p:extLst>
      <p:ext uri="{BB962C8B-B14F-4D97-AF65-F5344CB8AC3E}">
        <p14:creationId xmlns:p14="http://schemas.microsoft.com/office/powerpoint/2010/main" val="2112933244"/>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8ABCD25F-8A42-4FB6-8CC8-4289710E785A}"/>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C424A93C-5246-4C16-B587-43333BB2364D}"/>
              </a:ext>
            </a:extLst>
          </p:cNvPr>
          <p:cNvPicPr>
            <a:picLocks xmlns:a="http://schemas.openxmlformats.org/drawingml/2006/main" noChangeAspect="1"/>
          </p:cNvPicPr>
          <p:nvPr/>
        </p:nvPicPr>
        <p:blipFill>
          <a:blip xmlns:r="http://schemas.openxmlformats.org/officeDocument/2006/relationships" xmlns:a="http://schemas.openxmlformats.org/drawingml/2006/main" r:embed="R50a39aa67f574b0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F1752B48-049E-4007-ACE1-1B245358264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EDF3DFE5-FB9A-4430-AAFF-014470B83F83}"/>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5" name="text">
            <a:extLst xmlns:a="http://schemas.openxmlformats.org/drawingml/2006/main">
              <a:ext uri="{FF2B5EF4-FFF2-40B4-BE49-F238E27FC236}">
                <a16:creationId xmlns:a16="http://schemas.microsoft.com/office/drawing/2014/main" id="{A5872B67-95ED-48D4-8087-05E01FFB566F}"/>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6" name="text">
            <a:extLst xmlns:a="http://schemas.openxmlformats.org/drawingml/2006/main">
              <a:ext uri="{FF2B5EF4-FFF2-40B4-BE49-F238E27FC236}">
                <a16:creationId xmlns:a16="http://schemas.microsoft.com/office/drawing/2014/main" id="{42886C5D-393B-4F30-A2F3-8B339F7C6575}"/>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9383747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129AD526-DF35-4DC0-8E91-55CF9BD02EE7}"/>
              </a:ext>
            </a:extLst>
          </p:cNvPr>
          <p:cNvPicPr>
            <a:picLocks xmlns:a="http://schemas.openxmlformats.org/drawingml/2006/main" noChangeAspect="1"/>
          </p:cNvPicPr>
          <p:nvPr/>
        </p:nvPicPr>
        <p:blipFill>
          <a:blip xmlns:r="http://schemas.openxmlformats.org/officeDocument/2006/relationships" xmlns:a="http://schemas.openxmlformats.org/drawingml/2006/main" r:embed="Rd8b4766f937d4d8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3A958C5-6ECE-4463-8F4E-49CF0118F42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F1461E9-FC4C-4A61-923E-A0DF5393B12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998CC9F3-3CF5-4330-8225-DEABE301387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0BD5503-FA11-4729-BE06-BFD854F747B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F5CF17D0-2273-455E-A9A7-D2ED38F43BA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생성 엔탈피</a:t>
            </a:r>
          </a:p>
        </p:txBody>
      </p:sp>
      <p:sp>
        <p:nvSpPr>
          <p:cNvPr id="7" name="text">
            <a:extLst xmlns:a="http://schemas.openxmlformats.org/drawingml/2006/main">
              <a:ext uri="{FF2B5EF4-FFF2-40B4-BE49-F238E27FC236}">
                <a16:creationId xmlns:a16="http://schemas.microsoft.com/office/drawing/2014/main" id="{235B6B94-E96B-4570-83BB-F9499D9F527E}"/>
              </a:ext>
            </a:extLst>
          </p:cNvPr>
          <p:cNvSpPr>
            <a:spLocks xmlns:a="http://schemas.openxmlformats.org/drawingml/2006/main" noGrp="1"/>
          </p:cNvSpPr>
          <p:nvPr/>
        </p:nvSpPr>
        <p:spPr>
          <a:xfrm xmlns:a="http://schemas.openxmlformats.org/drawingml/2006/main">
            <a:off x="1714500" y="3705225"/>
            <a:ext cx="1485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표준 상태의 성분 원소로부터 물질 1 mol이 생성될 때의 반응 엔탈피</a:t>
            </a:r>
          </a:p>
        </p:txBody>
      </p:sp>
      <p:sp>
        <p:nvSpPr>
          <p:cNvPr id="8" name="설명·계산 행 1">
            <a:extLst xmlns:a="http://schemas.openxmlformats.org/drawingml/2006/main">
              <a:ext uri="{FF2B5EF4-FFF2-40B4-BE49-F238E27FC236}">
                <a16:creationId xmlns:a16="http://schemas.microsoft.com/office/drawing/2014/main" id="{6DFF7AA6-E075-4A60-952E-89A8DD7A14B9}"/>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3DDBE5FF-4AA9-4D6F-B9D3-AE725BE03FC5}"/>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H₂</a:t>
            </a:r>
            <a:r>
              <a:t>(</a:t>
            </a:r>
            <a:r>
              <a:rPr i="1">
                <a:latin typeface="Pretendard"/>
                <a:ea typeface="Pretendard"/>
                <a:cs typeface="Pretendard"/>
              </a:rPr>
              <a:t>g</a:t>
            </a:r>
            <a:r>
              <a:t>) + ½O₂</a:t>
            </a:r>
            <a:r>
              <a:t>(</a:t>
            </a:r>
            <a:r>
              <a:rPr i="1">
                <a:latin typeface="Pretendard"/>
                <a:ea typeface="Pretendard"/>
                <a:cs typeface="Pretendard"/>
              </a:rPr>
              <a:t>g</a:t>
            </a:r>
            <a:r>
              <a:t>) → H₂O</a:t>
            </a:r>
            <a:r>
              <a:t>(</a:t>
            </a:r>
            <a:r>
              <a:rPr i="1">
                <a:latin typeface="Pretendard"/>
                <a:ea typeface="Pretendard"/>
                <a:cs typeface="Pretendard"/>
              </a:rPr>
              <a:t>l</a:t>
            </a:r>
            <a:r>
              <a:t>)     </a:t>
            </a:r>
            <a:r>
              <a:t>Δ</a:t>
            </a:r>
            <a:r>
              <a:rPr i="1">
                <a:latin typeface="Pretendard"/>
                <a:ea typeface="Pretendard"/>
                <a:cs typeface="Pretendard"/>
              </a:rPr>
              <a:t>H</a:t>
            </a:r>
            <a:r>
              <a:t> = −285.8 kJ</a:t>
            </a:r>
          </a:p>
        </p:txBody>
      </p:sp>
      <p:sp>
        <p:nvSpPr>
          <p:cNvPr id="10" name="설명·계산 행 2">
            <a:extLst xmlns:a="http://schemas.openxmlformats.org/drawingml/2006/main">
              <a:ext uri="{FF2B5EF4-FFF2-40B4-BE49-F238E27FC236}">
                <a16:creationId xmlns:a16="http://schemas.microsoft.com/office/drawing/2014/main" id="{DB19164C-4206-404B-8CC4-B498F8A680B9}"/>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472EB45B-6619-461B-9E90-752217D57FF3}"/>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생성되는 물질 1 mol을 기준으로 나타낸다.</a:t>
            </a:r>
          </a:p>
        </p:txBody>
      </p:sp>
      <p:sp>
        <p:nvSpPr>
          <p:cNvPr id="12" name="설명·계산 행 3">
            <a:extLst xmlns:a="http://schemas.openxmlformats.org/drawingml/2006/main">
              <a:ext uri="{FF2B5EF4-FFF2-40B4-BE49-F238E27FC236}">
                <a16:creationId xmlns:a16="http://schemas.microsoft.com/office/drawing/2014/main" id="{89425E5C-C293-4C95-B34F-9CA361449865}"/>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3" name="설명·계산 문장 3">
            <a:extLst xmlns:a="http://schemas.openxmlformats.org/drawingml/2006/main">
              <a:ext uri="{FF2B5EF4-FFF2-40B4-BE49-F238E27FC236}">
                <a16:creationId xmlns:a16="http://schemas.microsoft.com/office/drawing/2014/main" id="{0E0E927A-F07A-4A12-9A39-2B4183EDB303}"/>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H₂O</a:t>
            </a:r>
            <a:r>
              <a:t>(</a:t>
            </a:r>
            <a:r>
              <a:rPr i="1">
                <a:latin typeface="Pretendard"/>
                <a:ea typeface="Pretendard"/>
                <a:cs typeface="Pretendard"/>
              </a:rPr>
              <a:t>l</a:t>
            </a:r>
            <a:r>
              <a:t>)의 표준 생성 엔탈피는 −285.8 kJ/mol이다.</a:t>
            </a:r>
          </a:p>
        </p:txBody>
      </p:sp>
    </p:spTree>
    <p:extLst>
      <p:ext uri="{BB962C8B-B14F-4D97-AF65-F5344CB8AC3E}">
        <p14:creationId xmlns:p14="http://schemas.microsoft.com/office/powerpoint/2010/main" val="4691173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5E6FC6E8-7499-404E-81CD-193A85059E3D}"/>
              </a:ext>
            </a:extLst>
          </p:cNvPr>
          <p:cNvPicPr>
            <a:picLocks xmlns:a="http://schemas.openxmlformats.org/drawingml/2006/main" noChangeAspect="1"/>
          </p:cNvPicPr>
          <p:nvPr/>
        </p:nvPicPr>
        <p:blipFill>
          <a:blip xmlns:r="http://schemas.openxmlformats.org/officeDocument/2006/relationships" xmlns:a="http://schemas.openxmlformats.org/drawingml/2006/main" r:embed="Rbdba772a03ff434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A1798AA-D008-49CD-B196-83584A3F794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E17574E-1A7C-48E3-8C29-760658B4DA5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B4BEE70-681C-4D94-9783-55864B386DD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2A954BE-E3CC-404A-A00B-9C1FBF13FCB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420757AA-BD46-48CD-BB0A-126D7614AA2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 물질의 값은 0</a:t>
            </a:r>
          </a:p>
        </p:txBody>
      </p:sp>
      <p:graphicFrame>
        <p:nvGraphicFramePr>
          <p:cNvPr id="7" name="">
            <a:extLst xmlns:a="http://schemas.openxmlformats.org/drawingml/2006/main">
              <a:ext uri="{FF2B5EF4-FFF2-40B4-BE49-F238E27FC236}">
                <a16:creationId xmlns:a16="http://schemas.microsoft.com/office/drawing/2014/main" id="{B78FE873-F364-4579-B1EA-87B1D047DEBB}"/>
              </a:ext>
            </a:extLst>
          </p:cNvPr>
          <p:cNvGraphicFramePr/>
          <p:nvPr/>
        </p:nvGraphicFramePr>
        <p:xfrm>
          <a:off xmlns:a="http://schemas.openxmlformats.org/drawingml/2006/main" x="1828800" y="4238625"/>
          <a:ext xmlns:a="http://schemas.openxmlformats.org/drawingml/2006/main" cx="14639925" cy="4048125"/>
        </p:xfrm>
        <a:graphic xmlns:a="http://schemas.openxmlformats.org/drawingml/2006/main">
          <a:graphicData uri="http://schemas.openxmlformats.org/drawingml/2006/table">
            <a:tbl>
              <a:tblPr/>
              <a:tblGrid>
                <a:gridCol w="7315200"/>
                <a:gridCol w="7324725"/>
              </a:tblGrid>
              <a:tr h="1012031">
                <a:tc>
                  <a:txBody>
                    <a:bodyPr wrap="none" lIns="114300" tIns="114300" rIns="114300" bIns="114300"/>
                    <a:lstStyle/>
                    <a:p>
                      <a:pPr algn="ctr"/>
                      <a:r>
                        <a:rPr sz="3300" b="1">
                          <a:solidFill>
                            <a:srgbClr val="FFFFFF"/>
                          </a:solidFill>
                          <a:latin typeface="Pretendard"/>
                          <a:ea typeface="Pretendard"/>
                          <a:cs typeface="Pretendard"/>
                        </a:rPr>
                        <a:t>기준 원소 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표준 생성 엔탈피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12031">
                <a:tc>
                  <a:txBody>
                    <a:bodyPr wrap="none" lIns="114300" tIns="114300" rIns="114300" bIns="114300"/>
                    <a:lstStyle/>
                    <a:p>
                      <a:pPr algn="ctr"/>
                      <a:r>
                        <a:rPr sz="3300" b="1">
                          <a:solidFill>
                            <a:srgbClr val="FFFFFF"/>
                          </a:solidFill>
                          <a:latin typeface="Pretendard"/>
                          <a:ea typeface="Pretendard"/>
                          <a:cs typeface="Pretendard"/>
                        </a:rPr>
                        <a:t>C</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s</a:t>
                      </a:r>
                      <a:r>
                        <a:rPr sz="3300" b="1">
                          <a:solidFill>
                            <a:srgbClr val="FFFFFF"/>
                          </a:solidFill>
                          <a:latin typeface="Pretendard"/>
                          <a:ea typeface="Pretendard"/>
                          <a:cs typeface="Pretendard"/>
                        </a:rPr>
                        <a:t>, 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H₂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O₂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1598D164-86A1-44D8-94DD-456017FD891C}"/>
              </a:ext>
            </a:extLst>
          </p:cNvPr>
          <p:cNvSpPr>
            <a:spLocks xmlns:a="http://schemas.openxmlformats.org/drawingml/2006/main" noGrp="1"/>
          </p:cNvSpPr>
          <p:nvPr/>
        </p:nvSpPr>
        <p:spPr>
          <a:xfrm xmlns:a="http://schemas.openxmlformats.org/drawingml/2006/main" rot="0">
            <a:off x="1828800"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E0B747A7-FB6D-4734-9767-056F0D2B66DC}"/>
              </a:ext>
            </a:extLst>
          </p:cNvPr>
          <p:cNvSpPr>
            <a:spLocks xmlns:a="http://schemas.openxmlformats.org/drawingml/2006/main" noGrp="1"/>
          </p:cNvSpPr>
          <p:nvPr/>
        </p:nvSpPr>
        <p:spPr>
          <a:xfrm xmlns:a="http://schemas.openxmlformats.org/drawingml/2006/main" rot="5400000">
            <a:off x="1627822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3C568230-D6FF-4125-B49D-35F53EE27CAC}"/>
              </a:ext>
            </a:extLst>
          </p:cNvPr>
          <p:cNvSpPr>
            <a:spLocks xmlns:a="http://schemas.openxmlformats.org/drawingml/2006/main" noGrp="1"/>
          </p:cNvSpPr>
          <p:nvPr/>
        </p:nvSpPr>
        <p:spPr>
          <a:xfrm xmlns:a="http://schemas.openxmlformats.org/drawingml/2006/main" rot="10800000">
            <a:off x="16278225"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478E1EEA-B8DC-43A7-90FA-AA4BE910C001}"/>
              </a:ext>
            </a:extLst>
          </p:cNvPr>
          <p:cNvSpPr>
            <a:spLocks xmlns:a="http://schemas.openxmlformats.org/drawingml/2006/main" noGrp="1"/>
          </p:cNvSpPr>
          <p:nvPr/>
        </p:nvSpPr>
        <p:spPr>
          <a:xfrm xmlns:a="http://schemas.openxmlformats.org/drawingml/2006/main" rot="16200000">
            <a:off x="1828800"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해석·결론">
            <a:extLst xmlns:a="http://schemas.openxmlformats.org/drawingml/2006/main">
              <a:ext uri="{FF2B5EF4-FFF2-40B4-BE49-F238E27FC236}">
                <a16:creationId xmlns:a16="http://schemas.microsoft.com/office/drawing/2014/main" id="{297D75F1-7E88-4B81-A0AC-3365CFA09204}"/>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38D71198-EEA2-4CB7-B53F-7BAF717D13A7}"/>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원소의 모든 상태가 0이라는 뜻은 아니다.</a:t>
            </a:r>
          </a:p>
        </p:txBody>
      </p:sp>
    </p:spTree>
    <p:extLst>
      <p:ext uri="{BB962C8B-B14F-4D97-AF65-F5344CB8AC3E}">
        <p14:creationId xmlns:p14="http://schemas.microsoft.com/office/powerpoint/2010/main" val="143434563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2CD78300-DC4B-422B-8062-D346B3887677}"/>
              </a:ext>
            </a:extLst>
          </p:cNvPr>
          <p:cNvPicPr>
            <a:picLocks xmlns:a="http://schemas.openxmlformats.org/drawingml/2006/main" noChangeAspect="1"/>
          </p:cNvPicPr>
          <p:nvPr/>
        </p:nvPicPr>
        <p:blipFill>
          <a:blip xmlns:r="http://schemas.openxmlformats.org/officeDocument/2006/relationships" xmlns:a="http://schemas.openxmlformats.org/drawingml/2006/main" r:embed="Rd36de31ae020477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14D4336-35E5-42FC-B160-B02F6C8E92B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97A667A-4C19-4BA7-93D6-DFCA5D4A696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F995672D-F0E6-4542-906E-B9EA6BDEA3A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163F120-3B7F-42A9-883E-9E4BFAEA639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FF844F14-2024-4352-AAA2-1B7ADD8B847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물과 수증기는 서로 다른 자료</a:t>
            </a:r>
          </a:p>
        </p:txBody>
      </p:sp>
      <p:sp>
        <p:nvSpPr>
          <p:cNvPr id="7" name="설명·계산 행 1">
            <a:extLst xmlns:a="http://schemas.openxmlformats.org/drawingml/2006/main">
              <a:ext uri="{FF2B5EF4-FFF2-40B4-BE49-F238E27FC236}">
                <a16:creationId xmlns:a16="http://schemas.microsoft.com/office/drawing/2014/main" id="{F5026BE5-0ED0-4BA6-A356-2609F703D22F}"/>
              </a:ext>
            </a:extLst>
          </p:cNvPr>
          <p:cNvSpPr>
            <a:spLocks xmlns:a="http://schemas.openxmlformats.org/drawingml/2006/main" noGrp="1"/>
          </p:cNvSpPr>
          <p:nvPr/>
        </p:nvSpPr>
        <p:spPr>
          <a:xfrm xmlns:a="http://schemas.openxmlformats.org/drawingml/2006/main">
            <a:off x="1828800" y="4572000"/>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AF4B21E7-4AB6-494E-BF5F-6E9564D08336}"/>
              </a:ext>
            </a:extLst>
          </p:cNvPr>
          <p:cNvSpPr>
            <a:spLocks xmlns:a="http://schemas.openxmlformats.org/drawingml/2006/main" noGrp="1"/>
          </p:cNvSpPr>
          <p:nvPr/>
        </p:nvSpPr>
        <p:spPr>
          <a:xfrm xmlns:a="http://schemas.openxmlformats.org/drawingml/2006/main">
            <a:off x="2476500" y="481965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H₂</a:t>
            </a:r>
            <a:r>
              <a:t>(</a:t>
            </a:r>
            <a:r>
              <a:rPr i="1">
                <a:latin typeface="Pretendard"/>
                <a:ea typeface="Pretendard"/>
                <a:cs typeface="Pretendard"/>
              </a:rPr>
              <a:t>g</a:t>
            </a:r>
            <a:r>
              <a:t>) + ½O₂</a:t>
            </a:r>
            <a:r>
              <a:t>(</a:t>
            </a:r>
            <a:r>
              <a:rPr i="1">
                <a:latin typeface="Pretendard"/>
                <a:ea typeface="Pretendard"/>
                <a:cs typeface="Pretendard"/>
              </a:rPr>
              <a:t>g</a:t>
            </a:r>
            <a:r>
              <a:t>) → H₂O</a:t>
            </a:r>
            <a:r>
              <a:t>(</a:t>
            </a:r>
            <a:r>
              <a:rPr i="1">
                <a:latin typeface="Pretendard"/>
                <a:ea typeface="Pretendard"/>
                <a:cs typeface="Pretendard"/>
              </a:rPr>
              <a:t>l</a:t>
            </a:r>
            <a:r>
              <a:t>)     </a:t>
            </a:r>
            <a:r>
              <a:t>Δ</a:t>
            </a:r>
            <a:r>
              <a:rPr i="1">
                <a:latin typeface="Pretendard"/>
                <a:ea typeface="Pretendard"/>
                <a:cs typeface="Pretendard"/>
              </a:rPr>
              <a:t>H</a:t>
            </a:r>
            <a:r>
              <a:t> = −285.8 kJ</a:t>
            </a:r>
          </a:p>
        </p:txBody>
      </p:sp>
      <p:sp>
        <p:nvSpPr>
          <p:cNvPr id="9" name="설명·계산 행 2">
            <a:extLst xmlns:a="http://schemas.openxmlformats.org/drawingml/2006/main">
              <a:ext uri="{FF2B5EF4-FFF2-40B4-BE49-F238E27FC236}">
                <a16:creationId xmlns:a16="http://schemas.microsoft.com/office/drawing/2014/main" id="{14F1427A-7EF1-48DF-A261-9AEBBA58F1F5}"/>
              </a:ext>
            </a:extLst>
          </p:cNvPr>
          <p:cNvSpPr>
            <a:spLocks xmlns:a="http://schemas.openxmlformats.org/drawingml/2006/main" noGrp="1"/>
          </p:cNvSpPr>
          <p:nvPr/>
        </p:nvSpPr>
        <p:spPr>
          <a:xfrm xmlns:a="http://schemas.openxmlformats.org/drawingml/2006/main">
            <a:off x="1828800" y="6191250"/>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B234D786-0B8E-4AE2-A420-02E029FBAFEF}"/>
              </a:ext>
            </a:extLst>
          </p:cNvPr>
          <p:cNvSpPr>
            <a:spLocks xmlns:a="http://schemas.openxmlformats.org/drawingml/2006/main" noGrp="1"/>
          </p:cNvSpPr>
          <p:nvPr/>
        </p:nvSpPr>
        <p:spPr>
          <a:xfrm xmlns:a="http://schemas.openxmlformats.org/drawingml/2006/main">
            <a:off x="2476500" y="643890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H₂</a:t>
            </a:r>
            <a:r>
              <a:t>(</a:t>
            </a:r>
            <a:r>
              <a:rPr i="1">
                <a:latin typeface="Pretendard"/>
                <a:ea typeface="Pretendard"/>
                <a:cs typeface="Pretendard"/>
              </a:rPr>
              <a:t>g</a:t>
            </a:r>
            <a:r>
              <a:t>) + ½O₂</a:t>
            </a:r>
            <a:r>
              <a:t>(</a:t>
            </a:r>
            <a:r>
              <a:rPr i="1">
                <a:latin typeface="Pretendard"/>
                <a:ea typeface="Pretendard"/>
                <a:cs typeface="Pretendard"/>
              </a:rPr>
              <a:t>g</a:t>
            </a:r>
            <a:r>
              <a:t>) → H₂O</a:t>
            </a:r>
            <a:r>
              <a:t>(</a:t>
            </a:r>
            <a:r>
              <a:rPr i="1">
                <a:latin typeface="Pretendard"/>
                <a:ea typeface="Pretendard"/>
                <a:cs typeface="Pretendard"/>
              </a:rPr>
              <a:t>g</a:t>
            </a:r>
            <a:r>
              <a:t>)     </a:t>
            </a:r>
            <a:r>
              <a:t>Δ</a:t>
            </a:r>
            <a:r>
              <a:rPr i="1">
                <a:latin typeface="Pretendard"/>
                <a:ea typeface="Pretendard"/>
                <a:cs typeface="Pretendard"/>
              </a:rPr>
              <a:t>H</a:t>
            </a:r>
            <a:r>
              <a:t> = −241.8 kJ</a:t>
            </a:r>
          </a:p>
        </p:txBody>
      </p:sp>
      <p:sp>
        <p:nvSpPr>
          <p:cNvPr id="11" name="해석·결론">
            <a:extLst xmlns:a="http://schemas.openxmlformats.org/drawingml/2006/main">
              <a:ext uri="{FF2B5EF4-FFF2-40B4-BE49-F238E27FC236}">
                <a16:creationId xmlns:a16="http://schemas.microsoft.com/office/drawing/2014/main" id="{A9972D2A-448C-4C29-A19F-EBBC48F7D3E7}"/>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C473D740-4696-4459-840F-166546551613}"/>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물질의 상태가 다르면 생성 엔탈피도 다르다.</a:t>
            </a:r>
          </a:p>
        </p:txBody>
      </p:sp>
    </p:spTree>
    <p:extLst>
      <p:ext uri="{BB962C8B-B14F-4D97-AF65-F5344CB8AC3E}">
        <p14:creationId xmlns:p14="http://schemas.microsoft.com/office/powerpoint/2010/main" val="164405309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8DBF5D2E-C4C0-41F8-A76D-84203C4FEC4C}"/>
              </a:ext>
            </a:extLst>
          </p:cNvPr>
          <p:cNvPicPr>
            <a:picLocks xmlns:a="http://schemas.openxmlformats.org/drawingml/2006/main" noChangeAspect="1"/>
          </p:cNvPicPr>
          <p:nvPr/>
        </p:nvPicPr>
        <p:blipFill>
          <a:blip xmlns:r="http://schemas.openxmlformats.org/officeDocument/2006/relationships" xmlns:a="http://schemas.openxmlformats.org/drawingml/2006/main" r:embed="R3d7aed5ebced473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F3F0DF6-BA08-4C29-B1F8-FE6F54AE59E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2C0150D-A158-44AE-9E0B-07820676468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E5E0E8B2-A146-445B-922D-67E1388A7B0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4613F09-F1EC-4B51-B753-FF78FFCF0CD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CE30BC83-AA97-432A-A416-8D0403D8D66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생성물에서 반응물을 빼는 까닭</a:t>
            </a:r>
          </a:p>
        </p:txBody>
      </p:sp>
      <p:sp>
        <p:nvSpPr>
          <p:cNvPr id="7" name="반응식·수식">
            <a:extLst xmlns:a="http://schemas.openxmlformats.org/drawingml/2006/main">
              <a:ext uri="{FF2B5EF4-FFF2-40B4-BE49-F238E27FC236}">
                <a16:creationId xmlns:a16="http://schemas.microsoft.com/office/drawing/2014/main" id="{5337B0DA-15D6-4A0B-8E3B-93F1691A80FF}"/>
              </a:ext>
            </a:extLst>
          </p:cNvPr>
          <p:cNvSpPr>
            <a:spLocks xmlns:a="http://schemas.openxmlformats.org/drawingml/2006/main" noGrp="1"/>
          </p:cNvSpPr>
          <p:nvPr/>
        </p:nvSpPr>
        <p:spPr>
          <a:xfrm xmlns:a="http://schemas.openxmlformats.org/drawingml/2006/main">
            <a:off x="2247900" y="42481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C</a:t>
            </a:r>
            <a:r>
              <a:t>(</a:t>
            </a:r>
            <a:r>
              <a:rPr i="1">
                <a:latin typeface="Pretendard"/>
                <a:ea typeface="Pretendard"/>
                <a:cs typeface="Pretendard"/>
              </a:rPr>
              <a:t>s</a:t>
            </a:r>
            <a:r>
              <a:t>, 흑연) + 2H₂</a:t>
            </a:r>
            <a:r>
              <a:t>(</a:t>
            </a:r>
            <a:r>
              <a:rPr i="1">
                <a:latin typeface="Pretendard"/>
                <a:ea typeface="Pretendard"/>
                <a:cs typeface="Pretendard"/>
              </a:rPr>
              <a:t>g</a:t>
            </a:r>
            <a:r>
              <a:t>) → CH₄</a:t>
            </a:r>
            <a:r>
              <a:t>(</a:t>
            </a:r>
            <a:r>
              <a:rPr i="1">
                <a:latin typeface="Pretendard"/>
                <a:ea typeface="Pretendard"/>
                <a:cs typeface="Pretendard"/>
              </a:rPr>
              <a:t>g</a:t>
            </a:r>
            <a:r>
              <a:t>)       </a:t>
            </a:r>
            <a:r>
              <a:t>Δ</a:t>
            </a:r>
            <a:r>
              <a:rPr i="1">
                <a:latin typeface="Pretendard"/>
                <a:ea typeface="Pretendard"/>
                <a:cs typeface="Pretendard"/>
              </a:rPr>
              <a:t>H</a:t>
            </a:r>
            <a:r>
              <a:t>₁</a:t>
            </a:r>
          </a:p>
        </p:txBody>
      </p:sp>
      <p:sp>
        <p:nvSpPr>
          <p:cNvPr id="8" name="반응식·수식">
            <a:extLst xmlns:a="http://schemas.openxmlformats.org/drawingml/2006/main">
              <a:ext uri="{FF2B5EF4-FFF2-40B4-BE49-F238E27FC236}">
                <a16:creationId xmlns:a16="http://schemas.microsoft.com/office/drawing/2014/main" id="{B421E077-3649-4D6B-BCCE-D053CE7795AA}"/>
              </a:ext>
            </a:extLst>
          </p:cNvPr>
          <p:cNvSpPr>
            <a:spLocks xmlns:a="http://schemas.openxmlformats.org/drawingml/2006/main" noGrp="1"/>
          </p:cNvSpPr>
          <p:nvPr/>
        </p:nvSpPr>
        <p:spPr>
          <a:xfrm xmlns:a="http://schemas.openxmlformats.org/drawingml/2006/main">
            <a:off x="2247900" y="5381625"/>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C</a:t>
            </a:r>
            <a:r>
              <a:t>(</a:t>
            </a:r>
            <a:r>
              <a:rPr i="1">
                <a:latin typeface="Pretendard"/>
                <a:ea typeface="Pretendard"/>
                <a:cs typeface="Pretendard"/>
              </a:rPr>
              <a:t>s</a:t>
            </a:r>
            <a:r>
              <a:t>, 흑연) + O₂</a:t>
            </a:r>
            <a:r>
              <a:t>(</a:t>
            </a:r>
            <a:r>
              <a:rPr i="1">
                <a:latin typeface="Pretendard"/>
                <a:ea typeface="Pretendard"/>
                <a:cs typeface="Pretendard"/>
              </a:rPr>
              <a:t>g</a:t>
            </a:r>
            <a:r>
              <a:t>) → CO₂</a:t>
            </a:r>
            <a:r>
              <a:t>(</a:t>
            </a:r>
            <a:r>
              <a:rPr i="1">
                <a:latin typeface="Pretendard"/>
                <a:ea typeface="Pretendard"/>
                <a:cs typeface="Pretendard"/>
              </a:rPr>
              <a:t>g</a:t>
            </a:r>
            <a:r>
              <a:t>)       </a:t>
            </a:r>
            <a:r>
              <a:t>Δ</a:t>
            </a:r>
            <a:r>
              <a:rPr i="1">
                <a:latin typeface="Pretendard"/>
                <a:ea typeface="Pretendard"/>
                <a:cs typeface="Pretendard"/>
              </a:rPr>
              <a:t>H</a:t>
            </a:r>
            <a:r>
              <a:t>₂</a:t>
            </a:r>
          </a:p>
        </p:txBody>
      </p:sp>
      <p:sp>
        <p:nvSpPr>
          <p:cNvPr id="9" name="반응식·수식">
            <a:extLst xmlns:a="http://schemas.openxmlformats.org/drawingml/2006/main">
              <a:ext uri="{FF2B5EF4-FFF2-40B4-BE49-F238E27FC236}">
                <a16:creationId xmlns:a16="http://schemas.microsoft.com/office/drawing/2014/main" id="{F210C3BC-B29A-4634-91B1-A2C8895AAEAB}"/>
              </a:ext>
            </a:extLst>
          </p:cNvPr>
          <p:cNvSpPr>
            <a:spLocks xmlns:a="http://schemas.openxmlformats.org/drawingml/2006/main" noGrp="1"/>
          </p:cNvSpPr>
          <p:nvPr/>
        </p:nvSpPr>
        <p:spPr>
          <a:xfrm xmlns:a="http://schemas.openxmlformats.org/drawingml/2006/main">
            <a:off x="2247900" y="651510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H₂</a:t>
            </a:r>
            <a:r>
              <a:t>(</a:t>
            </a:r>
            <a:r>
              <a:rPr i="1">
                <a:latin typeface="Pretendard"/>
                <a:ea typeface="Pretendard"/>
                <a:cs typeface="Pretendard"/>
              </a:rPr>
              <a:t>g</a:t>
            </a:r>
            <a:r>
              <a:t>) + ½O₂</a:t>
            </a:r>
            <a:r>
              <a:t>(</a:t>
            </a:r>
            <a:r>
              <a:rPr i="1">
                <a:latin typeface="Pretendard"/>
                <a:ea typeface="Pretendard"/>
                <a:cs typeface="Pretendard"/>
              </a:rPr>
              <a:t>g</a:t>
            </a:r>
            <a:r>
              <a:t>) → H₂O</a:t>
            </a:r>
            <a:r>
              <a:t>(</a:t>
            </a:r>
            <a:r>
              <a:rPr i="1">
                <a:latin typeface="Pretendard"/>
                <a:ea typeface="Pretendard"/>
                <a:cs typeface="Pretendard"/>
              </a:rPr>
              <a:t>l</a:t>
            </a:r>
            <a:r>
              <a:t>)       </a:t>
            </a:r>
            <a:r>
              <a:t>Δ</a:t>
            </a:r>
            <a:r>
              <a:rPr i="1">
                <a:latin typeface="Pretendard"/>
                <a:ea typeface="Pretendard"/>
                <a:cs typeface="Pretendard"/>
              </a:rPr>
              <a:t>H</a:t>
            </a:r>
            <a:r>
              <a:t>₃</a:t>
            </a:r>
          </a:p>
        </p:txBody>
      </p:sp>
      <p:sp>
        <p:nvSpPr>
          <p:cNvPr id="10" name="해석·결론">
            <a:extLst xmlns:a="http://schemas.openxmlformats.org/drawingml/2006/main">
              <a:ext uri="{FF2B5EF4-FFF2-40B4-BE49-F238E27FC236}">
                <a16:creationId xmlns:a16="http://schemas.microsoft.com/office/drawing/2014/main" id="{2E060557-15F7-4A24-A805-CB195CA806AB}"/>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1" name="반응식·수식">
            <a:extLst xmlns:a="http://schemas.openxmlformats.org/drawingml/2006/main">
              <a:ext uri="{FF2B5EF4-FFF2-40B4-BE49-F238E27FC236}">
                <a16:creationId xmlns:a16="http://schemas.microsoft.com/office/drawing/2014/main" id="{096632A3-2611-4916-B5AC-F98D8CEA4C21}"/>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CH₄ 연소 반응 = ② + 2 × ③ − ①</a:t>
            </a:r>
          </a:p>
        </p:txBody>
      </p:sp>
    </p:spTree>
    <p:extLst>
      <p:ext uri="{BB962C8B-B14F-4D97-AF65-F5344CB8AC3E}">
        <p14:creationId xmlns:p14="http://schemas.microsoft.com/office/powerpoint/2010/main" val="41881762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D6089241-0B37-47DD-A7B7-5D8A207D65C4}"/>
              </a:ext>
            </a:extLst>
          </p:cNvPr>
          <p:cNvPicPr>
            <a:picLocks xmlns:a="http://schemas.openxmlformats.org/drawingml/2006/main" noChangeAspect="1"/>
          </p:cNvPicPr>
          <p:nvPr/>
        </p:nvPicPr>
        <p:blipFill>
          <a:blip xmlns:r="http://schemas.openxmlformats.org/officeDocument/2006/relationships" xmlns:a="http://schemas.openxmlformats.org/drawingml/2006/main" r:embed="R0598de1ec27b457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04D0588-2FD8-4BAD-9756-0F0CC0CB060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DCE73D7-C198-4850-B2C8-B54FB66B774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DE6B6FA-24F0-471B-9F9A-52FC73C9601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24B7D3A-899C-4AAA-A46A-76C58EFD68D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98F76D7C-701A-4419-AB28-EBBC275A401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계수를 곱해 더한다</a:t>
            </a:r>
          </a:p>
        </p:txBody>
      </p:sp>
      <p:sp>
        <p:nvSpPr>
          <p:cNvPr id="7" name="rich">
            <a:extLst xmlns:a="http://schemas.openxmlformats.org/drawingml/2006/main">
              <a:ext uri="{FF2B5EF4-FFF2-40B4-BE49-F238E27FC236}">
                <a16:creationId xmlns:a16="http://schemas.microsoft.com/office/drawing/2014/main" id="{75CEA40D-804F-43CC-9F72-BF9CB5EF7173}"/>
              </a:ext>
            </a:extLst>
          </p:cNvPr>
          <p:cNvSpPr>
            <a:spLocks xmlns:a="http://schemas.openxmlformats.org/drawingml/2006/main" noGrp="1"/>
          </p:cNvSpPr>
          <p:nvPr/>
        </p:nvSpPr>
        <p:spPr>
          <a:xfrm xmlns:a="http://schemas.openxmlformats.org/drawingml/2006/main">
            <a:off x="1714500" y="387667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t>Δ</a:t>
            </a:r>
            <a:r>
              <a:rPr i="1">
                <a:latin typeface="Pretendard"/>
                <a:ea typeface="Pretendard"/>
                <a:cs typeface="Pretendard"/>
              </a:rPr>
              <a:t>H</a:t>
            </a:r>
            <a:r>
              <a:t> = 생성물의 표준 생성 엔탈피 합</a:t>
            </a:r>
          </a:p>
        </p:txBody>
      </p:sp>
      <p:sp>
        <p:nvSpPr>
          <p:cNvPr id="8" name="text">
            <a:extLst xmlns:a="http://schemas.openxmlformats.org/drawingml/2006/main">
              <a:ext uri="{FF2B5EF4-FFF2-40B4-BE49-F238E27FC236}">
                <a16:creationId xmlns:a16="http://schemas.microsoft.com/office/drawing/2014/main" id="{7BE8B057-94AF-437B-AD86-D31BFFD81F2B}"/>
              </a:ext>
            </a:extLst>
          </p:cNvPr>
          <p:cNvSpPr>
            <a:spLocks xmlns:a="http://schemas.openxmlformats.org/drawingml/2006/main" noGrp="1"/>
          </p:cNvSpPr>
          <p:nvPr/>
        </p:nvSpPr>
        <p:spPr>
          <a:xfrm xmlns:a="http://schemas.openxmlformats.org/drawingml/2006/main">
            <a:off x="1714500" y="477202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rPr sz="4800" b="1">
                <a:solidFill>
                  <a:srgbClr val="57962F"/>
                </a:solidFill>
                <a:latin typeface="Pretendard"/>
                <a:ea typeface="Pretendard"/>
                <a:cs typeface="Pretendard"/>
              </a:rPr>
              <a:t>− 반응물의 표준 생성 엔탈피 합</a:t>
            </a:r>
          </a:p>
        </p:txBody>
      </p:sp>
      <p:sp>
        <p:nvSpPr>
          <p:cNvPr id="9" name="설명·계산 행 1">
            <a:extLst xmlns:a="http://schemas.openxmlformats.org/drawingml/2006/main">
              <a:ext uri="{FF2B5EF4-FFF2-40B4-BE49-F238E27FC236}">
                <a16:creationId xmlns:a16="http://schemas.microsoft.com/office/drawing/2014/main" id="{43FA38CD-768A-41CF-AE79-3E1D5F11F589}"/>
              </a:ext>
            </a:extLst>
          </p:cNvPr>
          <p:cNvSpPr>
            <a:spLocks xmlns:a="http://schemas.openxmlformats.org/drawingml/2006/main" noGrp="1"/>
          </p:cNvSpPr>
          <p:nvPr/>
        </p:nvSpPr>
        <p:spPr>
          <a:xfrm xmlns:a="http://schemas.openxmlformats.org/drawingml/2006/main">
            <a:off x="1828800" y="6229350"/>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9328B6E4-D756-422F-95DF-1774468DD3EC}"/>
              </a:ext>
            </a:extLst>
          </p:cNvPr>
          <p:cNvSpPr>
            <a:spLocks xmlns:a="http://schemas.openxmlformats.org/drawingml/2006/main" noGrp="1"/>
          </p:cNvSpPr>
          <p:nvPr/>
        </p:nvSpPr>
        <p:spPr>
          <a:xfrm xmlns:a="http://schemas.openxmlformats.org/drawingml/2006/main">
            <a:off x="2476500" y="647700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표의 값에 각 물질의 반응 계수를 곱한다.</a:t>
            </a:r>
          </a:p>
        </p:txBody>
      </p:sp>
      <p:sp>
        <p:nvSpPr>
          <p:cNvPr id="11" name="설명·계산 행 2">
            <a:extLst xmlns:a="http://schemas.openxmlformats.org/drawingml/2006/main">
              <a:ext uri="{FF2B5EF4-FFF2-40B4-BE49-F238E27FC236}">
                <a16:creationId xmlns:a16="http://schemas.microsoft.com/office/drawing/2014/main" id="{3703755B-B87C-4A7F-B345-B6297AF116CA}"/>
              </a:ext>
            </a:extLst>
          </p:cNvPr>
          <p:cNvSpPr>
            <a:spLocks xmlns:a="http://schemas.openxmlformats.org/drawingml/2006/main" noGrp="1"/>
          </p:cNvSpPr>
          <p:nvPr/>
        </p:nvSpPr>
        <p:spPr>
          <a:xfrm xmlns:a="http://schemas.openxmlformats.org/drawingml/2006/main">
            <a:off x="1828800" y="7762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82F7C604-F9B4-46FF-BF2B-4E5EC03AD989}"/>
              </a:ext>
            </a:extLst>
          </p:cNvPr>
          <p:cNvSpPr>
            <a:spLocks xmlns:a="http://schemas.openxmlformats.org/drawingml/2006/main" noGrp="1"/>
          </p:cNvSpPr>
          <p:nvPr/>
        </p:nvSpPr>
        <p:spPr>
          <a:xfrm xmlns:a="http://schemas.openxmlformats.org/drawingml/2006/main">
            <a:off x="2476500" y="8010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생성물의 합에서 반응물의 합을 뺀다.</a:t>
            </a:r>
          </a:p>
        </p:txBody>
      </p:sp>
    </p:spTree>
    <p:extLst>
      <p:ext uri="{BB962C8B-B14F-4D97-AF65-F5344CB8AC3E}">
        <p14:creationId xmlns:p14="http://schemas.microsoft.com/office/powerpoint/2010/main" val="53467719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82E750EC-486D-455E-AEA2-9996C4CA5B14}"/>
              </a:ext>
            </a:extLst>
          </p:cNvPr>
          <p:cNvPicPr>
            <a:picLocks xmlns:a="http://schemas.openxmlformats.org/drawingml/2006/main" noChangeAspect="1"/>
          </p:cNvPicPr>
          <p:nvPr/>
        </p:nvPicPr>
        <p:blipFill>
          <a:blip xmlns:r="http://schemas.openxmlformats.org/officeDocument/2006/relationships" xmlns:a="http://schemas.openxmlformats.org/drawingml/2006/main" r:embed="R53a62e19a89941d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7E2165D-3BC1-4B24-AD38-8EF7F2076BF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476C0B5-371E-4BA1-B9B0-C20AE2D94D5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2D9F4659-F31F-49EB-B152-62C2C6D680B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8C17F9B-7163-4C98-8434-8A25F23FD77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E0D88007-57BA-4B8D-93E6-6C3BF00EBF6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메테인 연소열 구하기</a:t>
            </a:r>
          </a:p>
        </p:txBody>
      </p:sp>
      <p:sp>
        <p:nvSpPr>
          <p:cNvPr id="7" name="반응식·수식">
            <a:extLst xmlns:a="http://schemas.openxmlformats.org/drawingml/2006/main">
              <a:ext uri="{FF2B5EF4-FFF2-40B4-BE49-F238E27FC236}">
                <a16:creationId xmlns:a16="http://schemas.microsoft.com/office/drawing/2014/main" id="{EE193065-2E1B-4D69-B0D5-D787D7F1B972}"/>
              </a:ext>
            </a:extLst>
          </p:cNvPr>
          <p:cNvSpPr>
            <a:spLocks xmlns:a="http://schemas.openxmlformats.org/drawingml/2006/main" noGrp="1"/>
          </p:cNvSpPr>
          <p:nvPr/>
        </p:nvSpPr>
        <p:spPr>
          <a:xfrm xmlns:a="http://schemas.openxmlformats.org/drawingml/2006/main">
            <a:off x="2247900" y="3838575"/>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CH₄</a:t>
            </a:r>
            <a:r>
              <a:t>(</a:t>
            </a:r>
            <a:r>
              <a:rPr i="1">
                <a:latin typeface="Pretendard"/>
                <a:ea typeface="Pretendard"/>
                <a:cs typeface="Pretendard"/>
              </a:rPr>
              <a:t>g</a:t>
            </a:r>
            <a:r>
              <a:t>) + 2O₂</a:t>
            </a:r>
            <a:r>
              <a:t>(</a:t>
            </a:r>
            <a:r>
              <a:rPr i="1">
                <a:latin typeface="Pretendard"/>
                <a:ea typeface="Pretendard"/>
                <a:cs typeface="Pretendard"/>
              </a:rPr>
              <a:t>g</a:t>
            </a:r>
            <a:r>
              <a:t>) → CO₂</a:t>
            </a:r>
            <a:r>
              <a:t>(</a:t>
            </a:r>
            <a:r>
              <a:rPr i="1">
                <a:latin typeface="Pretendard"/>
                <a:ea typeface="Pretendard"/>
                <a:cs typeface="Pretendard"/>
              </a:rPr>
              <a:t>g</a:t>
            </a:r>
            <a:r>
              <a:t>) + 2H₂O</a:t>
            </a:r>
            <a:r>
              <a:t>(</a:t>
            </a:r>
            <a:r>
              <a:rPr i="1">
                <a:latin typeface="Pretendard"/>
                <a:ea typeface="Pretendard"/>
                <a:cs typeface="Pretendard"/>
              </a:rPr>
              <a:t>l</a:t>
            </a:r>
            <a:r>
              <a:t>)</a:t>
            </a:r>
          </a:p>
        </p:txBody>
      </p:sp>
      <p:graphicFrame>
        <p:nvGraphicFramePr>
          <p:cNvPr id="8" name="">
            <a:extLst xmlns:a="http://schemas.openxmlformats.org/drawingml/2006/main">
              <a:ext uri="{FF2B5EF4-FFF2-40B4-BE49-F238E27FC236}">
                <a16:creationId xmlns:a16="http://schemas.microsoft.com/office/drawing/2014/main" id="{A8B8FE56-A505-4941-B0B0-AF66BD492936}"/>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Δ</a:t>
                      </a:r>
                      <a:r>
                        <a:rPr sz="3000" b="1">
                          <a:solidFill>
                            <a:srgbClr val="FFFFFF"/>
                          </a:solidFill>
                          <a:latin typeface="Pretendard"/>
                          <a:ea typeface="Pretendard"/>
                          <a:cs typeface="Pretendard"/>
                        </a:rPr>
                        <a:t>f</a:t>
                      </a:r>
                      <a:r>
                        <a:rPr sz="3000" b="1" i="1">
                          <a:solidFill>
                            <a:srgbClr val="FFFFFF"/>
                          </a:solidFill>
                          <a:latin typeface="Pretendard"/>
                          <a:ea typeface="Pretendard"/>
                          <a:cs typeface="Pretendard"/>
                        </a:rPr>
                        <a:t>H</a:t>
                      </a:r>
                      <a:r>
                        <a:rPr sz="3000" b="1">
                          <a:solidFill>
                            <a:srgbClr val="FFFFFF"/>
                          </a:solidFill>
                          <a:latin typeface="Pretendard"/>
                          <a:ea typeface="Pretendard"/>
                          <a:cs typeface="Pretendard"/>
                        </a:rPr>
                        <a:t>° (kJ/mol)</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68B50A56-94E0-433D-A97F-E0721943ABF7}"/>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57B0E8E2-B42B-4091-B46A-03C48CDB684C}"/>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80528C36-692C-40E9-94A3-95AC6EF185F6}"/>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34BCA78C-CBEC-4CE7-BC21-B39936590AD0}"/>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대입 계산">
            <a:extLst xmlns:a="http://schemas.openxmlformats.org/drawingml/2006/main">
              <a:ext uri="{FF2B5EF4-FFF2-40B4-BE49-F238E27FC236}">
                <a16:creationId xmlns:a16="http://schemas.microsoft.com/office/drawing/2014/main" id="{8D3492B0-4463-489B-B143-EAC6237CAB31}"/>
              </a:ext>
            </a:extLst>
          </p:cNvPr>
          <p:cNvSpPr>
            <a:spLocks xmlns:a="http://schemas.openxmlformats.org/drawingml/2006/main" noGrp="1"/>
          </p:cNvSpPr>
          <p:nvPr/>
        </p:nvSpPr>
        <p:spPr>
          <a:xfrm xmlns:a="http://schemas.openxmlformats.org/drawingml/2006/main">
            <a:off x="1828800" y="7200900"/>
            <a:ext cx="14639925" cy="952500"/>
          </a:xfrm>
          <a:prstGeom xmlns:a="http://schemas.openxmlformats.org/drawingml/2006/main" prst="roundRect">
            <a:avLst>
              <a:gd name="adj" fmla="val 16000"/>
            </a:avLst>
          </a:prstGeom>
          <a:solidFill xmlns:a="http://schemas.openxmlformats.org/drawingml/2006/main">
            <a:srgbClr val="F5F5F5"/>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1729A7C4-ED95-47B5-8539-1582331168D2}"/>
              </a:ext>
            </a:extLst>
          </p:cNvPr>
          <p:cNvSpPr>
            <a:spLocks xmlns:a="http://schemas.openxmlformats.org/drawingml/2006/main" noGrp="1"/>
          </p:cNvSpPr>
          <p:nvPr/>
        </p:nvSpPr>
        <p:spPr>
          <a:xfrm xmlns:a="http://schemas.openxmlformats.org/drawingml/2006/main">
            <a:off x="2247900" y="72961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 = [−393.5 + 2 × (−285.8)] − [−74.8 + 2 × 0]</a:t>
            </a:r>
          </a:p>
        </p:txBody>
      </p:sp>
      <p:sp>
        <p:nvSpPr>
          <p:cNvPr id="15" name="해석·결론">
            <a:extLst xmlns:a="http://schemas.openxmlformats.org/drawingml/2006/main">
              <a:ext uri="{FF2B5EF4-FFF2-40B4-BE49-F238E27FC236}">
                <a16:creationId xmlns:a16="http://schemas.microsoft.com/office/drawing/2014/main" id="{45F71F78-D202-4A7B-912B-63758027117D}"/>
              </a:ext>
            </a:extLst>
          </p:cNvPr>
          <p:cNvSpPr>
            <a:spLocks xmlns:a="http://schemas.openxmlformats.org/drawingml/2006/main" noGrp="1"/>
          </p:cNvSpPr>
          <p:nvPr/>
        </p:nvSpPr>
        <p:spPr>
          <a:xfrm xmlns:a="http://schemas.openxmlformats.org/drawingml/2006/main">
            <a:off x="1828800" y="85534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B8094FD4-302D-4EAC-A32F-567B74781BF7}"/>
              </a:ext>
            </a:extLst>
          </p:cNvPr>
          <p:cNvSpPr>
            <a:spLocks xmlns:a="http://schemas.openxmlformats.org/drawingml/2006/main" noGrp="1"/>
          </p:cNvSpPr>
          <p:nvPr/>
        </p:nvSpPr>
        <p:spPr>
          <a:xfrm xmlns:a="http://schemas.openxmlformats.org/drawingml/2006/main">
            <a:off x="2143125" y="86296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−890.3 kJ</a:t>
            </a:r>
          </a:p>
        </p:txBody>
      </p:sp>
    </p:spTree>
    <p:extLst>
      <p:ext uri="{BB962C8B-B14F-4D97-AF65-F5344CB8AC3E}">
        <p14:creationId xmlns:p14="http://schemas.microsoft.com/office/powerpoint/2010/main" val="170658682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CC006A77-C98C-4D49-9A13-C8AE295DD9BF}"/>
              </a:ext>
            </a:extLst>
          </p:cNvPr>
          <p:cNvPicPr>
            <a:picLocks xmlns:a="http://schemas.openxmlformats.org/drawingml/2006/main" noChangeAspect="1"/>
          </p:cNvPicPr>
          <p:nvPr/>
        </p:nvPicPr>
        <p:blipFill>
          <a:blip xmlns:r="http://schemas.openxmlformats.org/officeDocument/2006/relationships" xmlns:a="http://schemas.openxmlformats.org/drawingml/2006/main" r:embed="R3f1d03e47d04428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B1677C9-B956-4BA8-8065-2B98012664D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1CAB703-D7F3-46AF-AAD3-65649EBFBC9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388DC18-A05F-4917-8C9A-E12029147FE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DABE9E7-CBAD-469A-BBC6-C68842DDCF2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133BEAD8-71E4-455D-A38D-FC725E6CE86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8CB601BE-155F-413B-A2E1-CA7C74DF4BEB}"/>
              </a:ext>
            </a:extLst>
          </p:cNvPr>
          <p:cNvPicPr>
            <a:picLocks xmlns:a="http://schemas.openxmlformats.org/drawingml/2006/main" noChangeAspect="1"/>
          </p:cNvPicPr>
          <p:nvPr/>
        </p:nvPicPr>
        <p:blipFill>
          <a:blip xmlns:r="http://schemas.openxmlformats.org/officeDocument/2006/relationships" xmlns:a="http://schemas.openxmlformats.org/drawingml/2006/main" r:embed="R7366320453984e73"/>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551256F9-DD30-4620-A19C-0AC85CFA51A9}"/>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기화 반응</a:t>
            </a:r>
          </a:p>
        </p:txBody>
      </p:sp>
      <p:sp>
        <p:nvSpPr>
          <p:cNvPr id="9" name="반응식·수식">
            <a:extLst xmlns:a="http://schemas.openxmlformats.org/drawingml/2006/main">
              <a:ext uri="{FF2B5EF4-FFF2-40B4-BE49-F238E27FC236}">
                <a16:creationId xmlns:a16="http://schemas.microsoft.com/office/drawing/2014/main" id="{2CA45ADD-8F89-4ED3-A908-92FF5A138345}"/>
              </a:ext>
            </a:extLst>
          </p:cNvPr>
          <p:cNvSpPr>
            <a:spLocks xmlns:a="http://schemas.openxmlformats.org/drawingml/2006/main" noGrp="1"/>
          </p:cNvSpPr>
          <p:nvPr/>
        </p:nvSpPr>
        <p:spPr>
          <a:xfrm xmlns:a="http://schemas.openxmlformats.org/drawingml/2006/main">
            <a:off x="9810750" y="521970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H₂O</a:t>
            </a:r>
            <a:r>
              <a:t>(</a:t>
            </a:r>
            <a:r>
              <a:rPr i="1">
                <a:latin typeface="Pretendard"/>
                <a:ea typeface="Pretendard"/>
                <a:cs typeface="Pretendard"/>
              </a:rPr>
              <a:t>l</a:t>
            </a:r>
            <a:r>
              <a:t>) → H₂O</a:t>
            </a:r>
            <a:r>
              <a:t>(</a:t>
            </a:r>
            <a:r>
              <a:rPr i="1">
                <a:latin typeface="Pretendard"/>
                <a:ea typeface="Pretendard"/>
                <a:cs typeface="Pretendard"/>
              </a:rPr>
              <a:t>g</a:t>
            </a:r>
            <a:r>
              <a:t>)</a:t>
            </a:r>
          </a:p>
        </p:txBody>
      </p:sp>
      <p:sp>
        <p:nvSpPr>
          <p:cNvPr id="10" name="반응식·수식">
            <a:extLst xmlns:a="http://schemas.openxmlformats.org/drawingml/2006/main">
              <a:ext uri="{FF2B5EF4-FFF2-40B4-BE49-F238E27FC236}">
                <a16:creationId xmlns:a16="http://schemas.microsoft.com/office/drawing/2014/main" id="{9D060ADA-4978-43D1-9CAD-9BFA6542DAEF}"/>
              </a:ext>
            </a:extLst>
          </p:cNvPr>
          <p:cNvSpPr>
            <a:spLocks xmlns:a="http://schemas.openxmlformats.org/drawingml/2006/main" noGrp="1"/>
          </p:cNvSpPr>
          <p:nvPr/>
        </p:nvSpPr>
        <p:spPr>
          <a:xfrm xmlns:a="http://schemas.openxmlformats.org/drawingml/2006/main">
            <a:off x="9810750" y="6410325"/>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Δ</a:t>
            </a:r>
            <a:r>
              <a:rPr i="1">
                <a:latin typeface="Pretendard"/>
                <a:ea typeface="Pretendard"/>
                <a:cs typeface="Pretendard"/>
              </a:rPr>
              <a:t>H</a:t>
            </a:r>
            <a:r>
              <a:t> = −241.8 − (−285.8)</a:t>
            </a:r>
          </a:p>
        </p:txBody>
      </p:sp>
      <p:sp>
        <p:nvSpPr>
          <p:cNvPr id="11" name="반응식·수식">
            <a:extLst xmlns:a="http://schemas.openxmlformats.org/drawingml/2006/main">
              <a:ext uri="{FF2B5EF4-FFF2-40B4-BE49-F238E27FC236}">
                <a16:creationId xmlns:a16="http://schemas.microsoft.com/office/drawing/2014/main" id="{9E207A77-88CA-4432-AF98-B036C60B80CB}"/>
              </a:ext>
            </a:extLst>
          </p:cNvPr>
          <p:cNvSpPr>
            <a:spLocks xmlns:a="http://schemas.openxmlformats.org/drawingml/2006/main" noGrp="1"/>
          </p:cNvSpPr>
          <p:nvPr/>
        </p:nvSpPr>
        <p:spPr>
          <a:xfrm xmlns:a="http://schemas.openxmlformats.org/drawingml/2006/main">
            <a:off x="9810750" y="72199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57962F"/>
                </a:solidFill>
                <a:latin typeface="Pretendard"/>
                <a:ea typeface="Pretendard"/>
                <a:cs typeface="Pretendard"/>
              </a:defRPr>
            </a:defPPr>
            <a:lvl1pPr algn="l">
              <a:defRPr sz="4200" b="1">
                <a:solidFill>
                  <a:srgbClr val="57962F"/>
                </a:solidFill>
                <a:latin typeface="Pretendard"/>
                <a:ea typeface="Pretendard"/>
                <a:cs typeface="Pretendard"/>
              </a:defRPr>
            </a:lvl1pPr>
            <a:lvl2pPr algn="l">
              <a:defRPr sz="4200" b="1">
                <a:solidFill>
                  <a:srgbClr val="57962F"/>
                </a:solidFill>
                <a:latin typeface="Pretendard"/>
                <a:ea typeface="Pretendard"/>
                <a:cs typeface="Pretendard"/>
              </a:defRPr>
            </a:lvl2pPr>
            <a:lvl3pPr algn="l">
              <a:defRPr sz="4200" b="1">
                <a:solidFill>
                  <a:srgbClr val="57962F"/>
                </a:solidFill>
                <a:latin typeface="Pretendard"/>
                <a:ea typeface="Pretendard"/>
                <a:cs typeface="Pretendard"/>
              </a:defRPr>
            </a:lvl3pPr>
            <a:lvl4pPr algn="l">
              <a:defRPr sz="4200" b="1">
                <a:solidFill>
                  <a:srgbClr val="57962F"/>
                </a:solidFill>
                <a:latin typeface="Pretendard"/>
                <a:ea typeface="Pretendard"/>
                <a:cs typeface="Pretendard"/>
              </a:defRPr>
            </a:lvl4pPr>
            <a:lvl5pPr algn="l">
              <a:defRPr sz="4200" b="1">
                <a:solidFill>
                  <a:srgbClr val="57962F"/>
                </a:solidFill>
                <a:latin typeface="Pretendard"/>
                <a:ea typeface="Pretendard"/>
                <a:cs typeface="Pretendard"/>
              </a:defRPr>
            </a:lvl5pPr>
            <a:lvl6pPr algn="l">
              <a:defRPr sz="4200" b="1">
                <a:solidFill>
                  <a:srgbClr val="57962F"/>
                </a:solidFill>
                <a:latin typeface="Pretendard"/>
                <a:ea typeface="Pretendard"/>
                <a:cs typeface="Pretendard"/>
              </a:defRPr>
            </a:lvl6pPr>
            <a:lvl7pPr algn="l">
              <a:defRPr sz="4200" b="1">
                <a:solidFill>
                  <a:srgbClr val="57962F"/>
                </a:solidFill>
                <a:latin typeface="Pretendard"/>
                <a:ea typeface="Pretendard"/>
                <a:cs typeface="Pretendard"/>
              </a:defRPr>
            </a:lvl7pPr>
            <a:lvl8pPr algn="l">
              <a:defRPr sz="4200" b="1">
                <a:solidFill>
                  <a:srgbClr val="57962F"/>
                </a:solidFill>
                <a:latin typeface="Pretendard"/>
                <a:ea typeface="Pretendard"/>
                <a:cs typeface="Pretendard"/>
              </a:defRPr>
            </a:lvl8pPr>
            <a:lvl9pPr algn="l">
              <a:defRPr sz="4200" b="1">
                <a:solidFill>
                  <a:srgbClr val="57962F"/>
                </a:solidFill>
                <a:latin typeface="Pretendard"/>
                <a:ea typeface="Pretendard"/>
                <a:cs typeface="Pretendard"/>
              </a:defRPr>
            </a:lvl9pPr>
          </a:lstStyle>
          <a:p xmlns:a="http://schemas.openxmlformats.org/drawingml/2006/main">
            <a:pPr algn="l">
              <a:defRPr sz="4200" b="1">
                <a:solidFill>
                  <a:srgbClr val="57962F"/>
                </a:solidFill>
                <a:latin typeface="Pretendard"/>
                <a:ea typeface="Pretendard"/>
                <a:cs typeface="Pretendard"/>
              </a:defRPr>
            </a:pPr>
            <a:r>
              <a:t>= +44.0 kJ</a:t>
            </a:r>
          </a:p>
        </p:txBody>
      </p:sp>
      <p:sp>
        <p:nvSpPr>
          <p:cNvPr id="12" name="해석·결론">
            <a:extLst xmlns:a="http://schemas.openxmlformats.org/drawingml/2006/main">
              <a:ext uri="{FF2B5EF4-FFF2-40B4-BE49-F238E27FC236}">
                <a16:creationId xmlns:a16="http://schemas.microsoft.com/office/drawing/2014/main" id="{1CF58360-8CBB-44F4-91FF-DE88DCE419BE}"/>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02158235-04DE-4832-8A6A-7D5379501B77}"/>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기화는 열을 흡수하므로 </a:t>
            </a:r>
            <a:r>
              <a:t>Δ</a:t>
            </a:r>
            <a:r>
              <a:rPr i="1">
                <a:latin typeface="Pretendard"/>
                <a:ea typeface="Pretendard"/>
                <a:cs typeface="Pretendard"/>
              </a:rPr>
              <a:t>H</a:t>
            </a:r>
            <a:r>
              <a:t> &gt; 0</a:t>
            </a:r>
          </a:p>
        </p:txBody>
      </p:sp>
    </p:spTree>
    <p:extLst>
      <p:ext uri="{BB962C8B-B14F-4D97-AF65-F5344CB8AC3E}">
        <p14:creationId xmlns:p14="http://schemas.microsoft.com/office/powerpoint/2010/main" val="126914569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A50A15DD-99E0-4284-A66B-E638C439E813}"/>
              </a:ext>
            </a:extLst>
          </p:cNvPr>
          <p:cNvPicPr>
            <a:picLocks xmlns:a="http://schemas.openxmlformats.org/drawingml/2006/main" noChangeAspect="1"/>
          </p:cNvPicPr>
          <p:nvPr/>
        </p:nvPicPr>
        <p:blipFill>
          <a:blip xmlns:r="http://schemas.openxmlformats.org/officeDocument/2006/relationships" xmlns:a="http://schemas.openxmlformats.org/drawingml/2006/main" r:embed="R647cbb670756495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085C9D8-E096-4240-8185-A9D896B8D84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454B3A2-8D0E-4DD4-AB28-A31151D14E1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A48BCC54-9060-4535-BF82-4FCE301E395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B2F7026-66EB-4945-BFA5-86871C605C3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D000F185-52B3-45B4-A0E0-B0BE8ED7040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계산의 확인점</a:t>
            </a:r>
          </a:p>
        </p:txBody>
      </p:sp>
      <p:graphicFrame>
        <p:nvGraphicFramePr>
          <p:cNvPr id="7" name="">
            <a:extLst xmlns:a="http://schemas.openxmlformats.org/drawingml/2006/main">
              <a:ext uri="{FF2B5EF4-FFF2-40B4-BE49-F238E27FC236}">
                <a16:creationId xmlns:a16="http://schemas.microsoft.com/office/drawing/2014/main" id="{9AFE0458-8C0C-4F05-BA44-6EA5009B2D50}"/>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4000500"/>
                <a:gridCol w="10639425"/>
              </a:tblGrid>
              <a:tr h="1047750">
                <a:tc>
                  <a:txBody>
                    <a:bodyPr wrap="none" lIns="114300" tIns="114300" rIns="114300" bIns="114300"/>
                    <a:lstStyle/>
                    <a:p>
                      <a:pPr algn="ctr"/>
                      <a:r>
                        <a:rPr sz="3300" b="1">
                          <a:solidFill>
                            <a:srgbClr val="FFFFFF"/>
                          </a:solidFill>
                          <a:latin typeface="Pretendard"/>
                          <a:ea typeface="Pretendard"/>
                          <a:cs typeface="Pretendard"/>
                        </a:rPr>
                        <a:t>확인 대상</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확인할 내용</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기준</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생성되는 물질 1 mol인가?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원소·상태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기준 원소와 물질의 상태가 맞는가?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계수·단위</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계수를 곱하고 단위를 구분했는가?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BE3A354C-3324-401A-A7DE-6EB56DBC0049}"/>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7B977489-1FAF-44F5-998E-B550A988DDCB}"/>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1E45A9F2-4825-4B0A-9869-96DD57C68898}"/>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FBD838B5-C92F-4B49-87C4-4E138E2F0687}"/>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1636329374"/>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FA615A56-F2D5-41BF-8768-CB1CE2FAD61B}"/>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4F24E19B-7DED-400E-A51A-A38E2503F466}"/>
              </a:ext>
            </a:extLst>
          </p:cNvPr>
          <p:cNvPicPr>
            <a:picLocks xmlns:a="http://schemas.openxmlformats.org/drawingml/2006/main" noChangeAspect="1"/>
          </p:cNvPicPr>
          <p:nvPr/>
        </p:nvPicPr>
        <p:blipFill>
          <a:blip xmlns:r="http://schemas.openxmlformats.org/officeDocument/2006/relationships" xmlns:a="http://schemas.openxmlformats.org/drawingml/2006/main" r:embed="Rb3f2731f8fbc435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7B444F07-E889-488C-8BC9-46FF49FA85D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6CFDF4F5-1F3C-40F3-BF89-5AE68DF6F49E}"/>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5" name="text">
            <a:extLst xmlns:a="http://schemas.openxmlformats.org/drawingml/2006/main">
              <a:ext uri="{FF2B5EF4-FFF2-40B4-BE49-F238E27FC236}">
                <a16:creationId xmlns:a16="http://schemas.microsoft.com/office/drawing/2014/main" id="{EC36E9F1-FA73-4B7C-8AFF-6295211B6B92}"/>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6" name="text">
            <a:extLst xmlns:a="http://schemas.openxmlformats.org/drawingml/2006/main">
              <a:ext uri="{FF2B5EF4-FFF2-40B4-BE49-F238E27FC236}">
                <a16:creationId xmlns:a16="http://schemas.microsoft.com/office/drawing/2014/main" id="{4F80C024-1CF1-4973-9B73-757BC82F41E3}"/>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154885578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2F27BDD0-6473-450E-89AE-80ED7C0685B2}"/>
              </a:ext>
            </a:extLst>
          </p:cNvPr>
          <p:cNvPicPr>
            <a:picLocks xmlns:a="http://schemas.openxmlformats.org/drawingml/2006/main" noChangeAspect="1"/>
          </p:cNvPicPr>
          <p:nvPr/>
        </p:nvPicPr>
        <p:blipFill>
          <a:blip xmlns:r="http://schemas.openxmlformats.org/officeDocument/2006/relationships" xmlns:a="http://schemas.openxmlformats.org/drawingml/2006/main" r:embed="R579bb241984b464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8E51EF6-97CA-440C-A5A1-5E70A679A12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18F7303-7281-4996-AFB0-AD6D9DB7F93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137C62E-971B-4504-8548-B8A8C441E1E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9B5995D-645E-4698-AFB9-A05EB90BC05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D53A226D-71C8-4036-BE75-25A2FFD720F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9CB7AB6E-61C7-4B92-85CD-D30905C86B8C}"/>
              </a:ext>
            </a:extLst>
          </p:cNvPr>
          <p:cNvPicPr>
            <a:picLocks xmlns:a="http://schemas.openxmlformats.org/drawingml/2006/main" noChangeAspect="1"/>
          </p:cNvPicPr>
          <p:nvPr/>
        </p:nvPicPr>
        <p:blipFill>
          <a:blip xmlns:r="http://schemas.openxmlformats.org/officeDocument/2006/relationships" xmlns:a="http://schemas.openxmlformats.org/drawingml/2006/main" r:embed="Re79115c954fa40de"/>
          <a:stretch xmlns:a="http://schemas.openxmlformats.org/drawingml/2006/main"/>
        </p:blipFill>
        <p:spPr>
          <a:xfrm xmlns:a="http://schemas.openxmlformats.org/drawingml/2006/main">
            <a:off x="2381250" y="4349750"/>
            <a:ext cx="4000500" cy="444500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2E76B6E0-E2BF-4F89-949F-F5AA3E610AD7}"/>
              </a:ext>
            </a:extLst>
          </p:cNvPr>
          <p:cNvSpPr>
            <a:spLocks xmlns:a="http://schemas.openxmlformats.org/drawingml/2006/main" noGrp="1"/>
          </p:cNvSpPr>
          <p:nvPr/>
        </p:nvSpPr>
        <p:spPr>
          <a:xfrm xmlns:a="http://schemas.openxmlformats.org/drawingml/2006/main">
            <a:off x="7810500" y="4362450"/>
            <a:ext cx="895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Ⅰ: 용해 → 중화</a:t>
            </a:r>
          </a:p>
        </p:txBody>
      </p:sp>
      <p:sp>
        <p:nvSpPr>
          <p:cNvPr id="9" name="반응식·수식">
            <a:extLst xmlns:a="http://schemas.openxmlformats.org/drawingml/2006/main">
              <a:ext uri="{FF2B5EF4-FFF2-40B4-BE49-F238E27FC236}">
                <a16:creationId xmlns:a16="http://schemas.microsoft.com/office/drawing/2014/main" id="{BA232115-1308-4C4D-8228-9BF531477716}"/>
              </a:ext>
            </a:extLst>
          </p:cNvPr>
          <p:cNvSpPr>
            <a:spLocks xmlns:a="http://schemas.openxmlformats.org/drawingml/2006/main" noGrp="1"/>
          </p:cNvSpPr>
          <p:nvPr/>
        </p:nvSpPr>
        <p:spPr>
          <a:xfrm xmlns:a="http://schemas.openxmlformats.org/drawingml/2006/main">
            <a:off x="7810500" y="5076825"/>
            <a:ext cx="8953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NaOH</a:t>
            </a:r>
            <a:r>
              <a:t>(</a:t>
            </a:r>
            <a:r>
              <a:rPr i="1">
                <a:latin typeface="Pretendard"/>
                <a:ea typeface="Pretendard"/>
                <a:cs typeface="Pretendard"/>
              </a:rPr>
              <a:t>s</a:t>
            </a:r>
            <a:r>
              <a:t>) → NaOH</a:t>
            </a:r>
            <a:r>
              <a:t>(</a:t>
            </a:r>
            <a:r>
              <a:rPr i="1">
                <a:latin typeface="Pretendard"/>
                <a:ea typeface="Pretendard"/>
                <a:cs typeface="Pretendard"/>
              </a:rPr>
              <a:t>aq</a:t>
            </a:r>
            <a:r>
              <a:t>)</a:t>
            </a:r>
          </a:p>
        </p:txBody>
      </p:sp>
      <p:sp>
        <p:nvSpPr>
          <p:cNvPr id="10" name="반응식·수식">
            <a:extLst xmlns:a="http://schemas.openxmlformats.org/drawingml/2006/main">
              <a:ext uri="{FF2B5EF4-FFF2-40B4-BE49-F238E27FC236}">
                <a16:creationId xmlns:a16="http://schemas.microsoft.com/office/drawing/2014/main" id="{76C41817-6F41-4530-A60F-EED8F4D90D40}"/>
              </a:ext>
            </a:extLst>
          </p:cNvPr>
          <p:cNvSpPr>
            <a:spLocks xmlns:a="http://schemas.openxmlformats.org/drawingml/2006/main" noGrp="1"/>
          </p:cNvSpPr>
          <p:nvPr/>
        </p:nvSpPr>
        <p:spPr>
          <a:xfrm xmlns:a="http://schemas.openxmlformats.org/drawingml/2006/main">
            <a:off x="7810500" y="5981700"/>
            <a:ext cx="8953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NaOH</a:t>
            </a:r>
            <a:r>
              <a:t>(</a:t>
            </a:r>
            <a:r>
              <a:rPr i="1">
                <a:latin typeface="Pretendard"/>
                <a:ea typeface="Pretendard"/>
                <a:cs typeface="Pretendard"/>
              </a:rPr>
              <a:t>aq</a:t>
            </a:r>
            <a:r>
              <a:t>) + HCl</a:t>
            </a:r>
            <a:r>
              <a:t>(</a:t>
            </a:r>
            <a:r>
              <a:rPr i="1">
                <a:latin typeface="Pretendard"/>
                <a:ea typeface="Pretendard"/>
                <a:cs typeface="Pretendard"/>
              </a:rPr>
              <a:t>aq</a:t>
            </a:r>
            <a:r>
              <a:t>) → NaCl</a:t>
            </a:r>
            <a:r>
              <a:t>(</a:t>
            </a:r>
            <a:r>
              <a:rPr i="1">
                <a:latin typeface="Pretendard"/>
                <a:ea typeface="Pretendard"/>
                <a:cs typeface="Pretendard"/>
              </a:rPr>
              <a:t>aq</a:t>
            </a:r>
            <a:r>
              <a:t>) + H₂O</a:t>
            </a:r>
            <a:r>
              <a:t>(</a:t>
            </a:r>
            <a:r>
              <a:rPr i="1">
                <a:latin typeface="Pretendard"/>
                <a:ea typeface="Pretendard"/>
                <a:cs typeface="Pretendard"/>
              </a:rPr>
              <a:t>l</a:t>
            </a:r>
            <a:r>
              <a:t>)</a:t>
            </a:r>
          </a:p>
        </p:txBody>
      </p:sp>
      <p:sp>
        <p:nvSpPr>
          <p:cNvPr id="11" name="text">
            <a:extLst xmlns:a="http://schemas.openxmlformats.org/drawingml/2006/main">
              <a:ext uri="{FF2B5EF4-FFF2-40B4-BE49-F238E27FC236}">
                <a16:creationId xmlns:a16="http://schemas.microsoft.com/office/drawing/2014/main" id="{D92C1DA5-E5F8-4E44-B293-87843BF217AA}"/>
              </a:ext>
            </a:extLst>
          </p:cNvPr>
          <p:cNvSpPr>
            <a:spLocks xmlns:a="http://schemas.openxmlformats.org/drawingml/2006/main" noGrp="1"/>
          </p:cNvSpPr>
          <p:nvPr/>
        </p:nvSpPr>
        <p:spPr>
          <a:xfrm xmlns:a="http://schemas.openxmlformats.org/drawingml/2006/main">
            <a:off x="7810500" y="7162800"/>
            <a:ext cx="895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Ⅱ: 고체와 직접 반응</a:t>
            </a:r>
          </a:p>
        </p:txBody>
      </p:sp>
      <p:sp>
        <p:nvSpPr>
          <p:cNvPr id="12" name="반응식·수식">
            <a:extLst xmlns:a="http://schemas.openxmlformats.org/drawingml/2006/main">
              <a:ext uri="{FF2B5EF4-FFF2-40B4-BE49-F238E27FC236}">
                <a16:creationId xmlns:a16="http://schemas.microsoft.com/office/drawing/2014/main" id="{353361DB-656B-46D1-AA43-1805688CFEE8}"/>
              </a:ext>
            </a:extLst>
          </p:cNvPr>
          <p:cNvSpPr>
            <a:spLocks xmlns:a="http://schemas.openxmlformats.org/drawingml/2006/main" noGrp="1"/>
          </p:cNvSpPr>
          <p:nvPr/>
        </p:nvSpPr>
        <p:spPr>
          <a:xfrm xmlns:a="http://schemas.openxmlformats.org/drawingml/2006/main">
            <a:off x="7810500" y="7877175"/>
            <a:ext cx="8953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NaOH</a:t>
            </a:r>
            <a:r>
              <a:t>(</a:t>
            </a:r>
            <a:r>
              <a:rPr i="1">
                <a:latin typeface="Pretendard"/>
                <a:ea typeface="Pretendard"/>
                <a:cs typeface="Pretendard"/>
              </a:rPr>
              <a:t>s</a:t>
            </a:r>
            <a:r>
              <a:t>) + HCl</a:t>
            </a:r>
            <a:r>
              <a:t>(</a:t>
            </a:r>
            <a:r>
              <a:rPr i="1">
                <a:latin typeface="Pretendard"/>
                <a:ea typeface="Pretendard"/>
                <a:cs typeface="Pretendard"/>
              </a:rPr>
              <a:t>aq</a:t>
            </a:r>
            <a:r>
              <a:t>) → NaCl</a:t>
            </a:r>
            <a:r>
              <a:t>(</a:t>
            </a:r>
            <a:r>
              <a:rPr i="1">
                <a:latin typeface="Pretendard"/>
                <a:ea typeface="Pretendard"/>
                <a:cs typeface="Pretendard"/>
              </a:rPr>
              <a:t>aq</a:t>
            </a:r>
            <a:r>
              <a:t>) + H₂O</a:t>
            </a:r>
            <a:r>
              <a:t>(</a:t>
            </a:r>
            <a:r>
              <a:rPr i="1">
                <a:latin typeface="Pretendard"/>
                <a:ea typeface="Pretendard"/>
                <a:cs typeface="Pretendard"/>
              </a:rPr>
              <a:t>l</a:t>
            </a:r>
            <a:r>
              <a:t>)</a:t>
            </a:r>
          </a:p>
        </p:txBody>
      </p:sp>
    </p:spTree>
    <p:extLst>
      <p:ext uri="{BB962C8B-B14F-4D97-AF65-F5344CB8AC3E}">
        <p14:creationId xmlns:p14="http://schemas.microsoft.com/office/powerpoint/2010/main" val="213689101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9C032EB0-C6A5-4223-B39C-1ADB4C7950DE}"/>
              </a:ext>
            </a:extLst>
          </p:cNvPr>
          <p:cNvPicPr>
            <a:picLocks xmlns:a="http://schemas.openxmlformats.org/drawingml/2006/main" noChangeAspect="1"/>
          </p:cNvPicPr>
          <p:nvPr/>
        </p:nvPicPr>
        <p:blipFill>
          <a:blip xmlns:r="http://schemas.openxmlformats.org/officeDocument/2006/relationships" xmlns:a="http://schemas.openxmlformats.org/drawingml/2006/main" r:embed="Rcbdb341ad50448b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EA09A70-AC22-483D-8881-8AB2611107C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05CF1A4-2975-4113-B4ED-7910481C02B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D9D78F56-2CE2-4E3A-91ED-209F8F3ED89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29CE86B-E6C5-496C-B159-9046123D1AE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5911624D-7EC8-44D7-9FC0-DD9D73535B4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조건을 맞추자</a:t>
            </a:r>
          </a:p>
        </p:txBody>
      </p:sp>
      <p:sp>
        <p:nvSpPr>
          <p:cNvPr id="7" name="text">
            <a:extLst xmlns:a="http://schemas.openxmlformats.org/drawingml/2006/main">
              <a:ext uri="{FF2B5EF4-FFF2-40B4-BE49-F238E27FC236}">
                <a16:creationId xmlns:a16="http://schemas.microsoft.com/office/drawing/2014/main" id="{08EFE171-5F9A-49CC-B468-84E26707EFFA}"/>
              </a:ext>
            </a:extLst>
          </p:cNvPr>
          <p:cNvSpPr>
            <a:spLocks xmlns:a="http://schemas.openxmlformats.org/drawingml/2006/main" noGrp="1"/>
          </p:cNvSpPr>
          <p:nvPr/>
        </p:nvSpPr>
        <p:spPr>
          <a:xfrm xmlns:a="http://schemas.openxmlformats.org/drawingml/2006/main">
            <a:off x="1666875" y="3676650"/>
            <a:ext cx="1495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NaOH 8.0 g = 0.200 mol, HCl 1.0 M × 0.200 L = 0.200 mol</a:t>
            </a:r>
          </a:p>
        </p:txBody>
      </p:sp>
      <p:pic>
        <p:nvPicPr>
          <p:cNvPr id="8" name="">
            <a:extLst xmlns:a="http://schemas.openxmlformats.org/drawingml/2006/main">
              <a:ext uri="{FF2B5EF4-FFF2-40B4-BE49-F238E27FC236}">
                <a16:creationId xmlns:a16="http://schemas.microsoft.com/office/drawing/2014/main" id="{8304F803-8ED2-4530-B340-7E0B0C79E053}"/>
              </a:ext>
            </a:extLst>
          </p:cNvPr>
          <p:cNvPicPr>
            <a:picLocks xmlns:a="http://schemas.openxmlformats.org/drawingml/2006/main" noChangeAspect="1"/>
          </p:cNvPicPr>
          <p:nvPr/>
        </p:nvPicPr>
        <p:blipFill>
          <a:blip xmlns:r="http://schemas.openxmlformats.org/officeDocument/2006/relationships" xmlns:a="http://schemas.openxmlformats.org/drawingml/2006/main" r:embed="R7c70d46d632f4896"/>
          <a:stretch xmlns:a="http://schemas.openxmlformats.org/drawingml/2006/main"/>
        </p:blipFill>
        <p:spPr>
          <a:xfrm xmlns:a="http://schemas.openxmlformats.org/drawingml/2006/main">
            <a:off x="1828800" y="4771334"/>
            <a:ext cx="9286875" cy="303033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3639DC30-35D1-415E-B89B-5B078390A653}"/>
              </a:ext>
            </a:extLst>
          </p:cNvPr>
          <p:cNvPicPr>
            <a:picLocks xmlns:a="http://schemas.openxmlformats.org/drawingml/2006/main" noChangeAspect="1"/>
          </p:cNvPicPr>
          <p:nvPr/>
        </p:nvPicPr>
        <p:blipFill>
          <a:blip xmlns:r="http://schemas.openxmlformats.org/officeDocument/2006/relationships" xmlns:a="http://schemas.openxmlformats.org/drawingml/2006/main" r:embed="Rcbebfd2036954081"/>
          <a:stretch xmlns:a="http://schemas.openxmlformats.org/drawingml/2006/main"/>
        </p:blipFill>
        <p:spPr>
          <a:xfrm xmlns:a="http://schemas.openxmlformats.org/drawingml/2006/main">
            <a:off x="11525250" y="4779104"/>
            <a:ext cx="4619625" cy="3014792"/>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C661D7A6-E815-4705-91CE-56BA44E5E9B2}"/>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F99137C3-5976-41A3-A6C1-9717FD9DC791}"/>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B79CAB4E-95E1-402B-A130-851DBCB1AEEA}"/>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56BE5FC3-E231-4E15-80A7-963A0EEDAF3D}"/>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spTree>
    <p:extLst>
      <p:ext uri="{BB962C8B-B14F-4D97-AF65-F5344CB8AC3E}">
        <p14:creationId xmlns:p14="http://schemas.microsoft.com/office/powerpoint/2010/main" val="271264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DBD6E4D4-ABC9-4F46-9C19-BEBE5331EEFB}"/>
              </a:ext>
            </a:extLst>
          </p:cNvPr>
          <p:cNvPicPr>
            <a:picLocks xmlns:a="http://schemas.openxmlformats.org/drawingml/2006/main" noChangeAspect="1"/>
          </p:cNvPicPr>
          <p:nvPr/>
        </p:nvPicPr>
        <p:blipFill>
          <a:blip xmlns:r="http://schemas.openxmlformats.org/officeDocument/2006/relationships" xmlns:a="http://schemas.openxmlformats.org/drawingml/2006/main" r:embed="Rf3264a3726844f1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8F2A707-2624-438C-B03B-A76607F823B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41D8C32-1890-4BD9-A4D9-6112E2D74BB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7FA884C2-9BBF-429B-AEF6-42AA0BF8A07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54A4B1D-A4EE-4EDA-9890-17970E137CD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B7D36D3E-C80B-4EFE-8ED7-5757E5BB9F7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용액이 얻은 열에서 반응열로</a:t>
            </a:r>
          </a:p>
        </p:txBody>
      </p:sp>
      <p:sp>
        <p:nvSpPr>
          <p:cNvPr id="7" name="rich">
            <a:extLst xmlns:a="http://schemas.openxmlformats.org/drawingml/2006/main">
              <a:ext uri="{FF2B5EF4-FFF2-40B4-BE49-F238E27FC236}">
                <a16:creationId xmlns:a16="http://schemas.microsoft.com/office/drawing/2014/main" id="{C8CE9C0C-BCF4-4211-BC99-A81F7B0DF1AE}"/>
              </a:ext>
            </a:extLst>
          </p:cNvPr>
          <p:cNvSpPr>
            <a:spLocks xmlns:a="http://schemas.openxmlformats.org/drawingml/2006/main" noGrp="1"/>
          </p:cNvSpPr>
          <p:nvPr/>
        </p:nvSpPr>
        <p:spPr>
          <a:xfrm xmlns:a="http://schemas.openxmlformats.org/drawingml/2006/main">
            <a:off x="1905000" y="3886200"/>
            <a:ext cx="1447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Q용액 = c × m × Δt</a:t>
            </a:r>
          </a:p>
        </p:txBody>
      </p:sp>
      <p:sp>
        <p:nvSpPr>
          <p:cNvPr id="8" name="설명·계산 행 1">
            <a:extLst xmlns:a="http://schemas.openxmlformats.org/drawingml/2006/main">
              <a:ext uri="{FF2B5EF4-FFF2-40B4-BE49-F238E27FC236}">
                <a16:creationId xmlns:a16="http://schemas.microsoft.com/office/drawing/2014/main" id="{82A37559-0CD7-4A38-83D6-AFD5D2FDB7E8}"/>
              </a:ext>
            </a:extLst>
          </p:cNvPr>
          <p:cNvSpPr>
            <a:spLocks xmlns:a="http://schemas.openxmlformats.org/drawingml/2006/main" noGrp="1"/>
          </p:cNvSpPr>
          <p:nvPr/>
        </p:nvSpPr>
        <p:spPr>
          <a:xfrm xmlns:a="http://schemas.openxmlformats.org/drawingml/2006/main">
            <a:off x="1828800" y="5476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D942DB94-9FFF-47E6-A164-0663E499F484}"/>
              </a:ext>
            </a:extLst>
          </p:cNvPr>
          <p:cNvSpPr>
            <a:spLocks xmlns:a="http://schemas.openxmlformats.org/drawingml/2006/main" noGrp="1"/>
          </p:cNvSpPr>
          <p:nvPr/>
        </p:nvSpPr>
        <p:spPr>
          <a:xfrm xmlns:a="http://schemas.openxmlformats.org/drawingml/2006/main">
            <a:off x="2476500" y="5724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 용액의 비열, m: 용액 전체의 질량</a:t>
            </a:r>
          </a:p>
        </p:txBody>
      </p:sp>
      <p:sp>
        <p:nvSpPr>
          <p:cNvPr id="10" name="설명·계산 행 2">
            <a:extLst xmlns:a="http://schemas.openxmlformats.org/drawingml/2006/main">
              <a:ext uri="{FF2B5EF4-FFF2-40B4-BE49-F238E27FC236}">
                <a16:creationId xmlns:a16="http://schemas.microsoft.com/office/drawing/2014/main" id="{B15A054E-9378-477A-8947-0F517FE57567}"/>
              </a:ext>
            </a:extLst>
          </p:cNvPr>
          <p:cNvSpPr>
            <a:spLocks xmlns:a="http://schemas.openxmlformats.org/drawingml/2006/main" noGrp="1"/>
          </p:cNvSpPr>
          <p:nvPr/>
        </p:nvSpPr>
        <p:spPr>
          <a:xfrm xmlns:a="http://schemas.openxmlformats.org/drawingml/2006/main">
            <a:off x="1828800" y="7000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8BCAB71D-7F6B-47E6-A200-A4281C956E94}"/>
              </a:ext>
            </a:extLst>
          </p:cNvPr>
          <p:cNvSpPr>
            <a:spLocks xmlns:a="http://schemas.openxmlformats.org/drawingml/2006/main" noGrp="1"/>
          </p:cNvSpPr>
          <p:nvPr/>
        </p:nvSpPr>
        <p:spPr>
          <a:xfrm xmlns:a="http://schemas.openxmlformats.org/drawingml/2006/main">
            <a:off x="2476500" y="7248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Δt = 나중 온도 − 처음 온도</a:t>
            </a:r>
          </a:p>
        </p:txBody>
      </p:sp>
      <p:sp>
        <p:nvSpPr>
          <p:cNvPr id="12" name="해석·결론">
            <a:extLst xmlns:a="http://schemas.openxmlformats.org/drawingml/2006/main">
              <a:ext uri="{FF2B5EF4-FFF2-40B4-BE49-F238E27FC236}">
                <a16:creationId xmlns:a16="http://schemas.microsoft.com/office/drawing/2014/main" id="{00FF50B1-8F35-40CF-91D4-72B42F6F0503}"/>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5F4B78DE-D2CC-4DB9-9EBD-1710A98CAB4D}"/>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온도 상승: Q용액 &gt; 0, 반응의 </a:t>
            </a:r>
            <a:r>
              <a:t>Δ</a:t>
            </a:r>
            <a:r>
              <a:rPr i="1">
                <a:latin typeface="Pretendard"/>
                <a:ea typeface="Pretendard"/>
                <a:cs typeface="Pretendard"/>
              </a:rPr>
              <a:t>H</a:t>
            </a:r>
            <a:r>
              <a:t> &lt; 0</a:t>
            </a:r>
          </a:p>
        </p:txBody>
      </p:sp>
    </p:spTree>
    <p:extLst>
      <p:ext uri="{BB962C8B-B14F-4D97-AF65-F5344CB8AC3E}">
        <p14:creationId xmlns:p14="http://schemas.microsoft.com/office/powerpoint/2010/main" val="113183832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8E6A7C1-431E-4126-B447-24965856C79F}"/>
              </a:ext>
            </a:extLst>
          </p:cNvPr>
          <p:cNvPicPr>
            <a:picLocks xmlns:a="http://schemas.openxmlformats.org/drawingml/2006/main" noChangeAspect="1"/>
          </p:cNvPicPr>
          <p:nvPr/>
        </p:nvPicPr>
        <p:blipFill>
          <a:blip xmlns:r="http://schemas.openxmlformats.org/officeDocument/2006/relationships" xmlns:a="http://schemas.openxmlformats.org/drawingml/2006/main" r:embed="Rfd48971b1b404a4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991185E-F1C1-4B82-A89F-86D0644D6BD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DD42738-A7BA-4742-BCDD-363E6CD3086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523CE112-AEFF-47CE-B584-ED49BA7E905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2723F5C-F8EA-4E4F-B9F8-854DCA5EB6E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CB4DE6C9-B771-4623-89A3-498D83E9EE4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교재의 온도 자료 읽기</a:t>
            </a:r>
          </a:p>
        </p:txBody>
      </p:sp>
      <p:graphicFrame>
        <p:nvGraphicFramePr>
          <p:cNvPr id="7" name="">
            <a:extLst xmlns:a="http://schemas.openxmlformats.org/drawingml/2006/main">
              <a:ext uri="{FF2B5EF4-FFF2-40B4-BE49-F238E27FC236}">
                <a16:creationId xmlns:a16="http://schemas.microsoft.com/office/drawing/2014/main" id="{3B9A3388-2601-41CA-BCC3-21FEC6D702B1}"/>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E9CBC339-9C2C-42D1-8370-D38AD528AA90}"/>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76AD5DC2-7E56-4906-AC19-238BC9911723}"/>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733374ED-6333-4BCF-99B0-4F756045BBB8}"/>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7A129375-B6FE-47D8-8023-975D0796A84A}"/>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4281D02B-B616-4B2E-AD8E-851D39790AB9}"/>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1314286873"/>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F10880F8-054A-4661-A199-476E26350D04}"/>
              </a:ext>
            </a:extLst>
          </p:cNvPr>
          <p:cNvPicPr>
            <a:picLocks xmlns:a="http://schemas.openxmlformats.org/drawingml/2006/main" noChangeAspect="1"/>
          </p:cNvPicPr>
          <p:nvPr/>
        </p:nvPicPr>
        <p:blipFill>
          <a:blip xmlns:r="http://schemas.openxmlformats.org/officeDocument/2006/relationships" xmlns:a="http://schemas.openxmlformats.org/drawingml/2006/main" r:embed="R5fe726dc53d94b7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DF7E4BD-CAF5-4325-AE96-F90987CBEBF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7EC5A26-C4D1-434F-8F46-0BA81B8DDE8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FFFB41E0-9475-4641-B288-1D4823515B9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D83B03C-BF53-4F57-930D-4CC4FDB4517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3D6D728E-A6C5-41B9-8E8C-DDE3BBFA3FD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용해 단계의 반응 엔탈피</a:t>
            </a:r>
          </a:p>
        </p:txBody>
      </p:sp>
      <p:sp>
        <p:nvSpPr>
          <p:cNvPr id="7" name="설명·계산 행 1">
            <a:extLst xmlns:a="http://schemas.openxmlformats.org/drawingml/2006/main">
              <a:ext uri="{FF2B5EF4-FFF2-40B4-BE49-F238E27FC236}">
                <a16:creationId xmlns:a16="http://schemas.microsoft.com/office/drawing/2014/main" id="{07A32E40-C179-47B5-89C9-8DCD54EF9361}"/>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BA2D1407-0736-42F7-903A-A598DBB51241}"/>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Q용액 = 4.2 × 208 × 9.5 = 8299.2 J ≈ 8.30 kJ</a:t>
            </a:r>
          </a:p>
        </p:txBody>
      </p:sp>
      <p:sp>
        <p:nvSpPr>
          <p:cNvPr id="9" name="설명·계산 행 2">
            <a:extLst xmlns:a="http://schemas.openxmlformats.org/drawingml/2006/main">
              <a:ext uri="{FF2B5EF4-FFF2-40B4-BE49-F238E27FC236}">
                <a16:creationId xmlns:a16="http://schemas.microsoft.com/office/drawing/2014/main" id="{FE44CE64-8084-45F1-8D9E-961A5E81578B}"/>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8A663071-D19E-4ABE-93FD-F3F5C4B82826}"/>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NaOH의 양 = 8.0 ÷ 40.0 = 0.200 mol</a:t>
            </a:r>
          </a:p>
        </p:txBody>
      </p:sp>
      <p:sp>
        <p:nvSpPr>
          <p:cNvPr id="11" name="설명·계산 행 3">
            <a:extLst xmlns:a="http://schemas.openxmlformats.org/drawingml/2006/main">
              <a:ext uri="{FF2B5EF4-FFF2-40B4-BE49-F238E27FC236}">
                <a16:creationId xmlns:a16="http://schemas.microsoft.com/office/drawing/2014/main" id="{4357D9A7-D454-4A03-A444-A20810272244}"/>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2AF07EBC-2A44-495D-A30E-015312895C5A}"/>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a:t>
            </a:r>
            <a:r>
              <a:t>Δ</a:t>
            </a:r>
            <a:r>
              <a:rPr i="1">
                <a:latin typeface="Pretendard"/>
                <a:ea typeface="Pretendard"/>
                <a:cs typeface="Pretendard"/>
              </a:rPr>
              <a:t>H</a:t>
            </a:r>
            <a:r>
              <a:t>용해 = −8.30 ÷ 0.200 ≈ −41.50 kJ/mol</a:t>
            </a:r>
          </a:p>
        </p:txBody>
      </p:sp>
    </p:spTree>
    <p:extLst>
      <p:ext uri="{BB962C8B-B14F-4D97-AF65-F5344CB8AC3E}">
        <p14:creationId xmlns:p14="http://schemas.microsoft.com/office/powerpoint/2010/main" val="134389164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62EF2FC9-C957-4DA3-A3A1-6DF4857809FF}"/>
              </a:ext>
            </a:extLst>
          </p:cNvPr>
          <p:cNvPicPr>
            <a:picLocks xmlns:a="http://schemas.openxmlformats.org/drawingml/2006/main" noChangeAspect="1"/>
          </p:cNvPicPr>
          <p:nvPr/>
        </p:nvPicPr>
        <p:blipFill>
          <a:blip xmlns:r="http://schemas.openxmlformats.org/officeDocument/2006/relationships" xmlns:a="http://schemas.openxmlformats.org/drawingml/2006/main" r:embed="R801ac3bc7e19421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E2AAED3-A965-4B1B-844F-09DE4C9F334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AD69E7C-8E96-4DB8-9CC9-4131E4CF5C6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2E345689-6D51-4F23-90E4-45FA9DDFD37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881FDD6-140C-4E4A-BE66-B1019FD1494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D5A9787F-B674-4BAD-BBAB-01881074550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A3C3734A-3417-4304-A496-D7F9628D3FF0}"/>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−41.50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−52.25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−94.25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3CF142AF-094B-4683-A688-91E5EAFB871F}"/>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90BF2FEA-D6B6-4C5B-8DB9-0DFC88BF013B}"/>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18FB58DE-7520-4540-8A4D-DB94B3835FA6}"/>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152A32D9-50FC-48BB-BEE0-2277045887D9}"/>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22C0616B-2A1C-4E52-88DC-466D3F674FB9}"/>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1947738323"/>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0D130C3-11D9-4947-AFAC-58F3BB1AA17C}"/>
              </a:ext>
            </a:extLst>
          </p:cNvPr>
          <p:cNvPicPr>
            <a:picLocks xmlns:a="http://schemas.openxmlformats.org/drawingml/2006/main" noChangeAspect="1"/>
          </p:cNvPicPr>
          <p:nvPr/>
        </p:nvPicPr>
        <p:blipFill>
          <a:blip xmlns:r="http://schemas.openxmlformats.org/officeDocument/2006/relationships" xmlns:a="http://schemas.openxmlformats.org/drawingml/2006/main" r:embed="R35410d9187cb40d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8A808F9-B5BF-46DF-8E0F-3200840E1E6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C3B5CB2-7951-4438-A154-3F103554FCE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F604D1C0-EC27-4B4C-B959-D4919360936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D4349BC-89DC-457A-8A74-6B355BFBB1F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A451CC9E-68AC-4BED-8C36-C238E910C31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실험값은 얼마나 가까울까?</a:t>
            </a:r>
          </a:p>
        </p:txBody>
      </p:sp>
      <p:sp>
        <p:nvSpPr>
          <p:cNvPr id="7" name="설명·계산 행 1">
            <a:extLst xmlns:a="http://schemas.openxmlformats.org/drawingml/2006/main">
              <a:ext uri="{FF2B5EF4-FFF2-40B4-BE49-F238E27FC236}">
                <a16:creationId xmlns:a16="http://schemas.microsoft.com/office/drawing/2014/main" id="{03924CF0-6B06-46B5-9343-D8FACB6A60E6}"/>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F46E63B8-4E44-4CDC-96D8-8DAA26F5F1D5}"/>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단계 합: −41.50 + (−52.25) = −93.75 kJ/mol</a:t>
            </a:r>
          </a:p>
        </p:txBody>
      </p:sp>
      <p:sp>
        <p:nvSpPr>
          <p:cNvPr id="9" name="설명·계산 행 2">
            <a:extLst xmlns:a="http://schemas.openxmlformats.org/drawingml/2006/main">
              <a:ext uri="{FF2B5EF4-FFF2-40B4-BE49-F238E27FC236}">
                <a16:creationId xmlns:a16="http://schemas.microsoft.com/office/drawing/2014/main" id="{5B3183D1-FDE9-455C-B4EF-075ACAEFE5C4}"/>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0EF6E448-DB6C-45DA-9C16-96AB14ECA2C6}"/>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직접 반응: −94.25 kJ/mol</a:t>
            </a:r>
          </a:p>
        </p:txBody>
      </p:sp>
      <p:sp>
        <p:nvSpPr>
          <p:cNvPr id="11" name="설명·계산 행 3">
            <a:extLst xmlns:a="http://schemas.openxmlformats.org/drawingml/2006/main">
              <a:ext uri="{FF2B5EF4-FFF2-40B4-BE49-F238E27FC236}">
                <a16:creationId xmlns:a16="http://schemas.microsoft.com/office/drawing/2014/main" id="{A5D20E38-0833-4AF8-AA70-F680AF4C8196}"/>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BB3ED451-835B-42DB-946A-244A5E6345C5}"/>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결과의 차이: 0.50 kJ/mol</a:t>
            </a:r>
          </a:p>
        </p:txBody>
      </p:sp>
    </p:spTree>
    <p:extLst>
      <p:ext uri="{BB962C8B-B14F-4D97-AF65-F5344CB8AC3E}">
        <p14:creationId xmlns:p14="http://schemas.microsoft.com/office/powerpoint/2010/main" val="1146876096"/>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C7BEAE8F-8877-4778-8EA9-0D9070C99BBC}"/>
              </a:ext>
            </a:extLst>
          </p:cNvPr>
          <p:cNvPicPr>
            <a:picLocks xmlns:a="http://schemas.openxmlformats.org/drawingml/2006/main" noChangeAspect="1"/>
          </p:cNvPicPr>
          <p:nvPr/>
        </p:nvPicPr>
        <p:blipFill>
          <a:blip xmlns:r="http://schemas.openxmlformats.org/officeDocument/2006/relationships" xmlns:a="http://schemas.openxmlformats.org/drawingml/2006/main" r:embed="R0cbea44108564fb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D228AC8-B847-42D0-9B54-38A7CB0EDD9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515EAF1-B4B9-4C86-9AFE-1AB655699FA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746FAF1-4F68-4DFE-9EE4-BB6EFC975D2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DD5C1365-5A01-4E47-B562-AE9289E6145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8E262F7B-C7B5-4033-B335-AD03C1C9C60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sp>
        <p:nvSpPr>
          <p:cNvPr id="7" name="설명·계산 행 1">
            <a:extLst xmlns:a="http://schemas.openxmlformats.org/drawingml/2006/main">
              <a:ext uri="{FF2B5EF4-FFF2-40B4-BE49-F238E27FC236}">
                <a16:creationId xmlns:a16="http://schemas.microsoft.com/office/drawing/2014/main" id="{CCA2EBDD-AE67-4CC1-8842-9963B1158F55}"/>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A3D62B65-22C7-46CD-9377-828E748308A7}"/>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반응들을 조합한다.</a:t>
            </a:r>
          </a:p>
        </p:txBody>
      </p:sp>
      <p:sp>
        <p:nvSpPr>
          <p:cNvPr id="9" name="설명·계산 행 2">
            <a:extLst xmlns:a="http://schemas.openxmlformats.org/drawingml/2006/main">
              <a:ext uri="{FF2B5EF4-FFF2-40B4-BE49-F238E27FC236}">
                <a16:creationId xmlns:a16="http://schemas.microsoft.com/office/drawing/2014/main" id="{425F75EB-C227-4AFD-9082-3D444EB08426}"/>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5E7CE9B6-ADD2-47BA-9892-B4BFDD0D98F6}"/>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같은 처음 상태와 나중 상태를 만든다.</a:t>
            </a:r>
          </a:p>
        </p:txBody>
      </p:sp>
      <p:sp>
        <p:nvSpPr>
          <p:cNvPr id="11" name="설명·계산 행 3">
            <a:extLst xmlns:a="http://schemas.openxmlformats.org/drawingml/2006/main">
              <a:ext uri="{FF2B5EF4-FFF2-40B4-BE49-F238E27FC236}">
                <a16:creationId xmlns:a16="http://schemas.microsoft.com/office/drawing/2014/main" id="{7935C0C7-5BA6-4A63-91CA-92AADFEFE8FC}"/>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C627D24D-8405-4739-BF41-50E7925DBBBC}"/>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알려진 </a:t>
            </a:r>
            <a:r>
              <a:t>Δ</a:t>
            </a:r>
            <a:r>
              <a:rPr i="1">
                <a:latin typeface="Pretendard"/>
                <a:ea typeface="Pretendard"/>
                <a:cs typeface="Pretendard"/>
              </a:rPr>
              <a:t>H</a:t>
            </a:r>
            <a:r>
              <a:t>를 더해 미지의 </a:t>
            </a:r>
            <a:r>
              <a:t>Δ</a:t>
            </a:r>
            <a:r>
              <a:rPr i="1">
                <a:latin typeface="Pretendard"/>
                <a:ea typeface="Pretendard"/>
                <a:cs typeface="Pretendard"/>
              </a:rPr>
              <a:t>H</a:t>
            </a:r>
            <a:r>
              <a:t>를 구한다.</a:t>
            </a:r>
          </a:p>
        </p:txBody>
      </p:sp>
    </p:spTree>
    <p:extLst>
      <p:ext uri="{BB962C8B-B14F-4D97-AF65-F5344CB8AC3E}">
        <p14:creationId xmlns:p14="http://schemas.microsoft.com/office/powerpoint/2010/main" val="1229275121"/>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B5211D0A-AA20-4E47-99CA-4CA50B5D8EE7}"/>
              </a:ext>
            </a:extLst>
          </p:cNvPr>
          <p:cNvPicPr>
            <a:picLocks xmlns:a="http://schemas.openxmlformats.org/drawingml/2006/main" noChangeAspect="1"/>
          </p:cNvPicPr>
          <p:nvPr/>
        </p:nvPicPr>
        <p:blipFill>
          <a:blip xmlns:r="http://schemas.openxmlformats.org/officeDocument/2006/relationships" xmlns:a="http://schemas.openxmlformats.org/drawingml/2006/main" r:embed="R4b34cceffb2c40d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49077BC-B7EE-40F0-992F-11F7D7A966B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0687E8F-EF52-4AA9-9BDD-EB5636B9E36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B03575BB-A511-4A17-8878-8D2AF4AE83E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F1C86CF8-AB66-4A59-96F1-C12A29F5C6C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EE7AED5A-4AC7-4B6A-9F68-300952AA700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경로와 식으로 설명하기</a:t>
            </a:r>
          </a:p>
        </p:txBody>
      </p:sp>
      <p:sp>
        <p:nvSpPr>
          <p:cNvPr id="7" name="설명·계산 행 1">
            <a:extLst xmlns:a="http://schemas.openxmlformats.org/drawingml/2006/main">
              <a:ext uri="{FF2B5EF4-FFF2-40B4-BE49-F238E27FC236}">
                <a16:creationId xmlns:a16="http://schemas.microsoft.com/office/drawing/2014/main" id="{0A510AE5-7951-4C87-ACE5-9EA3B2E6284B}"/>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B200742A-E524-4148-8631-3310A9331060}"/>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CO 생성 반응: </a:t>
            </a:r>
            <a:r>
              <a:t>Δ</a:t>
            </a:r>
            <a:r>
              <a:rPr i="1">
                <a:latin typeface="Pretendard"/>
                <a:ea typeface="Pretendard"/>
                <a:cs typeface="Pretendard"/>
              </a:rPr>
              <a:t>H</a:t>
            </a:r>
            <a:r>
              <a:t>₂ = </a:t>
            </a:r>
            <a:r>
              <a:t>Δ</a:t>
            </a:r>
            <a:r>
              <a:rPr i="1">
                <a:latin typeface="Pretendard"/>
                <a:ea typeface="Pretendard"/>
                <a:cs typeface="Pretendard"/>
              </a:rPr>
              <a:t>H</a:t>
            </a:r>
            <a:r>
              <a:t>₁ − </a:t>
            </a:r>
            <a:r>
              <a:t>Δ</a:t>
            </a:r>
            <a:r>
              <a:rPr i="1">
                <a:latin typeface="Pretendard"/>
                <a:ea typeface="Pretendard"/>
                <a:cs typeface="Pretendard"/>
              </a:rPr>
              <a:t>H</a:t>
            </a:r>
            <a:r>
              <a:t>₃인 까닭을 설명하시오.</a:t>
            </a:r>
          </a:p>
        </p:txBody>
      </p:sp>
      <p:sp>
        <p:nvSpPr>
          <p:cNvPr id="9" name="설명·계산 행 2">
            <a:extLst xmlns:a="http://schemas.openxmlformats.org/drawingml/2006/main">
              <a:ext uri="{FF2B5EF4-FFF2-40B4-BE49-F238E27FC236}">
                <a16:creationId xmlns:a16="http://schemas.microsoft.com/office/drawing/2014/main" id="{7547A74F-9E1F-44FA-A998-DEC5B173F298}"/>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AAD4A7CA-A80D-455B-98AD-7AEF3E42619A}"/>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H₂O</a:t>
            </a:r>
            <a:r>
              <a:t>(</a:t>
            </a:r>
            <a:r>
              <a:rPr i="1">
                <a:latin typeface="Pretendard"/>
                <a:ea typeface="Pretendard"/>
                <a:cs typeface="Pretendard"/>
              </a:rPr>
              <a:t>l</a:t>
            </a:r>
            <a:r>
              <a:t>) → H₂O</a:t>
            </a:r>
            <a:r>
              <a:t>(</a:t>
            </a:r>
            <a:r>
              <a:rPr i="1">
                <a:latin typeface="Pretendard"/>
                <a:ea typeface="Pretendard"/>
                <a:cs typeface="Pretendard"/>
              </a:rPr>
              <a:t>g</a:t>
            </a:r>
            <a:r>
              <a:t>)의 </a:t>
            </a:r>
            <a:r>
              <a:t>Δ</a:t>
            </a:r>
            <a:r>
              <a:rPr i="1">
                <a:latin typeface="Pretendard"/>
                <a:ea typeface="Pretendard"/>
                <a:cs typeface="Pretendard"/>
              </a:rPr>
              <a:t>H</a:t>
            </a:r>
            <a:r>
              <a:t> 부호를 근거와 함께 말하시오.</a:t>
            </a:r>
          </a:p>
        </p:txBody>
      </p:sp>
      <p:sp>
        <p:nvSpPr>
          <p:cNvPr id="11" name="설명·계산 행 3">
            <a:extLst xmlns:a="http://schemas.openxmlformats.org/drawingml/2006/main">
              <a:ext uri="{FF2B5EF4-FFF2-40B4-BE49-F238E27FC236}">
                <a16:creationId xmlns:a16="http://schemas.microsoft.com/office/drawing/2014/main" id="{97A8C1B4-BCCE-4046-9E46-416293B45226}"/>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490AE63E-6970-417A-A761-79DF0119BFB4}"/>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실험값이 정확히 같지 않을 수 있는 이유를 말하시오.</a:t>
            </a:r>
          </a:p>
        </p:txBody>
      </p:sp>
    </p:spTree>
    <p:extLst>
      <p:ext uri="{BB962C8B-B14F-4D97-AF65-F5344CB8AC3E}">
        <p14:creationId xmlns:p14="http://schemas.microsoft.com/office/powerpoint/2010/main" val="17248893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2026-10-26T14:51:37.1540000Z</dcterms:created>
  <dcterms:modified xsi:type="dcterms:W3CDTF">2026-10-26T14:51:37.1540000Z</dcterms:modified>
</coreProperties>
</file>