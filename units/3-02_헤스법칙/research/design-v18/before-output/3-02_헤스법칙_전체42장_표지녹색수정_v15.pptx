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67e44482e64cb2" /><Relationship Type="http://schemas.openxmlformats.org/officeDocument/2006/relationships/extended-properties" Target="/docProps/app.xml" Id="R1ec7f6740e684e79" /><Relationship Type="http://schemas.openxmlformats.org/officeDocument/2006/relationships/officeDocument" Target="/ppt/presentation.xml" Id="R8d7af4dc37104379" /></Relationships>
</file>

<file path=ppt/presentation.xml><?xml version="1.0" encoding="utf-8"?>
<p:presentation xmlns:p="http://schemas.openxmlformats.org/presentationml/2006/main">
  <p:sldMasterIdLst>
    <p:sldMasterId xmlns:r="http://schemas.openxmlformats.org/officeDocument/2006/relationships" id="2147483648" r:id="Rbfdeb4caa2b449ad"/>
  </p:sldMasterIdLst>
  <p:notesMasterIdLst>
    <p:notesMasterId xmlns:r="http://schemas.openxmlformats.org/officeDocument/2006/relationships" r:id="Rcb8b1ac46cca4d7c"/>
  </p:notesMasterIdLst>
  <p:sldIdLst>
    <p:sldId xmlns:r="http://schemas.openxmlformats.org/officeDocument/2006/relationships" id="256" r:id="R1323d264fabb4dc0"/>
    <p:sldId xmlns:r="http://schemas.openxmlformats.org/officeDocument/2006/relationships" id="257" r:id="Rdbba8496d29c42f9"/>
    <p:sldId xmlns:r="http://schemas.openxmlformats.org/officeDocument/2006/relationships" id="258" r:id="R8f9de2b43d664912"/>
    <p:sldId xmlns:r="http://schemas.openxmlformats.org/officeDocument/2006/relationships" id="259" r:id="R263cf548cd4c4798"/>
    <p:sldId xmlns:r="http://schemas.openxmlformats.org/officeDocument/2006/relationships" id="260" r:id="R0ce437c564914691"/>
    <p:sldId xmlns:r="http://schemas.openxmlformats.org/officeDocument/2006/relationships" id="261" r:id="R8868bc9051c44fd0"/>
    <p:sldId xmlns:r="http://schemas.openxmlformats.org/officeDocument/2006/relationships" id="262" r:id="R7e108d2752024d84"/>
    <p:sldId xmlns:r="http://schemas.openxmlformats.org/officeDocument/2006/relationships" id="263" r:id="R8d3883138c4f441d"/>
    <p:sldId xmlns:r="http://schemas.openxmlformats.org/officeDocument/2006/relationships" id="264" r:id="Rc28e34af40834e5d"/>
    <p:sldId xmlns:r="http://schemas.openxmlformats.org/officeDocument/2006/relationships" id="265" r:id="R4729c6ca95bd420a"/>
    <p:sldId xmlns:r="http://schemas.openxmlformats.org/officeDocument/2006/relationships" id="266" r:id="Rbc06991aabe643b3"/>
    <p:sldId xmlns:r="http://schemas.openxmlformats.org/officeDocument/2006/relationships" id="267" r:id="R5832bd55107049a6"/>
    <p:sldId xmlns:r="http://schemas.openxmlformats.org/officeDocument/2006/relationships" id="268" r:id="R0da62ec33a2f44d5"/>
    <p:sldId xmlns:r="http://schemas.openxmlformats.org/officeDocument/2006/relationships" id="269" r:id="Rdb9b0bec85f84a05"/>
    <p:sldId xmlns:r="http://schemas.openxmlformats.org/officeDocument/2006/relationships" id="270" r:id="R504484cd1bf64a6f"/>
    <p:sldId xmlns:r="http://schemas.openxmlformats.org/officeDocument/2006/relationships" id="271" r:id="R025b7b30e3214d23"/>
    <p:sldId xmlns:r="http://schemas.openxmlformats.org/officeDocument/2006/relationships" id="272" r:id="Rcfc1f57228124d9d"/>
    <p:sldId xmlns:r="http://schemas.openxmlformats.org/officeDocument/2006/relationships" id="273" r:id="Refdc632ae0174eb3"/>
    <p:sldId xmlns:r="http://schemas.openxmlformats.org/officeDocument/2006/relationships" id="274" r:id="Rdd1ca5c2f8774f0e"/>
    <p:sldId xmlns:r="http://schemas.openxmlformats.org/officeDocument/2006/relationships" id="275" r:id="Rf8837198b9ee4897"/>
    <p:sldId xmlns:r="http://schemas.openxmlformats.org/officeDocument/2006/relationships" id="276" r:id="R58c2f68515414c38"/>
    <p:sldId xmlns:r="http://schemas.openxmlformats.org/officeDocument/2006/relationships" id="277" r:id="Rb7f654e15d9646d9"/>
    <p:sldId xmlns:r="http://schemas.openxmlformats.org/officeDocument/2006/relationships" id="278" r:id="R3a78ae122b8a439d"/>
    <p:sldId xmlns:r="http://schemas.openxmlformats.org/officeDocument/2006/relationships" id="279" r:id="Rf238e7157c5e42d9"/>
    <p:sldId xmlns:r="http://schemas.openxmlformats.org/officeDocument/2006/relationships" id="280" r:id="Re25d17a2c2134d9a"/>
    <p:sldId xmlns:r="http://schemas.openxmlformats.org/officeDocument/2006/relationships" id="281" r:id="R997e0ac7a09e4bbb"/>
    <p:sldId xmlns:r="http://schemas.openxmlformats.org/officeDocument/2006/relationships" id="282" r:id="Rf275ca94a8c94a31"/>
    <p:sldId xmlns:r="http://schemas.openxmlformats.org/officeDocument/2006/relationships" id="283" r:id="R1bb75a4ede4e4ba0"/>
    <p:sldId xmlns:r="http://schemas.openxmlformats.org/officeDocument/2006/relationships" id="284" r:id="R6237ab315e144ca1"/>
    <p:sldId xmlns:r="http://schemas.openxmlformats.org/officeDocument/2006/relationships" id="285" r:id="R0192aa0d8c8a44ff"/>
    <p:sldId xmlns:r="http://schemas.openxmlformats.org/officeDocument/2006/relationships" id="286" r:id="Rfffc66d10be04007"/>
    <p:sldId xmlns:r="http://schemas.openxmlformats.org/officeDocument/2006/relationships" id="287" r:id="R19cbd0111c314ace"/>
    <p:sldId xmlns:r="http://schemas.openxmlformats.org/officeDocument/2006/relationships" id="288" r:id="R112ff07ee53846c0"/>
    <p:sldId xmlns:r="http://schemas.openxmlformats.org/officeDocument/2006/relationships" id="289" r:id="Rf5cb95331de04930"/>
    <p:sldId xmlns:r="http://schemas.openxmlformats.org/officeDocument/2006/relationships" id="290" r:id="Rbda3650c01d94ca5"/>
    <p:sldId xmlns:r="http://schemas.openxmlformats.org/officeDocument/2006/relationships" id="291" r:id="R8ba3c3cae42f4211"/>
    <p:sldId xmlns:r="http://schemas.openxmlformats.org/officeDocument/2006/relationships" id="292" r:id="R4f0c62978d264e8b"/>
    <p:sldId xmlns:r="http://schemas.openxmlformats.org/officeDocument/2006/relationships" id="293" r:id="Rd1c5c0edb61044e2"/>
    <p:sldId xmlns:r="http://schemas.openxmlformats.org/officeDocument/2006/relationships" id="294" r:id="R66b0b4591631425c"/>
    <p:sldId xmlns:r="http://schemas.openxmlformats.org/officeDocument/2006/relationships" id="295" r:id="Rb56ed4d754ac44d9"/>
    <p:sldId xmlns:r="http://schemas.openxmlformats.org/officeDocument/2006/relationships" id="296" r:id="Rabe46355e12844b0"/>
    <p:sldId xmlns:r="http://schemas.openxmlformats.org/officeDocument/2006/relationships" id="297" r:id="Re5d96fcec63848a3"/>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e8eb9f21424d41" /><Relationship Type="http://schemas.openxmlformats.org/officeDocument/2006/relationships/slideMaster" Target="/ppt/slideMasters/slideMaster1.xml" Id="Rbfdeb4caa2b449ad" /><Relationship Type="http://schemas.openxmlformats.org/officeDocument/2006/relationships/notesMaster" Target="/ppt/notesMasters/notesMaster1.xml" Id="Rcb8b1ac46cca4d7c" /><Relationship Type="http://schemas.openxmlformats.org/officeDocument/2006/relationships/presProps" Target="/ppt/presProps.xml" Id="R07b10f3304e946bb" /><Relationship Type="http://schemas.openxmlformats.org/officeDocument/2006/relationships/tableStyles" Target="/ppt/tableStyles.xml" Id="Rf31f51b265c54dcb" /><Relationship Type="http://schemas.openxmlformats.org/officeDocument/2006/relationships/slide" Target="/ppt/slides/slide1.xml" Id="R1323d264fabb4dc0" /><Relationship Type="http://schemas.openxmlformats.org/officeDocument/2006/relationships/slide" Target="/ppt/slides/slide2.xml" Id="Rdbba8496d29c42f9" /><Relationship Type="http://schemas.openxmlformats.org/officeDocument/2006/relationships/slide" Target="/ppt/slides/slide3.xml" Id="R8f9de2b43d664912" /><Relationship Type="http://schemas.openxmlformats.org/officeDocument/2006/relationships/slide" Target="/ppt/slides/slide4.xml" Id="R263cf548cd4c4798" /><Relationship Type="http://schemas.openxmlformats.org/officeDocument/2006/relationships/slide" Target="/ppt/slides/slide5.xml" Id="R0ce437c564914691" /><Relationship Type="http://schemas.openxmlformats.org/officeDocument/2006/relationships/slide" Target="/ppt/slides/slide6.xml" Id="R8868bc9051c44fd0" /><Relationship Type="http://schemas.openxmlformats.org/officeDocument/2006/relationships/slide" Target="/ppt/slides/slide7.xml" Id="R7e108d2752024d84" /><Relationship Type="http://schemas.openxmlformats.org/officeDocument/2006/relationships/slide" Target="/ppt/slides/slide8.xml" Id="R8d3883138c4f441d" /><Relationship Type="http://schemas.openxmlformats.org/officeDocument/2006/relationships/slide" Target="/ppt/slides/slide9.xml" Id="Rc28e34af40834e5d" /><Relationship Type="http://schemas.openxmlformats.org/officeDocument/2006/relationships/slide" Target="/ppt/slides/slide10.xml" Id="R4729c6ca95bd420a" /><Relationship Type="http://schemas.openxmlformats.org/officeDocument/2006/relationships/slide" Target="/ppt/slides/slide11.xml" Id="Rbc06991aabe643b3" /><Relationship Type="http://schemas.openxmlformats.org/officeDocument/2006/relationships/slide" Target="/ppt/slides/slide12.xml" Id="R5832bd55107049a6" /><Relationship Type="http://schemas.openxmlformats.org/officeDocument/2006/relationships/slide" Target="/ppt/slides/slide13.xml" Id="R0da62ec33a2f44d5" /><Relationship Type="http://schemas.openxmlformats.org/officeDocument/2006/relationships/slide" Target="/ppt/slides/slide14.xml" Id="Rdb9b0bec85f84a05" /><Relationship Type="http://schemas.openxmlformats.org/officeDocument/2006/relationships/slide" Target="/ppt/slides/slide15.xml" Id="R504484cd1bf64a6f" /><Relationship Type="http://schemas.openxmlformats.org/officeDocument/2006/relationships/slide" Target="/ppt/slides/slide16.xml" Id="R025b7b30e3214d23" /><Relationship Type="http://schemas.openxmlformats.org/officeDocument/2006/relationships/slide" Target="/ppt/slides/slide17.xml" Id="Rcfc1f57228124d9d" /><Relationship Type="http://schemas.openxmlformats.org/officeDocument/2006/relationships/slide" Target="/ppt/slides/slide18.xml" Id="Refdc632ae0174eb3" /><Relationship Type="http://schemas.openxmlformats.org/officeDocument/2006/relationships/slide" Target="/ppt/slides/slide19.xml" Id="Rdd1ca5c2f8774f0e" /><Relationship Type="http://schemas.openxmlformats.org/officeDocument/2006/relationships/slide" Target="/ppt/slides/slide20.xml" Id="Rf8837198b9ee4897" /><Relationship Type="http://schemas.openxmlformats.org/officeDocument/2006/relationships/slide" Target="/ppt/slides/slide21.xml" Id="R58c2f68515414c38" /><Relationship Type="http://schemas.openxmlformats.org/officeDocument/2006/relationships/slide" Target="/ppt/slides/slide22.xml" Id="Rb7f654e15d9646d9" /><Relationship Type="http://schemas.openxmlformats.org/officeDocument/2006/relationships/slide" Target="/ppt/slides/slide23.xml" Id="R3a78ae122b8a439d" /><Relationship Type="http://schemas.openxmlformats.org/officeDocument/2006/relationships/slide" Target="/ppt/slides/slide24.xml" Id="Rf238e7157c5e42d9" /><Relationship Type="http://schemas.openxmlformats.org/officeDocument/2006/relationships/slide" Target="/ppt/slides/slide25.xml" Id="Re25d17a2c2134d9a" /><Relationship Type="http://schemas.openxmlformats.org/officeDocument/2006/relationships/slide" Target="/ppt/slides/slide26.xml" Id="R997e0ac7a09e4bbb" /><Relationship Type="http://schemas.openxmlformats.org/officeDocument/2006/relationships/slide" Target="/ppt/slides/slide27.xml" Id="Rf275ca94a8c94a31" /><Relationship Type="http://schemas.openxmlformats.org/officeDocument/2006/relationships/slide" Target="/ppt/slides/slide28.xml" Id="R1bb75a4ede4e4ba0" /><Relationship Type="http://schemas.openxmlformats.org/officeDocument/2006/relationships/slide" Target="/ppt/slides/slide29.xml" Id="R6237ab315e144ca1" /><Relationship Type="http://schemas.openxmlformats.org/officeDocument/2006/relationships/slide" Target="/ppt/slides/slide30.xml" Id="R0192aa0d8c8a44ff" /><Relationship Type="http://schemas.openxmlformats.org/officeDocument/2006/relationships/slide" Target="/ppt/slides/slide31.xml" Id="Rfffc66d10be04007" /><Relationship Type="http://schemas.openxmlformats.org/officeDocument/2006/relationships/slide" Target="/ppt/slides/slide32.xml" Id="R19cbd0111c314ace" /><Relationship Type="http://schemas.openxmlformats.org/officeDocument/2006/relationships/slide" Target="/ppt/slides/slide33.xml" Id="R112ff07ee53846c0" /><Relationship Type="http://schemas.openxmlformats.org/officeDocument/2006/relationships/slide" Target="/ppt/slides/slide34.xml" Id="Rf5cb95331de04930" /><Relationship Type="http://schemas.openxmlformats.org/officeDocument/2006/relationships/slide" Target="/ppt/slides/slide35.xml" Id="Rbda3650c01d94ca5" /><Relationship Type="http://schemas.openxmlformats.org/officeDocument/2006/relationships/slide" Target="/ppt/slides/slide36.xml" Id="R8ba3c3cae42f4211" /><Relationship Type="http://schemas.openxmlformats.org/officeDocument/2006/relationships/slide" Target="/ppt/slides/slide37.xml" Id="R4f0c62978d264e8b" /><Relationship Type="http://schemas.openxmlformats.org/officeDocument/2006/relationships/slide" Target="/ppt/slides/slide38.xml" Id="Rd1c5c0edb61044e2" /><Relationship Type="http://schemas.openxmlformats.org/officeDocument/2006/relationships/slide" Target="/ppt/slides/slide39.xml" Id="R66b0b4591631425c" /><Relationship Type="http://schemas.openxmlformats.org/officeDocument/2006/relationships/slide" Target="/ppt/slides/slide40.xml" Id="Rb56ed4d754ac44d9" /><Relationship Type="http://schemas.openxmlformats.org/officeDocument/2006/relationships/slide" Target="/ppt/slides/slide41.xml" Id="Rabe46355e12844b0" /><Relationship Type="http://schemas.openxmlformats.org/officeDocument/2006/relationships/slide" Target="/ppt/slides/slide42.xml" Id="Re5d96fcec63848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e182737a9847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38e5624f0a4745" /><Relationship Type="http://schemas.openxmlformats.org/officeDocument/2006/relationships/notesMaster" Target="/ppt/notesMasters/notesMaster1.xml" Id="Rb80d972ee64046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ec7e9799a541a9" /><Relationship Type="http://schemas.openxmlformats.org/officeDocument/2006/relationships/notesMaster" Target="/ppt/notesMasters/notesMaster1.xml" Id="Rffcf3da0f14a41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16322038c1455f" /><Relationship Type="http://schemas.openxmlformats.org/officeDocument/2006/relationships/notesMaster" Target="/ppt/notesMasters/notesMaster1.xml" Id="R68f5884ee5d34f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0c306feeea4400" /><Relationship Type="http://schemas.openxmlformats.org/officeDocument/2006/relationships/notesMaster" Target="/ppt/notesMasters/notesMaster1.xml" Id="Rf8b1f6d79cc247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2e95ece9bf4c97" /><Relationship Type="http://schemas.openxmlformats.org/officeDocument/2006/relationships/notesMaster" Target="/ppt/notesMasters/notesMaster1.xml" Id="R8203c1d3743846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5e345b18d04552" /><Relationship Type="http://schemas.openxmlformats.org/officeDocument/2006/relationships/notesMaster" Target="/ppt/notesMasters/notesMaster1.xml" Id="R3b4bdd925f1949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7c5bd51a6034994" /><Relationship Type="http://schemas.openxmlformats.org/officeDocument/2006/relationships/notesMaster" Target="/ppt/notesMasters/notesMaster1.xml" Id="R196ddbe3ec924d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6ff801023d4194" /><Relationship Type="http://schemas.openxmlformats.org/officeDocument/2006/relationships/notesMaster" Target="/ppt/notesMasters/notesMaster1.xml" Id="R8e6e8fc405b84e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43d540d30c4e9b" /><Relationship Type="http://schemas.openxmlformats.org/officeDocument/2006/relationships/notesMaster" Target="/ppt/notesMasters/notesMaster1.xml" Id="Rb7f932910c8646b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3c6bbd373944cc" /><Relationship Type="http://schemas.openxmlformats.org/officeDocument/2006/relationships/notesMaster" Target="/ppt/notesMasters/notesMaster1.xml" Id="R9ac94db8dacb47b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3cb00edbe3a4e25" /><Relationship Type="http://schemas.openxmlformats.org/officeDocument/2006/relationships/notesMaster" Target="/ppt/notesMasters/notesMaster1.xml" Id="R25de6c4019fc4ea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d939c5f1af04d1d" /><Relationship Type="http://schemas.openxmlformats.org/officeDocument/2006/relationships/notesMaster" Target="/ppt/notesMasters/notesMaster1.xml" Id="R12100e7b86d141f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aca7dd98c14839" /><Relationship Type="http://schemas.openxmlformats.org/officeDocument/2006/relationships/notesMaster" Target="/ppt/notesMasters/notesMaster1.xml" Id="R0c8e2a4904f640a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e64eb183e40468a" /><Relationship Type="http://schemas.openxmlformats.org/officeDocument/2006/relationships/notesMaster" Target="/ppt/notesMasters/notesMaster1.xml" Id="Rb247220d061249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e80311e4efb4e10" /><Relationship Type="http://schemas.openxmlformats.org/officeDocument/2006/relationships/notesMaster" Target="/ppt/notesMasters/notesMaster1.xml" Id="R32ee252784e4447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de5dd73c9d74af3" /><Relationship Type="http://schemas.openxmlformats.org/officeDocument/2006/relationships/notesMaster" Target="/ppt/notesMasters/notesMaster1.xml" Id="R8732f978f455400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a2bb139d0e947bc" /><Relationship Type="http://schemas.openxmlformats.org/officeDocument/2006/relationships/notesMaster" Target="/ppt/notesMasters/notesMaster1.xml" Id="R0bce87d50f3f461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fbda5818dad43d2" /><Relationship Type="http://schemas.openxmlformats.org/officeDocument/2006/relationships/notesMaster" Target="/ppt/notesMasters/notesMaster1.xml" Id="Rd26add6d3b40427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b08820d7a794d25" /><Relationship Type="http://schemas.openxmlformats.org/officeDocument/2006/relationships/notesMaster" Target="/ppt/notesMasters/notesMaster1.xml" Id="Rcd0b764f1205407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e2e243225354a5a" /><Relationship Type="http://schemas.openxmlformats.org/officeDocument/2006/relationships/notesMaster" Target="/ppt/notesMasters/notesMaster1.xml" Id="R8bb663713c3c465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bcf86a8d53c44df" /><Relationship Type="http://schemas.openxmlformats.org/officeDocument/2006/relationships/notesMaster" Target="/ppt/notesMasters/notesMaster1.xml" Id="Rabf79f744ee14d7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01835a744b64fb3" /><Relationship Type="http://schemas.openxmlformats.org/officeDocument/2006/relationships/notesMaster" Target="/ppt/notesMasters/notesMaster1.xml" Id="R3e173196f6f64cf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ef796c653d34aff" /><Relationship Type="http://schemas.openxmlformats.org/officeDocument/2006/relationships/notesMaster" Target="/ppt/notesMasters/notesMaster1.xml" Id="R84a0e0adbb914a5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8715e86bbfd4210" /><Relationship Type="http://schemas.openxmlformats.org/officeDocument/2006/relationships/notesMaster" Target="/ppt/notesMasters/notesMaster1.xml" Id="Reeb201cd180841e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ae84e5651d548f3" /><Relationship Type="http://schemas.openxmlformats.org/officeDocument/2006/relationships/notesMaster" Target="/ppt/notesMasters/notesMaster1.xml" Id="Rec74e56cdbe94f4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728158f8e7e4b9b" /><Relationship Type="http://schemas.openxmlformats.org/officeDocument/2006/relationships/notesMaster" Target="/ppt/notesMasters/notesMaster1.xml" Id="Reed2aaeec33e484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741e85cac694cc0" /><Relationship Type="http://schemas.openxmlformats.org/officeDocument/2006/relationships/notesMaster" Target="/ppt/notesMasters/notesMaster1.xml" Id="Rfd7c64235c4b45f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52a844e223e41b0" /><Relationship Type="http://schemas.openxmlformats.org/officeDocument/2006/relationships/notesMaster" Target="/ppt/notesMasters/notesMaster1.xml" Id="Rf683b159ec4f43c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cba3f88bef94c14" /><Relationship Type="http://schemas.openxmlformats.org/officeDocument/2006/relationships/notesMaster" Target="/ppt/notesMasters/notesMaster1.xml" Id="R6e4bf2f5d662401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a7ab8d000da4f7a" /><Relationship Type="http://schemas.openxmlformats.org/officeDocument/2006/relationships/notesMaster" Target="/ppt/notesMasters/notesMaster1.xml" Id="R0f2fb8db655646b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29ec6f7f493416e" /><Relationship Type="http://schemas.openxmlformats.org/officeDocument/2006/relationships/notesMaster" Target="/ppt/notesMasters/notesMaster1.xml" Id="Rbbe51ad42245409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bc4958dec644227" /><Relationship Type="http://schemas.openxmlformats.org/officeDocument/2006/relationships/notesMaster" Target="/ppt/notesMasters/notesMaster1.xml" Id="R7dd1be1f74de4b1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c9ccd27cbce4745" /><Relationship Type="http://schemas.openxmlformats.org/officeDocument/2006/relationships/notesMaster" Target="/ppt/notesMasters/notesMaster1.xml" Id="R18f7d4a1ec734c0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7b607d6a46b4d79" /><Relationship Type="http://schemas.openxmlformats.org/officeDocument/2006/relationships/notesMaster" Target="/ppt/notesMasters/notesMaster1.xml" Id="R3e73ae8872734a7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2c3831b23664abf" /><Relationship Type="http://schemas.openxmlformats.org/officeDocument/2006/relationships/notesMaster" Target="/ppt/notesMasters/notesMaster1.xml" Id="R6123432f087a4ea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95ed770260e428c" /><Relationship Type="http://schemas.openxmlformats.org/officeDocument/2006/relationships/notesMaster" Target="/ppt/notesMasters/notesMaster1.xml" Id="R8460fbb0c957464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17ed5358bb84906" /><Relationship Type="http://schemas.openxmlformats.org/officeDocument/2006/relationships/notesMaster" Target="/ppt/notesMasters/notesMaster1.xml" Id="R2544ab02922f450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155549b700a4fd5" /><Relationship Type="http://schemas.openxmlformats.org/officeDocument/2006/relationships/notesMaster" Target="/ppt/notesMasters/notesMaster1.xml" Id="Rafecf44b06704cc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dfc711ae1ec4037" /><Relationship Type="http://schemas.openxmlformats.org/officeDocument/2006/relationships/notesMaster" Target="/ppt/notesMasters/notesMaster1.xml" Id="R415d5806aa1a4d0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909971b65be4e1b" /><Relationship Type="http://schemas.openxmlformats.org/officeDocument/2006/relationships/notesMaster" Target="/ppt/notesMasters/notesMaster1.xml" Id="Rccb967f1527a495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455ee6cf26b45e5" /><Relationship Type="http://schemas.openxmlformats.org/officeDocument/2006/relationships/notesMaster" Target="/ppt/notesMasters/notesMaster1.xml" Id="Rb411fb509a9e463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c116ea0b7244793" /><Relationship Type="http://schemas.openxmlformats.org/officeDocument/2006/relationships/notesMaster" Target="/ppt/notesMasters/notesMaster1.xml" Id="R258764da6bd14e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1장.</a:t>
            </a:r>
          </a:p>
          <a:p xmlns:a="http://schemas.openxmlformats.org/drawingml/2006/main">
            <a:r>
              <a:t>2026-10-27 사용자 정정: 참고 첨부 이미지는 녹색 그라데이션의 진하기만 참고하는 자료다. 표지 장면은 직전에 만든 cover-four-original-students.png의 네 학생과 산 모형을 유지한다. 원본 이미지 위에 편집 가능한 진한 녹색 그라데이션만 추가했으며 인물·산 모형을 재생성하지 않았다. 제목·저자·로고 배치를 유지한다.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2장.</a:t>
            </a:r>
          </a:p>
          <a:p xmlns:a="http://schemas.openxmlformats.org/drawingml/2006/main">
            <a:r>
              <a:t>2026-10-27 최신 사용자 요청: 첨부한 두 캐릭터를 등산복 차림으로 바꾸어 함께 등산 루트를 보게 한다. 이전 안내 인물·말풍선·교과서 등산 삽화를 이 장에서 제거하고 새 장면으로 교체했다. 여자 원본은 body_student_two_flasks.png, 남자 원본은 사용자 첨부 codex-clipboard-558eee23-1618-43c5-b316-92d2d2d9deeb.png. 이미지 생성 시 두 원본을 모두 참조하여 얼굴·머리·인형 비율을 유지하도록 지시했다. 실험복·플라스크를 제거하고 등산 재킷·배낭을 적용했다. 최신 사용자 첨부 캐릭터에 따라 남학생은 둥근 검정 안경과 머리 위 검정 고글을 착용한다. 이 첨부는 앞선 은색 무테 안경 요청을 대체한다. 그림의 두 등산로는 같은 출발점과 정상으로 연결된다. 경로에 따른 높이 차를 예상하는 동기 유발용 장면이며 과학적 실험 결과의 근거를 대체하지 않는다. 장면 출처 assets/generated/hiking-v09-provenance.json. 원본 PNG의 투명도는 유지하며 장표에서는 하체 일부와 좌우 투명 여백만 크롭했다. 원본 1774×887과 가로·세로 잔존율 0.76이 같으므로 표시 상자는 원본 비율 2:1인 1090×545로 맞췄다. 가로·세로 균일 배율을 적용하고 가운데 배치했다.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3장.</a:t>
            </a:r>
          </a:p>
          <a:p xmlns:a="http://schemas.openxmlformats.org/drawingml/2006/main">
            <a:r>
              <a:t> 수업 목차</a:t>
            </a:r>
          </a:p>
          <a:p xmlns:a="http://schemas.openxmlformats.org/drawingml/2006/main">
            <a:r>
              <a:t>핵심: 원리·계산·생성 엔탈피·실험의 네 흐름</a:t>
            </a:r>
          </a:p>
          <a:p xmlns:a="http://schemas.openxmlformats.org/drawingml/2006/main">
            <a:r>
              <a:t>교사용: 사용자 수정본2쪽의 실제 블록 윤곽을 추적해 편집 가능한 도형으로 재현. 블록을 맞붙이지 않고 꺾임 사이 좁은 여백 유지. 네 문구만 넣고 Part0 블록을 추가하지 않음.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4장.</a:t>
            </a:r>
          </a:p>
          <a:p xmlns:a="http://schemas.openxmlformats.org/drawingml/2006/main">
            <a:r>
              <a:t> 학습 목표</a:t>
            </a:r>
          </a:p>
          <a:p xmlns:a="http://schemas.openxmlformats.org/drawingml/2006/main">
            <a:r>
              <a:t>핵심: 경로를 비교하고 반응 엔탈피를 구해 실험 자료를 해석한다</a:t>
            </a:r>
          </a:p>
          <a:p xmlns:a="http://schemas.openxmlformats.org/drawingml/2006/main">
            <a:r>
              <a:t>교사용: 목표 목록의 가로 위치와 왼쪽 정렬 유지, 세로만 상자 중앙에 정렬. 원본 안내 캐릭터 파일 확보 전 신규 생성 인물을 넣지 않음.</a:t>
            </a:r>
          </a:p>
          <a:p xmlns:a="http://schemas.openxmlformats.org/drawingml/2006/main">
            <a:r>
              <a:t>출처: STD22; W22 118~124.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5장.</a:t>
            </a:r>
          </a:p>
          <a:p xmlns:a="http://schemas.openxmlformats.org/drawingml/2006/main">
            <a:r>
              <a:t> Part 1 헤스 법칙</a:t>
            </a:r>
          </a:p>
          <a:p xmlns:a="http://schemas.openxmlformats.org/drawingml/2006/main">
            <a:r>
              <a:t>핵심: 같은 반응이 다른 경로로 일어나면 출입하는 열도 달라질까?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6장.</a:t>
            </a:r>
          </a:p>
          <a:p xmlns:a="http://schemas.openxmlformats.org/drawingml/2006/main">
            <a:r>
              <a:t>대표 검토본3/5. 전체 계획6장. 최신 사용자 정정에 따라 정의·다른 이름·유용성의 서로 완결된 요점 세 개를 각각 한 행 한 줄로 제시한다. 한 문장의 연결어와 결론을 별도 단계로 쪼개지 않는다. 같은 온도·압력과 같은 반응 물질의 양을 맞춘 비교라는 조건을 말로 보완한다. 반응 속도·시간·최고 온도가 같다는 의미가 아니다.</a:t>
            </a:r>
          </a:p>
          <a:p xmlns:a="http://schemas.openxmlformats.org/drawingml/2006/main">
            <a:r>
              <a:t>출처: 통합_(22개정)완자 고등물질과에너지_본문_260415(교사용).pdf PDF/인쇄118, 헤스 법칙 정의. 디자인: 사용자 수정본 실제8·15쪽, 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7장.</a:t>
            </a:r>
          </a:p>
          <a:p xmlns:a="http://schemas.openxmlformats.org/drawingml/2006/main">
            <a:r>
              <a:t> 무엇이 같아야 할까?</a:t>
            </a:r>
          </a:p>
          <a:p xmlns:a="http://schemas.openxmlformats.org/drawingml/2006/main">
            <a:r>
              <a:t>핵심: 시작·끝의 종류·상태·양과 온도·압력 조건을 맞춰 비교한다</a:t>
            </a:r>
          </a:p>
          <a:p xmlns:a="http://schemas.openxmlformats.org/drawingml/2006/main">
            <a:r>
              <a:t>교사용: 조건 안내 후 반응식의 합·배수·역반응 세 조작을 소개한다. 8~11장에서 예시로 설명한다.</a:t>
            </a:r>
          </a:p>
          <a:p xmlns:a="http://schemas.openxmlformats.org/drawingml/2006/main">
            <a:r>
              <a:t>출처: W22 118~119; 3-01 선수 개념.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8장.</a:t>
            </a:r>
          </a:p>
          <a:p xmlns:a="http://schemas.openxmlformats.org/drawingml/2006/main">
            <a:r>
              <a:t>2026-10-27 원본 반응식 교체. 최신 출처: T84 그림III-8; ΔH1=-189.3, ΔH2=-76.9, ΔH3=-112.4 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검토본4/5. 전체 계획8장. 왼쪽은 완자 원본 그래프·실험 도식이다. 직접 경로와 두 단계 경로의 시작·끝 물질을 먼저 비교한다. 그 뒤 원본의 ΔH 화살표를 가리키고 오른쪽 수치와 대응한다. 중간에 물질의 상태와 희석 조건을 임의로 바꾸지 않는다. 식의 합은 다음 본문에서 분리해 설명한다. 장식 캐릭터는 쓰지 않는다.</a:t>
            </a:r>
          </a:p>
          <a:p xmlns:a="http://schemas.openxmlformats.org/drawingml/2006/main">
            <a:r>
              <a:t>출처: W22 PDF/인쇄118, CaO(s)·H2O(l)·HCl(aq)의 두 경로 도식 및 ΔH1=-193.5,ΔH2=-81.9,ΔH3=-111.6kJ. 교과서 원본은 아직 미열람으로 이번 검토본은 확인된 완자 원본 사용. 디자인: 사용자 수정본22·33~34쪽 왼쪽 원본/오른쪽 설명 차용.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9장.</a:t>
            </a:r>
          </a:p>
          <a:p xmlns:a="http://schemas.openxmlformats.org/drawingml/2006/main">
            <a:r>
              <a:t>2026-10-27 원본 반응식 교체. 최신 출처: T84 원본 반응식 세 개. ΔH2+ΔH3=ΔH1</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반응식을 더하면</a:t>
            </a:r>
          </a:p>
          <a:p xmlns:a="http://schemas.openxmlformats.org/drawingml/2006/main">
            <a:r>
              <a:t>핵심: 중간 물질이 소거되면 두 단계의 합이 직접 반응식이 된다</a:t>
            </a:r>
          </a:p>
          <a:p xmlns:a="http://schemas.openxmlformats.org/drawingml/2006/main">
            <a:r>
              <a:t>교사용: 앞 장의 두 단계 반응을 합한다. Ca(OH)2(aq)와 양변의 물1mol이 소거되어 직접 반응식이 남는다. 상태가 다른 물질은 소거하지 않는다.</a:t>
            </a:r>
          </a:p>
          <a:p xmlns:a="http://schemas.openxmlformats.org/drawingml/2006/main">
            <a:r>
              <a:t>출처: W22 118~119 CaO 반응식①~③.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10장.</a:t>
            </a:r>
          </a:p>
          <a:p xmlns:a="http://schemas.openxmlformats.org/drawingml/2006/main">
            <a:r>
              <a:t>2026-10-27 원본 반응식 교체. 최신 출처: T76 물 생성 반응 1mol·2mol 원본. -285.8/-571.6kJ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계수를 바꾸면 ΔH도 바뀐다</a:t>
            </a:r>
          </a:p>
          <a:p xmlns:a="http://schemas.openxmlformats.org/drawingml/2006/main">
            <a:r>
              <a:t>핵심: 반응식의 모든 계수에 k를 곱하면 ΔH에도 k를 곱한다</a:t>
            </a:r>
          </a:p>
          <a:p xmlns:a="http://schemas.openxmlformats.org/drawingml/2006/main">
            <a:r>
              <a:t>교사용: 반응식 전체 계수에 같은 비율을 적용한다. ΔH의 부호와 계수 변화량을 구분한다.</a:t>
            </a:r>
          </a:p>
          <a:p xmlns:a="http://schemas.openxmlformats.org/drawingml/2006/main">
            <a:r>
              <a:t>출처: W22 122 Q2 (가), 2배 비교는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11장.</a:t>
            </a:r>
          </a:p>
          <a:p xmlns:a="http://schemas.openxmlformats.org/drawingml/2006/main">
            <a:r>
              <a:t>2026-10-27 원본 반응식 교체. 최신 출처: T86 메테인 생성식과 T87 분해식 원본. -74.8/+74.8kJ/mol</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반응을 뒤집으면 부호가 바뀐다</a:t>
            </a:r>
          </a:p>
          <a:p xmlns:a="http://schemas.openxmlformats.org/drawingml/2006/main">
            <a:r>
              <a:t>핵심: 역반응의 ΔH는 절댓값이 같고 부호가 반대다</a:t>
            </a:r>
          </a:p>
          <a:p xmlns:a="http://schemas.openxmlformats.org/drawingml/2006/main">
            <a:r>
              <a:t>교사용: 반응 방향·물질 위치·ΔH 부호를 한 번에 바꾼다.</a:t>
            </a:r>
          </a:p>
          <a:p xmlns:a="http://schemas.openxmlformats.org/drawingml/2006/main">
            <a:r>
              <a:t>출처: W22 119 반응③, 역반응은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12장.</a:t>
            </a:r>
          </a:p>
          <a:p xmlns:a="http://schemas.openxmlformats.org/drawingml/2006/main">
            <a:r>
              <a:t> 헤스 법칙의 세 가지 조작</a:t>
            </a:r>
          </a:p>
          <a:p xmlns:a="http://schemas.openxmlformats.org/drawingml/2006/main">
            <a:r>
              <a:t>핵심: 반응식의 배수·역반응·합에 ΔH도 같은 조작을 적용한다</a:t>
            </a:r>
          </a:p>
          <a:p xmlns:a="http://schemas.openxmlformats.org/drawingml/2006/main">
            <a:r>
              <a:t>교사용: 개념을 배운 Part1 안에서 바로 소정리한다. 설명한 세 조작을 이후 계산의 점검 기준으로 사용한다.</a:t>
            </a:r>
          </a:p>
          <a:p xmlns:a="http://schemas.openxmlformats.org/drawingml/2006/main">
            <a:r>
              <a:t>출처: W22 118~119·122.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13장.</a:t>
            </a:r>
          </a:p>
          <a:p xmlns:a="http://schemas.openxmlformats.org/drawingml/2006/main">
            <a:r>
              <a:t> Part 2 반응 엔탈피 구하기</a:t>
            </a:r>
          </a:p>
          <a:p xmlns:a="http://schemas.openxmlformats.org/drawingml/2006/main">
            <a:r>
              <a:t>핵심: 직접 측정하기 어려운 반응의 ΔH를 다른 반응으로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14장.</a:t>
            </a:r>
          </a:p>
          <a:p xmlns:a="http://schemas.openxmlformats.org/drawingml/2006/main">
            <a:r>
              <a:t> CO 생성열을 직접 재기 어려운 까닭</a:t>
            </a:r>
          </a:p>
          <a:p xmlns:a="http://schemas.openxmlformats.org/drawingml/2006/main">
            <a:r>
              <a:t>핵심: 탄소의 불완전 연소에서는 CO2도 함께 생길 수 있다</a:t>
            </a:r>
          </a:p>
          <a:p xmlns:a="http://schemas.openxmlformats.org/drawingml/2006/main">
            <a:r>
              <a:t>교사용: 혼합 생성물이 생길 수 있다는 측정의 어려움과 간접 방법의 필요성을 설명한다. 직접 측정이 원리적으로 영원히 불가능하다는 주장으로 확대하지 않는다.</a:t>
            </a:r>
          </a:p>
          <a:p xmlns:a="http://schemas.openxmlformats.org/drawingml/2006/main">
            <a:r>
              <a:t>출처: W22 119 헤스 법칙 이용 본문.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15장.</a:t>
            </a:r>
          </a:p>
          <a:p xmlns:a="http://schemas.openxmlformats.org/drawingml/2006/main">
            <a:r>
              <a:t>2026-10-27 원본 반응식 교체. 최신 출처: T85 예제 세 반응식 원본. CO 생성 ΔH3, CO 산화 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목표 반응과 주어진 반응</a:t>
            </a:r>
          </a:p>
          <a:p xmlns:a="http://schemas.openxmlformats.org/drawingml/2006/main">
            <a:r>
              <a:t>핵심: CO를 만드는 목표식과 알려진 두 연소식을 구별한다</a:t>
            </a:r>
          </a:p>
          <a:p xmlns:a="http://schemas.openxmlformats.org/drawingml/2006/main">
            <a:r>
              <a:t>교사용: 원하는 CO가 생성물에 계수1로 있어야 함을 먼저 표시한다. 주어진 식과 목표식을 구분한다.</a:t>
            </a:r>
          </a:p>
          <a:p xmlns:a="http://schemas.openxmlformats.org/drawingml/2006/main">
            <a:r>
              <a:t>출처: W22 119 반응①~③.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16장.</a:t>
            </a:r>
          </a:p>
          <a:p xmlns:a="http://schemas.openxmlformats.org/drawingml/2006/main">
            <a:r>
              <a:t>2026-10-27 원본 반응식 교체. 최신 출처: T85 예제 원본 식 조합. ③=①−②</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같은 물질을 소거하자</a:t>
            </a:r>
          </a:p>
          <a:p xmlns:a="http://schemas.openxmlformats.org/drawingml/2006/main">
            <a:r>
              <a:t>핵심: CO 산화 반응을 뒤집어 더하면 CO2가 소거된다</a:t>
            </a:r>
          </a:p>
          <a:p xmlns:a="http://schemas.openxmlformats.org/drawingml/2006/main">
            <a:r>
              <a:t>교사용: 처음부터 식을 단순 빼는 요령만 주지 않고 역반응의 부호와 물질 소거를 함께 보인다. 산소1/2mol이 남는지 검산한다.</a:t>
            </a:r>
          </a:p>
          <a:p xmlns:a="http://schemas.openxmlformats.org/drawingml/2006/main">
            <a:r>
              <a:t>출처: W22 119 CO 생성식 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17장.</a:t>
            </a:r>
          </a:p>
          <a:p xmlns:a="http://schemas.openxmlformats.org/drawingml/2006/main">
            <a:r>
              <a:t>2026-10-27 원본 반응식 교체. 최신 출처: T85 원본 식 두 개. ΔH3=ΔH1−ΔH2=-110.5kJ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검토본5/5. 전체 계획17장. 목표식은 C(s,흑연)+1/2O2(g)→CO(g). ΔH2=ΔH1−ΔH3을 먼저 읽는다. 위 두 원본 반응식에서 CO 산화 반응을 역으로 한 뒤 합하면 CO2가 소거됨을 앞 장에서 다루고, 이 장에서는 수치 계산에 집중한다. 두 음수를 빼므로 -393.5+283.0=-110.5kJ. 적힌 목표 반응 1회(탄소1mol)에 해당한다.</a:t>
            </a:r>
          </a:p>
          <a:p xmlns:a="http://schemas.openxmlformats.org/drawingml/2006/main">
            <a:r>
              <a:t>출처: W22 PDF/인쇄119, 탄소·CO 연소 반응식과 ΔH 계산. 원본 수식은 별도 크롭, 다른 문장은 편집 가능한 텍스트. 디자인: 사용자 수정본28·38쪽의 관계식→대입·결과 위계.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18장.</a:t>
            </a:r>
          </a:p>
          <a:p xmlns:a="http://schemas.openxmlformats.org/drawingml/2006/main">
            <a:r>
              <a:t>사용자 요청 추가 예시. 오른쪽 여학생은 등록 body_student_two_flasks의 얼굴·머리·비율을 참조한 생성 삽화이다. 흑연을 손으로 눌러 다이아몬드를 만들려 애쓰는 개념적 상상 장면이며 실제 합성 방법이나 성공을 뜻하지 않는다. 보통 조건에서 직접 전환의 열량 측정은 어렵기 때문에 두 연소 반응을 이용한다. 고온·고압 등의 특수 합성 조건에서 제조 가능함과 구별한다. 원본 목표 반응식: 2015 완자 PDF/인쇄137쪽 풀이2. 2022 완자127쪽Q7·131쪽Q6 대조; 천재교과서86쪽 동소체/표 대조. 원본 식을 생성하거나 재입력하지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19장.</a:t>
            </a:r>
          </a:p>
          <a:p xmlns:a="http://schemas.openxmlformats.org/drawingml/2006/main">
            <a:r>
              <a:t>출처: 2022 완자 PDF/인쇄127쪽 Q7의 두 원본 연소 반응식과 모범답안. 2015 완자 PDF/인쇄137쪽 그래프·풀이 대조. 흑연 연소식에서 다이아몬드 연소식을 빼면 O2와CO2가 소거되어 C(s,흑연)→C(s,다이아몬드)만 남는다. 흑연1mol 기준 ΔH=+1.9kJ, 흡열반응. 25°C1기압 자료. 천재86쪽 표의1.88kJ/mol과는 표시 정밀도가 다르므로 이 장은 완자Q7의 반올림 수치만 사용한다. 표준 생성 엔탈피 정의는 뒤 Part3에서 다루고 여기서는 연소열과 헤스법칙만 이용한다.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20장.</a:t>
            </a:r>
          </a:p>
          <a:p xmlns:a="http://schemas.openxmlformats.org/drawingml/2006/main">
            <a:r>
              <a:t> 헤스 법칙 계산의 순서</a:t>
            </a:r>
          </a:p>
          <a:p xmlns:a="http://schemas.openxmlformats.org/drawingml/2006/main">
            <a:r>
              <a:t>핵심: 목표식 확인→방향·계수 조절→물질 소거→ΔH 계산 순서로 푼다</a:t>
            </a:r>
          </a:p>
          <a:p xmlns:a="http://schemas.openxmlformats.org/drawingml/2006/main">
            <a:r>
              <a:t>교사용: 앞 CO 풀이와 네 단계를 연결한다. 3단계에서 상태가 다르면 소거하면 안 된다고 강조한다.</a:t>
            </a:r>
          </a:p>
          <a:p xmlns:a="http://schemas.openxmlformats.org/drawingml/2006/main">
            <a:r>
              <a:t>출처: W22 122 비법 특강.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21장.</a:t>
            </a:r>
          </a:p>
          <a:p xmlns:a="http://schemas.openxmlformats.org/drawingml/2006/main">
            <a:r>
              <a:t>2026-10-27 원본 반응식 교체. 최신 출처: W22 122 Q2 주어진식·목표식 원본</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SO2가 SO3로 바뀔 때</a:t>
            </a:r>
          </a:p>
          <a:p xmlns:a="http://schemas.openxmlformats.org/drawingml/2006/main">
            <a:r>
              <a:t>핵심: 목표식에 맞게 한 반응을 2배하고 다른 반응과 조합한다</a:t>
            </a:r>
          </a:p>
          <a:p xmlns:a="http://schemas.openxmlformats.org/drawingml/2006/main">
            <a:r>
              <a:t>교사용: 먼저 독립 풀이. 정답은 다음 장에 두고, 목표 SO2 계수2와 SO3 생성물 위치를 확인하게 한다.</a:t>
            </a:r>
          </a:p>
          <a:p xmlns:a="http://schemas.openxmlformats.org/drawingml/2006/main">
            <a:r>
              <a:t>출처: W22 122 Q2.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22장.</a:t>
            </a:r>
          </a:p>
          <a:p xmlns:a="http://schemas.openxmlformats.org/drawingml/2006/main">
            <a:r>
              <a:t>2026-10-27 원본 반응식 교체. 최신 출처: W22 122 Q2 주어진식·목표식 원본. 반응식 이미지 재생성 없음</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반응식과 ΔH를 함께 검산</a:t>
            </a:r>
          </a:p>
          <a:p xmlns:a="http://schemas.openxmlformats.org/drawingml/2006/main">
            <a:r>
              <a:t>핵심: 2SO2+O2→2SO3의 ΔH는 -197 kJ이다</a:t>
            </a:r>
          </a:p>
          <a:p xmlns:a="http://schemas.openxmlformats.org/drawingml/2006/main">
            <a:r>
              <a:t>교사용: (가)를2배하고 뒤집어 (나)와 더한다. 황원자·산소분자와 ΔH 부호·단위를 검산한다.</a:t>
            </a:r>
          </a:p>
          <a:p xmlns:a="http://schemas.openxmlformats.org/drawingml/2006/main">
            <a:r>
              <a:t>출처: W22 122 Q2 해설.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실제38·39쪽;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23장.</a:t>
            </a:r>
          </a:p>
          <a:p xmlns:a="http://schemas.openxmlformats.org/drawingml/2006/main">
            <a:r>
              <a:t>2026-10-27 원본 반응식 교체. 최신 출처: T85 원본 그래프. ΔH1=ΔH3+ΔH2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그림도 반응식도 같은 관계</a:t>
            </a:r>
          </a:p>
          <a:p xmlns:a="http://schemas.openxmlformats.org/drawingml/2006/main">
            <a:r>
              <a:t>핵심: 경로 그림의 화살표와 식 조합은 같은 ΔH 관계를 나타낸다</a:t>
            </a:r>
          </a:p>
          <a:p xmlns:a="http://schemas.openxmlformats.org/drawingml/2006/main">
            <a:r>
              <a:t>교사용: 그림의 화살표 방향과 반응식의 방향이 대응함을 확인한다. 중간 수준에는 남은 산소1/2mol을 함께 표시한 원본을 쓴다.</a:t>
            </a:r>
          </a:p>
          <a:p xmlns:a="http://schemas.openxmlformats.org/drawingml/2006/main">
            <a:r>
              <a:t>출처: W22 119 엔탈피 그래프.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24장.</a:t>
            </a:r>
          </a:p>
          <a:p xmlns:a="http://schemas.openxmlformats.org/drawingml/2006/main">
            <a:r>
              <a:t> Part 3 표준 생성 엔탈피</a:t>
            </a:r>
          </a:p>
          <a:p xmlns:a="http://schemas.openxmlformats.org/drawingml/2006/main">
            <a:r>
              <a:t>핵심: 물질마다 같은 기준의 생성 엔탈피를 알면 어떤 반응의 열도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25장.</a:t>
            </a:r>
          </a:p>
          <a:p xmlns:a="http://schemas.openxmlformats.org/drawingml/2006/main">
            <a:r>
              <a:t>2026-10-27 원본 반응식 교체. 최신 출처: T85 유제 물 생성식 원본. T86 표준 생성 엔탈피 정의·표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표준 생성 엔탈피</a:t>
            </a:r>
          </a:p>
          <a:p xmlns:a="http://schemas.openxmlformats.org/drawingml/2006/main">
            <a:r>
              <a:t>핵심: 기준 원소 물질로부터 물질 1mol이 생성될 때의 반응 엔탈피다</a:t>
            </a:r>
          </a:p>
          <a:p xmlns:a="http://schemas.openxmlformats.org/drawingml/2006/main">
            <a:r>
              <a:t>교사용: f는formation, 위첨자°는표준상태라는 기호를 말로 보완한다. 이 자료의 수치는25°C 조건이며 온도를 표준상태 정의 자체와 동일시하지 않는다. 주 교과서 직접 대조 전 잠정 Part이다.</a:t>
            </a:r>
          </a:p>
          <a:p xmlns:a="http://schemas.openxmlformats.org/drawingml/2006/main">
            <a:r>
              <a:t>출처: W22 121 정의·물 생성식.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실제8·15쪽;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26장.</a:t>
            </a:r>
          </a:p>
          <a:p xmlns:a="http://schemas.openxmlformats.org/drawingml/2006/main">
            <a:r>
              <a:t> 기준 원소 물질의 값은 0</a:t>
            </a:r>
          </a:p>
          <a:p xmlns:a="http://schemas.openxmlformats.org/drawingml/2006/main">
            <a:r>
              <a:t>핵심: 가장 안정한 기준 원소 물질의 표준 생성 엔탈피를 0으로 정한다</a:t>
            </a:r>
          </a:p>
          <a:p xmlns:a="http://schemas.openxmlformats.org/drawingml/2006/main">
            <a:r>
              <a:t>교사용: 기준 원소 물질의 생성 엔탈피를0으로 정한 것이며, 물질의 엔탈피H가0이라는 의미가 아니다. 고립 원자·다른 동소체로 자동 확대하지 않는다.</a:t>
            </a:r>
          </a:p>
          <a:p xmlns:a="http://schemas.openxmlformats.org/drawingml/2006/main">
            <a:r>
              <a:t>출처: W22 121 표·원소 기준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27장.</a:t>
            </a:r>
          </a:p>
          <a:p xmlns:a="http://schemas.openxmlformats.org/drawingml/2006/main">
            <a:r>
              <a:t>2026-10-27 원본 반응식 교체. 최신 출처: T85 유제 물·수증기 생성 반응식 원본 두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물과 수증기는 서로 다른 자료다</a:t>
            </a:r>
          </a:p>
          <a:p xmlns:a="http://schemas.openxmlformats.org/drawingml/2006/main">
            <a:r>
              <a:t>핵심: 물질의 상태가 다르면 표준 생성 엔탈피도 다르다</a:t>
            </a:r>
          </a:p>
          <a:p xmlns:a="http://schemas.openxmlformats.org/drawingml/2006/main">
            <a:r>
              <a:t>교사용: 비교하는 물질의 양과 온도조건은같고 생성물상태만다르다. 상태문자만기울이고괄호정자유지. 상태가다른H2O를서로소거하지않는다.</a:t>
            </a:r>
          </a:p>
          <a:p xmlns:a="http://schemas.openxmlformats.org/drawingml/2006/main">
            <a:r>
              <a:t>출처: W22 121 상태별 표;123 Q4.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28장.</a:t>
            </a:r>
          </a:p>
          <a:p xmlns:a="http://schemas.openxmlformats.org/drawingml/2006/main">
            <a:r>
              <a:t>2026-10-27 원본 반응식 교체. 최신 출처: T87 원본 과정1~3. CH4 분해식은 역반응이므로 모든 과정을 더함</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생성물에서 반응물을 빼는 까닭</a:t>
            </a:r>
          </a:p>
          <a:p xmlns:a="http://schemas.openxmlformats.org/drawingml/2006/main">
            <a:r>
              <a:t>핵심: 원소에서 생성물로 가는 경로와 반응물을 거치는 경로를 비교한다</a:t>
            </a:r>
          </a:p>
          <a:p xmlns:a="http://schemas.openxmlformats.org/drawingml/2006/main">
            <a:r>
              <a:t>교사용: 원소에서생성물로가는경로와메테인을거치는경로를비교한다. CH4생성식①을뒤집고③을2배하여원소를소거한다. 다음장일반식으로연결한다.</a:t>
            </a:r>
          </a:p>
          <a:p xmlns:a="http://schemas.openxmlformats.org/drawingml/2006/main">
            <a:r>
              <a:t>출처: W22 121 CH4 생성식①②③·조합.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29장.</a:t>
            </a:r>
          </a:p>
          <a:p xmlns:a="http://schemas.openxmlformats.org/drawingml/2006/main">
            <a:r>
              <a:t> 계수를 곱해 합한다</a:t>
            </a:r>
          </a:p>
          <a:p xmlns:a="http://schemas.openxmlformats.org/drawingml/2006/main">
            <a:r>
              <a:t>핵심: ΔrH°=ΣνΔfH°(생성물)-ΣνΔfH°(반응물)이다</a:t>
            </a:r>
          </a:p>
          <a:p xmlns:a="http://schemas.openxmlformats.org/drawingml/2006/main">
            <a:r>
              <a:t>교사용: 일반식의합은그냥각물질값을한번씩더한다는뜻이아니라계수곱을포함한다. 엄밀한표준반응엔탈피기호와단위는주교과서대조후통일한다.</a:t>
            </a:r>
          </a:p>
          <a:p xmlns:a="http://schemas.openxmlformats.org/drawingml/2006/main">
            <a:r>
              <a:t>출처: W22 121 관계식.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30장.</a:t>
            </a:r>
          </a:p>
          <a:p xmlns:a="http://schemas.openxmlformats.org/drawingml/2006/main">
            <a:r>
              <a:t>2026-10-27 원본 반응식 교체. 최신 출처: T86 메테인 연소 반응식 원본, T86~87 수치로 -890.3kJ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메테인 연소열 구하기</a:t>
            </a:r>
          </a:p>
          <a:p xmlns:a="http://schemas.openxmlformats.org/drawingml/2006/main">
            <a:r>
              <a:t>핵심: 제시된 표의 값으로 CH4 연소 ΔH는 -890.3 kJ이다</a:t>
            </a:r>
          </a:p>
          <a:p xmlns:a="http://schemas.openxmlformats.org/drawingml/2006/main">
            <a:r>
              <a:t>교사용: 이장수치세트는완자121의-74.8/-393.5/-285.8을그대로이용한다. 3-01자료의-890.5값과혼용하지않는다. CH4연소1mol기준식이다.</a:t>
            </a:r>
          </a:p>
          <a:p xmlns:a="http://schemas.openxmlformats.org/drawingml/2006/main">
            <a:r>
              <a:t>출처: W22 121 표·메테인 예제.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31장.</a:t>
            </a:r>
          </a:p>
          <a:p xmlns:a="http://schemas.openxmlformats.org/drawingml/2006/main">
            <a:r>
              <a:t>2026-10-27 원본 반응식 교체. 최신 출처: T85 유제 물 기화식 원본. ΔH3=+44.0kJ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물의 상태 변화 엔탈피</a:t>
            </a:r>
          </a:p>
          <a:p xmlns:a="http://schemas.openxmlformats.org/drawingml/2006/main">
            <a:r>
              <a:t>핵심: 제시된 두 생성 엔탈피 차이로 기화 ΔH=+44.0 kJ를 구한다</a:t>
            </a:r>
          </a:p>
          <a:p xmlns:a="http://schemas.openxmlformats.org/drawingml/2006/main">
            <a:r>
              <a:t>교사용: 25°C에서상태차이를나타낸값이다. 끓는점100°C의기화엔탈피와혼용하지않는다. 두반응의물질상태를구분한다.</a:t>
            </a:r>
          </a:p>
          <a:p xmlns:a="http://schemas.openxmlformats.org/drawingml/2006/main">
            <a:r>
              <a:t>출처: W22 123 Q4;121 상태별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실제20·24쪽;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32장.</a:t>
            </a:r>
          </a:p>
          <a:p xmlns:a="http://schemas.openxmlformats.org/drawingml/2006/main">
            <a:r>
              <a:t> 생성 엔탈피 계산의 확인점</a:t>
            </a:r>
          </a:p>
          <a:p xmlns:a="http://schemas.openxmlformats.org/drawingml/2006/main">
            <a:r>
              <a:t>핵심: 생성물 1mol 기준·기준 원소·물질 상태·반응 계수를 확인한다</a:t>
            </a:r>
          </a:p>
          <a:p xmlns:a="http://schemas.openxmlformats.org/drawingml/2006/main">
            <a:r>
              <a:t>교사용: 표의kJ/mol과적힌열화학반응식의kJ를구분한다. 단원뒤로밀지않고Part3안에서정리한다.</a:t>
            </a:r>
          </a:p>
          <a:p xmlns:a="http://schemas.openxmlformats.org/drawingml/2006/main">
            <a:r>
              <a:t>출처: W22 121·124 핵심체크.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33장.</a:t>
            </a:r>
          </a:p>
          <a:p xmlns:a="http://schemas.openxmlformats.org/drawingml/2006/main">
            <a:r>
              <a:t> Part 4 실험으로 확인하는 헤스 법칙</a:t>
            </a:r>
          </a:p>
          <a:p xmlns:a="http://schemas.openxmlformats.org/drawingml/2006/main">
            <a:r>
              <a:t>핵심: 용해한 뒤 중화할 때와 고체를 직접 반응시킬 때의 열은 어떤 관계일까?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34장.</a:t>
            </a:r>
          </a:p>
          <a:p xmlns:a="http://schemas.openxmlformats.org/drawingml/2006/main">
            <a:r>
              <a:t>2026-10-27 원본 반응식 교체. 최신 출처: W22 120 원본 NaOH 반응식 세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같은 처음과 끝을 만드는 두 경로</a:t>
            </a:r>
          </a:p>
          <a:p xmlns:a="http://schemas.openxmlformats.org/drawingml/2006/main">
            <a:r>
              <a:t>핵심: NaOH 용해+수용액 중화와 고체 NaOH의 직접 반응을 비교한다</a:t>
            </a:r>
          </a:p>
          <a:p xmlns:a="http://schemas.openxmlformats.org/drawingml/2006/main">
            <a:r>
              <a:t>교사용: 처음·나중에있는물질전체를같게한다. 반응식에생략된용매물도경로조건에서비교한다. NaOH(aq)는중간물질로소거된다.</a:t>
            </a:r>
          </a:p>
          <a:p xmlns:a="http://schemas.openxmlformats.org/drawingml/2006/main">
            <a:r>
              <a:t>출처: W22 120 실험;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실제22·36쪽;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35장.</a:t>
            </a:r>
          </a:p>
          <a:p xmlns:a="http://schemas.openxmlformats.org/drawingml/2006/main">
            <a:r>
              <a:t> 실험 조건을 맞추자</a:t>
            </a:r>
          </a:p>
          <a:p xmlns:a="http://schemas.openxmlformats.org/drawingml/2006/main">
            <a:r>
              <a:t>핵심: NaOH 양·전체 물질·처음 온도와 열량계 조건을 비교한다</a:t>
            </a:r>
          </a:p>
          <a:p xmlns:a="http://schemas.openxmlformats.org/drawingml/2006/main">
            <a:r>
              <a:t>교사용: 완자예시실험Ⅰ용해뒤25°C로식히고중화한다. 실험Ⅱ에서는물과염산혼합뒤25°C로식힌후고체를넣는다. 원본사진의두패널이모두실험Ⅰ임을구분하고직접반응실험사진으로잘못이름붙이지않는다.</a:t>
            </a:r>
          </a:p>
          <a:p xmlns:a="http://schemas.openxmlformats.org/drawingml/2006/main">
            <a:r>
              <a:t>출처: W22 120 과정·실험Ⅰ 사진.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36장.</a:t>
            </a:r>
          </a:p>
          <a:p xmlns:a="http://schemas.openxmlformats.org/drawingml/2006/main">
            <a:r>
              <a:t> 열량계에서 읽는 것</a:t>
            </a:r>
          </a:p>
          <a:p xmlns:a="http://schemas.openxmlformats.org/drawingml/2006/main">
            <a:r>
              <a:t>핵심: 용액이 얻은 열 Q=cmΔt로 반응에서 방출한 열을 추정한다</a:t>
            </a:r>
          </a:p>
          <a:p xmlns:a="http://schemas.openxmlformats.org/drawingml/2006/main">
            <a:r>
              <a:t>교사용: 외부열출입·열량계열용량을무시하는근사에서용액이얻은열과반응에서방출한열의크기를연결한다. 반응mol기준으로환산하기전Q는J또는kJ이다. 용질질량도더한다.</a:t>
            </a:r>
          </a:p>
          <a:p xmlns:a="http://schemas.openxmlformats.org/drawingml/2006/main">
            <a:r>
              <a:t>출처: W22 120 Q=cmΔt·열량 계산;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실제23·28쪽;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37장.</a:t>
            </a:r>
          </a:p>
          <a:p xmlns:a="http://schemas.openxmlformats.org/drawingml/2006/main">
            <a:r>
              <a:t> 교재의 온도 자료 읽기</a:t>
            </a:r>
          </a:p>
          <a:p xmlns:a="http://schemas.openxmlformats.org/drawingml/2006/main">
            <a:r>
              <a:t>핵심: 각 반응 단계의 질량과 온도 변화를 따로 기록한다</a:t>
            </a:r>
          </a:p>
          <a:p xmlns:a="http://schemas.openxmlformats.org/drawingml/2006/main">
            <a:r>
              <a:t>교사용: 교재예시데이터이며이번수업에서실측한값으로표현하지않는다. W22와G22예시온도를섞지않는다. 각반응의처음온도를별도로기록한다.</a:t>
            </a:r>
          </a:p>
          <a:p xmlns:a="http://schemas.openxmlformats.org/drawingml/2006/main">
            <a:r>
              <a:t>출처: W22 120 결과·열량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38장.</a:t>
            </a:r>
          </a:p>
          <a:p xmlns:a="http://schemas.openxmlformats.org/drawingml/2006/main">
            <a:r>
              <a:t> 한 단계의 반응 엔탈피</a:t>
            </a:r>
          </a:p>
          <a:p xmlns:a="http://schemas.openxmlformats.org/drawingml/2006/main">
            <a:r>
              <a:t>핵심: 용해 단계는 Q≈8.30kJ, NaOH 0.200mol 기준 ΔH≈-41.50kJ/mol이다</a:t>
            </a:r>
          </a:p>
          <a:p xmlns:a="http://schemas.openxmlformats.org/drawingml/2006/main">
            <a:r>
              <a:t>교사용: 계산전의정확한값-41.496kJ/mol을최종반올림하면-41.50이다. 온도상승으로용액이열을얻었고반응ΔH는음수임을구분한다.</a:t>
            </a:r>
          </a:p>
          <a:p xmlns:a="http://schemas.openxmlformats.org/drawingml/2006/main">
            <a:r>
              <a:t>출처: W22 120 실험Ⅰ❶.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39장.</a:t>
            </a:r>
          </a:p>
          <a:p xmlns:a="http://schemas.openxmlformats.org/drawingml/2006/main">
            <a:r>
              <a:t> 나머지 두 단계와 비교</a:t>
            </a:r>
          </a:p>
          <a:p xmlns:a="http://schemas.openxmlformats.org/drawingml/2006/main">
            <a:r>
              <a:t>핵심: 교재 반올림값은 중화 -52.25, 직접 반응 -94.25kJ/mol이다</a:t>
            </a:r>
          </a:p>
          <a:p xmlns:a="http://schemas.openxmlformats.org/drawingml/2006/main">
            <a:r>
              <a:t>교사용: 중화10.45와직접18.85kJ는교재의중간반올림값이다. 연속계산의반올림전결과와혼합하지않고여기서는교재의반올림표를한세트로쓴다.</a:t>
            </a:r>
          </a:p>
          <a:p xmlns:a="http://schemas.openxmlformats.org/drawingml/2006/main">
            <a:r>
              <a:t>출처: W22 120 해석2.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40장.</a:t>
            </a:r>
          </a:p>
          <a:p xmlns:a="http://schemas.openxmlformats.org/drawingml/2006/main">
            <a:r>
              <a:t> 실험값은 얼마나 가까울까?</a:t>
            </a:r>
          </a:p>
          <a:p xmlns:a="http://schemas.openxmlformats.org/drawingml/2006/main">
            <a:r>
              <a:t>핵심: 두 단계 합 -93.75와 직접값 -94.25kJ/mol은 근사적으로 일치한다</a:t>
            </a:r>
          </a:p>
          <a:p xmlns:a="http://schemas.openxmlformats.org/drawingml/2006/main">
            <a:r>
              <a:t>교사용: 열손실·측정·증발및희석·농도조건의영향을교사발문으로연결한다. 데이터를고쳐정확히일치시키지않는다. 관찰은근사일치이며법칙실패로단정하지않는다.</a:t>
            </a:r>
          </a:p>
          <a:p xmlns:a="http://schemas.openxmlformats.org/drawingml/2006/main">
            <a:r>
              <a:t>출처: W22 120 해석3·오차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41장.</a:t>
            </a:r>
          </a:p>
          <a:p xmlns:a="http://schemas.openxmlformats.org/drawingml/2006/main">
            <a:r>
              <a:t> 직접 재지 못한 ΔH를 알게 되는 까닭</a:t>
            </a:r>
          </a:p>
          <a:p xmlns:a="http://schemas.openxmlformats.org/drawingml/2006/main">
            <a:r>
              <a:t>핵심: 알려진 반응을 조합해 같은 처음·끝을 만들면 미지 ΔH를 구할 수 있다</a:t>
            </a:r>
          </a:p>
          <a:p xmlns:a="http://schemas.openxmlformats.org/drawingml/2006/main">
            <a:r>
              <a:t>교사용: 도입의높이차비유와연결해경로와변화량을말로구분한다. 걷는거리나신체에너지와반응열을동일시하지않는다. 원래등록캐릭터를확보하지못해캐릭터는배치하지않았다.</a:t>
            </a:r>
          </a:p>
          <a:p xmlns:a="http://schemas.openxmlformats.org/drawingml/2006/main">
            <a:r>
              <a:t>출처: W22 118~123; STD22.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실제31·40쪽;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최신42장 검토 시안 실제 42장.</a:t>
            </a:r>
          </a:p>
          <a:p xmlns:a="http://schemas.openxmlformats.org/drawingml/2006/main">
            <a:r>
              <a:t>2026-10-27 원본 반응식 교체. 최신 출처: T85 CO 생성 ΔH3=ΔH1−ΔH2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 경로와 식으로 설명하기</a:t>
            </a:r>
          </a:p>
          <a:p xmlns:a="http://schemas.openxmlformats.org/drawingml/2006/main">
            <a:r>
              <a:t>핵심: 경로 비교·식 조합·상태 확인을 근거로 헤스 법칙을 적용한다</a:t>
            </a:r>
          </a:p>
          <a:p xmlns:a="http://schemas.openxmlformats.org/drawingml/2006/main">
            <a:r>
              <a:t>교사용: 출구과제예상답:①두연소식을조합하면목표식이남음②양의값,생성엔탈피차이+44.0kJ③열손실·기기/온도측정·희석/농도조건등. 화면에정답을동시에적지않고교사노트에보존한다. 형식적정리문구보다실제개념활동이름으로끝낸다.</a:t>
            </a:r>
          </a:p>
          <a:p xmlns:a="http://schemas.openxmlformats.org/drawingml/2006/main">
            <a:r>
              <a:t>출처: W22 119·123·120 근거 교사 제작 확인 과제.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be7c16df1441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912756877a5494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9438bb713614d0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9ed432e005d4a7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dba40ce81a146a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2df6b2bf2254f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4FC242-21FD-4781-B8FC-AD22BE41C028}"/>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28FD234-C328-4BC4-A0DA-252F9849C478}"/>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D6E88CB-D8D0-468E-90CD-1AF4A33E9A38}"/>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8CA27D-8DE8-4DBC-B543-51381A3C338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F83EAF6-285A-413B-BC2C-735B47A6682A}"/>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22E37CA-4740-4C8B-8F14-C2377BADA99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16F1E7E-157F-4754-B7AE-5869F71BF540}"/>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346B3CE-6C13-49C2-B493-A11B52E6E5D3}"/>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D0779C-69B5-404B-96A6-EB690F81AF5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F933880-BBFF-4EF7-837A-B5340A7F1903}"/>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41d1b6d9704170" /><Relationship Type="http://schemas.openxmlformats.org/officeDocument/2006/relationships/slideLayout" Target="/ppt/slideLayouts/slideLayout1.xml" Id="R17e57f564a2e4716" /><Relationship Type="http://schemas.openxmlformats.org/officeDocument/2006/relationships/slideLayout" Target="/ppt/slideLayouts/slideLayout2.xml" Id="R2d4804b087854f3e" /><Relationship Type="http://schemas.openxmlformats.org/officeDocument/2006/relationships/slideLayout" Target="/ppt/slideLayouts/slideLayout3.xml" Id="R7adcc00615bb4b54" /><Relationship Type="http://schemas.openxmlformats.org/officeDocument/2006/relationships/slideLayout" Target="/ppt/slideLayouts/slideLayout4.xml" Id="Rd67ccae5b4d240e1" /><Relationship Type="http://schemas.openxmlformats.org/officeDocument/2006/relationships/slideLayout" Target="/ppt/slideLayouts/slideLayout5.xml" Id="R02922dedb7574aee" /><Relationship Type="http://schemas.openxmlformats.org/officeDocument/2006/relationships/slideLayout" Target="/ppt/slideLayouts/slideLayout6.xml" Id="R4bb95f022b844e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e57f564a2e4716"/>
    <p:sldLayoutId xmlns:r="http://schemas.openxmlformats.org/officeDocument/2006/relationships" id="2147483650" r:id="R2d4804b087854f3e"/>
    <p:sldLayoutId xmlns:r="http://schemas.openxmlformats.org/officeDocument/2006/relationships" id="2147483651" r:id="R7adcc00615bb4b54"/>
    <p:sldLayoutId xmlns:r="http://schemas.openxmlformats.org/officeDocument/2006/relationships" id="2147483652" r:id="Rd67ccae5b4d240e1"/>
    <p:sldLayoutId xmlns:r="http://schemas.openxmlformats.org/officeDocument/2006/relationships" id="2147483653" r:id="R02922dedb7574aee"/>
    <p:sldLayoutId xmlns:r="http://schemas.openxmlformats.org/officeDocument/2006/relationships" id="2147483654" r:id="R4bb95f022b844e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e43a10fc89a4556" /><Relationship Type="http://schemas.openxmlformats.org/officeDocument/2006/relationships/image" Target="/ppt/media/image.png" Id="R084122692aa64dac" /><Relationship Type="http://schemas.openxmlformats.org/officeDocument/2006/relationships/image" Target="/ppt/media/image2.png" Id="R0596b6ad591d4801" /><Relationship Type="http://schemas.openxmlformats.org/officeDocument/2006/relationships/image" Target="/ppt/media/image3.png" Id="R1ad8cb55dea540aa" /><Relationship Type="http://schemas.openxmlformats.org/officeDocument/2006/relationships/notesSlide" Target="/ppt/notesSlides/notesSlide1.xml" Id="Rc02374a0ab044a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3d17b32f9bc4182" /><Relationship Type="http://schemas.openxmlformats.org/officeDocument/2006/relationships/image" Target="/ppt/media/image4.png" Id="R8d1fddc01ed5411f" /><Relationship Type="http://schemas.openxmlformats.org/officeDocument/2006/relationships/image" Target="/ppt/media/image5.png" Id="R5c9cea55c03a470d" /><Relationship Type="http://schemas.openxmlformats.org/officeDocument/2006/relationships/notesSlide" Target="/ppt/notesSlides/notesSlide2.xml" Id="R950be1f1e8fb44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23f85017eb441a2" /><Relationship Type="http://schemas.openxmlformats.org/officeDocument/2006/relationships/image" Target="/ppt/media/image6.png" Id="Rfaf792edef0e400a" /><Relationship Type="http://schemas.openxmlformats.org/officeDocument/2006/relationships/notesSlide" Target="/ppt/notesSlides/notesSlide3.xml" Id="Rde36b9c2e64341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be2833a0dbc440e" /><Relationship Type="http://schemas.openxmlformats.org/officeDocument/2006/relationships/image" Target="/ppt/media/image7.png" Id="R6aec9f9cd92742ea" /><Relationship Type="http://schemas.openxmlformats.org/officeDocument/2006/relationships/image" Target="/ppt/media/image8.png" Id="R382e7e966236479e" /><Relationship Type="http://schemas.openxmlformats.org/officeDocument/2006/relationships/notesSlide" Target="/ppt/notesSlides/notesSlide4.xml" Id="R4b2e1b9fd7c344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f07f07bcc554825" /><Relationship Type="http://schemas.openxmlformats.org/officeDocument/2006/relationships/image" Target="/ppt/media/image9.png" Id="R9da24e9db8414580" /><Relationship Type="http://schemas.openxmlformats.org/officeDocument/2006/relationships/notesSlide" Target="/ppt/notesSlides/notesSlide5.xml" Id="R443ff9cffbff40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bce0c6d776944ca" /><Relationship Type="http://schemas.openxmlformats.org/officeDocument/2006/relationships/image" Target="/ppt/media/image10.png" Id="R5101b1fd9b814247" /><Relationship Type="http://schemas.openxmlformats.org/officeDocument/2006/relationships/notesSlide" Target="/ppt/notesSlides/notesSlide6.xml" Id="Raedd06c5e529460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0dc93dffc214690" /><Relationship Type="http://schemas.openxmlformats.org/officeDocument/2006/relationships/image" Target="/ppt/media/image11.png" Id="R33f0dfe741ca4a3b" /><Relationship Type="http://schemas.openxmlformats.org/officeDocument/2006/relationships/notesSlide" Target="/ppt/notesSlides/notesSlide7.xml" Id="R5ea67aa3bb0642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b6966349bf84084" /><Relationship Type="http://schemas.openxmlformats.org/officeDocument/2006/relationships/image" Target="/ppt/media/image12.png" Id="R3af4aaed2c8441a8" /><Relationship Type="http://schemas.openxmlformats.org/officeDocument/2006/relationships/image" Target="/ppt/media/image13.png" Id="R6732f3ef48934435" /><Relationship Type="http://schemas.openxmlformats.org/officeDocument/2006/relationships/notesSlide" Target="/ppt/notesSlides/notesSlide8.xml" Id="R33a17fe24a25402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b6267431c514bb6" /><Relationship Type="http://schemas.openxmlformats.org/officeDocument/2006/relationships/image" Target="/ppt/media/image14.png" Id="R0d25a09ab0024144" /><Relationship Type="http://schemas.openxmlformats.org/officeDocument/2006/relationships/image" Target="/ppt/media/image15.png" Id="Rabf7872e582d4528" /><Relationship Type="http://schemas.openxmlformats.org/officeDocument/2006/relationships/image" Target="/ppt/media/image16.png" Id="Rf17620a16a7a4f7a" /><Relationship Type="http://schemas.openxmlformats.org/officeDocument/2006/relationships/image" Target="/ppt/media/image17.png" Id="Raab9732fee7a4f2f" /><Relationship Type="http://schemas.openxmlformats.org/officeDocument/2006/relationships/notesSlide" Target="/ppt/notesSlides/notesSlide9.xml" Id="R54c8523351e64b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6a08da1b5b14d64" /><Relationship Type="http://schemas.openxmlformats.org/officeDocument/2006/relationships/image" Target="/ppt/media/image18.png" Id="R530bb4e05f7d4ec8" /><Relationship Type="http://schemas.openxmlformats.org/officeDocument/2006/relationships/image" Target="/ppt/media/image19.png" Id="Rea7998a083424948" /><Relationship Type="http://schemas.openxmlformats.org/officeDocument/2006/relationships/image" Target="/ppt/media/image20.png" Id="R0abf6298f8a54737" /><Relationship Type="http://schemas.openxmlformats.org/officeDocument/2006/relationships/notesSlide" Target="/ppt/notesSlides/notesSlide10.xml" Id="Raeb9b1eb2fee4f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b060eb06b3648eb" /><Relationship Type="http://schemas.openxmlformats.org/officeDocument/2006/relationships/image" Target="/ppt/media/image21.png" Id="R9025f8646db54246" /><Relationship Type="http://schemas.openxmlformats.org/officeDocument/2006/relationships/image" Target="/ppt/media/image22.png" Id="Ra21af7a8271544fb" /><Relationship Type="http://schemas.openxmlformats.org/officeDocument/2006/relationships/image" Target="/ppt/media/image23.png" Id="Re5b8321e70e845bf" /><Relationship Type="http://schemas.openxmlformats.org/officeDocument/2006/relationships/notesSlide" Target="/ppt/notesSlides/notesSlide11.xml" Id="Rba02cdd8b0a242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c779923533943e1" /><Relationship Type="http://schemas.openxmlformats.org/officeDocument/2006/relationships/image" Target="/ppt/media/image24.png" Id="R5e717d38f71b40fa" /><Relationship Type="http://schemas.openxmlformats.org/officeDocument/2006/relationships/notesSlide" Target="/ppt/notesSlides/notesSlide12.xml" Id="Rfefebf3cfaa94f9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a0b6f006c3f40dc" /><Relationship Type="http://schemas.openxmlformats.org/officeDocument/2006/relationships/image" Target="/ppt/media/image25.png" Id="Rc18a85b225184d6a" /><Relationship Type="http://schemas.openxmlformats.org/officeDocument/2006/relationships/notesSlide" Target="/ppt/notesSlides/notesSlide13.xml" Id="R0ecf91a911b7479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88e2eb5110d47ab" /><Relationship Type="http://schemas.openxmlformats.org/officeDocument/2006/relationships/image" Target="/ppt/media/image26.png" Id="R37e2631eb5524202" /><Relationship Type="http://schemas.openxmlformats.org/officeDocument/2006/relationships/notesSlide" Target="/ppt/notesSlides/notesSlide14.xml" Id="Rfab04e6cd8214b3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6cf8b6de8ec4d1b" /><Relationship Type="http://schemas.openxmlformats.org/officeDocument/2006/relationships/image" Target="/ppt/media/image27.png" Id="R43733ba6170d4dbe" /><Relationship Type="http://schemas.openxmlformats.org/officeDocument/2006/relationships/image" Target="/ppt/media/image28.png" Id="R1d848ccaae1a43de" /><Relationship Type="http://schemas.openxmlformats.org/officeDocument/2006/relationships/image" Target="/ppt/media/image29.png" Id="Rf0b32f010f174e22" /><Relationship Type="http://schemas.openxmlformats.org/officeDocument/2006/relationships/image" Target="/ppt/media/image30.png" Id="R2e97efcbf4334e8e" /><Relationship Type="http://schemas.openxmlformats.org/officeDocument/2006/relationships/notesSlide" Target="/ppt/notesSlides/notesSlide15.xml" Id="Rd6bbe87b74c046b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0746ec9391e4d3b" /><Relationship Type="http://schemas.openxmlformats.org/officeDocument/2006/relationships/image" Target="/ppt/media/image31.png" Id="R6ab90862742946b6" /><Relationship Type="http://schemas.openxmlformats.org/officeDocument/2006/relationships/image" Target="/ppt/media/image32.png" Id="Rffbc771e08ee4e00" /><Relationship Type="http://schemas.openxmlformats.org/officeDocument/2006/relationships/notesSlide" Target="/ppt/notesSlides/notesSlide16.xml" Id="R1ad6648efe6540e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40355abe67d4432" /><Relationship Type="http://schemas.openxmlformats.org/officeDocument/2006/relationships/image" Target="/ppt/media/image33.png" Id="Rcb19b589e9364c35" /><Relationship Type="http://schemas.openxmlformats.org/officeDocument/2006/relationships/image" Target="/ppt/media/image34.png" Id="Rf4721c15af724054" /><Relationship Type="http://schemas.openxmlformats.org/officeDocument/2006/relationships/image" Target="/ppt/media/image35.png" Id="Rab39b93fcbf74ccb" /><Relationship Type="http://schemas.openxmlformats.org/officeDocument/2006/relationships/notesSlide" Target="/ppt/notesSlides/notesSlide17.xml" Id="Rc1f9272409e74bf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4f1028f9a1444e7" /><Relationship Type="http://schemas.openxmlformats.org/officeDocument/2006/relationships/image" Target="/ppt/media/image36.png" Id="Ra0d413856bc24a15" /><Relationship Type="http://schemas.openxmlformats.org/officeDocument/2006/relationships/image" Target="/ppt/media/image37.png" Id="Rd0cb5be9e99c45fd" /><Relationship Type="http://schemas.openxmlformats.org/officeDocument/2006/relationships/image" Target="/ppt/media/image38.png" Id="Ra4b7941868284ea0" /><Relationship Type="http://schemas.openxmlformats.org/officeDocument/2006/relationships/notesSlide" Target="/ppt/notesSlides/notesSlide18.xml" Id="Rff218a2d21fc4d8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aab2834cbaa441a" /><Relationship Type="http://schemas.openxmlformats.org/officeDocument/2006/relationships/image" Target="/ppt/media/image39.png" Id="Re904c74261314896" /><Relationship Type="http://schemas.openxmlformats.org/officeDocument/2006/relationships/image" Target="/ppt/media/image40.png" Id="Rd3554d09f73f4159" /><Relationship Type="http://schemas.openxmlformats.org/officeDocument/2006/relationships/image" Target="/ppt/media/image41.png" Id="R2b452769739b4b79" /><Relationship Type="http://schemas.openxmlformats.org/officeDocument/2006/relationships/notesSlide" Target="/ppt/notesSlides/notesSlide19.xml" Id="Ra883031a6057431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52ed12f7c514b89" /><Relationship Type="http://schemas.openxmlformats.org/officeDocument/2006/relationships/image" Target="/ppt/media/image42.png" Id="Ref87edabc8d0469c" /><Relationship Type="http://schemas.openxmlformats.org/officeDocument/2006/relationships/notesSlide" Target="/ppt/notesSlides/notesSlide20.xml" Id="R63aa3db2be7c419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b47ba68525b4658" /><Relationship Type="http://schemas.openxmlformats.org/officeDocument/2006/relationships/image" Target="/ppt/media/image43.png" Id="Rbf01639425d74e9f" /><Relationship Type="http://schemas.openxmlformats.org/officeDocument/2006/relationships/image" Target="/ppt/media/image44.png" Id="R02141b4935454425" /><Relationship Type="http://schemas.openxmlformats.org/officeDocument/2006/relationships/image" Target="/ppt/media/image45.png" Id="R7d6b10dcd10a4fc0" /><Relationship Type="http://schemas.openxmlformats.org/officeDocument/2006/relationships/notesSlide" Target="/ppt/notesSlides/notesSlide21.xml" Id="Rcba02d84af3f4e8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ba28c89b7c54caf" /><Relationship Type="http://schemas.openxmlformats.org/officeDocument/2006/relationships/image" Target="/ppt/media/image46.png" Id="R3257831b8f0c40d2" /><Relationship Type="http://schemas.openxmlformats.org/officeDocument/2006/relationships/image" Target="/ppt/media/image47.png" Id="Rc9d82cc516b84fa6" /><Relationship Type="http://schemas.openxmlformats.org/officeDocument/2006/relationships/image" Target="/ppt/media/image48.png" Id="Rd901478d33df4dd7" /><Relationship Type="http://schemas.openxmlformats.org/officeDocument/2006/relationships/notesSlide" Target="/ppt/notesSlides/notesSlide22.xml" Id="R7f7ad9fb041e486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0ce430f15e84c28" /><Relationship Type="http://schemas.openxmlformats.org/officeDocument/2006/relationships/image" Target="/ppt/media/image49.png" Id="R94a8a4836e834f9a" /><Relationship Type="http://schemas.openxmlformats.org/officeDocument/2006/relationships/image" Target="/ppt/media/image50.png" Id="R3d3c2eb95fff4ac6" /><Relationship Type="http://schemas.openxmlformats.org/officeDocument/2006/relationships/notesSlide" Target="/ppt/notesSlides/notesSlide23.xml" Id="R888c04f7cf9d4b2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1b8c70f2d874ffb" /><Relationship Type="http://schemas.openxmlformats.org/officeDocument/2006/relationships/image" Target="/ppt/media/image51.png" Id="Rdb9fb231354b4551" /><Relationship Type="http://schemas.openxmlformats.org/officeDocument/2006/relationships/notesSlide" Target="/ppt/notesSlides/notesSlide24.xml" Id="Rb1351ac374ec42e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2483b06cd494260" /><Relationship Type="http://schemas.openxmlformats.org/officeDocument/2006/relationships/image" Target="/ppt/media/image52.png" Id="R751934099c694a55" /><Relationship Type="http://schemas.openxmlformats.org/officeDocument/2006/relationships/image" Target="/ppt/media/image53.png" Id="R2eb62990ffbc40a3" /><Relationship Type="http://schemas.openxmlformats.org/officeDocument/2006/relationships/notesSlide" Target="/ppt/notesSlides/notesSlide25.xml" Id="R050750a3fe884ea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3d6576f179d445b" /><Relationship Type="http://schemas.openxmlformats.org/officeDocument/2006/relationships/image" Target="/ppt/media/image54.png" Id="R2dcfff40d5d74644" /><Relationship Type="http://schemas.openxmlformats.org/officeDocument/2006/relationships/notesSlide" Target="/ppt/notesSlides/notesSlide26.xml" Id="R8d14bb46941a402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d01debbd4ea4e02" /><Relationship Type="http://schemas.openxmlformats.org/officeDocument/2006/relationships/image" Target="/ppt/media/image55.png" Id="R8481243f4dd649d8" /><Relationship Type="http://schemas.openxmlformats.org/officeDocument/2006/relationships/image" Target="/ppt/media/image56.png" Id="R5d76bebbaa914b25" /><Relationship Type="http://schemas.openxmlformats.org/officeDocument/2006/relationships/image" Target="/ppt/media/image57.png" Id="R186ee294bacb45b0" /><Relationship Type="http://schemas.openxmlformats.org/officeDocument/2006/relationships/notesSlide" Target="/ppt/notesSlides/notesSlide27.xml" Id="R1a904947b99642d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d894cbb57f842ef" /><Relationship Type="http://schemas.openxmlformats.org/officeDocument/2006/relationships/image" Target="/ppt/media/image58.png" Id="R5f524a379e994659" /><Relationship Type="http://schemas.openxmlformats.org/officeDocument/2006/relationships/image" Target="/ppt/media/image59.png" Id="R0fd88ab179d04307" /><Relationship Type="http://schemas.openxmlformats.org/officeDocument/2006/relationships/notesSlide" Target="/ppt/notesSlides/notesSlide28.xml" Id="R2357d8f6bd3c46d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616b36ce1356486b" /><Relationship Type="http://schemas.openxmlformats.org/officeDocument/2006/relationships/image" Target="/ppt/media/image60.png" Id="Rde62f72e61f94597" /><Relationship Type="http://schemas.openxmlformats.org/officeDocument/2006/relationships/notesSlide" Target="/ppt/notesSlides/notesSlide29.xml" Id="Rcec2933ad4804c7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ffbe24780d564b31" /><Relationship Type="http://schemas.openxmlformats.org/officeDocument/2006/relationships/image" Target="/ppt/media/image61.png" Id="R011df5964af8420f" /><Relationship Type="http://schemas.openxmlformats.org/officeDocument/2006/relationships/image" Target="/ppt/media/image62.png" Id="Rac808d2a65ce4d2b" /><Relationship Type="http://schemas.openxmlformats.org/officeDocument/2006/relationships/notesSlide" Target="/ppt/notesSlides/notesSlide30.xml" Id="R4a3d7b6d3cde41a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c87a429e79d47ab" /><Relationship Type="http://schemas.openxmlformats.org/officeDocument/2006/relationships/image" Target="/ppt/media/image63.png" Id="R2b10852a05604f67" /><Relationship Type="http://schemas.openxmlformats.org/officeDocument/2006/relationships/image" Target="/ppt/media/image64.png" Id="Rc68d20b7f6834444" /><Relationship Type="http://schemas.openxmlformats.org/officeDocument/2006/relationships/image" Target="/ppt/media/image65.png" Id="Re36bce7d49af4df9" /><Relationship Type="http://schemas.openxmlformats.org/officeDocument/2006/relationships/notesSlide" Target="/ppt/notesSlides/notesSlide31.xml" Id="Rc1da9660649b477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23801359ceb4055" /><Relationship Type="http://schemas.openxmlformats.org/officeDocument/2006/relationships/image" Target="/ppt/media/image66.png" Id="R380ce0c011c34394" /><Relationship Type="http://schemas.openxmlformats.org/officeDocument/2006/relationships/notesSlide" Target="/ppt/notesSlides/notesSlide32.xml" Id="Rce397c8b37114b0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09d42f8a50a14c4f" /><Relationship Type="http://schemas.openxmlformats.org/officeDocument/2006/relationships/image" Target="/ppt/media/image67.png" Id="R099cafaaef11431a" /><Relationship Type="http://schemas.openxmlformats.org/officeDocument/2006/relationships/notesSlide" Target="/ppt/notesSlides/notesSlide33.xml" Id="R7ff1bdb95f674b8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f4fff41fbbb4393" /><Relationship Type="http://schemas.openxmlformats.org/officeDocument/2006/relationships/image" Target="/ppt/media/image68.png" Id="Rb8a0028f51eb457b" /><Relationship Type="http://schemas.openxmlformats.org/officeDocument/2006/relationships/image" Target="/ppt/media/image69.png" Id="R1c0a382eeb074776" /><Relationship Type="http://schemas.openxmlformats.org/officeDocument/2006/relationships/image" Target="/ppt/media/image70.png" Id="Rc169d63e3cf04275" /><Relationship Type="http://schemas.openxmlformats.org/officeDocument/2006/relationships/image" Target="/ppt/media/image71.png" Id="R4eb0bcb88df54420" /><Relationship Type="http://schemas.openxmlformats.org/officeDocument/2006/relationships/image" Target="/ppt/media/image72.png" Id="R9bbe9039cfb7440e" /><Relationship Type="http://schemas.openxmlformats.org/officeDocument/2006/relationships/notesSlide" Target="/ppt/notesSlides/notesSlide34.xml" Id="R0f7bae0f78bc4c1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30ddb208b3b4cdd" /><Relationship Type="http://schemas.openxmlformats.org/officeDocument/2006/relationships/image" Target="/ppt/media/image73.png" Id="R0ff4ce52c24a4231" /><Relationship Type="http://schemas.openxmlformats.org/officeDocument/2006/relationships/image" Target="/ppt/media/image74.png" Id="Rbe2774c222ea4e25" /><Relationship Type="http://schemas.openxmlformats.org/officeDocument/2006/relationships/image" Target="/ppt/media/image75.png" Id="Re42619b59c8e4509" /><Relationship Type="http://schemas.openxmlformats.org/officeDocument/2006/relationships/notesSlide" Target="/ppt/notesSlides/notesSlide35.xml" Id="R4003d8233d774e7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5cdb498ce359463d" /><Relationship Type="http://schemas.openxmlformats.org/officeDocument/2006/relationships/image" Target="/ppt/media/image76.png" Id="Rb7a8f748b2664070" /><Relationship Type="http://schemas.openxmlformats.org/officeDocument/2006/relationships/notesSlide" Target="/ppt/notesSlides/notesSlide36.xml" Id="Rb61577e54f9a457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97e72b778034e7d" /><Relationship Type="http://schemas.openxmlformats.org/officeDocument/2006/relationships/image" Target="/ppt/media/image77.png" Id="R099a50552ab1417b" /><Relationship Type="http://schemas.openxmlformats.org/officeDocument/2006/relationships/notesSlide" Target="/ppt/notesSlides/notesSlide37.xml" Id="R16e1872231724db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df7637bb5efa4e33" /><Relationship Type="http://schemas.openxmlformats.org/officeDocument/2006/relationships/image" Target="/ppt/media/image78.png" Id="Rdf284d61c20146b2" /><Relationship Type="http://schemas.openxmlformats.org/officeDocument/2006/relationships/notesSlide" Target="/ppt/notesSlides/notesSlide38.xml" Id="Rb6fed88c9a624c8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aabf02b7e5bc4008" /><Relationship Type="http://schemas.openxmlformats.org/officeDocument/2006/relationships/image" Target="/ppt/media/image79.png" Id="R2a7164c6275b4cfc" /><Relationship Type="http://schemas.openxmlformats.org/officeDocument/2006/relationships/notesSlide" Target="/ppt/notesSlides/notesSlide39.xml" Id="Rf5a780b5be5e48a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f0f04115951d4241" /><Relationship Type="http://schemas.openxmlformats.org/officeDocument/2006/relationships/image" Target="/ppt/media/image80.png" Id="Rfa101c35147344b9" /><Relationship Type="http://schemas.openxmlformats.org/officeDocument/2006/relationships/notesSlide" Target="/ppt/notesSlides/notesSlide40.xml" Id="Rb94780e28cd3413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9a935008780f45e0" /><Relationship Type="http://schemas.openxmlformats.org/officeDocument/2006/relationships/image" Target="/ppt/media/image81.png" Id="R5b6d2dd08e52417d" /><Relationship Type="http://schemas.openxmlformats.org/officeDocument/2006/relationships/notesSlide" Target="/ppt/notesSlides/notesSlide41.xml" Id="Rbd662f49be75488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29f89beb2c2d4f18" /><Relationship Type="http://schemas.openxmlformats.org/officeDocument/2006/relationships/image" Target="/ppt/media/image82.png" Id="Rdf98532a92334009" /><Relationship Type="http://schemas.openxmlformats.org/officeDocument/2006/relationships/notesSlide" Target="/ppt/notesSlides/notesSlide42.xml" Id="Rea4e1b3aa2c04900"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F73DD9E-2BBF-4757-8EE2-F80FBEE2C892}"/>
              </a:ext>
            </a:extLst>
          </p:cNvPr>
          <p:cNvPicPr>
            <a:picLocks xmlns:a="http://schemas.openxmlformats.org/drawingml/2006/main" noChangeAspect="1"/>
          </p:cNvPicPr>
          <p:nvPr/>
        </p:nvPicPr>
        <p:blipFill>
          <a:blip xmlns:r="http://schemas.openxmlformats.org/officeDocument/2006/relationships" xmlns:a="http://schemas.openxmlformats.org/drawingml/2006/main" r:embed="R084122692aa64dac"/>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D3675C6B-2C32-4EE3-8604-03E5C7A044B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CD89B8B9-4D9E-468B-8438-2E6243AE3144}"/>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493080B8-EF57-4DEC-B7CE-DE880E358AA1}"/>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38DB5955-238B-44F1-9C04-B41106FB62B2}"/>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DC27A8B7-380D-4785-A91A-E08160B0238F}"/>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3AE6F046-C3C8-4291-B440-E91B5CA78A9F}"/>
              </a:ext>
            </a:extLst>
          </p:cNvPr>
          <p:cNvPicPr>
            <a:picLocks xmlns:a="http://schemas.openxmlformats.org/drawingml/2006/main" noChangeAspect="1"/>
          </p:cNvPicPr>
          <p:nvPr/>
        </p:nvPicPr>
        <p:blipFill>
          <a:blip xmlns:r="http://schemas.openxmlformats.org/officeDocument/2006/relationships" xmlns:a="http://schemas.openxmlformats.org/drawingml/2006/main" r:embed="R0596b6ad591d480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2684FC8-0082-4323-866D-FF4A667897AF}"/>
              </a:ext>
            </a:extLst>
          </p:cNvPr>
          <p:cNvPicPr>
            <a:picLocks xmlns:a="http://schemas.openxmlformats.org/drawingml/2006/main" noChangeAspect="1"/>
          </p:cNvPicPr>
          <p:nvPr/>
        </p:nvPicPr>
        <p:blipFill>
          <a:blip xmlns:r="http://schemas.openxmlformats.org/officeDocument/2006/relationships" xmlns:a="http://schemas.openxmlformats.org/drawingml/2006/main" r:embed="R1ad8cb55dea540aa"/>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03B9612A-3392-4940-826F-419B8F33E67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12299875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1A36ECF-0C9B-44CE-9972-5FDA8A1F3FA5}"/>
              </a:ext>
            </a:extLst>
          </p:cNvPr>
          <p:cNvPicPr>
            <a:picLocks xmlns:a="http://schemas.openxmlformats.org/drawingml/2006/main" noChangeAspect="1"/>
          </p:cNvPicPr>
          <p:nvPr/>
        </p:nvPicPr>
        <p:blipFill>
          <a:blip xmlns:r="http://schemas.openxmlformats.org/officeDocument/2006/relationships" xmlns:a="http://schemas.openxmlformats.org/drawingml/2006/main" r:embed="R8d1fddc01ed5411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74E513C-CD0B-45E3-99B4-68200B0C2B6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B92F3C6-9DCD-4C64-98B6-78E142C2761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B9942C03-12AC-4B08-908A-2C233F73773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F9C8338-6536-4ACF-9306-DA4FAF73CA7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E53E3380-6F96-4AF0-930B-E7D6A02D742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84BFB41C-66A9-4172-8D79-CCFD971F803B}"/>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46B92459-528D-4859-9C60-813E991AF627}"/>
              </a:ext>
            </a:extLst>
          </p:cNvPr>
          <p:cNvPicPr>
            <a:picLocks xmlns:a="http://schemas.openxmlformats.org/drawingml/2006/main" noChangeAspect="1"/>
          </p:cNvPicPr>
          <p:nvPr/>
        </p:nvPicPr>
        <p:blipFill>
          <a:blip xmlns:r="http://schemas.openxmlformats.org/officeDocument/2006/relationships" xmlns:a="http://schemas.openxmlformats.org/drawingml/2006/main" r:embed="R5c9cea55c03a470d"/>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3743399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CA24BC9A-29B6-4493-800F-44BEEF1E626E}"/>
              </a:ext>
            </a:extLst>
          </p:cNvPr>
          <p:cNvPicPr>
            <a:picLocks xmlns:a="http://schemas.openxmlformats.org/drawingml/2006/main" noChangeAspect="1"/>
          </p:cNvPicPr>
          <p:nvPr/>
        </p:nvPicPr>
        <p:blipFill>
          <a:blip xmlns:r="http://schemas.openxmlformats.org/officeDocument/2006/relationships" xmlns:a="http://schemas.openxmlformats.org/drawingml/2006/main" r:embed="Rfaf792edef0e400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394A68F-9522-4733-8C2E-13B20024217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69AC5A5-3A62-4F7E-916C-2F61350DEF1C}"/>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A15B1522-2BBC-43B2-8439-A6D24FF04DA6}"/>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BC716F2C-01F9-47B7-AD9B-4126502972F0}"/>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59580357-4D88-4F4F-AD12-243FF8C920C2}"/>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F7B28442-1265-44A6-9B77-31EF7AD82500}"/>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319B59F5-09D1-47D2-A0C3-8E7063589ED3}"/>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8308AD99-2B0C-4049-ACD7-3DED72DA2528}"/>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C2C2ACEF-FC72-4282-B460-C231D756B859}"/>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39037C30-B206-4B39-B444-84D432103679}"/>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4A5EFAA5-3B7A-4B77-931C-A5E04F92F3E9}"/>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DF0E0EF2-3A95-46CD-91AC-34228C0CBD44}"/>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AC940799-48D4-4D6C-8511-BBE92C49E9E9}"/>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03D6203D-888D-419A-91ED-A7EF831D3AB4}"/>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2476633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7C46368E-AA3E-4D46-A092-26C7DAAC133D}"/>
              </a:ext>
            </a:extLst>
          </p:cNvPr>
          <p:cNvPicPr>
            <a:picLocks xmlns:a="http://schemas.openxmlformats.org/drawingml/2006/main" noChangeAspect="1"/>
          </p:cNvPicPr>
          <p:nvPr/>
        </p:nvPicPr>
        <p:blipFill>
          <a:blip xmlns:r="http://schemas.openxmlformats.org/officeDocument/2006/relationships" xmlns:a="http://schemas.openxmlformats.org/drawingml/2006/main" r:embed="R6aec9f9cd92742e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5D8999E-A257-4975-8A3A-E398C89A4E5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3FFA971-B23B-4920-8223-09AF1948F163}"/>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208D83B1-6C8C-4E68-8A66-D0D621D04226}"/>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A9C25A6-9F0E-47FB-9C1B-3E3DACB60E25}"/>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D74EA3DA-2F2A-4916-9375-8359C3254E37}"/>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CE9E18F2-9298-455E-8200-AA536A09A7D9}"/>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E8E79831-37E1-4661-B1AC-CD47D605C467}"/>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6E753379-BEEE-416C-B048-12984B6BD399}"/>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9AA3D32C-87C7-4724-A89A-55D2A0B926E1}"/>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4F69DB83-1086-49FD-9EF6-AEFC4ED2F92B}"/>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FE266BC2-596E-4064-9B7A-FBF3EA053CC2}"/>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8E0AFA4F-2F14-4557-B9B8-B51F514C0006}"/>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B9E8F041-5BE9-45D0-9C89-0935B67534F7}"/>
              </a:ext>
            </a:extLst>
          </p:cNvPr>
          <p:cNvPicPr>
            <a:picLocks xmlns:a="http://schemas.openxmlformats.org/drawingml/2006/main" noChangeAspect="1"/>
          </p:cNvPicPr>
          <p:nvPr/>
        </p:nvPicPr>
        <p:blipFill>
          <a:blip xmlns:r="http://schemas.openxmlformats.org/officeDocument/2006/relationships" xmlns:a="http://schemas.openxmlformats.org/drawingml/2006/main" r:embed="R382e7e966236479e"/>
          <a:stretch xmlns:a="http://schemas.openxmlformats.org/drawingml/2006/main"/>
        </p:blipFill>
        <p:spPr>
          <a:xfrm xmlns:a="http://schemas.openxmlformats.org/drawingml/2006/main">
            <a:off x="15906750" y="5372100"/>
            <a:ext cx="2066925" cy="4381500"/>
          </a:xfrm>
          <a:prstGeom xmlns:a="http://schemas.openxmlformats.org/drawingml/2006/main" prst="rect">
            <a:avLst/>
          </a:prstGeom>
        </p:spPr>
      </p:pic>
    </p:spTree>
    <p:extLst>
      <p:ext uri="{BB962C8B-B14F-4D97-AF65-F5344CB8AC3E}">
        <p14:creationId xmlns:p14="http://schemas.microsoft.com/office/powerpoint/2010/main" val="615365440"/>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B7CB47E2-A7A3-461B-8576-E90D63231F25}"/>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6BD4BC7C-C741-458B-9F0A-32C7115D21D2}"/>
              </a:ext>
            </a:extLst>
          </p:cNvPr>
          <p:cNvPicPr>
            <a:picLocks xmlns:a="http://schemas.openxmlformats.org/drawingml/2006/main" noChangeAspect="1"/>
          </p:cNvPicPr>
          <p:nvPr/>
        </p:nvPicPr>
        <p:blipFill>
          <a:blip xmlns:r="http://schemas.openxmlformats.org/officeDocument/2006/relationships" xmlns:a="http://schemas.openxmlformats.org/drawingml/2006/main" r:embed="R9da24e9db841458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117BBE60-D01C-4660-9C57-153C70B6FE1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EBF98E97-D726-4716-9F37-4AFC59EDDCB0}"/>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5" name="text">
            <a:extLst xmlns:a="http://schemas.openxmlformats.org/drawingml/2006/main">
              <a:ext uri="{FF2B5EF4-FFF2-40B4-BE49-F238E27FC236}">
                <a16:creationId xmlns:a16="http://schemas.microsoft.com/office/drawing/2014/main" id="{9FF32EEE-4FE6-4C20-86EC-F273AEE89D01}"/>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6" name="text">
            <a:extLst xmlns:a="http://schemas.openxmlformats.org/drawingml/2006/main">
              <a:ext uri="{FF2B5EF4-FFF2-40B4-BE49-F238E27FC236}">
                <a16:creationId xmlns:a16="http://schemas.microsoft.com/office/drawing/2014/main" id="{FB508063-6103-4CE2-AFCE-8E18C9D8B176}"/>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8579054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A4BE85B-8BB5-487C-8FA6-728C3DBB074E}"/>
              </a:ext>
            </a:extLst>
          </p:cNvPr>
          <p:cNvPicPr>
            <a:picLocks xmlns:a="http://schemas.openxmlformats.org/drawingml/2006/main" noChangeAspect="1"/>
          </p:cNvPicPr>
          <p:nvPr/>
        </p:nvPicPr>
        <p:blipFill>
          <a:blip xmlns:r="http://schemas.openxmlformats.org/officeDocument/2006/relationships" xmlns:a="http://schemas.openxmlformats.org/drawingml/2006/main" r:embed="R5101b1fd9b81424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47ACF23-FDF7-4DCF-BE4D-166972D7DB8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058BEA4-6DA9-463F-B101-1C23373DAC0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76102A5-92E4-45C2-A275-0E92B52E621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F031A01-6F86-4451-B5E3-A81EBE09C7E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F509741E-C4DC-4DDA-A527-E6DC92AEC748}"/>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25D5E2AB-DABC-44B6-A9B5-A6CC5806B167}"/>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D1E74084-A7D6-4017-897D-6346F44AAECD}"/>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633D06E1-8356-40D2-9065-5ED51B383EB9}"/>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B4074935-6B73-4AD8-B89A-BCC9934B6169}"/>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9435A183-247C-479A-A604-4035BB4FFC8A}"/>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CDD96B4B-8567-43A7-A3FC-CE9B106CE0B3}"/>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467222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B97F305-416A-48DF-93F8-83BD201ED304}"/>
              </a:ext>
            </a:extLst>
          </p:cNvPr>
          <p:cNvPicPr>
            <a:picLocks xmlns:a="http://schemas.openxmlformats.org/drawingml/2006/main" noChangeAspect="1"/>
          </p:cNvPicPr>
          <p:nvPr/>
        </p:nvPicPr>
        <p:blipFill>
          <a:blip xmlns:r="http://schemas.openxmlformats.org/officeDocument/2006/relationships" xmlns:a="http://schemas.openxmlformats.org/drawingml/2006/main" r:embed="R33f0dfe741ca4a3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025FCD9-C8C5-4312-A333-9F456E7431E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3B78270-8634-4E93-89A2-0E45E1DFEB1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364ACCC-689D-497E-8EA2-ED8ECC4F9CD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AE3CE8D-5E42-428C-BB8D-D8731935E08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867C111B-B7D3-4588-8ED8-61408E2D409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sp>
        <p:nvSpPr>
          <p:cNvPr id="7" name="text">
            <a:extLst xmlns:a="http://schemas.openxmlformats.org/drawingml/2006/main">
              <a:ext uri="{FF2B5EF4-FFF2-40B4-BE49-F238E27FC236}">
                <a16:creationId xmlns:a16="http://schemas.microsoft.com/office/drawing/2014/main" id="{FD865C59-0285-43D8-B5E3-0C8D890AD70A}"/>
              </a:ext>
            </a:extLst>
          </p:cNvPr>
          <p:cNvSpPr>
            <a:spLocks xmlns:a="http://schemas.openxmlformats.org/drawingml/2006/main" noGrp="1"/>
          </p:cNvSpPr>
          <p:nvPr/>
        </p:nvSpPr>
        <p:spPr>
          <a:xfrm xmlns:a="http://schemas.openxmlformats.org/drawingml/2006/main">
            <a:off x="1428750" y="36671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반응 경로만 달리하고, 비교 조건은 맞춘다.</a:t>
            </a:r>
          </a:p>
        </p:txBody>
      </p:sp>
      <p:sp>
        <p:nvSpPr>
          <p:cNvPr id="8" name="설명·계산 행 1">
            <a:extLst xmlns:a="http://schemas.openxmlformats.org/drawingml/2006/main">
              <a:ext uri="{FF2B5EF4-FFF2-40B4-BE49-F238E27FC236}">
                <a16:creationId xmlns:a16="http://schemas.microsoft.com/office/drawing/2014/main" id="{FCCC7295-B3A5-4C1E-B358-6F7A1CEC14A0}"/>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8593159F-F823-49B0-8C57-8FFAEEE1E585}"/>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상태를 같게 한다.</a:t>
            </a:r>
          </a:p>
        </p:txBody>
      </p:sp>
      <p:sp>
        <p:nvSpPr>
          <p:cNvPr id="10" name="설명·계산 행 2">
            <a:extLst xmlns:a="http://schemas.openxmlformats.org/drawingml/2006/main">
              <a:ext uri="{FF2B5EF4-FFF2-40B4-BE49-F238E27FC236}">
                <a16:creationId xmlns:a16="http://schemas.microsoft.com/office/drawing/2014/main" id="{29898A0E-612E-4805-BB33-081A9B6727B8}"/>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B181A823-9892-4320-A2D1-BF0A153CC53B}"/>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반응하는 물질의 양을 같게 한다.</a:t>
            </a:r>
          </a:p>
        </p:txBody>
      </p:sp>
      <p:sp>
        <p:nvSpPr>
          <p:cNvPr id="12" name="설명·계산 행 3">
            <a:extLst xmlns:a="http://schemas.openxmlformats.org/drawingml/2006/main">
              <a:ext uri="{FF2B5EF4-FFF2-40B4-BE49-F238E27FC236}">
                <a16:creationId xmlns:a16="http://schemas.microsoft.com/office/drawing/2014/main" id="{57CC3DCC-1B2B-4321-8E2D-9459FE142135}"/>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2AE2F98C-A093-4CC4-8E37-B599B1A40FAB}"/>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온도와 압력 조건을 같게 한다.</a:t>
            </a:r>
          </a:p>
        </p:txBody>
      </p:sp>
    </p:spTree>
    <p:extLst>
      <p:ext uri="{BB962C8B-B14F-4D97-AF65-F5344CB8AC3E}">
        <p14:creationId xmlns:p14="http://schemas.microsoft.com/office/powerpoint/2010/main" val="7809398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64E0D8A4-F544-4BB9-9BC1-14EEC9FB96A6}"/>
              </a:ext>
            </a:extLst>
          </p:cNvPr>
          <p:cNvPicPr>
            <a:picLocks xmlns:a="http://schemas.openxmlformats.org/drawingml/2006/main" noChangeAspect="1"/>
          </p:cNvPicPr>
          <p:nvPr/>
        </p:nvPicPr>
        <p:blipFill>
          <a:blip xmlns:r="http://schemas.openxmlformats.org/officeDocument/2006/relationships" xmlns:a="http://schemas.openxmlformats.org/drawingml/2006/main" r:embed="R3af4aaed2c8441a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AEC1284-01A2-4C78-97EE-263C9CF86F7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28CEB00-7304-4F84-990B-AED6CF7B8F1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7B66FBFA-41CB-4D9C-B97B-52024A3D9A8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0BD45DA-21AA-4BF3-9E42-7E2838D2BD6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D419C16E-693F-486A-BF6C-6155DF1C8632}"/>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05E2A41A-872A-4B71-A87C-7AB565862D29}"/>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6DBC6FAA-8477-41F0-9A38-FDA052EF7FF3}"/>
              </a:ext>
            </a:extLst>
          </p:cNvPr>
          <p:cNvPicPr>
            <a:picLocks xmlns:a="http://schemas.openxmlformats.org/drawingml/2006/main" noChangeAspect="1"/>
          </p:cNvPicPr>
          <p:nvPr/>
        </p:nvPicPr>
        <p:blipFill>
          <a:blip xmlns:r="http://schemas.openxmlformats.org/officeDocument/2006/relationships" xmlns:a="http://schemas.openxmlformats.org/drawingml/2006/main" r:embed="R6732f3ef48934435"/>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87CC7304-1613-48F4-9C5B-8295556101A0}"/>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634F0902-6AF0-4E1C-9B3D-EC1F7F7C8EB7}"/>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03ACCF00-3A16-466C-9E27-BD28008D3093}"/>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5CDE51FB-24A0-44AE-96B7-2601032A77E5}"/>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BB3306AE-E6A4-4CCC-BC12-7B01FD0EAE75}"/>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3A652C3F-136A-4134-BAF8-653847DEC252}"/>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1C56E5E3-DEDA-4B20-968A-72343B922891}"/>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F7BFD69A-39D8-4DB7-87FC-BB2C628A3321}"/>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175693746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8FAD314-2621-4FFD-B423-D82F100FA89C}"/>
              </a:ext>
            </a:extLst>
          </p:cNvPr>
          <p:cNvPicPr>
            <a:picLocks xmlns:a="http://schemas.openxmlformats.org/drawingml/2006/main" noChangeAspect="1"/>
          </p:cNvPicPr>
          <p:nvPr/>
        </p:nvPicPr>
        <p:blipFill>
          <a:blip xmlns:r="http://schemas.openxmlformats.org/officeDocument/2006/relationships" xmlns:a="http://schemas.openxmlformats.org/drawingml/2006/main" r:embed="R0d25a09ab002414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65273A8-A546-4F19-AD0D-20A278EDF25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A344BF1-6979-4005-B41C-05050C80D2B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67E73DA-48D9-436D-A64B-CDD12DD3C95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E5F5283-BAAD-4952-BAF8-16C1C5B3DB1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2B07ABA7-9EB5-4855-98EC-F6D79672652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03ABB287-AECB-4DC6-BCEC-ECC6A08D30CF}"/>
              </a:ext>
            </a:extLst>
          </p:cNvPr>
          <p:cNvPicPr>
            <a:picLocks xmlns:a="http://schemas.openxmlformats.org/drawingml/2006/main" noChangeAspect="1"/>
          </p:cNvPicPr>
          <p:nvPr/>
        </p:nvPicPr>
        <p:blipFill>
          <a:blip xmlns:r="http://schemas.openxmlformats.org/officeDocument/2006/relationships" xmlns:a="http://schemas.openxmlformats.org/drawingml/2006/main" r:embed="Rabf7872e582d4528"/>
          <a:stretch xmlns:a="http://schemas.openxmlformats.org/drawingml/2006/main"/>
        </p:blipFill>
        <p:spPr>
          <a:xfrm xmlns:a="http://schemas.openxmlformats.org/drawingml/2006/main">
            <a:off x="2247900" y="4261037"/>
            <a:ext cx="13811250" cy="812426"/>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D42934C-D610-48EA-AFDD-885D5EB42FBC}"/>
              </a:ext>
            </a:extLst>
          </p:cNvPr>
          <p:cNvPicPr>
            <a:picLocks xmlns:a="http://schemas.openxmlformats.org/drawingml/2006/main" noChangeAspect="1"/>
          </p:cNvPicPr>
          <p:nvPr/>
        </p:nvPicPr>
        <p:blipFill>
          <a:blip xmlns:r="http://schemas.openxmlformats.org/officeDocument/2006/relationships" xmlns:a="http://schemas.openxmlformats.org/drawingml/2006/main" r:embed="Rf17620a16a7a4f7a"/>
          <a:stretch xmlns:a="http://schemas.openxmlformats.org/drawingml/2006/main"/>
        </p:blipFill>
        <p:spPr>
          <a:xfrm xmlns:a="http://schemas.openxmlformats.org/drawingml/2006/main">
            <a:off x="2295525" y="5391150"/>
            <a:ext cx="13716000" cy="1524000"/>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DC7F4C14-A7D8-4C25-BD92-4A7A376095DC}"/>
              </a:ext>
            </a:extLst>
          </p:cNvPr>
          <p:cNvSpPr>
            <a:spLocks xmlns:a="http://schemas.openxmlformats.org/drawingml/2006/main" noGrp="1"/>
          </p:cNvSpPr>
          <p:nvPr/>
        </p:nvSpPr>
        <p:spPr>
          <a:xfrm xmlns:a="http://schemas.openxmlformats.org/drawingml/2006/main">
            <a:off x="2219325" y="7181850"/>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94790685-39B9-42BF-ACF1-DF0233F92944}"/>
              </a:ext>
            </a:extLst>
          </p:cNvPr>
          <p:cNvPicPr>
            <a:picLocks xmlns:a="http://schemas.openxmlformats.org/drawingml/2006/main" noChangeAspect="1"/>
          </p:cNvPicPr>
          <p:nvPr/>
        </p:nvPicPr>
        <p:blipFill>
          <a:blip xmlns:r="http://schemas.openxmlformats.org/officeDocument/2006/relationships" xmlns:a="http://schemas.openxmlformats.org/drawingml/2006/main" r:embed="Raab9732fee7a4f2f"/>
          <a:stretch xmlns:a="http://schemas.openxmlformats.org/drawingml/2006/main"/>
        </p:blipFill>
        <p:spPr>
          <a:xfrm xmlns:a="http://schemas.openxmlformats.org/drawingml/2006/main">
            <a:off x="2247900" y="7413812"/>
            <a:ext cx="13811250" cy="812426"/>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9690E3FB-C3B1-49E6-862D-EE317BE066BF}"/>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47962D4A-C508-4B5E-9272-3989AEE785A4}"/>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18698258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07B8FB57-F0C8-40B9-88CF-FE7D44D53C54}"/>
              </a:ext>
            </a:extLst>
          </p:cNvPr>
          <p:cNvPicPr>
            <a:picLocks xmlns:a="http://schemas.openxmlformats.org/drawingml/2006/main" noChangeAspect="1"/>
          </p:cNvPicPr>
          <p:nvPr/>
        </p:nvPicPr>
        <p:blipFill>
          <a:blip xmlns:r="http://schemas.openxmlformats.org/officeDocument/2006/relationships" xmlns:a="http://schemas.openxmlformats.org/drawingml/2006/main" r:embed="R530bb4e05f7d4ec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C743AE1-E676-43AC-B835-91CD91B730C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0379AF1-798E-4C01-ADF9-6BD0DFB0E26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4E87D505-90C2-4529-A606-389FDF04B96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C8FBF37-8258-47F0-8CFF-404F291C047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A9CF598F-2B08-4805-9278-24A6CBEBD7B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FE13C69D-9889-41B2-A1DB-C393896F6CD7}"/>
              </a:ext>
            </a:extLst>
          </p:cNvPr>
          <p:cNvPicPr>
            <a:picLocks xmlns:a="http://schemas.openxmlformats.org/drawingml/2006/main" noChangeAspect="1"/>
          </p:cNvPicPr>
          <p:nvPr/>
        </p:nvPicPr>
        <p:blipFill>
          <a:blip xmlns:r="http://schemas.openxmlformats.org/officeDocument/2006/relationships" xmlns:a="http://schemas.openxmlformats.org/drawingml/2006/main" r:embed="Rea7998a083424948"/>
          <a:stretch xmlns:a="http://schemas.openxmlformats.org/drawingml/2006/main"/>
        </p:blipFill>
        <p:spPr>
          <a:xfrm xmlns:a="http://schemas.openxmlformats.org/drawingml/2006/main">
            <a:off x="2247909" y="4400550"/>
            <a:ext cx="13811231" cy="13134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CD7B1DC-D02C-467D-BFF8-02D8600E895B}"/>
              </a:ext>
            </a:extLst>
          </p:cNvPr>
          <p:cNvPicPr>
            <a:picLocks xmlns:a="http://schemas.openxmlformats.org/drawingml/2006/main" noChangeAspect="1"/>
          </p:cNvPicPr>
          <p:nvPr/>
        </p:nvPicPr>
        <p:blipFill>
          <a:blip xmlns:r="http://schemas.openxmlformats.org/officeDocument/2006/relationships" xmlns:a="http://schemas.openxmlformats.org/drawingml/2006/main" r:embed="R0abf6298f8a54737"/>
          <a:stretch xmlns:a="http://schemas.openxmlformats.org/drawingml/2006/main"/>
        </p:blipFill>
        <p:spPr>
          <a:xfrm xmlns:a="http://schemas.openxmlformats.org/drawingml/2006/main">
            <a:off x="2247909" y="6096000"/>
            <a:ext cx="13811231" cy="1313498"/>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0688A7CD-8812-48DA-A2A0-66588CD90750}"/>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25E22135-A7C7-4A18-A91D-FD66BB58E025}"/>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Tree>
    <p:extLst>
      <p:ext uri="{BB962C8B-B14F-4D97-AF65-F5344CB8AC3E}">
        <p14:creationId xmlns:p14="http://schemas.microsoft.com/office/powerpoint/2010/main" val="10860424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13DF044-455B-43CE-9756-903338D1B759}"/>
              </a:ext>
            </a:extLst>
          </p:cNvPr>
          <p:cNvPicPr>
            <a:picLocks xmlns:a="http://schemas.openxmlformats.org/drawingml/2006/main" noChangeAspect="1"/>
          </p:cNvPicPr>
          <p:nvPr/>
        </p:nvPicPr>
        <p:blipFill>
          <a:blip xmlns:r="http://schemas.openxmlformats.org/officeDocument/2006/relationships" xmlns:a="http://schemas.openxmlformats.org/drawingml/2006/main" r:embed="R9025f8646db5424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7F49D12-AB75-425B-B79E-4507B2ADF26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1734906-5D46-4AC1-B69E-2D203081B23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AEF846F3-7EAD-41C9-8BB2-8E86E6A95D8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3009F6C-419D-46A0-BDCE-82A5EB1B7C5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6244082F-6037-4122-B729-3E8030A6601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AE3AD8C3-A0DD-46E9-B234-B5E4B3E05B2F}"/>
              </a:ext>
            </a:extLst>
          </p:cNvPr>
          <p:cNvPicPr>
            <a:picLocks xmlns:a="http://schemas.openxmlformats.org/drawingml/2006/main" noChangeAspect="1"/>
          </p:cNvPicPr>
          <p:nvPr/>
        </p:nvPicPr>
        <p:blipFill>
          <a:blip xmlns:r="http://schemas.openxmlformats.org/officeDocument/2006/relationships" xmlns:a="http://schemas.openxmlformats.org/drawingml/2006/main" r:embed="Ra21af7a8271544fb"/>
          <a:stretch xmlns:a="http://schemas.openxmlformats.org/drawingml/2006/main"/>
        </p:blipFill>
        <p:spPr>
          <a:xfrm xmlns:a="http://schemas.openxmlformats.org/drawingml/2006/main">
            <a:off x="2247929" y="4362450"/>
            <a:ext cx="13811193" cy="89104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ADC0406-7250-48E3-8FB9-3CBD1059B778}"/>
              </a:ext>
            </a:extLst>
          </p:cNvPr>
          <p:cNvPicPr>
            <a:picLocks xmlns:a="http://schemas.openxmlformats.org/drawingml/2006/main" noChangeAspect="1"/>
          </p:cNvPicPr>
          <p:nvPr/>
        </p:nvPicPr>
        <p:blipFill>
          <a:blip xmlns:r="http://schemas.openxmlformats.org/officeDocument/2006/relationships" xmlns:a="http://schemas.openxmlformats.org/drawingml/2006/main" r:embed="Re5b8321e70e845bf"/>
          <a:stretch xmlns:a="http://schemas.openxmlformats.org/drawingml/2006/main"/>
        </p:blipFill>
        <p:spPr>
          <a:xfrm xmlns:a="http://schemas.openxmlformats.org/drawingml/2006/main">
            <a:off x="1332671" y="6010275"/>
            <a:ext cx="15622658" cy="961394"/>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AE81D3F5-8E35-4DD7-B123-F8D4B4C4A686}"/>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0E067FD4-5DA6-4D6E-B5A3-5F6B2093721C}"/>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Tree>
    <p:extLst>
      <p:ext uri="{BB962C8B-B14F-4D97-AF65-F5344CB8AC3E}">
        <p14:creationId xmlns:p14="http://schemas.microsoft.com/office/powerpoint/2010/main" val="82514310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EFA715E5-343E-442F-BA0E-ED701B4D0D20}"/>
              </a:ext>
            </a:extLst>
          </p:cNvPr>
          <p:cNvPicPr>
            <a:picLocks xmlns:a="http://schemas.openxmlformats.org/drawingml/2006/main" noChangeAspect="1"/>
          </p:cNvPicPr>
          <p:nvPr/>
        </p:nvPicPr>
        <p:blipFill>
          <a:blip xmlns:r="http://schemas.openxmlformats.org/officeDocument/2006/relationships" xmlns:a="http://schemas.openxmlformats.org/drawingml/2006/main" r:embed="R5e717d38f71b40f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09813F8-E4E3-4253-933A-A310BBFC2DC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8FBFCB1-0937-496F-B5E4-8C0BF56492D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02135006-33C7-47F8-A833-15A324456BF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94D1E11-813C-4F93-8965-B53BD5229C4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059F7184-48F1-4BD2-A230-0B8FDEFF01E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12762E59-E537-4814-8AB8-04152ACAD1A2}"/>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7315200"/>
                <a:gridCol w="7324725"/>
              </a:tblGrid>
              <a:tr h="1047750">
                <a:tc>
                  <a:txBody>
                    <a:bodyPr wrap="none" lIns="114300" tIns="114300" rIns="114300" bIns="114300"/>
                    <a:lstStyle/>
                    <a:p>
                      <a:pPr algn="ctr"/>
                      <a:r>
                        <a:rPr sz="330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각 </a:t>
                      </a: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5B1980B8-C42C-45D6-99B0-4BA0274A781D}"/>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85AD3206-A164-4E50-B8CD-7913495C2A83}"/>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479960A-0CA7-4D0D-B963-20660BFC7A82}"/>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D58D54DA-FEBF-43A5-B2D9-950EC856804A}"/>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063029661"/>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E87A8DD8-8FE0-4B2A-BB47-5DABF5C27DCA}"/>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D3069B37-0F79-4CC3-852C-E758F6D3DEEC}"/>
              </a:ext>
            </a:extLst>
          </p:cNvPr>
          <p:cNvPicPr>
            <a:picLocks xmlns:a="http://schemas.openxmlformats.org/drawingml/2006/main" noChangeAspect="1"/>
          </p:cNvPicPr>
          <p:nvPr/>
        </p:nvPicPr>
        <p:blipFill>
          <a:blip xmlns:r="http://schemas.openxmlformats.org/officeDocument/2006/relationships" xmlns:a="http://schemas.openxmlformats.org/drawingml/2006/main" r:embed="Rc18a85b225184d6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2C7DB20E-F1DF-4BDC-A976-9ADE6992498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AAA8E67E-095C-4538-9E29-EEA358B3A1B6}"/>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5" name="text">
            <a:extLst xmlns:a="http://schemas.openxmlformats.org/drawingml/2006/main">
              <a:ext uri="{FF2B5EF4-FFF2-40B4-BE49-F238E27FC236}">
                <a16:creationId xmlns:a16="http://schemas.microsoft.com/office/drawing/2014/main" id="{4CF7E7BA-B11C-4D99-B266-55570CB84AB4}"/>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6" name="text">
            <a:extLst xmlns:a="http://schemas.openxmlformats.org/drawingml/2006/main">
              <a:ext uri="{FF2B5EF4-FFF2-40B4-BE49-F238E27FC236}">
                <a16:creationId xmlns:a16="http://schemas.microsoft.com/office/drawing/2014/main" id="{9B2FDF08-3EA0-4A99-AADC-46230F207001}"/>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209932003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2363A05-6AF0-4853-BA72-3D67B9CCBA55}"/>
              </a:ext>
            </a:extLst>
          </p:cNvPr>
          <p:cNvPicPr>
            <a:picLocks xmlns:a="http://schemas.openxmlformats.org/drawingml/2006/main" noChangeAspect="1"/>
          </p:cNvPicPr>
          <p:nvPr/>
        </p:nvPicPr>
        <p:blipFill>
          <a:blip xmlns:r="http://schemas.openxmlformats.org/officeDocument/2006/relationships" xmlns:a="http://schemas.openxmlformats.org/drawingml/2006/main" r:embed="R37e2631eb552420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69FFCE9-E1CB-41F3-968A-D9B8616E26A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045BB08-C5E3-4F08-A41F-EC1733F555E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4AA4BD3-F186-44ED-BB77-A487D485B90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427EA7B-0FE4-43E5-B162-9F62EDF4CE3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583F43EE-4229-440B-AA11-E43EECE3564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sp>
        <p:nvSpPr>
          <p:cNvPr id="7" name="설명·계산 행 1">
            <a:extLst xmlns:a="http://schemas.openxmlformats.org/drawingml/2006/main">
              <a:ext uri="{FF2B5EF4-FFF2-40B4-BE49-F238E27FC236}">
                <a16:creationId xmlns:a16="http://schemas.microsoft.com/office/drawing/2014/main" id="{B847B475-E6B7-4BFD-B81A-DE8BF7F80F6B}"/>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11E35C3E-963E-4921-8218-115D42E06D36}"/>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탄소가 불완전 연소할 때 CO₂도 함께 생성될 수 있다.</a:t>
            </a:r>
          </a:p>
        </p:txBody>
      </p:sp>
      <p:sp>
        <p:nvSpPr>
          <p:cNvPr id="9" name="설명·계산 행 2">
            <a:extLst xmlns:a="http://schemas.openxmlformats.org/drawingml/2006/main">
              <a:ext uri="{FF2B5EF4-FFF2-40B4-BE49-F238E27FC236}">
                <a16:creationId xmlns:a16="http://schemas.microsoft.com/office/drawing/2014/main" id="{C8F6F576-53A4-436D-9CD9-C483C6213B81}"/>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020C1C95-5826-43ED-B4C9-F11534C4AA52}"/>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CO만 생성되는 반응의 열을 따로 측정하기 어렵다.</a:t>
            </a:r>
          </a:p>
        </p:txBody>
      </p:sp>
      <p:sp>
        <p:nvSpPr>
          <p:cNvPr id="11" name="설명·계산 행 3">
            <a:extLst xmlns:a="http://schemas.openxmlformats.org/drawingml/2006/main">
              <a:ext uri="{FF2B5EF4-FFF2-40B4-BE49-F238E27FC236}">
                <a16:creationId xmlns:a16="http://schemas.microsoft.com/office/drawing/2014/main" id="{6AB96C56-85C2-461E-9AFD-9E8836DBBB2C}"/>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D89C39DF-FAD4-4546-B277-FDF5616CFDB1}"/>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다른 반응의 </a:t>
            </a:r>
            <a:r>
              <a:t>Δ</a:t>
            </a:r>
            <a:r>
              <a:rPr i="1">
                <a:latin typeface="Pretendard"/>
                <a:ea typeface="Pretendard"/>
                <a:cs typeface="Pretendard"/>
              </a:rPr>
              <a:t>H</a:t>
            </a:r>
            <a:r>
              <a:t>를 이용한다.</a:t>
            </a:r>
          </a:p>
        </p:txBody>
      </p:sp>
    </p:spTree>
    <p:extLst>
      <p:ext uri="{BB962C8B-B14F-4D97-AF65-F5344CB8AC3E}">
        <p14:creationId xmlns:p14="http://schemas.microsoft.com/office/powerpoint/2010/main" val="143013073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FCFB699-8F13-4E70-9EA4-C16DC39B140E}"/>
              </a:ext>
            </a:extLst>
          </p:cNvPr>
          <p:cNvPicPr>
            <a:picLocks xmlns:a="http://schemas.openxmlformats.org/drawingml/2006/main" noChangeAspect="1"/>
          </p:cNvPicPr>
          <p:nvPr/>
        </p:nvPicPr>
        <p:blipFill>
          <a:blip xmlns:r="http://schemas.openxmlformats.org/officeDocument/2006/relationships" xmlns:a="http://schemas.openxmlformats.org/drawingml/2006/main" r:embed="R43733ba6170d4db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B3515E1-0230-4C71-AB62-36B7F7B322F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E4853C6-CCE2-4A42-80BF-CF6C6B6472F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EF380A9-9B8E-4F09-BC26-D680F6A7643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4C9A2A9-6944-482D-B486-F43507C5F8C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8B468D2-FEF4-4668-97A3-E03A421168B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F5AB7F30-3FE9-4CD5-A2BE-7BE84A208784}"/>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83421A3A-9C9B-4DAB-870A-AB65F1E948BF}"/>
              </a:ext>
            </a:extLst>
          </p:cNvPr>
          <p:cNvPicPr>
            <a:picLocks xmlns:a="http://schemas.openxmlformats.org/drawingml/2006/main" noChangeAspect="1"/>
          </p:cNvPicPr>
          <p:nvPr/>
        </p:nvPicPr>
        <p:blipFill>
          <a:blip xmlns:r="http://schemas.openxmlformats.org/officeDocument/2006/relationships" xmlns:a="http://schemas.openxmlformats.org/drawingml/2006/main" r:embed="R1d848ccaae1a43de"/>
          <a:stretch xmlns:a="http://schemas.openxmlformats.org/drawingml/2006/main"/>
        </p:blipFill>
        <p:spPr>
          <a:xfrm xmlns:a="http://schemas.openxmlformats.org/drawingml/2006/main">
            <a:off x="3997971" y="4572000"/>
            <a:ext cx="10292058" cy="10477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F04F0DC-A900-4DA6-8F7D-A117BD150EC0}"/>
              </a:ext>
            </a:extLst>
          </p:cNvPr>
          <p:cNvPicPr>
            <a:picLocks xmlns:a="http://schemas.openxmlformats.org/drawingml/2006/main" noChangeAspect="1"/>
          </p:cNvPicPr>
          <p:nvPr/>
        </p:nvPicPr>
        <p:blipFill>
          <a:blip xmlns:r="http://schemas.openxmlformats.org/officeDocument/2006/relationships" xmlns:a="http://schemas.openxmlformats.org/drawingml/2006/main" r:embed="Rf0b32f010f174e22"/>
          <a:stretch xmlns:a="http://schemas.openxmlformats.org/drawingml/2006/main"/>
        </p:blipFill>
        <p:spPr>
          <a:xfrm xmlns:a="http://schemas.openxmlformats.org/drawingml/2006/main">
            <a:off x="2505075" y="6275526"/>
            <a:ext cx="13192125" cy="80299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20DADD4E-D438-49E3-B8A8-1435A4B00578}"/>
              </a:ext>
            </a:extLst>
          </p:cNvPr>
          <p:cNvPicPr>
            <a:picLocks xmlns:a="http://schemas.openxmlformats.org/drawingml/2006/main" noChangeAspect="1"/>
          </p:cNvPicPr>
          <p:nvPr/>
        </p:nvPicPr>
        <p:blipFill>
          <a:blip xmlns:r="http://schemas.openxmlformats.org/officeDocument/2006/relationships" xmlns:a="http://schemas.openxmlformats.org/drawingml/2006/main" r:embed="R2e97efcbf4334e8e"/>
          <a:stretch xmlns:a="http://schemas.openxmlformats.org/drawingml/2006/main"/>
        </p:blipFill>
        <p:spPr>
          <a:xfrm xmlns:a="http://schemas.openxmlformats.org/drawingml/2006/main">
            <a:off x="3129890" y="7629525"/>
            <a:ext cx="11942496" cy="1066800"/>
          </a:xfrm>
          <a:prstGeom xmlns:a="http://schemas.openxmlformats.org/drawingml/2006/main" prst="rect">
            <a:avLst/>
          </a:prstGeom>
        </p:spPr>
      </p:pic>
    </p:spTree>
    <p:extLst>
      <p:ext uri="{BB962C8B-B14F-4D97-AF65-F5344CB8AC3E}">
        <p14:creationId xmlns:p14="http://schemas.microsoft.com/office/powerpoint/2010/main" val="131343474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BC11B24B-9F5A-46DC-87C0-77340D5A2CEA}"/>
              </a:ext>
            </a:extLst>
          </p:cNvPr>
          <p:cNvPicPr>
            <a:picLocks xmlns:a="http://schemas.openxmlformats.org/drawingml/2006/main" noChangeAspect="1"/>
          </p:cNvPicPr>
          <p:nvPr/>
        </p:nvPicPr>
        <p:blipFill>
          <a:blip xmlns:r="http://schemas.openxmlformats.org/officeDocument/2006/relationships" xmlns:a="http://schemas.openxmlformats.org/drawingml/2006/main" r:embed="R6ab90862742946b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5C557E9-824E-4B1D-8B38-E75A375D148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235C91D-195D-4421-9F14-F21C9CC07BE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CE5AB2E-FF76-4E13-9550-E18A31695B8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150CDE9-05A3-409D-B3F1-BA13C6FF021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1E173EA5-81B2-4B55-83A9-59DDFCC8097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6EAAE066-77F3-4AC3-99FD-CFAECB8ACD6F}"/>
              </a:ext>
            </a:extLst>
          </p:cNvPr>
          <p:cNvPicPr>
            <a:picLocks xmlns:a="http://schemas.openxmlformats.org/drawingml/2006/main" noChangeAspect="1"/>
          </p:cNvPicPr>
          <p:nvPr/>
        </p:nvPicPr>
        <p:blipFill>
          <a:blip xmlns:r="http://schemas.openxmlformats.org/officeDocument/2006/relationships" xmlns:a="http://schemas.openxmlformats.org/drawingml/2006/main" r:embed="Rffbc771e08ee4e00"/>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29467389-602B-468D-9851-394B1484FDDC}"/>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1BEA34CE-C369-4B6E-82E7-816038726DC9}"/>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D2ADF987-3FE8-4C1D-A131-31BDACC91774}"/>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77109626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AF62187-6660-4499-8364-9CCBBC39FFD9}"/>
              </a:ext>
            </a:extLst>
          </p:cNvPr>
          <p:cNvPicPr>
            <a:picLocks xmlns:a="http://schemas.openxmlformats.org/drawingml/2006/main" noChangeAspect="1"/>
          </p:cNvPicPr>
          <p:nvPr/>
        </p:nvPicPr>
        <p:blipFill>
          <a:blip xmlns:r="http://schemas.openxmlformats.org/officeDocument/2006/relationships" xmlns:a="http://schemas.openxmlformats.org/drawingml/2006/main" r:embed="Rcb19b589e9364c3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043BC16-5BCE-4381-9B2C-D55A5CD2083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415ABE2-C2AE-469B-BAAE-AB42F112E80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0FB1F0D-FDE4-40E1-BE40-8C52B0248DF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B31CA8D-C425-4A18-BE9F-D379603225B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37337FCF-C223-4FE0-ABA5-06DAEF79588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40B8FD61-10C2-4BD2-928C-9106BBB5010D}"/>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7D895B39-701C-4B14-A35F-E150394DD088}"/>
              </a:ext>
            </a:extLst>
          </p:cNvPr>
          <p:cNvPicPr>
            <a:picLocks xmlns:a="http://schemas.openxmlformats.org/drawingml/2006/main" noChangeAspect="1"/>
          </p:cNvPicPr>
          <p:nvPr/>
        </p:nvPicPr>
        <p:blipFill>
          <a:blip xmlns:r="http://schemas.openxmlformats.org/officeDocument/2006/relationships" xmlns:a="http://schemas.openxmlformats.org/drawingml/2006/main" r:embed="Rf4721c15af724054"/>
          <a:stretch xmlns:a="http://schemas.openxmlformats.org/drawingml/2006/main"/>
        </p:blipFill>
        <p:spPr>
          <a:xfrm xmlns:a="http://schemas.openxmlformats.org/drawingml/2006/main">
            <a:off x="2505075" y="5237301"/>
            <a:ext cx="13192125" cy="80299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8CD622A2-A6C8-4058-B6E5-342E864A4D08}"/>
              </a:ext>
            </a:extLst>
          </p:cNvPr>
          <p:cNvPicPr>
            <a:picLocks xmlns:a="http://schemas.openxmlformats.org/drawingml/2006/main" noChangeAspect="1"/>
          </p:cNvPicPr>
          <p:nvPr/>
        </p:nvPicPr>
        <p:blipFill>
          <a:blip xmlns:r="http://schemas.openxmlformats.org/officeDocument/2006/relationships" xmlns:a="http://schemas.openxmlformats.org/drawingml/2006/main" r:embed="Rab39b93fcbf74ccb"/>
          <a:stretch xmlns:a="http://schemas.openxmlformats.org/drawingml/2006/main"/>
        </p:blipFill>
        <p:spPr>
          <a:xfrm xmlns:a="http://schemas.openxmlformats.org/drawingml/2006/main">
            <a:off x="3129890" y="6543675"/>
            <a:ext cx="11942496" cy="1066800"/>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F895D344-4B12-4A04-91CE-FE4AD5147647}"/>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04ED4FAB-F8C1-4A98-BBAD-8BDF7B689053}"/>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131658067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96E19BB2-790C-41EB-AC54-8C5D74B34E48}"/>
              </a:ext>
            </a:extLst>
          </p:cNvPr>
          <p:cNvPicPr>
            <a:picLocks xmlns:a="http://schemas.openxmlformats.org/drawingml/2006/main" noChangeAspect="1"/>
          </p:cNvPicPr>
          <p:nvPr/>
        </p:nvPicPr>
        <p:blipFill>
          <a:blip xmlns:r="http://schemas.openxmlformats.org/officeDocument/2006/relationships" xmlns:a="http://schemas.openxmlformats.org/drawingml/2006/main" r:embed="Ra0d413856bc24a1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E798E5E-C6D0-41F8-AA2F-D8D266DCD3B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5801D56-9676-40F7-81F2-D9BDC94604F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1DC99EF-A027-43D2-8342-10FE6F56329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D0152BF-106B-40B5-892B-F4319B51429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912E464-3891-4CC4-9397-38E8EF4DFA2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3D8705FA-F9C8-41E7-85F7-84845E7EA29C}"/>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D65BDEA9-13E3-4D1F-B89E-0DB79B489BB7}"/>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9D853555-B3C8-4952-8285-14A3010BCAEF}"/>
              </a:ext>
            </a:extLst>
          </p:cNvPr>
          <p:cNvPicPr>
            <a:picLocks xmlns:a="http://schemas.openxmlformats.org/drawingml/2006/main" noChangeAspect="1"/>
          </p:cNvPicPr>
          <p:nvPr/>
        </p:nvPicPr>
        <p:blipFill>
          <a:blip xmlns:r="http://schemas.openxmlformats.org/officeDocument/2006/relationships" xmlns:a="http://schemas.openxmlformats.org/drawingml/2006/main" r:embed="Rd0cb5be9e99c45fd"/>
          <a:stretch xmlns:a="http://schemas.openxmlformats.org/drawingml/2006/main"/>
        </p:blipFill>
        <p:spPr>
          <a:xfrm xmlns:a="http://schemas.openxmlformats.org/drawingml/2006/main">
            <a:off x="2278626" y="5581650"/>
            <a:ext cx="9673098" cy="1009650"/>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2E3DCD8D-E838-48EA-A3AF-FBEFF7D9876D}"/>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E9AB4B41-7363-4F87-AF09-850BD918F6E9}"/>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rPr sz="3150" b="0">
                <a:solidFill>
                  <a:srgbClr val="000000"/>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C6664342-0092-4967-B015-513FD4D4CC75}"/>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C6B4316B-9A76-486B-8BE8-412F586C6D50}"/>
              </a:ext>
            </a:extLst>
          </p:cNvPr>
          <p:cNvPicPr>
            <a:picLocks xmlns:a="http://schemas.openxmlformats.org/drawingml/2006/main" noChangeAspect="1"/>
          </p:cNvPicPr>
          <p:nvPr/>
        </p:nvPicPr>
        <p:blipFill>
          <a:blip xmlns:r="http://schemas.openxmlformats.org/officeDocument/2006/relationships" xmlns:a="http://schemas.openxmlformats.org/drawingml/2006/main" r:embed="Ra4b7941868284ea0"/>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182610801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C78CDE0-D7CA-486E-ABBB-88C2C5865235}"/>
              </a:ext>
            </a:extLst>
          </p:cNvPr>
          <p:cNvPicPr>
            <a:picLocks xmlns:a="http://schemas.openxmlformats.org/drawingml/2006/main" noChangeAspect="1"/>
          </p:cNvPicPr>
          <p:nvPr/>
        </p:nvPicPr>
        <p:blipFill>
          <a:blip xmlns:r="http://schemas.openxmlformats.org/officeDocument/2006/relationships" xmlns:a="http://schemas.openxmlformats.org/drawingml/2006/main" r:embed="Re904c7426131489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E683618-56B8-4478-B0D9-789E3AAC7EB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F89A8C7-9B3A-4F33-B69A-1171C09861E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018B899-6A96-49EE-93E9-C7DF3BF5607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F8107EF-6148-4105-AA62-BDC0CEA4BBB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BD738D4E-3807-4606-A70B-1B051A82F34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연소열의 차이로 구한다</a:t>
            </a:r>
          </a:p>
        </p:txBody>
      </p:sp>
      <p:sp>
        <p:nvSpPr>
          <p:cNvPr id="7" name="text">
            <a:extLst xmlns:a="http://schemas.openxmlformats.org/drawingml/2006/main">
              <a:ext uri="{FF2B5EF4-FFF2-40B4-BE49-F238E27FC236}">
                <a16:creationId xmlns:a16="http://schemas.microsoft.com/office/drawing/2014/main" id="{6A7DF133-E0E5-4CA7-AE6D-A75BFE1ACB6D}"/>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25 °C, 1기압에서 같은 생성물 CO₂가 생기는 두 연소 반응을 비교한다.</a:t>
            </a:r>
          </a:p>
        </p:txBody>
      </p:sp>
      <p:pic>
        <p:nvPicPr>
          <p:cNvPr id="8" name="">
            <a:extLst xmlns:a="http://schemas.openxmlformats.org/drawingml/2006/main">
              <a:ext uri="{FF2B5EF4-FFF2-40B4-BE49-F238E27FC236}">
                <a16:creationId xmlns:a16="http://schemas.microsoft.com/office/drawing/2014/main" id="{A67933A5-39B3-4FD0-A646-56E713683EDD}"/>
              </a:ext>
            </a:extLst>
          </p:cNvPr>
          <p:cNvPicPr>
            <a:picLocks xmlns:a="http://schemas.openxmlformats.org/drawingml/2006/main" noChangeAspect="1"/>
          </p:cNvPicPr>
          <p:nvPr/>
        </p:nvPicPr>
        <p:blipFill>
          <a:blip xmlns:r="http://schemas.openxmlformats.org/officeDocument/2006/relationships" xmlns:a="http://schemas.openxmlformats.org/drawingml/2006/main" r:embed="Rd3554d09f73f4159"/>
          <a:stretch xmlns:a="http://schemas.openxmlformats.org/drawingml/2006/main"/>
        </p:blipFill>
        <p:spPr>
          <a:xfrm xmlns:a="http://schemas.openxmlformats.org/drawingml/2006/main">
            <a:off x="1905000" y="4858717"/>
            <a:ext cx="11858625" cy="90294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E004857-EA98-43CE-B96E-00738ABC2A7B}"/>
              </a:ext>
            </a:extLst>
          </p:cNvPr>
          <p:cNvPicPr>
            <a:picLocks xmlns:a="http://schemas.openxmlformats.org/drawingml/2006/main" noChangeAspect="1"/>
          </p:cNvPicPr>
          <p:nvPr/>
        </p:nvPicPr>
        <p:blipFill>
          <a:blip xmlns:r="http://schemas.openxmlformats.org/officeDocument/2006/relationships" xmlns:a="http://schemas.openxmlformats.org/drawingml/2006/main" r:embed="R2b452769739b4b79"/>
          <a:stretch xmlns:a="http://schemas.openxmlformats.org/drawingml/2006/main"/>
        </p:blipFill>
        <p:spPr>
          <a:xfrm xmlns:a="http://schemas.openxmlformats.org/drawingml/2006/main">
            <a:off x="1905000" y="6163568"/>
            <a:ext cx="14449425" cy="90308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F1A84A78-AE33-4B95-8FC1-4379CB32617D}"/>
              </a:ext>
            </a:extLst>
          </p:cNvPr>
          <p:cNvSpPr>
            <a:spLocks xmlns:a="http://schemas.openxmlformats.org/drawingml/2006/main" noGrp="1"/>
          </p:cNvSpPr>
          <p:nvPr/>
        </p:nvSpPr>
        <p:spPr>
          <a:xfrm xmlns:a="http://schemas.openxmlformats.org/drawingml/2006/main">
            <a:off x="2000250" y="752475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위 식에서 아래 식을 빼면 흑연 → 다이아몬드 반응이 된다.</a:t>
            </a:r>
          </a:p>
        </p:txBody>
      </p:sp>
      <p:sp>
        <p:nvSpPr>
          <p:cNvPr id="11" name="해석·결론">
            <a:extLst xmlns:a="http://schemas.openxmlformats.org/drawingml/2006/main">
              <a:ext uri="{FF2B5EF4-FFF2-40B4-BE49-F238E27FC236}">
                <a16:creationId xmlns:a16="http://schemas.microsoft.com/office/drawing/2014/main" id="{3FFCCC87-A8BD-4B99-ACF0-91B2543F0313}"/>
              </a:ext>
            </a:extLst>
          </p:cNvPr>
          <p:cNvSpPr>
            <a:spLocks xmlns:a="http://schemas.openxmlformats.org/drawingml/2006/main" noGrp="1"/>
          </p:cNvSpPr>
          <p:nvPr/>
        </p:nvSpPr>
        <p:spPr>
          <a:xfrm xmlns:a="http://schemas.openxmlformats.org/drawingml/2006/main">
            <a:off x="1828800" y="85248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58EE178B-2333-4313-B6AE-BDEB5DCCCD16}"/>
              </a:ext>
            </a:extLst>
          </p:cNvPr>
          <p:cNvSpPr>
            <a:spLocks xmlns:a="http://schemas.openxmlformats.org/drawingml/2006/main" noGrp="1"/>
          </p:cNvSpPr>
          <p:nvPr/>
        </p:nvSpPr>
        <p:spPr>
          <a:xfrm xmlns:a="http://schemas.openxmlformats.org/drawingml/2006/main">
            <a:off x="2143125" y="86010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−393.5 − (−395.4) = +1.9 kJ</a:t>
            </a:r>
          </a:p>
        </p:txBody>
      </p:sp>
    </p:spTree>
    <p:extLst>
      <p:ext uri="{BB962C8B-B14F-4D97-AF65-F5344CB8AC3E}">
        <p14:creationId xmlns:p14="http://schemas.microsoft.com/office/powerpoint/2010/main" val="81216542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E3983253-EEB3-4716-A4B0-BE5FF1C258F2}"/>
              </a:ext>
            </a:extLst>
          </p:cNvPr>
          <p:cNvPicPr>
            <a:picLocks xmlns:a="http://schemas.openxmlformats.org/drawingml/2006/main" noChangeAspect="1"/>
          </p:cNvPicPr>
          <p:nvPr/>
        </p:nvPicPr>
        <p:blipFill>
          <a:blip xmlns:r="http://schemas.openxmlformats.org/officeDocument/2006/relationships" xmlns:a="http://schemas.openxmlformats.org/drawingml/2006/main" r:embed="Ref87edabc8d0469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692172D-36CA-4DD2-95AE-3300031F242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DCF3822-7C48-4242-AD6F-09715B2A319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F3EA48B-43AF-4427-B8FB-90FC6B7F5E6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C5FE388-02C4-453C-8381-A13D856B479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FD202270-DB16-4AEB-AA54-9CE5097629E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풀이 단계">
            <a:extLst xmlns:a="http://schemas.openxmlformats.org/drawingml/2006/main">
              <a:ext uri="{FF2B5EF4-FFF2-40B4-BE49-F238E27FC236}">
                <a16:creationId xmlns:a16="http://schemas.microsoft.com/office/drawing/2014/main" id="{8F69C8A7-10C9-4966-A4D4-D4BA20D0F93B}"/>
              </a:ext>
            </a:extLst>
          </p:cNvPr>
          <p:cNvSpPr>
            <a:spLocks xmlns:a="http://schemas.openxmlformats.org/drawingml/2006/main" noGrp="1"/>
          </p:cNvSpPr>
          <p:nvPr/>
        </p:nvSpPr>
        <p:spPr>
          <a:xfrm xmlns:a="http://schemas.openxmlformats.org/drawingml/2006/main">
            <a:off x="1828800" y="425767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3B33EAA-EBD1-478F-BBCF-5DFD84587C56}"/>
              </a:ext>
            </a:extLst>
          </p:cNvPr>
          <p:cNvSpPr>
            <a:spLocks xmlns:a="http://schemas.openxmlformats.org/drawingml/2006/main" noGrp="1"/>
          </p:cNvSpPr>
          <p:nvPr/>
        </p:nvSpPr>
        <p:spPr>
          <a:xfrm xmlns:a="http://schemas.openxmlformats.org/drawingml/2006/main">
            <a:off x="2324100" y="454342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5666F2B2-1A2C-41FF-8E97-79CA0AB7BDCE}"/>
              </a:ext>
            </a:extLst>
          </p:cNvPr>
          <p:cNvSpPr>
            <a:spLocks xmlns:a="http://schemas.openxmlformats.org/drawingml/2006/main" noGrp="1"/>
          </p:cNvSpPr>
          <p:nvPr/>
        </p:nvSpPr>
        <p:spPr>
          <a:xfrm xmlns:a="http://schemas.openxmlformats.org/drawingml/2006/main">
            <a:off x="2324100" y="444817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7BCFB53F-E7AC-43D7-A767-A8AC90B96EB2}"/>
              </a:ext>
            </a:extLst>
          </p:cNvPr>
          <p:cNvSpPr>
            <a:spLocks xmlns:a="http://schemas.openxmlformats.org/drawingml/2006/main" noGrp="1"/>
          </p:cNvSpPr>
          <p:nvPr/>
        </p:nvSpPr>
        <p:spPr>
          <a:xfrm xmlns:a="http://schemas.openxmlformats.org/drawingml/2006/main">
            <a:off x="3143250" y="4448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DC91150E-EF6E-4C1B-AA97-3F8A177E6404}"/>
              </a:ext>
            </a:extLst>
          </p:cNvPr>
          <p:cNvSpPr>
            <a:spLocks xmlns:a="http://schemas.openxmlformats.org/drawingml/2006/main" noGrp="1"/>
          </p:cNvSpPr>
          <p:nvPr/>
        </p:nvSpPr>
        <p:spPr>
          <a:xfrm xmlns:a="http://schemas.openxmlformats.org/drawingml/2006/main">
            <a:off x="6429375" y="444817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구하려는 반응의 물질·위치·계수를 확인한다.</a:t>
            </a:r>
          </a:p>
        </p:txBody>
      </p:sp>
      <p:sp>
        <p:nvSpPr>
          <p:cNvPr id="12" name="풀이 단계">
            <a:extLst xmlns:a="http://schemas.openxmlformats.org/drawingml/2006/main">
              <a:ext uri="{FF2B5EF4-FFF2-40B4-BE49-F238E27FC236}">
                <a16:creationId xmlns:a16="http://schemas.microsoft.com/office/drawing/2014/main" id="{7819A1CA-B5E0-4EA0-9383-4BAFF4CAE0B3}"/>
              </a:ext>
            </a:extLst>
          </p:cNvPr>
          <p:cNvSpPr>
            <a:spLocks xmlns:a="http://schemas.openxmlformats.org/drawingml/2006/main" noGrp="1"/>
          </p:cNvSpPr>
          <p:nvPr/>
        </p:nvSpPr>
        <p:spPr>
          <a:xfrm xmlns:a="http://schemas.openxmlformats.org/drawingml/2006/main">
            <a:off x="1828800" y="546735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B8F3E02-52E5-43E4-8173-BDBB4F3A6AC7}"/>
              </a:ext>
            </a:extLst>
          </p:cNvPr>
          <p:cNvSpPr>
            <a:spLocks xmlns:a="http://schemas.openxmlformats.org/drawingml/2006/main" noGrp="1"/>
          </p:cNvSpPr>
          <p:nvPr/>
        </p:nvSpPr>
        <p:spPr>
          <a:xfrm xmlns:a="http://schemas.openxmlformats.org/drawingml/2006/main">
            <a:off x="2324100" y="575310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195F163E-8AFA-4D62-A668-ADCA1AD900BA}"/>
              </a:ext>
            </a:extLst>
          </p:cNvPr>
          <p:cNvSpPr>
            <a:spLocks xmlns:a="http://schemas.openxmlformats.org/drawingml/2006/main" noGrp="1"/>
          </p:cNvSpPr>
          <p:nvPr/>
        </p:nvSpPr>
        <p:spPr>
          <a:xfrm xmlns:a="http://schemas.openxmlformats.org/drawingml/2006/main">
            <a:off x="2324100" y="56578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1BBF938B-3EEB-4153-924F-C293E3E9EADB}"/>
              </a:ext>
            </a:extLst>
          </p:cNvPr>
          <p:cNvSpPr>
            <a:spLocks xmlns:a="http://schemas.openxmlformats.org/drawingml/2006/main" noGrp="1"/>
          </p:cNvSpPr>
          <p:nvPr/>
        </p:nvSpPr>
        <p:spPr>
          <a:xfrm xmlns:a="http://schemas.openxmlformats.org/drawingml/2006/main">
            <a:off x="3143250" y="5657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CDB4991B-F024-41E2-9261-4309F6AF88BE}"/>
              </a:ext>
            </a:extLst>
          </p:cNvPr>
          <p:cNvSpPr>
            <a:spLocks xmlns:a="http://schemas.openxmlformats.org/drawingml/2006/main" noGrp="1"/>
          </p:cNvSpPr>
          <p:nvPr/>
        </p:nvSpPr>
        <p:spPr>
          <a:xfrm xmlns:a="http://schemas.openxmlformats.org/drawingml/2006/main">
            <a:off x="6429375" y="565785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풀이 단계">
            <a:extLst xmlns:a="http://schemas.openxmlformats.org/drawingml/2006/main">
              <a:ext uri="{FF2B5EF4-FFF2-40B4-BE49-F238E27FC236}">
                <a16:creationId xmlns:a16="http://schemas.microsoft.com/office/drawing/2014/main" id="{F25272DF-3A51-4D6A-9FAE-674CD64C4190}"/>
              </a:ext>
            </a:extLst>
          </p:cNvPr>
          <p:cNvSpPr>
            <a:spLocks xmlns:a="http://schemas.openxmlformats.org/drawingml/2006/main" noGrp="1"/>
          </p:cNvSpPr>
          <p:nvPr/>
        </p:nvSpPr>
        <p:spPr>
          <a:xfrm xmlns:a="http://schemas.openxmlformats.org/drawingml/2006/main">
            <a:off x="1828800" y="667702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02AA7F1-CC34-4942-8E42-E982ECB5BD40}"/>
              </a:ext>
            </a:extLst>
          </p:cNvPr>
          <p:cNvSpPr>
            <a:spLocks xmlns:a="http://schemas.openxmlformats.org/drawingml/2006/main" noGrp="1"/>
          </p:cNvSpPr>
          <p:nvPr/>
        </p:nvSpPr>
        <p:spPr>
          <a:xfrm xmlns:a="http://schemas.openxmlformats.org/drawingml/2006/main">
            <a:off x="2324100" y="696277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5F633602-DE3E-471F-B5AA-24FE13A92AB0}"/>
              </a:ext>
            </a:extLst>
          </p:cNvPr>
          <p:cNvSpPr>
            <a:spLocks xmlns:a="http://schemas.openxmlformats.org/drawingml/2006/main" noGrp="1"/>
          </p:cNvSpPr>
          <p:nvPr/>
        </p:nvSpPr>
        <p:spPr>
          <a:xfrm xmlns:a="http://schemas.openxmlformats.org/drawingml/2006/main">
            <a:off x="2324100" y="686752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DCFA7656-D70B-40FA-A550-073246DFCFDB}"/>
              </a:ext>
            </a:extLst>
          </p:cNvPr>
          <p:cNvSpPr>
            <a:spLocks xmlns:a="http://schemas.openxmlformats.org/drawingml/2006/main" noGrp="1"/>
          </p:cNvSpPr>
          <p:nvPr/>
        </p:nvSpPr>
        <p:spPr>
          <a:xfrm xmlns:a="http://schemas.openxmlformats.org/drawingml/2006/main">
            <a:off x="3143250" y="6867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17735389-22F2-4C3E-B479-D20FCD5F5FDE}"/>
              </a:ext>
            </a:extLst>
          </p:cNvPr>
          <p:cNvSpPr>
            <a:spLocks xmlns:a="http://schemas.openxmlformats.org/drawingml/2006/main" noGrp="1"/>
          </p:cNvSpPr>
          <p:nvPr/>
        </p:nvSpPr>
        <p:spPr>
          <a:xfrm xmlns:a="http://schemas.openxmlformats.org/drawingml/2006/main">
            <a:off x="6429375" y="68675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종류·상태·양이 같은 항을 소거한다.</a:t>
            </a:r>
          </a:p>
        </p:txBody>
      </p:sp>
      <p:sp>
        <p:nvSpPr>
          <p:cNvPr id="22" name="풀이 단계">
            <a:extLst xmlns:a="http://schemas.openxmlformats.org/drawingml/2006/main">
              <a:ext uri="{FF2B5EF4-FFF2-40B4-BE49-F238E27FC236}">
                <a16:creationId xmlns:a16="http://schemas.microsoft.com/office/drawing/2014/main" id="{B2E6F019-954D-4F6B-ABA9-B5431BB3E440}"/>
              </a:ext>
            </a:extLst>
          </p:cNvPr>
          <p:cNvSpPr>
            <a:spLocks xmlns:a="http://schemas.openxmlformats.org/drawingml/2006/main" noGrp="1"/>
          </p:cNvSpPr>
          <p:nvPr/>
        </p:nvSpPr>
        <p:spPr>
          <a:xfrm xmlns:a="http://schemas.openxmlformats.org/drawingml/2006/main">
            <a:off x="1828800" y="788670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4C7231A-3D1F-4AF0-ADF2-7DE7AB9F8F0A}"/>
              </a:ext>
            </a:extLst>
          </p:cNvPr>
          <p:cNvSpPr>
            <a:spLocks xmlns:a="http://schemas.openxmlformats.org/drawingml/2006/main" noGrp="1"/>
          </p:cNvSpPr>
          <p:nvPr/>
        </p:nvSpPr>
        <p:spPr>
          <a:xfrm xmlns:a="http://schemas.openxmlformats.org/drawingml/2006/main">
            <a:off x="2324100" y="817245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A5F64614-9D4F-435A-87EE-2D8B06C6F41C}"/>
              </a:ext>
            </a:extLst>
          </p:cNvPr>
          <p:cNvSpPr>
            <a:spLocks xmlns:a="http://schemas.openxmlformats.org/drawingml/2006/main" noGrp="1"/>
          </p:cNvSpPr>
          <p:nvPr/>
        </p:nvSpPr>
        <p:spPr>
          <a:xfrm xmlns:a="http://schemas.openxmlformats.org/drawingml/2006/main">
            <a:off x="2324100" y="807720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F8B118F9-000D-4E92-823B-AD416E19536E}"/>
              </a:ext>
            </a:extLst>
          </p:cNvPr>
          <p:cNvSpPr>
            <a:spLocks xmlns:a="http://schemas.openxmlformats.org/drawingml/2006/main" noGrp="1"/>
          </p:cNvSpPr>
          <p:nvPr/>
        </p:nvSpPr>
        <p:spPr>
          <a:xfrm xmlns:a="http://schemas.openxmlformats.org/drawingml/2006/main">
            <a:off x="3143250" y="807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6" name="text">
            <a:extLst xmlns:a="http://schemas.openxmlformats.org/drawingml/2006/main">
              <a:ext uri="{FF2B5EF4-FFF2-40B4-BE49-F238E27FC236}">
                <a16:creationId xmlns:a16="http://schemas.microsoft.com/office/drawing/2014/main" id="{E5FC7DC4-F970-4520-B7A1-D6E8677EE4B6}"/>
              </a:ext>
            </a:extLst>
          </p:cNvPr>
          <p:cNvSpPr>
            <a:spLocks xmlns:a="http://schemas.openxmlformats.org/drawingml/2006/main" noGrp="1"/>
          </p:cNvSpPr>
          <p:nvPr/>
        </p:nvSpPr>
        <p:spPr>
          <a:xfrm xmlns:a="http://schemas.openxmlformats.org/drawingml/2006/main">
            <a:off x="6429375" y="80772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남은 반응식과 부호·단위를 확인한다.</a:t>
            </a:r>
          </a:p>
        </p:txBody>
      </p:sp>
    </p:spTree>
    <p:extLst>
      <p:ext uri="{BB962C8B-B14F-4D97-AF65-F5344CB8AC3E}">
        <p14:creationId xmlns:p14="http://schemas.microsoft.com/office/powerpoint/2010/main" val="196991888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41911F7-F271-4C0E-A640-A4C1DE8F89AD}"/>
              </a:ext>
            </a:extLst>
          </p:cNvPr>
          <p:cNvPicPr>
            <a:picLocks xmlns:a="http://schemas.openxmlformats.org/drawingml/2006/main" noChangeAspect="1"/>
          </p:cNvPicPr>
          <p:nvPr/>
        </p:nvPicPr>
        <p:blipFill>
          <a:blip xmlns:r="http://schemas.openxmlformats.org/officeDocument/2006/relationships" xmlns:a="http://schemas.openxmlformats.org/drawingml/2006/main" r:embed="Rbf01639425d74e9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C83BDDE-A89A-4299-9DDE-F86D261D0B5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401435D-031E-4607-B166-D929A753DE5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31D99B5-61FB-4E83-B407-3169A926CF4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55ACB91-2A15-4F91-96A2-64C9A0720C2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B02A9D0F-9F9D-455B-B4CF-A078B865E2F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533269EA-4B77-43C4-97C3-53A05277C5AA}"/>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t>다음 두 반응을 이용하여 목표 반응의 </a:t>
            </a:r>
            <a:r>
              <a:t>Δ</a:t>
            </a:r>
            <a:r>
              <a:rPr i="1">
                <a:latin typeface="Pretendard"/>
                <a:ea typeface="Pretendard"/>
                <a:cs typeface="Pretendard"/>
              </a:rPr>
              <a:t>H</a:t>
            </a:r>
            <a:r>
              <a:t>를 구하시오.</a:t>
            </a:r>
          </a:p>
        </p:txBody>
      </p:sp>
      <p:pic>
        <p:nvPicPr>
          <p:cNvPr id="8" name="">
            <a:extLst xmlns:a="http://schemas.openxmlformats.org/drawingml/2006/main">
              <a:ext uri="{FF2B5EF4-FFF2-40B4-BE49-F238E27FC236}">
                <a16:creationId xmlns:a16="http://schemas.microsoft.com/office/drawing/2014/main" id="{26BE973D-ECA7-44F8-B649-6C24F1390EC9}"/>
              </a:ext>
            </a:extLst>
          </p:cNvPr>
          <p:cNvPicPr>
            <a:picLocks xmlns:a="http://schemas.openxmlformats.org/drawingml/2006/main" noChangeAspect="1"/>
          </p:cNvPicPr>
          <p:nvPr/>
        </p:nvPicPr>
        <p:blipFill>
          <a:blip xmlns:r="http://schemas.openxmlformats.org/officeDocument/2006/relationships" xmlns:a="http://schemas.openxmlformats.org/drawingml/2006/main" r:embed="R02141b4935454425"/>
          <a:stretch xmlns:a="http://schemas.openxmlformats.org/drawingml/2006/main"/>
        </p:blipFill>
        <p:spPr>
          <a:xfrm xmlns:a="http://schemas.openxmlformats.org/drawingml/2006/main">
            <a:off x="2395728" y="4552950"/>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DB1999CD-82AD-4D34-A165-C2687951110F}"/>
              </a:ext>
            </a:extLst>
          </p:cNvPr>
          <p:cNvSpPr>
            <a:spLocks xmlns:a="http://schemas.openxmlformats.org/drawingml/2006/main" noGrp="1"/>
          </p:cNvSpPr>
          <p:nvPr/>
        </p:nvSpPr>
        <p:spPr>
          <a:xfrm xmlns:a="http://schemas.openxmlformats.org/drawingml/2006/main">
            <a:off x="2247900" y="7477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EEAE09FE-5604-41E0-99FF-5A9F009B41E7}"/>
              </a:ext>
            </a:extLst>
          </p:cNvPr>
          <p:cNvPicPr>
            <a:picLocks xmlns:a="http://schemas.openxmlformats.org/drawingml/2006/main" noChangeAspect="1"/>
          </p:cNvPicPr>
          <p:nvPr/>
        </p:nvPicPr>
        <p:blipFill>
          <a:blip xmlns:r="http://schemas.openxmlformats.org/officeDocument/2006/relationships" xmlns:a="http://schemas.openxmlformats.org/drawingml/2006/main" r:embed="R7d6b10dcd10a4fc0"/>
          <a:stretch xmlns:a="http://schemas.openxmlformats.org/drawingml/2006/main"/>
        </p:blipFill>
        <p:spPr>
          <a:xfrm xmlns:a="http://schemas.openxmlformats.org/drawingml/2006/main">
            <a:off x="5619750" y="7096125"/>
            <a:ext cx="11782044" cy="1549908"/>
          </a:xfrm>
          <a:prstGeom xmlns:a="http://schemas.openxmlformats.org/drawingml/2006/main" prst="rect">
            <a:avLst/>
          </a:prstGeom>
        </p:spPr>
      </p:pic>
    </p:spTree>
    <p:extLst>
      <p:ext uri="{BB962C8B-B14F-4D97-AF65-F5344CB8AC3E}">
        <p14:creationId xmlns:p14="http://schemas.microsoft.com/office/powerpoint/2010/main" val="198144226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F7C76E0-B3C6-44C3-A04F-94D9D61E7C1F}"/>
              </a:ext>
            </a:extLst>
          </p:cNvPr>
          <p:cNvPicPr>
            <a:picLocks xmlns:a="http://schemas.openxmlformats.org/drawingml/2006/main" noChangeAspect="1"/>
          </p:cNvPicPr>
          <p:nvPr/>
        </p:nvPicPr>
        <p:blipFill>
          <a:blip xmlns:r="http://schemas.openxmlformats.org/officeDocument/2006/relationships" xmlns:a="http://schemas.openxmlformats.org/drawingml/2006/main" r:embed="R3257831b8f0c40d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DD819CD-56B0-4792-83FA-6F535D27018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4C9FBA7-A6DF-4389-A6FE-958EE2CC9F0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71A4586-26FF-4A38-AA3D-E14F56F75BE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6033357-C08F-4002-8936-374033B7F25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5684CFA7-3D1E-49E5-BD15-CB2F620665D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F8847939-3620-43AD-B8D8-CBBC7E1BD5BE}"/>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BC287000-1BFF-42B8-B343-128093CFA74F}"/>
              </a:ext>
            </a:extLst>
          </p:cNvPr>
          <p:cNvPicPr>
            <a:picLocks xmlns:a="http://schemas.openxmlformats.org/drawingml/2006/main" noChangeAspect="1"/>
          </p:cNvPicPr>
          <p:nvPr/>
        </p:nvPicPr>
        <p:blipFill>
          <a:blip xmlns:r="http://schemas.openxmlformats.org/officeDocument/2006/relationships" xmlns:a="http://schemas.openxmlformats.org/drawingml/2006/main" r:embed="Rc9d82cc516b84fa6"/>
          <a:stretch xmlns:a="http://schemas.openxmlformats.org/drawingml/2006/main"/>
        </p:blipFill>
        <p:spPr>
          <a:xfrm xmlns:a="http://schemas.openxmlformats.org/drawingml/2006/main">
            <a:off x="2395728" y="4552950"/>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7ACF5100-1A6C-4C9F-AE32-4896D1769D2E}"/>
              </a:ext>
            </a:extLst>
          </p:cNvPr>
          <p:cNvPicPr>
            <a:picLocks xmlns:a="http://schemas.openxmlformats.org/drawingml/2006/main" noChangeAspect="1"/>
          </p:cNvPicPr>
          <p:nvPr/>
        </p:nvPicPr>
        <p:blipFill>
          <a:blip xmlns:r="http://schemas.openxmlformats.org/officeDocument/2006/relationships" xmlns:a="http://schemas.openxmlformats.org/drawingml/2006/main" r:embed="Rd901478d33df4dd7"/>
          <a:stretch xmlns:a="http://schemas.openxmlformats.org/drawingml/2006/main"/>
        </p:blipFill>
        <p:spPr>
          <a:xfrm xmlns:a="http://schemas.openxmlformats.org/drawingml/2006/main">
            <a:off x="3252978" y="685800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F18B8782-37FC-400E-A8D1-563D9CE6EC01}"/>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EC874507-A827-470A-AF6E-E89197024C5B}"/>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143349239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FFA2B8F-CA9A-4358-B5D3-76405384CDDE}"/>
              </a:ext>
            </a:extLst>
          </p:cNvPr>
          <p:cNvPicPr>
            <a:picLocks xmlns:a="http://schemas.openxmlformats.org/drawingml/2006/main" noChangeAspect="1"/>
          </p:cNvPicPr>
          <p:nvPr/>
        </p:nvPicPr>
        <p:blipFill>
          <a:blip xmlns:r="http://schemas.openxmlformats.org/officeDocument/2006/relationships" xmlns:a="http://schemas.openxmlformats.org/drawingml/2006/main" r:embed="R94a8a4836e834f9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2D991BD-2EF5-4D07-8F17-FEA742A9FBF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2441489-6898-4EC6-A231-692031CDD7A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A2254AD-39E3-428E-8ED7-A1B4F6B5FC9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489F8AA-3FD9-42D3-A1CE-3E66D1F43BB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17E65FC0-756B-4D95-9104-EB7B7424842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D456338B-A20C-444D-9EFB-2F2BAA7A2C9E}"/>
              </a:ext>
            </a:extLst>
          </p:cNvPr>
          <p:cNvPicPr>
            <a:picLocks xmlns:a="http://schemas.openxmlformats.org/drawingml/2006/main" noChangeAspect="1"/>
          </p:cNvPicPr>
          <p:nvPr/>
        </p:nvPicPr>
        <p:blipFill>
          <a:blip xmlns:r="http://schemas.openxmlformats.org/officeDocument/2006/relationships" xmlns:a="http://schemas.openxmlformats.org/drawingml/2006/main" r:embed="R3d3c2eb95fff4ac6"/>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1BE0AE57-F0D7-41EC-A656-76C85D92A628}"/>
              </a:ext>
            </a:extLst>
          </p:cNvPr>
          <p:cNvSpPr>
            <a:spLocks xmlns:a="http://schemas.openxmlformats.org/drawingml/2006/main" noGrp="1"/>
          </p:cNvSpPr>
          <p:nvPr/>
        </p:nvSpPr>
        <p:spPr>
          <a:xfrm xmlns:a="http://schemas.openxmlformats.org/drawingml/2006/main">
            <a:off x="10668000" y="45434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A7799447-11BC-459E-95A6-16AF50A42AB6}"/>
              </a:ext>
            </a:extLst>
          </p:cNvPr>
          <p:cNvSpPr>
            <a:spLocks xmlns:a="http://schemas.openxmlformats.org/drawingml/2006/main" noGrp="1"/>
          </p:cNvSpPr>
          <p:nvPr/>
        </p:nvSpPr>
        <p:spPr>
          <a:xfrm xmlns:a="http://schemas.openxmlformats.org/drawingml/2006/main">
            <a:off x="10668000" y="5305425"/>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F1CBA573-A454-4EF4-A754-87E323A65504}"/>
              </a:ext>
            </a:extLst>
          </p:cNvPr>
          <p:cNvSpPr>
            <a:spLocks xmlns:a="http://schemas.openxmlformats.org/drawingml/2006/main" noGrp="1"/>
          </p:cNvSpPr>
          <p:nvPr/>
        </p:nvSpPr>
        <p:spPr>
          <a:xfrm xmlns:a="http://schemas.openxmlformats.org/drawingml/2006/main">
            <a:off x="10668000" y="658177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BE496438-247B-4FC2-A395-93DD85797071}"/>
              </a:ext>
            </a:extLst>
          </p:cNvPr>
          <p:cNvSpPr>
            <a:spLocks xmlns:a="http://schemas.openxmlformats.org/drawingml/2006/main" noGrp="1"/>
          </p:cNvSpPr>
          <p:nvPr/>
        </p:nvSpPr>
        <p:spPr>
          <a:xfrm xmlns:a="http://schemas.openxmlformats.org/drawingml/2006/main">
            <a:off x="10668000" y="735330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55075648"/>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98225B7D-0CA5-4387-AB6F-64C00484954D}"/>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D4FE2E1F-1296-4CA0-9660-CD28B8E64961}"/>
              </a:ext>
            </a:extLst>
          </p:cNvPr>
          <p:cNvPicPr>
            <a:picLocks xmlns:a="http://schemas.openxmlformats.org/drawingml/2006/main" noChangeAspect="1"/>
          </p:cNvPicPr>
          <p:nvPr/>
        </p:nvPicPr>
        <p:blipFill>
          <a:blip xmlns:r="http://schemas.openxmlformats.org/officeDocument/2006/relationships" xmlns:a="http://schemas.openxmlformats.org/drawingml/2006/main" r:embed="Rdb9fb231354b455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15F06015-2E55-4F24-858D-63BC9349AA6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7C5E30BF-F043-4746-B417-37756CB8C977}"/>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5" name="text">
            <a:extLst xmlns:a="http://schemas.openxmlformats.org/drawingml/2006/main">
              <a:ext uri="{FF2B5EF4-FFF2-40B4-BE49-F238E27FC236}">
                <a16:creationId xmlns:a16="http://schemas.microsoft.com/office/drawing/2014/main" id="{843D4D7F-C278-4628-90E4-3229036ACCE0}"/>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6" name="text">
            <a:extLst xmlns:a="http://schemas.openxmlformats.org/drawingml/2006/main">
              <a:ext uri="{FF2B5EF4-FFF2-40B4-BE49-F238E27FC236}">
                <a16:creationId xmlns:a16="http://schemas.microsoft.com/office/drawing/2014/main" id="{24495BC6-6077-4C73-AC60-54E5AD1D53C8}"/>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77820556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FDC0019-91B9-4861-B5AA-B7935E7CBC18}"/>
              </a:ext>
            </a:extLst>
          </p:cNvPr>
          <p:cNvPicPr>
            <a:picLocks xmlns:a="http://schemas.openxmlformats.org/drawingml/2006/main" noChangeAspect="1"/>
          </p:cNvPicPr>
          <p:nvPr/>
        </p:nvPicPr>
        <p:blipFill>
          <a:blip xmlns:r="http://schemas.openxmlformats.org/officeDocument/2006/relationships" xmlns:a="http://schemas.openxmlformats.org/drawingml/2006/main" r:embed="R751934099c694a5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D40DE61-E09C-4DAF-B722-A5A8485A893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3719E7B-A2F4-46ED-88D7-DB2DF039CA4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E44285C-432C-4C48-A989-0DE8A68E45B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DB259B2-EC93-49B7-A57F-DC147652253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EAB7FADA-33F1-46AF-B770-A31F6B15973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270C0C16-CD05-440D-B82E-46895223D454}"/>
              </a:ext>
            </a:extLst>
          </p:cNvPr>
          <p:cNvSpPr>
            <a:spLocks xmlns:a="http://schemas.openxmlformats.org/drawingml/2006/main" noGrp="1"/>
          </p:cNvSpPr>
          <p:nvPr/>
        </p:nvSpPr>
        <p:spPr>
          <a:xfrm xmlns:a="http://schemas.openxmlformats.org/drawingml/2006/main">
            <a:off x="1714500" y="3705225"/>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E3FB8100-4E8B-4884-8C38-838B93DBC380}"/>
              </a:ext>
            </a:extLst>
          </p:cNvPr>
          <p:cNvPicPr>
            <a:picLocks xmlns:a="http://schemas.openxmlformats.org/drawingml/2006/main" noChangeAspect="1"/>
          </p:cNvPicPr>
          <p:nvPr/>
        </p:nvPicPr>
        <p:blipFill>
          <a:blip xmlns:r="http://schemas.openxmlformats.org/officeDocument/2006/relationships" xmlns:a="http://schemas.openxmlformats.org/drawingml/2006/main" r:embed="R2eb62990ffbc40a3"/>
          <a:stretch xmlns:a="http://schemas.openxmlformats.org/drawingml/2006/main"/>
        </p:blipFill>
        <p:spPr>
          <a:xfrm xmlns:a="http://schemas.openxmlformats.org/drawingml/2006/main">
            <a:off x="4648041" y="4524375"/>
            <a:ext cx="8229918" cy="876300"/>
          </a:xfrm>
          <a:prstGeom xmlns:a="http://schemas.openxmlformats.org/drawingml/2006/main" prst="rect">
            <a:avLst/>
          </a:prstGeom>
        </p:spPr>
      </p:pic>
      <p:sp>
        <p:nvSpPr>
          <p:cNvPr id="9" name="설명·계산 행 1">
            <a:extLst xmlns:a="http://schemas.openxmlformats.org/drawingml/2006/main">
              <a:ext uri="{FF2B5EF4-FFF2-40B4-BE49-F238E27FC236}">
                <a16:creationId xmlns:a16="http://schemas.microsoft.com/office/drawing/2014/main" id="{BC6755F6-D876-4D7C-9F3C-2DAAF4680754}"/>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FB53F685-4121-4AC8-A7AC-9D99317EFB81}"/>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생성되는 물질 1 mol을 기준으로 나타낸다.</a:t>
            </a:r>
          </a:p>
        </p:txBody>
      </p:sp>
      <p:sp>
        <p:nvSpPr>
          <p:cNvPr id="11" name="설명·계산 행 2">
            <a:extLst xmlns:a="http://schemas.openxmlformats.org/drawingml/2006/main">
              <a:ext uri="{FF2B5EF4-FFF2-40B4-BE49-F238E27FC236}">
                <a16:creationId xmlns:a16="http://schemas.microsoft.com/office/drawing/2014/main" id="{462C80B3-CA2C-4EF7-9BDE-BFFFEBCE9514}"/>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60B7A971-A427-4370-8EC1-B1CB2ACF0B54}"/>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H₂O</a:t>
            </a:r>
            <a:r>
              <a:t>(</a:t>
            </a:r>
            <a:r>
              <a:rPr i="1">
                <a:latin typeface="Pretendard"/>
                <a:ea typeface="Pretendard"/>
                <a:cs typeface="Pretendard"/>
              </a:rPr>
              <a:t>l</a:t>
            </a:r>
            <a:r>
              <a:t>)의 표준 생성 엔탈피는 −285.8 kJ/mol이다.</a:t>
            </a:r>
          </a:p>
        </p:txBody>
      </p:sp>
    </p:spTree>
    <p:extLst>
      <p:ext uri="{BB962C8B-B14F-4D97-AF65-F5344CB8AC3E}">
        <p14:creationId xmlns:p14="http://schemas.microsoft.com/office/powerpoint/2010/main" val="24791136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C50C6C7-60D9-4B81-A987-B02782F75239}"/>
              </a:ext>
            </a:extLst>
          </p:cNvPr>
          <p:cNvPicPr>
            <a:picLocks xmlns:a="http://schemas.openxmlformats.org/drawingml/2006/main" noChangeAspect="1"/>
          </p:cNvPicPr>
          <p:nvPr/>
        </p:nvPicPr>
        <p:blipFill>
          <a:blip xmlns:r="http://schemas.openxmlformats.org/officeDocument/2006/relationships" xmlns:a="http://schemas.openxmlformats.org/drawingml/2006/main" r:embed="R2dcfff40d5d7464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706E97C-80F1-4519-B1FF-2EEA36D71E2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27B0293-68F0-4B4A-9EEF-079D4EA86CB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2A7AE8F-0C6F-4727-9F9F-F3931F277A1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AF4DB1A-3D10-4024-853E-B192F6957F8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EC9328BB-B84A-4822-AB77-B2385B8863C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7E0B0DD5-149C-460A-ACE0-AEE60D7BC78C}"/>
              </a:ext>
            </a:extLst>
          </p:cNvPr>
          <p:cNvGraphicFramePr/>
          <p:nvPr/>
        </p:nvGraphicFramePr>
        <p:xfrm>
          <a:off xmlns:a="http://schemas.openxmlformats.org/drawingml/2006/main" x="1828800" y="4238625"/>
          <a:ext xmlns:a="http://schemas.openxmlformats.org/drawingml/2006/main" cx="14639925" cy="4048125"/>
        </p:xfrm>
        <a:graphic xmlns:a="http://schemas.openxmlformats.org/drawingml/2006/main">
          <a:graphicData uri="http://schemas.openxmlformats.org/drawingml/2006/table">
            <a:tbl>
              <a:tblPr/>
              <a:tblGrid>
                <a:gridCol w="7315200"/>
                <a:gridCol w="7324725"/>
              </a:tblGrid>
              <a:tr h="1012031">
                <a:tc>
                  <a:txBody>
                    <a:bodyPr wrap="none" lIns="114300" tIns="114300" rIns="114300" bIns="114300"/>
                    <a:lstStyle/>
                    <a:p>
                      <a:pPr algn="ctr"/>
                      <a:r>
                        <a:rPr sz="330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12031">
                <a:tc>
                  <a:txBody>
                    <a:bodyPr wrap="none" lIns="114300" tIns="114300" rIns="114300" bIns="114300"/>
                    <a:lstStyle/>
                    <a:p>
                      <a:pPr algn="ctr"/>
                      <a:r>
                        <a:rPr sz="3300" b="1">
                          <a:solidFill>
                            <a:srgbClr val="FFFFFF"/>
                          </a:solidFill>
                          <a:latin typeface="Pretendard"/>
                          <a:ea typeface="Pretendard"/>
                          <a:cs typeface="Pretendard"/>
                        </a:rPr>
                        <a:t>C</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s</a:t>
                      </a:r>
                      <a:r>
                        <a:rPr sz="330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H₂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O₂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2D3FF962-1CB0-4AB4-A58F-115BE2F06908}"/>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A85D3598-CBD5-425E-900E-E35BC71FACE3}"/>
              </a:ext>
            </a:extLst>
          </p:cNvPr>
          <p:cNvSpPr>
            <a:spLocks xmlns:a="http://schemas.openxmlformats.org/drawingml/2006/main" noGrp="1"/>
          </p:cNvSpPr>
          <p:nvPr/>
        </p:nvSpPr>
        <p:spPr>
          <a:xfrm xmlns:a="http://schemas.openxmlformats.org/drawingml/2006/main" rot="5400000">
            <a:off x="162782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9CF2428-BA59-4DBC-88B4-C44E46502C8A}"/>
              </a:ext>
            </a:extLst>
          </p:cNvPr>
          <p:cNvSpPr>
            <a:spLocks xmlns:a="http://schemas.openxmlformats.org/drawingml/2006/main" noGrp="1"/>
          </p:cNvSpPr>
          <p:nvPr/>
        </p:nvSpPr>
        <p:spPr>
          <a:xfrm xmlns:a="http://schemas.openxmlformats.org/drawingml/2006/main" rot="10800000">
            <a:off x="16278225"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AA80F8A3-945D-4E62-8F09-FFB0879F4122}"/>
              </a:ext>
            </a:extLst>
          </p:cNvPr>
          <p:cNvSpPr>
            <a:spLocks xmlns:a="http://schemas.openxmlformats.org/drawingml/2006/main" noGrp="1"/>
          </p:cNvSpPr>
          <p:nvPr/>
        </p:nvSpPr>
        <p:spPr>
          <a:xfrm xmlns:a="http://schemas.openxmlformats.org/drawingml/2006/main" rot="16200000">
            <a:off x="1828800"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A2AF55DE-D745-486B-8B7E-AAA16922ECD1}"/>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3E3D2FA7-C808-4D81-8467-71261996494A}"/>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192876676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044A8B8-CEFD-49A7-8B73-319170D2A40D}"/>
              </a:ext>
            </a:extLst>
          </p:cNvPr>
          <p:cNvPicPr>
            <a:picLocks xmlns:a="http://schemas.openxmlformats.org/drawingml/2006/main" noChangeAspect="1"/>
          </p:cNvPicPr>
          <p:nvPr/>
        </p:nvPicPr>
        <p:blipFill>
          <a:blip xmlns:r="http://schemas.openxmlformats.org/officeDocument/2006/relationships" xmlns:a="http://schemas.openxmlformats.org/drawingml/2006/main" r:embed="R8481243f4dd649d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EC46A5A-8076-423E-A92D-B2197BBD3E7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322B3C0-AA06-454B-92E8-FE6A997A5C8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9F90A98-04FE-4837-B401-41D6F96BB8B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76DD36E-11E1-4CC2-95E1-50E7CAC6452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BEFB0B6D-4CA6-4C36-8CFD-84110F59859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F732A570-6497-4E43-AA63-9784244DB1F2}"/>
              </a:ext>
            </a:extLst>
          </p:cNvPr>
          <p:cNvPicPr>
            <a:picLocks xmlns:a="http://schemas.openxmlformats.org/drawingml/2006/main" noChangeAspect="1"/>
          </p:cNvPicPr>
          <p:nvPr/>
        </p:nvPicPr>
        <p:blipFill>
          <a:blip xmlns:r="http://schemas.openxmlformats.org/officeDocument/2006/relationships" xmlns:a="http://schemas.openxmlformats.org/drawingml/2006/main" r:embed="R5d76bebbaa914b25"/>
          <a:stretch xmlns:a="http://schemas.openxmlformats.org/drawingml/2006/main"/>
        </p:blipFill>
        <p:spPr>
          <a:xfrm xmlns:a="http://schemas.openxmlformats.org/drawingml/2006/main">
            <a:off x="2444353" y="4457700"/>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201D2DA-9C73-4746-B933-E3EE433215E7}"/>
              </a:ext>
            </a:extLst>
          </p:cNvPr>
          <p:cNvPicPr>
            <a:picLocks xmlns:a="http://schemas.openxmlformats.org/drawingml/2006/main" noChangeAspect="1"/>
          </p:cNvPicPr>
          <p:nvPr/>
        </p:nvPicPr>
        <p:blipFill>
          <a:blip xmlns:r="http://schemas.openxmlformats.org/officeDocument/2006/relationships" xmlns:a="http://schemas.openxmlformats.org/drawingml/2006/main" r:embed="R186ee294bacb45b0"/>
          <a:stretch xmlns:a="http://schemas.openxmlformats.org/drawingml/2006/main"/>
        </p:blipFill>
        <p:spPr>
          <a:xfrm xmlns:a="http://schemas.openxmlformats.org/drawingml/2006/main">
            <a:off x="2444353" y="6248400"/>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B6558D28-FA15-4365-9C32-84F339086AF4}"/>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E734A71C-BB89-47B2-882D-6470B061152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Tree>
    <p:extLst>
      <p:ext uri="{BB962C8B-B14F-4D97-AF65-F5344CB8AC3E}">
        <p14:creationId xmlns:p14="http://schemas.microsoft.com/office/powerpoint/2010/main" val="206910388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68CE05C-674D-43CF-A0E3-50E99E6EEE23}"/>
              </a:ext>
            </a:extLst>
          </p:cNvPr>
          <p:cNvPicPr>
            <a:picLocks xmlns:a="http://schemas.openxmlformats.org/drawingml/2006/main" noChangeAspect="1"/>
          </p:cNvPicPr>
          <p:nvPr/>
        </p:nvPicPr>
        <p:blipFill>
          <a:blip xmlns:r="http://schemas.openxmlformats.org/officeDocument/2006/relationships" xmlns:a="http://schemas.openxmlformats.org/drawingml/2006/main" r:embed="R5f524a379e99465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55B1105-994B-4732-8DBB-77B3F262BC9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3450BEB-2512-403C-99E1-235F61A92C4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BA25EA4-82C2-4CF0-882A-5B9EE88D05A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04F9FB5-2247-4B82-83D3-E32CFD0C00D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B85336DD-953E-422D-967E-4D6B497B5E8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BF9B7F1D-4A40-4EF2-B557-7FC8A34B7DFF}"/>
              </a:ext>
            </a:extLst>
          </p:cNvPr>
          <p:cNvPicPr>
            <a:picLocks xmlns:a="http://schemas.openxmlformats.org/drawingml/2006/main" noChangeAspect="1"/>
          </p:cNvPicPr>
          <p:nvPr/>
        </p:nvPicPr>
        <p:blipFill>
          <a:blip xmlns:r="http://schemas.openxmlformats.org/officeDocument/2006/relationships" xmlns:a="http://schemas.openxmlformats.org/drawingml/2006/main" r:embed="R0fd88ab179d04307"/>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FA62CFD6-6DD1-4965-9746-4F18A9484491}"/>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FD335ED7-5962-482D-AE21-4F8881661195}"/>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5480987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BA25B7C-065C-4C4D-B5BF-D19ECC564105}"/>
              </a:ext>
            </a:extLst>
          </p:cNvPr>
          <p:cNvPicPr>
            <a:picLocks xmlns:a="http://schemas.openxmlformats.org/drawingml/2006/main" noChangeAspect="1"/>
          </p:cNvPicPr>
          <p:nvPr/>
        </p:nvPicPr>
        <p:blipFill>
          <a:blip xmlns:r="http://schemas.openxmlformats.org/officeDocument/2006/relationships" xmlns:a="http://schemas.openxmlformats.org/drawingml/2006/main" r:embed="Rde62f72e61f9459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005ADC3-6AF8-4D20-97D5-193C94A9AB3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294D114-A1BA-498A-877F-166CA864763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805B7D8-8992-4113-932C-AF3760C206B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1DFD67B-FCC1-40C5-934A-AA9188D11DA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2D7D7BF-0DE9-4A0B-B922-7692361011C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ABC27D06-9A2F-4CC3-B76B-CBA8F15A44A5}"/>
              </a:ext>
            </a:extLst>
          </p:cNvPr>
          <p:cNvSpPr>
            <a:spLocks xmlns:a="http://schemas.openxmlformats.org/drawingml/2006/main" noGrp="1"/>
          </p:cNvSpPr>
          <p:nvPr/>
        </p:nvSpPr>
        <p:spPr>
          <a:xfrm xmlns:a="http://schemas.openxmlformats.org/drawingml/2006/main">
            <a:off x="1714500" y="387667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DD1543C0-3EC5-4C49-A695-FD203D43F763}"/>
              </a:ext>
            </a:extLst>
          </p:cNvPr>
          <p:cNvSpPr>
            <a:spLocks xmlns:a="http://schemas.openxmlformats.org/drawingml/2006/main" noGrp="1"/>
          </p:cNvSpPr>
          <p:nvPr/>
        </p:nvSpPr>
        <p:spPr>
          <a:xfrm xmlns:a="http://schemas.openxmlformats.org/drawingml/2006/main">
            <a:off x="1714500" y="477202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rPr sz="4800" b="1">
                <a:solidFill>
                  <a:srgbClr val="57962F"/>
                </a:solidFill>
                <a:latin typeface="Pretendard"/>
                <a:ea typeface="Pretendard"/>
                <a:cs typeface="Pretendard"/>
              </a:rPr>
              <a:t>− 반응물의 표준 생성 엔탈피 합</a:t>
            </a:r>
          </a:p>
        </p:txBody>
      </p:sp>
      <p:sp>
        <p:nvSpPr>
          <p:cNvPr id="9" name="설명·계산 행 1">
            <a:extLst xmlns:a="http://schemas.openxmlformats.org/drawingml/2006/main">
              <a:ext uri="{FF2B5EF4-FFF2-40B4-BE49-F238E27FC236}">
                <a16:creationId xmlns:a16="http://schemas.microsoft.com/office/drawing/2014/main" id="{77033DB0-B1EC-4BBE-BF80-DA428197E84E}"/>
              </a:ext>
            </a:extLst>
          </p:cNvPr>
          <p:cNvSpPr>
            <a:spLocks xmlns:a="http://schemas.openxmlformats.org/drawingml/2006/main" noGrp="1"/>
          </p:cNvSpPr>
          <p:nvPr/>
        </p:nvSpPr>
        <p:spPr>
          <a:xfrm xmlns:a="http://schemas.openxmlformats.org/drawingml/2006/main">
            <a:off x="1828800" y="62293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AFCBA876-CBAB-4F42-9E50-23DF92DFC40E}"/>
              </a:ext>
            </a:extLst>
          </p:cNvPr>
          <p:cNvSpPr>
            <a:spLocks xmlns:a="http://schemas.openxmlformats.org/drawingml/2006/main" noGrp="1"/>
          </p:cNvSpPr>
          <p:nvPr/>
        </p:nvSpPr>
        <p:spPr>
          <a:xfrm xmlns:a="http://schemas.openxmlformats.org/drawingml/2006/main">
            <a:off x="2476500" y="64770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표의 값에 각 물질의 반응 계수를 곱한다.</a:t>
            </a:r>
          </a:p>
        </p:txBody>
      </p:sp>
      <p:sp>
        <p:nvSpPr>
          <p:cNvPr id="11" name="설명·계산 행 2">
            <a:extLst xmlns:a="http://schemas.openxmlformats.org/drawingml/2006/main">
              <a:ext uri="{FF2B5EF4-FFF2-40B4-BE49-F238E27FC236}">
                <a16:creationId xmlns:a16="http://schemas.microsoft.com/office/drawing/2014/main" id="{D1A77F97-3783-4331-A2A1-E522234856B1}"/>
              </a:ext>
            </a:extLst>
          </p:cNvPr>
          <p:cNvSpPr>
            <a:spLocks xmlns:a="http://schemas.openxmlformats.org/drawingml/2006/main" noGrp="1"/>
          </p:cNvSpPr>
          <p:nvPr/>
        </p:nvSpPr>
        <p:spPr>
          <a:xfrm xmlns:a="http://schemas.openxmlformats.org/drawingml/2006/main">
            <a:off x="1828800" y="7762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D5DAFA52-3666-4A0A-BCB4-82E1A542F33C}"/>
              </a:ext>
            </a:extLst>
          </p:cNvPr>
          <p:cNvSpPr>
            <a:spLocks xmlns:a="http://schemas.openxmlformats.org/drawingml/2006/main" noGrp="1"/>
          </p:cNvSpPr>
          <p:nvPr/>
        </p:nvSpPr>
        <p:spPr>
          <a:xfrm xmlns:a="http://schemas.openxmlformats.org/drawingml/2006/main">
            <a:off x="2476500" y="8010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147505110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D0ABCF55-58C0-4831-8BE3-E2FF8CB10761}"/>
              </a:ext>
            </a:extLst>
          </p:cNvPr>
          <p:cNvPicPr>
            <a:picLocks xmlns:a="http://schemas.openxmlformats.org/drawingml/2006/main" noChangeAspect="1"/>
          </p:cNvPicPr>
          <p:nvPr/>
        </p:nvPicPr>
        <p:blipFill>
          <a:blip xmlns:r="http://schemas.openxmlformats.org/officeDocument/2006/relationships" xmlns:a="http://schemas.openxmlformats.org/drawingml/2006/main" r:embed="R011df5964af8420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7F82D6C-3111-4467-9854-71D59A3563C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B730B81-BCD0-46E9-9366-62D041C072F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F9A90E9-1615-4ED0-B828-410C42D1FBB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E514207-C725-4B2B-A88C-D1BE7889E98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C64497D-C413-4130-B9BC-404BD6D52DE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E9E8BA5B-96CC-43DE-8019-9ECA425B7B50}"/>
              </a:ext>
            </a:extLst>
          </p:cNvPr>
          <p:cNvPicPr>
            <a:picLocks xmlns:a="http://schemas.openxmlformats.org/drawingml/2006/main" noChangeAspect="1"/>
          </p:cNvPicPr>
          <p:nvPr/>
        </p:nvPicPr>
        <p:blipFill>
          <a:blip xmlns:r="http://schemas.openxmlformats.org/officeDocument/2006/relationships" xmlns:a="http://schemas.openxmlformats.org/drawingml/2006/main" r:embed="Rac808d2a65ce4d2b"/>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1A1A0DD4-3A1E-4DAE-9F5F-D13045594613}"/>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A42EC430-AAAF-4259-A0E2-524E3D368E5F}"/>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69A4F4A-D051-4C4A-BA12-3AFE7E3835A1}"/>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FCA497FB-A87E-45C9-B6BE-3E9CA080D833}"/>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EE43EE9F-8743-4246-88D5-252DC7B446EC}"/>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4B540703-562B-455C-A448-10EED484E672}"/>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AF8AFEA9-6B85-421B-BAF9-AC7CB3359BFE}"/>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C20DB70A-7001-4CCF-8CF7-3B41F2641EF2}"/>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27B0F239-2C4C-457F-858D-049C056D940D}"/>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169063612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71CEBFF-672B-4D4E-9B6E-9CEF3F403E5A}"/>
              </a:ext>
            </a:extLst>
          </p:cNvPr>
          <p:cNvPicPr>
            <a:picLocks xmlns:a="http://schemas.openxmlformats.org/drawingml/2006/main" noChangeAspect="1"/>
          </p:cNvPicPr>
          <p:nvPr/>
        </p:nvPicPr>
        <p:blipFill>
          <a:blip xmlns:r="http://schemas.openxmlformats.org/officeDocument/2006/relationships" xmlns:a="http://schemas.openxmlformats.org/drawingml/2006/main" r:embed="R2b10852a05604f6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2E0FCDB-044F-4E24-9F33-72715680939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EED32D4-E742-4D42-B9C3-E32DC583AC8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D62B9D7-3CE7-4C5C-A718-51EC97214AB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3119348-6CBD-46B7-AC10-A57B05704E5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3FB3C98-11A8-4123-8727-D15A317A3C6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F5840F36-F622-46F9-80D5-EE1025972F29}"/>
              </a:ext>
            </a:extLst>
          </p:cNvPr>
          <p:cNvPicPr>
            <a:picLocks xmlns:a="http://schemas.openxmlformats.org/drawingml/2006/main" noChangeAspect="1"/>
          </p:cNvPicPr>
          <p:nvPr/>
        </p:nvPicPr>
        <p:blipFill>
          <a:blip xmlns:r="http://schemas.openxmlformats.org/officeDocument/2006/relationships" xmlns:a="http://schemas.openxmlformats.org/drawingml/2006/main" r:embed="Rc68d20b7f6834444"/>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6BDE3AA4-82E2-4AFA-83D3-ADFFAFA6655D}"/>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F5FCFAB9-EF65-4933-94AE-924FFC0B7DA4}"/>
              </a:ext>
            </a:extLst>
          </p:cNvPr>
          <p:cNvPicPr>
            <a:picLocks xmlns:a="http://schemas.openxmlformats.org/drawingml/2006/main" noChangeAspect="1"/>
          </p:cNvPicPr>
          <p:nvPr/>
        </p:nvPicPr>
        <p:blipFill>
          <a:blip xmlns:r="http://schemas.openxmlformats.org/officeDocument/2006/relationships" xmlns:a="http://schemas.openxmlformats.org/drawingml/2006/main" r:embed="Re36bce7d49af4df9"/>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8D7EE7AC-744A-4B07-B955-6BC0A0BE2501}"/>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2FE85580-962F-4788-8DB5-E243021DE88B}"/>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0FC294C9-FFC4-45E7-B2E1-9D81E0A096D9}"/>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9DFAB63B-91B5-4E84-A11B-C85287F6166E}"/>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72274564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5B4E97F-AFD5-4FBC-A50A-80B9725A41A5}"/>
              </a:ext>
            </a:extLst>
          </p:cNvPr>
          <p:cNvPicPr>
            <a:picLocks xmlns:a="http://schemas.openxmlformats.org/drawingml/2006/main" noChangeAspect="1"/>
          </p:cNvPicPr>
          <p:nvPr/>
        </p:nvPicPr>
        <p:blipFill>
          <a:blip xmlns:r="http://schemas.openxmlformats.org/officeDocument/2006/relationships" xmlns:a="http://schemas.openxmlformats.org/drawingml/2006/main" r:embed="R380ce0c011c3439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FE75F2A-BB1D-49AA-AA9D-217D1AB283A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96DB96A-D9D7-4F0F-9ABC-4B7A6721EC6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8A5AA73-DF44-45EA-82DB-8DAF6F4E945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34F3E72-E5EE-4A5F-AA44-1B61457A01F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27F96525-4344-4648-A2E2-8335DE5C34F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ED5FADB8-22F1-4D47-890C-670AE7DE3F89}"/>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4000500"/>
                <a:gridCol w="10639425"/>
              </a:tblGrid>
              <a:tr h="1047750">
                <a:tc>
                  <a:txBody>
                    <a:bodyPr wrap="none" lIns="114300" tIns="114300" rIns="114300" bIns="114300"/>
                    <a:lstStyle/>
                    <a:p>
                      <a:pPr algn="ctr"/>
                      <a:r>
                        <a:rPr sz="33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326343E6-8017-4971-AED2-7583791D53C3}"/>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BA2C6BD8-EA31-4851-A9DE-24DE3FE695D5}"/>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6A61338-7816-4C15-931B-B3979B596247}"/>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F99E24D0-D479-4806-B0A0-E437D103DBA4}"/>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753853894"/>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69DCAF23-BBEF-4E3F-A40F-59706BF7B014}"/>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154E9882-FA96-4785-A661-595A6210610B}"/>
              </a:ext>
            </a:extLst>
          </p:cNvPr>
          <p:cNvPicPr>
            <a:picLocks xmlns:a="http://schemas.openxmlformats.org/drawingml/2006/main" noChangeAspect="1"/>
          </p:cNvPicPr>
          <p:nvPr/>
        </p:nvPicPr>
        <p:blipFill>
          <a:blip xmlns:r="http://schemas.openxmlformats.org/officeDocument/2006/relationships" xmlns:a="http://schemas.openxmlformats.org/drawingml/2006/main" r:embed="R099cafaaef11431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7E2C862D-E0F1-4884-8157-225D3B482B6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CC0D0BE8-A3F2-490C-8D8A-9AC8818C54F4}"/>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5" name="text">
            <a:extLst xmlns:a="http://schemas.openxmlformats.org/drawingml/2006/main">
              <a:ext uri="{FF2B5EF4-FFF2-40B4-BE49-F238E27FC236}">
                <a16:creationId xmlns:a16="http://schemas.microsoft.com/office/drawing/2014/main" id="{71279819-3D51-4269-B6B7-E2EBBB26B515}"/>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6" name="text">
            <a:extLst xmlns:a="http://schemas.openxmlformats.org/drawingml/2006/main">
              <a:ext uri="{FF2B5EF4-FFF2-40B4-BE49-F238E27FC236}">
                <a16:creationId xmlns:a16="http://schemas.microsoft.com/office/drawing/2014/main" id="{DD33BEA7-B748-465B-9CB1-CF1ECF1A0217}"/>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71698185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1F3F920-AF5B-43B6-A226-84D291C43E40}"/>
              </a:ext>
            </a:extLst>
          </p:cNvPr>
          <p:cNvPicPr>
            <a:picLocks xmlns:a="http://schemas.openxmlformats.org/drawingml/2006/main" noChangeAspect="1"/>
          </p:cNvPicPr>
          <p:nvPr/>
        </p:nvPicPr>
        <p:blipFill>
          <a:blip xmlns:r="http://schemas.openxmlformats.org/officeDocument/2006/relationships" xmlns:a="http://schemas.openxmlformats.org/drawingml/2006/main" r:embed="Rb8a0028f51eb457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5BB0BE8-7467-4F73-BD72-302F7F5C210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924365C-6854-4419-A9DF-CAD67FBEA90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0EAD97A7-0C18-42E6-BEF7-1FEC70FA657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631B490-57AF-4266-82AE-7C5222D2789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45131C14-F78D-4605-9D93-8D36F9B749F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8AFACC62-A3CB-4EB2-B466-1BCAD4B02403}"/>
              </a:ext>
            </a:extLst>
          </p:cNvPr>
          <p:cNvPicPr>
            <a:picLocks xmlns:a="http://schemas.openxmlformats.org/drawingml/2006/main" noChangeAspect="1"/>
          </p:cNvPicPr>
          <p:nvPr/>
        </p:nvPicPr>
        <p:blipFill>
          <a:blip xmlns:r="http://schemas.openxmlformats.org/officeDocument/2006/relationships" xmlns:a="http://schemas.openxmlformats.org/drawingml/2006/main" r:embed="R1c0a382eeb074776"/>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C930EB13-0FC2-4D6A-9864-FE3F4BA06F4C}"/>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C1F094CB-49C6-4152-867E-44D9F46E289B}"/>
              </a:ext>
            </a:extLst>
          </p:cNvPr>
          <p:cNvPicPr>
            <a:picLocks xmlns:a="http://schemas.openxmlformats.org/drawingml/2006/main" noChangeAspect="1"/>
          </p:cNvPicPr>
          <p:nvPr/>
        </p:nvPicPr>
        <p:blipFill>
          <a:blip xmlns:r="http://schemas.openxmlformats.org/officeDocument/2006/relationships" xmlns:a="http://schemas.openxmlformats.org/drawingml/2006/main" r:embed="Rc169d63e3cf04275"/>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9C671B38-C801-4660-A5AB-91999EFEECC2}"/>
              </a:ext>
            </a:extLst>
          </p:cNvPr>
          <p:cNvPicPr>
            <a:picLocks xmlns:a="http://schemas.openxmlformats.org/drawingml/2006/main" noChangeAspect="1"/>
          </p:cNvPicPr>
          <p:nvPr/>
        </p:nvPicPr>
        <p:blipFill>
          <a:blip xmlns:r="http://schemas.openxmlformats.org/officeDocument/2006/relationships" xmlns:a="http://schemas.openxmlformats.org/drawingml/2006/main" r:embed="R4eb0bcb88df54420"/>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62FEF16E-8FCA-49CD-95FA-2190211D4C78}"/>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3BF18C22-71D9-4C30-BC32-B014931FCCF2}"/>
              </a:ext>
            </a:extLst>
          </p:cNvPr>
          <p:cNvPicPr>
            <a:picLocks xmlns:a="http://schemas.openxmlformats.org/drawingml/2006/main" noChangeAspect="1"/>
          </p:cNvPicPr>
          <p:nvPr/>
        </p:nvPicPr>
        <p:blipFill>
          <a:blip xmlns:r="http://schemas.openxmlformats.org/officeDocument/2006/relationships" xmlns:a="http://schemas.openxmlformats.org/drawingml/2006/main" r:embed="R9bbe9039cfb7440e"/>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125713064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72A6EFE-9A89-42F1-B8FB-1683E4BB6DAE}"/>
              </a:ext>
            </a:extLst>
          </p:cNvPr>
          <p:cNvPicPr>
            <a:picLocks xmlns:a="http://schemas.openxmlformats.org/drawingml/2006/main" noChangeAspect="1"/>
          </p:cNvPicPr>
          <p:nvPr/>
        </p:nvPicPr>
        <p:blipFill>
          <a:blip xmlns:r="http://schemas.openxmlformats.org/officeDocument/2006/relationships" xmlns:a="http://schemas.openxmlformats.org/drawingml/2006/main" r:embed="R0ff4ce52c24a423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380F12A-0D89-46CB-A146-AA23A6EC88C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9743B3A-FA48-4333-9EBE-8265155BAC3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8B5923F-279C-49E5-B0CB-390DD6E4CAA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A89B2EF-C33C-4D5D-9C61-6905B5B2BA1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0592FC08-6257-40CD-9AFB-F2C8C33AA98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C3F620F3-2337-4DC8-87E5-C1BEEFA78B61}"/>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7B824BD6-5E14-42B8-8B2E-04D187989628}"/>
              </a:ext>
            </a:extLst>
          </p:cNvPr>
          <p:cNvPicPr>
            <a:picLocks xmlns:a="http://schemas.openxmlformats.org/drawingml/2006/main" noChangeAspect="1"/>
          </p:cNvPicPr>
          <p:nvPr/>
        </p:nvPicPr>
        <p:blipFill>
          <a:blip xmlns:r="http://schemas.openxmlformats.org/officeDocument/2006/relationships" xmlns:a="http://schemas.openxmlformats.org/drawingml/2006/main" r:embed="Rbe2774c222ea4e25"/>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2B91E485-8F77-49EC-A1AA-86D53736CDC5}"/>
              </a:ext>
            </a:extLst>
          </p:cNvPr>
          <p:cNvPicPr>
            <a:picLocks xmlns:a="http://schemas.openxmlformats.org/drawingml/2006/main" noChangeAspect="1"/>
          </p:cNvPicPr>
          <p:nvPr/>
        </p:nvPicPr>
        <p:blipFill>
          <a:blip xmlns:r="http://schemas.openxmlformats.org/officeDocument/2006/relationships" xmlns:a="http://schemas.openxmlformats.org/drawingml/2006/main" r:embed="Re42619b59c8e4509"/>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83A90470-E131-401E-AC81-D1A4D0917E1C}"/>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6A5FD96D-47BC-45AC-A1B7-C00811B47817}"/>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1685BD4B-E75F-4EEC-A898-AF4CFA3D9E1C}"/>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5FDE4F05-54D8-4B15-A9F5-B5B83D872AE0}"/>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2721197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860E625-E55E-4853-86C9-97E9147B29FA}"/>
              </a:ext>
            </a:extLst>
          </p:cNvPr>
          <p:cNvPicPr>
            <a:picLocks xmlns:a="http://schemas.openxmlformats.org/drawingml/2006/main" noChangeAspect="1"/>
          </p:cNvPicPr>
          <p:nvPr/>
        </p:nvPicPr>
        <p:blipFill>
          <a:blip xmlns:r="http://schemas.openxmlformats.org/officeDocument/2006/relationships" xmlns:a="http://schemas.openxmlformats.org/drawingml/2006/main" r:embed="Rb7a8f748b266407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2B94C2E-97AA-4C76-9D17-03EB1AF328D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42E4E0A-D670-4363-9FEE-24FC5E2F1DE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F108903-C17B-43E4-A804-FBD4E035688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7FCD958-6634-45DC-932A-8507FC3B1BD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A3A81612-E2B1-47BA-98A1-98972255293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135FC8E0-5733-47FE-9612-8957B27AD66C}"/>
              </a:ext>
            </a:extLst>
          </p:cNvPr>
          <p:cNvSpPr>
            <a:spLocks xmlns:a="http://schemas.openxmlformats.org/drawingml/2006/main" noGrp="1"/>
          </p:cNvSpPr>
          <p:nvPr/>
        </p:nvSpPr>
        <p:spPr>
          <a:xfrm xmlns:a="http://schemas.openxmlformats.org/drawingml/2006/main">
            <a:off x="1905000" y="3886200"/>
            <a:ext cx="1447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Q용액 = c × m × Δt</a:t>
            </a:r>
          </a:p>
        </p:txBody>
      </p:sp>
      <p:sp>
        <p:nvSpPr>
          <p:cNvPr id="8" name="설명·계산 행 1">
            <a:extLst xmlns:a="http://schemas.openxmlformats.org/drawingml/2006/main">
              <a:ext uri="{FF2B5EF4-FFF2-40B4-BE49-F238E27FC236}">
                <a16:creationId xmlns:a16="http://schemas.microsoft.com/office/drawing/2014/main" id="{55D9EB4C-3CA4-42D9-A723-468034F1BDD3}"/>
              </a:ext>
            </a:extLst>
          </p:cNvPr>
          <p:cNvSpPr>
            <a:spLocks xmlns:a="http://schemas.openxmlformats.org/drawingml/2006/main" noGrp="1"/>
          </p:cNvSpPr>
          <p:nvPr/>
        </p:nvSpPr>
        <p:spPr>
          <a:xfrm xmlns:a="http://schemas.openxmlformats.org/drawingml/2006/main">
            <a:off x="1828800" y="5476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E3ADC320-15DD-4148-A8B0-601D0BF66828}"/>
              </a:ext>
            </a:extLst>
          </p:cNvPr>
          <p:cNvSpPr>
            <a:spLocks xmlns:a="http://schemas.openxmlformats.org/drawingml/2006/main" noGrp="1"/>
          </p:cNvSpPr>
          <p:nvPr/>
        </p:nvSpPr>
        <p:spPr>
          <a:xfrm xmlns:a="http://schemas.openxmlformats.org/drawingml/2006/main">
            <a:off x="2476500" y="5724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 용액의 비열, m: 용액 전체의 질량</a:t>
            </a:r>
          </a:p>
        </p:txBody>
      </p:sp>
      <p:sp>
        <p:nvSpPr>
          <p:cNvPr id="10" name="설명·계산 행 2">
            <a:extLst xmlns:a="http://schemas.openxmlformats.org/drawingml/2006/main">
              <a:ext uri="{FF2B5EF4-FFF2-40B4-BE49-F238E27FC236}">
                <a16:creationId xmlns:a16="http://schemas.microsoft.com/office/drawing/2014/main" id="{9A78F616-3656-4466-9E0D-1D9318E72FFC}"/>
              </a:ext>
            </a:extLst>
          </p:cNvPr>
          <p:cNvSpPr>
            <a:spLocks xmlns:a="http://schemas.openxmlformats.org/drawingml/2006/main" noGrp="1"/>
          </p:cNvSpPr>
          <p:nvPr/>
        </p:nvSpPr>
        <p:spPr>
          <a:xfrm xmlns:a="http://schemas.openxmlformats.org/drawingml/2006/main">
            <a:off x="1828800" y="7000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84FD40DF-DD4D-4BB0-93FE-E85F4B179189}"/>
              </a:ext>
            </a:extLst>
          </p:cNvPr>
          <p:cNvSpPr>
            <a:spLocks xmlns:a="http://schemas.openxmlformats.org/drawingml/2006/main" noGrp="1"/>
          </p:cNvSpPr>
          <p:nvPr/>
        </p:nvSpPr>
        <p:spPr>
          <a:xfrm xmlns:a="http://schemas.openxmlformats.org/drawingml/2006/main">
            <a:off x="2476500" y="7248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Δt = 나중 온도 − 처음 온도</a:t>
            </a:r>
          </a:p>
        </p:txBody>
      </p:sp>
      <p:sp>
        <p:nvSpPr>
          <p:cNvPr id="12" name="해석·결론">
            <a:extLst xmlns:a="http://schemas.openxmlformats.org/drawingml/2006/main">
              <a:ext uri="{FF2B5EF4-FFF2-40B4-BE49-F238E27FC236}">
                <a16:creationId xmlns:a16="http://schemas.microsoft.com/office/drawing/2014/main" id="{3307DB69-1ED3-4BA2-9425-6AF5BCF92799}"/>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C6D9CABE-7BD0-4B83-AD30-981E163F38F9}"/>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210532925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C02E3A8-2BBD-4AC8-A1AC-DD62159000D3}"/>
              </a:ext>
            </a:extLst>
          </p:cNvPr>
          <p:cNvPicPr>
            <a:picLocks xmlns:a="http://schemas.openxmlformats.org/drawingml/2006/main" noChangeAspect="1"/>
          </p:cNvPicPr>
          <p:nvPr/>
        </p:nvPicPr>
        <p:blipFill>
          <a:blip xmlns:r="http://schemas.openxmlformats.org/officeDocument/2006/relationships" xmlns:a="http://schemas.openxmlformats.org/drawingml/2006/main" r:embed="R099a50552ab1417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1D30717-1EA4-4706-A959-40E4BD3C778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2967CA5-DF9C-463B-A5F9-B9042CD522D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21A6458C-1DCB-4EAA-8146-C8E2D312F6D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DCD052B-9CC8-4945-B778-0B82F949220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7E03C9EB-4B23-4694-BAFF-DB978B8307E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교재의 온도 자료 읽기</a:t>
            </a:r>
          </a:p>
        </p:txBody>
      </p:sp>
      <p:graphicFrame>
        <p:nvGraphicFramePr>
          <p:cNvPr id="7" name="">
            <a:extLst xmlns:a="http://schemas.openxmlformats.org/drawingml/2006/main">
              <a:ext uri="{FF2B5EF4-FFF2-40B4-BE49-F238E27FC236}">
                <a16:creationId xmlns:a16="http://schemas.microsoft.com/office/drawing/2014/main" id="{7E7953C2-7951-499F-837D-F38B18C81D7F}"/>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7BF54EF8-A619-43E8-B879-CFFF88A16537}"/>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F318656F-A94E-49B1-9508-D43CE9DA839C}"/>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0DA0E45A-E0FB-4CFE-A22B-69CDDD96916C}"/>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AF67073C-EA60-4435-BAFA-6D69C86EAE21}"/>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9EBB4C7B-4FF5-405D-BC14-203FD7C9A92C}"/>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2674610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FEEB921-EFCE-4A5D-808D-86E62C2E91C9}"/>
              </a:ext>
            </a:extLst>
          </p:cNvPr>
          <p:cNvPicPr>
            <a:picLocks xmlns:a="http://schemas.openxmlformats.org/drawingml/2006/main" noChangeAspect="1"/>
          </p:cNvPicPr>
          <p:nvPr/>
        </p:nvPicPr>
        <p:blipFill>
          <a:blip xmlns:r="http://schemas.openxmlformats.org/officeDocument/2006/relationships" xmlns:a="http://schemas.openxmlformats.org/drawingml/2006/main" r:embed="Rdf284d61c20146b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FF8C567-9B77-484B-B82B-AF729A31CC4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6C0B8E6-1A17-456F-B4A7-118BBAF2307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2665F85F-E5B4-42BA-A702-00647B5F330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E276699-078F-4527-B52F-E8AA09DE3AB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60ABE1E9-FA67-435F-9A48-50654C705D3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설명·계산 행 1">
            <a:extLst xmlns:a="http://schemas.openxmlformats.org/drawingml/2006/main">
              <a:ext uri="{FF2B5EF4-FFF2-40B4-BE49-F238E27FC236}">
                <a16:creationId xmlns:a16="http://schemas.microsoft.com/office/drawing/2014/main" id="{8C20BC50-2A0D-4A04-99C6-71C1F3CC84A5}"/>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947B4C71-D99D-4132-AF31-FADFAA6945AF}"/>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Q용액 = 4.2 × 208 × 9.5 = 8299.2 J ≈ 8.30 kJ</a:t>
            </a:r>
          </a:p>
        </p:txBody>
      </p:sp>
      <p:sp>
        <p:nvSpPr>
          <p:cNvPr id="9" name="설명·계산 행 2">
            <a:extLst xmlns:a="http://schemas.openxmlformats.org/drawingml/2006/main">
              <a:ext uri="{FF2B5EF4-FFF2-40B4-BE49-F238E27FC236}">
                <a16:creationId xmlns:a16="http://schemas.microsoft.com/office/drawing/2014/main" id="{D262E76D-B20C-47F1-A2E4-8B7B372BADDA}"/>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92FA4337-FEB1-4526-8EF2-60C1FD478A03}"/>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NaOH의 양 = 8.0 ÷ 40.0 = 0.200 mol</a:t>
            </a:r>
          </a:p>
        </p:txBody>
      </p:sp>
      <p:sp>
        <p:nvSpPr>
          <p:cNvPr id="11" name="설명·계산 행 3">
            <a:extLst xmlns:a="http://schemas.openxmlformats.org/drawingml/2006/main">
              <a:ext uri="{FF2B5EF4-FFF2-40B4-BE49-F238E27FC236}">
                <a16:creationId xmlns:a16="http://schemas.microsoft.com/office/drawing/2014/main" id="{D8E56C4D-FF5A-4709-9602-DDC511F0FD70}"/>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0694FF3C-D3D2-4012-B193-0B0F36DFA048}"/>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a:t>
            </a: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208554727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0C5F649-D36E-4D3C-8AAC-EB9368DE42E9}"/>
              </a:ext>
            </a:extLst>
          </p:cNvPr>
          <p:cNvPicPr>
            <a:picLocks xmlns:a="http://schemas.openxmlformats.org/drawingml/2006/main" noChangeAspect="1"/>
          </p:cNvPicPr>
          <p:nvPr/>
        </p:nvPicPr>
        <p:blipFill>
          <a:blip xmlns:r="http://schemas.openxmlformats.org/officeDocument/2006/relationships" xmlns:a="http://schemas.openxmlformats.org/drawingml/2006/main" r:embed="R2a7164c6275b4cf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08D9E8E-9FA0-4996-AE7E-938CA636F7F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EC39A95-8F4E-4D09-939D-3C8B4E342CC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9DA76A9-01D1-44EC-84D5-575069E6A10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B3EBD37-CF64-4B9F-AC60-4DF525FAA78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BBDD8B45-2886-41BD-9863-D620C342847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217E5188-79B5-4D55-9E08-2A764488783E}"/>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7A77BC21-2EB4-4179-98A7-F24475B36A8F}"/>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2CB1AA5B-4991-49EC-AAFB-7D3DCB649DDB}"/>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AEA137E-A1A6-4B79-A476-77A2864E334E}"/>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03CF4A2-865A-4249-83D8-C837AADCAB43}"/>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9E9AED4B-8FD0-411A-9FF1-E8E3FEF8E9B7}"/>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64051537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10B3B70-2DAB-4F53-8DFC-913620223D2A}"/>
              </a:ext>
            </a:extLst>
          </p:cNvPr>
          <p:cNvPicPr>
            <a:picLocks xmlns:a="http://schemas.openxmlformats.org/drawingml/2006/main" noChangeAspect="1"/>
          </p:cNvPicPr>
          <p:nvPr/>
        </p:nvPicPr>
        <p:blipFill>
          <a:blip xmlns:r="http://schemas.openxmlformats.org/officeDocument/2006/relationships" xmlns:a="http://schemas.openxmlformats.org/drawingml/2006/main" r:embed="Rfa101c35147344b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9064BA6-D49B-4892-B515-1008C27D1CD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04C6C62-5B2C-4AA0-BE10-3B769FAB557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F8BCF23-33BD-4D09-AF18-4CE3E2B82AE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9561EC5-8534-492D-9F74-73C072C213C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61EC6F34-4A0B-40B2-A03B-E6A6E53F953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설명·계산 행 1">
            <a:extLst xmlns:a="http://schemas.openxmlformats.org/drawingml/2006/main">
              <a:ext uri="{FF2B5EF4-FFF2-40B4-BE49-F238E27FC236}">
                <a16:creationId xmlns:a16="http://schemas.microsoft.com/office/drawing/2014/main" id="{EFCBDD17-CAEC-474E-B856-3BEE97EBECFE}"/>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66567D4A-EB82-4C17-A84B-D0A694029AAE}"/>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단계 합: −41.50 + (−52.25) = −93.75 kJ/mol</a:t>
            </a:r>
          </a:p>
        </p:txBody>
      </p:sp>
      <p:sp>
        <p:nvSpPr>
          <p:cNvPr id="9" name="설명·계산 행 2">
            <a:extLst xmlns:a="http://schemas.openxmlformats.org/drawingml/2006/main">
              <a:ext uri="{FF2B5EF4-FFF2-40B4-BE49-F238E27FC236}">
                <a16:creationId xmlns:a16="http://schemas.microsoft.com/office/drawing/2014/main" id="{534B5F34-D8BC-4382-8236-690FA9BA7A61}"/>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F439C903-0230-4C08-BE62-0212E6151156}"/>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직접 반응: −94.25 kJ/mol</a:t>
            </a:r>
          </a:p>
        </p:txBody>
      </p:sp>
      <p:sp>
        <p:nvSpPr>
          <p:cNvPr id="11" name="설명·계산 행 3">
            <a:extLst xmlns:a="http://schemas.openxmlformats.org/drawingml/2006/main">
              <a:ext uri="{FF2B5EF4-FFF2-40B4-BE49-F238E27FC236}">
                <a16:creationId xmlns:a16="http://schemas.microsoft.com/office/drawing/2014/main" id="{4854881B-B0E5-419A-B64A-43534DCBA098}"/>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5BD317C4-E7EF-4095-A75D-AF6CDEA3F57E}"/>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결과의 차이: 0.50 kJ/mol</a:t>
            </a:r>
          </a:p>
        </p:txBody>
      </p:sp>
    </p:spTree>
    <p:extLst>
      <p:ext uri="{BB962C8B-B14F-4D97-AF65-F5344CB8AC3E}">
        <p14:creationId xmlns:p14="http://schemas.microsoft.com/office/powerpoint/2010/main" val="960197961"/>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54B69B8-A52F-4B18-B442-46237980431A}"/>
              </a:ext>
            </a:extLst>
          </p:cNvPr>
          <p:cNvPicPr>
            <a:picLocks xmlns:a="http://schemas.openxmlformats.org/drawingml/2006/main" noChangeAspect="1"/>
          </p:cNvPicPr>
          <p:nvPr/>
        </p:nvPicPr>
        <p:blipFill>
          <a:blip xmlns:r="http://schemas.openxmlformats.org/officeDocument/2006/relationships" xmlns:a="http://schemas.openxmlformats.org/drawingml/2006/main" r:embed="R5b6d2dd08e52417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3460A1F-0590-49F9-ABB3-F0B04FCFEC4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C1611B4-16D8-4A1C-B7ED-75E06BFBDC9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555A205-C414-4A0A-9355-672B9BDFF2B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87CE6668-D8FE-44CD-8ACC-8FD45DC02AA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8B8D854D-CF29-4E86-B140-57AB23F22E8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sp>
        <p:nvSpPr>
          <p:cNvPr id="7" name="설명·계산 행 1">
            <a:extLst xmlns:a="http://schemas.openxmlformats.org/drawingml/2006/main">
              <a:ext uri="{FF2B5EF4-FFF2-40B4-BE49-F238E27FC236}">
                <a16:creationId xmlns:a16="http://schemas.microsoft.com/office/drawing/2014/main" id="{133ED172-7165-44CE-BD44-349FA873F840}"/>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51BA970B-E8D6-49C9-BC56-B5B33D09A2DC}"/>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반응들을 조합한다.</a:t>
            </a:r>
          </a:p>
        </p:txBody>
      </p:sp>
      <p:sp>
        <p:nvSpPr>
          <p:cNvPr id="9" name="설명·계산 행 2">
            <a:extLst xmlns:a="http://schemas.openxmlformats.org/drawingml/2006/main">
              <a:ext uri="{FF2B5EF4-FFF2-40B4-BE49-F238E27FC236}">
                <a16:creationId xmlns:a16="http://schemas.microsoft.com/office/drawing/2014/main" id="{D84336AC-BA1A-4D77-BDE2-B02809555B65}"/>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91EB6674-4615-42E5-93F3-13F15B003495}"/>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같은 처음 상태와 나중 상태를 만든다.</a:t>
            </a:r>
          </a:p>
        </p:txBody>
      </p:sp>
      <p:sp>
        <p:nvSpPr>
          <p:cNvPr id="11" name="설명·계산 행 3">
            <a:extLst xmlns:a="http://schemas.openxmlformats.org/drawingml/2006/main">
              <a:ext uri="{FF2B5EF4-FFF2-40B4-BE49-F238E27FC236}">
                <a16:creationId xmlns:a16="http://schemas.microsoft.com/office/drawing/2014/main" id="{0A58EBB4-C526-4B56-872D-0BF41F25BCB7}"/>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B57D0FA3-804B-4897-AD27-0E46A5FF09EE}"/>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알려진 </a:t>
            </a:r>
            <a:r>
              <a:t>Δ</a:t>
            </a:r>
            <a:r>
              <a:rPr i="1">
                <a:latin typeface="Pretendard"/>
                <a:ea typeface="Pretendard"/>
                <a:cs typeface="Pretendard"/>
              </a:rPr>
              <a:t>H</a:t>
            </a:r>
            <a:r>
              <a:t>를 더해 미지의 </a:t>
            </a:r>
            <a:r>
              <a:t>Δ</a:t>
            </a:r>
            <a:r>
              <a:rPr i="1">
                <a:latin typeface="Pretendard"/>
                <a:ea typeface="Pretendard"/>
                <a:cs typeface="Pretendard"/>
              </a:rPr>
              <a:t>H</a:t>
            </a:r>
            <a:r>
              <a:t>를 구한다.</a:t>
            </a:r>
          </a:p>
        </p:txBody>
      </p:sp>
    </p:spTree>
    <p:extLst>
      <p:ext uri="{BB962C8B-B14F-4D97-AF65-F5344CB8AC3E}">
        <p14:creationId xmlns:p14="http://schemas.microsoft.com/office/powerpoint/2010/main" val="296110482"/>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01BB044-D6E1-45A4-A09A-05736706A59B}"/>
              </a:ext>
            </a:extLst>
          </p:cNvPr>
          <p:cNvPicPr>
            <a:picLocks xmlns:a="http://schemas.openxmlformats.org/drawingml/2006/main" noChangeAspect="1"/>
          </p:cNvPicPr>
          <p:nvPr/>
        </p:nvPicPr>
        <p:blipFill>
          <a:blip xmlns:r="http://schemas.openxmlformats.org/officeDocument/2006/relationships" xmlns:a="http://schemas.openxmlformats.org/drawingml/2006/main" r:embed="Rdf98532a9233400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83D5C5F-10D3-4AA7-A59B-6ADDD1C067B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D3C47AF-5AB1-4D8F-AAFB-528588FB8A9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35510EB-B0AA-4524-BCB4-8B4C218B0CE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7FB5320D-DE20-4C80-879A-5DD19AC7662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EEB32D34-5489-4679-898D-C7BC3F3B328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7" name="설명·계산 행 1">
            <a:extLst xmlns:a="http://schemas.openxmlformats.org/drawingml/2006/main">
              <a:ext uri="{FF2B5EF4-FFF2-40B4-BE49-F238E27FC236}">
                <a16:creationId xmlns:a16="http://schemas.microsoft.com/office/drawing/2014/main" id="{45A6F5B2-8441-4829-A24A-036E08572827}"/>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78F7A0B9-0FAA-47D4-9C7E-FA14529E68A1}"/>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CO 생성 반응: </a:t>
            </a: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₂인 까닭을 설명하시오.</a:t>
            </a:r>
          </a:p>
        </p:txBody>
      </p:sp>
      <p:sp>
        <p:nvSpPr>
          <p:cNvPr id="9" name="설명·계산 행 2">
            <a:extLst xmlns:a="http://schemas.openxmlformats.org/drawingml/2006/main">
              <a:ext uri="{FF2B5EF4-FFF2-40B4-BE49-F238E27FC236}">
                <a16:creationId xmlns:a16="http://schemas.microsoft.com/office/drawing/2014/main" id="{94A0E39B-DC77-4C99-9675-F7382ABF45F7}"/>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02AF0C4B-97F4-41D7-B269-E72E98E664F6}"/>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물의 기화 반응에서 </a:t>
            </a:r>
            <a:r>
              <a:t>Δ</a:t>
            </a:r>
            <a:r>
              <a:rPr i="1">
                <a:latin typeface="Pretendard"/>
                <a:ea typeface="Pretendard"/>
                <a:cs typeface="Pretendard"/>
              </a:rPr>
              <a:t>H</a:t>
            </a:r>
            <a:r>
              <a:t> 부호를 근거와 함께 말하시오.</a:t>
            </a:r>
          </a:p>
        </p:txBody>
      </p:sp>
      <p:sp>
        <p:nvSpPr>
          <p:cNvPr id="11" name="설명·계산 행 3">
            <a:extLst xmlns:a="http://schemas.openxmlformats.org/drawingml/2006/main">
              <a:ext uri="{FF2B5EF4-FFF2-40B4-BE49-F238E27FC236}">
                <a16:creationId xmlns:a16="http://schemas.microsoft.com/office/drawing/2014/main" id="{4EEC7D35-1463-4382-AF0B-E929CFCC6B17}"/>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C652EB7A-8E20-4D25-B5C8-C5A6BAFA0A08}"/>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실험값이 정확히 같지 않을 수 있는 이유를 말하시오.</a:t>
            </a:r>
          </a:p>
        </p:txBody>
      </p:sp>
    </p:spTree>
    <p:extLst>
      <p:ext uri="{BB962C8B-B14F-4D97-AF65-F5344CB8AC3E}">
        <p14:creationId xmlns:p14="http://schemas.microsoft.com/office/powerpoint/2010/main" val="11598079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2026-10-27T14:15:52.6210000Z</dcterms:created>
  <dcterms:modified xsi:type="dcterms:W3CDTF">2026-10-27T14:15:52.6210000Z</dcterms:modified>
</coreProperties>
</file>