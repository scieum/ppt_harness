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72f016f7fd42eb" /><Relationship Type="http://schemas.openxmlformats.org/officeDocument/2006/relationships/extended-properties" Target="/docProps/app.xml" Id="Rfab71e355adb468e" /><Relationship Type="http://schemas.openxmlformats.org/officeDocument/2006/relationships/officeDocument" Target="/ppt/presentation.xml" Id="Rcd88296d3aaf4198" /></Relationships>
</file>

<file path=ppt/presentation.xml><?xml version="1.0" encoding="utf-8"?>
<p:presentation xmlns:p="http://schemas.openxmlformats.org/presentationml/2006/main">
  <p:sldMasterIdLst>
    <p:sldMasterId xmlns:r="http://schemas.openxmlformats.org/officeDocument/2006/relationships" id="2147483648" r:id="Rb026e2f32d7d4d82"/>
  </p:sldMasterIdLst>
  <p:notesMasterIdLst>
    <p:notesMasterId xmlns:r="http://schemas.openxmlformats.org/officeDocument/2006/relationships" r:id="Rdf92d7408c844b10"/>
  </p:notesMasterIdLst>
  <p:sldIdLst>
    <p:sldId xmlns:r="http://schemas.openxmlformats.org/officeDocument/2006/relationships" id="256" r:id="R595dbd252e654ef3"/>
    <p:sldId xmlns:r="http://schemas.openxmlformats.org/officeDocument/2006/relationships" id="257" r:id="R307982a5b7054a9c"/>
    <p:sldId xmlns:r="http://schemas.openxmlformats.org/officeDocument/2006/relationships" id="258" r:id="R256dc966f1b54311"/>
    <p:sldId xmlns:r="http://schemas.openxmlformats.org/officeDocument/2006/relationships" id="259" r:id="Red44fb2f678e49ff"/>
    <p:sldId xmlns:r="http://schemas.openxmlformats.org/officeDocument/2006/relationships" id="260" r:id="Rb036ceb57dcb42cd"/>
    <p:sldId xmlns:r="http://schemas.openxmlformats.org/officeDocument/2006/relationships" id="261" r:id="R39141c742a304ac5"/>
    <p:sldId xmlns:r="http://schemas.openxmlformats.org/officeDocument/2006/relationships" id="262" r:id="Rdef351fef4194f9f"/>
    <p:sldId xmlns:r="http://schemas.openxmlformats.org/officeDocument/2006/relationships" id="263" r:id="Rc917bd7e131444b5"/>
    <p:sldId xmlns:r="http://schemas.openxmlformats.org/officeDocument/2006/relationships" id="264" r:id="Rf1fe9b9019564b91"/>
    <p:sldId xmlns:r="http://schemas.openxmlformats.org/officeDocument/2006/relationships" id="265" r:id="R15635e2f5e8a4656"/>
    <p:sldId xmlns:r="http://schemas.openxmlformats.org/officeDocument/2006/relationships" id="266" r:id="R60da4f452fc843e2"/>
    <p:sldId xmlns:r="http://schemas.openxmlformats.org/officeDocument/2006/relationships" id="267" r:id="Rb062427c33b545c7"/>
    <p:sldId xmlns:r="http://schemas.openxmlformats.org/officeDocument/2006/relationships" id="268" r:id="Rfef1ae12f5c8454a"/>
    <p:sldId xmlns:r="http://schemas.openxmlformats.org/officeDocument/2006/relationships" id="269" r:id="Raa2c747c00d14b44"/>
    <p:sldId xmlns:r="http://schemas.openxmlformats.org/officeDocument/2006/relationships" id="270" r:id="R4880d4735a8b4de7"/>
    <p:sldId xmlns:r="http://schemas.openxmlformats.org/officeDocument/2006/relationships" id="271" r:id="R72dd5c22b5a344b6"/>
    <p:sldId xmlns:r="http://schemas.openxmlformats.org/officeDocument/2006/relationships" id="272" r:id="R69c3062467794306"/>
    <p:sldId xmlns:r="http://schemas.openxmlformats.org/officeDocument/2006/relationships" id="273" r:id="Rda5dd9b71bb741e1"/>
    <p:sldId xmlns:r="http://schemas.openxmlformats.org/officeDocument/2006/relationships" id="274" r:id="R9b9131a392154653"/>
    <p:sldId xmlns:r="http://schemas.openxmlformats.org/officeDocument/2006/relationships" id="275" r:id="Rf08c91c9cc4846a4"/>
    <p:sldId xmlns:r="http://schemas.openxmlformats.org/officeDocument/2006/relationships" id="276" r:id="R3640e6c234df452d"/>
    <p:sldId xmlns:r="http://schemas.openxmlformats.org/officeDocument/2006/relationships" id="277" r:id="R36139c66ac9c4f6e"/>
    <p:sldId xmlns:r="http://schemas.openxmlformats.org/officeDocument/2006/relationships" id="278" r:id="Rc962635b3ff2494e"/>
    <p:sldId xmlns:r="http://schemas.openxmlformats.org/officeDocument/2006/relationships" id="279" r:id="R007d56cdf42647a5"/>
    <p:sldId xmlns:r="http://schemas.openxmlformats.org/officeDocument/2006/relationships" id="280" r:id="R8719118c359e451f"/>
    <p:sldId xmlns:r="http://schemas.openxmlformats.org/officeDocument/2006/relationships" id="281" r:id="Rb212b3bfbb024a28"/>
    <p:sldId xmlns:r="http://schemas.openxmlformats.org/officeDocument/2006/relationships" id="282" r:id="R7970df8229254f2b"/>
    <p:sldId xmlns:r="http://schemas.openxmlformats.org/officeDocument/2006/relationships" id="283" r:id="R27f7d5246f704b12"/>
    <p:sldId xmlns:r="http://schemas.openxmlformats.org/officeDocument/2006/relationships" id="284" r:id="R97a17f2a76aa4e95"/>
    <p:sldId xmlns:r="http://schemas.openxmlformats.org/officeDocument/2006/relationships" id="285" r:id="R389493a2c19145be"/>
    <p:sldId xmlns:r="http://schemas.openxmlformats.org/officeDocument/2006/relationships" id="286" r:id="R4a345d9be112462d"/>
    <p:sldId xmlns:r="http://schemas.openxmlformats.org/officeDocument/2006/relationships" id="287" r:id="R7e5a05ab20d34fbb"/>
    <p:sldId xmlns:r="http://schemas.openxmlformats.org/officeDocument/2006/relationships" id="288" r:id="Re02c5d3a9bc64054"/>
    <p:sldId xmlns:r="http://schemas.openxmlformats.org/officeDocument/2006/relationships" id="289" r:id="R35174cf1e582453b"/>
    <p:sldId xmlns:r="http://schemas.openxmlformats.org/officeDocument/2006/relationships" id="290" r:id="R9be1b5c29de34989"/>
    <p:sldId xmlns:r="http://schemas.openxmlformats.org/officeDocument/2006/relationships" id="291" r:id="R4505b2e778694e4a"/>
    <p:sldId xmlns:r="http://schemas.openxmlformats.org/officeDocument/2006/relationships" id="292" r:id="Rfabafcc5d5ea4a02"/>
    <p:sldId xmlns:r="http://schemas.openxmlformats.org/officeDocument/2006/relationships" id="293" r:id="R8c9bd5646d5347da"/>
    <p:sldId xmlns:r="http://schemas.openxmlformats.org/officeDocument/2006/relationships" id="294" r:id="R6bc029de68874d53"/>
    <p:sldId xmlns:r="http://schemas.openxmlformats.org/officeDocument/2006/relationships" id="295" r:id="Rcddbd0c5d8b146d1"/>
    <p:sldId xmlns:r="http://schemas.openxmlformats.org/officeDocument/2006/relationships" id="296" r:id="Rd88b710fbaa14eaf"/>
    <p:sldId xmlns:r="http://schemas.openxmlformats.org/officeDocument/2006/relationships" id="297" r:id="Raaed128090e64359"/>
    <p:sldId xmlns:r="http://schemas.openxmlformats.org/officeDocument/2006/relationships" id="298" r:id="R2554f15622774185"/>
    <p:sldId xmlns:r="http://schemas.openxmlformats.org/officeDocument/2006/relationships" id="299" r:id="R03c19b13603e4c38"/>
    <p:sldId xmlns:r="http://schemas.openxmlformats.org/officeDocument/2006/relationships" id="300" r:id="Rc98c7e92091243c6"/>
    <p:sldId xmlns:r="http://schemas.openxmlformats.org/officeDocument/2006/relationships" id="301" r:id="Rdfe243d8af66436b"/>
    <p:sldId xmlns:r="http://schemas.openxmlformats.org/officeDocument/2006/relationships" id="302" r:id="R028d4af06d864ab4"/>
    <p:sldId xmlns:r="http://schemas.openxmlformats.org/officeDocument/2006/relationships" id="303" r:id="R786a1bc6bd92492d"/>
    <p:sldId xmlns:r="http://schemas.openxmlformats.org/officeDocument/2006/relationships" id="304" r:id="R9fda1c1235b64cfd"/>
    <p:sldId xmlns:r="http://schemas.openxmlformats.org/officeDocument/2006/relationships" id="305" r:id="Re05dfcca346b4f45"/>
    <p:sldId xmlns:r="http://schemas.openxmlformats.org/officeDocument/2006/relationships" id="306" r:id="R17a591c73d9f4ad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7a05450c254e7a" /><Relationship Type="http://schemas.openxmlformats.org/officeDocument/2006/relationships/slideMaster" Target="/ppt/slideMasters/slideMaster1.xml" Id="Rb026e2f32d7d4d82" /><Relationship Type="http://schemas.openxmlformats.org/officeDocument/2006/relationships/notesMaster" Target="/ppt/notesMasters/notesMaster1.xml" Id="Rdf92d7408c844b10" /><Relationship Type="http://schemas.openxmlformats.org/officeDocument/2006/relationships/presProps" Target="/ppt/presProps.xml" Id="R5e7f5e784d9c4cdf" /><Relationship Type="http://schemas.openxmlformats.org/officeDocument/2006/relationships/tableStyles" Target="/ppt/tableStyles.xml" Id="R2a7276ce138d4dd4" /><Relationship Type="http://schemas.openxmlformats.org/officeDocument/2006/relationships/slide" Target="/ppt/slides/slide1.xml" Id="R595dbd252e654ef3" /><Relationship Type="http://schemas.openxmlformats.org/officeDocument/2006/relationships/slide" Target="/ppt/slides/slide2.xml" Id="R307982a5b7054a9c" /><Relationship Type="http://schemas.openxmlformats.org/officeDocument/2006/relationships/slide" Target="/ppt/slides/slide3.xml" Id="R256dc966f1b54311" /><Relationship Type="http://schemas.openxmlformats.org/officeDocument/2006/relationships/slide" Target="/ppt/slides/slide4.xml" Id="Red44fb2f678e49ff" /><Relationship Type="http://schemas.openxmlformats.org/officeDocument/2006/relationships/slide" Target="/ppt/slides/slide5.xml" Id="Rb036ceb57dcb42cd" /><Relationship Type="http://schemas.openxmlformats.org/officeDocument/2006/relationships/slide" Target="/ppt/slides/slide6.xml" Id="R39141c742a304ac5" /><Relationship Type="http://schemas.openxmlformats.org/officeDocument/2006/relationships/slide" Target="/ppt/slides/slide7.xml" Id="Rdef351fef4194f9f" /><Relationship Type="http://schemas.openxmlformats.org/officeDocument/2006/relationships/slide" Target="/ppt/slides/slide8.xml" Id="Rc917bd7e131444b5" /><Relationship Type="http://schemas.openxmlformats.org/officeDocument/2006/relationships/slide" Target="/ppt/slides/slide9.xml" Id="Rf1fe9b9019564b91" /><Relationship Type="http://schemas.openxmlformats.org/officeDocument/2006/relationships/slide" Target="/ppt/slides/slide10.xml" Id="R15635e2f5e8a4656" /><Relationship Type="http://schemas.openxmlformats.org/officeDocument/2006/relationships/slide" Target="/ppt/slides/slide11.xml" Id="R60da4f452fc843e2" /><Relationship Type="http://schemas.openxmlformats.org/officeDocument/2006/relationships/slide" Target="/ppt/slides/slide12.xml" Id="Rb062427c33b545c7" /><Relationship Type="http://schemas.openxmlformats.org/officeDocument/2006/relationships/slide" Target="/ppt/slides/slide13.xml" Id="Rfef1ae12f5c8454a" /><Relationship Type="http://schemas.openxmlformats.org/officeDocument/2006/relationships/slide" Target="/ppt/slides/slide14.xml" Id="Raa2c747c00d14b44" /><Relationship Type="http://schemas.openxmlformats.org/officeDocument/2006/relationships/slide" Target="/ppt/slides/slide15.xml" Id="R4880d4735a8b4de7" /><Relationship Type="http://schemas.openxmlformats.org/officeDocument/2006/relationships/slide" Target="/ppt/slides/slide16.xml" Id="R72dd5c22b5a344b6" /><Relationship Type="http://schemas.openxmlformats.org/officeDocument/2006/relationships/slide" Target="/ppt/slides/slide17.xml" Id="R69c3062467794306" /><Relationship Type="http://schemas.openxmlformats.org/officeDocument/2006/relationships/slide" Target="/ppt/slides/slide18.xml" Id="Rda5dd9b71bb741e1" /><Relationship Type="http://schemas.openxmlformats.org/officeDocument/2006/relationships/slide" Target="/ppt/slides/slide19.xml" Id="R9b9131a392154653" /><Relationship Type="http://schemas.openxmlformats.org/officeDocument/2006/relationships/slide" Target="/ppt/slides/slide20.xml" Id="Rf08c91c9cc4846a4" /><Relationship Type="http://schemas.openxmlformats.org/officeDocument/2006/relationships/slide" Target="/ppt/slides/slide21.xml" Id="R3640e6c234df452d" /><Relationship Type="http://schemas.openxmlformats.org/officeDocument/2006/relationships/slide" Target="/ppt/slides/slide22.xml" Id="R36139c66ac9c4f6e" /><Relationship Type="http://schemas.openxmlformats.org/officeDocument/2006/relationships/slide" Target="/ppt/slides/slide23.xml" Id="Rc962635b3ff2494e" /><Relationship Type="http://schemas.openxmlformats.org/officeDocument/2006/relationships/slide" Target="/ppt/slides/slide24.xml" Id="R007d56cdf42647a5" /><Relationship Type="http://schemas.openxmlformats.org/officeDocument/2006/relationships/slide" Target="/ppt/slides/slide25.xml" Id="R8719118c359e451f" /><Relationship Type="http://schemas.openxmlformats.org/officeDocument/2006/relationships/slide" Target="/ppt/slides/slide26.xml" Id="Rb212b3bfbb024a28" /><Relationship Type="http://schemas.openxmlformats.org/officeDocument/2006/relationships/slide" Target="/ppt/slides/slide27.xml" Id="R7970df8229254f2b" /><Relationship Type="http://schemas.openxmlformats.org/officeDocument/2006/relationships/slide" Target="/ppt/slides/slide28.xml" Id="R27f7d5246f704b12" /><Relationship Type="http://schemas.openxmlformats.org/officeDocument/2006/relationships/slide" Target="/ppt/slides/slide29.xml" Id="R97a17f2a76aa4e95" /><Relationship Type="http://schemas.openxmlformats.org/officeDocument/2006/relationships/slide" Target="/ppt/slides/slide30.xml" Id="R389493a2c19145be" /><Relationship Type="http://schemas.openxmlformats.org/officeDocument/2006/relationships/slide" Target="/ppt/slides/slide31.xml" Id="R4a345d9be112462d" /><Relationship Type="http://schemas.openxmlformats.org/officeDocument/2006/relationships/slide" Target="/ppt/slides/slide32.xml" Id="R7e5a05ab20d34fbb" /><Relationship Type="http://schemas.openxmlformats.org/officeDocument/2006/relationships/slide" Target="/ppt/slides/slide33.xml" Id="Re02c5d3a9bc64054" /><Relationship Type="http://schemas.openxmlformats.org/officeDocument/2006/relationships/slide" Target="/ppt/slides/slide34.xml" Id="R35174cf1e582453b" /><Relationship Type="http://schemas.openxmlformats.org/officeDocument/2006/relationships/slide" Target="/ppt/slides/slide35.xml" Id="R9be1b5c29de34989" /><Relationship Type="http://schemas.openxmlformats.org/officeDocument/2006/relationships/slide" Target="/ppt/slides/slide36.xml" Id="R4505b2e778694e4a" /><Relationship Type="http://schemas.openxmlformats.org/officeDocument/2006/relationships/slide" Target="/ppt/slides/slide37.xml" Id="Rfabafcc5d5ea4a02" /><Relationship Type="http://schemas.openxmlformats.org/officeDocument/2006/relationships/slide" Target="/ppt/slides/slide38.xml" Id="R8c9bd5646d5347da" /><Relationship Type="http://schemas.openxmlformats.org/officeDocument/2006/relationships/slide" Target="/ppt/slides/slide39.xml" Id="R6bc029de68874d53" /><Relationship Type="http://schemas.openxmlformats.org/officeDocument/2006/relationships/slide" Target="/ppt/slides/slide40.xml" Id="Rcddbd0c5d8b146d1" /><Relationship Type="http://schemas.openxmlformats.org/officeDocument/2006/relationships/slide" Target="/ppt/slides/slide41.xml" Id="Rd88b710fbaa14eaf" /><Relationship Type="http://schemas.openxmlformats.org/officeDocument/2006/relationships/slide" Target="/ppt/slides/slide42.xml" Id="Raaed128090e64359" /><Relationship Type="http://schemas.openxmlformats.org/officeDocument/2006/relationships/slide" Target="/ppt/slides/slide43.xml" Id="R2554f15622774185" /><Relationship Type="http://schemas.openxmlformats.org/officeDocument/2006/relationships/slide" Target="/ppt/slides/slide44.xml" Id="R03c19b13603e4c38" /><Relationship Type="http://schemas.openxmlformats.org/officeDocument/2006/relationships/slide" Target="/ppt/slides/slide45.xml" Id="Rc98c7e92091243c6" /><Relationship Type="http://schemas.openxmlformats.org/officeDocument/2006/relationships/slide" Target="/ppt/slides/slide46.xml" Id="Rdfe243d8af66436b" /><Relationship Type="http://schemas.openxmlformats.org/officeDocument/2006/relationships/slide" Target="/ppt/slides/slide47.xml" Id="R028d4af06d864ab4" /><Relationship Type="http://schemas.openxmlformats.org/officeDocument/2006/relationships/slide" Target="/ppt/slides/slide48.xml" Id="R786a1bc6bd92492d" /><Relationship Type="http://schemas.openxmlformats.org/officeDocument/2006/relationships/slide" Target="/ppt/slides/slide49.xml" Id="R9fda1c1235b64cfd" /><Relationship Type="http://schemas.openxmlformats.org/officeDocument/2006/relationships/slide" Target="/ppt/slides/slide50.xml" Id="Re05dfcca346b4f45" /><Relationship Type="http://schemas.openxmlformats.org/officeDocument/2006/relationships/slide" Target="/ppt/slides/slide51.xml" Id="R17a591c73d9f4a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19f59ab8db4f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39af56936b487c" /><Relationship Type="http://schemas.openxmlformats.org/officeDocument/2006/relationships/notesMaster" Target="/ppt/notesMasters/notesMaster1.xml" Id="Rf55ac78de2354e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f2ff3fc7f9484d" /><Relationship Type="http://schemas.openxmlformats.org/officeDocument/2006/relationships/notesMaster" Target="/ppt/notesMasters/notesMaster1.xml" Id="R88b86f97de0e48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02f685db634029" /><Relationship Type="http://schemas.openxmlformats.org/officeDocument/2006/relationships/notesMaster" Target="/ppt/notesMasters/notesMaster1.xml" Id="Ra42270d6ed814c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af2796533c4710" /><Relationship Type="http://schemas.openxmlformats.org/officeDocument/2006/relationships/notesMaster" Target="/ppt/notesMasters/notesMaster1.xml" Id="R646886526e4d45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42fd1e507245a8" /><Relationship Type="http://schemas.openxmlformats.org/officeDocument/2006/relationships/notesMaster" Target="/ppt/notesMasters/notesMaster1.xml" Id="R8a4dae7b6b4848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6e51f917224a0e" /><Relationship Type="http://schemas.openxmlformats.org/officeDocument/2006/relationships/notesMaster" Target="/ppt/notesMasters/notesMaster1.xml" Id="R4b7591addc1443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0ab3527994467c" /><Relationship Type="http://schemas.openxmlformats.org/officeDocument/2006/relationships/notesMaster" Target="/ppt/notesMasters/notesMaster1.xml" Id="Rdf942c947d8444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9794210561441c" /><Relationship Type="http://schemas.openxmlformats.org/officeDocument/2006/relationships/notesMaster" Target="/ppt/notesMasters/notesMaster1.xml" Id="R70e9d98919ed4a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5dd3e0b64f4f6b" /><Relationship Type="http://schemas.openxmlformats.org/officeDocument/2006/relationships/notesMaster" Target="/ppt/notesMasters/notesMaster1.xml" Id="R06d7b82c188f45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c01465eeec4663" /><Relationship Type="http://schemas.openxmlformats.org/officeDocument/2006/relationships/notesMaster" Target="/ppt/notesMasters/notesMaster1.xml" Id="R4245be3b37ef4f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0fba5948194c89" /><Relationship Type="http://schemas.openxmlformats.org/officeDocument/2006/relationships/notesMaster" Target="/ppt/notesMasters/notesMaster1.xml" Id="Rddf96f66298646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7c264fbd04209" /><Relationship Type="http://schemas.openxmlformats.org/officeDocument/2006/relationships/notesMaster" Target="/ppt/notesMasters/notesMaster1.xml" Id="Ree861049980745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2480772c8247a3" /><Relationship Type="http://schemas.openxmlformats.org/officeDocument/2006/relationships/notesMaster" Target="/ppt/notesMasters/notesMaster1.xml" Id="R28a3446d975940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a828d0fe6f4de8" /><Relationship Type="http://schemas.openxmlformats.org/officeDocument/2006/relationships/notesMaster" Target="/ppt/notesMasters/notesMaster1.xml" Id="R91c9c65819f247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82f2681b05483f" /><Relationship Type="http://schemas.openxmlformats.org/officeDocument/2006/relationships/notesMaster" Target="/ppt/notesMasters/notesMaster1.xml" Id="Rc3c67afb741743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4cdec76ea34aba" /><Relationship Type="http://schemas.openxmlformats.org/officeDocument/2006/relationships/notesMaster" Target="/ppt/notesMasters/notesMaster1.xml" Id="R3049e22be96f44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4bb25b419e44f4" /><Relationship Type="http://schemas.openxmlformats.org/officeDocument/2006/relationships/notesMaster" Target="/ppt/notesMasters/notesMaster1.xml" Id="R6a7d9d201f5949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d0ac2fc4c74e87" /><Relationship Type="http://schemas.openxmlformats.org/officeDocument/2006/relationships/notesMaster" Target="/ppt/notesMasters/notesMaster1.xml" Id="R0f68fcd6b39c4e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b44677679f42eb" /><Relationship Type="http://schemas.openxmlformats.org/officeDocument/2006/relationships/notesMaster" Target="/ppt/notesMasters/notesMaster1.xml" Id="Rd5904b4a41a94e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e5d48f02b947b2" /><Relationship Type="http://schemas.openxmlformats.org/officeDocument/2006/relationships/notesMaster" Target="/ppt/notesMasters/notesMaster1.xml" Id="Re93106afb069477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b1f6a650084511" /><Relationship Type="http://schemas.openxmlformats.org/officeDocument/2006/relationships/notesMaster" Target="/ppt/notesMasters/notesMaster1.xml" Id="R7ba78732cbc0421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df3d3187fab47db" /><Relationship Type="http://schemas.openxmlformats.org/officeDocument/2006/relationships/notesMaster" Target="/ppt/notesMasters/notesMaster1.xml" Id="Rb2933d9e537744e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89278e1b7e4e54" /><Relationship Type="http://schemas.openxmlformats.org/officeDocument/2006/relationships/notesMaster" Target="/ppt/notesMasters/notesMaster1.xml" Id="Rd535070102ab4d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a6fc012a72340fe" /><Relationship Type="http://schemas.openxmlformats.org/officeDocument/2006/relationships/notesMaster" Target="/ppt/notesMasters/notesMaster1.xml" Id="Rf79c262d5bda453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f202643e79457f" /><Relationship Type="http://schemas.openxmlformats.org/officeDocument/2006/relationships/notesMaster" Target="/ppt/notesMasters/notesMaster1.xml" Id="R5478f1b9755f4f7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c36d999c7864d40" /><Relationship Type="http://schemas.openxmlformats.org/officeDocument/2006/relationships/notesMaster" Target="/ppt/notesMasters/notesMaster1.xml" Id="Rc0997e482e4d459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9031e8f0d14bcc" /><Relationship Type="http://schemas.openxmlformats.org/officeDocument/2006/relationships/notesMaster" Target="/ppt/notesMasters/notesMaster1.xml" Id="R2c8ada1d2d0849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146c15576c1457e" /><Relationship Type="http://schemas.openxmlformats.org/officeDocument/2006/relationships/notesMaster" Target="/ppt/notesMasters/notesMaster1.xml" Id="R87c1ff0cd4be4ef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cf59977ba64f94" /><Relationship Type="http://schemas.openxmlformats.org/officeDocument/2006/relationships/notesMaster" Target="/ppt/notesMasters/notesMaster1.xml" Id="R8ef649539e7d41e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47b73c52164361" /><Relationship Type="http://schemas.openxmlformats.org/officeDocument/2006/relationships/notesMaster" Target="/ppt/notesMasters/notesMaster1.xml" Id="Reb0bd12254b04a6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143722f94104c21" /><Relationship Type="http://schemas.openxmlformats.org/officeDocument/2006/relationships/notesMaster" Target="/ppt/notesMasters/notesMaster1.xml" Id="Rb4287ce996b1490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c9166465b7a47df" /><Relationship Type="http://schemas.openxmlformats.org/officeDocument/2006/relationships/notesMaster" Target="/ppt/notesMasters/notesMaster1.xml" Id="R7eeb54f9facd402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2df76a33b6b43ae" /><Relationship Type="http://schemas.openxmlformats.org/officeDocument/2006/relationships/notesMaster" Target="/ppt/notesMasters/notesMaster1.xml" Id="R8c8ba7bc0289424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95c90e1f11749b5" /><Relationship Type="http://schemas.openxmlformats.org/officeDocument/2006/relationships/notesMaster" Target="/ppt/notesMasters/notesMaster1.xml" Id="R28769730f1f24af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254f99ffbc4347" /><Relationship Type="http://schemas.openxmlformats.org/officeDocument/2006/relationships/notesMaster" Target="/ppt/notesMasters/notesMaster1.xml" Id="R3c04433cab274e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a9b0265a9944d96" /><Relationship Type="http://schemas.openxmlformats.org/officeDocument/2006/relationships/notesMaster" Target="/ppt/notesMasters/notesMaster1.xml" Id="R9013321c0a024d8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16978e837864d1f" /><Relationship Type="http://schemas.openxmlformats.org/officeDocument/2006/relationships/notesMaster" Target="/ppt/notesMasters/notesMaster1.xml" Id="R1c7a881b7bb4404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de8c619c8314b76" /><Relationship Type="http://schemas.openxmlformats.org/officeDocument/2006/relationships/notesMaster" Target="/ppt/notesMasters/notesMaster1.xml" Id="R5c80dfc22c7e468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138e1f601fa47d8" /><Relationship Type="http://schemas.openxmlformats.org/officeDocument/2006/relationships/notesMaster" Target="/ppt/notesMasters/notesMaster1.xml" Id="R7a93893b3e0f4d1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c195d3863e74b7f" /><Relationship Type="http://schemas.openxmlformats.org/officeDocument/2006/relationships/notesMaster" Target="/ppt/notesMasters/notesMaster1.xml" Id="R5e6a3e83e41e4c0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7fec235371941e9" /><Relationship Type="http://schemas.openxmlformats.org/officeDocument/2006/relationships/notesMaster" Target="/ppt/notesMasters/notesMaster1.xml" Id="Re7c964aa5cfb4ed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a6756fefa634aa8" /><Relationship Type="http://schemas.openxmlformats.org/officeDocument/2006/relationships/notesMaster" Target="/ppt/notesMasters/notesMaster1.xml" Id="R580cf2e003b348d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ca59e4ccf3a4cd1" /><Relationship Type="http://schemas.openxmlformats.org/officeDocument/2006/relationships/notesMaster" Target="/ppt/notesMasters/notesMaster1.xml" Id="Rc42f6b61494f48b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7afbb00ab334cb0" /><Relationship Type="http://schemas.openxmlformats.org/officeDocument/2006/relationships/notesMaster" Target="/ppt/notesMasters/notesMaster1.xml" Id="Re1e28b15c84d439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92a7c8152e84977" /><Relationship Type="http://schemas.openxmlformats.org/officeDocument/2006/relationships/notesMaster" Target="/ppt/notesMasters/notesMaster1.xml" Id="R88525a9bd804489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c7dfd6a15b349c9" /><Relationship Type="http://schemas.openxmlformats.org/officeDocument/2006/relationships/notesMaster" Target="/ppt/notesMasters/notesMaster1.xml" Id="R4f0a6d54f7fe48e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97af854bed94f6f" /><Relationship Type="http://schemas.openxmlformats.org/officeDocument/2006/relationships/notesMaster" Target="/ppt/notesMasters/notesMaster1.xml" Id="R6f714285d0044ee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a5263a5454a4604" /><Relationship Type="http://schemas.openxmlformats.org/officeDocument/2006/relationships/notesMaster" Target="/ppt/notesMasters/notesMaster1.xml" Id="R872cd73089ca4d9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8f27805c25343f4" /><Relationship Type="http://schemas.openxmlformats.org/officeDocument/2006/relationships/notesMaster" Target="/ppt/notesMasters/notesMaster1.xml" Id="R64baa45941eb4ff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d510baf02774143" /><Relationship Type="http://schemas.openxmlformats.org/officeDocument/2006/relationships/notesMaster" Target="/ppt/notesMasters/notesMaster1.xml" Id="Rc7e1daf882274e8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91d9a9e0b904e3e" /><Relationship Type="http://schemas.openxmlformats.org/officeDocument/2006/relationships/notesMaster" Target="/ppt/notesMasters/notesMaster1.xml" Id="R9c0edb12b32743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55df0352094e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d49664d98a44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f1a185606241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0de8caa2fe40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062c3fd7c849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8053f855804b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6F5AEE-7F51-4388-989C-89DF2280DC8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8651D6-0AF0-48FF-9AB7-B08177C3A12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66388C-D29D-41D4-AF5A-C636C8BECF0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D81EC-C198-47F0-9450-5FC799D07CA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33F891-D6CF-4D38-A831-FA2AADC7E30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35C062-6D1B-4C4E-BA53-F3F786F05A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41E830-826B-471E-BFC9-EF42E39415C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BE5FA6-9548-4F73-B7B3-21E05B17EDD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BF5770-51E5-4A58-9A84-71CA00350E7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062915-3D3F-454B-8879-F7E7DECEEEB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e18e2452a9471c" /><Relationship Type="http://schemas.openxmlformats.org/officeDocument/2006/relationships/slideLayout" Target="/ppt/slideLayouts/slideLayout1.xml" Id="R58e232963def4d2d" /><Relationship Type="http://schemas.openxmlformats.org/officeDocument/2006/relationships/slideLayout" Target="/ppt/slideLayouts/slideLayout2.xml" Id="Rb6b7d6cfcfd54b0b" /><Relationship Type="http://schemas.openxmlformats.org/officeDocument/2006/relationships/slideLayout" Target="/ppt/slideLayouts/slideLayout3.xml" Id="Re402d9c8dbe04b95" /><Relationship Type="http://schemas.openxmlformats.org/officeDocument/2006/relationships/slideLayout" Target="/ppt/slideLayouts/slideLayout4.xml" Id="R60dd6356cfb242e8" /><Relationship Type="http://schemas.openxmlformats.org/officeDocument/2006/relationships/slideLayout" Target="/ppt/slideLayouts/slideLayout5.xml" Id="Rd2df90b28fd34f5e" /><Relationship Type="http://schemas.openxmlformats.org/officeDocument/2006/relationships/slideLayout" Target="/ppt/slideLayouts/slideLayout6.xml" Id="R1cf852cde5b149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e232963def4d2d"/>
    <p:sldLayoutId xmlns:r="http://schemas.openxmlformats.org/officeDocument/2006/relationships" id="2147483650" r:id="Rb6b7d6cfcfd54b0b"/>
    <p:sldLayoutId xmlns:r="http://schemas.openxmlformats.org/officeDocument/2006/relationships" id="2147483651" r:id="Re402d9c8dbe04b95"/>
    <p:sldLayoutId xmlns:r="http://schemas.openxmlformats.org/officeDocument/2006/relationships" id="2147483652" r:id="R60dd6356cfb242e8"/>
    <p:sldLayoutId xmlns:r="http://schemas.openxmlformats.org/officeDocument/2006/relationships" id="2147483653" r:id="Rd2df90b28fd34f5e"/>
    <p:sldLayoutId xmlns:r="http://schemas.openxmlformats.org/officeDocument/2006/relationships" id="2147483654" r:id="R1cf852cde5b149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c8adbefa29498f" /><Relationship Type="http://schemas.openxmlformats.org/officeDocument/2006/relationships/image" Target="/ppt/media/image.png" Id="R9f3b063a10fa4bc6" /><Relationship Type="http://schemas.openxmlformats.org/officeDocument/2006/relationships/image" Target="/ppt/media/image2.png" Id="R4e3d8c8d8bde428a" /><Relationship Type="http://schemas.openxmlformats.org/officeDocument/2006/relationships/image" Target="/ppt/media/image3.png" Id="Rf1ffd28e7a674218" /><Relationship Type="http://schemas.openxmlformats.org/officeDocument/2006/relationships/notesSlide" Target="/ppt/notesSlides/notesSlide1.xml" Id="R00dff744019a45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e26b1401fb468d" /><Relationship Type="http://schemas.openxmlformats.org/officeDocument/2006/relationships/image" Target="/ppt/media/image4.png" Id="R434ceba3a0b04e05" /><Relationship Type="http://schemas.openxmlformats.org/officeDocument/2006/relationships/image" Target="/ppt/media/image5.png" Id="R8f8ba182454e4499" /><Relationship Type="http://schemas.openxmlformats.org/officeDocument/2006/relationships/notesSlide" Target="/ppt/notesSlides/notesSlide2.xml" Id="R21612ad9b38e48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cbe84243f94565" /><Relationship Type="http://schemas.openxmlformats.org/officeDocument/2006/relationships/image" Target="/ppt/media/image6.png" Id="R8b97b34de1dd4924" /><Relationship Type="http://schemas.openxmlformats.org/officeDocument/2006/relationships/notesSlide" Target="/ppt/notesSlides/notesSlide3.xml" Id="R489ec95515d94c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4a77a5e5964de2" /><Relationship Type="http://schemas.openxmlformats.org/officeDocument/2006/relationships/image" Target="/ppt/media/image7.png" Id="R8183a325eddc4c0b" /><Relationship Type="http://schemas.openxmlformats.org/officeDocument/2006/relationships/image" Target="/ppt/media/image8.png" Id="R2fa2086cecb843a0" /><Relationship Type="http://schemas.openxmlformats.org/officeDocument/2006/relationships/notesSlide" Target="/ppt/notesSlides/notesSlide4.xml" Id="Rf9ca2014ab2b4b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b4a2093c85400d" /><Relationship Type="http://schemas.openxmlformats.org/officeDocument/2006/relationships/image" Target="/ppt/media/image9.png" Id="R777b29237ba54b09" /><Relationship Type="http://schemas.openxmlformats.org/officeDocument/2006/relationships/image" Target="/ppt/media/image10.png" Id="Rabbf0d8ddc6e47f3" /><Relationship Type="http://schemas.openxmlformats.org/officeDocument/2006/relationships/notesSlide" Target="/ppt/notesSlides/notesSlide5.xml" Id="R222e5f38f90045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f6db85066f4edd" /><Relationship Type="http://schemas.openxmlformats.org/officeDocument/2006/relationships/image" Target="/ppt/media/image11.png" Id="Rf797b0bc5ec4459a" /><Relationship Type="http://schemas.openxmlformats.org/officeDocument/2006/relationships/image" Target="/ppt/media/image12.png" Id="R404b6b1e0c744a31" /><Relationship Type="http://schemas.openxmlformats.org/officeDocument/2006/relationships/notesSlide" Target="/ppt/notesSlides/notesSlide6.xml" Id="R3f1ad139a3f640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d2e1748138a418c" /><Relationship Type="http://schemas.openxmlformats.org/officeDocument/2006/relationships/image" Target="/ppt/media/image13.png" Id="R83fc295a93274a67" /><Relationship Type="http://schemas.openxmlformats.org/officeDocument/2006/relationships/image" Target="/ppt/media/image14.png" Id="R3d9d33af78014f42" /><Relationship Type="http://schemas.openxmlformats.org/officeDocument/2006/relationships/image" Target="/ppt/media/image15.png" Id="Rd20d43589c7f48bd" /><Relationship Type="http://schemas.openxmlformats.org/officeDocument/2006/relationships/image" Target="/ppt/media/image16.png" Id="R30929a4f5ead463c" /><Relationship Type="http://schemas.openxmlformats.org/officeDocument/2006/relationships/notesSlide" Target="/ppt/notesSlides/notesSlide7.xml" Id="R1d7dc02626da44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07faf0e7d84eb6" /><Relationship Type="http://schemas.openxmlformats.org/officeDocument/2006/relationships/image" Target="/ppt/media/image17.png" Id="Rd961876fda77424d" /><Relationship Type="http://schemas.openxmlformats.org/officeDocument/2006/relationships/image" Target="/ppt/media/image18.png" Id="R38b7bcb15b8a43bf" /><Relationship Type="http://schemas.openxmlformats.org/officeDocument/2006/relationships/image" Target="/ppt/media/image19.png" Id="Re5fa307136d34128" /><Relationship Type="http://schemas.openxmlformats.org/officeDocument/2006/relationships/image" Target="/ppt/media/image20.png" Id="Re02fc0cefae846c0" /><Relationship Type="http://schemas.openxmlformats.org/officeDocument/2006/relationships/notesSlide" Target="/ppt/notesSlides/notesSlide8.xml" Id="Ra0c004818e0a45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82fe2729184577" /><Relationship Type="http://schemas.openxmlformats.org/officeDocument/2006/relationships/image" Target="/ppt/media/image21.png" Id="R82ecd1ac32f94fba" /><Relationship Type="http://schemas.openxmlformats.org/officeDocument/2006/relationships/image" Target="/ppt/media/image22.png" Id="R048c8e6869654377" /><Relationship Type="http://schemas.openxmlformats.org/officeDocument/2006/relationships/notesSlide" Target="/ppt/notesSlides/notesSlide9.xml" Id="R7334905846ac42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c0c55dad76949b7" /><Relationship Type="http://schemas.openxmlformats.org/officeDocument/2006/relationships/image" Target="/ppt/media/image23.png" Id="R4cdcf19326c44ebe" /><Relationship Type="http://schemas.openxmlformats.org/officeDocument/2006/relationships/image" Target="/ppt/media/image24.png" Id="Redb01dc5a3ce4dd5" /><Relationship Type="http://schemas.openxmlformats.org/officeDocument/2006/relationships/image" Target="/ppt/media/image25.png" Id="R9136016e759946b5" /><Relationship Type="http://schemas.openxmlformats.org/officeDocument/2006/relationships/image" Target="/ppt/media/image26.png" Id="Rab1c9f6006534257" /><Relationship Type="http://schemas.openxmlformats.org/officeDocument/2006/relationships/image" Target="/ppt/media/image27.png" Id="Rf7eb4129b4cf4063" /><Relationship Type="http://schemas.openxmlformats.org/officeDocument/2006/relationships/notesSlide" Target="/ppt/notesSlides/notesSlide10.xml" Id="R6ee15b89a92540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fff3690aba423b" /><Relationship Type="http://schemas.openxmlformats.org/officeDocument/2006/relationships/image" Target="/ppt/media/image28.png" Id="R3f3f30f7662e477d" /><Relationship Type="http://schemas.openxmlformats.org/officeDocument/2006/relationships/image" Target="/ppt/media/image29.png" Id="R3a3760a816c04fd4" /><Relationship Type="http://schemas.openxmlformats.org/officeDocument/2006/relationships/image" Target="/ppt/media/image30.png" Id="R94bc07ba0210491f" /><Relationship Type="http://schemas.openxmlformats.org/officeDocument/2006/relationships/notesSlide" Target="/ppt/notesSlides/notesSlide11.xml" Id="Red720fb5738d4d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37e9f489fe740f2" /><Relationship Type="http://schemas.openxmlformats.org/officeDocument/2006/relationships/image" Target="/ppt/media/image31.png" Id="Rf081ef29d35c449e" /><Relationship Type="http://schemas.openxmlformats.org/officeDocument/2006/relationships/image" Target="/ppt/media/image32.png" Id="Rf870de08bfc14749" /><Relationship Type="http://schemas.openxmlformats.org/officeDocument/2006/relationships/image" Target="/ppt/media/image33.png" Id="R2505e37afc9e43f8" /><Relationship Type="http://schemas.openxmlformats.org/officeDocument/2006/relationships/notesSlide" Target="/ppt/notesSlides/notesSlide12.xml" Id="Raf5bb2314f6740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610cffc22a64875" /><Relationship Type="http://schemas.openxmlformats.org/officeDocument/2006/relationships/image" Target="/ppt/media/image34.png" Id="Redac976f76574234" /><Relationship Type="http://schemas.openxmlformats.org/officeDocument/2006/relationships/notesSlide" Target="/ppt/notesSlides/notesSlide13.xml" Id="R0bec8056e48348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bed6bfe02fa4fc1" /><Relationship Type="http://schemas.openxmlformats.org/officeDocument/2006/relationships/image" Target="/ppt/media/image35.png" Id="R4d2beec2db8f4fea" /><Relationship Type="http://schemas.openxmlformats.org/officeDocument/2006/relationships/image" Target="/ppt/media/image36.png" Id="R209650ffa8794d57" /><Relationship Type="http://schemas.openxmlformats.org/officeDocument/2006/relationships/notesSlide" Target="/ppt/notesSlides/notesSlide14.xml" Id="R7a618154976c41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c54b78cebd24af7" /><Relationship Type="http://schemas.openxmlformats.org/officeDocument/2006/relationships/image" Target="/ppt/media/image37.png" Id="Re5947a71a1f34af3" /><Relationship Type="http://schemas.openxmlformats.org/officeDocument/2006/relationships/image" Target="/ppt/media/image38.png" Id="R132367af617b4634" /><Relationship Type="http://schemas.openxmlformats.org/officeDocument/2006/relationships/image" Target="/ppt/media/image39.png" Id="R1abcfca302304ffc" /><Relationship Type="http://schemas.openxmlformats.org/officeDocument/2006/relationships/notesSlide" Target="/ppt/notesSlides/notesSlide15.xml" Id="R39b4b4a5f2f74a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1da098a97124c6b" /><Relationship Type="http://schemas.openxmlformats.org/officeDocument/2006/relationships/image" Target="/ppt/media/image40.png" Id="R5601df2691a64642" /><Relationship Type="http://schemas.openxmlformats.org/officeDocument/2006/relationships/image" Target="/ppt/media/image41.png" Id="R3979bf2108324da1" /><Relationship Type="http://schemas.openxmlformats.org/officeDocument/2006/relationships/image" Target="/ppt/media/image42.png" Id="Rd7cc5c07b6344057" /><Relationship Type="http://schemas.openxmlformats.org/officeDocument/2006/relationships/image" Target="/ppt/media/image43.png" Id="R4dfe5f60147b424f" /><Relationship Type="http://schemas.openxmlformats.org/officeDocument/2006/relationships/notesSlide" Target="/ppt/notesSlides/notesSlide16.xml" Id="Rd6bd9c5ecfd64e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2686c2883354a65" /><Relationship Type="http://schemas.openxmlformats.org/officeDocument/2006/relationships/image" Target="/ppt/media/image44.png" Id="R6d34c405ee714699" /><Relationship Type="http://schemas.openxmlformats.org/officeDocument/2006/relationships/image" Target="/ppt/media/image45.png" Id="R3f0e0e7d37a447a6" /><Relationship Type="http://schemas.openxmlformats.org/officeDocument/2006/relationships/image" Target="/ppt/media/image46.png" Id="R97db175cc72b4f86" /><Relationship Type="http://schemas.openxmlformats.org/officeDocument/2006/relationships/notesSlide" Target="/ppt/notesSlides/notesSlide17.xml" Id="R76a2d7e803d340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fb4f0eeb2db487c" /><Relationship Type="http://schemas.openxmlformats.org/officeDocument/2006/relationships/image" Target="/ppt/media/image47.png" Id="Rb97dcafef0994967" /><Relationship Type="http://schemas.openxmlformats.org/officeDocument/2006/relationships/image" Target="/ppt/media/image48.png" Id="Rec346027037a4f6f" /><Relationship Type="http://schemas.openxmlformats.org/officeDocument/2006/relationships/image" Target="/ppt/media/image49.png" Id="R7b8a3e8c120c48dd" /><Relationship Type="http://schemas.openxmlformats.org/officeDocument/2006/relationships/image" Target="/ppt/media/image50.png" Id="Rbd84bff7e9384ec8" /><Relationship Type="http://schemas.openxmlformats.org/officeDocument/2006/relationships/notesSlide" Target="/ppt/notesSlides/notesSlide18.xml" Id="Rdc38f287d0984c6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1a7bd27f1d94582" /><Relationship Type="http://schemas.openxmlformats.org/officeDocument/2006/relationships/image" Target="/ppt/media/image51.png" Id="R83602dfaa9174fa1" /><Relationship Type="http://schemas.openxmlformats.org/officeDocument/2006/relationships/image" Target="/ppt/media/image52.png" Id="R05ec6fd7d3f34726" /><Relationship Type="http://schemas.openxmlformats.org/officeDocument/2006/relationships/image" Target="/ppt/media/image53.png" Id="R61999b3cd4164cf8" /><Relationship Type="http://schemas.openxmlformats.org/officeDocument/2006/relationships/notesSlide" Target="/ppt/notesSlides/notesSlide19.xml" Id="R188f771ca7394f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a846336c554404" /><Relationship Type="http://schemas.openxmlformats.org/officeDocument/2006/relationships/image" Target="/ppt/media/image54.png" Id="R58afd2facb6a4df7" /><Relationship Type="http://schemas.openxmlformats.org/officeDocument/2006/relationships/image" Target="/ppt/media/image55.png" Id="R80308a26fa344709" /><Relationship Type="http://schemas.openxmlformats.org/officeDocument/2006/relationships/image" Target="/ppt/media/image56.png" Id="R092c46e211cf465e" /><Relationship Type="http://schemas.openxmlformats.org/officeDocument/2006/relationships/image" Target="/ppt/media/image57.png" Id="Rf2776821f73041b2" /><Relationship Type="http://schemas.openxmlformats.org/officeDocument/2006/relationships/notesSlide" Target="/ppt/notesSlides/notesSlide20.xml" Id="R8d518d01352446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8a39763e5fc4781" /><Relationship Type="http://schemas.openxmlformats.org/officeDocument/2006/relationships/image" Target="/ppt/media/image58.png" Id="R1da3e93a841a4de3" /><Relationship Type="http://schemas.openxmlformats.org/officeDocument/2006/relationships/notesSlide" Target="/ppt/notesSlides/notesSlide21.xml" Id="Rd74ac2800a5d4c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b307fc3b09f4b6f" /><Relationship Type="http://schemas.openxmlformats.org/officeDocument/2006/relationships/image" Target="/ppt/media/image59.png" Id="Ra6e3a5df91624bd7" /><Relationship Type="http://schemas.openxmlformats.org/officeDocument/2006/relationships/image" Target="/ppt/media/image60.png" Id="Re8b76a226a7d4be2" /><Relationship Type="http://schemas.openxmlformats.org/officeDocument/2006/relationships/image" Target="/ppt/media/image61.png" Id="Rbdaec14cbdb0469c" /><Relationship Type="http://schemas.openxmlformats.org/officeDocument/2006/relationships/notesSlide" Target="/ppt/notesSlides/notesSlide22.xml" Id="R08fb142aaf6944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435f700eeaa4af3" /><Relationship Type="http://schemas.openxmlformats.org/officeDocument/2006/relationships/image" Target="/ppt/media/image62.png" Id="Rb7ee60f4b0a9401d" /><Relationship Type="http://schemas.openxmlformats.org/officeDocument/2006/relationships/image" Target="/ppt/media/image63.png" Id="R229d3fa17a27440e" /><Relationship Type="http://schemas.openxmlformats.org/officeDocument/2006/relationships/image" Target="/ppt/media/image64.png" Id="Re67474b2ec3f4428" /><Relationship Type="http://schemas.openxmlformats.org/officeDocument/2006/relationships/image" Target="/ppt/media/image65.png" Id="Rcb8b88a293684241" /><Relationship Type="http://schemas.openxmlformats.org/officeDocument/2006/relationships/notesSlide" Target="/ppt/notesSlides/notesSlide23.xml" Id="R6afefa45a0254b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241416951994c78" /><Relationship Type="http://schemas.openxmlformats.org/officeDocument/2006/relationships/image" Target="/ppt/media/image66.png" Id="R9cd2abf78c99439e" /><Relationship Type="http://schemas.openxmlformats.org/officeDocument/2006/relationships/image" Target="/ppt/media/image67.png" Id="R21cf74ca7f5a422b" /><Relationship Type="http://schemas.openxmlformats.org/officeDocument/2006/relationships/image" Target="/ppt/media/image68.png" Id="R6e235af42afa4a72" /><Relationship Type="http://schemas.openxmlformats.org/officeDocument/2006/relationships/notesSlide" Target="/ppt/notesSlides/notesSlide24.xml" Id="R67dff8f0bdd7437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024232e98cc4d97" /><Relationship Type="http://schemas.openxmlformats.org/officeDocument/2006/relationships/image" Target="/ppt/media/image69.png" Id="R36dd81ddd07a4f65" /><Relationship Type="http://schemas.openxmlformats.org/officeDocument/2006/relationships/image" Target="/ppt/media/image70.png" Id="Re9c324a641c04144" /><Relationship Type="http://schemas.openxmlformats.org/officeDocument/2006/relationships/notesSlide" Target="/ppt/notesSlides/notesSlide25.xml" Id="R240d90601b794a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59292c47de24e83" /><Relationship Type="http://schemas.openxmlformats.org/officeDocument/2006/relationships/image" Target="/ppt/media/image71.png" Id="R22936cecbda84a46" /><Relationship Type="http://schemas.openxmlformats.org/officeDocument/2006/relationships/image" Target="/ppt/media/image72.png" Id="Rf894544cbe9b4214" /><Relationship Type="http://schemas.openxmlformats.org/officeDocument/2006/relationships/notesSlide" Target="/ppt/notesSlides/notesSlide26.xml" Id="Rd579ee3ca2f9453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9d085d1b4e7414f" /><Relationship Type="http://schemas.openxmlformats.org/officeDocument/2006/relationships/image" Target="/ppt/media/image73.png" Id="R457ab376c1e944d2" /><Relationship Type="http://schemas.openxmlformats.org/officeDocument/2006/relationships/image" Target="/ppt/media/image74.png" Id="R7a843d40378f4e08" /><Relationship Type="http://schemas.openxmlformats.org/officeDocument/2006/relationships/notesSlide" Target="/ppt/notesSlides/notesSlide27.xml" Id="Rd06b07eb2d064e0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44a00d384694877" /><Relationship Type="http://schemas.openxmlformats.org/officeDocument/2006/relationships/image" Target="/ppt/media/image75.png" Id="Rb4eefcc8fd6949a2" /><Relationship Type="http://schemas.openxmlformats.org/officeDocument/2006/relationships/notesSlide" Target="/ppt/notesSlides/notesSlide28.xml" Id="R7fc85d6a1d4143a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591cf4c3e8a42a0" /><Relationship Type="http://schemas.openxmlformats.org/officeDocument/2006/relationships/image" Target="/ppt/media/image76.png" Id="Rbdbb661170f148f8" /><Relationship Type="http://schemas.openxmlformats.org/officeDocument/2006/relationships/notesSlide" Target="/ppt/notesSlides/notesSlide29.xml" Id="R41549ab8c258428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a85fd6939314a86" /><Relationship Type="http://schemas.openxmlformats.org/officeDocument/2006/relationships/image" Target="/ppt/media/image77.png" Id="Rcb1ba0b85daa4b70" /><Relationship Type="http://schemas.openxmlformats.org/officeDocument/2006/relationships/notesSlide" Target="/ppt/notesSlides/notesSlide30.xml" Id="R104da8e3c30b47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120917a4f03447f" /><Relationship Type="http://schemas.openxmlformats.org/officeDocument/2006/relationships/image" Target="/ppt/media/image78.png" Id="Re60bedbbb29546a8" /><Relationship Type="http://schemas.openxmlformats.org/officeDocument/2006/relationships/notesSlide" Target="/ppt/notesSlides/notesSlide31.xml" Id="Rc00b0879c0ed4e2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daf8443e1e44d49" /><Relationship Type="http://schemas.openxmlformats.org/officeDocument/2006/relationships/image" Target="/ppt/media/image79.png" Id="R034a26455dab4150" /><Relationship Type="http://schemas.openxmlformats.org/officeDocument/2006/relationships/image" Target="/ppt/media/image80.png" Id="R59cda2405e064b58" /><Relationship Type="http://schemas.openxmlformats.org/officeDocument/2006/relationships/image" Target="/ppt/media/image81.png" Id="Rc4d8a17275fe4375" /><Relationship Type="http://schemas.openxmlformats.org/officeDocument/2006/relationships/notesSlide" Target="/ppt/notesSlides/notesSlide32.xml" Id="R76af34220af54b5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7bc3ac07b07435c" /><Relationship Type="http://schemas.openxmlformats.org/officeDocument/2006/relationships/image" Target="/ppt/media/image82.png" Id="Rb24b4880139f45e1" /><Relationship Type="http://schemas.openxmlformats.org/officeDocument/2006/relationships/image" Target="/ppt/media/image83.png" Id="R7238b07f92ea4993" /><Relationship Type="http://schemas.openxmlformats.org/officeDocument/2006/relationships/image" Target="/ppt/media/image84.png" Id="R0937cb9db7254854" /><Relationship Type="http://schemas.openxmlformats.org/officeDocument/2006/relationships/notesSlide" Target="/ppt/notesSlides/notesSlide33.xml" Id="R403324a147d24b7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2b65c6cd53243df" /><Relationship Type="http://schemas.openxmlformats.org/officeDocument/2006/relationships/image" Target="/ppt/media/image85.png" Id="R3f6ba7b3110f48c1" /><Relationship Type="http://schemas.openxmlformats.org/officeDocument/2006/relationships/image" Target="/ppt/media/image86.png" Id="R67890659f8664c54" /><Relationship Type="http://schemas.openxmlformats.org/officeDocument/2006/relationships/notesSlide" Target="/ppt/notesSlides/notesSlide34.xml" Id="R1d7bc92bda214db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bb142763c704f81" /><Relationship Type="http://schemas.openxmlformats.org/officeDocument/2006/relationships/image" Target="/ppt/media/image87.png" Id="Rc8f9748fb869451f" /><Relationship Type="http://schemas.openxmlformats.org/officeDocument/2006/relationships/image" Target="/ppt/media/image88.png" Id="R9ec57768e2974b73" /><Relationship Type="http://schemas.openxmlformats.org/officeDocument/2006/relationships/notesSlide" Target="/ppt/notesSlides/notesSlide35.xml" Id="R1509e0ef9393432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cea925504984ea8" /><Relationship Type="http://schemas.openxmlformats.org/officeDocument/2006/relationships/image" Target="/ppt/media/image89.png" Id="Rf44a1d77129f4e99" /><Relationship Type="http://schemas.openxmlformats.org/officeDocument/2006/relationships/image" Target="/ppt/media/image90.png" Id="Rceb5598df4a94306" /><Relationship Type="http://schemas.openxmlformats.org/officeDocument/2006/relationships/notesSlide" Target="/ppt/notesSlides/notesSlide36.xml" Id="R0973fdc8c4c7431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7f19c79241d4a79" /><Relationship Type="http://schemas.openxmlformats.org/officeDocument/2006/relationships/image" Target="/ppt/media/image91.png" Id="R7b0a4031defa464f" /><Relationship Type="http://schemas.openxmlformats.org/officeDocument/2006/relationships/image" Target="/ppt/media/image92.png" Id="R5c5fd4c6780d4052" /><Relationship Type="http://schemas.openxmlformats.org/officeDocument/2006/relationships/image" Target="/ppt/media/image93.png" Id="R359ce739b196468d" /><Relationship Type="http://schemas.openxmlformats.org/officeDocument/2006/relationships/notesSlide" Target="/ppt/notesSlides/notesSlide37.xml" Id="Rae98eccd9f8d49e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03d412cdf7c482f" /><Relationship Type="http://schemas.openxmlformats.org/officeDocument/2006/relationships/image" Target="/ppt/media/image94.png" Id="R37117f72d8214e0f" /><Relationship Type="http://schemas.openxmlformats.org/officeDocument/2006/relationships/image" Target="/ppt/media/image95.png" Id="R62ff6dd3c91c4b52" /><Relationship Type="http://schemas.openxmlformats.org/officeDocument/2006/relationships/notesSlide" Target="/ppt/notesSlides/notesSlide38.xml" Id="R6da6ff6a947e45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f8b7364497647ba" /><Relationship Type="http://schemas.openxmlformats.org/officeDocument/2006/relationships/image" Target="/ppt/media/image96.png" Id="R0efe70fe65734a40" /><Relationship Type="http://schemas.openxmlformats.org/officeDocument/2006/relationships/image" Target="/ppt/media/image97.png" Id="R2abfd4f2a712412f" /><Relationship Type="http://schemas.openxmlformats.org/officeDocument/2006/relationships/notesSlide" Target="/ppt/notesSlides/notesSlide39.xml" Id="Rd4e58bf27937434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f5eef4f60ac4797" /><Relationship Type="http://schemas.openxmlformats.org/officeDocument/2006/relationships/image" Target="/ppt/media/image98.png" Id="R89d216c8df6b49f5" /><Relationship Type="http://schemas.openxmlformats.org/officeDocument/2006/relationships/image" Target="/ppt/media/image99.png" Id="Rd0140307713a4d97" /><Relationship Type="http://schemas.openxmlformats.org/officeDocument/2006/relationships/image" Target="/ppt/media/image100.png" Id="R8543a01c17fd4406" /><Relationship Type="http://schemas.openxmlformats.org/officeDocument/2006/relationships/notesSlide" Target="/ppt/notesSlides/notesSlide40.xml" Id="Re61f5a679951408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83e584c4aec454c" /><Relationship Type="http://schemas.openxmlformats.org/officeDocument/2006/relationships/image" Target="/ppt/media/image101.png" Id="Rba20be28de4f4d95" /><Relationship Type="http://schemas.openxmlformats.org/officeDocument/2006/relationships/notesSlide" Target="/ppt/notesSlides/notesSlide41.xml" Id="Rb0bd5b934a85424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5fa38dc2a314052" /><Relationship Type="http://schemas.openxmlformats.org/officeDocument/2006/relationships/image" Target="/ppt/media/image102.png" Id="Rf9148f46ddf34653" /><Relationship Type="http://schemas.openxmlformats.org/officeDocument/2006/relationships/image" Target="/ppt/media/image103.png" Id="R0112107975564b2e" /><Relationship Type="http://schemas.openxmlformats.org/officeDocument/2006/relationships/notesSlide" Target="/ppt/notesSlides/notesSlide42.xml" Id="R9cdead1ef36743c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1a6b14b2b3a41dd" /><Relationship Type="http://schemas.openxmlformats.org/officeDocument/2006/relationships/image" Target="/ppt/media/image104.png" Id="Rc080baa105ea4d7f" /><Relationship Type="http://schemas.openxmlformats.org/officeDocument/2006/relationships/image" Target="/ppt/media/image105.png" Id="R7bf750e3e4c846b4" /><Relationship Type="http://schemas.openxmlformats.org/officeDocument/2006/relationships/image" Target="/ppt/media/image106.png" Id="R378a7a9e34764ee9" /><Relationship Type="http://schemas.openxmlformats.org/officeDocument/2006/relationships/image" Target="/ppt/media/image107.png" Id="Re14c0a0aa15a4f0a" /><Relationship Type="http://schemas.openxmlformats.org/officeDocument/2006/relationships/notesSlide" Target="/ppt/notesSlides/notesSlide43.xml" Id="R955af0e7cf5641e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f1f800e7d7444f5" /><Relationship Type="http://schemas.openxmlformats.org/officeDocument/2006/relationships/image" Target="/ppt/media/image108.png" Id="R62ceef5709504daf" /><Relationship Type="http://schemas.openxmlformats.org/officeDocument/2006/relationships/image" Target="/ppt/media/image109.png" Id="Ra36eedc438da4c50" /><Relationship Type="http://schemas.openxmlformats.org/officeDocument/2006/relationships/notesSlide" Target="/ppt/notesSlides/notesSlide44.xml" Id="Raf8abddf5a3e407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9a2fe7252194cf1" /><Relationship Type="http://schemas.openxmlformats.org/officeDocument/2006/relationships/image" Target="/ppt/media/image110.png" Id="R6194053575744959" /><Relationship Type="http://schemas.openxmlformats.org/officeDocument/2006/relationships/image" Target="/ppt/media/image111.png" Id="R4edbf7de2b8346c0" /><Relationship Type="http://schemas.openxmlformats.org/officeDocument/2006/relationships/notesSlide" Target="/ppt/notesSlides/notesSlide45.xml" Id="R1bd176493da1448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8af496521e24972" /><Relationship Type="http://schemas.openxmlformats.org/officeDocument/2006/relationships/image" Target="/ppt/media/image112.png" Id="Rb423b71748ad41db" /><Relationship Type="http://schemas.openxmlformats.org/officeDocument/2006/relationships/notesSlide" Target="/ppt/notesSlides/notesSlide46.xml" Id="R9009f982e2c846d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1b12fc66fae4933" /><Relationship Type="http://schemas.openxmlformats.org/officeDocument/2006/relationships/image" Target="/ppt/media/image113.png" Id="Ra7074fbcb6d54287" /><Relationship Type="http://schemas.openxmlformats.org/officeDocument/2006/relationships/image" Target="/ppt/media/image114.png" Id="R072d9f9bd56445bc" /><Relationship Type="http://schemas.openxmlformats.org/officeDocument/2006/relationships/notesSlide" Target="/ppt/notesSlides/notesSlide47.xml" Id="Ra324c80935be4a3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4574997a67a48b7" /><Relationship Type="http://schemas.openxmlformats.org/officeDocument/2006/relationships/image" Target="/ppt/media/image115.png" Id="R2cd4844603604938" /><Relationship Type="http://schemas.openxmlformats.org/officeDocument/2006/relationships/notesSlide" Target="/ppt/notesSlides/notesSlide48.xml" Id="Rb9dbe3914288426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f2d098297f9b4fd9" /><Relationship Type="http://schemas.openxmlformats.org/officeDocument/2006/relationships/image" Target="/ppt/media/image116.png" Id="R0aca5ebf324449a5" /><Relationship Type="http://schemas.openxmlformats.org/officeDocument/2006/relationships/image" Target="/ppt/media/image117.png" Id="R18407126b2664157" /><Relationship Type="http://schemas.openxmlformats.org/officeDocument/2006/relationships/notesSlide" Target="/ppt/notesSlides/notesSlide49.xml" Id="Rbe1f5c69de0a452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4d1fbfe98934fcd" /><Relationship Type="http://schemas.openxmlformats.org/officeDocument/2006/relationships/image" Target="/ppt/media/image118.png" Id="R224f75f4d05d44bb" /><Relationship Type="http://schemas.openxmlformats.org/officeDocument/2006/relationships/image" Target="/ppt/media/image119.png" Id="R41079ff370664c4b" /><Relationship Type="http://schemas.openxmlformats.org/officeDocument/2006/relationships/image" Target="/ppt/media/image120.png" Id="R385d9a2aab104bd8" /><Relationship Type="http://schemas.openxmlformats.org/officeDocument/2006/relationships/image" Target="/ppt/media/image121.png" Id="R81ec4ffd12a74027" /><Relationship Type="http://schemas.openxmlformats.org/officeDocument/2006/relationships/notesSlide" Target="/ppt/notesSlides/notesSlide50.xml" Id="R9907c5980039462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141c7a956c4b43bf" /><Relationship Type="http://schemas.openxmlformats.org/officeDocument/2006/relationships/image" Target="/ppt/media/image122.png" Id="R13802422a2774e6c" /><Relationship Type="http://schemas.openxmlformats.org/officeDocument/2006/relationships/notesSlide" Target="/ppt/notesSlides/notesSlide51.xml" Id="R08086392362c4fa4"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4C1891E-815F-4A2D-8264-999BADF688D5}"/>
              </a:ext>
            </a:extLst>
          </p:cNvPr>
          <p:cNvPicPr>
            <a:picLocks xmlns:a="http://schemas.openxmlformats.org/drawingml/2006/main" noChangeAspect="1"/>
          </p:cNvPicPr>
          <p:nvPr/>
        </p:nvPicPr>
        <p:blipFill>
          <a:blip xmlns:r="http://schemas.openxmlformats.org/officeDocument/2006/relationships" xmlns:a="http://schemas.openxmlformats.org/drawingml/2006/main" r:embed="R9f3b063a10fa4bc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6752B111-6D8D-4B20-A48D-2EFB35319D9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A0BA0FD2-25C6-47B3-83C5-1D9E14799E76}"/>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C262F42C-E6FF-4354-811F-4CCB6ADFC4A4}"/>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96273780-7D05-4F62-95FB-2CF8C19D5D72}"/>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140DD7F5-70E2-4678-88DE-7C29D9634834}"/>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4B407C76-9C1C-4842-B3E4-FBECDEDA2C53}"/>
              </a:ext>
            </a:extLst>
          </p:cNvPr>
          <p:cNvPicPr>
            <a:picLocks xmlns:a="http://schemas.openxmlformats.org/drawingml/2006/main" noChangeAspect="1"/>
          </p:cNvPicPr>
          <p:nvPr/>
        </p:nvPicPr>
        <p:blipFill>
          <a:blip xmlns:r="http://schemas.openxmlformats.org/officeDocument/2006/relationships" xmlns:a="http://schemas.openxmlformats.org/drawingml/2006/main" r:embed="R4e3d8c8d8bde428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4049703-7093-4515-8EC0-1F42FEC37F3B}"/>
              </a:ext>
            </a:extLst>
          </p:cNvPr>
          <p:cNvPicPr>
            <a:picLocks xmlns:a="http://schemas.openxmlformats.org/drawingml/2006/main" noChangeAspect="1"/>
          </p:cNvPicPr>
          <p:nvPr/>
        </p:nvPicPr>
        <p:blipFill>
          <a:blip xmlns:r="http://schemas.openxmlformats.org/officeDocument/2006/relationships" xmlns:a="http://schemas.openxmlformats.org/drawingml/2006/main" r:embed="Rf1ffd28e7a674218"/>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2486928B-BA1A-4EFA-BD04-376270CFD8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163594583"/>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동기 유발 초록색 방사형 그라데이션">
            <a:extLst xmlns:a="http://schemas.openxmlformats.org/drawingml/2006/main">
              <a:ext uri="{FF2B5EF4-FFF2-40B4-BE49-F238E27FC236}">
                <a16:creationId xmlns:a16="http://schemas.microsoft.com/office/drawing/2014/main" id="{E4B8B196-B226-40E9-8A90-5AAFB3CB886D}"/>
              </a:ext>
            </a:extLst>
          </p:cNvPr>
          <p:cNvSpPr>
            <a:spLocks xmlns:a="http://schemas.openxmlformats.org/drawingml/2006/main" noGrp="1"/>
          </p:cNvSpPr>
          <p:nvPr/>
        </p:nvSpPr>
        <p:spPr>
          <a:xfrm xmlns:a="http://schemas.openxmlformats.org/drawingml/2006/main">
            <a:off x="0" y="2286000"/>
            <a:ext cx="18288000" cy="8001000"/>
          </a:xfrm>
          <a:prstGeom xmlns:a="http://schemas.openxmlformats.org/drawingml/2006/main" prst="ellipse">
            <a:avLst/>
          </a:prstGeom>
          <a:gradFill xmlns:a="http://schemas.openxmlformats.org/drawingml/2006/main">
            <a:gsLst>
              <a:gs pos="0">
                <a:srgbClr val="087A17"/>
              </a:gs>
              <a:gs pos="35000">
                <a:srgbClr val="075A10">
                  <a:alpha val="85000"/>
                </a:srgbClr>
              </a:gs>
              <a:gs pos="60000">
                <a:srgbClr val="033708">
                  <a:alpha val="55000"/>
                </a:srgbClr>
              </a:gs>
              <a:gs pos="100000">
                <a:srgbClr val="000000">
                  <a:alpha val="0"/>
                </a:srgbClr>
              </a:gs>
            </a:gsLst>
            <a:path path="shape"/>
          </a:gra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96BF7921-BD1F-4A4E-9DD3-7898CE04DAFA}"/>
              </a:ext>
            </a:extLst>
          </p:cNvPr>
          <p:cNvPicPr>
            <a:picLocks xmlns:a="http://schemas.openxmlformats.org/drawingml/2006/main" noChangeAspect="1"/>
          </p:cNvPicPr>
          <p:nvPr/>
        </p:nvPicPr>
        <p:blipFill>
          <a:blip xmlns:r="http://schemas.openxmlformats.org/officeDocument/2006/relationships" xmlns:a="http://schemas.openxmlformats.org/drawingml/2006/main" r:embed="R434ceba3a0b04e0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7336DCB-2D9A-400B-AAC6-F3848865B7B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797690-72B4-43E9-BE19-1F16DCEACE5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13616410-381B-427E-819C-BB7FE2C6F0E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91B2AF5-F13F-42E3-A623-72496D8FC9B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89ACB1FF-A8C7-40A3-82E1-231BA1AE2CC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C59AB28D-5ECE-4213-B3E1-FAC33C78C9B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1FA2003B-DEA9-42FB-98CB-4F68D7409299}"/>
              </a:ext>
            </a:extLst>
          </p:cNvPr>
          <p:cNvPicPr>
            <a:picLocks xmlns:a="http://schemas.openxmlformats.org/drawingml/2006/main" noChangeAspect="1"/>
          </p:cNvPicPr>
          <p:nvPr/>
        </p:nvPicPr>
        <p:blipFill>
          <a:blip xmlns:r="http://schemas.openxmlformats.org/officeDocument/2006/relationships" xmlns:a="http://schemas.openxmlformats.org/drawingml/2006/main" r:embed="R8f8ba182454e4499"/>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2004512705"/>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E4EFC53-43A3-4800-B03F-8B4767855A56}"/>
              </a:ext>
            </a:extLst>
          </p:cNvPr>
          <p:cNvPicPr>
            <a:picLocks xmlns:a="http://schemas.openxmlformats.org/drawingml/2006/main" noChangeAspect="1"/>
          </p:cNvPicPr>
          <p:nvPr/>
        </p:nvPicPr>
        <p:blipFill>
          <a:blip xmlns:r="http://schemas.openxmlformats.org/officeDocument/2006/relationships" xmlns:a="http://schemas.openxmlformats.org/drawingml/2006/main" r:embed="R8b97b34de1dd492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624A26-3FE7-48A0-976A-5DBB304D3A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2F52ED-EE0E-4249-AB1B-6C6E22536D4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65DF896F-8949-4545-BE8C-F6024D398C4C}"/>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634E6272-57C6-4560-9DD9-814773AE8E3C}"/>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A79CE687-83A1-4B82-9413-B8CB7F9BF17C}"/>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E4486E65-DDE9-466B-80F1-093D0388EC92}"/>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19135E9-2D5E-4839-8115-A537F9EB9FDA}"/>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C00A52B-788F-4652-833E-CCB2DCA41892}"/>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51214B74-E27E-4411-BF52-87B27FFDE2F7}"/>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FC5617C-3A06-4B5F-8A6F-F5977ECA3D07}"/>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3F75DB80-C26C-461A-A0BB-742405549F26}"/>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37577357-B7EB-421E-AB3B-E8F8B474E626}"/>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E80E266-8237-4312-A679-11D3196093C2}"/>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E63B702B-91B8-4BCD-8DE8-96EAA77131E6}"/>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709249415"/>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A17FFA6-C10B-4058-BAA7-191F72B6310C}"/>
              </a:ext>
            </a:extLst>
          </p:cNvPr>
          <p:cNvPicPr>
            <a:picLocks xmlns:a="http://schemas.openxmlformats.org/drawingml/2006/main" noChangeAspect="1"/>
          </p:cNvPicPr>
          <p:nvPr/>
        </p:nvPicPr>
        <p:blipFill>
          <a:blip xmlns:r="http://schemas.openxmlformats.org/officeDocument/2006/relationships" xmlns:a="http://schemas.openxmlformats.org/drawingml/2006/main" r:embed="R8183a325eddc4c0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2C549A-4776-4F6F-8546-4BC7A1A41CD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0EFB7D-65CA-40EE-9135-E716891B1797}"/>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C79D5344-435F-40D4-BD0B-A7CDAB57C6E3}"/>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B9F09A-622A-4CB4-B1C5-92E99655BEE2}"/>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95B3F97-7A4F-4D4F-B050-9B424DC5D7AA}"/>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866D90E2-8B86-44BA-A50B-3369BED65B9C}"/>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FF3D92DE-B6A2-42AA-8851-31E1DF8050D0}"/>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86101E5-2A03-436D-925D-9B6EF2EDA674}"/>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848D4D31-10AE-421D-AB01-BBE1DCE7FC80}"/>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F6CC9A74-F5C3-4F76-A4BC-E1CAC65B6F18}"/>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E5363CA-538E-4D42-B737-FDCB0F467B3D}"/>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5896B6C2-C64F-433B-BE8F-0A34EAEBFBD8}"/>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9A28778C-26B4-4283-9965-1D7E2E5A4EAF}"/>
              </a:ext>
            </a:extLst>
          </p:cNvPr>
          <p:cNvPicPr>
            <a:picLocks xmlns:a="http://schemas.openxmlformats.org/drawingml/2006/main" noChangeAspect="1"/>
          </p:cNvPicPr>
          <p:nvPr/>
        </p:nvPicPr>
        <p:blipFill>
          <a:blip xmlns:r="http://schemas.openxmlformats.org/officeDocument/2006/relationships" xmlns:a="http://schemas.openxmlformats.org/drawingml/2006/main" r:embed="R2fa2086cecb843a0"/>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411626988"/>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D6E11B2-614B-46F2-BD4C-E2F410DB842B}"/>
              </a:ext>
            </a:extLst>
          </p:cNvPr>
          <p:cNvPicPr>
            <a:picLocks xmlns:a="http://schemas.openxmlformats.org/drawingml/2006/main" noChangeAspect="1"/>
          </p:cNvPicPr>
          <p:nvPr/>
        </p:nvPicPr>
        <p:blipFill>
          <a:blip xmlns:r="http://schemas.openxmlformats.org/officeDocument/2006/relationships" xmlns:a="http://schemas.openxmlformats.org/drawingml/2006/main" r:embed="R777b29237ba54b0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409751E-3D7D-42C8-ABA7-8A05171C99B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93A5A03-2331-475C-AE9D-F9E7772D6EB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085C4EE0-2833-4AF9-AAB1-3EDE6657A04E}"/>
              </a:ext>
            </a:extLst>
          </p:cNvPr>
          <p:cNvPicPr>
            <a:picLocks xmlns:a="http://schemas.openxmlformats.org/drawingml/2006/main" noChangeAspect="1"/>
          </p:cNvPicPr>
          <p:nvPr/>
        </p:nvPicPr>
        <p:blipFill>
          <a:blip xmlns:r="http://schemas.openxmlformats.org/officeDocument/2006/relationships" xmlns:a="http://schemas.openxmlformats.org/drawingml/2006/main" r:embed="Rabbf0d8ddc6e47f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77688FC-59FF-484C-A8FB-CD73D8859F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7426D08-5D44-43AD-BF3C-B5BCC74AD6D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A78809E4-6751-4498-8440-528A68E64C0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B669E8C2-9308-4326-B72A-C0536F3568D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748498217"/>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2EC6DF71-1966-48B0-A2B0-7330FD351D20}"/>
              </a:ext>
            </a:extLst>
          </p:cNvPr>
          <p:cNvSpPr>
            <a:spLocks xmlns:a="http://schemas.openxmlformats.org/drawingml/2006/main" noGrp="1"/>
          </p:cNvSpPr>
          <p:nvPr/>
        </p:nvSpPr>
        <p:spPr>
          <a:xfrm xmlns:a="http://schemas.openxmlformats.org/drawingml/2006/main">
            <a:off x="5238750" y="747712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655AF1D9-88FE-4700-9DB1-5CBD0AE08E7B}"/>
              </a:ext>
            </a:extLst>
          </p:cNvPr>
          <p:cNvSpPr>
            <a:spLocks xmlns:a="http://schemas.openxmlformats.org/drawingml/2006/main" noGrp="1"/>
          </p:cNvSpPr>
          <p:nvPr/>
        </p:nvSpPr>
        <p:spPr>
          <a:xfrm xmlns:a="http://schemas.openxmlformats.org/drawingml/2006/main">
            <a:off x="5238750" y="6096000"/>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37B1555B-6C73-40D2-8585-F046A7F8E316}"/>
              </a:ext>
            </a:extLst>
          </p:cNvPr>
          <p:cNvSpPr>
            <a:spLocks xmlns:a="http://schemas.openxmlformats.org/drawingml/2006/main" noGrp="1"/>
          </p:cNvSpPr>
          <p:nvPr/>
        </p:nvSpPr>
        <p:spPr>
          <a:xfrm xmlns:a="http://schemas.openxmlformats.org/drawingml/2006/main">
            <a:off x="5238750" y="471487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BDA1B77B-8B0C-4D81-A67A-810B1F694D9A}"/>
              </a:ext>
            </a:extLst>
          </p:cNvPr>
          <p:cNvPicPr>
            <a:picLocks xmlns:a="http://schemas.openxmlformats.org/drawingml/2006/main" noChangeAspect="1"/>
          </p:cNvPicPr>
          <p:nvPr/>
        </p:nvPicPr>
        <p:blipFill>
          <a:blip xmlns:r="http://schemas.openxmlformats.org/officeDocument/2006/relationships" xmlns:a="http://schemas.openxmlformats.org/drawingml/2006/main" r:embed="Rf797b0bc5ec4459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18A38C-CE4D-401D-A3A4-9643E67A7D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07AC1A-01B5-41A9-8D35-61D695BD745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4FF87B1A-134D-48A9-A21B-61DFD55133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931B7BC-8438-44D7-A1D3-F44AE65CABD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19406AC-DF21-4A73-8A36-D605E8353B8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pic>
        <p:nvPicPr>
          <p:cNvPr id="7" name="">
            <a:extLst xmlns:a="http://schemas.openxmlformats.org/drawingml/2006/main">
              <a:ext uri="{FF2B5EF4-FFF2-40B4-BE49-F238E27FC236}">
                <a16:creationId xmlns:a16="http://schemas.microsoft.com/office/drawing/2014/main" id="{345BB7F7-D37F-48EF-B0A5-E994DA4F7674}"/>
              </a:ext>
            </a:extLst>
          </p:cNvPr>
          <p:cNvPicPr>
            <a:picLocks xmlns:a="http://schemas.openxmlformats.org/drawingml/2006/main" noChangeAspect="1"/>
          </p:cNvPicPr>
          <p:nvPr/>
        </p:nvPicPr>
        <p:blipFill>
          <a:blip xmlns:r="http://schemas.openxmlformats.org/officeDocument/2006/relationships" xmlns:a="http://schemas.openxmlformats.org/drawingml/2006/main" r:embed="R404b6b1e0c744a31"/>
          <a:stretch xmlns:a="http://schemas.openxmlformats.org/drawingml/2006/main"/>
        </p:blipFill>
        <p:spPr>
          <a:xfrm xmlns:a="http://schemas.openxmlformats.org/drawingml/2006/main">
            <a:off x="960437" y="4429125"/>
            <a:ext cx="3889375" cy="46672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BB7B95E-696A-47ED-BD3C-8F1A43F6AF32}"/>
              </a:ext>
            </a:extLst>
          </p:cNvPr>
          <p:cNvSpPr>
            <a:spLocks xmlns:a="http://schemas.openxmlformats.org/drawingml/2006/main" noGrp="1"/>
          </p:cNvSpPr>
          <p:nvPr/>
        </p:nvSpPr>
        <p:spPr>
          <a:xfrm xmlns:a="http://schemas.openxmlformats.org/drawingml/2006/main">
            <a:off x="1047750" y="9191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BBBBBB"/>
                </a:solidFill>
                <a:latin typeface="Pretendard"/>
                <a:ea typeface="Pretendard"/>
                <a:cs typeface="Pretendard"/>
              </a:defRPr>
            </a:defPPr>
            <a:lvl1pPr algn="ctr">
              <a:defRPr sz="1800" b="0">
                <a:solidFill>
                  <a:srgbClr val="BBBBBB"/>
                </a:solidFill>
                <a:latin typeface="Pretendard"/>
                <a:ea typeface="Pretendard"/>
                <a:cs typeface="Pretendard"/>
              </a:defRPr>
            </a:lvl1pPr>
            <a:lvl2pPr algn="ctr">
              <a:defRPr sz="1800" b="0">
                <a:solidFill>
                  <a:srgbClr val="BBBBBB"/>
                </a:solidFill>
                <a:latin typeface="Pretendard"/>
                <a:ea typeface="Pretendard"/>
                <a:cs typeface="Pretendard"/>
              </a:defRPr>
            </a:lvl2pPr>
            <a:lvl3pPr algn="ctr">
              <a:defRPr sz="1800" b="0">
                <a:solidFill>
                  <a:srgbClr val="BBBBBB"/>
                </a:solidFill>
                <a:latin typeface="Pretendard"/>
                <a:ea typeface="Pretendard"/>
                <a:cs typeface="Pretendard"/>
              </a:defRPr>
            </a:lvl3pPr>
            <a:lvl4pPr algn="ctr">
              <a:defRPr sz="1800" b="0">
                <a:solidFill>
                  <a:srgbClr val="BBBBBB"/>
                </a:solidFill>
                <a:latin typeface="Pretendard"/>
                <a:ea typeface="Pretendard"/>
                <a:cs typeface="Pretendard"/>
              </a:defRPr>
            </a:lvl4pPr>
            <a:lvl5pPr algn="ctr">
              <a:defRPr sz="1800" b="0">
                <a:solidFill>
                  <a:srgbClr val="BBBBBB"/>
                </a:solidFill>
                <a:latin typeface="Pretendard"/>
                <a:ea typeface="Pretendard"/>
                <a:cs typeface="Pretendard"/>
              </a:defRPr>
            </a:lvl5pPr>
            <a:lvl6pPr algn="ctr">
              <a:defRPr sz="1800" b="0">
                <a:solidFill>
                  <a:srgbClr val="BBBBBB"/>
                </a:solidFill>
                <a:latin typeface="Pretendard"/>
                <a:ea typeface="Pretendard"/>
                <a:cs typeface="Pretendard"/>
              </a:defRPr>
            </a:lvl6pPr>
            <a:lvl7pPr algn="ctr">
              <a:defRPr sz="1800" b="0">
                <a:solidFill>
                  <a:srgbClr val="BBBBBB"/>
                </a:solidFill>
                <a:latin typeface="Pretendard"/>
                <a:ea typeface="Pretendard"/>
                <a:cs typeface="Pretendard"/>
              </a:defRPr>
            </a:lvl7pPr>
            <a:lvl8pPr algn="ctr">
              <a:defRPr sz="1800" b="0">
                <a:solidFill>
                  <a:srgbClr val="BBBBBB"/>
                </a:solidFill>
                <a:latin typeface="Pretendard"/>
                <a:ea typeface="Pretendard"/>
                <a:cs typeface="Pretendard"/>
              </a:defRPr>
            </a:lvl8pPr>
            <a:lvl9pPr algn="ctr">
              <a:defRPr sz="1800" b="0">
                <a:solidFill>
                  <a:srgbClr val="BBBBBB"/>
                </a:solidFill>
                <a:latin typeface="Pretendard"/>
                <a:ea typeface="Pretendard"/>
                <a:cs typeface="Pretendard"/>
              </a:defRPr>
            </a:lvl9pPr>
          </a:lstStyle>
          <a:p xmlns:a="http://schemas.openxmlformats.org/drawingml/2006/main">
            <a:pPr algn="ctr">
              <a:defRPr sz="1800" b="0">
                <a:solidFill>
                  <a:srgbClr val="BBBBBB"/>
                </a:solidFill>
                <a:latin typeface="Pretendard"/>
                <a:ea typeface="Pretendard"/>
                <a:cs typeface="Pretendard"/>
              </a:defRPr>
            </a:pPr>
            <a:r>
              <a:rPr sz="1800" b="0">
                <a:solidFill>
                  <a:srgbClr val="BBBBBB"/>
                </a:solidFill>
                <a:latin typeface="Pretendard"/>
                <a:ea typeface="Pretendard"/>
                <a:cs typeface="Pretendard"/>
              </a:rPr>
              <a:t>헤스 · G. H. Hess</a:t>
            </a:r>
          </a:p>
        </p:txBody>
      </p:sp>
      <p:sp>
        <p:nvSpPr>
          <p:cNvPr id="10" name="text">
            <a:extLst xmlns:a="http://schemas.openxmlformats.org/drawingml/2006/main">
              <a:ext uri="{FF2B5EF4-FFF2-40B4-BE49-F238E27FC236}">
                <a16:creationId xmlns:a16="http://schemas.microsoft.com/office/drawing/2014/main" id="{FFE53E43-0388-48D6-90D8-3570188D2C72}"/>
              </a:ext>
            </a:extLst>
          </p:cNvPr>
          <p:cNvSpPr>
            <a:spLocks xmlns:a="http://schemas.openxmlformats.org/drawingml/2006/main" noGrp="1"/>
          </p:cNvSpPr>
          <p:nvPr/>
        </p:nvSpPr>
        <p:spPr>
          <a:xfrm xmlns:a="http://schemas.openxmlformats.org/drawingml/2006/main">
            <a:off x="5524500" y="49053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2" name="text">
            <a:extLst xmlns:a="http://schemas.openxmlformats.org/drawingml/2006/main">
              <a:ext uri="{FF2B5EF4-FFF2-40B4-BE49-F238E27FC236}">
                <a16:creationId xmlns:a16="http://schemas.microsoft.com/office/drawing/2014/main" id="{F5262AE7-2710-463B-8531-43C6F91A6579}"/>
              </a:ext>
            </a:extLst>
          </p:cNvPr>
          <p:cNvSpPr>
            <a:spLocks xmlns:a="http://schemas.openxmlformats.org/drawingml/2006/main" noGrp="1"/>
          </p:cNvSpPr>
          <p:nvPr/>
        </p:nvSpPr>
        <p:spPr>
          <a:xfrm xmlns:a="http://schemas.openxmlformats.org/drawingml/2006/main">
            <a:off x="5524500" y="62865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 총 열량 불변의 법칙이라고 부르기도 한다.</a:t>
            </a:r>
          </a:p>
        </p:txBody>
      </p:sp>
      <p:sp>
        <p:nvSpPr>
          <p:cNvPr id="14" name="text">
            <a:extLst xmlns:a="http://schemas.openxmlformats.org/drawingml/2006/main">
              <a:ext uri="{FF2B5EF4-FFF2-40B4-BE49-F238E27FC236}">
                <a16:creationId xmlns:a16="http://schemas.microsoft.com/office/drawing/2014/main" id="{D1049D20-D757-466C-B0D3-2B314D8AB540}"/>
              </a:ext>
            </a:extLst>
          </p:cNvPr>
          <p:cNvSpPr>
            <a:spLocks xmlns:a="http://schemas.openxmlformats.org/drawingml/2006/main" noGrp="1"/>
          </p:cNvSpPr>
          <p:nvPr/>
        </p:nvSpPr>
        <p:spPr>
          <a:xfrm xmlns:a="http://schemas.openxmlformats.org/drawingml/2006/main">
            <a:off x="5524500" y="766762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spTree>
    <p:extLst>
      <p:ext uri="{BB962C8B-B14F-4D97-AF65-F5344CB8AC3E}">
        <p14:creationId xmlns:p14="http://schemas.microsoft.com/office/powerpoint/2010/main" val="81155693"/>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0692A46-A46F-4F47-B654-A2C4F74ABDE5}"/>
              </a:ext>
            </a:extLst>
          </p:cNvPr>
          <p:cNvPicPr>
            <a:picLocks xmlns:a="http://schemas.openxmlformats.org/drawingml/2006/main" noChangeAspect="1"/>
          </p:cNvPicPr>
          <p:nvPr/>
        </p:nvPicPr>
        <p:blipFill>
          <a:blip xmlns:r="http://schemas.openxmlformats.org/officeDocument/2006/relationships" xmlns:a="http://schemas.openxmlformats.org/drawingml/2006/main" r:embed="R83fc295a93274a6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4B1F6D0-1649-4E43-8004-517D8C58C94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D08101-848A-4ECF-B468-833ECB4F3E4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14D89F3C-D3C2-46C6-A2D1-E8975A8ACCA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4455573-B3B8-4A3C-AD6F-34E06C2A81B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407EB66-CB2C-448B-A5CB-7671A6FB4204}"/>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92D4E4D8-2FBF-4D94-8238-9FAADCEE9383}"/>
              </a:ext>
            </a:extLst>
          </p:cNvPr>
          <p:cNvPicPr>
            <a:picLocks xmlns:a="http://schemas.openxmlformats.org/drawingml/2006/main" noChangeAspect="1"/>
          </p:cNvPicPr>
          <p:nvPr/>
        </p:nvPicPr>
        <p:blipFill>
          <a:blip xmlns:r="http://schemas.openxmlformats.org/officeDocument/2006/relationships" xmlns:a="http://schemas.openxmlformats.org/drawingml/2006/main" r:embed="R3d9d33af78014f42"/>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E8799A3-DA15-42FD-942A-B957E69FD2AD}"/>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C1EA5C72-46BB-4AE3-9DA1-17A3F0DA71DF}"/>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C65F8A48-716C-44A1-A124-3D419001CC76}"/>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A77BDEA5-5D45-44BA-A215-F6B4A28EDA86}"/>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CEE58573-9BD8-47AF-808B-13DF11A81EBA}"/>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4FA77188-FF9E-439A-9041-7061514A095C}"/>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8549354C-EEA8-47FE-9E76-1E862431C3F4}"/>
              </a:ext>
            </a:extLst>
          </p:cNvPr>
          <p:cNvPicPr>
            <a:picLocks xmlns:a="http://schemas.openxmlformats.org/drawingml/2006/main" noChangeAspect="1"/>
          </p:cNvPicPr>
          <p:nvPr/>
        </p:nvPicPr>
        <p:blipFill>
          <a:blip xmlns:r="http://schemas.openxmlformats.org/officeDocument/2006/relationships" xmlns:a="http://schemas.openxmlformats.org/drawingml/2006/main" r:embed="Rd20d43589c7f48bd"/>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26BB3E0-0C89-4080-85C1-4B50ABF81A89}"/>
              </a:ext>
            </a:extLst>
          </p:cNvPr>
          <p:cNvPicPr>
            <a:picLocks xmlns:a="http://schemas.openxmlformats.org/drawingml/2006/main" noChangeAspect="1"/>
          </p:cNvPicPr>
          <p:nvPr/>
        </p:nvPicPr>
        <p:blipFill>
          <a:blip xmlns:r="http://schemas.openxmlformats.org/officeDocument/2006/relationships" xmlns:a="http://schemas.openxmlformats.org/drawingml/2006/main" r:embed="R30929a4f5ead463c"/>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260A6AA4-53D4-442A-B6EB-1AA2276D94C5}"/>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13B71193-CFDC-4843-9FB3-D093EA72FBCD}"/>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2A1017CD-093D-4BA6-9361-DDB72E7A1C08}"/>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E7370414-F6BA-4880-A359-579965B6F2B0}"/>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1BE23852-84A7-4CF2-9645-F83A2734F668}"/>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8FAAE098-5A36-4194-8BB2-1A42D1FCB9DF}"/>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A734DC8C-5222-4144-9B3B-C5FC7A02F05E}"/>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0CE83D32-AEC8-4CC9-B434-F0A12E2A7039}"/>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1572050525"/>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6D6211F3-FC68-44FE-9FDB-EAE539A65D52}"/>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2C76D2D2-E84D-4BF1-A17A-DA38B7A491AE}"/>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3C43EEF-9C4F-4F41-87E6-1707FE4D210A}"/>
              </a:ext>
            </a:extLst>
          </p:cNvPr>
          <p:cNvPicPr>
            <a:picLocks xmlns:a="http://schemas.openxmlformats.org/drawingml/2006/main" noChangeAspect="1"/>
          </p:cNvPicPr>
          <p:nvPr/>
        </p:nvPicPr>
        <p:blipFill>
          <a:blip xmlns:r="http://schemas.openxmlformats.org/officeDocument/2006/relationships" xmlns:a="http://schemas.openxmlformats.org/drawingml/2006/main" r:embed="Rd961876fda77424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5E05D2-465F-4A67-B8C6-4EDC3DDF25C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D4DA51-F619-4D15-99DC-27C447854A4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AAA744A4-64E3-46DA-B71D-3517512CCE1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E7AA665-5D81-4441-9DF8-9B1B69C2746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508A1437-B7E2-451E-A052-FBF46013D19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3A5AD9B4-6425-47CB-8A58-E5D223A6710E}"/>
              </a:ext>
            </a:extLst>
          </p:cNvPr>
          <p:cNvPicPr>
            <a:picLocks xmlns:a="http://schemas.openxmlformats.org/drawingml/2006/main" noChangeAspect="1"/>
          </p:cNvPicPr>
          <p:nvPr/>
        </p:nvPicPr>
        <p:blipFill>
          <a:blip xmlns:r="http://schemas.openxmlformats.org/officeDocument/2006/relationships" xmlns:a="http://schemas.openxmlformats.org/drawingml/2006/main" r:embed="R38b7bcb15b8a43bf"/>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BC7033E-5FD3-4124-972E-C0C3C6853FA4}"/>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ED8CFD54-2949-4202-899C-40C44D25F63D}"/>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AC971E14-F5C2-4E65-AE55-D74BE6355EED}"/>
              </a:ext>
            </a:extLst>
          </p:cNvPr>
          <p:cNvPicPr>
            <a:picLocks xmlns:a="http://schemas.openxmlformats.org/drawingml/2006/main" noChangeAspect="1"/>
          </p:cNvPicPr>
          <p:nvPr/>
        </p:nvPicPr>
        <p:blipFill>
          <a:blip xmlns:r="http://schemas.openxmlformats.org/officeDocument/2006/relationships" xmlns:a="http://schemas.openxmlformats.org/drawingml/2006/main" r:embed="Re5fa307136d34128"/>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3DDA0DF1-06FD-4BF1-ADFA-7E2AC0F278A7}"/>
              </a:ext>
            </a:extLst>
          </p:cNvPr>
          <p:cNvPicPr>
            <a:picLocks xmlns:a="http://schemas.openxmlformats.org/drawingml/2006/main" noChangeAspect="1"/>
          </p:cNvPicPr>
          <p:nvPr/>
        </p:nvPicPr>
        <p:blipFill>
          <a:blip xmlns:r="http://schemas.openxmlformats.org/officeDocument/2006/relationships" xmlns:a="http://schemas.openxmlformats.org/drawingml/2006/main" r:embed="Re02fc0cefae846c0"/>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2653E11-6E0F-4110-970E-4ED6D4AE545D}"/>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E41EF37-4F1C-4916-9B0E-FC8223E6EB7A}"/>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998F2AE-9380-4499-B4C8-1891DCF72B7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714470834"/>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8D80DFFE-6ED3-47AF-8D3D-A851372B952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7A8C3402-7DBB-423D-B60A-D269B12F3A7E}"/>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140627ED-03E5-4F03-AAED-17B3539AD024}"/>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6C870B07-9E31-4460-B4E3-C14CD6A45228}"/>
              </a:ext>
            </a:extLst>
          </p:cNvPr>
          <p:cNvPicPr>
            <a:picLocks xmlns:a="http://schemas.openxmlformats.org/drawingml/2006/main" noChangeAspect="1"/>
          </p:cNvPicPr>
          <p:nvPr/>
        </p:nvPicPr>
        <p:blipFill>
          <a:blip xmlns:r="http://schemas.openxmlformats.org/officeDocument/2006/relationships" xmlns:a="http://schemas.openxmlformats.org/drawingml/2006/main" r:embed="R82ecd1ac32f94fb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BFE0BDF-484C-491B-AB18-1E00DA4A2BBF}"/>
              </a:ext>
            </a:extLst>
          </p:cNvPr>
          <p:cNvPicPr>
            <a:picLocks xmlns:a="http://schemas.openxmlformats.org/drawingml/2006/main" noChangeAspect="1"/>
          </p:cNvPicPr>
          <p:nvPr/>
        </p:nvPicPr>
        <p:blipFill>
          <a:blip xmlns:r="http://schemas.openxmlformats.org/officeDocument/2006/relationships" xmlns:a="http://schemas.openxmlformats.org/drawingml/2006/main" r:embed="R048c8e6869654377"/>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83452E4D-710F-4E1C-98F6-1DC03AEC1F0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09055403"/>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0BA4252F-0F9B-449E-9F4B-7D0862E5E45C}"/>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E22DF739-EDD8-4BDA-A9F1-711943E23ACD}"/>
              </a:ext>
            </a:extLst>
          </p:cNvPr>
          <p:cNvPicPr>
            <a:picLocks xmlns:a="http://schemas.openxmlformats.org/drawingml/2006/main" noChangeAspect="1"/>
          </p:cNvPicPr>
          <p:nvPr/>
        </p:nvPicPr>
        <p:blipFill>
          <a:blip xmlns:r="http://schemas.openxmlformats.org/officeDocument/2006/relationships" xmlns:a="http://schemas.openxmlformats.org/drawingml/2006/main" r:embed="R4cdcf19326c44eb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C82A15E-1617-4E87-9FF3-579E15CEAB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F1DF9F-C9FB-41E4-8F3B-0BA9A02C6DB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276790DA-D1FD-496B-A39F-6E6FA686EB0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B34BF6A-8774-4153-97D1-AF8BDD09A88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5B9DA1B-BF72-439E-97F9-76F81FD421F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08FC79EF-1B6A-4BDD-874A-F4C4E484223A}"/>
              </a:ext>
            </a:extLst>
          </p:cNvPr>
          <p:cNvPicPr>
            <a:picLocks xmlns:a="http://schemas.openxmlformats.org/drawingml/2006/main" noChangeAspect="1"/>
          </p:cNvPicPr>
          <p:nvPr/>
        </p:nvPicPr>
        <p:blipFill>
          <a:blip xmlns:r="http://schemas.openxmlformats.org/officeDocument/2006/relationships" xmlns:a="http://schemas.openxmlformats.org/drawingml/2006/main" r:embed="Redb01dc5a3ce4dd5"/>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C6BB648-2283-493D-9100-3318E72202F5}"/>
              </a:ext>
            </a:extLst>
          </p:cNvPr>
          <p:cNvPicPr>
            <a:picLocks xmlns:a="http://schemas.openxmlformats.org/drawingml/2006/main" noChangeAspect="1"/>
          </p:cNvPicPr>
          <p:nvPr/>
        </p:nvPicPr>
        <p:blipFill>
          <a:blip xmlns:r="http://schemas.openxmlformats.org/officeDocument/2006/relationships" xmlns:a="http://schemas.openxmlformats.org/drawingml/2006/main" r:embed="R9136016e759946b5"/>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A987CE7-FC67-4691-B0D1-3594251292F0}"/>
              </a:ext>
            </a:extLst>
          </p:cNvPr>
          <p:cNvPicPr>
            <a:picLocks xmlns:a="http://schemas.openxmlformats.org/drawingml/2006/main" noChangeAspect="1"/>
          </p:cNvPicPr>
          <p:nvPr/>
        </p:nvPicPr>
        <p:blipFill>
          <a:blip xmlns:r="http://schemas.openxmlformats.org/officeDocument/2006/relationships" xmlns:a="http://schemas.openxmlformats.org/drawingml/2006/main" r:embed="Rab1c9f6006534257"/>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EC0A6E1-D7EA-4950-9911-A2265D1C3B77}"/>
              </a:ext>
            </a:extLst>
          </p:cNvPr>
          <p:cNvPicPr>
            <a:picLocks xmlns:a="http://schemas.openxmlformats.org/drawingml/2006/main" noChangeAspect="1"/>
          </p:cNvPicPr>
          <p:nvPr/>
        </p:nvPicPr>
        <p:blipFill>
          <a:blip xmlns:r="http://schemas.openxmlformats.org/officeDocument/2006/relationships" xmlns:a="http://schemas.openxmlformats.org/drawingml/2006/main" r:embed="Rf7eb4129b4cf4063"/>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1520491684"/>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3AB02265-704B-4007-ACA5-57AC89C39A8E}"/>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C859E47-699D-4164-8823-11F2D63A46AD}"/>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7EC6689-ACA3-4D33-BD2A-9040F8770C88}"/>
              </a:ext>
            </a:extLst>
          </p:cNvPr>
          <p:cNvPicPr>
            <a:picLocks xmlns:a="http://schemas.openxmlformats.org/drawingml/2006/main" noChangeAspect="1"/>
          </p:cNvPicPr>
          <p:nvPr/>
        </p:nvPicPr>
        <p:blipFill>
          <a:blip xmlns:r="http://schemas.openxmlformats.org/officeDocument/2006/relationships" xmlns:a="http://schemas.openxmlformats.org/drawingml/2006/main" r:embed="R3f3f30f7662e477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98F0511-22BD-4A09-A777-651CF68F108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11BB50-8CE9-4430-BBC3-33AC8722206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1B1A79C9-5E12-4FFE-96B5-B8D57E557E7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0F55457-67A1-47EE-89FB-74F7A7D7944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6AB7E34-6A1D-4F18-B44D-A69569351AF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15F23EAB-5CFF-4B40-99F3-5E99206B06F4}"/>
              </a:ext>
            </a:extLst>
          </p:cNvPr>
          <p:cNvPicPr>
            <a:picLocks xmlns:a="http://schemas.openxmlformats.org/drawingml/2006/main" noChangeAspect="1"/>
          </p:cNvPicPr>
          <p:nvPr/>
        </p:nvPicPr>
        <p:blipFill>
          <a:blip xmlns:r="http://schemas.openxmlformats.org/officeDocument/2006/relationships" xmlns:a="http://schemas.openxmlformats.org/drawingml/2006/main" r:embed="R3a3760a816c04fd4"/>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3D76E5B-089A-4B1B-9980-A41A52FF3B96}"/>
              </a:ext>
            </a:extLst>
          </p:cNvPr>
          <p:cNvPicPr>
            <a:picLocks xmlns:a="http://schemas.openxmlformats.org/drawingml/2006/main" noChangeAspect="1"/>
          </p:cNvPicPr>
          <p:nvPr/>
        </p:nvPicPr>
        <p:blipFill>
          <a:blip xmlns:r="http://schemas.openxmlformats.org/officeDocument/2006/relationships" xmlns:a="http://schemas.openxmlformats.org/drawingml/2006/main" r:embed="R94bc07ba0210491f"/>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083EB2A-8C13-476E-97D9-B67096CF8ED2}"/>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058BECE3-8F2F-4597-AB06-4AFB007FB151}"/>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43B26E53-841A-429F-9357-0472B94E4A9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6025533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9F196F1-B0CF-4E5F-9684-99375AF43C25}"/>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E05D2EDB-062F-448E-9908-D6A3AED0AF00}"/>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3445C590-4E63-4A51-BA0E-D824FFFCE46B}"/>
              </a:ext>
            </a:extLst>
          </p:cNvPr>
          <p:cNvPicPr>
            <a:picLocks xmlns:a="http://schemas.openxmlformats.org/drawingml/2006/main" noChangeAspect="1"/>
          </p:cNvPicPr>
          <p:nvPr/>
        </p:nvPicPr>
        <p:blipFill>
          <a:blip xmlns:r="http://schemas.openxmlformats.org/officeDocument/2006/relationships" xmlns:a="http://schemas.openxmlformats.org/drawingml/2006/main" r:embed="Rf081ef29d35c449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26C377-52D9-478B-AFEC-A79028D25A1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133F86-BC3F-4DFB-981D-8B727477ADB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0B18EC1E-420D-4686-A8D0-16EA25C8C19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F01F579-9EF8-467D-8234-62C27C1FD6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714E8A1-A67F-4A5C-84B4-8A4CB10AA4D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F6BA8465-01D0-4789-9190-8DF0E01025EA}"/>
              </a:ext>
            </a:extLst>
          </p:cNvPr>
          <p:cNvPicPr>
            <a:picLocks xmlns:a="http://schemas.openxmlformats.org/drawingml/2006/main" noChangeAspect="1"/>
          </p:cNvPicPr>
          <p:nvPr/>
        </p:nvPicPr>
        <p:blipFill>
          <a:blip xmlns:r="http://schemas.openxmlformats.org/officeDocument/2006/relationships" xmlns:a="http://schemas.openxmlformats.org/drawingml/2006/main" r:embed="Rf870de08bfc14749"/>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3E96E1F-CEBC-4BFF-A7A6-D38F8AC6939B}"/>
              </a:ext>
            </a:extLst>
          </p:cNvPr>
          <p:cNvPicPr>
            <a:picLocks xmlns:a="http://schemas.openxmlformats.org/drawingml/2006/main" noChangeAspect="1"/>
          </p:cNvPicPr>
          <p:nvPr/>
        </p:nvPicPr>
        <p:blipFill>
          <a:blip xmlns:r="http://schemas.openxmlformats.org/officeDocument/2006/relationships" xmlns:a="http://schemas.openxmlformats.org/drawingml/2006/main" r:embed="R2505e37afc9e43f8"/>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00F8B2A5-7E1F-4E7D-B4C4-F0BE0B35F90B}"/>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19BA49B1-8610-430A-800D-AE43D4D58115}"/>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3F29C15A-6F28-4D5D-8CCF-313A15A84F1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1393362687"/>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7B2AD046-AF84-4B79-AC3A-51296CC9B4F7}"/>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8C021352-9627-4236-9D44-D0095652990B}"/>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2C46A752-AACA-4ABA-9F65-3376DB69129F}"/>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0FC7D853-F560-4344-BB02-552C9DEF332F}"/>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3951C84D-DAFE-4BB4-8A2D-F5070A513904}"/>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BDF8B910-16E0-4C93-9DB4-4CE1822B2F46}"/>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311B409C-CDCF-4B91-9884-726EF3BA2D76}"/>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6D958972-B149-47C1-8BD2-23C5438D8A32}"/>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38A64B04-E146-43A1-9630-49C2FD27EC07}"/>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601F5A89-B6DE-4612-B927-817416BE9C6F}"/>
              </a:ext>
            </a:extLst>
          </p:cNvPr>
          <p:cNvPicPr>
            <a:picLocks xmlns:a="http://schemas.openxmlformats.org/drawingml/2006/main" noChangeAspect="1"/>
          </p:cNvPicPr>
          <p:nvPr/>
        </p:nvPicPr>
        <p:blipFill>
          <a:blip xmlns:r="http://schemas.openxmlformats.org/officeDocument/2006/relationships" xmlns:a="http://schemas.openxmlformats.org/drawingml/2006/main" r:embed="Redac976f7657423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A311CC-2A3A-4C2F-9CBB-4E73A0EC0A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C8F301-E04B-4B19-BD3F-187EF5712AA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FC7C8A9F-72F6-44E5-95A6-12568F5BE69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84EE18-E5B9-43F4-960B-8C353C59FDC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D9A5BE8-C156-4BAC-8003-F6D677750B4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1F2D0662-6AB0-4700-9206-273FBD7556B2}"/>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7E1762F8-BAA2-4AFB-BE68-814D5263E77D}"/>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C0B29B1A-00F7-40D8-A90C-694717BE031E}"/>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CBB6636E-B6DD-488E-904E-872DAC21B133}"/>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0DF01968-2F7B-43C8-9790-E8CD8737E3A8}"/>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C287AAF7-2DF6-40A4-9917-35F25703BBFF}"/>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44EEEB78-FFB0-4A50-97AE-76E2507CAC45}"/>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5898B902-BD04-4C42-B69C-C80F83BA0CAC}"/>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6D6D5416-F0D5-431F-926D-6484D8A24F42}"/>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C2F62263-BCBD-4609-A669-C36B6ACCFE84}"/>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8D7D2DAC-5322-4242-8654-BA6A8BBBDB31}"/>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4D2AD430-CFB0-4FA9-AF60-E229C77B25B7}"/>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386044826"/>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560D9E3-8078-43BF-8EDD-0EFDDD463E53}"/>
              </a:ext>
            </a:extLst>
          </p:cNvPr>
          <p:cNvPicPr>
            <a:picLocks xmlns:a="http://schemas.openxmlformats.org/drawingml/2006/main" noChangeAspect="1"/>
          </p:cNvPicPr>
          <p:nvPr/>
        </p:nvPicPr>
        <p:blipFill>
          <a:blip xmlns:r="http://schemas.openxmlformats.org/officeDocument/2006/relationships" xmlns:a="http://schemas.openxmlformats.org/drawingml/2006/main" r:embed="R4d2beec2db8f4fe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B5084C3-0B71-4B88-9D66-C795DDA3279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12493A3-BF5A-4674-BF0B-532A769D8A1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A2BE1FD-6D3E-41E6-AE17-6444E152F246}"/>
              </a:ext>
            </a:extLst>
          </p:cNvPr>
          <p:cNvPicPr>
            <a:picLocks xmlns:a="http://schemas.openxmlformats.org/drawingml/2006/main" noChangeAspect="1"/>
          </p:cNvPicPr>
          <p:nvPr/>
        </p:nvPicPr>
        <p:blipFill>
          <a:blip xmlns:r="http://schemas.openxmlformats.org/officeDocument/2006/relationships" xmlns:a="http://schemas.openxmlformats.org/drawingml/2006/main" r:embed="R209650ffa8794d5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99E08844-9B0D-41ED-B8F5-3E5236227FC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102C6D6-7AA6-444A-AF18-AF24E0B8D09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D5C2061F-EF2C-4CC5-B26B-592FF4784DF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E41A2A24-A849-480F-AF87-0CBA9E08B6C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707174210"/>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975414EC-8C6E-434F-9B7A-621EBD642DCE}"/>
              </a:ext>
            </a:extLst>
          </p:cNvPr>
          <p:cNvPicPr>
            <a:picLocks xmlns:a="http://schemas.openxmlformats.org/drawingml/2006/main" noChangeAspect="1"/>
          </p:cNvPicPr>
          <p:nvPr/>
        </p:nvPicPr>
        <p:blipFill>
          <a:blip xmlns:r="http://schemas.openxmlformats.org/officeDocument/2006/relationships" xmlns:a="http://schemas.openxmlformats.org/drawingml/2006/main" r:embed="Re5947a71a1f34af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289DEA45-06F4-4BB7-8241-91E5D5449720}"/>
              </a:ext>
            </a:extLst>
          </p:cNvPr>
          <p:cNvPicPr>
            <a:picLocks xmlns:a="http://schemas.openxmlformats.org/drawingml/2006/main" noChangeAspect="1"/>
          </p:cNvPicPr>
          <p:nvPr/>
        </p:nvPicPr>
        <p:blipFill>
          <a:blip xmlns:r="http://schemas.openxmlformats.org/officeDocument/2006/relationships" xmlns:a="http://schemas.openxmlformats.org/drawingml/2006/main" r:embed="R132367af617b463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925BF4-ED98-4A22-AD76-F6B49F3E7DA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0F60A5-4A83-4E65-B6C7-2485638B0FF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36E4936-6D08-4D6E-9F33-6C0E51F442D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8DAF0DA-92D5-483B-A919-2BD2BEB0FDB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318659CC-B51F-481E-99C8-B511EEF2400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9BBF9C12-2669-48FE-81D1-4EDC5FC0E3A9}"/>
              </a:ext>
            </a:extLst>
          </p:cNvPr>
          <p:cNvPicPr>
            <a:picLocks xmlns:a="http://schemas.openxmlformats.org/drawingml/2006/main" noChangeAspect="1"/>
          </p:cNvPicPr>
          <p:nvPr/>
        </p:nvPicPr>
        <p:blipFill>
          <a:blip xmlns:r="http://schemas.openxmlformats.org/officeDocument/2006/relationships" xmlns:a="http://schemas.openxmlformats.org/drawingml/2006/main" r:embed="R1abcfca302304ffc"/>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8E3336E1-346D-4591-B4F3-2B783EAC0983}"/>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9ADC89C-337F-4B24-BF8B-AA755A27EC91}"/>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4863DC68-49BD-47FD-9CF5-CE58C504714A}"/>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5BBF7261-EF48-4F8E-BB1D-978E1C8E2312}"/>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0A4AB674-8EE3-4A63-A586-CD373891665C}"/>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6A353637-90A8-4DA0-80C1-EA8362857923}"/>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A37327E8-D8F6-4862-89A8-23918FBC5D67}"/>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8977EC7-63B4-4819-9963-60C128092EB4}"/>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4AA091FA-BA3B-4009-92D6-27EBBCFE3415}"/>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2A6FC86A-7BB8-4299-B365-0723432F86FB}"/>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B1E60195-99C9-45F4-B34F-1F487DF6E3FC}"/>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4ED1A840-8F11-4AEF-96D3-BD219A981BDA}"/>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222011634"/>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C13A7530-95FF-46C0-8BFC-CD9F68E9A79F}"/>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8DBF7C0-9D96-41AA-886C-0B8BE7813189}"/>
              </a:ext>
            </a:extLst>
          </p:cNvPr>
          <p:cNvPicPr>
            <a:picLocks xmlns:a="http://schemas.openxmlformats.org/drawingml/2006/main" noChangeAspect="1"/>
          </p:cNvPicPr>
          <p:nvPr/>
        </p:nvPicPr>
        <p:blipFill>
          <a:blip xmlns:r="http://schemas.openxmlformats.org/officeDocument/2006/relationships" xmlns:a="http://schemas.openxmlformats.org/drawingml/2006/main" r:embed="R5601df2691a6464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571182-1890-464A-9898-193D34DCC91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CE55CD-A76D-4E20-B0CA-BECFE49FA59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F5215823-7409-452A-8E6C-5059E561384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E0898F7-16B8-46E1-A35D-0E07AF1F92D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A331C40-8457-4B2F-809A-86F7F50514F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4C90CA74-7874-40CB-8174-4ABAC3DC6248}"/>
              </a:ext>
            </a:extLst>
          </p:cNvPr>
          <p:cNvPicPr>
            <a:picLocks xmlns:a="http://schemas.openxmlformats.org/drawingml/2006/main" noChangeAspect="1"/>
          </p:cNvPicPr>
          <p:nvPr/>
        </p:nvPicPr>
        <p:blipFill>
          <a:blip xmlns:r="http://schemas.openxmlformats.org/officeDocument/2006/relationships" xmlns:a="http://schemas.openxmlformats.org/drawingml/2006/main" r:embed="R3979bf2108324da1"/>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470F313-2B60-4752-8319-8A792C2EB6F3}"/>
              </a:ext>
            </a:extLst>
          </p:cNvPr>
          <p:cNvPicPr>
            <a:picLocks xmlns:a="http://schemas.openxmlformats.org/drawingml/2006/main" noChangeAspect="1"/>
          </p:cNvPicPr>
          <p:nvPr/>
        </p:nvPicPr>
        <p:blipFill>
          <a:blip xmlns:r="http://schemas.openxmlformats.org/officeDocument/2006/relationships" xmlns:a="http://schemas.openxmlformats.org/drawingml/2006/main" r:embed="Rd7cc5c07b6344057"/>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006EC8A-0600-4F47-8CEF-7D62FAC8D5AA}"/>
              </a:ext>
            </a:extLst>
          </p:cNvPr>
          <p:cNvPicPr>
            <a:picLocks xmlns:a="http://schemas.openxmlformats.org/drawingml/2006/main" noChangeAspect="1"/>
          </p:cNvPicPr>
          <p:nvPr/>
        </p:nvPicPr>
        <p:blipFill>
          <a:blip xmlns:r="http://schemas.openxmlformats.org/officeDocument/2006/relationships" xmlns:a="http://schemas.openxmlformats.org/drawingml/2006/main" r:embed="R4dfe5f60147b424f"/>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2A3EA99-A1BB-440E-A0DD-3156E40E460F}"/>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F09775DF-E2F4-4D21-8E8A-8133CAAC99A9}"/>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2082839963"/>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27710C3-58DB-4A1F-BB1B-39F525F26E91}"/>
              </a:ext>
            </a:extLst>
          </p:cNvPr>
          <p:cNvPicPr>
            <a:picLocks xmlns:a="http://schemas.openxmlformats.org/drawingml/2006/main" noChangeAspect="1"/>
          </p:cNvPicPr>
          <p:nvPr/>
        </p:nvPicPr>
        <p:blipFill>
          <a:blip xmlns:r="http://schemas.openxmlformats.org/officeDocument/2006/relationships" xmlns:a="http://schemas.openxmlformats.org/drawingml/2006/main" r:embed="R6d34c405ee71469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D13876-0552-4314-A452-FC09837D46D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58FB25-6695-4DC3-A87D-3C235EC33AE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02565B2-93E5-4E76-9B39-5C4E23F1C16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0F81EBC-D246-422F-84ED-2D8120794A1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CB394AA-BF02-4A3A-9F6D-B06D6342AEE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F7CF86AE-3AA9-4908-8D36-87A89B5102CF}"/>
              </a:ext>
            </a:extLst>
          </p:cNvPr>
          <p:cNvPicPr>
            <a:picLocks xmlns:a="http://schemas.openxmlformats.org/drawingml/2006/main" noChangeAspect="1"/>
          </p:cNvPicPr>
          <p:nvPr/>
        </p:nvPicPr>
        <p:blipFill>
          <a:blip xmlns:r="http://schemas.openxmlformats.org/officeDocument/2006/relationships" xmlns:a="http://schemas.openxmlformats.org/drawingml/2006/main" r:embed="R3f0e0e7d37a447a6"/>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8E0B318-F362-41CC-8C9D-8D3664A943A0}"/>
              </a:ext>
            </a:extLst>
          </p:cNvPr>
          <p:cNvPicPr>
            <a:picLocks xmlns:a="http://schemas.openxmlformats.org/drawingml/2006/main" noChangeAspect="1"/>
          </p:cNvPicPr>
          <p:nvPr/>
        </p:nvPicPr>
        <p:blipFill>
          <a:blip xmlns:r="http://schemas.openxmlformats.org/officeDocument/2006/relationships" xmlns:a="http://schemas.openxmlformats.org/drawingml/2006/main" r:embed="R97db175cc72b4f86"/>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D4B2CC7-A023-4527-8E21-CE379D62ABE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409403392"/>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D0CF1A69-A217-4EE7-8A76-9DC748EB6645}"/>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ACC40FD-EBBC-427E-AF0F-40AD58D96370}"/>
              </a:ext>
            </a:extLst>
          </p:cNvPr>
          <p:cNvPicPr>
            <a:picLocks xmlns:a="http://schemas.openxmlformats.org/drawingml/2006/main" noChangeAspect="1"/>
          </p:cNvPicPr>
          <p:nvPr/>
        </p:nvPicPr>
        <p:blipFill>
          <a:blip xmlns:r="http://schemas.openxmlformats.org/officeDocument/2006/relationships" xmlns:a="http://schemas.openxmlformats.org/drawingml/2006/main" r:embed="Rb97dcafef099496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710239-7027-454B-AF8E-845ED106FB7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C5A58F-5F49-4D61-86B5-282826594A3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7C13B335-8511-444D-A4C1-FA9FEA48BC1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F442036-2810-4780-959E-97AAC2CFF8C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A10280E-BE4B-413E-A377-7680E127210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14EC131A-56ED-48E0-929F-F4903A6E1638}"/>
              </a:ext>
            </a:extLst>
          </p:cNvPr>
          <p:cNvPicPr>
            <a:picLocks xmlns:a="http://schemas.openxmlformats.org/drawingml/2006/main" noChangeAspect="1"/>
          </p:cNvPicPr>
          <p:nvPr/>
        </p:nvPicPr>
        <p:blipFill>
          <a:blip xmlns:r="http://schemas.openxmlformats.org/officeDocument/2006/relationships" xmlns:a="http://schemas.openxmlformats.org/drawingml/2006/main" r:embed="Rec346027037a4f6f"/>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14AB89C-B2D1-47D5-B6AB-B5235E50B337}"/>
              </a:ext>
            </a:extLst>
          </p:cNvPr>
          <p:cNvPicPr>
            <a:picLocks xmlns:a="http://schemas.openxmlformats.org/drawingml/2006/main" noChangeAspect="1"/>
          </p:cNvPicPr>
          <p:nvPr/>
        </p:nvPicPr>
        <p:blipFill>
          <a:blip xmlns:r="http://schemas.openxmlformats.org/officeDocument/2006/relationships" xmlns:a="http://schemas.openxmlformats.org/drawingml/2006/main" r:embed="R7b8a3e8c120c48dd"/>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E895C9A-06AB-4A6A-92A8-AFDF3B8E5146}"/>
              </a:ext>
            </a:extLst>
          </p:cNvPr>
          <p:cNvPicPr>
            <a:picLocks xmlns:a="http://schemas.openxmlformats.org/drawingml/2006/main" noChangeAspect="1"/>
          </p:cNvPicPr>
          <p:nvPr/>
        </p:nvPicPr>
        <p:blipFill>
          <a:blip xmlns:r="http://schemas.openxmlformats.org/officeDocument/2006/relationships" xmlns:a="http://schemas.openxmlformats.org/drawingml/2006/main" r:embed="Rbd84bff7e9384ec8"/>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190220618"/>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1DAB172-5011-4110-9A83-08DAB5B11204}"/>
              </a:ext>
            </a:extLst>
          </p:cNvPr>
          <p:cNvPicPr>
            <a:picLocks xmlns:a="http://schemas.openxmlformats.org/drawingml/2006/main" noChangeAspect="1"/>
          </p:cNvPicPr>
          <p:nvPr/>
        </p:nvPicPr>
        <p:blipFill>
          <a:blip xmlns:r="http://schemas.openxmlformats.org/officeDocument/2006/relationships" xmlns:a="http://schemas.openxmlformats.org/drawingml/2006/main" r:embed="R83602dfaa9174f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3E36C0-9796-40DE-952F-8D4A8C95441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DDF33F-883A-4C12-8980-CB533E74A4B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360F18CD-B326-426B-BE23-52470078FAB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10FE4F1-871F-4A4E-8CD7-7101EA9F6CD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95832C9-AD3C-46ED-B675-B009414D1CB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CF514CEB-2B9B-4925-808D-AF038718B8F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33363E0F-6D7C-491F-85C8-5F0F9FA3A580}"/>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B795124A-B0D9-40F8-97B2-8E0E24ACEFFB}"/>
              </a:ext>
            </a:extLst>
          </p:cNvPr>
          <p:cNvPicPr>
            <a:picLocks xmlns:a="http://schemas.openxmlformats.org/drawingml/2006/main" noChangeAspect="1"/>
          </p:cNvPicPr>
          <p:nvPr/>
        </p:nvPicPr>
        <p:blipFill>
          <a:blip xmlns:r="http://schemas.openxmlformats.org/officeDocument/2006/relationships" xmlns:a="http://schemas.openxmlformats.org/drawingml/2006/main" r:embed="R05ec6fd7d3f34726"/>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AD0D411C-1814-4329-A2B4-901897BA640E}"/>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7BB5C85-C588-47EB-845F-882DEBCF428D}"/>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ABFA8E9A-C4F4-452C-B827-EED83E55FCBC}"/>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8FABB3E2-6496-4F65-A903-BAF0AA927CEB}"/>
              </a:ext>
            </a:extLst>
          </p:cNvPr>
          <p:cNvPicPr>
            <a:picLocks xmlns:a="http://schemas.openxmlformats.org/drawingml/2006/main" noChangeAspect="1"/>
          </p:cNvPicPr>
          <p:nvPr/>
        </p:nvPicPr>
        <p:blipFill>
          <a:blip xmlns:r="http://schemas.openxmlformats.org/officeDocument/2006/relationships" xmlns:a="http://schemas.openxmlformats.org/drawingml/2006/main" r:embed="R61999b3cd4164cf8"/>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828257741"/>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2ECF24E4-CB93-4D15-865C-CD46E0937DE7}"/>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D225952-ADAC-4F99-8FC7-E4495ABC3785}"/>
              </a:ext>
            </a:extLst>
          </p:cNvPr>
          <p:cNvPicPr>
            <a:picLocks xmlns:a="http://schemas.openxmlformats.org/drawingml/2006/main" noChangeAspect="1"/>
          </p:cNvPicPr>
          <p:nvPr/>
        </p:nvPicPr>
        <p:blipFill>
          <a:blip xmlns:r="http://schemas.openxmlformats.org/officeDocument/2006/relationships" xmlns:a="http://schemas.openxmlformats.org/drawingml/2006/main" r:embed="R58afd2facb6a4df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800CD0-CFAB-4FF8-9E3C-5698D4A876E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120291-0C73-4A9D-97AB-7A0B4977D1D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8B1E8399-B9DA-472E-950A-BBAC17A110C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C43DC61-FF2F-49ED-9170-B5CE4329C6E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56E5592-18DC-4BE5-9D96-7E293CD5EBD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5C83B2C5-34A6-456D-AD0D-BDA53A8CFC79}"/>
              </a:ext>
            </a:extLst>
          </p:cNvPr>
          <p:cNvPicPr>
            <a:picLocks xmlns:a="http://schemas.openxmlformats.org/drawingml/2006/main" noChangeAspect="1"/>
          </p:cNvPicPr>
          <p:nvPr/>
        </p:nvPicPr>
        <p:blipFill>
          <a:blip xmlns:r="http://schemas.openxmlformats.org/officeDocument/2006/relationships" xmlns:a="http://schemas.openxmlformats.org/drawingml/2006/main" r:embed="R80308a26fa344709"/>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A7BC231-FEE1-4798-9BA7-E36A290B7F24}"/>
              </a:ext>
            </a:extLst>
          </p:cNvPr>
          <p:cNvPicPr>
            <a:picLocks xmlns:a="http://schemas.openxmlformats.org/drawingml/2006/main" noChangeAspect="1"/>
          </p:cNvPicPr>
          <p:nvPr/>
        </p:nvPicPr>
        <p:blipFill>
          <a:blip xmlns:r="http://schemas.openxmlformats.org/officeDocument/2006/relationships" xmlns:a="http://schemas.openxmlformats.org/drawingml/2006/main" r:embed="R092c46e211cf465e"/>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77B4D0DE-C354-48CB-9831-26BB0FF21362}"/>
              </a:ext>
            </a:extLst>
          </p:cNvPr>
          <p:cNvPicPr>
            <a:picLocks xmlns:a="http://schemas.openxmlformats.org/drawingml/2006/main" noChangeAspect="1"/>
          </p:cNvPicPr>
          <p:nvPr/>
        </p:nvPicPr>
        <p:blipFill>
          <a:blip xmlns:r="http://schemas.openxmlformats.org/officeDocument/2006/relationships" xmlns:a="http://schemas.openxmlformats.org/drawingml/2006/main" r:embed="Rf2776821f73041b2"/>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76D4D30B-27E2-4D58-B42E-35DC4C61E2E5}"/>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C35832DB-59B8-4AE9-9597-B62EED4EF1A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504043940"/>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E4C217C4-DE8C-4B3F-80AA-37DF247F8432}"/>
              </a:ext>
            </a:extLst>
          </p:cNvPr>
          <p:cNvPicPr>
            <a:picLocks xmlns:a="http://schemas.openxmlformats.org/drawingml/2006/main" noChangeAspect="1"/>
          </p:cNvPicPr>
          <p:nvPr/>
        </p:nvPicPr>
        <p:blipFill>
          <a:blip xmlns:r="http://schemas.openxmlformats.org/officeDocument/2006/relationships" xmlns:a="http://schemas.openxmlformats.org/drawingml/2006/main" r:embed="R1da3e93a841a4de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AB85D5-79BA-4135-9558-3ADB9B4B961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BD6AC6-B6F3-450A-878F-B65999E99A8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66A08627-3887-4FBB-A2EF-3C82164D5A02}"/>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E3C14DF-3939-4B15-A6E0-4BFDD77EF7AD}"/>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E07BAFFB-DCD2-466F-8D1A-8640D70603D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10CC9E2E-55BA-45F9-AA73-900B9015A015}"/>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6042FCB2-A4A1-4B28-B8BE-E67B92E639B8}"/>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322F2CE-FCA9-4C74-A4F2-8D01AE093D81}"/>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45AEFE67-DC84-4861-815D-77634BAFC627}"/>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CBEF0990-CD92-4C1E-8303-9C2902F3ABE2}"/>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BB47B2A3-628B-4CA9-ADD7-17574B695637}"/>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4419F82-A1B5-455B-98C1-13B4259B57EE}"/>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BA07D53F-B551-456A-8F74-F662CC547CC3}"/>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9D29E92F-41AB-4127-A6AF-CA6184EA2851}"/>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C347D9D3-FA3E-4F60-AA06-739FA05ADE85}"/>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97746875-6331-4133-95BB-11B6C50AB295}"/>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4A0214F6-D350-4A5A-87AF-28FA0433124C}"/>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7E6F2F6-AF07-45D0-928E-FD53A7D00D04}"/>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FBE687F7-7AAD-4554-9F4F-9C12E7D7D933}"/>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C2DE1304-1822-48D3-9713-50698FF69C0B}"/>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2BF23B26-B35B-4346-83EA-1056CE569806}"/>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777877A0-4458-4FBC-8B9A-ED47BAA8F8D1}"/>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1826A1CC-F9C1-43FE-9D87-855D4AC75A58}"/>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2182584D-1C6E-4BB2-B83F-F69FD8CEA538}"/>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73E19BEF-FF86-40FA-818D-31C41F13019E}"/>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45FBE0C9-6C08-40A8-B7C5-09856EDBC056}"/>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E89D3FCF-AC32-4B4E-9CDF-382332D3E43E}"/>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C5847C3D-FA32-4E5C-A1D5-E6316C5996E3}"/>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91FB7196-F2E8-41A2-970E-9021A4670C02}"/>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F90CF308-D1F5-44AD-A1FD-A223C54A2D34}"/>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47365152"/>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2DC50031-3636-4879-93B2-878598EE83D8}"/>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A3C2DCD0-0AB7-4F75-867F-92DF3FC0C998}"/>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9216781-AA81-45F1-8E69-ED0D1675EB2C}"/>
              </a:ext>
            </a:extLst>
          </p:cNvPr>
          <p:cNvPicPr>
            <a:picLocks xmlns:a="http://schemas.openxmlformats.org/drawingml/2006/main" noChangeAspect="1"/>
          </p:cNvPicPr>
          <p:nvPr/>
        </p:nvPicPr>
        <p:blipFill>
          <a:blip xmlns:r="http://schemas.openxmlformats.org/officeDocument/2006/relationships" xmlns:a="http://schemas.openxmlformats.org/drawingml/2006/main" r:embed="Ra6e3a5df91624bd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C969EC-37A2-4856-8C3C-9AA58CED41F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2A1CA4-415F-4C4B-A166-01053EB6DF7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224E642D-13FC-4071-8758-2E5FA34C1DF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EC40952-5AD3-4CF5-9CFB-5C72E0E035C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C6ECB3C-643F-41B4-912F-4091BFC9869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10CCE5FE-B327-49BA-98CE-9B83094FE71B}"/>
              </a:ext>
            </a:extLst>
          </p:cNvPr>
          <p:cNvPicPr>
            <a:picLocks xmlns:a="http://schemas.openxmlformats.org/drawingml/2006/main" noChangeAspect="1"/>
          </p:cNvPicPr>
          <p:nvPr/>
        </p:nvPicPr>
        <p:blipFill>
          <a:blip xmlns:r="http://schemas.openxmlformats.org/officeDocument/2006/relationships" xmlns:a="http://schemas.openxmlformats.org/drawingml/2006/main" r:embed="Re8b76a226a7d4be2"/>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1FA50AF-F094-4C4E-A30D-33CB6FCF187D}"/>
              </a:ext>
            </a:extLst>
          </p:cNvPr>
          <p:cNvPicPr>
            <a:picLocks xmlns:a="http://schemas.openxmlformats.org/drawingml/2006/main" noChangeAspect="1"/>
          </p:cNvPicPr>
          <p:nvPr/>
        </p:nvPicPr>
        <p:blipFill>
          <a:blip xmlns:r="http://schemas.openxmlformats.org/officeDocument/2006/relationships" xmlns:a="http://schemas.openxmlformats.org/drawingml/2006/main" r:embed="Rbdaec14cbdb0469c"/>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79DF61B2-275B-4BE6-93A0-6461D4072CE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3298CB38-48FF-4263-B2E2-AD25EDE202F9}"/>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D3ECD3EA-83AF-4065-87B0-E999BB62D25F}"/>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348005097"/>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3710CE30-85A1-4B57-BA2A-92ABD57A83D4}"/>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4B4C0CB6-3340-4830-9973-7C499EA6739D}"/>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43C146C-A510-4317-BBF7-C3A2EF18DF3F}"/>
              </a:ext>
            </a:extLst>
          </p:cNvPr>
          <p:cNvPicPr>
            <a:picLocks xmlns:a="http://schemas.openxmlformats.org/drawingml/2006/main" noChangeAspect="1"/>
          </p:cNvPicPr>
          <p:nvPr/>
        </p:nvPicPr>
        <p:blipFill>
          <a:blip xmlns:r="http://schemas.openxmlformats.org/officeDocument/2006/relationships" xmlns:a="http://schemas.openxmlformats.org/drawingml/2006/main" r:embed="Rb7ee60f4b0a9401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CCD468-1749-49C4-B0C4-6D828C9E113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B5D385-62DA-4289-BB42-529DC1615F4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C3C525C6-E47C-4BB8-913A-91C03D8975F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983C1BA-77D7-4B83-8ACA-925262F69B2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CE614B1-B0F1-417C-93BB-E5A28CEDAA1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6D922B5F-F7D6-4FEE-967C-95FA5C6FE185}"/>
              </a:ext>
            </a:extLst>
          </p:cNvPr>
          <p:cNvPicPr>
            <a:picLocks xmlns:a="http://schemas.openxmlformats.org/drawingml/2006/main" noChangeAspect="1"/>
          </p:cNvPicPr>
          <p:nvPr/>
        </p:nvPicPr>
        <p:blipFill>
          <a:blip xmlns:r="http://schemas.openxmlformats.org/officeDocument/2006/relationships" xmlns:a="http://schemas.openxmlformats.org/drawingml/2006/main" r:embed="R229d3fa17a27440e"/>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D922CBA-02DF-4F97-ABF8-8D8AF9A8EAA6}"/>
              </a:ext>
            </a:extLst>
          </p:cNvPr>
          <p:cNvPicPr>
            <a:picLocks xmlns:a="http://schemas.openxmlformats.org/drawingml/2006/main" noChangeAspect="1"/>
          </p:cNvPicPr>
          <p:nvPr/>
        </p:nvPicPr>
        <p:blipFill>
          <a:blip xmlns:r="http://schemas.openxmlformats.org/officeDocument/2006/relationships" xmlns:a="http://schemas.openxmlformats.org/drawingml/2006/main" r:embed="Re67474b2ec3f4428"/>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5246333-8F21-4561-9B55-B8A2E0E5C081}"/>
              </a:ext>
            </a:extLst>
          </p:cNvPr>
          <p:cNvPicPr>
            <a:picLocks xmlns:a="http://schemas.openxmlformats.org/drawingml/2006/main" noChangeAspect="1"/>
          </p:cNvPicPr>
          <p:nvPr/>
        </p:nvPicPr>
        <p:blipFill>
          <a:blip xmlns:r="http://schemas.openxmlformats.org/officeDocument/2006/relationships" xmlns:a="http://schemas.openxmlformats.org/drawingml/2006/main" r:embed="Rcb8b88a293684241"/>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AB018507-878B-485A-8E86-325B82CF6CF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73EC35DA-DFCD-48AD-9B32-D4F04CC34B1B}"/>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5F394817-46C5-4187-B2DC-0F25E23410FD}"/>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738792065"/>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D029F29-0BBC-4C03-824C-0CE467DA1C91}"/>
              </a:ext>
            </a:extLst>
          </p:cNvPr>
          <p:cNvPicPr>
            <a:picLocks xmlns:a="http://schemas.openxmlformats.org/drawingml/2006/main" noChangeAspect="1"/>
          </p:cNvPicPr>
          <p:nvPr/>
        </p:nvPicPr>
        <p:blipFill>
          <a:blip xmlns:r="http://schemas.openxmlformats.org/officeDocument/2006/relationships" xmlns:a="http://schemas.openxmlformats.org/drawingml/2006/main" r:embed="R9cd2abf78c99439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EBE6D5-87CC-42B2-9AAC-55F3BCAEA2A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28D704-EF0E-4999-A76D-412FBDDDA8F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D5601EF6-D09B-4D70-918A-3D7999EA3BD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8B32B0D-DA00-4AFE-A994-4E7E66291E4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7DBE56F-7A7F-485A-9F28-AEE7C824537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BED11A6B-CBF2-4C44-A214-8A1FC21042D2}"/>
              </a:ext>
            </a:extLst>
          </p:cNvPr>
          <p:cNvPicPr>
            <a:picLocks xmlns:a="http://schemas.openxmlformats.org/drawingml/2006/main" noChangeAspect="1"/>
          </p:cNvPicPr>
          <p:nvPr/>
        </p:nvPicPr>
        <p:blipFill>
          <a:blip xmlns:r="http://schemas.openxmlformats.org/officeDocument/2006/relationships" xmlns:a="http://schemas.openxmlformats.org/drawingml/2006/main" r:embed="R21cf74ca7f5a422b"/>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81AEEA1-6D8D-46AF-A12D-7E4A47B66B13}"/>
              </a:ext>
            </a:extLst>
          </p:cNvPr>
          <p:cNvPicPr>
            <a:picLocks xmlns:a="http://schemas.openxmlformats.org/drawingml/2006/main" noChangeAspect="1"/>
          </p:cNvPicPr>
          <p:nvPr/>
        </p:nvPicPr>
        <p:blipFill>
          <a:blip xmlns:r="http://schemas.openxmlformats.org/officeDocument/2006/relationships" xmlns:a="http://schemas.openxmlformats.org/drawingml/2006/main" r:embed="R6e235af42afa4a72"/>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E1B9BDCF-D777-4D7E-B6E4-28926B142202}"/>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1440278098"/>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1CECEFD-BC65-4E72-9678-6957D6647402}"/>
              </a:ext>
            </a:extLst>
          </p:cNvPr>
          <p:cNvPicPr>
            <a:picLocks xmlns:a="http://schemas.openxmlformats.org/drawingml/2006/main" noChangeAspect="1"/>
          </p:cNvPicPr>
          <p:nvPr/>
        </p:nvPicPr>
        <p:blipFill>
          <a:blip xmlns:r="http://schemas.openxmlformats.org/officeDocument/2006/relationships" xmlns:a="http://schemas.openxmlformats.org/drawingml/2006/main" r:embed="R36dd81ddd07a4f6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E3FE1E7-ED1E-4063-BEFD-C08D09A5283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FB636F3-D899-4692-9860-FBE60E6CE60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8BE280A-F505-49AA-8DB8-70703C7AD801}"/>
              </a:ext>
            </a:extLst>
          </p:cNvPr>
          <p:cNvPicPr>
            <a:picLocks xmlns:a="http://schemas.openxmlformats.org/drawingml/2006/main" noChangeAspect="1"/>
          </p:cNvPicPr>
          <p:nvPr/>
        </p:nvPicPr>
        <p:blipFill>
          <a:blip xmlns:r="http://schemas.openxmlformats.org/officeDocument/2006/relationships" xmlns:a="http://schemas.openxmlformats.org/drawingml/2006/main" r:embed="Re9c324a641c0414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A77B74C-006E-43EF-9DA2-8A5258F98B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EF50968-FFBD-4E02-ACBA-1AC1B4946F7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AD819878-3CF3-4EBC-BEAB-2395F9C8434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94BB445A-BCD3-420A-8C69-07947A0A5F7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864576404"/>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14A7D2B-52EA-4E08-B449-7197E6263086}"/>
              </a:ext>
            </a:extLst>
          </p:cNvPr>
          <p:cNvPicPr>
            <a:picLocks xmlns:a="http://schemas.openxmlformats.org/drawingml/2006/main" noChangeAspect="1"/>
          </p:cNvPicPr>
          <p:nvPr/>
        </p:nvPicPr>
        <p:blipFill>
          <a:blip xmlns:r="http://schemas.openxmlformats.org/officeDocument/2006/relationships" xmlns:a="http://schemas.openxmlformats.org/drawingml/2006/main" r:embed="R22936cecbda84a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B21938-5AF7-4394-957D-682DD630609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60A2D5D-5CCF-4C5D-98EE-7FB03AF8D5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BFD60FD-B637-4D1F-B58D-1DD8441383F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0002216-20C0-41AD-B4EC-B489E6870B6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00DD74F-F464-41BE-B859-3B77EE4D699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5597CB3C-7A0E-41C0-B3C1-3B9E3F186E94}"/>
              </a:ext>
            </a:extLst>
          </p:cNvPr>
          <p:cNvPicPr>
            <a:picLocks xmlns:a="http://schemas.openxmlformats.org/drawingml/2006/main" noChangeAspect="1"/>
          </p:cNvPicPr>
          <p:nvPr/>
        </p:nvPicPr>
        <p:blipFill>
          <a:blip xmlns:r="http://schemas.openxmlformats.org/officeDocument/2006/relationships" xmlns:a="http://schemas.openxmlformats.org/drawingml/2006/main" r:embed="Rf894544cbe9b4214"/>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C10706D-3D62-424A-B97D-1B1A2E191D03}"/>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4036C9E0-77AA-42DB-91BB-3FE8655A2B61}"/>
              </a:ext>
            </a:extLst>
          </p:cNvPr>
          <p:cNvSpPr>
            <a:spLocks xmlns:a="http://schemas.openxmlformats.org/drawingml/2006/main" noGrp="1"/>
          </p:cNvSpPr>
          <p:nvPr/>
        </p:nvSpPr>
        <p:spPr>
          <a:xfrm xmlns:a="http://schemas.openxmlformats.org/drawingml/2006/main">
            <a:off x="2857500" y="6953250"/>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41CB94BB-4C8C-43FC-8858-89FF34B7F73E}"/>
              </a:ext>
            </a:extLst>
          </p:cNvPr>
          <p:cNvSpPr>
            <a:spLocks xmlns:a="http://schemas.openxmlformats.org/drawingml/2006/main" noGrp="1"/>
          </p:cNvSpPr>
          <p:nvPr/>
        </p:nvSpPr>
        <p:spPr>
          <a:xfrm xmlns:a="http://schemas.openxmlformats.org/drawingml/2006/main">
            <a:off x="2857500" y="8048625"/>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893113004"/>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4DEC7103-E566-4080-91C3-3480332EE1FD}"/>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C54892D6-B2EF-491F-B722-DD1EF4EDB6B6}"/>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F12ABC0B-0486-4B1C-9EE5-84D093AA8B29}"/>
              </a:ext>
            </a:extLst>
          </p:cNvPr>
          <p:cNvPicPr>
            <a:picLocks xmlns:a="http://schemas.openxmlformats.org/drawingml/2006/main" noChangeAspect="1"/>
          </p:cNvPicPr>
          <p:nvPr/>
        </p:nvPicPr>
        <p:blipFill>
          <a:blip xmlns:r="http://schemas.openxmlformats.org/officeDocument/2006/relationships" xmlns:a="http://schemas.openxmlformats.org/drawingml/2006/main" r:embed="R457ab376c1e944d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D19B1E-E654-4052-9AD5-3F3E573960F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37415D-D5F8-4545-8D29-18F411F2724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91FD7B3-411C-4E64-BEFD-8E2BB807EA5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16B1D41-C843-4F1D-BBBB-402974DFF02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C26106B-D745-44E4-9913-A5F0C3D66FB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16EDA328-8C25-42E2-966A-651805BE95A9}"/>
              </a:ext>
            </a:extLst>
          </p:cNvPr>
          <p:cNvPicPr>
            <a:picLocks xmlns:a="http://schemas.openxmlformats.org/drawingml/2006/main" noChangeAspect="1"/>
          </p:cNvPicPr>
          <p:nvPr/>
        </p:nvPicPr>
        <p:blipFill>
          <a:blip xmlns:r="http://schemas.openxmlformats.org/officeDocument/2006/relationships" xmlns:a="http://schemas.openxmlformats.org/drawingml/2006/main" r:embed="R7a843d40378f4e08"/>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E638E7C-0461-4726-BC5B-F90F82AE5B7B}"/>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1D54BFA9-E16E-4F92-875F-7204244158D3}"/>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7C57DAB8-9E47-44DA-85F3-4584CF6AC1EE}"/>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54CAB1F4-CCA7-431F-9A3D-9C858D2C1B95}"/>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E7D8891B-E3E9-4771-A136-AC1F1D52D7A1}"/>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94B4C019-B2B8-48DA-9C1C-E683BBE914D9}"/>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CCCEE0-F754-49BE-9DBA-FC4DFD27C7BF}"/>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21647698"/>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1E25865-31A5-4C6E-BCD9-D65CBAC5052C}"/>
              </a:ext>
            </a:extLst>
          </p:cNvPr>
          <p:cNvPicPr>
            <a:picLocks xmlns:a="http://schemas.openxmlformats.org/drawingml/2006/main" noChangeAspect="1"/>
          </p:cNvPicPr>
          <p:nvPr/>
        </p:nvPicPr>
        <p:blipFill>
          <a:blip xmlns:r="http://schemas.openxmlformats.org/officeDocument/2006/relationships" xmlns:a="http://schemas.openxmlformats.org/drawingml/2006/main" r:embed="Rb4eefcc8fd6949a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56E302-100B-4716-AE5E-EE6C274AB45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FAB1A9-B830-4F9D-B9FE-B3AAED26D3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0ED0CD0-C4E7-4DD3-9D5F-BAEBEEA4A80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9024732-5246-461D-AE49-A187C95B691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65E11DD-A657-4D59-9D60-341E206F97A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8212263C-1608-4F8A-A245-DF7959AD171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CE2FC852-A5E3-495E-9AB2-9834E26876F3}"/>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F444486-4F18-4DD9-B0E1-66F9EE707B3F}"/>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3A40234-A87C-4F10-9F56-587BA1F2679B}"/>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2480A85-645E-4FD3-97F7-BB06A9D57198}"/>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D0F3812D-032B-4719-B998-CE8D29915275}"/>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91942EF-FFEF-4861-8465-6F948DCE00BB}"/>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98320219"/>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F60A870-8BB0-4278-BF84-8B86D8DC1B1A}"/>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F0CB42DB-8D9A-48DB-8191-858F8DBC79E7}"/>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60A00D7-A51A-4810-A288-29223E282D6C}"/>
              </a:ext>
            </a:extLst>
          </p:cNvPr>
          <p:cNvPicPr>
            <a:picLocks xmlns:a="http://schemas.openxmlformats.org/drawingml/2006/main" noChangeAspect="1"/>
          </p:cNvPicPr>
          <p:nvPr/>
        </p:nvPicPr>
        <p:blipFill>
          <a:blip xmlns:r="http://schemas.openxmlformats.org/officeDocument/2006/relationships" xmlns:a="http://schemas.openxmlformats.org/drawingml/2006/main" r:embed="Rbdbb661170f148f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E5E116-276D-4B50-B569-3B55F7BDA9F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0B15FC-790D-4ECC-801A-5BEB835E711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75F39A0-7FCC-4A93-8538-87D6DCC1DE0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A9A0372-150E-44FB-BCCA-81D14CDFDB9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AA8C4FA-EC4B-4D4A-AACC-3F80B156726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6B4F7F27-2270-415B-B910-26BCF65C3E3C}"/>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CE681C4F-8508-4425-899B-94D4C609FD28}"/>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E0A83B6E-E46E-42BC-BC91-639B4827CC41}"/>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CCDCE56E-E11C-4A65-A03D-D4D789F0276B}"/>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20E0F302-9109-4C3B-872A-C1F3A82FD571}"/>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1001086577"/>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C88D26D-C66A-48DE-9B9D-99FEB1A73ED3}"/>
              </a:ext>
            </a:extLst>
          </p:cNvPr>
          <p:cNvPicPr>
            <a:picLocks xmlns:a="http://schemas.openxmlformats.org/drawingml/2006/main" noChangeAspect="1"/>
          </p:cNvPicPr>
          <p:nvPr/>
        </p:nvPicPr>
        <p:blipFill>
          <a:blip xmlns:r="http://schemas.openxmlformats.org/officeDocument/2006/relationships" xmlns:a="http://schemas.openxmlformats.org/drawingml/2006/main" r:embed="Rcb1ba0b85daa4b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F7BC62-9603-4605-A0B4-5C5AE65A77D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798B31-6C0C-4D03-913C-0955C5A104A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081EF90-5A87-4465-8FEB-9DA31278571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175971A-E23C-48D4-94BC-F29927D564B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D8C8FC77-5AE7-4CB2-AC85-3202D3EB1A8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0ABF4772-A8E8-4070-8139-EFEF3B88A44C}"/>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C5589FE2-5307-457E-9B3A-71D6EAA30422}"/>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D813BC6A-89FE-4599-AAE2-5BFFA348232E}"/>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C79DE2A-3D59-4BC3-ADEE-0A38C36F34C6}"/>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926B9C6-DF26-4A2A-9AF5-50AE50EB6B7D}"/>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645E795-2648-4810-AFAC-FD464908679D}"/>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51D175E-210E-461E-A18E-B8E6CB3FCB1B}"/>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62146060"/>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D984AA1-E32F-4017-98F2-9F381124242C}"/>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DC9A4615-9500-4A54-9A09-0B82B6DD3024}"/>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A047029-BE4A-4DE2-A890-2C7887781D96}"/>
              </a:ext>
            </a:extLst>
          </p:cNvPr>
          <p:cNvPicPr>
            <a:picLocks xmlns:a="http://schemas.openxmlformats.org/drawingml/2006/main" noChangeAspect="1"/>
          </p:cNvPicPr>
          <p:nvPr/>
        </p:nvPicPr>
        <p:blipFill>
          <a:blip xmlns:r="http://schemas.openxmlformats.org/officeDocument/2006/relationships" xmlns:a="http://schemas.openxmlformats.org/drawingml/2006/main" r:embed="Re60bedbbb29546a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0E48A6-9968-4ACE-A04A-4EFFF742AA9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BE5671-1BBA-4681-9577-952DF72DF18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366B332-53E6-4C44-9DE8-48D09990F62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4858035-FD2F-4C9B-AAAE-6F72CB015DE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41DD3D3-6BB3-49AE-801A-B6A1AAA22CF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F4780C03-1F51-42AD-9509-8CE55E3C86F7}"/>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B7AA67C8-07BC-4EED-8A86-02FBD52B67A6}"/>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0237351D-4ABA-4F91-90A4-25E004996282}"/>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A843B52C-7B5C-42A5-8E8F-3E313C0846F1}"/>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4D990D0E-3E70-4CD3-9FC8-1E426EAFB63F}"/>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674383034"/>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240E7F0-8711-4B47-B986-4BA78275DF02}"/>
              </a:ext>
            </a:extLst>
          </p:cNvPr>
          <p:cNvPicPr>
            <a:picLocks xmlns:a="http://schemas.openxmlformats.org/drawingml/2006/main" noChangeAspect="1"/>
          </p:cNvPicPr>
          <p:nvPr/>
        </p:nvPicPr>
        <p:blipFill>
          <a:blip xmlns:r="http://schemas.openxmlformats.org/officeDocument/2006/relationships" xmlns:a="http://schemas.openxmlformats.org/drawingml/2006/main" r:embed="R034a26455dab415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8A0F76-A2BB-4047-B3D0-900AAE9BD10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A09366-706C-4F33-99A0-A78BA4F5708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59D3D63-7361-4185-91CD-E8BAFFB29AF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BEEDB92-2C1C-41B9-9F58-04AA9C3E389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9FB8E8A-44F0-4494-97FB-2210E1AAEBA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C09644F5-8B4F-4C60-8497-54CD41A0FFD5}"/>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60736BE0-E362-4BC3-B59D-3718D5498873}"/>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165C41A-73E4-4654-B4FD-B10DEE81442C}"/>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78448E39-30A2-47D1-A344-7A8AA1FBE2D1}"/>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D7D169DD-2F84-4773-A304-EB03B51414A1}"/>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669499B-6158-46C0-85F9-AAA9A004C404}"/>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8303B10C-591B-47ED-A538-3115BC676BBE}"/>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AE02168D-DD5B-4378-B70F-A3D5709A527E}"/>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8975D1F9-D5F2-41E3-BC61-033A1D526C5B}"/>
              </a:ext>
            </a:extLst>
          </p:cNvPr>
          <p:cNvPicPr>
            <a:picLocks xmlns:a="http://schemas.openxmlformats.org/drawingml/2006/main" noChangeAspect="1"/>
          </p:cNvPicPr>
          <p:nvPr/>
        </p:nvPicPr>
        <p:blipFill>
          <a:blip xmlns:r="http://schemas.openxmlformats.org/officeDocument/2006/relationships" xmlns:a="http://schemas.openxmlformats.org/drawingml/2006/main" r:embed="R59cda2405e064b58"/>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33C3AB06-0BB2-48C7-B6FA-DC9F0A500BD9}"/>
              </a:ext>
            </a:extLst>
          </p:cNvPr>
          <p:cNvPicPr>
            <a:picLocks xmlns:a="http://schemas.openxmlformats.org/drawingml/2006/main" noChangeAspect="1"/>
          </p:cNvPicPr>
          <p:nvPr/>
        </p:nvPicPr>
        <p:blipFill>
          <a:blip xmlns:r="http://schemas.openxmlformats.org/officeDocument/2006/relationships" xmlns:a="http://schemas.openxmlformats.org/drawingml/2006/main" r:embed="Rc4d8a17275fe4375"/>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C3C16FCB-AA72-4A43-8B65-61B2EC43C57A}"/>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2A790D42-013E-475F-BE0F-D706FF988F34}"/>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1373030162"/>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F09BA7A2-C209-42A0-B0C6-C01911A81F7D}"/>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25458968-6312-46A3-9AA9-1890C5126630}"/>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63B48F3-328F-4463-B678-D05DD1712EB0}"/>
              </a:ext>
            </a:extLst>
          </p:cNvPr>
          <p:cNvPicPr>
            <a:picLocks xmlns:a="http://schemas.openxmlformats.org/drawingml/2006/main" noChangeAspect="1"/>
          </p:cNvPicPr>
          <p:nvPr/>
        </p:nvPicPr>
        <p:blipFill>
          <a:blip xmlns:r="http://schemas.openxmlformats.org/officeDocument/2006/relationships" xmlns:a="http://schemas.openxmlformats.org/drawingml/2006/main" r:embed="Rb24b4880139f45e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CDEF8B-5DB8-4EFD-B24B-08332C32A14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DE88BC-A63B-4219-8F4B-C869E5C41D4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FCA937D-9F12-460A-9871-13E5639F93A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70B6A90-7B6E-4A71-A63B-5DD1ED929CA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C9FE5BE-5A37-449F-977E-EC1D7848A39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D6095D6A-B24A-49A8-81D8-E329EA31CB6E}"/>
              </a:ext>
            </a:extLst>
          </p:cNvPr>
          <p:cNvPicPr>
            <a:picLocks xmlns:a="http://schemas.openxmlformats.org/drawingml/2006/main" noChangeAspect="1"/>
          </p:cNvPicPr>
          <p:nvPr/>
        </p:nvPicPr>
        <p:blipFill>
          <a:blip xmlns:r="http://schemas.openxmlformats.org/officeDocument/2006/relationships" xmlns:a="http://schemas.openxmlformats.org/drawingml/2006/main" r:embed="R7238b07f92ea4993"/>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BC62B1E-FDF4-4CF3-8F0E-28A4BB50F460}"/>
              </a:ext>
            </a:extLst>
          </p:cNvPr>
          <p:cNvPicPr>
            <a:picLocks xmlns:a="http://schemas.openxmlformats.org/drawingml/2006/main" noChangeAspect="1"/>
          </p:cNvPicPr>
          <p:nvPr/>
        </p:nvPicPr>
        <p:blipFill>
          <a:blip xmlns:r="http://schemas.openxmlformats.org/officeDocument/2006/relationships" xmlns:a="http://schemas.openxmlformats.org/drawingml/2006/main" r:embed="R0937cb9db7254854"/>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9AE53873-DC80-4BB4-B119-B067A1E2BD3A}"/>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A78640F8-506A-4E04-94EE-C3BD560A6B04}"/>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9E16FE18-6886-4B26-959B-CC830B9C174B}"/>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826237159"/>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D74F72C-6608-4FAA-968C-9AE44C1DED7C}"/>
              </a:ext>
            </a:extLst>
          </p:cNvPr>
          <p:cNvPicPr>
            <a:picLocks xmlns:a="http://schemas.openxmlformats.org/drawingml/2006/main" noChangeAspect="1"/>
          </p:cNvPicPr>
          <p:nvPr/>
        </p:nvPicPr>
        <p:blipFill>
          <a:blip xmlns:r="http://schemas.openxmlformats.org/officeDocument/2006/relationships" xmlns:a="http://schemas.openxmlformats.org/drawingml/2006/main" r:embed="R3f6ba7b3110f48c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2F553D-577D-44D1-B2A2-CA722526470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11C6D4-D0BB-4F04-B951-6E2C139F32A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623C2E6-36EA-4D25-9356-48BDD996560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2AFFB12-09D4-46C3-94DC-77711FB90A5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C506A61-C190-4328-B9E6-3EAA67B03A7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FC0E41F7-8A15-477E-A932-2E3C1485E078}"/>
              </a:ext>
            </a:extLst>
          </p:cNvPr>
          <p:cNvPicPr>
            <a:picLocks xmlns:a="http://schemas.openxmlformats.org/drawingml/2006/main" noChangeAspect="1"/>
          </p:cNvPicPr>
          <p:nvPr/>
        </p:nvPicPr>
        <p:blipFill>
          <a:blip xmlns:r="http://schemas.openxmlformats.org/officeDocument/2006/relationships" xmlns:a="http://schemas.openxmlformats.org/drawingml/2006/main" r:embed="R67890659f8664c54"/>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D0554B00-5D9C-471E-A28B-016B9223608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D189D0BF-960A-4AC0-8292-F74D9CA6A0C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891439932"/>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132281F5-BB95-4346-9237-EECD23B7364B}"/>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B1119C3-46C5-4A61-B513-760DAEC77D9F}"/>
              </a:ext>
            </a:extLst>
          </p:cNvPr>
          <p:cNvPicPr>
            <a:picLocks xmlns:a="http://schemas.openxmlformats.org/drawingml/2006/main" noChangeAspect="1"/>
          </p:cNvPicPr>
          <p:nvPr/>
        </p:nvPicPr>
        <p:blipFill>
          <a:blip xmlns:r="http://schemas.openxmlformats.org/officeDocument/2006/relationships" xmlns:a="http://schemas.openxmlformats.org/drawingml/2006/main" r:embed="Rc8f9748fb869451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EA11C7-900A-4E57-A727-C8A31F060E1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9963EF-53D5-475D-AEF4-2E6A960A0AB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B9355F3-35C3-45B8-9AEE-E153518F47C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15F19E-8F7F-40DE-AA42-CED3DE4B06D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4819211-E2AC-4DBB-AAD7-E7BDFEA5400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40FFAE8D-C095-46D6-A253-AE840FF154C7}"/>
              </a:ext>
            </a:extLst>
          </p:cNvPr>
          <p:cNvPicPr>
            <a:picLocks xmlns:a="http://schemas.openxmlformats.org/drawingml/2006/main" noChangeAspect="1"/>
          </p:cNvPicPr>
          <p:nvPr/>
        </p:nvPicPr>
        <p:blipFill>
          <a:blip xmlns:r="http://schemas.openxmlformats.org/officeDocument/2006/relationships" xmlns:a="http://schemas.openxmlformats.org/drawingml/2006/main" r:embed="R9ec57768e2974b73"/>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E5A04AA7-CA59-4BC9-9956-0F1F0B77607F}"/>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82E211E9-D7E3-4A41-99FE-4CEDB105DB84}"/>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26466E42-8548-45A0-A1BC-515FA1DD4067}"/>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17F54E8C-B067-4F34-8BE2-FEFC0A3265B0}"/>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3F93A08A-942E-4FED-959F-749435C5AFAB}"/>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26638E88-8B37-40CA-B9EA-A3048040AC49}"/>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1DA551B4-173E-41C9-B927-519BCA36417F}"/>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EE6CC649-FBCE-434F-A738-34EFE71EF773}"/>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84017493-92B3-483C-94E2-0BDBABE6DBF7}"/>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3F0483CA-5DDC-4483-9965-140EA585EF98}"/>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696430299"/>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9BB55ACC-E676-4499-831C-8F2BDF3F6520}"/>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86B8E96-1115-4596-8358-61EED3D2BEB8}"/>
              </a:ext>
            </a:extLst>
          </p:cNvPr>
          <p:cNvPicPr>
            <a:picLocks xmlns:a="http://schemas.openxmlformats.org/drawingml/2006/main" noChangeAspect="1"/>
          </p:cNvPicPr>
          <p:nvPr/>
        </p:nvPicPr>
        <p:blipFill>
          <a:blip xmlns:r="http://schemas.openxmlformats.org/officeDocument/2006/relationships" xmlns:a="http://schemas.openxmlformats.org/drawingml/2006/main" r:embed="Rf44a1d77129f4e9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87B512-3CBE-4144-A87C-43E71F561FA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FC8DAB2-A5A8-4E85-8FA5-8DF36F825C4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C7BD065-91E3-412C-B740-9F483E44E6D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F3AFFA6-BDC2-4030-8E6B-B25225EAA3A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E4D3495-9F7C-4FA0-85D7-A5426E3B810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F26DCA8E-21E4-4BF4-8BFB-5728EDD31672}"/>
              </a:ext>
            </a:extLst>
          </p:cNvPr>
          <p:cNvPicPr>
            <a:picLocks xmlns:a="http://schemas.openxmlformats.org/drawingml/2006/main" noChangeAspect="1"/>
          </p:cNvPicPr>
          <p:nvPr/>
        </p:nvPicPr>
        <p:blipFill>
          <a:blip xmlns:r="http://schemas.openxmlformats.org/officeDocument/2006/relationships" xmlns:a="http://schemas.openxmlformats.org/drawingml/2006/main" r:embed="Rceb5598df4a94306"/>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DBFEA95C-753D-4BCD-A641-70B39417BA23}"/>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5947E486-B52D-4A4D-9A43-C5EA10D4C37E}"/>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AC0B98D9-7AF7-483E-9C30-BFBF18292FBA}"/>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20376CD9-84CC-4FF9-AC10-79DB768B2E3A}"/>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5E29985F-80D0-44D0-8C0F-02661ED67225}"/>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455FB3EA-3E76-4C78-A94E-EE6E4100CFD3}"/>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FE08A8D6-66A6-40A7-A9D1-548DD1EB56E4}"/>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BDE3B0AD-C640-4067-BD7A-5D5AC5629116}"/>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874A1444-7930-4701-B59A-B4FC47802BA8}"/>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75BD21E7-76B0-4D67-B161-FC1679518E96}"/>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35155808"/>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A2322DB-C5B6-44E5-9CF7-46174DB55804}"/>
              </a:ext>
            </a:extLst>
          </p:cNvPr>
          <p:cNvPicPr>
            <a:picLocks xmlns:a="http://schemas.openxmlformats.org/drawingml/2006/main" noChangeAspect="1"/>
          </p:cNvPicPr>
          <p:nvPr/>
        </p:nvPicPr>
        <p:blipFill>
          <a:blip xmlns:r="http://schemas.openxmlformats.org/officeDocument/2006/relationships" xmlns:a="http://schemas.openxmlformats.org/drawingml/2006/main" r:embed="R7b0a4031defa464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62E0893-FAAA-4924-B880-4780539734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FF23A9E-ADB6-46AA-8BF4-D62E652D1A9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A2342D4-E554-423C-8A69-47687A10712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A10C8C-FDEA-49B1-B307-834FD06E56D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B89AFF4-DDF8-40A8-94A9-60740AE1EA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318286DD-4E63-4D08-9B62-27F471E3E4C6}"/>
              </a:ext>
            </a:extLst>
          </p:cNvPr>
          <p:cNvPicPr>
            <a:picLocks xmlns:a="http://schemas.openxmlformats.org/drawingml/2006/main" noChangeAspect="1"/>
          </p:cNvPicPr>
          <p:nvPr/>
        </p:nvPicPr>
        <p:blipFill>
          <a:blip xmlns:r="http://schemas.openxmlformats.org/officeDocument/2006/relationships" xmlns:a="http://schemas.openxmlformats.org/drawingml/2006/main" r:embed="R5c5fd4c6780d4052"/>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2255AC84-B5A9-4218-988D-CEFCE4847627}"/>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32F70EE4-2690-42A8-9A3B-42DDD23A47EC}"/>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F29C526-FD80-4518-AE26-A94723736269}"/>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2712B49-3A02-4A82-BACD-BE96F27B5841}"/>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AF09B40-EDA3-4EB3-BE6D-E602DF669E2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09C674A1-525B-40E0-B45C-F176E3D9BD63}"/>
              </a:ext>
            </a:extLst>
          </p:cNvPr>
          <p:cNvPicPr>
            <a:picLocks xmlns:a="http://schemas.openxmlformats.org/drawingml/2006/main" noChangeAspect="1"/>
          </p:cNvPicPr>
          <p:nvPr/>
        </p:nvPicPr>
        <p:blipFill>
          <a:blip xmlns:r="http://schemas.openxmlformats.org/officeDocument/2006/relationships" xmlns:a="http://schemas.openxmlformats.org/drawingml/2006/main" r:embed="R359ce739b196468d"/>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275197875"/>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AB27A00-2DD0-486A-81F4-59283088C575}"/>
              </a:ext>
            </a:extLst>
          </p:cNvPr>
          <p:cNvPicPr>
            <a:picLocks xmlns:a="http://schemas.openxmlformats.org/drawingml/2006/main" noChangeAspect="1"/>
          </p:cNvPicPr>
          <p:nvPr/>
        </p:nvPicPr>
        <p:blipFill>
          <a:blip xmlns:r="http://schemas.openxmlformats.org/officeDocument/2006/relationships" xmlns:a="http://schemas.openxmlformats.org/drawingml/2006/main" r:embed="R37117f72d8214e0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CD1A1FB-4FBA-46AE-B9DD-68BDA8585FE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E8CCF2-9552-4667-8358-E5507454DA3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F396F74-935E-465A-AD82-4A754687E53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3DEBF3-50E5-4505-AAC3-DB6CEB0FF0C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18026A5-54A3-4D79-9FFA-A7AA2D1E568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DE275E94-B8AD-43A7-A059-F415BD79BC1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63314F3C-E990-48FC-8199-7919E7DA78DA}"/>
              </a:ext>
            </a:extLst>
          </p:cNvPr>
          <p:cNvPicPr>
            <a:picLocks xmlns:a="http://schemas.openxmlformats.org/drawingml/2006/main" noChangeAspect="1"/>
          </p:cNvPicPr>
          <p:nvPr/>
        </p:nvPicPr>
        <p:blipFill>
          <a:blip xmlns:r="http://schemas.openxmlformats.org/officeDocument/2006/relationships" xmlns:a="http://schemas.openxmlformats.org/drawingml/2006/main" r:embed="R62ff6dd3c91c4b52"/>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5522D1E-17E9-4D5E-90ED-C9089EFAE398}"/>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19DB690-3B7A-4E29-83AB-C9FE742393C7}"/>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9CCEA46D-003D-4B8F-B195-0EB358F6A9B4}"/>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92E70A75-2ADC-4D12-B12A-F31D195D5917}"/>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521FAF77-715A-45CC-B49E-43CCF9FCDE41}"/>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9295AC08-B942-42A7-AD10-8398377B4F06}"/>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1805200751"/>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7C2A2730-28BC-49E2-8B65-FF8681EBF063}"/>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82B0C983-B0EE-4163-9ADD-3DAD4D2EEB9F}"/>
              </a:ext>
            </a:extLst>
          </p:cNvPr>
          <p:cNvPicPr>
            <a:picLocks xmlns:a="http://schemas.openxmlformats.org/drawingml/2006/main" noChangeAspect="1"/>
          </p:cNvPicPr>
          <p:nvPr/>
        </p:nvPicPr>
        <p:blipFill>
          <a:blip xmlns:r="http://schemas.openxmlformats.org/officeDocument/2006/relationships" xmlns:a="http://schemas.openxmlformats.org/drawingml/2006/main" r:embed="R0efe70fe65734a4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BBC5454-6A47-4899-98BC-B0780ED7420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6BF510-F20B-4C07-B847-506DC584FD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685065E-0788-4C99-A243-8A9E9437732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C0DA951-2AF1-4B5A-98C5-6E20FCA8FA7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21FD5CA-DDB2-4E10-B997-32BE5BE232C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F5E95D47-F7CD-403B-996A-26475CE7C85C}"/>
              </a:ext>
            </a:extLst>
          </p:cNvPr>
          <p:cNvPicPr>
            <a:picLocks xmlns:a="http://schemas.openxmlformats.org/drawingml/2006/main" noChangeAspect="1"/>
          </p:cNvPicPr>
          <p:nvPr/>
        </p:nvPicPr>
        <p:blipFill>
          <a:blip xmlns:r="http://schemas.openxmlformats.org/officeDocument/2006/relationships" xmlns:a="http://schemas.openxmlformats.org/drawingml/2006/main" r:embed="R2abfd4f2a712412f"/>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FAF501F6-266E-462F-9062-736FF451CF8F}"/>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B817F8D7-DC00-4D7D-9C51-4019136E0837}"/>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506B6C57-4242-497D-A073-FAE0DF14A2FD}"/>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C286A269-F058-4D63-A830-CC970AA750F7}"/>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3A0BCBAB-1AF7-46EE-A64A-ADC33A19DFE4}"/>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678A77F5-D281-479A-BEB8-7B56C4593BAA}"/>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E1B8C538-453E-4192-B470-56905BCC4E8C}"/>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529552107"/>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FC973D89-4A03-410C-A671-E1A2277A9235}"/>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F0A8D25-3421-46C5-91BD-557E66BA298C}"/>
              </a:ext>
            </a:extLst>
          </p:cNvPr>
          <p:cNvPicPr>
            <a:picLocks xmlns:a="http://schemas.openxmlformats.org/drawingml/2006/main" noChangeAspect="1"/>
          </p:cNvPicPr>
          <p:nvPr/>
        </p:nvPicPr>
        <p:blipFill>
          <a:blip xmlns:r="http://schemas.openxmlformats.org/officeDocument/2006/relationships" xmlns:a="http://schemas.openxmlformats.org/drawingml/2006/main" r:embed="R89d216c8df6b49f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B29366B-98FA-4EA8-8163-D1B0686E24B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36A89D-D2E4-488A-8E11-50C9FB2D3E3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64FA19C-F7F9-4B15-9973-252871E8868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2E8963C-C7D6-4955-A724-01999F847E5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7CD71A4-8C06-4692-A24E-AE0A95C8BA3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319E2704-DBD3-464F-AC41-8682D2377FD7}"/>
              </a:ext>
            </a:extLst>
          </p:cNvPr>
          <p:cNvPicPr>
            <a:picLocks xmlns:a="http://schemas.openxmlformats.org/drawingml/2006/main" noChangeAspect="1"/>
          </p:cNvPicPr>
          <p:nvPr/>
        </p:nvPicPr>
        <p:blipFill>
          <a:blip xmlns:r="http://schemas.openxmlformats.org/officeDocument/2006/relationships" xmlns:a="http://schemas.openxmlformats.org/drawingml/2006/main" r:embed="Rd0140307713a4d97"/>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6761542C-5CB9-4444-A331-F1AD845A5601}"/>
              </a:ext>
            </a:extLst>
          </p:cNvPr>
          <p:cNvPicPr>
            <a:picLocks xmlns:a="http://schemas.openxmlformats.org/drawingml/2006/main" noChangeAspect="1"/>
          </p:cNvPicPr>
          <p:nvPr/>
        </p:nvPicPr>
        <p:blipFill>
          <a:blip xmlns:r="http://schemas.openxmlformats.org/officeDocument/2006/relationships" xmlns:a="http://schemas.openxmlformats.org/drawingml/2006/main" r:embed="R8543a01c17fd4406"/>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360E8CCB-F93E-478F-BD14-C56513299658}"/>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663D6092-CAD4-4543-918C-B7441626ABD8}"/>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BF627703-60FB-48DC-A008-EDD4E52543D4}"/>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8E68B3CF-D6AD-473F-BC0E-5E0B2644702A}"/>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750C46D8-033E-46F6-B7FF-53DD0541FF88}"/>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3FB2A12E-0C92-4152-BF2E-00959DD1CCE5}"/>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D6C1AB1C-C18B-4836-AB06-C3739BE163E4}"/>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789213452"/>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44CD64DC-5EE8-4685-B7DF-3C1B906251BC}"/>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D4346C30-B487-4808-B6E4-6810FE2717F8}"/>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56D65C71-C13C-4CFA-A941-A7848DB9D9F2}"/>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65AC5830-353E-4DBF-9892-F0436E61264B}"/>
              </a:ext>
            </a:extLst>
          </p:cNvPr>
          <p:cNvPicPr>
            <a:picLocks xmlns:a="http://schemas.openxmlformats.org/drawingml/2006/main" noChangeAspect="1"/>
          </p:cNvPicPr>
          <p:nvPr/>
        </p:nvPicPr>
        <p:blipFill>
          <a:blip xmlns:r="http://schemas.openxmlformats.org/officeDocument/2006/relationships" xmlns:a="http://schemas.openxmlformats.org/drawingml/2006/main" r:embed="Rba20be28de4f4d9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3AAF64F-8C8C-45DA-92D8-867DA2DF1E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E99587-6151-47EB-94DA-A19E9EA9997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1FC64CB-9B9D-4F94-BDB3-FA9A7F73C11D}"/>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4BAEAA8-F88B-45EA-AA73-65493E209D84}"/>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8C64903E-B983-49D1-BDF7-5EF559D1663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34E4CA00-4FB8-44F5-A823-4F3EC031E805}"/>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72AC30B2-81D2-43C4-8C24-D01BBFBC1E16}"/>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04B36E6B-2586-4DF4-8228-8B5BF5D67DE1}"/>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AA870C8C-1200-42BC-87AE-3FD14710FBB1}"/>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CAFCC965-D542-4A65-8BA7-E61E8A9A2FA6}"/>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D524DC4A-DACB-40A8-89B5-DB89292422E1}"/>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3D14D83D-349B-4D7E-97A1-740BA6D1F6FF}"/>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C1A84D41-2E38-4629-8201-942C96BD1F61}"/>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9E6B0BF5-C8C2-47A5-9F25-33B2FE348F74}"/>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6F84EE0B-17AA-473A-9770-2F4ADE7D6B89}"/>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504282020"/>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923F5A4-F569-4CCF-A4E9-098D2A88129A}"/>
              </a:ext>
            </a:extLst>
          </p:cNvPr>
          <p:cNvPicPr>
            <a:picLocks xmlns:a="http://schemas.openxmlformats.org/drawingml/2006/main" noChangeAspect="1"/>
          </p:cNvPicPr>
          <p:nvPr/>
        </p:nvPicPr>
        <p:blipFill>
          <a:blip xmlns:r="http://schemas.openxmlformats.org/officeDocument/2006/relationships" xmlns:a="http://schemas.openxmlformats.org/drawingml/2006/main" r:embed="Rf9148f46ddf34653"/>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096D0E9-61A3-4A1C-8391-F0C8F82F6B9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9D16C1C4-2CD4-4FF4-9C4B-3893DB37590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04B9BE6A-D7F9-464E-B03A-55592C73B1D0}"/>
              </a:ext>
            </a:extLst>
          </p:cNvPr>
          <p:cNvPicPr>
            <a:picLocks xmlns:a="http://schemas.openxmlformats.org/drawingml/2006/main" noChangeAspect="1"/>
          </p:cNvPicPr>
          <p:nvPr/>
        </p:nvPicPr>
        <p:blipFill>
          <a:blip xmlns:r="http://schemas.openxmlformats.org/officeDocument/2006/relationships" xmlns:a="http://schemas.openxmlformats.org/drawingml/2006/main" r:embed="R0112107975564b2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65E5B9F-50AB-41AB-AA77-B8F6CB6216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F33322D-C8B7-45BD-8F2A-5575D766D7E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B420D6D3-8D56-4FFB-8BAE-A65E04E5092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49FC9220-D2E0-4673-A0C6-9123C6FF0C8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632856084"/>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9C2DD97E-6930-426C-9A98-F77F19117ED4}"/>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E5C6D8BD-1627-4F7E-8A95-BEB5B76E1009}"/>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2B2CE7D-5F71-4540-9529-A54B92B66717}"/>
              </a:ext>
            </a:extLst>
          </p:cNvPr>
          <p:cNvPicPr>
            <a:picLocks xmlns:a="http://schemas.openxmlformats.org/drawingml/2006/main" noChangeAspect="1"/>
          </p:cNvPicPr>
          <p:nvPr/>
        </p:nvPicPr>
        <p:blipFill>
          <a:blip xmlns:r="http://schemas.openxmlformats.org/officeDocument/2006/relationships" xmlns:a="http://schemas.openxmlformats.org/drawingml/2006/main" r:embed="Rc080baa105ea4d7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0ECA5F-89F7-4CA9-A807-A1FFDDB72B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AD9366-2751-432C-BA62-5A396DA34B7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7D1E85C2-F248-4F94-A8A0-49BB666F73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601F22-DDBE-445C-80B5-6099FD9D090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8B0F4174-A623-4976-8AC3-4871F38D3EE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D2EE03CA-A2E3-4D34-9779-A4053C973126}"/>
              </a:ext>
            </a:extLst>
          </p:cNvPr>
          <p:cNvPicPr>
            <a:picLocks xmlns:a="http://schemas.openxmlformats.org/drawingml/2006/main" noChangeAspect="1"/>
          </p:cNvPicPr>
          <p:nvPr/>
        </p:nvPicPr>
        <p:blipFill>
          <a:blip xmlns:r="http://schemas.openxmlformats.org/officeDocument/2006/relationships" xmlns:a="http://schemas.openxmlformats.org/drawingml/2006/main" r:embed="R7bf750e3e4c846b4"/>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0C65E06-C3DE-46CC-A910-F5A9BDCB2A39}"/>
              </a:ext>
            </a:extLst>
          </p:cNvPr>
          <p:cNvPicPr>
            <a:picLocks xmlns:a="http://schemas.openxmlformats.org/drawingml/2006/main" noChangeAspect="1"/>
          </p:cNvPicPr>
          <p:nvPr/>
        </p:nvPicPr>
        <p:blipFill>
          <a:blip xmlns:r="http://schemas.openxmlformats.org/officeDocument/2006/relationships" xmlns:a="http://schemas.openxmlformats.org/drawingml/2006/main" r:embed="R378a7a9e34764ee9"/>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AD0CC2FF-D164-40DB-A459-2D6D6A89A3CA}"/>
              </a:ext>
            </a:extLst>
          </p:cNvPr>
          <p:cNvPicPr>
            <a:picLocks xmlns:a="http://schemas.openxmlformats.org/drawingml/2006/main" noChangeAspect="1"/>
          </p:cNvPicPr>
          <p:nvPr/>
        </p:nvPicPr>
        <p:blipFill>
          <a:blip xmlns:r="http://schemas.openxmlformats.org/officeDocument/2006/relationships" xmlns:a="http://schemas.openxmlformats.org/drawingml/2006/main" r:embed="Re14c0a0aa15a4f0a"/>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AF1A881-14E0-49CB-AA2B-02E0D8FAFAC0}"/>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2D5A0E0E-2006-450E-9503-4FFC563624B0}"/>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2071417019"/>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7E22381D-A6CB-4C5B-AD97-B1490207DCC0}"/>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5368B512-0BA5-4BF9-84FD-B14BFDEE73FB}"/>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4C233445-7864-4844-A3DB-C585AD2842DB}"/>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840F0BB-FD65-456A-8DA1-1960AA82192C}"/>
              </a:ext>
            </a:extLst>
          </p:cNvPr>
          <p:cNvPicPr>
            <a:picLocks xmlns:a="http://schemas.openxmlformats.org/drawingml/2006/main" noChangeAspect="1"/>
          </p:cNvPicPr>
          <p:nvPr/>
        </p:nvPicPr>
        <p:blipFill>
          <a:blip xmlns:r="http://schemas.openxmlformats.org/officeDocument/2006/relationships" xmlns:a="http://schemas.openxmlformats.org/drawingml/2006/main" r:embed="R62ceef5709504da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770BB6B-B7B6-4B72-BA73-EF225E13D8E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05A00D0-7032-488B-AAEB-962F8C3081F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A16CBA0F-85D2-40E7-BD8E-73CE4409D09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F6B5840-6EEB-471F-A0BD-42093D868F6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6FAE3FC-51B7-4DBF-9A34-CEC7C312C97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63D6F0DA-87B9-4B26-8006-ED73DF37FAD9}"/>
              </a:ext>
            </a:extLst>
          </p:cNvPr>
          <p:cNvPicPr>
            <a:picLocks xmlns:a="http://schemas.openxmlformats.org/drawingml/2006/main" noChangeAspect="1"/>
          </p:cNvPicPr>
          <p:nvPr/>
        </p:nvPicPr>
        <p:blipFill>
          <a:blip xmlns:r="http://schemas.openxmlformats.org/officeDocument/2006/relationships" xmlns:a="http://schemas.openxmlformats.org/drawingml/2006/main" r:embed="Ra36eedc438da4c50"/>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D671F536-C3F8-4B9C-BDB6-B22BEC1F8D2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ED5B8D11-B9E8-4EEF-8152-54D16EA09A5E}"/>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54AD7814-504D-47AB-8A65-AB1DA85DF1B9}"/>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64EEFCE7-BC95-42C9-812F-1CA51599B62F}"/>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6A2497AE-1E67-4642-A0E1-27205EB0734A}"/>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247926825"/>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4E10CC2E-1BD4-414E-A07C-3DDAE37A4D2E}"/>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056E5D20-9E25-4CC7-800C-591219060D85}"/>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6FB6EC1E-4BFB-4469-A6C8-77AD7089F5D4}"/>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8EB4466-D18B-480D-8CBE-41096C50CC4F}"/>
              </a:ext>
            </a:extLst>
          </p:cNvPr>
          <p:cNvPicPr>
            <a:picLocks xmlns:a="http://schemas.openxmlformats.org/drawingml/2006/main" noChangeAspect="1"/>
          </p:cNvPicPr>
          <p:nvPr/>
        </p:nvPicPr>
        <p:blipFill>
          <a:blip xmlns:r="http://schemas.openxmlformats.org/officeDocument/2006/relationships" xmlns:a="http://schemas.openxmlformats.org/drawingml/2006/main" r:embed="R619405357574495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B9A047C-CE2C-474F-B77C-2C8CAAEBAF2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74EEC31-414E-4BE8-832F-8DD18D7BCDD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51690561-9761-4E97-8E2A-F514507B35A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55658F8-4891-488B-BA4A-44B7A8C7EBB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5BF5A1A-0A87-4EB5-95CA-095F4027704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2735B93E-E068-4E12-96DB-D7A377F82E2B}"/>
              </a:ext>
            </a:extLst>
          </p:cNvPr>
          <p:cNvPicPr>
            <a:picLocks xmlns:a="http://schemas.openxmlformats.org/drawingml/2006/main" noChangeAspect="1"/>
          </p:cNvPicPr>
          <p:nvPr/>
        </p:nvPicPr>
        <p:blipFill>
          <a:blip xmlns:r="http://schemas.openxmlformats.org/officeDocument/2006/relationships" xmlns:a="http://schemas.openxmlformats.org/drawingml/2006/main" r:embed="R4edbf7de2b8346c0"/>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77F4E022-27F2-4C3C-BD7F-20056820D8A7}"/>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E1C9876F-3069-4700-8A4E-51B81DB20618}"/>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EFD1DA4C-D9BC-4A05-B0D5-542BD2AFDC1F}"/>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D9A70C32-08FB-4022-B533-BD8898801883}"/>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16B5E76C-6745-431F-B6A0-74D4044B0226}"/>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E5E4509A-67E4-4B7B-9C9A-A14E81FBDB3C}"/>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8CF91976-CEEC-45F8-9E91-5F871119F8DE}"/>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E9BDDFB2-5FED-4D79-AAB4-BAB10B213256}"/>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76D32B0D-6298-4B5C-8324-0E64886700C4}"/>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50D0D87A-0F71-42E9-BD42-C5D023605D72}"/>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762101617"/>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BE27D81-E0D3-4F71-B6CF-CE6D23F85A62}"/>
              </a:ext>
            </a:extLst>
          </p:cNvPr>
          <p:cNvPicPr>
            <a:picLocks xmlns:a="http://schemas.openxmlformats.org/drawingml/2006/main" noChangeAspect="1"/>
          </p:cNvPicPr>
          <p:nvPr/>
        </p:nvPicPr>
        <p:blipFill>
          <a:blip xmlns:r="http://schemas.openxmlformats.org/officeDocument/2006/relationships" xmlns:a="http://schemas.openxmlformats.org/drawingml/2006/main" r:embed="Rb423b71748ad41d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7751B76-E9D6-490C-B774-602F59636F5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3C1D09-2496-4B0C-BA34-3D0B5FFF8A6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39640C8-2D2A-4F47-ACC4-B7B66A28D56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7C31496-ED4C-4FC7-A8A1-2450BA2DC5A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AFEC294-32B0-421A-81B9-D8BBA4BBECC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C04D9CE8-6EBF-4C93-BDC4-0097EF96FA5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E823EAC-9421-43B9-9F9B-CA7043B913F1}"/>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A57B3DD-A2F9-4274-ABCA-701C43C35B6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D174103-2E27-4631-B484-9705CE05538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91C3C57-987E-4A95-B8DC-04B1BB7EACB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4AE98FE-F905-4EBD-84E0-A60C0B85B447}"/>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32396112"/>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1A10EE2-82E3-4ACF-B907-9415429DFAA2}"/>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59C0B04-1A9F-47F1-879F-C1219B178BAE}"/>
              </a:ext>
            </a:extLst>
          </p:cNvPr>
          <p:cNvPicPr>
            <a:picLocks xmlns:a="http://schemas.openxmlformats.org/drawingml/2006/main" noChangeAspect="1"/>
          </p:cNvPicPr>
          <p:nvPr/>
        </p:nvPicPr>
        <p:blipFill>
          <a:blip xmlns:r="http://schemas.openxmlformats.org/officeDocument/2006/relationships" xmlns:a="http://schemas.openxmlformats.org/drawingml/2006/main" r:embed="Ra7074fbcb6d542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C536C4-D5FA-4D54-BA9B-16045CAFD69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BCE75C-4397-40F9-A4BE-63047DE5590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28B35018-F295-49D8-92DE-2BB7AD78636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35C8591-A251-4D06-8CA8-84B82DD820F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6B0BC2F-66C4-4F67-B5FB-7D870A29F48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2FD0EBBE-0B0E-4DDD-8264-E8F9E4F97CF8}"/>
              </a:ext>
            </a:extLst>
          </p:cNvPr>
          <p:cNvPicPr>
            <a:picLocks xmlns:a="http://schemas.openxmlformats.org/drawingml/2006/main" noChangeAspect="1"/>
          </p:cNvPicPr>
          <p:nvPr/>
        </p:nvPicPr>
        <p:blipFill>
          <a:blip xmlns:r="http://schemas.openxmlformats.org/officeDocument/2006/relationships" xmlns:a="http://schemas.openxmlformats.org/drawingml/2006/main" r:embed="R072d9f9bd56445bc"/>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02A21AA-45B7-4499-AE98-715EC0EB9A30}"/>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748599153"/>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99315E9-190A-4F92-AD3C-15B566FD05E3}"/>
              </a:ext>
            </a:extLst>
          </p:cNvPr>
          <p:cNvPicPr>
            <a:picLocks xmlns:a="http://schemas.openxmlformats.org/drawingml/2006/main" noChangeAspect="1"/>
          </p:cNvPicPr>
          <p:nvPr/>
        </p:nvPicPr>
        <p:blipFill>
          <a:blip xmlns:r="http://schemas.openxmlformats.org/officeDocument/2006/relationships" xmlns:a="http://schemas.openxmlformats.org/drawingml/2006/main" r:embed="R2cd484460360493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A5F2837-E26F-4259-884D-4DCA3D22BC3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71B30B-F26A-45B0-803A-18F79985C33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A2D152C0-6941-4353-B894-F7C6681F7C7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9B6476B-0442-45BD-A705-B16F0E6A50A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4D3BE36-D5D1-4A0D-BEF5-B7AFA05C43E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4D244E1F-98A6-4A8A-AC85-1B0144730E7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D8C53E6-87A1-4F1F-B3F7-A88E43FC6D50}"/>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501FBC7-F3A0-4D38-A115-478234CC8D6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7670B99-55FC-4B9F-9465-ADA7909218B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2106B05-B005-47CD-9D2A-59F5AB46445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E8735CC-5375-406C-8CBB-A666C054150C}"/>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498334573"/>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F1D6F418-C0E5-42CF-BE7A-9842CE54A57F}"/>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5610D822-2EBA-4630-BBDB-884E4BAF2824}"/>
              </a:ext>
            </a:extLst>
          </p:cNvPr>
          <p:cNvPicPr>
            <a:picLocks xmlns:a="http://schemas.openxmlformats.org/drawingml/2006/main" noChangeAspect="1"/>
          </p:cNvPicPr>
          <p:nvPr/>
        </p:nvPicPr>
        <p:blipFill>
          <a:blip xmlns:r="http://schemas.openxmlformats.org/officeDocument/2006/relationships" xmlns:a="http://schemas.openxmlformats.org/drawingml/2006/main" r:embed="R0aca5ebf324449a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F8F12C5-0DE8-4F58-A259-844C3660456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785F92-C78C-4190-8031-021B63D38CA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627ED051-A047-4154-BFF8-9B24B9E25FB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2D23236-88F1-46ED-94DA-BD77B80D929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53780AF-C254-4BBB-8892-6A8337DF818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52E444EC-F814-494D-B200-DF6BDC57732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0F873258-4F85-41E8-A811-5902908CEE33}"/>
              </a:ext>
            </a:extLst>
          </p:cNvPr>
          <p:cNvPicPr>
            <a:picLocks xmlns:a="http://schemas.openxmlformats.org/drawingml/2006/main" noChangeAspect="1"/>
          </p:cNvPicPr>
          <p:nvPr/>
        </p:nvPicPr>
        <p:blipFill>
          <a:blip xmlns:r="http://schemas.openxmlformats.org/officeDocument/2006/relationships" xmlns:a="http://schemas.openxmlformats.org/drawingml/2006/main" r:embed="R18407126b2664157"/>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C525FB39-DAFC-4957-AE57-EE8D7F5259DD}"/>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3B27D3A9-E1A6-46F5-BC5E-26D449B296C8}"/>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8C86BD3A-FB9F-43CC-AD6E-58FA930F81E3}"/>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8708A2B8-CCFB-4E3E-86F7-C8929DE80C3F}"/>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1757591240"/>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237E961-DCE0-4E99-B99F-F9519895F8F9}"/>
              </a:ext>
            </a:extLst>
          </p:cNvPr>
          <p:cNvPicPr>
            <a:picLocks xmlns:a="http://schemas.openxmlformats.org/drawingml/2006/main" noChangeAspect="1"/>
          </p:cNvPicPr>
          <p:nvPr/>
        </p:nvPicPr>
        <p:blipFill>
          <a:blip xmlns:r="http://schemas.openxmlformats.org/officeDocument/2006/relationships" xmlns:a="http://schemas.openxmlformats.org/drawingml/2006/main" r:embed="R224f75f4d05d44b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9742B1-35F2-46AE-B79E-4CDC2CD23B8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AAE238-709B-4E41-BE63-9A7744948D4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24B9967-EA79-48FE-B531-F211CE8CD5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964EE31-3F41-444F-A033-0DC430D3E0A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E8E54D5-91A4-4894-B414-656310BDE4AB}"/>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48A4143C-2228-4D69-BF93-16CF600929DF}"/>
              </a:ext>
            </a:extLst>
          </p:cNvPr>
          <p:cNvPicPr>
            <a:picLocks xmlns:a="http://schemas.openxmlformats.org/drawingml/2006/main" noChangeAspect="1"/>
          </p:cNvPicPr>
          <p:nvPr/>
        </p:nvPicPr>
        <p:blipFill>
          <a:blip xmlns:r="http://schemas.openxmlformats.org/officeDocument/2006/relationships" xmlns:a="http://schemas.openxmlformats.org/drawingml/2006/main" r:embed="R41079ff370664c4b"/>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7E11134-BD2A-4698-BDDF-97928CAD664D}"/>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A5F250E0-A693-4A5B-8B0C-94D3D7FC9729}"/>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4F4FCE6D-FBE3-4CE2-8C77-FF320B380635}"/>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380D6824-4596-43EE-9896-9F041E795E5A}"/>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C073439C-DB78-42CE-9971-63E19696C253}"/>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662873A2-6A1A-4CDA-8E90-5B78BF76C30A}"/>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02DEFA1C-E75A-489E-84D7-887716303A3A}"/>
              </a:ext>
            </a:extLst>
          </p:cNvPr>
          <p:cNvPicPr>
            <a:picLocks xmlns:a="http://schemas.openxmlformats.org/drawingml/2006/main" noChangeAspect="1"/>
          </p:cNvPicPr>
          <p:nvPr/>
        </p:nvPicPr>
        <p:blipFill>
          <a:blip xmlns:r="http://schemas.openxmlformats.org/officeDocument/2006/relationships" xmlns:a="http://schemas.openxmlformats.org/drawingml/2006/main" r:embed="R385d9a2aab104bd8"/>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ED4D9960-BBA3-47CA-B25C-F8AC570EF365}"/>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158A60D-F739-4735-9172-F51DA81AA90A}"/>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0DCA4642-DF28-4CF0-9C2C-A5F3061758B1}"/>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2135C12D-1C5C-4F57-9382-7D415B4E38C1}"/>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156CACFA-18FA-4555-922A-F88F0A24971D}"/>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7749A9AD-902D-40BC-9F76-FA59BCCE5416}"/>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54B947BD-A226-45FB-9EA4-767EDE10E476}"/>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D8E8426D-D771-4AE0-99F1-458B5F48F545}"/>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F63D781C-9DC7-4B50-9B81-435FE28D7583}"/>
              </a:ext>
            </a:extLst>
          </p:cNvPr>
          <p:cNvPicPr>
            <a:picLocks xmlns:a="http://schemas.openxmlformats.org/drawingml/2006/main" noChangeAspect="1"/>
          </p:cNvPicPr>
          <p:nvPr/>
        </p:nvPicPr>
        <p:blipFill>
          <a:blip xmlns:r="http://schemas.openxmlformats.org/officeDocument/2006/relationships" xmlns:a="http://schemas.openxmlformats.org/drawingml/2006/main" r:embed="R81ec4ffd12a74027"/>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463647540"/>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0AA05CD4-6D66-42BC-9909-201B75863377}"/>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6232B327-1467-4994-9571-012F2A241E34}"/>
              </a:ext>
            </a:extLst>
          </p:cNvPr>
          <p:cNvPicPr>
            <a:picLocks xmlns:a="http://schemas.openxmlformats.org/drawingml/2006/main" noChangeAspect="1"/>
          </p:cNvPicPr>
          <p:nvPr/>
        </p:nvPicPr>
        <p:blipFill>
          <a:blip xmlns:r="http://schemas.openxmlformats.org/officeDocument/2006/relationships" xmlns:a="http://schemas.openxmlformats.org/drawingml/2006/main" r:embed="R13802422a2774e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58A8C6-3CBD-4654-800A-FC5DB06EA02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B9C2813-EF9D-4C87-BB4D-7B9933E949E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510EBD5D-7014-4093-A65D-671D6E386BE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ED7C2A7-3CEF-4A80-B0F8-30D94165C32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5B607555-7369-458E-A3AD-19A42B033BE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50D522C1-E830-41F3-91A6-818FF39B59AD}"/>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D7D7FA11-F9F9-47CA-83C3-224D473E2731}"/>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6F557D61-6DF1-4982-BF45-6156EA6514FB}"/>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B082938D-58A2-45EF-A17F-33A6ECCCF6BB}"/>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49CE0148-2158-4BB7-8812-5A9A4AA14174}"/>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F95E5FFD-ECBE-4717-B54F-EB0B180CAB09}"/>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B95FA8DA-239E-4913-8FD4-C7E3F431E604}"/>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685F7B01-3924-480B-B87C-FC18724FABD3}"/>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F1B7B320-889E-490C-BDB7-34E5F2198ABE}"/>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782299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2026-10-28T23:31:42.3130000Z</dcterms:created>
  <dcterms:modified xsi:type="dcterms:W3CDTF">2026-10-28T23:31:42.3130000Z</dcterms:modified>
</coreProperties>
</file>