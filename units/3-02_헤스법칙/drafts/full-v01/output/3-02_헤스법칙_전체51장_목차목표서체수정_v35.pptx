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803d06d30c4b9d" /><Relationship Type="http://schemas.openxmlformats.org/officeDocument/2006/relationships/extended-properties" Target="/docProps/app.xml" Id="R12708297c54d44fd" /><Relationship Type="http://schemas.openxmlformats.org/officeDocument/2006/relationships/officeDocument" Target="/ppt/presentation.xml" Id="R3ae4ea4e8d9d4c60" /></Relationships>
</file>

<file path=ppt/presentation.xml><?xml version="1.0" encoding="utf-8"?>
<p:presentation xmlns:p="http://schemas.openxmlformats.org/presentationml/2006/main">
  <p:sldMasterIdLst>
    <p:sldMasterId xmlns:r="http://schemas.openxmlformats.org/officeDocument/2006/relationships" id="2147483648" r:id="Rfc2dc1b5ffd54e4b"/>
  </p:sldMasterIdLst>
  <p:notesMasterIdLst>
    <p:notesMasterId xmlns:r="http://schemas.openxmlformats.org/officeDocument/2006/relationships" r:id="Ra269660f82a845ba"/>
  </p:notesMasterIdLst>
  <p:sldIdLst>
    <p:sldId xmlns:r="http://schemas.openxmlformats.org/officeDocument/2006/relationships" id="256" r:id="Re31e37ba4f6a490c"/>
    <p:sldId xmlns:r="http://schemas.openxmlformats.org/officeDocument/2006/relationships" id="257" r:id="R516a01c3de884e0f"/>
    <p:sldId xmlns:r="http://schemas.openxmlformats.org/officeDocument/2006/relationships" id="258" r:id="R1cdb62118258484c"/>
    <p:sldId xmlns:r="http://schemas.openxmlformats.org/officeDocument/2006/relationships" id="259" r:id="Rca26fc59ee804eca"/>
    <p:sldId xmlns:r="http://schemas.openxmlformats.org/officeDocument/2006/relationships" id="260" r:id="R1faec800ec3345a5"/>
    <p:sldId xmlns:r="http://schemas.openxmlformats.org/officeDocument/2006/relationships" id="261" r:id="R68262a5f0fba4d58"/>
    <p:sldId xmlns:r="http://schemas.openxmlformats.org/officeDocument/2006/relationships" id="262" r:id="R570601edf98e437c"/>
    <p:sldId xmlns:r="http://schemas.openxmlformats.org/officeDocument/2006/relationships" id="263" r:id="Rc0e8b3cfb22d4f64"/>
    <p:sldId xmlns:r="http://schemas.openxmlformats.org/officeDocument/2006/relationships" id="264" r:id="R462a2a75395b47bd"/>
    <p:sldId xmlns:r="http://schemas.openxmlformats.org/officeDocument/2006/relationships" id="265" r:id="Rc636741adf744746"/>
    <p:sldId xmlns:r="http://schemas.openxmlformats.org/officeDocument/2006/relationships" id="266" r:id="Rc0c9024bdff245c9"/>
    <p:sldId xmlns:r="http://schemas.openxmlformats.org/officeDocument/2006/relationships" id="267" r:id="R34a8f2cefddf4257"/>
    <p:sldId xmlns:r="http://schemas.openxmlformats.org/officeDocument/2006/relationships" id="268" r:id="R0a43172747524adc"/>
    <p:sldId xmlns:r="http://schemas.openxmlformats.org/officeDocument/2006/relationships" id="269" r:id="R437ebe3cc7664690"/>
    <p:sldId xmlns:r="http://schemas.openxmlformats.org/officeDocument/2006/relationships" id="270" r:id="R63905243f87f4f73"/>
    <p:sldId xmlns:r="http://schemas.openxmlformats.org/officeDocument/2006/relationships" id="271" r:id="R951c940ec2e04719"/>
    <p:sldId xmlns:r="http://schemas.openxmlformats.org/officeDocument/2006/relationships" id="272" r:id="R15424727809c4216"/>
    <p:sldId xmlns:r="http://schemas.openxmlformats.org/officeDocument/2006/relationships" id="273" r:id="R7e56623554ce41a3"/>
    <p:sldId xmlns:r="http://schemas.openxmlformats.org/officeDocument/2006/relationships" id="274" r:id="R37e4a6b2f5c64658"/>
    <p:sldId xmlns:r="http://schemas.openxmlformats.org/officeDocument/2006/relationships" id="275" r:id="R8ee192dac897450b"/>
    <p:sldId xmlns:r="http://schemas.openxmlformats.org/officeDocument/2006/relationships" id="276" r:id="R07b41207f03b4d5f"/>
    <p:sldId xmlns:r="http://schemas.openxmlformats.org/officeDocument/2006/relationships" id="277" r:id="R00dca6954b114c1a"/>
    <p:sldId xmlns:r="http://schemas.openxmlformats.org/officeDocument/2006/relationships" id="278" r:id="R79c0e2fde15a451c"/>
    <p:sldId xmlns:r="http://schemas.openxmlformats.org/officeDocument/2006/relationships" id="279" r:id="R0d7595c8663348a9"/>
    <p:sldId xmlns:r="http://schemas.openxmlformats.org/officeDocument/2006/relationships" id="280" r:id="R6fcccbf5af4b49b7"/>
    <p:sldId xmlns:r="http://schemas.openxmlformats.org/officeDocument/2006/relationships" id="281" r:id="R3eaa8b697a794163"/>
    <p:sldId xmlns:r="http://schemas.openxmlformats.org/officeDocument/2006/relationships" id="282" r:id="Rc460607444bb45dc"/>
    <p:sldId xmlns:r="http://schemas.openxmlformats.org/officeDocument/2006/relationships" id="283" r:id="R98d4c5144fb640ec"/>
    <p:sldId xmlns:r="http://schemas.openxmlformats.org/officeDocument/2006/relationships" id="284" r:id="R0a7a07fe7b6e4969"/>
    <p:sldId xmlns:r="http://schemas.openxmlformats.org/officeDocument/2006/relationships" id="285" r:id="R77b8546a3419424c"/>
    <p:sldId xmlns:r="http://schemas.openxmlformats.org/officeDocument/2006/relationships" id="286" r:id="Rb7ec8b28ee8547a1"/>
    <p:sldId xmlns:r="http://schemas.openxmlformats.org/officeDocument/2006/relationships" id="287" r:id="R78a20f9d61a54d2d"/>
    <p:sldId xmlns:r="http://schemas.openxmlformats.org/officeDocument/2006/relationships" id="288" r:id="R0aaaae13798d41bb"/>
    <p:sldId xmlns:r="http://schemas.openxmlformats.org/officeDocument/2006/relationships" id="289" r:id="Rb9899428191b4cfe"/>
    <p:sldId xmlns:r="http://schemas.openxmlformats.org/officeDocument/2006/relationships" id="290" r:id="R26276e1ee14947ec"/>
    <p:sldId xmlns:r="http://schemas.openxmlformats.org/officeDocument/2006/relationships" id="291" r:id="R436e4e5edbca4442"/>
    <p:sldId xmlns:r="http://schemas.openxmlformats.org/officeDocument/2006/relationships" id="292" r:id="R665128b368ee4478"/>
    <p:sldId xmlns:r="http://schemas.openxmlformats.org/officeDocument/2006/relationships" id="293" r:id="Rb6ef364ea70349bc"/>
    <p:sldId xmlns:r="http://schemas.openxmlformats.org/officeDocument/2006/relationships" id="294" r:id="R3f1f3787b9dc403f"/>
    <p:sldId xmlns:r="http://schemas.openxmlformats.org/officeDocument/2006/relationships" id="295" r:id="R199b996466cc4170"/>
    <p:sldId xmlns:r="http://schemas.openxmlformats.org/officeDocument/2006/relationships" id="296" r:id="R39dc576157fa4b10"/>
    <p:sldId xmlns:r="http://schemas.openxmlformats.org/officeDocument/2006/relationships" id="297" r:id="R0b05d2db1acb4c4d"/>
    <p:sldId xmlns:r="http://schemas.openxmlformats.org/officeDocument/2006/relationships" id="298" r:id="Ree34deda855e4584"/>
    <p:sldId xmlns:r="http://schemas.openxmlformats.org/officeDocument/2006/relationships" id="299" r:id="Rc880dbe2787342ac"/>
    <p:sldId xmlns:r="http://schemas.openxmlformats.org/officeDocument/2006/relationships" id="300" r:id="R4c4ca3f07c454f48"/>
    <p:sldId xmlns:r="http://schemas.openxmlformats.org/officeDocument/2006/relationships" id="301" r:id="R8a8051eac3114c3d"/>
    <p:sldId xmlns:r="http://schemas.openxmlformats.org/officeDocument/2006/relationships" id="302" r:id="Rc785870cc50a47bf"/>
    <p:sldId xmlns:r="http://schemas.openxmlformats.org/officeDocument/2006/relationships" id="303" r:id="R3a2ac173d83a44f6"/>
    <p:sldId xmlns:r="http://schemas.openxmlformats.org/officeDocument/2006/relationships" id="304" r:id="Re202af5495cc4f36"/>
    <p:sldId xmlns:r="http://schemas.openxmlformats.org/officeDocument/2006/relationships" id="305" r:id="R0c2f7950b490410c"/>
    <p:sldId xmlns:r="http://schemas.openxmlformats.org/officeDocument/2006/relationships" id="306" r:id="R1dcfbfd598d64d9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313fb81266463b" /><Relationship Type="http://schemas.openxmlformats.org/officeDocument/2006/relationships/slideMaster" Target="/ppt/slideMasters/slideMaster1.xml" Id="Rfc2dc1b5ffd54e4b" /><Relationship Type="http://schemas.openxmlformats.org/officeDocument/2006/relationships/notesMaster" Target="/ppt/notesMasters/notesMaster1.xml" Id="Ra269660f82a845ba" /><Relationship Type="http://schemas.openxmlformats.org/officeDocument/2006/relationships/presProps" Target="/ppt/presProps.xml" Id="R1d50c426c40d4575" /><Relationship Type="http://schemas.openxmlformats.org/officeDocument/2006/relationships/tableStyles" Target="/ppt/tableStyles.xml" Id="R559eb0f24fa74f3e" /><Relationship Type="http://schemas.openxmlformats.org/officeDocument/2006/relationships/slide" Target="/ppt/slides/slide1.xml" Id="Re31e37ba4f6a490c" /><Relationship Type="http://schemas.openxmlformats.org/officeDocument/2006/relationships/slide" Target="/ppt/slides/slide2.xml" Id="R516a01c3de884e0f" /><Relationship Type="http://schemas.openxmlformats.org/officeDocument/2006/relationships/slide" Target="/ppt/slides/slide3.xml" Id="R1cdb62118258484c" /><Relationship Type="http://schemas.openxmlformats.org/officeDocument/2006/relationships/slide" Target="/ppt/slides/slide4.xml" Id="Rca26fc59ee804eca" /><Relationship Type="http://schemas.openxmlformats.org/officeDocument/2006/relationships/slide" Target="/ppt/slides/slide5.xml" Id="R1faec800ec3345a5" /><Relationship Type="http://schemas.openxmlformats.org/officeDocument/2006/relationships/slide" Target="/ppt/slides/slide6.xml" Id="R68262a5f0fba4d58" /><Relationship Type="http://schemas.openxmlformats.org/officeDocument/2006/relationships/slide" Target="/ppt/slides/slide7.xml" Id="R570601edf98e437c" /><Relationship Type="http://schemas.openxmlformats.org/officeDocument/2006/relationships/slide" Target="/ppt/slides/slide8.xml" Id="Rc0e8b3cfb22d4f64" /><Relationship Type="http://schemas.openxmlformats.org/officeDocument/2006/relationships/slide" Target="/ppt/slides/slide9.xml" Id="R462a2a75395b47bd" /><Relationship Type="http://schemas.openxmlformats.org/officeDocument/2006/relationships/slide" Target="/ppt/slides/slide10.xml" Id="Rc636741adf744746" /><Relationship Type="http://schemas.openxmlformats.org/officeDocument/2006/relationships/slide" Target="/ppt/slides/slide11.xml" Id="Rc0c9024bdff245c9" /><Relationship Type="http://schemas.openxmlformats.org/officeDocument/2006/relationships/slide" Target="/ppt/slides/slide12.xml" Id="R34a8f2cefddf4257" /><Relationship Type="http://schemas.openxmlformats.org/officeDocument/2006/relationships/slide" Target="/ppt/slides/slide13.xml" Id="R0a43172747524adc" /><Relationship Type="http://schemas.openxmlformats.org/officeDocument/2006/relationships/slide" Target="/ppt/slides/slide14.xml" Id="R437ebe3cc7664690" /><Relationship Type="http://schemas.openxmlformats.org/officeDocument/2006/relationships/slide" Target="/ppt/slides/slide15.xml" Id="R63905243f87f4f73" /><Relationship Type="http://schemas.openxmlformats.org/officeDocument/2006/relationships/slide" Target="/ppt/slides/slide16.xml" Id="R951c940ec2e04719" /><Relationship Type="http://schemas.openxmlformats.org/officeDocument/2006/relationships/slide" Target="/ppt/slides/slide17.xml" Id="R15424727809c4216" /><Relationship Type="http://schemas.openxmlformats.org/officeDocument/2006/relationships/slide" Target="/ppt/slides/slide18.xml" Id="R7e56623554ce41a3" /><Relationship Type="http://schemas.openxmlformats.org/officeDocument/2006/relationships/slide" Target="/ppt/slides/slide19.xml" Id="R37e4a6b2f5c64658" /><Relationship Type="http://schemas.openxmlformats.org/officeDocument/2006/relationships/slide" Target="/ppt/slides/slide20.xml" Id="R8ee192dac897450b" /><Relationship Type="http://schemas.openxmlformats.org/officeDocument/2006/relationships/slide" Target="/ppt/slides/slide21.xml" Id="R07b41207f03b4d5f" /><Relationship Type="http://schemas.openxmlformats.org/officeDocument/2006/relationships/slide" Target="/ppt/slides/slide22.xml" Id="R00dca6954b114c1a" /><Relationship Type="http://schemas.openxmlformats.org/officeDocument/2006/relationships/slide" Target="/ppt/slides/slide23.xml" Id="R79c0e2fde15a451c" /><Relationship Type="http://schemas.openxmlformats.org/officeDocument/2006/relationships/slide" Target="/ppt/slides/slide24.xml" Id="R0d7595c8663348a9" /><Relationship Type="http://schemas.openxmlformats.org/officeDocument/2006/relationships/slide" Target="/ppt/slides/slide25.xml" Id="R6fcccbf5af4b49b7" /><Relationship Type="http://schemas.openxmlformats.org/officeDocument/2006/relationships/slide" Target="/ppt/slides/slide26.xml" Id="R3eaa8b697a794163" /><Relationship Type="http://schemas.openxmlformats.org/officeDocument/2006/relationships/slide" Target="/ppt/slides/slide27.xml" Id="Rc460607444bb45dc" /><Relationship Type="http://schemas.openxmlformats.org/officeDocument/2006/relationships/slide" Target="/ppt/slides/slide28.xml" Id="R98d4c5144fb640ec" /><Relationship Type="http://schemas.openxmlformats.org/officeDocument/2006/relationships/slide" Target="/ppt/slides/slide29.xml" Id="R0a7a07fe7b6e4969" /><Relationship Type="http://schemas.openxmlformats.org/officeDocument/2006/relationships/slide" Target="/ppt/slides/slide30.xml" Id="R77b8546a3419424c" /><Relationship Type="http://schemas.openxmlformats.org/officeDocument/2006/relationships/slide" Target="/ppt/slides/slide31.xml" Id="Rb7ec8b28ee8547a1" /><Relationship Type="http://schemas.openxmlformats.org/officeDocument/2006/relationships/slide" Target="/ppt/slides/slide32.xml" Id="R78a20f9d61a54d2d" /><Relationship Type="http://schemas.openxmlformats.org/officeDocument/2006/relationships/slide" Target="/ppt/slides/slide33.xml" Id="R0aaaae13798d41bb" /><Relationship Type="http://schemas.openxmlformats.org/officeDocument/2006/relationships/slide" Target="/ppt/slides/slide34.xml" Id="Rb9899428191b4cfe" /><Relationship Type="http://schemas.openxmlformats.org/officeDocument/2006/relationships/slide" Target="/ppt/slides/slide35.xml" Id="R26276e1ee14947ec" /><Relationship Type="http://schemas.openxmlformats.org/officeDocument/2006/relationships/slide" Target="/ppt/slides/slide36.xml" Id="R436e4e5edbca4442" /><Relationship Type="http://schemas.openxmlformats.org/officeDocument/2006/relationships/slide" Target="/ppt/slides/slide37.xml" Id="R665128b368ee4478" /><Relationship Type="http://schemas.openxmlformats.org/officeDocument/2006/relationships/slide" Target="/ppt/slides/slide38.xml" Id="Rb6ef364ea70349bc" /><Relationship Type="http://schemas.openxmlformats.org/officeDocument/2006/relationships/slide" Target="/ppt/slides/slide39.xml" Id="R3f1f3787b9dc403f" /><Relationship Type="http://schemas.openxmlformats.org/officeDocument/2006/relationships/slide" Target="/ppt/slides/slide40.xml" Id="R199b996466cc4170" /><Relationship Type="http://schemas.openxmlformats.org/officeDocument/2006/relationships/slide" Target="/ppt/slides/slide41.xml" Id="R39dc576157fa4b10" /><Relationship Type="http://schemas.openxmlformats.org/officeDocument/2006/relationships/slide" Target="/ppt/slides/slide42.xml" Id="R0b05d2db1acb4c4d" /><Relationship Type="http://schemas.openxmlformats.org/officeDocument/2006/relationships/slide" Target="/ppt/slides/slide43.xml" Id="Ree34deda855e4584" /><Relationship Type="http://schemas.openxmlformats.org/officeDocument/2006/relationships/slide" Target="/ppt/slides/slide44.xml" Id="Rc880dbe2787342ac" /><Relationship Type="http://schemas.openxmlformats.org/officeDocument/2006/relationships/slide" Target="/ppt/slides/slide45.xml" Id="R4c4ca3f07c454f48" /><Relationship Type="http://schemas.openxmlformats.org/officeDocument/2006/relationships/slide" Target="/ppt/slides/slide46.xml" Id="R8a8051eac3114c3d" /><Relationship Type="http://schemas.openxmlformats.org/officeDocument/2006/relationships/slide" Target="/ppt/slides/slide47.xml" Id="Rc785870cc50a47bf" /><Relationship Type="http://schemas.openxmlformats.org/officeDocument/2006/relationships/slide" Target="/ppt/slides/slide48.xml" Id="R3a2ac173d83a44f6" /><Relationship Type="http://schemas.openxmlformats.org/officeDocument/2006/relationships/slide" Target="/ppt/slides/slide49.xml" Id="Re202af5495cc4f36" /><Relationship Type="http://schemas.openxmlformats.org/officeDocument/2006/relationships/slide" Target="/ppt/slides/slide50.xml" Id="R0c2f7950b490410c" /><Relationship Type="http://schemas.openxmlformats.org/officeDocument/2006/relationships/slide" Target="/ppt/slides/slide51.xml" Id="R1dcfbfd598d64d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eff0d3007743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49ad6faae041ee" /><Relationship Type="http://schemas.openxmlformats.org/officeDocument/2006/relationships/notesMaster" Target="/ppt/notesMasters/notesMaster1.xml" Id="R45b9c11297f64c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57fa597945449d" /><Relationship Type="http://schemas.openxmlformats.org/officeDocument/2006/relationships/notesMaster" Target="/ppt/notesMasters/notesMaster1.xml" Id="R0e86ebbad3594b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680e5ce5ec476c" /><Relationship Type="http://schemas.openxmlformats.org/officeDocument/2006/relationships/notesMaster" Target="/ppt/notesMasters/notesMaster1.xml" Id="Rbd8848bf477b49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cec80248004ac8" /><Relationship Type="http://schemas.openxmlformats.org/officeDocument/2006/relationships/notesMaster" Target="/ppt/notesMasters/notesMaster1.xml" Id="Rfd130eabe10a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5ddbd593d04dcb" /><Relationship Type="http://schemas.openxmlformats.org/officeDocument/2006/relationships/notesMaster" Target="/ppt/notesMasters/notesMaster1.xml" Id="R7cc35c24072542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fd30a0b1cf4969" /><Relationship Type="http://schemas.openxmlformats.org/officeDocument/2006/relationships/notesMaster" Target="/ppt/notesMasters/notesMaster1.xml" Id="R400260dbf19f4d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a6357008264665" /><Relationship Type="http://schemas.openxmlformats.org/officeDocument/2006/relationships/notesMaster" Target="/ppt/notesMasters/notesMaster1.xml" Id="Rdef54a87052448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360fda11df4ffa" /><Relationship Type="http://schemas.openxmlformats.org/officeDocument/2006/relationships/notesMaster" Target="/ppt/notesMasters/notesMaster1.xml" Id="R928540d07f314c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e4c5dd0c8b42dd" /><Relationship Type="http://schemas.openxmlformats.org/officeDocument/2006/relationships/notesMaster" Target="/ppt/notesMasters/notesMaster1.xml" Id="Rdbb8295f220f4b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56aff06e73429d" /><Relationship Type="http://schemas.openxmlformats.org/officeDocument/2006/relationships/notesMaster" Target="/ppt/notesMasters/notesMaster1.xml" Id="R00c959ad761744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b12569a8c34916" /><Relationship Type="http://schemas.openxmlformats.org/officeDocument/2006/relationships/notesMaster" Target="/ppt/notesMasters/notesMaster1.xml" Id="R258b46d442744e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63aef88b6c4ee2" /><Relationship Type="http://schemas.openxmlformats.org/officeDocument/2006/relationships/notesMaster" Target="/ppt/notesMasters/notesMaster1.xml" Id="Rf04095484e4f4b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1c9043e8754f5a" /><Relationship Type="http://schemas.openxmlformats.org/officeDocument/2006/relationships/notesMaster" Target="/ppt/notesMasters/notesMaster1.xml" Id="R0de4a4d364154c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ef86f1d712477d" /><Relationship Type="http://schemas.openxmlformats.org/officeDocument/2006/relationships/notesMaster" Target="/ppt/notesMasters/notesMaster1.xml" Id="R7ddafec925ad4b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43cc1218d24d23" /><Relationship Type="http://schemas.openxmlformats.org/officeDocument/2006/relationships/notesMaster" Target="/ppt/notesMasters/notesMaster1.xml" Id="R86b07148208b49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b9a1778858441e" /><Relationship Type="http://schemas.openxmlformats.org/officeDocument/2006/relationships/notesMaster" Target="/ppt/notesMasters/notesMaster1.xml" Id="R34e62b27ca1b40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0fe827f92c499f" /><Relationship Type="http://schemas.openxmlformats.org/officeDocument/2006/relationships/notesMaster" Target="/ppt/notesMasters/notesMaster1.xml" Id="Rb01f84770d2144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3d59f95b694c0e" /><Relationship Type="http://schemas.openxmlformats.org/officeDocument/2006/relationships/notesMaster" Target="/ppt/notesMasters/notesMaster1.xml" Id="R8e0417857b3142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905e4370ff43d6" /><Relationship Type="http://schemas.openxmlformats.org/officeDocument/2006/relationships/notesMaster" Target="/ppt/notesMasters/notesMaster1.xml" Id="R197c033d6c3a42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d60eda84534452" /><Relationship Type="http://schemas.openxmlformats.org/officeDocument/2006/relationships/notesMaster" Target="/ppt/notesMasters/notesMaster1.xml" Id="Rd8c0ac34935042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61f8504367408b" /><Relationship Type="http://schemas.openxmlformats.org/officeDocument/2006/relationships/notesMaster" Target="/ppt/notesMasters/notesMaster1.xml" Id="R9a559e312c10484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dd12ee393741c2" /><Relationship Type="http://schemas.openxmlformats.org/officeDocument/2006/relationships/notesMaster" Target="/ppt/notesMasters/notesMaster1.xml" Id="R21b9c799b07745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bbd859a9574566" /><Relationship Type="http://schemas.openxmlformats.org/officeDocument/2006/relationships/notesMaster" Target="/ppt/notesMasters/notesMaster1.xml" Id="R00397df8b0ac48e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039b882b47a4438" /><Relationship Type="http://schemas.openxmlformats.org/officeDocument/2006/relationships/notesMaster" Target="/ppt/notesMasters/notesMaster1.xml" Id="R054eec00f64146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39eeb3e841e4d51" /><Relationship Type="http://schemas.openxmlformats.org/officeDocument/2006/relationships/notesMaster" Target="/ppt/notesMasters/notesMaster1.xml" Id="Rce84c9b0661345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3a9944cdb30448c" /><Relationship Type="http://schemas.openxmlformats.org/officeDocument/2006/relationships/notesMaster" Target="/ppt/notesMasters/notesMaster1.xml" Id="Rebf8df52b07147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ca5121fb5d423e" /><Relationship Type="http://schemas.openxmlformats.org/officeDocument/2006/relationships/notesMaster" Target="/ppt/notesMasters/notesMaster1.xml" Id="R9ab09ea8585845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62bc327d36646d6" /><Relationship Type="http://schemas.openxmlformats.org/officeDocument/2006/relationships/notesMaster" Target="/ppt/notesMasters/notesMaster1.xml" Id="R218186c341b54fa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9b98887dd44c27" /><Relationship Type="http://schemas.openxmlformats.org/officeDocument/2006/relationships/notesMaster" Target="/ppt/notesMasters/notesMaster1.xml" Id="Rdc31d70ba0554e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38d96447ab64077" /><Relationship Type="http://schemas.openxmlformats.org/officeDocument/2006/relationships/notesMaster" Target="/ppt/notesMasters/notesMaster1.xml" Id="R0affc0b40dca41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63f7128deec4726" /><Relationship Type="http://schemas.openxmlformats.org/officeDocument/2006/relationships/notesMaster" Target="/ppt/notesMasters/notesMaster1.xml" Id="Rcfd0d9ad28c94b4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63e4848a75646f2" /><Relationship Type="http://schemas.openxmlformats.org/officeDocument/2006/relationships/notesMaster" Target="/ppt/notesMasters/notesMaster1.xml" Id="Reca673a82eb3410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7c0e2e9a161420a" /><Relationship Type="http://schemas.openxmlformats.org/officeDocument/2006/relationships/notesMaster" Target="/ppt/notesMasters/notesMaster1.xml" Id="R6e15d30e39624fe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5a75268d0e44d8" /><Relationship Type="http://schemas.openxmlformats.org/officeDocument/2006/relationships/notesMaster" Target="/ppt/notesMasters/notesMaster1.xml" Id="Re276b1f92d4e4c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77c3c66607b4939" /><Relationship Type="http://schemas.openxmlformats.org/officeDocument/2006/relationships/notesMaster" Target="/ppt/notesMasters/notesMaster1.xml" Id="R107d1cfe377e4e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35476a3ebbd4b83" /><Relationship Type="http://schemas.openxmlformats.org/officeDocument/2006/relationships/notesMaster" Target="/ppt/notesMasters/notesMaster1.xml" Id="R842da8fec820457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6c1e7389d784b56" /><Relationship Type="http://schemas.openxmlformats.org/officeDocument/2006/relationships/notesMaster" Target="/ppt/notesMasters/notesMaster1.xml" Id="R0e6c43763c4f43d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e2e4bc823774c4d" /><Relationship Type="http://schemas.openxmlformats.org/officeDocument/2006/relationships/notesMaster" Target="/ppt/notesMasters/notesMaster1.xml" Id="Rc74024dbbde249b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7d710e082b44188" /><Relationship Type="http://schemas.openxmlformats.org/officeDocument/2006/relationships/notesMaster" Target="/ppt/notesMasters/notesMaster1.xml" Id="R54df9ac299bf427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d7e0a23b27e48d2" /><Relationship Type="http://schemas.openxmlformats.org/officeDocument/2006/relationships/notesMaster" Target="/ppt/notesMasters/notesMaster1.xml" Id="R0ed4611176bb410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e0cd566f254e6d" /><Relationship Type="http://schemas.openxmlformats.org/officeDocument/2006/relationships/notesMaster" Target="/ppt/notesMasters/notesMaster1.xml" Id="R348451692024458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0c95be236064960" /><Relationship Type="http://schemas.openxmlformats.org/officeDocument/2006/relationships/notesMaster" Target="/ppt/notesMasters/notesMaster1.xml" Id="R91b477be685d4a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bf42a75caa74399" /><Relationship Type="http://schemas.openxmlformats.org/officeDocument/2006/relationships/notesMaster" Target="/ppt/notesMasters/notesMaster1.xml" Id="Rebd87583e3e945c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f76fc3357fb4c61" /><Relationship Type="http://schemas.openxmlformats.org/officeDocument/2006/relationships/notesMaster" Target="/ppt/notesMasters/notesMaster1.xml" Id="R9dfafb1ddbe14b0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99c60de71e34a9d" /><Relationship Type="http://schemas.openxmlformats.org/officeDocument/2006/relationships/notesMaster" Target="/ppt/notesMasters/notesMaster1.xml" Id="Rb521feaf2056423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251741d68b14070" /><Relationship Type="http://schemas.openxmlformats.org/officeDocument/2006/relationships/notesMaster" Target="/ppt/notesMasters/notesMaster1.xml" Id="R35de3ef2d7e242a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b8e93e0ed34f94" /><Relationship Type="http://schemas.openxmlformats.org/officeDocument/2006/relationships/notesMaster" Target="/ppt/notesMasters/notesMaster1.xml" Id="Rcba516677e17428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745b48960a54624" /><Relationship Type="http://schemas.openxmlformats.org/officeDocument/2006/relationships/notesMaster" Target="/ppt/notesMasters/notesMaster1.xml" Id="R795b4d96c1d34f7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5074b4eed744975" /><Relationship Type="http://schemas.openxmlformats.org/officeDocument/2006/relationships/notesMaster" Target="/ppt/notesMasters/notesMaster1.xml" Id="Re3e984fe834b413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5a4d3e0bef24daf" /><Relationship Type="http://schemas.openxmlformats.org/officeDocument/2006/relationships/notesMaster" Target="/ppt/notesMasters/notesMaster1.xml" Id="R22ccbb84286942e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96add19b03844b3" /><Relationship Type="http://schemas.openxmlformats.org/officeDocument/2006/relationships/notesMaster" Target="/ppt/notesMasters/notesMaster1.xml" Id="R9c880456909943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2967138f564e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e76fa4f5f940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a53c1ce7e84b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94a4c5c71b46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e9ac4b1a1245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8fc3635d2840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2412EA-8BDF-4CE9-837F-754A4B30873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9F7ABE-4957-4420-872A-B434383AA05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038AA6-2237-41C9-94D8-D51499F5403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1B3603-9B4A-44E7-8502-B1FC86F5F57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6641B6A-AAC1-47E4-A64B-6E21BA47E0E9}"/>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327979-DBB3-422A-A535-1C716C483F9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542A8F-3570-4A1D-8DFB-4529D47ED00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B7484A-D2FE-485F-A854-62E3AE5038D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FE3D8E-4B38-4703-A5FC-AD32D3746A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AF6C40-9A32-4F62-958B-6DDB2F1E566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4fbd2dfb8f4ca1" /><Relationship Type="http://schemas.openxmlformats.org/officeDocument/2006/relationships/slideLayout" Target="/ppt/slideLayouts/slideLayout1.xml" Id="R4a53899cb9c24678" /><Relationship Type="http://schemas.openxmlformats.org/officeDocument/2006/relationships/slideLayout" Target="/ppt/slideLayouts/slideLayout2.xml" Id="Rae7e0420f5a64095" /><Relationship Type="http://schemas.openxmlformats.org/officeDocument/2006/relationships/slideLayout" Target="/ppt/slideLayouts/slideLayout3.xml" Id="R412ee4155b9f48e1" /><Relationship Type="http://schemas.openxmlformats.org/officeDocument/2006/relationships/slideLayout" Target="/ppt/slideLayouts/slideLayout4.xml" Id="R7ced27254d5d4c90" /><Relationship Type="http://schemas.openxmlformats.org/officeDocument/2006/relationships/slideLayout" Target="/ppt/slideLayouts/slideLayout5.xml" Id="R71a947dfd4ce4528" /><Relationship Type="http://schemas.openxmlformats.org/officeDocument/2006/relationships/slideLayout" Target="/ppt/slideLayouts/slideLayout6.xml" Id="R83f5d4edc80b4a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53899cb9c24678"/>
    <p:sldLayoutId xmlns:r="http://schemas.openxmlformats.org/officeDocument/2006/relationships" id="2147483650" r:id="Rae7e0420f5a64095"/>
    <p:sldLayoutId xmlns:r="http://schemas.openxmlformats.org/officeDocument/2006/relationships" id="2147483651" r:id="R412ee4155b9f48e1"/>
    <p:sldLayoutId xmlns:r="http://schemas.openxmlformats.org/officeDocument/2006/relationships" id="2147483652" r:id="R7ced27254d5d4c90"/>
    <p:sldLayoutId xmlns:r="http://schemas.openxmlformats.org/officeDocument/2006/relationships" id="2147483653" r:id="R71a947dfd4ce4528"/>
    <p:sldLayoutId xmlns:r="http://schemas.openxmlformats.org/officeDocument/2006/relationships" id="2147483654" r:id="R83f5d4edc80b4a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41609d882548c9" /><Relationship Type="http://schemas.openxmlformats.org/officeDocument/2006/relationships/image" Target="/ppt/media/image.png" Id="R25dccd6e9a24417a" /><Relationship Type="http://schemas.openxmlformats.org/officeDocument/2006/relationships/image" Target="/ppt/media/image2.png" Id="Rb89e598c483c4e87" /><Relationship Type="http://schemas.openxmlformats.org/officeDocument/2006/relationships/image" Target="/ppt/media/image3.png" Id="Rb45379d04f754b23" /><Relationship Type="http://schemas.openxmlformats.org/officeDocument/2006/relationships/notesSlide" Target="/ppt/notesSlides/notesSlide1.xml" Id="R07203dbfee8b47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0bed399ae3477c" /><Relationship Type="http://schemas.openxmlformats.org/officeDocument/2006/relationships/image" Target="/ppt/media/image4.png" Id="R19cf1ae346864648" /><Relationship Type="http://schemas.openxmlformats.org/officeDocument/2006/relationships/image" Target="/ppt/media/image5.png" Id="R31075a0694fa42f2" /><Relationship Type="http://schemas.openxmlformats.org/officeDocument/2006/relationships/image" Target="/ppt/media/image6.png" Id="Rd94cb02a4a2a44d7" /><Relationship Type="http://schemas.openxmlformats.org/officeDocument/2006/relationships/notesSlide" Target="/ppt/notesSlides/notesSlide2.xml" Id="R1e9840501b8741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a0e52f06da4f22" /><Relationship Type="http://schemas.openxmlformats.org/officeDocument/2006/relationships/image" Target="/ppt/media/image7.png" Id="Rdb3ae4bc93dc4545" /><Relationship Type="http://schemas.openxmlformats.org/officeDocument/2006/relationships/notesSlide" Target="/ppt/notesSlides/notesSlide3.xml" Id="R54eb614d819e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290d461d444c87" /><Relationship Type="http://schemas.openxmlformats.org/officeDocument/2006/relationships/image" Target="/ppt/media/image8.png" Id="Ra10cd738dc7b48c4" /><Relationship Type="http://schemas.openxmlformats.org/officeDocument/2006/relationships/image" Target="/ppt/media/image9.png" Id="Re1920ef6ee1d46a5" /><Relationship Type="http://schemas.openxmlformats.org/officeDocument/2006/relationships/notesSlide" Target="/ppt/notesSlides/notesSlide4.xml" Id="Rb1b3f3a0fb9149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3132b88203945c6" /><Relationship Type="http://schemas.openxmlformats.org/officeDocument/2006/relationships/image" Target="/ppt/media/image10.png" Id="R7502355692014870" /><Relationship Type="http://schemas.openxmlformats.org/officeDocument/2006/relationships/image" Target="/ppt/media/image11.png" Id="R16e259b52ef14ee3" /><Relationship Type="http://schemas.openxmlformats.org/officeDocument/2006/relationships/notesSlide" Target="/ppt/notesSlides/notesSlide5.xml" Id="R1f5d26d1272a41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7e3e90d58e46ce" /><Relationship Type="http://schemas.openxmlformats.org/officeDocument/2006/relationships/image" Target="/ppt/media/image12.png" Id="Rbd0cae91edd840c9" /><Relationship Type="http://schemas.openxmlformats.org/officeDocument/2006/relationships/image" Target="/ppt/media/image13.png" Id="R454533f6149f442a" /><Relationship Type="http://schemas.openxmlformats.org/officeDocument/2006/relationships/notesSlide" Target="/ppt/notesSlides/notesSlide6.xml" Id="R4a42378d22c74f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6b526bfbeb418f" /><Relationship Type="http://schemas.openxmlformats.org/officeDocument/2006/relationships/image" Target="/ppt/media/image14.png" Id="Rf4ace9493b8142c4" /><Relationship Type="http://schemas.openxmlformats.org/officeDocument/2006/relationships/image" Target="/ppt/media/image15.png" Id="R357717f051df4c82" /><Relationship Type="http://schemas.openxmlformats.org/officeDocument/2006/relationships/image" Target="/ppt/media/image16.png" Id="R292fe16b90684858" /><Relationship Type="http://schemas.openxmlformats.org/officeDocument/2006/relationships/image" Target="/ppt/media/image17.png" Id="R90e930394f2c42df" /><Relationship Type="http://schemas.openxmlformats.org/officeDocument/2006/relationships/notesSlide" Target="/ppt/notesSlides/notesSlide7.xml" Id="R75cb8d6e99784c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9cb16a4bfd042eb" /><Relationship Type="http://schemas.openxmlformats.org/officeDocument/2006/relationships/image" Target="/ppt/media/image18.png" Id="Ra2a9b61322d34f84" /><Relationship Type="http://schemas.openxmlformats.org/officeDocument/2006/relationships/image" Target="/ppt/media/image19.png" Id="Rcbf118aaa7dc47b5" /><Relationship Type="http://schemas.openxmlformats.org/officeDocument/2006/relationships/image" Target="/ppt/media/image20.png" Id="Rfa54f843851748e0" /><Relationship Type="http://schemas.openxmlformats.org/officeDocument/2006/relationships/image" Target="/ppt/media/image21.png" Id="R64bdec103b13478d" /><Relationship Type="http://schemas.openxmlformats.org/officeDocument/2006/relationships/notesSlide" Target="/ppt/notesSlides/notesSlide8.xml" Id="Rcb4cd1f3e98e4a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0974a6fede407d" /><Relationship Type="http://schemas.openxmlformats.org/officeDocument/2006/relationships/image" Target="/ppt/media/image22.png" Id="Rb7ca2e952eb74098" /><Relationship Type="http://schemas.openxmlformats.org/officeDocument/2006/relationships/image" Target="/ppt/media/image23.png" Id="R240d604490cb4e9e" /><Relationship Type="http://schemas.openxmlformats.org/officeDocument/2006/relationships/notesSlide" Target="/ppt/notesSlides/notesSlide9.xml" Id="R29b20f800b724f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b60ecc89eb947dd" /><Relationship Type="http://schemas.openxmlformats.org/officeDocument/2006/relationships/image" Target="/ppt/media/image24.png" Id="R601836dd67434826" /><Relationship Type="http://schemas.openxmlformats.org/officeDocument/2006/relationships/image" Target="/ppt/media/image25.png" Id="R5339a699f98a4053" /><Relationship Type="http://schemas.openxmlformats.org/officeDocument/2006/relationships/image" Target="/ppt/media/image26.png" Id="R4eb56310a9c3424b" /><Relationship Type="http://schemas.openxmlformats.org/officeDocument/2006/relationships/image" Target="/ppt/media/image27.png" Id="R51ebe8d71a3e472f" /><Relationship Type="http://schemas.openxmlformats.org/officeDocument/2006/relationships/image" Target="/ppt/media/image28.png" Id="R7402797df9f049c1" /><Relationship Type="http://schemas.openxmlformats.org/officeDocument/2006/relationships/notesSlide" Target="/ppt/notesSlides/notesSlide10.xml" Id="R3d7e0783406648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aa2576193594e54" /><Relationship Type="http://schemas.openxmlformats.org/officeDocument/2006/relationships/image" Target="/ppt/media/image29.png" Id="R7354850d2be44213" /><Relationship Type="http://schemas.openxmlformats.org/officeDocument/2006/relationships/image" Target="/ppt/media/image30.png" Id="R11b5df0b18684f68" /><Relationship Type="http://schemas.openxmlformats.org/officeDocument/2006/relationships/image" Target="/ppt/media/image31.png" Id="R1628f2cb52664fd5" /><Relationship Type="http://schemas.openxmlformats.org/officeDocument/2006/relationships/notesSlide" Target="/ppt/notesSlides/notesSlide11.xml" Id="R9ee15d9a867e45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7a8a143dbe54b7a" /><Relationship Type="http://schemas.openxmlformats.org/officeDocument/2006/relationships/image" Target="/ppt/media/image32.png" Id="Rb780f46308be4d4c" /><Relationship Type="http://schemas.openxmlformats.org/officeDocument/2006/relationships/image" Target="/ppt/media/image33.png" Id="R728b9a1d02aa4de6" /><Relationship Type="http://schemas.openxmlformats.org/officeDocument/2006/relationships/image" Target="/ppt/media/image34.png" Id="R52a9f5fce7d54fe9" /><Relationship Type="http://schemas.openxmlformats.org/officeDocument/2006/relationships/notesSlide" Target="/ppt/notesSlides/notesSlide12.xml" Id="R9bfe93531b5c41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64f4689bef24460" /><Relationship Type="http://schemas.openxmlformats.org/officeDocument/2006/relationships/image" Target="/ppt/media/image35.png" Id="R946f9ebd753a4341" /><Relationship Type="http://schemas.openxmlformats.org/officeDocument/2006/relationships/notesSlide" Target="/ppt/notesSlides/notesSlide13.xml" Id="R79ef5b5fdd6645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658afc73c2a48c0" /><Relationship Type="http://schemas.openxmlformats.org/officeDocument/2006/relationships/image" Target="/ppt/media/image36.png" Id="Rab95876bcc31406d" /><Relationship Type="http://schemas.openxmlformats.org/officeDocument/2006/relationships/image" Target="/ppt/media/image37.png" Id="R494614f81cad489b" /><Relationship Type="http://schemas.openxmlformats.org/officeDocument/2006/relationships/notesSlide" Target="/ppt/notesSlides/notesSlide14.xml" Id="R80db9446c3dc45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c2c924ead24ca7" /><Relationship Type="http://schemas.openxmlformats.org/officeDocument/2006/relationships/image" Target="/ppt/media/image38.png" Id="R186bb82191ca428d" /><Relationship Type="http://schemas.openxmlformats.org/officeDocument/2006/relationships/image" Target="/ppt/media/image39.png" Id="R1e9c936d21ae4e7f" /><Relationship Type="http://schemas.openxmlformats.org/officeDocument/2006/relationships/image" Target="/ppt/media/image40.png" Id="R877c18fae16e4228" /><Relationship Type="http://schemas.openxmlformats.org/officeDocument/2006/relationships/notesSlide" Target="/ppt/notesSlides/notesSlide15.xml" Id="Rfc978ceed590412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935586dc9c4fd6" /><Relationship Type="http://schemas.openxmlformats.org/officeDocument/2006/relationships/image" Target="/ppt/media/image41.png" Id="Rd0a55d72b6da46bf" /><Relationship Type="http://schemas.openxmlformats.org/officeDocument/2006/relationships/image" Target="/ppt/media/image42.png" Id="R6f07ada87e2c4244" /><Relationship Type="http://schemas.openxmlformats.org/officeDocument/2006/relationships/image" Target="/ppt/media/image43.png" Id="R361843cb7231460f" /><Relationship Type="http://schemas.openxmlformats.org/officeDocument/2006/relationships/image" Target="/ppt/media/image44.png" Id="R2ec5f9c19fc24662" /><Relationship Type="http://schemas.openxmlformats.org/officeDocument/2006/relationships/notesSlide" Target="/ppt/notesSlides/notesSlide16.xml" Id="Rd43599ee48b645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d012441c384041" /><Relationship Type="http://schemas.openxmlformats.org/officeDocument/2006/relationships/image" Target="/ppt/media/image45.png" Id="R9b73c7f897e64c15" /><Relationship Type="http://schemas.openxmlformats.org/officeDocument/2006/relationships/image" Target="/ppt/media/image46.png" Id="Rd59b55432b59486b" /><Relationship Type="http://schemas.openxmlformats.org/officeDocument/2006/relationships/image" Target="/ppt/media/image47.png" Id="R8aff28ec6cb24546" /><Relationship Type="http://schemas.openxmlformats.org/officeDocument/2006/relationships/notesSlide" Target="/ppt/notesSlides/notesSlide17.xml" Id="R27834c0b0b104a9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b01112ed3b24669" /><Relationship Type="http://schemas.openxmlformats.org/officeDocument/2006/relationships/image" Target="/ppt/media/image48.png" Id="R815e65a9481a49fd" /><Relationship Type="http://schemas.openxmlformats.org/officeDocument/2006/relationships/image" Target="/ppt/media/image49.png" Id="Ra78aabc56f3347a5" /><Relationship Type="http://schemas.openxmlformats.org/officeDocument/2006/relationships/image" Target="/ppt/media/image50.png" Id="R3684dfa275554c92" /><Relationship Type="http://schemas.openxmlformats.org/officeDocument/2006/relationships/image" Target="/ppt/media/image51.png" Id="R6e11e1d07d154cdb" /><Relationship Type="http://schemas.openxmlformats.org/officeDocument/2006/relationships/notesSlide" Target="/ppt/notesSlides/notesSlide18.xml" Id="R11650ce448af437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b4e18b4db934e45" /><Relationship Type="http://schemas.openxmlformats.org/officeDocument/2006/relationships/image" Target="/ppt/media/image52.png" Id="R38864bb37cfa416c" /><Relationship Type="http://schemas.openxmlformats.org/officeDocument/2006/relationships/image" Target="/ppt/media/image53.png" Id="R193bc20b9c6e456a" /><Relationship Type="http://schemas.openxmlformats.org/officeDocument/2006/relationships/image" Target="/ppt/media/image54.png" Id="R80dff3d01e434ab6" /><Relationship Type="http://schemas.openxmlformats.org/officeDocument/2006/relationships/notesSlide" Target="/ppt/notesSlides/notesSlide19.xml" Id="Rb1678b14fa154d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2f969937ac647bf" /><Relationship Type="http://schemas.openxmlformats.org/officeDocument/2006/relationships/image" Target="/ppt/media/image55.png" Id="Rd4dc67a95bae454a" /><Relationship Type="http://schemas.openxmlformats.org/officeDocument/2006/relationships/image" Target="/ppt/media/image56.png" Id="Radea14822921426b" /><Relationship Type="http://schemas.openxmlformats.org/officeDocument/2006/relationships/image" Target="/ppt/media/image57.png" Id="R22a4df611cc64447" /><Relationship Type="http://schemas.openxmlformats.org/officeDocument/2006/relationships/image" Target="/ppt/media/image58.png" Id="Rf08abca11a0c4afa" /><Relationship Type="http://schemas.openxmlformats.org/officeDocument/2006/relationships/notesSlide" Target="/ppt/notesSlides/notesSlide20.xml" Id="R211bb21cbfd84c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c2936b5aee3468b" /><Relationship Type="http://schemas.openxmlformats.org/officeDocument/2006/relationships/image" Target="/ppt/media/image59.png" Id="R7a2b7698ba60475f" /><Relationship Type="http://schemas.openxmlformats.org/officeDocument/2006/relationships/notesSlide" Target="/ppt/notesSlides/notesSlide21.xml" Id="R3db311bea094403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45f696ed043464e" /><Relationship Type="http://schemas.openxmlformats.org/officeDocument/2006/relationships/image" Target="/ppt/media/image60.png" Id="R0315d6702b874c97" /><Relationship Type="http://schemas.openxmlformats.org/officeDocument/2006/relationships/image" Target="/ppt/media/image61.png" Id="R6935d6bd7c854360" /><Relationship Type="http://schemas.openxmlformats.org/officeDocument/2006/relationships/image" Target="/ppt/media/image62.png" Id="Rbd35316d869a4b71" /><Relationship Type="http://schemas.openxmlformats.org/officeDocument/2006/relationships/notesSlide" Target="/ppt/notesSlides/notesSlide22.xml" Id="Ra5a2a044945546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837d77e2f0540b8" /><Relationship Type="http://schemas.openxmlformats.org/officeDocument/2006/relationships/image" Target="/ppt/media/image63.png" Id="Rd4d3444949ba44eb" /><Relationship Type="http://schemas.openxmlformats.org/officeDocument/2006/relationships/image" Target="/ppt/media/image64.png" Id="R9c18d9b0d0134e17" /><Relationship Type="http://schemas.openxmlformats.org/officeDocument/2006/relationships/image" Target="/ppt/media/image65.png" Id="R01194b73f04f4058" /><Relationship Type="http://schemas.openxmlformats.org/officeDocument/2006/relationships/image" Target="/ppt/media/image66.png" Id="R49b4bdd5aaa747fa" /><Relationship Type="http://schemas.openxmlformats.org/officeDocument/2006/relationships/notesSlide" Target="/ppt/notesSlides/notesSlide23.xml" Id="Rb83101b4f96c47f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2d2b935f79f44ee" /><Relationship Type="http://schemas.openxmlformats.org/officeDocument/2006/relationships/image" Target="/ppt/media/image67.png" Id="R29a4b767fb5c453b" /><Relationship Type="http://schemas.openxmlformats.org/officeDocument/2006/relationships/image" Target="/ppt/media/image68.png" Id="R1927f3c4c4c74376" /><Relationship Type="http://schemas.openxmlformats.org/officeDocument/2006/relationships/image" Target="/ppt/media/image69.png" Id="R599a8e621b864cfc" /><Relationship Type="http://schemas.openxmlformats.org/officeDocument/2006/relationships/notesSlide" Target="/ppt/notesSlides/notesSlide24.xml" Id="R81b0105b6e5b4a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d35fa5bfb4a40de" /><Relationship Type="http://schemas.openxmlformats.org/officeDocument/2006/relationships/image" Target="/ppt/media/image70.png" Id="R99143528e8ff4caa" /><Relationship Type="http://schemas.openxmlformats.org/officeDocument/2006/relationships/image" Target="/ppt/media/image71.png" Id="Rebda86d18c314221" /><Relationship Type="http://schemas.openxmlformats.org/officeDocument/2006/relationships/notesSlide" Target="/ppt/notesSlides/notesSlide25.xml" Id="R560a9ad9b0f8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aa8ff5d582d492f" /><Relationship Type="http://schemas.openxmlformats.org/officeDocument/2006/relationships/image" Target="/ppt/media/image72.png" Id="R50e2eab5d1c24d57" /><Relationship Type="http://schemas.openxmlformats.org/officeDocument/2006/relationships/image" Target="/ppt/media/image73.png" Id="R5a4bc69a40ca4df0" /><Relationship Type="http://schemas.openxmlformats.org/officeDocument/2006/relationships/notesSlide" Target="/ppt/notesSlides/notesSlide26.xml" Id="Rea65f33a3efd42a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b4ebd51293442d0" /><Relationship Type="http://schemas.openxmlformats.org/officeDocument/2006/relationships/image" Target="/ppt/media/image74.png" Id="R62cd82b08f8742cc" /><Relationship Type="http://schemas.openxmlformats.org/officeDocument/2006/relationships/image" Target="/ppt/media/image75.png" Id="R6c342f0e7d5d4659" /><Relationship Type="http://schemas.openxmlformats.org/officeDocument/2006/relationships/notesSlide" Target="/ppt/notesSlides/notesSlide27.xml" Id="R5e5aa5e471e8458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eff70367eb74d28" /><Relationship Type="http://schemas.openxmlformats.org/officeDocument/2006/relationships/image" Target="/ppt/media/image76.png" Id="Ra284d538b27e4ffd" /><Relationship Type="http://schemas.openxmlformats.org/officeDocument/2006/relationships/notesSlide" Target="/ppt/notesSlides/notesSlide28.xml" Id="R6923754c29634c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6250e8e7e4d434a" /><Relationship Type="http://schemas.openxmlformats.org/officeDocument/2006/relationships/image" Target="/ppt/media/image77.png" Id="R9212375dc146403b" /><Relationship Type="http://schemas.openxmlformats.org/officeDocument/2006/relationships/notesSlide" Target="/ppt/notesSlides/notesSlide29.xml" Id="Rf85427913ad7419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631f5db04b84c48" /><Relationship Type="http://schemas.openxmlformats.org/officeDocument/2006/relationships/image" Target="/ppt/media/image78.png" Id="Rbacec082a09a48a1" /><Relationship Type="http://schemas.openxmlformats.org/officeDocument/2006/relationships/notesSlide" Target="/ppt/notesSlides/notesSlide30.xml" Id="R4a249aa730e5420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6d3770c3af64268" /><Relationship Type="http://schemas.openxmlformats.org/officeDocument/2006/relationships/image" Target="/ppt/media/image79.png" Id="R48cf2bc64c2a4297" /><Relationship Type="http://schemas.openxmlformats.org/officeDocument/2006/relationships/notesSlide" Target="/ppt/notesSlides/notesSlide31.xml" Id="Rc7e5403463f94af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ca186bde9574a97" /><Relationship Type="http://schemas.openxmlformats.org/officeDocument/2006/relationships/image" Target="/ppt/media/image80.png" Id="Rf647d66b17c940ea" /><Relationship Type="http://schemas.openxmlformats.org/officeDocument/2006/relationships/image" Target="/ppt/media/image81.png" Id="Red7e2b17d5a845d7" /><Relationship Type="http://schemas.openxmlformats.org/officeDocument/2006/relationships/image" Target="/ppt/media/image82.png" Id="R2bdc7c8b474240c9" /><Relationship Type="http://schemas.openxmlformats.org/officeDocument/2006/relationships/notesSlide" Target="/ppt/notesSlides/notesSlide32.xml" Id="R5e5ccf3ce223434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26c45b2a35d423b" /><Relationship Type="http://schemas.openxmlformats.org/officeDocument/2006/relationships/image" Target="/ppt/media/image83.png" Id="R8f4dc7e1d2ee4575" /><Relationship Type="http://schemas.openxmlformats.org/officeDocument/2006/relationships/image" Target="/ppt/media/image84.png" Id="R64192f69952d4d3d" /><Relationship Type="http://schemas.openxmlformats.org/officeDocument/2006/relationships/image" Target="/ppt/media/image85.png" Id="R15521e3ecbae4c0e" /><Relationship Type="http://schemas.openxmlformats.org/officeDocument/2006/relationships/notesSlide" Target="/ppt/notesSlides/notesSlide33.xml" Id="R0208b43da3e44d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42a2880c50c4a8c" /><Relationship Type="http://schemas.openxmlformats.org/officeDocument/2006/relationships/image" Target="/ppt/media/image86.png" Id="R065f7e7f75e34ee2" /><Relationship Type="http://schemas.openxmlformats.org/officeDocument/2006/relationships/image" Target="/ppt/media/image87.png" Id="R07c89c9e4ac5489d" /><Relationship Type="http://schemas.openxmlformats.org/officeDocument/2006/relationships/notesSlide" Target="/ppt/notesSlides/notesSlide34.xml" Id="Raa74dc004dd445f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6b3bae9194d4242" /><Relationship Type="http://schemas.openxmlformats.org/officeDocument/2006/relationships/image" Target="/ppt/media/image88.png" Id="Rf8b280e050924c23" /><Relationship Type="http://schemas.openxmlformats.org/officeDocument/2006/relationships/image" Target="/ppt/media/image89.png" Id="Ra78b1fc5c06b44d4" /><Relationship Type="http://schemas.openxmlformats.org/officeDocument/2006/relationships/notesSlide" Target="/ppt/notesSlides/notesSlide35.xml" Id="R9bf164c8535e4e4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de90a7a1f964c2d" /><Relationship Type="http://schemas.openxmlformats.org/officeDocument/2006/relationships/image" Target="/ppt/media/image90.png" Id="Rb8af59ca00b8425b" /><Relationship Type="http://schemas.openxmlformats.org/officeDocument/2006/relationships/image" Target="/ppt/media/image91.png" Id="R6c40d365a1134de2" /><Relationship Type="http://schemas.openxmlformats.org/officeDocument/2006/relationships/notesSlide" Target="/ppt/notesSlides/notesSlide36.xml" Id="R9210e26609954b3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515394edc27457b" /><Relationship Type="http://schemas.openxmlformats.org/officeDocument/2006/relationships/image" Target="/ppt/media/image92.png" Id="Rdce362eac633434d" /><Relationship Type="http://schemas.openxmlformats.org/officeDocument/2006/relationships/image" Target="/ppt/media/image93.png" Id="Rbc73127cc3394036" /><Relationship Type="http://schemas.openxmlformats.org/officeDocument/2006/relationships/image" Target="/ppt/media/image94.png" Id="R3ccb492c359c4776" /><Relationship Type="http://schemas.openxmlformats.org/officeDocument/2006/relationships/notesSlide" Target="/ppt/notesSlides/notesSlide37.xml" Id="R8ef7bee0746040e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4466dbf6deb4b9a" /><Relationship Type="http://schemas.openxmlformats.org/officeDocument/2006/relationships/image" Target="/ppt/media/image95.png" Id="R3d539c8b53c44fe7" /><Relationship Type="http://schemas.openxmlformats.org/officeDocument/2006/relationships/image" Target="/ppt/media/image96.png" Id="R0584933b42a4438c" /><Relationship Type="http://schemas.openxmlformats.org/officeDocument/2006/relationships/notesSlide" Target="/ppt/notesSlides/notesSlide38.xml" Id="R92c8b9ca72ce414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43bf4e0af0e4ee3" /><Relationship Type="http://schemas.openxmlformats.org/officeDocument/2006/relationships/image" Target="/ppt/media/image97.png" Id="R48ceb997414544ba" /><Relationship Type="http://schemas.openxmlformats.org/officeDocument/2006/relationships/image" Target="/ppt/media/image98.png" Id="R05558ecfc11647de" /><Relationship Type="http://schemas.openxmlformats.org/officeDocument/2006/relationships/notesSlide" Target="/ppt/notesSlides/notesSlide39.xml" Id="Rd8262c4ebfbf40a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aec879cfb1440fd" /><Relationship Type="http://schemas.openxmlformats.org/officeDocument/2006/relationships/image" Target="/ppt/media/image99.png" Id="R8aa2cf0c7f074443" /><Relationship Type="http://schemas.openxmlformats.org/officeDocument/2006/relationships/image" Target="/ppt/media/image100.png" Id="R626421eaf6944fe7" /><Relationship Type="http://schemas.openxmlformats.org/officeDocument/2006/relationships/image" Target="/ppt/media/image101.png" Id="R304515f2ed144d7d" /><Relationship Type="http://schemas.openxmlformats.org/officeDocument/2006/relationships/notesSlide" Target="/ppt/notesSlides/notesSlide40.xml" Id="R143753598f204e3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ce8a7c670e0e4ed1" /><Relationship Type="http://schemas.openxmlformats.org/officeDocument/2006/relationships/image" Target="/ppt/media/image102.png" Id="Ra0a65b85ce72477f" /><Relationship Type="http://schemas.openxmlformats.org/officeDocument/2006/relationships/notesSlide" Target="/ppt/notesSlides/notesSlide41.xml" Id="Rdbaa26e2a48642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dcb7618c1d54ec8" /><Relationship Type="http://schemas.openxmlformats.org/officeDocument/2006/relationships/image" Target="/ppt/media/image103.png" Id="R9fe6f32195954694" /><Relationship Type="http://schemas.openxmlformats.org/officeDocument/2006/relationships/image" Target="/ppt/media/image104.png" Id="Rf032ef3f83cd4692" /><Relationship Type="http://schemas.openxmlformats.org/officeDocument/2006/relationships/notesSlide" Target="/ppt/notesSlides/notesSlide42.xml" Id="R92ca8f5a15454b3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d6cd8fea8964601" /><Relationship Type="http://schemas.openxmlformats.org/officeDocument/2006/relationships/image" Target="/ppt/media/image105.png" Id="R4574cc27ae2a4ff0" /><Relationship Type="http://schemas.openxmlformats.org/officeDocument/2006/relationships/image" Target="/ppt/media/image106.png" Id="Redb5708350b24eb8" /><Relationship Type="http://schemas.openxmlformats.org/officeDocument/2006/relationships/image" Target="/ppt/media/image107.png" Id="R58a93cdb93d04a2f" /><Relationship Type="http://schemas.openxmlformats.org/officeDocument/2006/relationships/image" Target="/ppt/media/image108.png" Id="R8f8ef18c54704ae5" /><Relationship Type="http://schemas.openxmlformats.org/officeDocument/2006/relationships/notesSlide" Target="/ppt/notesSlides/notesSlide43.xml" Id="Red5da3df9c1d4ff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16cb308d008940cc" /><Relationship Type="http://schemas.openxmlformats.org/officeDocument/2006/relationships/image" Target="/ppt/media/image109.png" Id="R3d5a332aa9454f0e" /><Relationship Type="http://schemas.openxmlformats.org/officeDocument/2006/relationships/image" Target="/ppt/media/image110.png" Id="R6fa9beb0a7464b6f" /><Relationship Type="http://schemas.openxmlformats.org/officeDocument/2006/relationships/notesSlide" Target="/ppt/notesSlides/notesSlide44.xml" Id="R41dbea5e79ac420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5c6a99a12dd4440" /><Relationship Type="http://schemas.openxmlformats.org/officeDocument/2006/relationships/image" Target="/ppt/media/image111.png" Id="Ra02a3d235b3140e0" /><Relationship Type="http://schemas.openxmlformats.org/officeDocument/2006/relationships/image" Target="/ppt/media/image112.png" Id="R35296b6f384e4022" /><Relationship Type="http://schemas.openxmlformats.org/officeDocument/2006/relationships/notesSlide" Target="/ppt/notesSlides/notesSlide45.xml" Id="Rb484e7bfafd94c2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db8d630e20194946" /><Relationship Type="http://schemas.openxmlformats.org/officeDocument/2006/relationships/image" Target="/ppt/media/image113.png" Id="Re593d250b0494cf4" /><Relationship Type="http://schemas.openxmlformats.org/officeDocument/2006/relationships/notesSlide" Target="/ppt/notesSlides/notesSlide46.xml" Id="Recf5ab766112428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abf323454ae4e62" /><Relationship Type="http://schemas.openxmlformats.org/officeDocument/2006/relationships/image" Target="/ppt/media/image114.png" Id="Rcbd85a8513854a1e" /><Relationship Type="http://schemas.openxmlformats.org/officeDocument/2006/relationships/image" Target="/ppt/media/image115.png" Id="R9a522548682e4c52" /><Relationship Type="http://schemas.openxmlformats.org/officeDocument/2006/relationships/notesSlide" Target="/ppt/notesSlides/notesSlide47.xml" Id="R5978992c85e74d6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78382e2d2ae64881" /><Relationship Type="http://schemas.openxmlformats.org/officeDocument/2006/relationships/image" Target="/ppt/media/image116.png" Id="R082ed2c862b04c4c" /><Relationship Type="http://schemas.openxmlformats.org/officeDocument/2006/relationships/notesSlide" Target="/ppt/notesSlides/notesSlide48.xml" Id="R038280d7d14c4e1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cd8402a141545c8" /><Relationship Type="http://schemas.openxmlformats.org/officeDocument/2006/relationships/image" Target="/ppt/media/image117.png" Id="R36abfecd72c54617" /><Relationship Type="http://schemas.openxmlformats.org/officeDocument/2006/relationships/image" Target="/ppt/media/image118.png" Id="R7b8e5204511e4115" /><Relationship Type="http://schemas.openxmlformats.org/officeDocument/2006/relationships/notesSlide" Target="/ppt/notesSlides/notesSlide49.xml" Id="R0acc50cc48a0409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a4aadd28c0a24b01" /><Relationship Type="http://schemas.openxmlformats.org/officeDocument/2006/relationships/image" Target="/ppt/media/image119.png" Id="R3913f895bfc942e6" /><Relationship Type="http://schemas.openxmlformats.org/officeDocument/2006/relationships/image" Target="/ppt/media/image120.png" Id="R7b36b1465bbb4f9e" /><Relationship Type="http://schemas.openxmlformats.org/officeDocument/2006/relationships/image" Target="/ppt/media/image121.png" Id="Rcc0feea692064a03" /><Relationship Type="http://schemas.openxmlformats.org/officeDocument/2006/relationships/image" Target="/ppt/media/image122.png" Id="Rd90c3f2d8b8e4905" /><Relationship Type="http://schemas.openxmlformats.org/officeDocument/2006/relationships/notesSlide" Target="/ppt/notesSlides/notesSlide50.xml" Id="Rc0ebe17bf52c477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4c90bf12f6544b7" /><Relationship Type="http://schemas.openxmlformats.org/officeDocument/2006/relationships/image" Target="/ppt/media/image123.png" Id="R5b8731da23c242bc" /><Relationship Type="http://schemas.openxmlformats.org/officeDocument/2006/relationships/notesSlide" Target="/ppt/notesSlides/notesSlide51.xml" Id="R5e9762b1f76748e5"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67301B5-3A06-44B7-BC24-3EC3293E86C1}"/>
              </a:ext>
            </a:extLst>
          </p:cNvPr>
          <p:cNvPicPr>
            <a:picLocks xmlns:a="http://schemas.openxmlformats.org/drawingml/2006/main" noChangeAspect="1"/>
          </p:cNvPicPr>
          <p:nvPr/>
        </p:nvPicPr>
        <p:blipFill>
          <a:blip xmlns:r="http://schemas.openxmlformats.org/officeDocument/2006/relationships" xmlns:a="http://schemas.openxmlformats.org/drawingml/2006/main" r:embed="R25dccd6e9a24417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CCB47976-66B9-43DF-8593-436240DAB69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D533E377-5FE9-4D58-8635-E4FDD1EEA8E8}"/>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A9DBEAA3-D518-427C-9A3C-87864B5B2FEA}"/>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C889B7EF-D6FD-48A2-AA27-5175EADD937A}"/>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F48939C0-74C2-41E2-A313-5BA8AB721FA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06CAB852-141C-4B1C-9769-AD8DC68692BC}"/>
              </a:ext>
            </a:extLst>
          </p:cNvPr>
          <p:cNvPicPr>
            <a:picLocks xmlns:a="http://schemas.openxmlformats.org/drawingml/2006/main" noChangeAspect="1"/>
          </p:cNvPicPr>
          <p:nvPr/>
        </p:nvPicPr>
        <p:blipFill>
          <a:blip xmlns:r="http://schemas.openxmlformats.org/officeDocument/2006/relationships" xmlns:a="http://schemas.openxmlformats.org/drawingml/2006/main" r:embed="Rb89e598c483c4e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5952676-0E9E-4181-B5B3-8EF62DFC8910}"/>
              </a:ext>
            </a:extLst>
          </p:cNvPr>
          <p:cNvPicPr>
            <a:picLocks xmlns:a="http://schemas.openxmlformats.org/drawingml/2006/main" noChangeAspect="1"/>
          </p:cNvPicPr>
          <p:nvPr/>
        </p:nvPicPr>
        <p:blipFill>
          <a:blip xmlns:r="http://schemas.openxmlformats.org/officeDocument/2006/relationships" xmlns:a="http://schemas.openxmlformats.org/drawingml/2006/main" r:embed="Rb45379d04f754b2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F4282E4E-568D-4861-B824-6B875D2406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213131435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85F5E32-7D68-43C0-AEBE-F81F072D3DC0}"/>
              </a:ext>
            </a:extLst>
          </p:cNvPr>
          <p:cNvPicPr>
            <a:picLocks xmlns:a="http://schemas.openxmlformats.org/drawingml/2006/main" noChangeAspect="1"/>
          </p:cNvPicPr>
          <p:nvPr/>
        </p:nvPicPr>
        <p:blipFill>
          <a:blip xmlns:r="http://schemas.openxmlformats.org/officeDocument/2006/relationships" xmlns:a="http://schemas.openxmlformats.org/drawingml/2006/main" r:embed="R19cf1ae34686464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F664725-8A54-45FA-85E5-19AFB76B7AD9}"/>
              </a:ext>
            </a:extLst>
          </p:cNvPr>
          <p:cNvPicPr>
            <a:picLocks xmlns:a="http://schemas.openxmlformats.org/drawingml/2006/main" noChangeAspect="1"/>
          </p:cNvPicPr>
          <p:nvPr/>
        </p:nvPicPr>
        <p:blipFill>
          <a:blip xmlns:r="http://schemas.openxmlformats.org/officeDocument/2006/relationships" xmlns:a="http://schemas.openxmlformats.org/drawingml/2006/main" r:embed="R31075a0694fa42f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C484CC-8716-4D20-B022-E520976C45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D25E95-1E5C-42D0-907B-F2AC0B345A9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0</a:t>
            </a:r>
          </a:p>
        </p:txBody>
      </p:sp>
      <p:sp>
        <p:nvSpPr>
          <p:cNvPr id="4" name="text">
            <a:extLst xmlns:a="http://schemas.openxmlformats.org/drawingml/2006/main">
              <a:ext uri="{FF2B5EF4-FFF2-40B4-BE49-F238E27FC236}">
                <a16:creationId xmlns:a16="http://schemas.microsoft.com/office/drawing/2014/main" id="{803001DF-755D-4C54-90FE-7F045941BB0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52F516E-1A14-480C-9AF4-047B84CF6DC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6A198B6B-9E25-4382-9FC7-DE80DF5CFBF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72A2F996-0D06-45B3-9652-2B61EC2A49C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5921C674-B383-461F-B54C-EF9649D71307}"/>
              </a:ext>
            </a:extLst>
          </p:cNvPr>
          <p:cNvPicPr>
            <a:picLocks xmlns:a="http://schemas.openxmlformats.org/drawingml/2006/main" noChangeAspect="1"/>
          </p:cNvPicPr>
          <p:nvPr/>
        </p:nvPicPr>
        <p:blipFill>
          <a:blip xmlns:r="http://schemas.openxmlformats.org/officeDocument/2006/relationships" xmlns:a="http://schemas.openxmlformats.org/drawingml/2006/main" r:embed="Rd94cb02a4a2a44d7"/>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2142378151"/>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B9DE08D-FEFC-4B19-B235-DFC0FBCE3A10}"/>
              </a:ext>
            </a:extLst>
          </p:cNvPr>
          <p:cNvPicPr>
            <a:picLocks xmlns:a="http://schemas.openxmlformats.org/drawingml/2006/main" noChangeAspect="1"/>
          </p:cNvPicPr>
          <p:nvPr/>
        </p:nvPicPr>
        <p:blipFill>
          <a:blip xmlns:r="http://schemas.openxmlformats.org/officeDocument/2006/relationships" xmlns:a="http://schemas.openxmlformats.org/drawingml/2006/main" r:embed="Rdb3ae4bc93dc454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4CF38C-EFD4-4B5E-8181-4ADD4F93FF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5CC2E49-BAE6-45E8-A698-297B37ED7E5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CEE53392-85A1-4035-9C00-EC1DE7BD7FB9}"/>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7499EA6C-1AB4-4DDC-B265-2DB49A7E0A00}"/>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27F63FF5-EF28-465D-BC7E-9DC9BE82C569}"/>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8C4D9D9F-5D20-4C83-8A8E-594FE84FC0A3}"/>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7D3E5356-718C-4524-899B-1EDF83BD85C9}"/>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D110463C-AC61-4939-873F-EC79204BE1DF}"/>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4EB471BC-ABF8-4DC8-80F9-BD7EB00D7F38}"/>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D504D3F-3AA2-4BEC-B10B-39DBDEC9F5E6}"/>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05FAFCAA-9D67-4282-AE7F-2C58ADF7985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ACBB62B-16FE-4822-9426-F066C4D89E4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0C96632-7981-45C0-84D0-5143F3CCE0BB}"/>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5BC6528C-ADBD-4002-9F33-21D034A0087A}"/>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931040052"/>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01DC2F4-B1BC-417E-B3F2-FF94F9D1A752}"/>
              </a:ext>
            </a:extLst>
          </p:cNvPr>
          <p:cNvPicPr>
            <a:picLocks xmlns:a="http://schemas.openxmlformats.org/drawingml/2006/main" noChangeAspect="1"/>
          </p:cNvPicPr>
          <p:nvPr/>
        </p:nvPicPr>
        <p:blipFill>
          <a:blip xmlns:r="http://schemas.openxmlformats.org/officeDocument/2006/relationships" xmlns:a="http://schemas.openxmlformats.org/drawingml/2006/main" r:embed="Ra10cd738dc7b48c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FC2574-2DC1-46D6-804E-4D60E03FB4F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BD8BE9-1344-4C07-910A-05E1CCDFB58C}"/>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F56E0B70-CB46-4F48-A619-59403E00BD8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E9FC22-3966-497B-803B-1507D6D9D438}"/>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D366EED-5C07-4662-A48F-699F5916887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2A55507A-895A-44FB-B129-BCEF7513152B}"/>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888A1698-1746-4810-BC98-3914E332B947}"/>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BAB273D-4A13-48BE-8CD7-4B795334883F}"/>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A7851B7E-2DFB-40F2-A744-FA4EE763860E}"/>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0909D325-BB4B-4CC9-B749-9FB4B7D2FA4A}"/>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C3EFFED-DE81-4A7B-9529-D5FE5873657F}"/>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B29BC93F-527E-4494-8253-4F386A107EA5}"/>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834675C9-BE38-4FA0-81D5-C8E8733F188C}"/>
              </a:ext>
            </a:extLst>
          </p:cNvPr>
          <p:cNvPicPr>
            <a:picLocks xmlns:a="http://schemas.openxmlformats.org/drawingml/2006/main" noChangeAspect="1"/>
          </p:cNvPicPr>
          <p:nvPr/>
        </p:nvPicPr>
        <p:blipFill>
          <a:blip xmlns:r="http://schemas.openxmlformats.org/officeDocument/2006/relationships" xmlns:a="http://schemas.openxmlformats.org/drawingml/2006/main" r:embed="Re1920ef6ee1d46a5"/>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901897467"/>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0B79794-5235-47D8-8CC0-A90B154B66CC}"/>
              </a:ext>
            </a:extLst>
          </p:cNvPr>
          <p:cNvPicPr>
            <a:picLocks xmlns:a="http://schemas.openxmlformats.org/drawingml/2006/main" noChangeAspect="1"/>
          </p:cNvPicPr>
          <p:nvPr/>
        </p:nvPicPr>
        <p:blipFill>
          <a:blip xmlns:r="http://schemas.openxmlformats.org/officeDocument/2006/relationships" xmlns:a="http://schemas.openxmlformats.org/drawingml/2006/main" r:embed="R750235569201487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E3AD899-6B4F-436F-A25A-D0A9DFE7E6A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CB56F8E-4170-4789-ABEA-81AFF8CEDE8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84DF5FF-98C8-4ADC-B120-2EA2573C0BE8}"/>
              </a:ext>
            </a:extLst>
          </p:cNvPr>
          <p:cNvPicPr>
            <a:picLocks xmlns:a="http://schemas.openxmlformats.org/drawingml/2006/main" noChangeAspect="1"/>
          </p:cNvPicPr>
          <p:nvPr/>
        </p:nvPicPr>
        <p:blipFill>
          <a:blip xmlns:r="http://schemas.openxmlformats.org/officeDocument/2006/relationships" xmlns:a="http://schemas.openxmlformats.org/drawingml/2006/main" r:embed="R16e259b52ef14e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D3D11EEF-FD5C-44B7-BC2D-6531897D82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55009C69-A2F9-4ABF-A50F-1CC35917D53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6AAE194B-9214-4F22-B156-BEB48C686D2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8B33519B-C3DD-4847-A77A-3B76AB1911F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4082370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3BD17854-AFDB-4974-AE8F-BE68EE4EDF2F}"/>
              </a:ext>
            </a:extLst>
          </p:cNvPr>
          <p:cNvSpPr>
            <a:spLocks xmlns:a="http://schemas.openxmlformats.org/drawingml/2006/main" noGrp="1"/>
          </p:cNvSpPr>
          <p:nvPr/>
        </p:nvSpPr>
        <p:spPr>
          <a:xfrm xmlns:a="http://schemas.openxmlformats.org/drawingml/2006/main">
            <a:off x="5238750" y="747712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C461ACF8-786D-44EA-960D-5BD8055453A4}"/>
              </a:ext>
            </a:extLst>
          </p:cNvPr>
          <p:cNvSpPr>
            <a:spLocks xmlns:a="http://schemas.openxmlformats.org/drawingml/2006/main" noGrp="1"/>
          </p:cNvSpPr>
          <p:nvPr/>
        </p:nvSpPr>
        <p:spPr>
          <a:xfrm xmlns:a="http://schemas.openxmlformats.org/drawingml/2006/main">
            <a:off x="5238750" y="6096000"/>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27E8B352-4C06-4C55-B3F3-1643170AAFC1}"/>
              </a:ext>
            </a:extLst>
          </p:cNvPr>
          <p:cNvSpPr>
            <a:spLocks xmlns:a="http://schemas.openxmlformats.org/drawingml/2006/main" noGrp="1"/>
          </p:cNvSpPr>
          <p:nvPr/>
        </p:nvSpPr>
        <p:spPr>
          <a:xfrm xmlns:a="http://schemas.openxmlformats.org/drawingml/2006/main">
            <a:off x="5238750" y="4714875"/>
            <a:ext cx="11906250" cy="1066800"/>
          </a:xfrm>
          <a:prstGeom xmlns:a="http://schemas.openxmlformats.org/drawingml/2006/main" prst="roundRect">
            <a:avLst>
              <a:gd name="adj" fmla="val 17857"/>
            </a:avLst>
          </a:prstGeom>
          <a:solidFill xmlns:a="http://schemas.openxmlformats.org/drawingml/2006/main">
            <a:srgbClr val="FFFFFF"/>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090FCD38-4E6F-4B68-A295-97DEFD19F7C2}"/>
              </a:ext>
            </a:extLst>
          </p:cNvPr>
          <p:cNvPicPr>
            <a:picLocks xmlns:a="http://schemas.openxmlformats.org/drawingml/2006/main" noChangeAspect="1"/>
          </p:cNvPicPr>
          <p:nvPr/>
        </p:nvPicPr>
        <p:blipFill>
          <a:blip xmlns:r="http://schemas.openxmlformats.org/officeDocument/2006/relationships" xmlns:a="http://schemas.openxmlformats.org/drawingml/2006/main" r:embed="Rbd0cae91edd840c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A40B159-EECC-46DA-8273-A8F5F37E188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D0256C-7812-429C-BF50-94FE8FA4F2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A7F210D3-78A0-4366-9AE1-30E4ED8D18A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1BB5E83-CC98-4FB8-8425-324DD877373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4395869-DDD3-4175-B5F5-1D8CD23BFB9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pic>
        <p:nvPicPr>
          <p:cNvPr id="7" name="">
            <a:extLst xmlns:a="http://schemas.openxmlformats.org/drawingml/2006/main">
              <a:ext uri="{FF2B5EF4-FFF2-40B4-BE49-F238E27FC236}">
                <a16:creationId xmlns:a16="http://schemas.microsoft.com/office/drawing/2014/main" id="{3ED25F65-A079-46E8-99D6-A64F2A8D17FC}"/>
              </a:ext>
            </a:extLst>
          </p:cNvPr>
          <p:cNvPicPr>
            <a:picLocks xmlns:a="http://schemas.openxmlformats.org/drawingml/2006/main" noChangeAspect="1"/>
          </p:cNvPicPr>
          <p:nvPr/>
        </p:nvPicPr>
        <p:blipFill>
          <a:blip xmlns:r="http://schemas.openxmlformats.org/officeDocument/2006/relationships" xmlns:a="http://schemas.openxmlformats.org/drawingml/2006/main" r:embed="R454533f6149f442a"/>
          <a:stretch xmlns:a="http://schemas.openxmlformats.org/drawingml/2006/main"/>
        </p:blipFill>
        <p:spPr>
          <a:xfrm xmlns:a="http://schemas.openxmlformats.org/drawingml/2006/main">
            <a:off x="960437" y="4429125"/>
            <a:ext cx="3889375" cy="46672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3AC2EBF-DB69-4FC0-9F15-435271E686D9}"/>
              </a:ext>
            </a:extLst>
          </p:cNvPr>
          <p:cNvSpPr>
            <a:spLocks xmlns:a="http://schemas.openxmlformats.org/drawingml/2006/main" noGrp="1"/>
          </p:cNvSpPr>
          <p:nvPr/>
        </p:nvSpPr>
        <p:spPr>
          <a:xfrm xmlns:a="http://schemas.openxmlformats.org/drawingml/2006/main">
            <a:off x="1047750" y="91916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0">
                <a:solidFill>
                  <a:srgbClr val="BBBBBB"/>
                </a:solidFill>
                <a:latin typeface="Pretendard"/>
                <a:ea typeface="Pretendard"/>
                <a:cs typeface="Pretendard"/>
              </a:defRPr>
            </a:defPPr>
            <a:lvl1pPr algn="ctr">
              <a:defRPr sz="1800" b="0">
                <a:solidFill>
                  <a:srgbClr val="BBBBBB"/>
                </a:solidFill>
                <a:latin typeface="Pretendard"/>
                <a:ea typeface="Pretendard"/>
                <a:cs typeface="Pretendard"/>
              </a:defRPr>
            </a:lvl1pPr>
            <a:lvl2pPr algn="ctr">
              <a:defRPr sz="1800" b="0">
                <a:solidFill>
                  <a:srgbClr val="BBBBBB"/>
                </a:solidFill>
                <a:latin typeface="Pretendard"/>
                <a:ea typeface="Pretendard"/>
                <a:cs typeface="Pretendard"/>
              </a:defRPr>
            </a:lvl2pPr>
            <a:lvl3pPr algn="ctr">
              <a:defRPr sz="1800" b="0">
                <a:solidFill>
                  <a:srgbClr val="BBBBBB"/>
                </a:solidFill>
                <a:latin typeface="Pretendard"/>
                <a:ea typeface="Pretendard"/>
                <a:cs typeface="Pretendard"/>
              </a:defRPr>
            </a:lvl3pPr>
            <a:lvl4pPr algn="ctr">
              <a:defRPr sz="1800" b="0">
                <a:solidFill>
                  <a:srgbClr val="BBBBBB"/>
                </a:solidFill>
                <a:latin typeface="Pretendard"/>
                <a:ea typeface="Pretendard"/>
                <a:cs typeface="Pretendard"/>
              </a:defRPr>
            </a:lvl4pPr>
            <a:lvl5pPr algn="ctr">
              <a:defRPr sz="1800" b="0">
                <a:solidFill>
                  <a:srgbClr val="BBBBBB"/>
                </a:solidFill>
                <a:latin typeface="Pretendard"/>
                <a:ea typeface="Pretendard"/>
                <a:cs typeface="Pretendard"/>
              </a:defRPr>
            </a:lvl5pPr>
            <a:lvl6pPr algn="ctr">
              <a:defRPr sz="1800" b="0">
                <a:solidFill>
                  <a:srgbClr val="BBBBBB"/>
                </a:solidFill>
                <a:latin typeface="Pretendard"/>
                <a:ea typeface="Pretendard"/>
                <a:cs typeface="Pretendard"/>
              </a:defRPr>
            </a:lvl6pPr>
            <a:lvl7pPr algn="ctr">
              <a:defRPr sz="1800" b="0">
                <a:solidFill>
                  <a:srgbClr val="BBBBBB"/>
                </a:solidFill>
                <a:latin typeface="Pretendard"/>
                <a:ea typeface="Pretendard"/>
                <a:cs typeface="Pretendard"/>
              </a:defRPr>
            </a:lvl7pPr>
            <a:lvl8pPr algn="ctr">
              <a:defRPr sz="1800" b="0">
                <a:solidFill>
                  <a:srgbClr val="BBBBBB"/>
                </a:solidFill>
                <a:latin typeface="Pretendard"/>
                <a:ea typeface="Pretendard"/>
                <a:cs typeface="Pretendard"/>
              </a:defRPr>
            </a:lvl8pPr>
            <a:lvl9pPr algn="ctr">
              <a:defRPr sz="1800" b="0">
                <a:solidFill>
                  <a:srgbClr val="BBBBBB"/>
                </a:solidFill>
                <a:latin typeface="Pretendard"/>
                <a:ea typeface="Pretendard"/>
                <a:cs typeface="Pretendard"/>
              </a:defRPr>
            </a:lvl9pPr>
          </a:lstStyle>
          <a:p xmlns:a="http://schemas.openxmlformats.org/drawingml/2006/main">
            <a:pPr algn="ctr">
              <a:defRPr sz="1800" b="0">
                <a:solidFill>
                  <a:srgbClr val="BBBBBB"/>
                </a:solidFill>
                <a:latin typeface="Pretendard"/>
                <a:ea typeface="Pretendard"/>
                <a:cs typeface="Pretendard"/>
              </a:defRPr>
            </a:pPr>
            <a:r>
              <a:rPr sz="1800" b="0">
                <a:solidFill>
                  <a:srgbClr val="BBBBBB"/>
                </a:solidFill>
                <a:latin typeface="Pretendard"/>
                <a:ea typeface="Pretendard"/>
                <a:cs typeface="Pretendard"/>
              </a:rPr>
              <a:t>헤스 · G. H. Hess</a:t>
            </a:r>
          </a:p>
        </p:txBody>
      </p:sp>
      <p:sp>
        <p:nvSpPr>
          <p:cNvPr id="10" name="text">
            <a:extLst xmlns:a="http://schemas.openxmlformats.org/drawingml/2006/main">
              <a:ext uri="{FF2B5EF4-FFF2-40B4-BE49-F238E27FC236}">
                <a16:creationId xmlns:a16="http://schemas.microsoft.com/office/drawing/2014/main" id="{FBEF71D9-24F8-48DE-B6A8-962C4B8A6452}"/>
              </a:ext>
            </a:extLst>
          </p:cNvPr>
          <p:cNvSpPr>
            <a:spLocks xmlns:a="http://schemas.openxmlformats.org/drawingml/2006/main" noGrp="1"/>
          </p:cNvSpPr>
          <p:nvPr/>
        </p:nvSpPr>
        <p:spPr>
          <a:xfrm xmlns:a="http://schemas.openxmlformats.org/drawingml/2006/main">
            <a:off x="5524500" y="490537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경로와 무관하다.</a:t>
            </a:r>
          </a:p>
        </p:txBody>
      </p:sp>
      <p:sp>
        <p:nvSpPr>
          <p:cNvPr id="12" name="text">
            <a:extLst xmlns:a="http://schemas.openxmlformats.org/drawingml/2006/main">
              <a:ext uri="{FF2B5EF4-FFF2-40B4-BE49-F238E27FC236}">
                <a16:creationId xmlns:a16="http://schemas.microsoft.com/office/drawing/2014/main" id="{AE2F90B5-B1CF-4F34-99FB-3C3E0F8F7605}"/>
              </a:ext>
            </a:extLst>
          </p:cNvPr>
          <p:cNvSpPr>
            <a:spLocks xmlns:a="http://schemas.openxmlformats.org/drawingml/2006/main" noGrp="1"/>
          </p:cNvSpPr>
          <p:nvPr/>
        </p:nvSpPr>
        <p:spPr>
          <a:xfrm xmlns:a="http://schemas.openxmlformats.org/drawingml/2006/main">
            <a:off x="5524500" y="6286500"/>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rPr sz="2400" b="0">
                <a:solidFill>
                  <a:srgbClr val="202020"/>
                </a:solidFill>
                <a:latin typeface="Pretendard"/>
                <a:ea typeface="Pretendard"/>
                <a:cs typeface="Pretendard"/>
              </a:rPr>
              <a:t>· 총 열량 불변의 법칙이라고 부르기도 한다.</a:t>
            </a:r>
          </a:p>
        </p:txBody>
      </p:sp>
      <p:sp>
        <p:nvSpPr>
          <p:cNvPr id="14" name="text">
            <a:extLst xmlns:a="http://schemas.openxmlformats.org/drawingml/2006/main">
              <a:ext uri="{FF2B5EF4-FFF2-40B4-BE49-F238E27FC236}">
                <a16:creationId xmlns:a16="http://schemas.microsoft.com/office/drawing/2014/main" id="{D41F916E-7192-49EB-86C6-0E9570132055}"/>
              </a:ext>
            </a:extLst>
          </p:cNvPr>
          <p:cNvSpPr>
            <a:spLocks xmlns:a="http://schemas.openxmlformats.org/drawingml/2006/main" noGrp="1"/>
          </p:cNvSpPr>
          <p:nvPr/>
        </p:nvSpPr>
        <p:spPr>
          <a:xfrm xmlns:a="http://schemas.openxmlformats.org/drawingml/2006/main">
            <a:off x="5524500" y="7667625"/>
            <a:ext cx="11334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202020"/>
                </a:solidFill>
                <a:latin typeface="Pretendard"/>
                <a:ea typeface="Pretendard"/>
                <a:cs typeface="Pretendard"/>
              </a:defRPr>
            </a:defPPr>
            <a:lvl1pPr algn="l">
              <a:defRPr sz="2400" b="0">
                <a:solidFill>
                  <a:srgbClr val="202020"/>
                </a:solidFill>
                <a:latin typeface="Pretendard"/>
                <a:ea typeface="Pretendard"/>
                <a:cs typeface="Pretendard"/>
              </a:defRPr>
            </a:lvl1pPr>
            <a:lvl2pPr algn="l">
              <a:defRPr sz="2400" b="0">
                <a:solidFill>
                  <a:srgbClr val="202020"/>
                </a:solidFill>
                <a:latin typeface="Pretendard"/>
                <a:ea typeface="Pretendard"/>
                <a:cs typeface="Pretendard"/>
              </a:defRPr>
            </a:lvl2pPr>
            <a:lvl3pPr algn="l">
              <a:defRPr sz="2400" b="0">
                <a:solidFill>
                  <a:srgbClr val="202020"/>
                </a:solidFill>
                <a:latin typeface="Pretendard"/>
                <a:ea typeface="Pretendard"/>
                <a:cs typeface="Pretendard"/>
              </a:defRPr>
            </a:lvl3pPr>
            <a:lvl4pPr algn="l">
              <a:defRPr sz="2400" b="0">
                <a:solidFill>
                  <a:srgbClr val="202020"/>
                </a:solidFill>
                <a:latin typeface="Pretendard"/>
                <a:ea typeface="Pretendard"/>
                <a:cs typeface="Pretendard"/>
              </a:defRPr>
            </a:lvl4pPr>
            <a:lvl5pPr algn="l">
              <a:defRPr sz="2400" b="0">
                <a:solidFill>
                  <a:srgbClr val="202020"/>
                </a:solidFill>
                <a:latin typeface="Pretendard"/>
                <a:ea typeface="Pretendard"/>
                <a:cs typeface="Pretendard"/>
              </a:defRPr>
            </a:lvl5pPr>
            <a:lvl6pPr algn="l">
              <a:defRPr sz="2400" b="0">
                <a:solidFill>
                  <a:srgbClr val="202020"/>
                </a:solidFill>
                <a:latin typeface="Pretendard"/>
                <a:ea typeface="Pretendard"/>
                <a:cs typeface="Pretendard"/>
              </a:defRPr>
            </a:lvl6pPr>
            <a:lvl7pPr algn="l">
              <a:defRPr sz="2400" b="0">
                <a:solidFill>
                  <a:srgbClr val="202020"/>
                </a:solidFill>
                <a:latin typeface="Pretendard"/>
                <a:ea typeface="Pretendard"/>
                <a:cs typeface="Pretendard"/>
              </a:defRPr>
            </a:lvl7pPr>
            <a:lvl8pPr algn="l">
              <a:defRPr sz="2400" b="0">
                <a:solidFill>
                  <a:srgbClr val="202020"/>
                </a:solidFill>
                <a:latin typeface="Pretendard"/>
                <a:ea typeface="Pretendard"/>
                <a:cs typeface="Pretendard"/>
              </a:defRPr>
            </a:lvl8pPr>
            <a:lvl9pPr algn="l">
              <a:defRPr sz="2400" b="0">
                <a:solidFill>
                  <a:srgbClr val="202020"/>
                </a:solidFill>
                <a:latin typeface="Pretendard"/>
                <a:ea typeface="Pretendard"/>
                <a:cs typeface="Pretendard"/>
              </a:defRPr>
            </a:lvl9pPr>
          </a:lstStyle>
          <a:p xmlns:a="http://schemas.openxmlformats.org/drawingml/2006/main">
            <a:pPr algn="l">
              <a:defRPr sz="2400" b="0">
                <a:solidFill>
                  <a:srgbClr val="202020"/>
                </a:solidFill>
                <a:latin typeface="Pretendard"/>
                <a:ea typeface="Pretendard"/>
                <a:cs typeface="Pretendard"/>
              </a:defRPr>
            </a:pPr>
            <a:r>
              <a:t>· 직접 측정하기 어려운 반응의 </a:t>
            </a:r>
            <a:r>
              <a:t>Δ</a:t>
            </a:r>
            <a:r>
              <a:rPr i="1">
                <a:latin typeface="Pretendard"/>
                <a:ea typeface="Pretendard"/>
                <a:cs typeface="Pretendard"/>
              </a:rPr>
              <a:t>H</a:t>
            </a:r>
            <a:r>
              <a:t>도 간접적으로 구할 수 있다.</a:t>
            </a:r>
          </a:p>
        </p:txBody>
      </p:sp>
    </p:spTree>
    <p:extLst>
      <p:ext uri="{BB962C8B-B14F-4D97-AF65-F5344CB8AC3E}">
        <p14:creationId xmlns:p14="http://schemas.microsoft.com/office/powerpoint/2010/main" val="196037808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A48967F7-61F0-45B4-A761-A918802DF0E3}"/>
              </a:ext>
            </a:extLst>
          </p:cNvPr>
          <p:cNvPicPr>
            <a:picLocks xmlns:a="http://schemas.openxmlformats.org/drawingml/2006/main" noChangeAspect="1"/>
          </p:cNvPicPr>
          <p:nvPr/>
        </p:nvPicPr>
        <p:blipFill>
          <a:blip xmlns:r="http://schemas.openxmlformats.org/officeDocument/2006/relationships" xmlns:a="http://schemas.openxmlformats.org/drawingml/2006/main" r:embed="Rf4ace9493b8142c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1B2FB9-D596-4D9E-B884-8A69A16CFA4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B3A1E8-3C1E-429D-886E-38C14376102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EE2D0D7B-1B9E-4EBD-8BD6-37F0ED35139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6751A32-6484-4564-B488-A1BC458FDFB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A53349A-CE56-4E49-B33C-D631C0F7C9C7}"/>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A520B2B3-BD9B-4912-8CFC-842883172FF9}"/>
              </a:ext>
            </a:extLst>
          </p:cNvPr>
          <p:cNvPicPr>
            <a:picLocks xmlns:a="http://schemas.openxmlformats.org/drawingml/2006/main" noChangeAspect="1"/>
          </p:cNvPicPr>
          <p:nvPr/>
        </p:nvPicPr>
        <p:blipFill>
          <a:blip xmlns:r="http://schemas.openxmlformats.org/officeDocument/2006/relationships" xmlns:a="http://schemas.openxmlformats.org/drawingml/2006/main" r:embed="R357717f051df4c82"/>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6377812-44D9-4857-878C-691BF4A68EE1}"/>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CEFE941-9EBD-4129-AC81-BE71C9A7B216}"/>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D050E49A-9F3B-4609-9787-22275AC50DFE}"/>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FADB9BE6-F8BC-48A4-9A0D-B423A718F19C}"/>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EA9BED61-097F-4133-8E5E-7DD57B64F104}"/>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40F3474C-B24A-4098-AC6E-0A385DA3C386}"/>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F28AE9FF-7C77-4FDF-A8E1-9246A7FEC900}"/>
              </a:ext>
            </a:extLst>
          </p:cNvPr>
          <p:cNvPicPr>
            <a:picLocks xmlns:a="http://schemas.openxmlformats.org/drawingml/2006/main" noChangeAspect="1"/>
          </p:cNvPicPr>
          <p:nvPr/>
        </p:nvPicPr>
        <p:blipFill>
          <a:blip xmlns:r="http://schemas.openxmlformats.org/officeDocument/2006/relationships" xmlns:a="http://schemas.openxmlformats.org/drawingml/2006/main" r:embed="R292fe16b90684858"/>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4CE80FC-423E-412F-9ACA-BFE5B7B84D6D}"/>
              </a:ext>
            </a:extLst>
          </p:cNvPr>
          <p:cNvPicPr>
            <a:picLocks xmlns:a="http://schemas.openxmlformats.org/drawingml/2006/main" noChangeAspect="1"/>
          </p:cNvPicPr>
          <p:nvPr/>
        </p:nvPicPr>
        <p:blipFill>
          <a:blip xmlns:r="http://schemas.openxmlformats.org/officeDocument/2006/relationships" xmlns:a="http://schemas.openxmlformats.org/drawingml/2006/main" r:embed="R90e930394f2c42df"/>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407EA8C1-29D3-4571-993F-3B764EB4848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0BD9A52B-EFCC-40A5-9E21-3720A7D34727}"/>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0B2964C0-DA03-4193-AB5D-D07769E83332}"/>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0A0EA6AE-97F3-4D3A-99E2-DAD5465F9C5E}"/>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DDCBB3C7-FB52-4039-8C2B-B6A5355956FC}"/>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3C1B4C3-1E1F-4B39-AF7E-A4E977357C7B}"/>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3C41F777-FE6B-4996-A5BA-C7C9DEF10EE0}"/>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960740C1-93AE-4CB2-B42B-B075C8A51B5A}"/>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Tree>
    <p:extLst>
      <p:ext uri="{BB962C8B-B14F-4D97-AF65-F5344CB8AC3E}">
        <p14:creationId xmlns:p14="http://schemas.microsoft.com/office/powerpoint/2010/main" val="915367880"/>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DCCBA3F-C74D-46E6-95DE-D226B0D976B7}"/>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F4598FC6-E7B0-4348-BA1F-C88CB4365F69}"/>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6AB1F2B-842F-4582-AB9E-DCAA01C531C7}"/>
              </a:ext>
            </a:extLst>
          </p:cNvPr>
          <p:cNvPicPr>
            <a:picLocks xmlns:a="http://schemas.openxmlformats.org/drawingml/2006/main" noChangeAspect="1"/>
          </p:cNvPicPr>
          <p:nvPr/>
        </p:nvPicPr>
        <p:blipFill>
          <a:blip xmlns:r="http://schemas.openxmlformats.org/officeDocument/2006/relationships" xmlns:a="http://schemas.openxmlformats.org/drawingml/2006/main" r:embed="Ra2a9b61322d34f8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966DA2-C8FF-4399-9F09-D50DFBB7A0B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1830EA-894E-429F-B4C5-A274C3553C7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846D069C-98FC-451F-BB67-6502A68467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C43353B-EFCD-4AE2-A1DF-61DAE6A7897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84476138-2DE4-41C9-A34E-E9069C2CBFB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260F924D-7486-4482-B0F7-4E2ACA0C0683}"/>
              </a:ext>
            </a:extLst>
          </p:cNvPr>
          <p:cNvPicPr>
            <a:picLocks xmlns:a="http://schemas.openxmlformats.org/drawingml/2006/main" noChangeAspect="1"/>
          </p:cNvPicPr>
          <p:nvPr/>
        </p:nvPicPr>
        <p:blipFill>
          <a:blip xmlns:r="http://schemas.openxmlformats.org/officeDocument/2006/relationships" xmlns:a="http://schemas.openxmlformats.org/drawingml/2006/main" r:embed="Rcbf118aaa7dc47b5"/>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63FDD05-3F3F-4579-A16C-7E346F28B2F5}"/>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BB7A0552-3ABB-4788-A717-4C5C2D619F02}"/>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C1D40190-CD21-4119-8C20-679258A04820}"/>
              </a:ext>
            </a:extLst>
          </p:cNvPr>
          <p:cNvPicPr>
            <a:picLocks xmlns:a="http://schemas.openxmlformats.org/drawingml/2006/main" noChangeAspect="1"/>
          </p:cNvPicPr>
          <p:nvPr/>
        </p:nvPicPr>
        <p:blipFill>
          <a:blip xmlns:r="http://schemas.openxmlformats.org/officeDocument/2006/relationships" xmlns:a="http://schemas.openxmlformats.org/drawingml/2006/main" r:embed="Rfa54f843851748e0"/>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C789D066-C477-4400-B9D5-CB8B559A557A}"/>
              </a:ext>
            </a:extLst>
          </p:cNvPr>
          <p:cNvPicPr>
            <a:picLocks xmlns:a="http://schemas.openxmlformats.org/drawingml/2006/main" noChangeAspect="1"/>
          </p:cNvPicPr>
          <p:nvPr/>
        </p:nvPicPr>
        <p:blipFill>
          <a:blip xmlns:r="http://schemas.openxmlformats.org/officeDocument/2006/relationships" xmlns:a="http://schemas.openxmlformats.org/drawingml/2006/main" r:embed="R64bdec103b13478d"/>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DFAE9D4-A048-47D7-A6A9-1954FF6998CD}"/>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D3C010F-7980-4428-9072-2C805F1E52EE}"/>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F249820C-C9BC-4FCD-BFDB-3E5746675AF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35842873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93D1A1EA-5C58-4DA5-BEBF-3015FC8C1E1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2" name="text">
            <a:extLst xmlns:a="http://schemas.openxmlformats.org/drawingml/2006/main">
              <a:ext uri="{FF2B5EF4-FFF2-40B4-BE49-F238E27FC236}">
                <a16:creationId xmlns:a16="http://schemas.microsoft.com/office/drawing/2014/main" id="{E0784B80-F3EB-4CEC-A89A-3E8A6E78CFA0}"/>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 헤스 법칙</a:t>
            </a:r>
          </a:p>
        </p:txBody>
      </p:sp>
      <p:sp>
        <p:nvSpPr>
          <p:cNvPr id="3" name="text">
            <a:extLst xmlns:a="http://schemas.openxmlformats.org/drawingml/2006/main">
              <a:ext uri="{FF2B5EF4-FFF2-40B4-BE49-F238E27FC236}">
                <a16:creationId xmlns:a16="http://schemas.microsoft.com/office/drawing/2014/main" id="{0AAFC503-99D1-4CE5-91DC-F0F84F24429E}"/>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38880F4E-ADD3-46A7-8C22-F2B43A5AA782}"/>
              </a:ext>
            </a:extLst>
          </p:cNvPr>
          <p:cNvPicPr>
            <a:picLocks xmlns:a="http://schemas.openxmlformats.org/drawingml/2006/main" noChangeAspect="1"/>
          </p:cNvPicPr>
          <p:nvPr/>
        </p:nvPicPr>
        <p:blipFill>
          <a:blip xmlns:r="http://schemas.openxmlformats.org/officeDocument/2006/relationships" xmlns:a="http://schemas.openxmlformats.org/drawingml/2006/main" r:embed="Rb7ca2e952eb7409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8BD4D46-B7CB-4EF7-A068-2CEE93F3F305}"/>
              </a:ext>
            </a:extLst>
          </p:cNvPr>
          <p:cNvPicPr>
            <a:picLocks xmlns:a="http://schemas.openxmlformats.org/drawingml/2006/main" noChangeAspect="1"/>
          </p:cNvPicPr>
          <p:nvPr/>
        </p:nvPicPr>
        <p:blipFill>
          <a:blip xmlns:r="http://schemas.openxmlformats.org/officeDocument/2006/relationships" xmlns:a="http://schemas.openxmlformats.org/drawingml/2006/main" r:embed="R240d604490cb4e9e"/>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EC38AF69-C1E7-4565-8F8F-33CEB98C689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650627897"/>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C1CCFA04-8043-43EE-9A68-AD8424DAA648}"/>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D5BB726B-35D2-4AA6-A274-93BA1F1F20D0}"/>
              </a:ext>
            </a:extLst>
          </p:cNvPr>
          <p:cNvPicPr>
            <a:picLocks xmlns:a="http://schemas.openxmlformats.org/drawingml/2006/main" noChangeAspect="1"/>
          </p:cNvPicPr>
          <p:nvPr/>
        </p:nvPicPr>
        <p:blipFill>
          <a:blip xmlns:r="http://schemas.openxmlformats.org/officeDocument/2006/relationships" xmlns:a="http://schemas.openxmlformats.org/drawingml/2006/main" r:embed="R601836dd674348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F3DC92-72EC-4ED8-82E5-DE9654C6574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1999D4-D208-4E94-858E-39F63920AAE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B4A85E72-AB12-4EF8-B059-5C535E42CB9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DA19C7F-BB23-473F-B9F2-B531AE1DA1C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7DE3A43-4259-4813-805E-1FE9D74E69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8CBE6C8F-8E0B-489B-9B9B-4C388ED9AB59}"/>
              </a:ext>
            </a:extLst>
          </p:cNvPr>
          <p:cNvPicPr>
            <a:picLocks xmlns:a="http://schemas.openxmlformats.org/drawingml/2006/main" noChangeAspect="1"/>
          </p:cNvPicPr>
          <p:nvPr/>
        </p:nvPicPr>
        <p:blipFill>
          <a:blip xmlns:r="http://schemas.openxmlformats.org/officeDocument/2006/relationships" xmlns:a="http://schemas.openxmlformats.org/drawingml/2006/main" r:embed="R5339a699f98a4053"/>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5DBA134-FDE2-47AD-B338-17E308AD3DDB}"/>
              </a:ext>
            </a:extLst>
          </p:cNvPr>
          <p:cNvPicPr>
            <a:picLocks xmlns:a="http://schemas.openxmlformats.org/drawingml/2006/main" noChangeAspect="1"/>
          </p:cNvPicPr>
          <p:nvPr/>
        </p:nvPicPr>
        <p:blipFill>
          <a:blip xmlns:r="http://schemas.openxmlformats.org/officeDocument/2006/relationships" xmlns:a="http://schemas.openxmlformats.org/drawingml/2006/main" r:embed="R4eb56310a9c3424b"/>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138EF06-48AA-49E9-B082-4F0AFD728B59}"/>
              </a:ext>
            </a:extLst>
          </p:cNvPr>
          <p:cNvPicPr>
            <a:picLocks xmlns:a="http://schemas.openxmlformats.org/drawingml/2006/main" noChangeAspect="1"/>
          </p:cNvPicPr>
          <p:nvPr/>
        </p:nvPicPr>
        <p:blipFill>
          <a:blip xmlns:r="http://schemas.openxmlformats.org/officeDocument/2006/relationships" xmlns:a="http://schemas.openxmlformats.org/drawingml/2006/main" r:embed="R51ebe8d71a3e472f"/>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3591B0E8-3FB1-40BF-BD2A-0B56F51019D7}"/>
              </a:ext>
            </a:extLst>
          </p:cNvPr>
          <p:cNvPicPr>
            <a:picLocks xmlns:a="http://schemas.openxmlformats.org/drawingml/2006/main" noChangeAspect="1"/>
          </p:cNvPicPr>
          <p:nvPr/>
        </p:nvPicPr>
        <p:blipFill>
          <a:blip xmlns:r="http://schemas.openxmlformats.org/officeDocument/2006/relationships" xmlns:a="http://schemas.openxmlformats.org/drawingml/2006/main" r:embed="R7402797df9f049c1"/>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86970611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72064CA-4B9B-4CBE-8B49-8A8ABC8CD08D}"/>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9613518-3C23-4687-A694-8F3C895103BA}"/>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A1E0EE9-3AF6-40F2-816C-BDF60CAE673F}"/>
              </a:ext>
            </a:extLst>
          </p:cNvPr>
          <p:cNvPicPr>
            <a:picLocks xmlns:a="http://schemas.openxmlformats.org/drawingml/2006/main" noChangeAspect="1"/>
          </p:cNvPicPr>
          <p:nvPr/>
        </p:nvPicPr>
        <p:blipFill>
          <a:blip xmlns:r="http://schemas.openxmlformats.org/officeDocument/2006/relationships" xmlns:a="http://schemas.openxmlformats.org/drawingml/2006/main" r:embed="R7354850d2be4421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EBF0AD-1DDF-4691-A34D-938B579E029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904C1E-2CED-48D0-BC04-EC10D4949EC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4E1BA612-0FD4-4F53-831D-F1ABBA2B733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A2E8DD0-FDB9-4E57-BEBD-191001BB4C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1CBB0F0-2E06-4662-951B-F17E9B9EBDE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743F34AD-463F-46FA-B9CC-E6383C91E3A4}"/>
              </a:ext>
            </a:extLst>
          </p:cNvPr>
          <p:cNvPicPr>
            <a:picLocks xmlns:a="http://schemas.openxmlformats.org/drawingml/2006/main" noChangeAspect="1"/>
          </p:cNvPicPr>
          <p:nvPr/>
        </p:nvPicPr>
        <p:blipFill>
          <a:blip xmlns:r="http://schemas.openxmlformats.org/officeDocument/2006/relationships" xmlns:a="http://schemas.openxmlformats.org/drawingml/2006/main" r:embed="R11b5df0b18684f68"/>
          <a:stretch xmlns:a="http://schemas.openxmlformats.org/drawingml/2006/main"/>
        </p:blipFill>
        <p:spPr>
          <a:xfrm xmlns:a="http://schemas.openxmlformats.org/drawingml/2006/main">
            <a:off x="4637072" y="4857750"/>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2C75305-EF77-47B9-AF2C-4B4CF1552292}"/>
              </a:ext>
            </a:extLst>
          </p:cNvPr>
          <p:cNvPicPr>
            <a:picLocks xmlns:a="http://schemas.openxmlformats.org/drawingml/2006/main" noChangeAspect="1"/>
          </p:cNvPicPr>
          <p:nvPr/>
        </p:nvPicPr>
        <p:blipFill>
          <a:blip xmlns:r="http://schemas.openxmlformats.org/officeDocument/2006/relationships" xmlns:a="http://schemas.openxmlformats.org/drawingml/2006/main" r:embed="R1628f2cb52664fd5"/>
          <a:stretch xmlns:a="http://schemas.openxmlformats.org/drawingml/2006/main"/>
        </p:blipFill>
        <p:spPr>
          <a:xfrm xmlns:a="http://schemas.openxmlformats.org/drawingml/2006/main">
            <a:off x="4637072" y="6715125"/>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EE34A5A-8081-49E4-9CB4-0A53278564E7}"/>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893BF8CA-466B-487E-9652-278B94F50025}"/>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63B035B1-9BB0-4A42-8F4E-FE03FAFB5D7C}"/>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642403363"/>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6FF708AE-22B0-4076-A8C5-069742C475A2}"/>
              </a:ext>
            </a:extLst>
          </p:cNvPr>
          <p:cNvSpPr>
            <a:spLocks xmlns:a="http://schemas.openxmlformats.org/drawingml/2006/main" noGrp="1"/>
          </p:cNvSpPr>
          <p:nvPr/>
        </p:nvSpPr>
        <p:spPr>
          <a:xfrm xmlns:a="http://schemas.openxmlformats.org/drawingml/2006/main">
            <a:off x="2857500" y="64770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A4F6C40C-44D5-48AE-8FBA-A53495EAAEAC}"/>
              </a:ext>
            </a:extLst>
          </p:cNvPr>
          <p:cNvSpPr>
            <a:spLocks xmlns:a="http://schemas.openxmlformats.org/drawingml/2006/main" noGrp="1"/>
          </p:cNvSpPr>
          <p:nvPr/>
        </p:nvSpPr>
        <p:spPr>
          <a:xfrm xmlns:a="http://schemas.openxmlformats.org/drawingml/2006/main">
            <a:off x="2857500" y="461962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E9EEB476-2F54-405D-816B-8916E8D9326E}"/>
              </a:ext>
            </a:extLst>
          </p:cNvPr>
          <p:cNvPicPr>
            <a:picLocks xmlns:a="http://schemas.openxmlformats.org/drawingml/2006/main" noChangeAspect="1"/>
          </p:cNvPicPr>
          <p:nvPr/>
        </p:nvPicPr>
        <p:blipFill>
          <a:blip xmlns:r="http://schemas.openxmlformats.org/officeDocument/2006/relationships" xmlns:a="http://schemas.openxmlformats.org/drawingml/2006/main" r:embed="Rb780f46308be4d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304C4C-6365-4140-B81C-B8696632626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D606AC-1510-486B-A0C1-800798BC944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7013D70E-F5D9-4E8C-A555-011DB2087A6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9DD7EC2-3BCC-47EC-8B92-BFDC7BCE484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6D16030-F3AD-411A-BF06-B2BCC94B058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4EFCFE24-EC99-4BC6-AB57-2A1C61465ADD}"/>
              </a:ext>
            </a:extLst>
          </p:cNvPr>
          <p:cNvPicPr>
            <a:picLocks xmlns:a="http://schemas.openxmlformats.org/drawingml/2006/main" noChangeAspect="1"/>
          </p:cNvPicPr>
          <p:nvPr/>
        </p:nvPicPr>
        <p:blipFill>
          <a:blip xmlns:r="http://schemas.openxmlformats.org/officeDocument/2006/relationships" xmlns:a="http://schemas.openxmlformats.org/drawingml/2006/main" r:embed="R728b9a1d02aa4de6"/>
          <a:stretch xmlns:a="http://schemas.openxmlformats.org/drawingml/2006/main"/>
        </p:blipFill>
        <p:spPr>
          <a:xfrm xmlns:a="http://schemas.openxmlformats.org/drawingml/2006/main">
            <a:off x="3486645" y="4921384"/>
            <a:ext cx="11314711" cy="72998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10D7E54-44CB-4CA9-B71D-21A0EA941E2A}"/>
              </a:ext>
            </a:extLst>
          </p:cNvPr>
          <p:cNvPicPr>
            <a:picLocks xmlns:a="http://schemas.openxmlformats.org/drawingml/2006/main" noChangeAspect="1"/>
          </p:cNvPicPr>
          <p:nvPr/>
        </p:nvPicPr>
        <p:blipFill>
          <a:blip xmlns:r="http://schemas.openxmlformats.org/officeDocument/2006/relationships" xmlns:a="http://schemas.openxmlformats.org/drawingml/2006/main" r:embed="R52a9f5fce7d54fe9"/>
          <a:stretch xmlns:a="http://schemas.openxmlformats.org/drawingml/2006/main"/>
        </p:blipFill>
        <p:spPr>
          <a:xfrm xmlns:a="http://schemas.openxmlformats.org/drawingml/2006/main">
            <a:off x="3286125" y="6783265"/>
            <a:ext cx="11715750" cy="720969"/>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FC8F755-19C0-449D-B957-345040374842}"/>
              </a:ext>
            </a:extLst>
          </p:cNvPr>
          <p:cNvSpPr>
            <a:spLocks xmlns:a="http://schemas.openxmlformats.org/drawingml/2006/main" noGrp="1"/>
          </p:cNvSpPr>
          <p:nvPr/>
        </p:nvSpPr>
        <p:spPr>
          <a:xfrm xmlns:a="http://schemas.openxmlformats.org/drawingml/2006/main">
            <a:off x="2952750" y="43053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B0221E94-043E-4DF7-8546-2955C13B92B7}"/>
              </a:ext>
            </a:extLst>
          </p:cNvPr>
          <p:cNvSpPr>
            <a:spLocks xmlns:a="http://schemas.openxmlformats.org/drawingml/2006/main" noGrp="1"/>
          </p:cNvSpPr>
          <p:nvPr/>
        </p:nvSpPr>
        <p:spPr>
          <a:xfrm xmlns:a="http://schemas.openxmlformats.org/drawingml/2006/main">
            <a:off x="2952750" y="6000750"/>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CC20B359-7187-44FE-A465-6F670DBE5C5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2069279587"/>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BBBD1726-AF40-47E3-AAAD-9FADF649B780}"/>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22268528-AE39-474A-8DDC-E7AC9E1F7382}"/>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CBDA8931-38C9-4E71-AE50-DC90BBB17074}"/>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09B3F125-6438-45E5-ADD8-C00EBB571488}"/>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0129B06A-AF01-4C5F-94C4-20B82C7A2CAD}"/>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B7ADAFEE-337A-4D37-99D9-25FA76DEA7E2}"/>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97C6436A-0B96-42AA-986B-D709FBBCDB00}"/>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FEBE377F-6187-43C4-A44A-0E8AA1593913}"/>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A4E722AC-976B-4EBA-B479-D78C464963D3}"/>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1EB9295C-C45E-4B31-B503-1BC245C834EE}"/>
              </a:ext>
            </a:extLst>
          </p:cNvPr>
          <p:cNvPicPr>
            <a:picLocks xmlns:a="http://schemas.openxmlformats.org/drawingml/2006/main" noChangeAspect="1"/>
          </p:cNvPicPr>
          <p:nvPr/>
        </p:nvPicPr>
        <p:blipFill>
          <a:blip xmlns:r="http://schemas.openxmlformats.org/officeDocument/2006/relationships" xmlns:a="http://schemas.openxmlformats.org/drawingml/2006/main" r:embed="R946f9ebd753a434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C41CD5-D34F-4A78-8105-B1152603F0A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74DF44-149F-4FD4-BFBB-0EEDB411687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4" name="text">
            <a:extLst xmlns:a="http://schemas.openxmlformats.org/drawingml/2006/main">
              <a:ext uri="{FF2B5EF4-FFF2-40B4-BE49-F238E27FC236}">
                <a16:creationId xmlns:a16="http://schemas.microsoft.com/office/drawing/2014/main" id="{F68FD982-7223-4787-AE85-977C6979149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9705754-3DC1-42E8-B3FE-35683443354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233BC4A-2148-4C91-A0A2-885A087872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36F9931D-9B50-41A4-A5A5-8E054331DCC8}"/>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08A05BEB-C7FC-44D8-A648-3D5D1E9AD20A}"/>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73FAF040-6C8A-43D2-B8FE-0774A3251BC4}"/>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AB14F2CB-043B-4FA6-946C-5A9C9F6972E6}"/>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4DB7C5D3-5DFD-49A7-A27B-1F551AB6FF01}"/>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7A4766B6-BDA1-4AD3-ABB0-B7BDB307CB75}"/>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C9422AE6-B418-4941-9D9F-B6E3AD9A96D1}"/>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B034D93E-A3FD-41DB-BEC2-23739DE840B6}"/>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86EBF7A0-D5D9-40D4-9A8F-BDC00A36A57F}"/>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9D1A9375-B591-4BEF-8966-B18C0FEA3AAC}"/>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BDD1912C-1041-47AC-AAB5-43BC5E5F7C2E}"/>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311B8D81-4FCC-4855-8EC0-CA31D6BBDB54}"/>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253894446"/>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42FDFDA-D0D0-44EE-B16C-5026F4708F76}"/>
              </a:ext>
            </a:extLst>
          </p:cNvPr>
          <p:cNvPicPr>
            <a:picLocks xmlns:a="http://schemas.openxmlformats.org/drawingml/2006/main" noChangeAspect="1"/>
          </p:cNvPicPr>
          <p:nvPr/>
        </p:nvPicPr>
        <p:blipFill>
          <a:blip xmlns:r="http://schemas.openxmlformats.org/officeDocument/2006/relationships" xmlns:a="http://schemas.openxmlformats.org/drawingml/2006/main" r:embed="Rab95876bcc31406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6656F5E0-108C-4512-A556-AD6D401E91E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7C3E9E94-A1D4-4B30-A81E-A6270FCEBA5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45339BD-1140-49D7-B15B-B2D5A87B85EF}"/>
              </a:ext>
            </a:extLst>
          </p:cNvPr>
          <p:cNvPicPr>
            <a:picLocks xmlns:a="http://schemas.openxmlformats.org/drawingml/2006/main" noChangeAspect="1"/>
          </p:cNvPicPr>
          <p:nvPr/>
        </p:nvPicPr>
        <p:blipFill>
          <a:blip xmlns:r="http://schemas.openxmlformats.org/officeDocument/2006/relationships" xmlns:a="http://schemas.openxmlformats.org/drawingml/2006/main" r:embed="R494614f81cad489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50BC2205-3312-44BC-8195-4421AF1322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7D2C1F01-0C42-46EB-9112-7331F112370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418D221F-F90E-48B4-89EF-759502D5DE2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F94B6FFE-EE03-4372-9D84-B27DB23F55C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568728280"/>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D3E89813-38EA-4D74-8D34-2423D03DADC8}"/>
              </a:ext>
            </a:extLst>
          </p:cNvPr>
          <p:cNvPicPr>
            <a:picLocks xmlns:a="http://schemas.openxmlformats.org/drawingml/2006/main" noChangeAspect="1"/>
          </p:cNvPicPr>
          <p:nvPr/>
        </p:nvPicPr>
        <p:blipFill>
          <a:blip xmlns:r="http://schemas.openxmlformats.org/officeDocument/2006/relationships" xmlns:a="http://schemas.openxmlformats.org/drawingml/2006/main" r:embed="R186bb82191ca428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D4BC64AB-B358-4765-AD14-809005D5875D}"/>
              </a:ext>
            </a:extLst>
          </p:cNvPr>
          <p:cNvPicPr>
            <a:picLocks xmlns:a="http://schemas.openxmlformats.org/drawingml/2006/main" noChangeAspect="1"/>
          </p:cNvPicPr>
          <p:nvPr/>
        </p:nvPicPr>
        <p:blipFill>
          <a:blip xmlns:r="http://schemas.openxmlformats.org/officeDocument/2006/relationships" xmlns:a="http://schemas.openxmlformats.org/drawingml/2006/main" r:embed="R1e9c936d21ae4e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CE4BA9-39F0-4A45-AC8E-4BC773FA1A7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EFD11B-4336-4522-8987-37ED37DF437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6BABBBBF-8835-43FF-8B6C-1164CA9DAA2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6898F5-8331-4552-BB70-25BEF71DBDFC}"/>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D9439790-7ABF-481C-9098-429B133AB2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737B14D0-4F58-4650-9387-5538120EC2F0}"/>
              </a:ext>
            </a:extLst>
          </p:cNvPr>
          <p:cNvPicPr>
            <a:picLocks xmlns:a="http://schemas.openxmlformats.org/drawingml/2006/main" noChangeAspect="1"/>
          </p:cNvPicPr>
          <p:nvPr/>
        </p:nvPicPr>
        <p:blipFill>
          <a:blip xmlns:r="http://schemas.openxmlformats.org/officeDocument/2006/relationships" xmlns:a="http://schemas.openxmlformats.org/drawingml/2006/main" r:embed="R877c18fae16e4228"/>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C6D00A3A-5D6F-4AAB-B0E5-18ABB9FD4F53}"/>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A1ADE51-7634-4CC1-838B-6BFE3137424F}"/>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7B23F961-B3B2-43B5-907A-93E05B2E8A0C}"/>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3169E58D-698B-4D6C-98CB-7263186626FC}"/>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033DF79D-A57A-46FF-9137-54E15EFDE8E5}"/>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BE1A78FD-D720-4690-BA4F-4D02BB191528}"/>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83CE5CD2-AAA4-4E2D-9ADB-D8FEA9C8647F}"/>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D93A5877-FF4E-4030-9EFE-B50721BFBD4B}"/>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446FF0C8-45CC-4772-866F-1D32428D6617}"/>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440B9DBE-2AED-4849-A493-BBCA77F086D7}"/>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D840AC1C-7BF7-4DFE-BF54-9A013954FC1E}"/>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0F8E5A4F-1F45-416C-A07E-F95D263EBCFA}"/>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661359795"/>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5BEFB0A1-7AF7-4F55-9E0E-1421045008CA}"/>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5134F8C-D378-49A6-97AE-59E901C55A41}"/>
              </a:ext>
            </a:extLst>
          </p:cNvPr>
          <p:cNvPicPr>
            <a:picLocks xmlns:a="http://schemas.openxmlformats.org/drawingml/2006/main" noChangeAspect="1"/>
          </p:cNvPicPr>
          <p:nvPr/>
        </p:nvPicPr>
        <p:blipFill>
          <a:blip xmlns:r="http://schemas.openxmlformats.org/officeDocument/2006/relationships" xmlns:a="http://schemas.openxmlformats.org/drawingml/2006/main" r:embed="Rd0a55d72b6da46b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8CC4F5-0486-4369-84CA-A77F737DA16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B69A7F-1523-4D7E-B52B-5D54F5117A2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20350413-0272-4B70-A929-832B8EC8413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D91DC6-3F16-4C43-8711-0173C5B881E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74B8E29-1FEF-4625-A194-D25BEE825C2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DC8AC0F6-A401-43E4-82D8-5FF471F28DD0}"/>
              </a:ext>
            </a:extLst>
          </p:cNvPr>
          <p:cNvPicPr>
            <a:picLocks xmlns:a="http://schemas.openxmlformats.org/drawingml/2006/main" noChangeAspect="1"/>
          </p:cNvPicPr>
          <p:nvPr/>
        </p:nvPicPr>
        <p:blipFill>
          <a:blip xmlns:r="http://schemas.openxmlformats.org/officeDocument/2006/relationships" xmlns:a="http://schemas.openxmlformats.org/drawingml/2006/main" r:embed="R6f07ada87e2c4244"/>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035C2BF-8BE9-48ED-BE49-F80E68BF7FDF}"/>
              </a:ext>
            </a:extLst>
          </p:cNvPr>
          <p:cNvPicPr>
            <a:picLocks xmlns:a="http://schemas.openxmlformats.org/drawingml/2006/main" noChangeAspect="1"/>
          </p:cNvPicPr>
          <p:nvPr/>
        </p:nvPicPr>
        <p:blipFill>
          <a:blip xmlns:r="http://schemas.openxmlformats.org/officeDocument/2006/relationships" xmlns:a="http://schemas.openxmlformats.org/drawingml/2006/main" r:embed="R361843cb7231460f"/>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FC9A6AF-4599-4872-AA6B-5EB2C62623F7}"/>
              </a:ext>
            </a:extLst>
          </p:cNvPr>
          <p:cNvPicPr>
            <a:picLocks xmlns:a="http://schemas.openxmlformats.org/drawingml/2006/main" noChangeAspect="1"/>
          </p:cNvPicPr>
          <p:nvPr/>
        </p:nvPicPr>
        <p:blipFill>
          <a:blip xmlns:r="http://schemas.openxmlformats.org/officeDocument/2006/relationships" xmlns:a="http://schemas.openxmlformats.org/drawingml/2006/main" r:embed="R2ec5f9c19fc24662"/>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DF87FF1-0E45-40C6-A4DE-B0CF5FAAEFC6}"/>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353EA79A-AEA5-4486-9CF8-8D746B0FF933}"/>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56966607"/>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C0B9398-EDA2-46A8-AF9C-2229E8545643}"/>
              </a:ext>
            </a:extLst>
          </p:cNvPr>
          <p:cNvPicPr>
            <a:picLocks xmlns:a="http://schemas.openxmlformats.org/drawingml/2006/main" noChangeAspect="1"/>
          </p:cNvPicPr>
          <p:nvPr/>
        </p:nvPicPr>
        <p:blipFill>
          <a:blip xmlns:r="http://schemas.openxmlformats.org/officeDocument/2006/relationships" xmlns:a="http://schemas.openxmlformats.org/drawingml/2006/main" r:embed="R9b73c7f897e64c1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486AD9-8E93-47EE-BA05-1365ED1196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72F079-A9A9-4917-996F-69107FA7C5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3C610E5A-DCC7-43C6-B0F6-4D67012ADB3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5956BF3-42A5-4002-8557-75FAE501339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A615D66-FD39-4A6A-8551-5D4B502665E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82E3605C-BFD0-4AA4-9251-112EF7AC5B91}"/>
              </a:ext>
            </a:extLst>
          </p:cNvPr>
          <p:cNvPicPr>
            <a:picLocks xmlns:a="http://schemas.openxmlformats.org/drawingml/2006/main" noChangeAspect="1"/>
          </p:cNvPicPr>
          <p:nvPr/>
        </p:nvPicPr>
        <p:blipFill>
          <a:blip xmlns:r="http://schemas.openxmlformats.org/officeDocument/2006/relationships" xmlns:a="http://schemas.openxmlformats.org/drawingml/2006/main" r:embed="Rd59b55432b59486b"/>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ACC3FE6-D02C-470F-96F3-BE67AFBE8E9F}"/>
              </a:ext>
            </a:extLst>
          </p:cNvPr>
          <p:cNvPicPr>
            <a:picLocks xmlns:a="http://schemas.openxmlformats.org/drawingml/2006/main" noChangeAspect="1"/>
          </p:cNvPicPr>
          <p:nvPr/>
        </p:nvPicPr>
        <p:blipFill>
          <a:blip xmlns:r="http://schemas.openxmlformats.org/officeDocument/2006/relationships" xmlns:a="http://schemas.openxmlformats.org/drawingml/2006/main" r:embed="R8aff28ec6cb24546"/>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77776C0-3BB9-4838-BAA1-0CB8AE76CB9C}"/>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두 반응식을 빼면 양쪽의 이산화 탄소가 소거된다.</a:t>
            </a:r>
          </a:p>
        </p:txBody>
      </p:sp>
    </p:spTree>
    <p:extLst>
      <p:ext uri="{BB962C8B-B14F-4D97-AF65-F5344CB8AC3E}">
        <p14:creationId xmlns:p14="http://schemas.microsoft.com/office/powerpoint/2010/main" val="117687506"/>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C133787A-D018-4883-81A1-7E7BDFB49129}"/>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34E5463-A08F-4F5F-AFC5-403092DE4940}"/>
              </a:ext>
            </a:extLst>
          </p:cNvPr>
          <p:cNvPicPr>
            <a:picLocks xmlns:a="http://schemas.openxmlformats.org/drawingml/2006/main" noChangeAspect="1"/>
          </p:cNvPicPr>
          <p:nvPr/>
        </p:nvPicPr>
        <p:blipFill>
          <a:blip xmlns:r="http://schemas.openxmlformats.org/officeDocument/2006/relationships" xmlns:a="http://schemas.openxmlformats.org/drawingml/2006/main" r:embed="R815e65a9481a49f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88948F-EA0F-4694-992F-873444BC031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02EE007-0AEC-4DD8-B08D-51D0223D787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22A400C6-547E-4CA1-95FD-57BDBE42677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98BC8BB-F958-4E5E-A3D3-1D7820CBF3C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B1F089B-8D6A-44FD-8AC8-F9D00130A84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BBEA3808-39D3-4B97-9CBB-27378E22F513}"/>
              </a:ext>
            </a:extLst>
          </p:cNvPr>
          <p:cNvPicPr>
            <a:picLocks xmlns:a="http://schemas.openxmlformats.org/drawingml/2006/main" noChangeAspect="1"/>
          </p:cNvPicPr>
          <p:nvPr/>
        </p:nvPicPr>
        <p:blipFill>
          <a:blip xmlns:r="http://schemas.openxmlformats.org/officeDocument/2006/relationships" xmlns:a="http://schemas.openxmlformats.org/drawingml/2006/main" r:embed="Ra78aabc56f3347a5"/>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2AC4109-FB17-47C4-9FE1-EF4D6B580450}"/>
              </a:ext>
            </a:extLst>
          </p:cNvPr>
          <p:cNvPicPr>
            <a:picLocks xmlns:a="http://schemas.openxmlformats.org/drawingml/2006/main" noChangeAspect="1"/>
          </p:cNvPicPr>
          <p:nvPr/>
        </p:nvPicPr>
        <p:blipFill>
          <a:blip xmlns:r="http://schemas.openxmlformats.org/officeDocument/2006/relationships" xmlns:a="http://schemas.openxmlformats.org/drawingml/2006/main" r:embed="R3684dfa275554c92"/>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3B5E7674-CCF4-46EB-B898-7D80A0DE9877}"/>
              </a:ext>
            </a:extLst>
          </p:cNvPr>
          <p:cNvPicPr>
            <a:picLocks xmlns:a="http://schemas.openxmlformats.org/drawingml/2006/main" noChangeAspect="1"/>
          </p:cNvPicPr>
          <p:nvPr/>
        </p:nvPicPr>
        <p:blipFill>
          <a:blip xmlns:r="http://schemas.openxmlformats.org/officeDocument/2006/relationships" xmlns:a="http://schemas.openxmlformats.org/drawingml/2006/main" r:embed="R6e11e1d07d154cdb"/>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94496760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0CFBDEE-7C9A-4104-934A-FAD0B340DA25}"/>
              </a:ext>
            </a:extLst>
          </p:cNvPr>
          <p:cNvPicPr>
            <a:picLocks xmlns:a="http://schemas.openxmlformats.org/drawingml/2006/main" noChangeAspect="1"/>
          </p:cNvPicPr>
          <p:nvPr/>
        </p:nvPicPr>
        <p:blipFill>
          <a:blip xmlns:r="http://schemas.openxmlformats.org/officeDocument/2006/relationships" xmlns:a="http://schemas.openxmlformats.org/drawingml/2006/main" r:embed="R38864bb37cfa41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F584BE-3601-4606-A6E3-F992E4C524E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8709C1-14DD-447A-BCDF-1CCC51B62D0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C634EF0-D4C3-4385-A801-05BFC8A7B7E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7185D0-EA46-4643-B600-FD7121BF977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6EFCD41-BEF9-4451-A54A-3DB99C3D71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9169EB7F-9306-4F20-BC0F-A770B5EF824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9F99F709-564D-4340-903A-C1764D81BA00}"/>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EA8119F6-E266-49F0-A6A4-D655372F07CC}"/>
              </a:ext>
            </a:extLst>
          </p:cNvPr>
          <p:cNvPicPr>
            <a:picLocks xmlns:a="http://schemas.openxmlformats.org/drawingml/2006/main" noChangeAspect="1"/>
          </p:cNvPicPr>
          <p:nvPr/>
        </p:nvPicPr>
        <p:blipFill>
          <a:blip xmlns:r="http://schemas.openxmlformats.org/officeDocument/2006/relationships" xmlns:a="http://schemas.openxmlformats.org/drawingml/2006/main" r:embed="R193bc20b9c6e456a"/>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96352C10-0060-4F96-A58F-A5ED75C60166}"/>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3F5F1EE-63AD-4F14-A2A0-BD5BE130CB3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0141812B-9BF3-4BEB-9F9A-C99FE610513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28F9A05D-A637-4FBE-A75B-9390E6519F57}"/>
              </a:ext>
            </a:extLst>
          </p:cNvPr>
          <p:cNvPicPr>
            <a:picLocks xmlns:a="http://schemas.openxmlformats.org/drawingml/2006/main" noChangeAspect="1"/>
          </p:cNvPicPr>
          <p:nvPr/>
        </p:nvPicPr>
        <p:blipFill>
          <a:blip xmlns:r="http://schemas.openxmlformats.org/officeDocument/2006/relationships" xmlns:a="http://schemas.openxmlformats.org/drawingml/2006/main" r:embed="R80dff3d01e434ab6"/>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95856544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7BA3EF8F-F37E-4BFD-B6FF-A448D532C987}"/>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1D1A045-172F-4763-9485-0CC746B88F0B}"/>
              </a:ext>
            </a:extLst>
          </p:cNvPr>
          <p:cNvPicPr>
            <a:picLocks xmlns:a="http://schemas.openxmlformats.org/drawingml/2006/main" noChangeAspect="1"/>
          </p:cNvPicPr>
          <p:nvPr/>
        </p:nvPicPr>
        <p:blipFill>
          <a:blip xmlns:r="http://schemas.openxmlformats.org/officeDocument/2006/relationships" xmlns:a="http://schemas.openxmlformats.org/drawingml/2006/main" r:embed="Rd4dc67a95bae454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E775334-4BC1-4D93-A82A-D3253A99AEF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00032B-5ECA-41E4-B53B-69CC4F6E2CB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0C42EC01-FD44-4052-B51F-E7BFBE40CFE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F6C3F9A-FEA4-46AD-84B5-D8B0C68672E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087AA2A-8FD4-468D-A329-122F9ED444C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3AFC5511-F51D-4EC8-A933-80FD8CCA669B}"/>
              </a:ext>
            </a:extLst>
          </p:cNvPr>
          <p:cNvPicPr>
            <a:picLocks xmlns:a="http://schemas.openxmlformats.org/drawingml/2006/main" noChangeAspect="1"/>
          </p:cNvPicPr>
          <p:nvPr/>
        </p:nvPicPr>
        <p:blipFill>
          <a:blip xmlns:r="http://schemas.openxmlformats.org/officeDocument/2006/relationships" xmlns:a="http://schemas.openxmlformats.org/drawingml/2006/main" r:embed="Radea14822921426b"/>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F7ADF3B-A26E-431E-94B7-BD6AFA58A0B9}"/>
              </a:ext>
            </a:extLst>
          </p:cNvPr>
          <p:cNvPicPr>
            <a:picLocks xmlns:a="http://schemas.openxmlformats.org/drawingml/2006/main" noChangeAspect="1"/>
          </p:cNvPicPr>
          <p:nvPr/>
        </p:nvPicPr>
        <p:blipFill>
          <a:blip xmlns:r="http://schemas.openxmlformats.org/officeDocument/2006/relationships" xmlns:a="http://schemas.openxmlformats.org/drawingml/2006/main" r:embed="R22a4df611cc64447"/>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3C4BF38-0A29-4CB7-B06E-1F5079302B5A}"/>
              </a:ext>
            </a:extLst>
          </p:cNvPr>
          <p:cNvPicPr>
            <a:picLocks xmlns:a="http://schemas.openxmlformats.org/drawingml/2006/main" noChangeAspect="1"/>
          </p:cNvPicPr>
          <p:nvPr/>
        </p:nvPicPr>
        <p:blipFill>
          <a:blip xmlns:r="http://schemas.openxmlformats.org/officeDocument/2006/relationships" xmlns:a="http://schemas.openxmlformats.org/drawingml/2006/main" r:embed="Rf08abca11a0c4afa"/>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60381823-0014-4579-B9BB-2EF8C91D1FFE}"/>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4BC4A142-5D1E-47C1-B202-38B12031E01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79683559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188039EC-5D92-447B-AFED-2AB7728E7367}"/>
              </a:ext>
            </a:extLst>
          </p:cNvPr>
          <p:cNvPicPr>
            <a:picLocks xmlns:a="http://schemas.openxmlformats.org/drawingml/2006/main" noChangeAspect="1"/>
          </p:cNvPicPr>
          <p:nvPr/>
        </p:nvPicPr>
        <p:blipFill>
          <a:blip xmlns:r="http://schemas.openxmlformats.org/officeDocument/2006/relationships" xmlns:a="http://schemas.openxmlformats.org/drawingml/2006/main" r:embed="R7a2b7698ba60475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2E57FD-49A8-4017-989D-524BFE8752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88847C-9DA9-48C7-833E-219FD9577B1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C22D86B1-AFAD-4409-84EC-12EBC4D43A13}"/>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EDD348-612B-4E36-B9D2-C80CF9D82D77}"/>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EA396407-799F-4DA7-81FA-E001B99A3D0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BAE5FA6F-70B6-43E4-A17E-39BF212FEE59}"/>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F75F251A-C9AB-45E1-9C4C-80504C914893}"/>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01E3C70-2FC8-4476-AB5F-1D9130DFE9CC}"/>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E09972C1-4D34-4556-B133-E3C5E6D426E3}"/>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BD8EB735-0AEB-4041-94B3-BFE17536FFD1}"/>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1F9C38DD-6463-4C2E-91CB-EEB4823759EA}"/>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37080B4-43F8-4994-B74E-67DDF9575ABA}"/>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B6CC06CD-0DBF-451B-B589-38DB127856EF}"/>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983B976-6D68-4401-9E24-B1CC1E988125}"/>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2D3FB036-CF63-4626-8292-1E14B4CB12C6}"/>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73821ADD-E9D9-4316-B6FC-1EBE13575996}"/>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822D0361-0DA7-4980-BAFD-3066CD0C6069}"/>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07FB545-E881-4ECC-8F75-89E14290D233}"/>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E0DDFBA3-1876-42DE-9412-E8F4B8C01AD5}"/>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8CF828E9-5A03-4E7B-8E51-ED818BA5CE3B}"/>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07D486A6-8AB3-4D9D-9C4F-85A56FFB46F0}"/>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BDD49C73-0BC4-4B7C-8668-45E6BA08D6E7}"/>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E9C20780-5631-4EA1-8508-EA165EE67649}"/>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83AD5944-FAB9-4CCF-8F6C-B8B7FA7737AD}"/>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154899BC-E132-4C8F-9D2D-B2379771CC92}"/>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9B44A8BC-FE25-440A-8C19-FC0F3E9C9770}"/>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A1C5CE30-7FFD-48B5-A0EE-40896E7FCD92}"/>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1A7AEDAA-2B1F-43A3-92AD-F14C60FBCCE4}"/>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6FE3DE74-8DD5-4C53-9362-26FB22CFEBAD}"/>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53C55B10-E386-4FD2-BFFD-B5F92DCAEFAB}"/>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414577173"/>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203DC9E6-3BC8-4237-88A5-274C268AAB30}"/>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16CAB466-3660-4560-A4F0-02DEFF75A3FD}"/>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9E59B00F-0224-4FB9-8AEB-E264FBDF6914}"/>
              </a:ext>
            </a:extLst>
          </p:cNvPr>
          <p:cNvPicPr>
            <a:picLocks xmlns:a="http://schemas.openxmlformats.org/drawingml/2006/main" noChangeAspect="1"/>
          </p:cNvPicPr>
          <p:nvPr/>
        </p:nvPicPr>
        <p:blipFill>
          <a:blip xmlns:r="http://schemas.openxmlformats.org/officeDocument/2006/relationships" xmlns:a="http://schemas.openxmlformats.org/drawingml/2006/main" r:embed="R0315d6702b874c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D72F9D-2C88-4B19-988E-7D08956C80E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ED23B2-165F-44F5-98FD-D454B6E7F2C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9CD7C5A3-87C2-400F-868B-0F2C0F08779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DA199FA-0202-43C7-A553-70C4CE8093B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8395263-76D4-425F-A2F1-B6D9D900730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6D465690-9EE7-4484-8F8F-2F8564CC9A10}"/>
              </a:ext>
            </a:extLst>
          </p:cNvPr>
          <p:cNvPicPr>
            <a:picLocks xmlns:a="http://schemas.openxmlformats.org/drawingml/2006/main" noChangeAspect="1"/>
          </p:cNvPicPr>
          <p:nvPr/>
        </p:nvPicPr>
        <p:blipFill>
          <a:blip xmlns:r="http://schemas.openxmlformats.org/officeDocument/2006/relationships" xmlns:a="http://schemas.openxmlformats.org/drawingml/2006/main" r:embed="R6935d6bd7c854360"/>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DEC9E28-C471-4981-B88F-ED1093F1B40F}"/>
              </a:ext>
            </a:extLst>
          </p:cNvPr>
          <p:cNvPicPr>
            <a:picLocks xmlns:a="http://schemas.openxmlformats.org/drawingml/2006/main" noChangeAspect="1"/>
          </p:cNvPicPr>
          <p:nvPr/>
        </p:nvPicPr>
        <p:blipFill>
          <a:blip xmlns:r="http://schemas.openxmlformats.org/officeDocument/2006/relationships" xmlns:a="http://schemas.openxmlformats.org/drawingml/2006/main" r:embed="Rbd35316d869a4b71"/>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9E3598D0-AB63-49D1-8B96-C15103DE07DC}"/>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237A2F4A-C296-4191-8385-D12680F7DC70}"/>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445EA4F4-9E82-448C-B9B6-CE493F34FF03}"/>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17424699"/>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8A805A1A-CCB4-4FA8-BD85-9BBD26A73EF9}"/>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AE61503E-6A50-4CBD-B17F-B9807B4285F3}"/>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069CCC0-7B53-49D8-9D1F-AB34C327DA5E}"/>
              </a:ext>
            </a:extLst>
          </p:cNvPr>
          <p:cNvPicPr>
            <a:picLocks xmlns:a="http://schemas.openxmlformats.org/drawingml/2006/main" noChangeAspect="1"/>
          </p:cNvPicPr>
          <p:nvPr/>
        </p:nvPicPr>
        <p:blipFill>
          <a:blip xmlns:r="http://schemas.openxmlformats.org/officeDocument/2006/relationships" xmlns:a="http://schemas.openxmlformats.org/drawingml/2006/main" r:embed="Rd4d3444949ba44e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09FB2B-3E4F-4A10-AF03-B7628D323B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072EEE-35D7-44A5-B327-AE5E5F63A4C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895E8D5F-F7C4-4AC8-8462-0C4F5B1448B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DF02F93-54F0-4B6C-9C14-7B2167893A2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686F7EA0-7377-4F41-89DC-CA2DA395DE1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7DC71E64-0E46-4D1A-805F-CCF446FD067C}"/>
              </a:ext>
            </a:extLst>
          </p:cNvPr>
          <p:cNvPicPr>
            <a:picLocks xmlns:a="http://schemas.openxmlformats.org/drawingml/2006/main" noChangeAspect="1"/>
          </p:cNvPicPr>
          <p:nvPr/>
        </p:nvPicPr>
        <p:blipFill>
          <a:blip xmlns:r="http://schemas.openxmlformats.org/officeDocument/2006/relationships" xmlns:a="http://schemas.openxmlformats.org/drawingml/2006/main" r:embed="R9c18d9b0d0134e17"/>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DF3844F-01DE-4291-B50C-B86AB41820B4}"/>
              </a:ext>
            </a:extLst>
          </p:cNvPr>
          <p:cNvPicPr>
            <a:picLocks xmlns:a="http://schemas.openxmlformats.org/drawingml/2006/main" noChangeAspect="1"/>
          </p:cNvPicPr>
          <p:nvPr/>
        </p:nvPicPr>
        <p:blipFill>
          <a:blip xmlns:r="http://schemas.openxmlformats.org/officeDocument/2006/relationships" xmlns:a="http://schemas.openxmlformats.org/drawingml/2006/main" r:embed="R01194b73f04f4058"/>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A613D8F4-81B7-49A1-A3A5-CA590E79077F}"/>
              </a:ext>
            </a:extLst>
          </p:cNvPr>
          <p:cNvPicPr>
            <a:picLocks xmlns:a="http://schemas.openxmlformats.org/drawingml/2006/main" noChangeAspect="1"/>
          </p:cNvPicPr>
          <p:nvPr/>
        </p:nvPicPr>
        <p:blipFill>
          <a:blip xmlns:r="http://schemas.openxmlformats.org/officeDocument/2006/relationships" xmlns:a="http://schemas.openxmlformats.org/drawingml/2006/main" r:embed="R49b4bdd5aaa747fa"/>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16F202D3-E03A-41A9-A510-63396B7E080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C0D48841-B4E2-4BC7-B94E-1482799D52D6}"/>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EDC49FA0-4548-44DC-967D-DCF866BFC092}"/>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207334880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32C7C64-E99A-4E11-B022-52DB0CCCE0F9}"/>
              </a:ext>
            </a:extLst>
          </p:cNvPr>
          <p:cNvPicPr>
            <a:picLocks xmlns:a="http://schemas.openxmlformats.org/drawingml/2006/main" noChangeAspect="1"/>
          </p:cNvPicPr>
          <p:nvPr/>
        </p:nvPicPr>
        <p:blipFill>
          <a:blip xmlns:r="http://schemas.openxmlformats.org/officeDocument/2006/relationships" xmlns:a="http://schemas.openxmlformats.org/drawingml/2006/main" r:embed="R29a4b767fb5c45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325A2E0-81E2-447B-B170-73D6776C1D2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571B20-22CC-44D2-BD99-D3F00EC9D01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4" name="text">
            <a:extLst xmlns:a="http://schemas.openxmlformats.org/drawingml/2006/main">
              <a:ext uri="{FF2B5EF4-FFF2-40B4-BE49-F238E27FC236}">
                <a16:creationId xmlns:a16="http://schemas.microsoft.com/office/drawing/2014/main" id="{FA4D6DAF-72BE-4577-A39E-C4DC5D8A45A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DF9C76-836E-40D3-AEE3-D081134160E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860DF67-EB85-4CD1-A98E-C82A0337059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C3F135D5-54F7-43E5-BA2E-711529AE47DE}"/>
              </a:ext>
            </a:extLst>
          </p:cNvPr>
          <p:cNvPicPr>
            <a:picLocks xmlns:a="http://schemas.openxmlformats.org/drawingml/2006/main" noChangeAspect="1"/>
          </p:cNvPicPr>
          <p:nvPr/>
        </p:nvPicPr>
        <p:blipFill>
          <a:blip xmlns:r="http://schemas.openxmlformats.org/officeDocument/2006/relationships" xmlns:a="http://schemas.openxmlformats.org/drawingml/2006/main" r:embed="R1927f3c4c4c74376"/>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4838D13-B57C-4AA5-92D2-6D44E4FDE82F}"/>
              </a:ext>
            </a:extLst>
          </p:cNvPr>
          <p:cNvPicPr>
            <a:picLocks xmlns:a="http://schemas.openxmlformats.org/drawingml/2006/main" noChangeAspect="1"/>
          </p:cNvPicPr>
          <p:nvPr/>
        </p:nvPicPr>
        <p:blipFill>
          <a:blip xmlns:r="http://schemas.openxmlformats.org/officeDocument/2006/relationships" xmlns:a="http://schemas.openxmlformats.org/drawingml/2006/main" r:embed="R599a8e621b864cfc"/>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896D286-F52D-41A9-9DCC-5B6328CAACFF}"/>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670243052"/>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33CA0D9-4AED-4F7C-B016-D8F6D1B16B1D}"/>
              </a:ext>
            </a:extLst>
          </p:cNvPr>
          <p:cNvPicPr>
            <a:picLocks xmlns:a="http://schemas.openxmlformats.org/drawingml/2006/main" noChangeAspect="1"/>
          </p:cNvPicPr>
          <p:nvPr/>
        </p:nvPicPr>
        <p:blipFill>
          <a:blip xmlns:r="http://schemas.openxmlformats.org/officeDocument/2006/relationships" xmlns:a="http://schemas.openxmlformats.org/drawingml/2006/main" r:embed="R99143528e8ff4ca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A5647F5-8D81-492C-9475-0F0647FD552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A1161D3-642E-4BE2-9A08-93AC4DEAABE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0EB4DDA-DDBA-4990-9F11-50E8EBC0662B}"/>
              </a:ext>
            </a:extLst>
          </p:cNvPr>
          <p:cNvPicPr>
            <a:picLocks xmlns:a="http://schemas.openxmlformats.org/drawingml/2006/main" noChangeAspect="1"/>
          </p:cNvPicPr>
          <p:nvPr/>
        </p:nvPicPr>
        <p:blipFill>
          <a:blip xmlns:r="http://schemas.openxmlformats.org/officeDocument/2006/relationships" xmlns:a="http://schemas.openxmlformats.org/drawingml/2006/main" r:embed="Rebda86d18c31422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7579C202-FE11-41F4-A24C-2E438C2938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7C45C49-B542-4523-B2FE-E7DD381B9A1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5044D271-B5B6-45D2-AE35-47218673347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52C33388-D4EC-4CC0-9AD6-D8BD095AA73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225051946"/>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2E178D7-20EC-4738-84D0-7AF5DB1BDFF6}"/>
              </a:ext>
            </a:extLst>
          </p:cNvPr>
          <p:cNvPicPr>
            <a:picLocks xmlns:a="http://schemas.openxmlformats.org/drawingml/2006/main" noChangeAspect="1"/>
          </p:cNvPicPr>
          <p:nvPr/>
        </p:nvPicPr>
        <p:blipFill>
          <a:blip xmlns:r="http://schemas.openxmlformats.org/officeDocument/2006/relationships" xmlns:a="http://schemas.openxmlformats.org/drawingml/2006/main" r:embed="R50e2eab5d1c24d5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C9807F-AB57-4115-AE9C-227AAE7B2C7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69405C-0CDD-4029-AF3A-68D207BF977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DF4B84E-426C-403F-922D-55FFC8E40D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54DE8B3-3E48-4D0C-9C1C-1492265F6FF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1D3CCBE-1671-4DC4-9764-66E9978F62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BF1DDADF-4411-4701-9EA3-C472E4FD4E23}"/>
              </a:ext>
            </a:extLst>
          </p:cNvPr>
          <p:cNvPicPr>
            <a:picLocks xmlns:a="http://schemas.openxmlformats.org/drawingml/2006/main" noChangeAspect="1"/>
          </p:cNvPicPr>
          <p:nvPr/>
        </p:nvPicPr>
        <p:blipFill>
          <a:blip xmlns:r="http://schemas.openxmlformats.org/officeDocument/2006/relationships" xmlns:a="http://schemas.openxmlformats.org/drawingml/2006/main" r:embed="R5a4bc69a40ca4df0"/>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A979751-5B28-486F-8339-B16E81168130}"/>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D7856CAF-B6CC-44B1-81D3-23C2BC441160}"/>
              </a:ext>
            </a:extLst>
          </p:cNvPr>
          <p:cNvSpPr>
            <a:spLocks xmlns:a="http://schemas.openxmlformats.org/drawingml/2006/main" noGrp="1"/>
          </p:cNvSpPr>
          <p:nvPr/>
        </p:nvSpPr>
        <p:spPr>
          <a:xfrm xmlns:a="http://schemas.openxmlformats.org/drawingml/2006/main">
            <a:off x="2857500" y="6953250"/>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3691F97E-DB21-41EF-9C5F-54FD940ABB53}"/>
              </a:ext>
            </a:extLst>
          </p:cNvPr>
          <p:cNvSpPr>
            <a:spLocks xmlns:a="http://schemas.openxmlformats.org/drawingml/2006/main" noGrp="1"/>
          </p:cNvSpPr>
          <p:nvPr/>
        </p:nvSpPr>
        <p:spPr>
          <a:xfrm xmlns:a="http://schemas.openxmlformats.org/drawingml/2006/main">
            <a:off x="2857500" y="8048625"/>
            <a:ext cx="12573000" cy="800100"/>
          </a:xfrm>
          <a:prstGeom xmlns:a="http://schemas.openxmlformats.org/drawingml/2006/main" prst="roundRect">
            <a:avLst/>
          </a:prstGeom>
          <a:solidFill xmlns:a="http://schemas.openxmlformats.org/drawingml/2006/main">
            <a:srgbClr val="294D20"/>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297101184"/>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46EE918A-2328-4664-8C0D-F74C15F24B8C}"/>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E9EE74B2-7921-489F-95C8-4E13EAAB929D}"/>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F23F74B-12A1-45CA-8DE6-D19E8F9A7084}"/>
              </a:ext>
            </a:extLst>
          </p:cNvPr>
          <p:cNvPicPr>
            <a:picLocks xmlns:a="http://schemas.openxmlformats.org/drawingml/2006/main" noChangeAspect="1"/>
          </p:cNvPicPr>
          <p:nvPr/>
        </p:nvPicPr>
        <p:blipFill>
          <a:blip xmlns:r="http://schemas.openxmlformats.org/officeDocument/2006/relationships" xmlns:a="http://schemas.openxmlformats.org/drawingml/2006/main" r:embed="R62cd82b08f8742c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038A6B-E1A9-4BEC-A079-1D5BE54130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4D913A1-5EE3-4784-B80C-CC1D2FC1E3F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F31B856-051D-4B97-BC01-6849D840319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E7F634-1CD1-4F60-840E-D51E9E6D66A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84BA183-B611-4FDF-A47B-57D64D6BD1E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70D7E1FE-08CB-42B9-8BC6-7701F6793FBF}"/>
              </a:ext>
            </a:extLst>
          </p:cNvPr>
          <p:cNvPicPr>
            <a:picLocks xmlns:a="http://schemas.openxmlformats.org/drawingml/2006/main" noChangeAspect="1"/>
          </p:cNvPicPr>
          <p:nvPr/>
        </p:nvPicPr>
        <p:blipFill>
          <a:blip xmlns:r="http://schemas.openxmlformats.org/officeDocument/2006/relationships" xmlns:a="http://schemas.openxmlformats.org/drawingml/2006/main" r:embed="R6c342f0e7d5d4659"/>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67C055D-7BF6-4821-B3EF-77216C45EAD6}"/>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38E540DC-1F5F-4B98-A0C8-D2FF1C5F2D13}"/>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0FE1AEF5-A3DC-42B4-A80D-4C962D3F0C1E}"/>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4984E90B-5C21-42AE-8FD2-0EBA3D21DDD6}"/>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18D316BF-8FB6-4596-94AB-63D43A9EFC38}"/>
              </a:ext>
            </a:extLst>
          </p:cNvPr>
          <p:cNvSpPr>
            <a:spLocks xmlns:a="http://schemas.openxmlformats.org/drawingml/2006/main" noGrp="1"/>
          </p:cNvSpPr>
          <p:nvPr/>
        </p:nvSpPr>
        <p:spPr>
          <a:xfrm xmlns:a="http://schemas.openxmlformats.org/drawingml/2006/main">
            <a:off x="3238500" y="8953500"/>
            <a:ext cx="1181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4670E573-D1D0-4345-A3A8-81F817629944}"/>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487F251-BC36-49F2-8B68-25129D7052D2}"/>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212307102"/>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3EA49DF-2CC8-4DFC-9467-239BA16BF131}"/>
              </a:ext>
            </a:extLst>
          </p:cNvPr>
          <p:cNvPicPr>
            <a:picLocks xmlns:a="http://schemas.openxmlformats.org/drawingml/2006/main" noChangeAspect="1"/>
          </p:cNvPicPr>
          <p:nvPr/>
        </p:nvPicPr>
        <p:blipFill>
          <a:blip xmlns:r="http://schemas.openxmlformats.org/officeDocument/2006/relationships" xmlns:a="http://schemas.openxmlformats.org/drawingml/2006/main" r:embed="Ra284d538b27e4ff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5184C9-46AC-4D4F-8139-251AB82B707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5C4FBA0-5913-4F83-8AD4-31D3D89EB2A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DFB70FBD-2742-4F67-8FCE-522969F5C8E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C744AD9-C42F-4199-96C8-F1409751D58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E552F49-7AD1-4261-939A-304CC25E66D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F0E7E68E-F0E3-4F63-85A6-469C2E67C78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7F24C86F-649A-4A33-857A-5B9A696F89DA}"/>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3856E000-6EA0-4AAB-87E6-0A2961DFBD8C}"/>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DB8D334-8DE4-4D07-8F58-5B2591AF2394}"/>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BE24A76-9A05-4DD7-9156-B113679C6715}"/>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B4551EDA-CF3C-49E1-80EC-A68E4DEEB3FF}"/>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F10454B-1AE8-4328-BC5E-160D95633215}"/>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732216422"/>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0DC4EBAF-1E1A-4B20-8CCF-3D8ED3B41CAC}"/>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E8284413-D184-4659-B45D-FCA3ACD54A40}"/>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640E709-48F1-4D31-970A-C81DB1A4C922}"/>
              </a:ext>
            </a:extLst>
          </p:cNvPr>
          <p:cNvPicPr>
            <a:picLocks xmlns:a="http://schemas.openxmlformats.org/drawingml/2006/main" noChangeAspect="1"/>
          </p:cNvPicPr>
          <p:nvPr/>
        </p:nvPicPr>
        <p:blipFill>
          <a:blip xmlns:r="http://schemas.openxmlformats.org/officeDocument/2006/relationships" xmlns:a="http://schemas.openxmlformats.org/drawingml/2006/main" r:embed="R9212375dc146403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E2404D-5206-4F72-95CA-30AC5FCEA3D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F007F4-69C7-4D86-B38F-8D73EFEF309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AB704232-233E-4E57-8DD5-A9A67034382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5B3906B-0AD8-4900-9ECA-D141C688527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F4F7AD0-93FB-4AE2-8F7E-9A51A122194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F72F4954-67E4-479F-9845-38AF20EBE41D}"/>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71B4235F-5CFA-4D12-AA04-C66C95EC0B0E}"/>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43276C58-125E-4EB8-86A7-485D5606AC08}"/>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F06B7688-C6F5-4FC4-AA6B-218D343F351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
        <p:nvSpPr>
          <p:cNvPr id="13" name="text">
            <a:extLst xmlns:a="http://schemas.openxmlformats.org/drawingml/2006/main">
              <a:ext uri="{FF2B5EF4-FFF2-40B4-BE49-F238E27FC236}">
                <a16:creationId xmlns:a16="http://schemas.microsoft.com/office/drawing/2014/main" id="{A9D28083-CCB2-4CEF-9CC7-C4C7DE03F204}"/>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이 수업의 완자 예제는 25°C, 1기압의 자료다.</a:t>
            </a:r>
          </a:p>
        </p:txBody>
      </p:sp>
    </p:spTree>
    <p:extLst>
      <p:ext uri="{BB962C8B-B14F-4D97-AF65-F5344CB8AC3E}">
        <p14:creationId xmlns:p14="http://schemas.microsoft.com/office/powerpoint/2010/main" val="811819054"/>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57C8B6-11BB-44D3-9801-D41FE27139D2}"/>
              </a:ext>
            </a:extLst>
          </p:cNvPr>
          <p:cNvPicPr>
            <a:picLocks xmlns:a="http://schemas.openxmlformats.org/drawingml/2006/main" noChangeAspect="1"/>
          </p:cNvPicPr>
          <p:nvPr/>
        </p:nvPicPr>
        <p:blipFill>
          <a:blip xmlns:r="http://schemas.openxmlformats.org/officeDocument/2006/relationships" xmlns:a="http://schemas.openxmlformats.org/drawingml/2006/main" r:embed="Rbacec082a09a48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627C65-5E28-45EF-B454-053481A3EBF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3BE9AC-EF12-4BAC-9A02-025270FCBE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CA25AE48-A724-4A2E-B4ED-F23455F124AD}"/>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FEF1196-317F-41A2-BA04-EAC1AAE98DD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C5674A49-F314-4D79-BCDA-A8ED51BAB4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0AE5B7C9-FF3C-4091-A21B-C60A6E82D9B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B8C8926D-CB86-41FB-B837-34A74ABE274B}"/>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72832E9-A95D-4605-A7E4-4E3BD875770A}"/>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A24E183-9511-414D-8A26-6A7AD569B691}"/>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49A51A7-5324-4BD1-BACD-50E0A8D368AE}"/>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34FD998-7F88-492A-994F-0AE4D940119F}"/>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329E3D1-802F-4FA0-A903-E9CE1A217BA6}"/>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276378054"/>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E51E230-58D1-4B33-84E6-801ECCF175F8}"/>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8C31CDD9-6D35-4B5B-94E5-61C37E4BBA2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CB66E472-8895-48CA-B27F-7426FFE664CD}"/>
              </a:ext>
            </a:extLst>
          </p:cNvPr>
          <p:cNvPicPr>
            <a:picLocks xmlns:a="http://schemas.openxmlformats.org/drawingml/2006/main" noChangeAspect="1"/>
          </p:cNvPicPr>
          <p:nvPr/>
        </p:nvPicPr>
        <p:blipFill>
          <a:blip xmlns:r="http://schemas.openxmlformats.org/officeDocument/2006/relationships" xmlns:a="http://schemas.openxmlformats.org/drawingml/2006/main" r:embed="R48cf2bc64c2a42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ECA890-E7F4-4109-B984-F60895E72A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A5A69B-CBBA-4895-A947-E393B78ED66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53D1732-2B67-4CA0-ACCC-86F9BA2691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1430B91-B309-422C-9FDB-FF276653FC0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2ADD080-E752-49E3-AEFC-76E7C11A7E1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74B031E4-4C5A-4A2D-9B51-C065CCB715AA}"/>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15019413-B530-46FC-9777-D2225A06A540}"/>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789E830E-C505-4AD6-B390-1600474759C2}"/>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B8211236-12EB-4543-85EE-224DFECD2B48}"/>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21D91235-F993-4AEF-8DE7-726C908AAF9E}"/>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555875470"/>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DCFA564-9AA7-424A-9B3E-6E9FC90CA7D5}"/>
              </a:ext>
            </a:extLst>
          </p:cNvPr>
          <p:cNvPicPr>
            <a:picLocks xmlns:a="http://schemas.openxmlformats.org/drawingml/2006/main" noChangeAspect="1"/>
          </p:cNvPicPr>
          <p:nvPr/>
        </p:nvPicPr>
        <p:blipFill>
          <a:blip xmlns:r="http://schemas.openxmlformats.org/officeDocument/2006/relationships" xmlns:a="http://schemas.openxmlformats.org/drawingml/2006/main" r:embed="Rf647d66b17c940e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699D9E-4551-4A6A-B323-B7A8D51336B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A52A0F-BCA2-4112-B79C-10A65118BB0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F16D048D-C723-40FB-B25B-3C391EFB848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64E4F69-6697-49C2-845D-94D4122A6A9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365CD9C-80A0-4DD8-8DFE-28C4CA53209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B9F4DB61-815A-4172-85BA-3B899C71404B}"/>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32F69EAE-B3F6-402D-9B3C-FC3F4ADE41E8}"/>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9C1EFA4-9F6A-438A-911A-5E9007038875}"/>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15134E5-BAB2-4C77-AADC-F1A5F4BBF49E}"/>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FFB323E0-C5EC-46C9-AB4B-B761C288973E}"/>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B53C548-C621-4E91-9F82-F711BD0B3703}"/>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5D3F6A1C-C03D-4120-BA19-63005539B2CA}"/>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496A5EF-802A-44DE-8413-B23D9F08CE1B}"/>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4559F042-3AEA-455C-88B3-AA603D7A5044}"/>
              </a:ext>
            </a:extLst>
          </p:cNvPr>
          <p:cNvPicPr>
            <a:picLocks xmlns:a="http://schemas.openxmlformats.org/drawingml/2006/main" noChangeAspect="1"/>
          </p:cNvPicPr>
          <p:nvPr/>
        </p:nvPicPr>
        <p:blipFill>
          <a:blip xmlns:r="http://schemas.openxmlformats.org/officeDocument/2006/relationships" xmlns:a="http://schemas.openxmlformats.org/drawingml/2006/main" r:embed="Red7e2b17d5a845d7"/>
          <a:stretch xmlns:a="http://schemas.openxmlformats.org/drawingml/2006/main"/>
        </p:blipFill>
        <p:spPr>
          <a:xfrm xmlns:a="http://schemas.openxmlformats.org/drawingml/2006/main">
            <a:off x="1571625" y="4495631"/>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AFD2A75F-E8DC-4FB6-B0D7-9536BAE3F631}"/>
              </a:ext>
            </a:extLst>
          </p:cNvPr>
          <p:cNvPicPr>
            <a:picLocks xmlns:a="http://schemas.openxmlformats.org/drawingml/2006/main" noChangeAspect="1"/>
          </p:cNvPicPr>
          <p:nvPr/>
        </p:nvPicPr>
        <p:blipFill>
          <a:blip xmlns:r="http://schemas.openxmlformats.org/officeDocument/2006/relationships" xmlns:a="http://schemas.openxmlformats.org/drawingml/2006/main" r:embed="R2bdc7c8b474240c9"/>
          <a:stretch xmlns:a="http://schemas.openxmlformats.org/drawingml/2006/main"/>
        </p:blipFill>
        <p:spPr>
          <a:xfrm xmlns:a="http://schemas.openxmlformats.org/drawingml/2006/main">
            <a:off x="4667250" y="4868770"/>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6AF0A5F2-F54F-4245-945F-C90B00F88C84}"/>
              </a:ext>
            </a:extLst>
          </p:cNvPr>
          <p:cNvSpPr>
            <a:spLocks xmlns:a="http://schemas.openxmlformats.org/drawingml/2006/main" noGrp="1"/>
          </p:cNvSpPr>
          <p:nvPr/>
        </p:nvSpPr>
        <p:spPr>
          <a:xfrm xmlns:a="http://schemas.openxmlformats.org/drawingml/2006/main">
            <a:off x="1905000"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59F9D172-77F6-4711-ACA0-06D0367971D6}"/>
              </a:ext>
            </a:extLst>
          </p:cNvPr>
          <p:cNvSpPr>
            <a:spLocks xmlns:a="http://schemas.openxmlformats.org/drawingml/2006/main" noGrp="1"/>
          </p:cNvSpPr>
          <p:nvPr/>
        </p:nvSpPr>
        <p:spPr>
          <a:xfrm xmlns:a="http://schemas.openxmlformats.org/drawingml/2006/main">
            <a:off x="5000625" y="7858125"/>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Tree>
    <p:extLst>
      <p:ext uri="{BB962C8B-B14F-4D97-AF65-F5344CB8AC3E}">
        <p14:creationId xmlns:p14="http://schemas.microsoft.com/office/powerpoint/2010/main" val="120839636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AA971790-1D2B-4250-A596-307D04FFD623}"/>
              </a:ext>
            </a:extLst>
          </p:cNvPr>
          <p:cNvSpPr>
            <a:spLocks xmlns:a="http://schemas.openxmlformats.org/drawingml/2006/main" noGrp="1"/>
          </p:cNvSpPr>
          <p:nvPr/>
        </p:nvSpPr>
        <p:spPr>
          <a:xfrm xmlns:a="http://schemas.openxmlformats.org/drawingml/2006/main">
            <a:off x="2095500" y="657225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9EEAA86C-947E-49B1-AA22-1A1652B96B17}"/>
              </a:ext>
            </a:extLst>
          </p:cNvPr>
          <p:cNvSpPr>
            <a:spLocks xmlns:a="http://schemas.openxmlformats.org/drawingml/2006/main" noGrp="1"/>
          </p:cNvSpPr>
          <p:nvPr/>
        </p:nvSpPr>
        <p:spPr>
          <a:xfrm xmlns:a="http://schemas.openxmlformats.org/drawingml/2006/main">
            <a:off x="2095500" y="471487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FE3904AE-C605-422E-99DD-B657A8FB7DD6}"/>
              </a:ext>
            </a:extLst>
          </p:cNvPr>
          <p:cNvPicPr>
            <a:picLocks xmlns:a="http://schemas.openxmlformats.org/drawingml/2006/main" noChangeAspect="1"/>
          </p:cNvPicPr>
          <p:nvPr/>
        </p:nvPicPr>
        <p:blipFill>
          <a:blip xmlns:r="http://schemas.openxmlformats.org/officeDocument/2006/relationships" xmlns:a="http://schemas.openxmlformats.org/drawingml/2006/main" r:embed="R8f4dc7e1d2ee457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46CACE-3B79-4760-BD15-B1305DB3E2C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90EA93-55ED-4785-9535-F279198CD5F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F4075A9-1CFE-4EA8-BBEC-42260376FC1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FED9A7-5579-44F4-83AC-E3727C93300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BE7BB6F-AC99-4B32-8F13-3588C22D69F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65BF41B-C86D-46D6-89AB-4FDCD4365E10}"/>
              </a:ext>
            </a:extLst>
          </p:cNvPr>
          <p:cNvPicPr>
            <a:picLocks xmlns:a="http://schemas.openxmlformats.org/drawingml/2006/main" noChangeAspect="1"/>
          </p:cNvPicPr>
          <p:nvPr/>
        </p:nvPicPr>
        <p:blipFill>
          <a:blip xmlns:r="http://schemas.openxmlformats.org/officeDocument/2006/relationships" xmlns:a="http://schemas.openxmlformats.org/drawingml/2006/main" r:embed="R64192f69952d4d3d"/>
          <a:stretch xmlns:a="http://schemas.openxmlformats.org/drawingml/2006/main"/>
        </p:blipFill>
        <p:spPr>
          <a:xfrm xmlns:a="http://schemas.openxmlformats.org/drawingml/2006/main">
            <a:off x="4223941" y="4905375"/>
            <a:ext cx="9840119" cy="1047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A84A643-F955-490C-A039-5D4757B7A684}"/>
              </a:ext>
            </a:extLst>
          </p:cNvPr>
          <p:cNvPicPr>
            <a:picLocks xmlns:a="http://schemas.openxmlformats.org/drawingml/2006/main" noChangeAspect="1"/>
          </p:cNvPicPr>
          <p:nvPr/>
        </p:nvPicPr>
        <p:blipFill>
          <a:blip xmlns:r="http://schemas.openxmlformats.org/officeDocument/2006/relationships" xmlns:a="http://schemas.openxmlformats.org/drawingml/2006/main" r:embed="R15521e3ecbae4c0e"/>
          <a:stretch xmlns:a="http://schemas.openxmlformats.org/drawingml/2006/main"/>
        </p:blipFill>
        <p:spPr>
          <a:xfrm xmlns:a="http://schemas.openxmlformats.org/drawingml/2006/main">
            <a:off x="4223941" y="6762750"/>
            <a:ext cx="9840119" cy="1047750"/>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9982B96D-98B9-4C76-9919-DCA5DCE96EE2}"/>
              </a:ext>
            </a:extLst>
          </p:cNvPr>
          <p:cNvSpPr>
            <a:spLocks xmlns:a="http://schemas.openxmlformats.org/drawingml/2006/main" noGrp="1"/>
          </p:cNvSpPr>
          <p:nvPr/>
        </p:nvSpPr>
        <p:spPr>
          <a:xfrm xmlns:a="http://schemas.openxmlformats.org/drawingml/2006/main">
            <a:off x="2381250" y="409575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9AD9C03F-E976-4E22-B0AA-DE8434305C5E}"/>
              </a:ext>
            </a:extLst>
          </p:cNvPr>
          <p:cNvSpPr>
            <a:spLocks xmlns:a="http://schemas.openxmlformats.org/drawingml/2006/main" noGrp="1"/>
          </p:cNvSpPr>
          <p:nvPr/>
        </p:nvSpPr>
        <p:spPr>
          <a:xfrm xmlns:a="http://schemas.openxmlformats.org/drawingml/2006/main">
            <a:off x="2381250" y="595312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1AB6E2C3-40CD-48E3-B34D-7AA0293406E8}"/>
              </a:ext>
            </a:extLst>
          </p:cNvPr>
          <p:cNvSpPr>
            <a:spLocks xmlns:a="http://schemas.openxmlformats.org/drawingml/2006/main" noGrp="1"/>
          </p:cNvSpPr>
          <p:nvPr/>
        </p:nvSpPr>
        <p:spPr>
          <a:xfrm xmlns:a="http://schemas.openxmlformats.org/drawingml/2006/main">
            <a:off x="2667000" y="885825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949267879"/>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D187779-39C8-4824-A1CD-B901899193AB}"/>
              </a:ext>
            </a:extLst>
          </p:cNvPr>
          <p:cNvPicPr>
            <a:picLocks xmlns:a="http://schemas.openxmlformats.org/drawingml/2006/main" noChangeAspect="1"/>
          </p:cNvPicPr>
          <p:nvPr/>
        </p:nvPicPr>
        <p:blipFill>
          <a:blip xmlns:r="http://schemas.openxmlformats.org/officeDocument/2006/relationships" xmlns:a="http://schemas.openxmlformats.org/drawingml/2006/main" r:embed="R065f7e7f75e34ee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CD3836-B166-4B3B-9181-256CB2ADAC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D3B062-796F-442A-A3B6-35FB00EBDE8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93B6C524-5DC8-4E33-9A0C-FF05E51DC64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3975BF7-580C-4DBF-8955-AC372080D69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6C7D4EB-4D11-4622-8813-BF4EA3D6D02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B03B6597-05F0-474F-BDD8-4775CFD25E85}"/>
              </a:ext>
            </a:extLst>
          </p:cNvPr>
          <p:cNvPicPr>
            <a:picLocks xmlns:a="http://schemas.openxmlformats.org/drawingml/2006/main" noChangeAspect="1"/>
          </p:cNvPicPr>
          <p:nvPr/>
        </p:nvPicPr>
        <p:blipFill>
          <a:blip xmlns:r="http://schemas.openxmlformats.org/officeDocument/2006/relationships" xmlns:a="http://schemas.openxmlformats.org/drawingml/2006/main" r:embed="R07c89c9e4ac5489d"/>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3915AD14-4B2D-4731-893F-7096C74BAC0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1ECFEB5-E2EF-47B6-81B3-EF01A0278C4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872185672"/>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5AF50C7F-8E29-44D9-BAF5-BDACCEF0E254}"/>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1A713FF-896B-47BE-9E4A-5B4D2B686436}"/>
              </a:ext>
            </a:extLst>
          </p:cNvPr>
          <p:cNvPicPr>
            <a:picLocks xmlns:a="http://schemas.openxmlformats.org/drawingml/2006/main" noChangeAspect="1"/>
          </p:cNvPicPr>
          <p:nvPr/>
        </p:nvPicPr>
        <p:blipFill>
          <a:blip xmlns:r="http://schemas.openxmlformats.org/officeDocument/2006/relationships" xmlns:a="http://schemas.openxmlformats.org/drawingml/2006/main" r:embed="Rf8b280e050924c2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277776-E35E-44F8-A947-CA41595C8E6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C5344F-7B89-440D-A380-64786702599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20E40195-72D1-4902-8EA8-BEBB4069610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F26064-35F9-4A2D-8931-EB3C621A93A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C52C9C3-C334-4D8E-9BF3-FF5131E559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F0FDF700-682C-4F92-A152-D952FDAF0166}"/>
              </a:ext>
            </a:extLst>
          </p:cNvPr>
          <p:cNvPicPr>
            <a:picLocks xmlns:a="http://schemas.openxmlformats.org/drawingml/2006/main" noChangeAspect="1"/>
          </p:cNvPicPr>
          <p:nvPr/>
        </p:nvPicPr>
        <p:blipFill>
          <a:blip xmlns:r="http://schemas.openxmlformats.org/officeDocument/2006/relationships" xmlns:a="http://schemas.openxmlformats.org/drawingml/2006/main" r:embed="Ra78b1fc5c06b44d4"/>
          <a:stretch xmlns:a="http://schemas.openxmlformats.org/drawingml/2006/main"/>
        </p:blipFill>
        <p:spPr>
          <a:xfrm xmlns:a="http://schemas.openxmlformats.org/drawingml/2006/main">
            <a:off x="4084371" y="4905375"/>
            <a:ext cx="10119259"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1EB2141-B043-412E-8680-E9665D7F4E81}"/>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85A896EA-DA53-4336-931B-B3A5A8E47618}"/>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3715ED4-26A7-45E9-A2A3-3E7A4A8F4F6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C7D84BF5-C92B-42D0-9E93-A9E2AF0CD1F9}"/>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32057E23-14F5-4875-832A-C26DBE71D364}"/>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54F565B2-A2E7-451F-AE47-731BB3B47907}"/>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98D45928-C0EF-40A3-8575-7D703DA3F4E6}"/>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5B9E64F6-1EF8-4AA0-8F5D-E917EE742C6D}"/>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BD4FA27-6171-4C49-9C50-5837CDEA39A5}"/>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6B36DC97-B9B7-41FA-8C41-8F99F8701793}"/>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593789519"/>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991C3495-C96C-42F6-B10B-0929516214F9}"/>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49F0C14-3EC4-47E0-AE1E-CB06C7F17DB6}"/>
              </a:ext>
            </a:extLst>
          </p:cNvPr>
          <p:cNvPicPr>
            <a:picLocks xmlns:a="http://schemas.openxmlformats.org/drawingml/2006/main" noChangeAspect="1"/>
          </p:cNvPicPr>
          <p:nvPr/>
        </p:nvPicPr>
        <p:blipFill>
          <a:blip xmlns:r="http://schemas.openxmlformats.org/officeDocument/2006/relationships" xmlns:a="http://schemas.openxmlformats.org/drawingml/2006/main" r:embed="Rb8af59ca00b8425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013903F-8968-4CF0-A7CC-6D3BF0555A1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FCCCD8-C654-4C8C-BCA3-7B5D349788F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7DEF76F9-C59C-4E28-A1DD-BF046B2BFBC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47215E1-8E44-4075-B537-369D35725B2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A354C01-0862-4B38-AE3D-A241CF8C1AA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88CED99A-8589-4B0A-8C73-37371033DD16}"/>
              </a:ext>
            </a:extLst>
          </p:cNvPr>
          <p:cNvPicPr>
            <a:picLocks xmlns:a="http://schemas.openxmlformats.org/drawingml/2006/main" noChangeAspect="1"/>
          </p:cNvPicPr>
          <p:nvPr/>
        </p:nvPicPr>
        <p:blipFill>
          <a:blip xmlns:r="http://schemas.openxmlformats.org/officeDocument/2006/relationships" xmlns:a="http://schemas.openxmlformats.org/drawingml/2006/main" r:embed="R6c40d365a1134de2"/>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1438CAF5-B28E-4A52-9AE1-FD052BCF5C60}"/>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E9ACB940-5360-403E-8706-03423242D322}"/>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FC749E60-9C20-4BD2-8B93-2C5EA7395870}"/>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20202789-70A0-4C5D-9C63-C7385927479A}"/>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701CE44B-6B9D-4705-A497-BFA50126558D}"/>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D37FF068-1283-4AE4-B532-3CEE00C06778}"/>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1185DA04-9CB3-441D-8273-E30638AB21E3}"/>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8470F652-9F6E-41E6-A341-A895B29DC782}"/>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348988CD-951D-4D4F-841D-87BA526CA780}"/>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3F77C11C-D6FB-45AC-AA16-97B487587287}"/>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639376485"/>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4F31A5B-55A2-462E-BD93-8EA711A10176}"/>
              </a:ext>
            </a:extLst>
          </p:cNvPr>
          <p:cNvPicPr>
            <a:picLocks xmlns:a="http://schemas.openxmlformats.org/drawingml/2006/main" noChangeAspect="1"/>
          </p:cNvPicPr>
          <p:nvPr/>
        </p:nvPicPr>
        <p:blipFill>
          <a:blip xmlns:r="http://schemas.openxmlformats.org/officeDocument/2006/relationships" xmlns:a="http://schemas.openxmlformats.org/drawingml/2006/main" r:embed="Rdce362eac633434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234216-83FF-4F93-8572-47357189FA4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63E0AF-E029-4FEF-B1DC-1292642F7E9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4D59B453-DE24-4AB3-939A-4C5F04D6F65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1FA3B0D-6E43-4A0B-9E70-282CBED1E1D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AA2F140-ADE1-42E4-9FCC-812B99181E4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46B3EFEA-AAD9-428F-990B-F02C9A0E4006}"/>
              </a:ext>
            </a:extLst>
          </p:cNvPr>
          <p:cNvPicPr>
            <a:picLocks xmlns:a="http://schemas.openxmlformats.org/drawingml/2006/main" noChangeAspect="1"/>
          </p:cNvPicPr>
          <p:nvPr/>
        </p:nvPicPr>
        <p:blipFill>
          <a:blip xmlns:r="http://schemas.openxmlformats.org/officeDocument/2006/relationships" xmlns:a="http://schemas.openxmlformats.org/drawingml/2006/main" r:embed="Rbc73127cc3394036"/>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0D6BEAE5-BE7E-469A-96D4-B49119107EAE}"/>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C193372-7096-40CA-A1EF-13CB203EF79B}"/>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FF39573-EAF8-494A-A215-9DE959F8BD7B}"/>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261F171-F1E6-4AD8-80BC-D7A4348B6CDA}"/>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9ECD6B5-A3F0-4C19-A002-E6EEB4D969A8}"/>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B8C85551-F09F-4D44-885F-187D63662B54}"/>
              </a:ext>
            </a:extLst>
          </p:cNvPr>
          <p:cNvPicPr>
            <a:picLocks xmlns:a="http://schemas.openxmlformats.org/drawingml/2006/main" noChangeAspect="1"/>
          </p:cNvPicPr>
          <p:nvPr/>
        </p:nvPicPr>
        <p:blipFill>
          <a:blip xmlns:r="http://schemas.openxmlformats.org/officeDocument/2006/relationships" xmlns:a="http://schemas.openxmlformats.org/drawingml/2006/main" r:embed="R3ccb492c359c4776"/>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383799949"/>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756C845-9267-4733-BC00-4BBB0962343F}"/>
              </a:ext>
            </a:extLst>
          </p:cNvPr>
          <p:cNvPicPr>
            <a:picLocks xmlns:a="http://schemas.openxmlformats.org/drawingml/2006/main" noChangeAspect="1"/>
          </p:cNvPicPr>
          <p:nvPr/>
        </p:nvPicPr>
        <p:blipFill>
          <a:blip xmlns:r="http://schemas.openxmlformats.org/officeDocument/2006/relationships" xmlns:a="http://schemas.openxmlformats.org/drawingml/2006/main" r:embed="R3d539c8b53c44fe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9547C1-5A2D-4027-A813-21F72D4D49E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83FFD6-B851-4645-82B6-C5E79C9625F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50CF06B0-08B0-45EC-B80C-C6ACDCCE61F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C40CC1-DA80-4FFD-A10B-C462FEC482F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7F6EB88-BEF7-437B-991D-641CE0966D9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9A11507D-358B-4F50-ADC1-9A3D0D57420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76CB808D-33C8-4741-8B08-39BC5AAB31AA}"/>
              </a:ext>
            </a:extLst>
          </p:cNvPr>
          <p:cNvPicPr>
            <a:picLocks xmlns:a="http://schemas.openxmlformats.org/drawingml/2006/main" noChangeAspect="1"/>
          </p:cNvPicPr>
          <p:nvPr/>
        </p:nvPicPr>
        <p:blipFill>
          <a:blip xmlns:r="http://schemas.openxmlformats.org/officeDocument/2006/relationships" xmlns:a="http://schemas.openxmlformats.org/drawingml/2006/main" r:embed="R0584933b42a4438c"/>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07FBA2B-7156-4574-85DA-DBB55C3F9E00}"/>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9A6027B4-F2C5-4998-932D-D7DA4098C32E}"/>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9D866A83-D203-4A4A-B31A-01FCA8FA8BD1}"/>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ED4F05A-3CC4-45B3-B821-1EED6C5095D4}"/>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D698571F-901F-446E-95C2-473917C610A3}"/>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A697C3E6-0AB0-4B34-BB6D-B32DB1BD622F}"/>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Tree>
    <p:extLst>
      <p:ext uri="{BB962C8B-B14F-4D97-AF65-F5344CB8AC3E}">
        <p14:creationId xmlns:p14="http://schemas.microsoft.com/office/powerpoint/2010/main" val="89934038"/>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909E98AD-0447-49B6-9D8F-EECE012ED655}"/>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02B1F2F8-756B-4A8B-8576-92B2948F39A3}"/>
              </a:ext>
            </a:extLst>
          </p:cNvPr>
          <p:cNvPicPr>
            <a:picLocks xmlns:a="http://schemas.openxmlformats.org/drawingml/2006/main" noChangeAspect="1"/>
          </p:cNvPicPr>
          <p:nvPr/>
        </p:nvPicPr>
        <p:blipFill>
          <a:blip xmlns:r="http://schemas.openxmlformats.org/officeDocument/2006/relationships" xmlns:a="http://schemas.openxmlformats.org/drawingml/2006/main" r:embed="R48ceb997414544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46F19B-AEA8-4AA6-87D6-59193A2DBDC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99EB83-6A23-4AC1-8E89-E8472520A82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DDFF60E0-2402-4818-8643-D131402D585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F18582F-EDBA-4645-9B46-80B181AF7AE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FA45DA6-5021-4D4A-A974-0E1CF246C24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E91AFE9D-FA86-4EDF-AC63-A455B556848A}"/>
              </a:ext>
            </a:extLst>
          </p:cNvPr>
          <p:cNvPicPr>
            <a:picLocks xmlns:a="http://schemas.openxmlformats.org/drawingml/2006/main" noChangeAspect="1"/>
          </p:cNvPicPr>
          <p:nvPr/>
        </p:nvPicPr>
        <p:blipFill>
          <a:blip xmlns:r="http://schemas.openxmlformats.org/officeDocument/2006/relationships" xmlns:a="http://schemas.openxmlformats.org/drawingml/2006/main" r:embed="R05558ecfc11647de"/>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E74F4860-C36D-47AD-90AE-10794E65444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D8A0B77A-2C88-4F3B-A6BC-F23CC5F4796E}"/>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0F783CF4-A919-4542-B314-6B16C0367BCE}"/>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E11524B2-F901-484B-86B6-4D798CCE03BF}"/>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2CABB080-6C5E-43FF-9149-7C296B0BD299}"/>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4A76ADC0-02CE-4D55-95DF-76AD8239C571}"/>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0E3AE345-DAE1-4991-AF68-D7F4F6B96349}"/>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2016033717"/>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21F359E7-9803-4189-9226-9BB1709AB8D7}"/>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09DD2C7-0E92-4817-8F9D-56CC67501335}"/>
              </a:ext>
            </a:extLst>
          </p:cNvPr>
          <p:cNvPicPr>
            <a:picLocks xmlns:a="http://schemas.openxmlformats.org/drawingml/2006/main" noChangeAspect="1"/>
          </p:cNvPicPr>
          <p:nvPr/>
        </p:nvPicPr>
        <p:blipFill>
          <a:blip xmlns:r="http://schemas.openxmlformats.org/officeDocument/2006/relationships" xmlns:a="http://schemas.openxmlformats.org/drawingml/2006/main" r:embed="R8aa2cf0c7f07444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B1610FF-C8E1-4FF6-AB76-7450FA8846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A3908D-C834-4E61-BDD1-9DBF4420617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64BD3506-0CE1-4635-891A-A6C427F9746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FE2F0DB-C9DB-4D37-BED7-DB1D73D671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74E4725-00E5-47BC-AD65-735F198DB5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A7C43D75-A27E-4F55-82BE-1CC68313FAB9}"/>
              </a:ext>
            </a:extLst>
          </p:cNvPr>
          <p:cNvPicPr>
            <a:picLocks xmlns:a="http://schemas.openxmlformats.org/drawingml/2006/main" noChangeAspect="1"/>
          </p:cNvPicPr>
          <p:nvPr/>
        </p:nvPicPr>
        <p:blipFill>
          <a:blip xmlns:r="http://schemas.openxmlformats.org/officeDocument/2006/relationships" xmlns:a="http://schemas.openxmlformats.org/drawingml/2006/main" r:embed="R626421eaf6944fe7"/>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104DC738-8E0D-4234-9C86-6A28112174C1}"/>
              </a:ext>
            </a:extLst>
          </p:cNvPr>
          <p:cNvPicPr>
            <a:picLocks xmlns:a="http://schemas.openxmlformats.org/drawingml/2006/main" noChangeAspect="1"/>
          </p:cNvPicPr>
          <p:nvPr/>
        </p:nvPicPr>
        <p:blipFill>
          <a:blip xmlns:r="http://schemas.openxmlformats.org/officeDocument/2006/relationships" xmlns:a="http://schemas.openxmlformats.org/drawingml/2006/main" r:embed="R304515f2ed144d7d"/>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C4A42312-66BB-4796-9CF8-B28F5BBC59B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AF500CE8-336A-442A-B660-8B6971FE57D2}"/>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50DD9651-3D15-4BA0-9A61-EBFF57539D69}"/>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8597F970-73BC-4CB3-A14F-E9310633EC44}"/>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BE935491-CDF9-4A78-8124-2DB6E2FBD036}"/>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6F177D39-40C7-4C1E-A33C-119E830AD441}"/>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text">
            <a:extLst xmlns:a="http://schemas.openxmlformats.org/drawingml/2006/main">
              <a:ext uri="{FF2B5EF4-FFF2-40B4-BE49-F238E27FC236}">
                <a16:creationId xmlns:a16="http://schemas.microsoft.com/office/drawing/2014/main" id="{7B5B8C3E-9744-48ED-BF42-0F9D02FDE807}"/>
              </a:ext>
            </a:extLst>
          </p:cNvPr>
          <p:cNvSpPr>
            <a:spLocks xmlns:a="http://schemas.openxmlformats.org/drawingml/2006/main" noGrp="1"/>
          </p:cNvSpPr>
          <p:nvPr/>
        </p:nvSpPr>
        <p:spPr>
          <a:xfrm xmlns:a="http://schemas.openxmlformats.org/drawingml/2006/main">
            <a:off x="1905000" y="8096250"/>
            <a:ext cx="1447800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703726368"/>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F85B2CE9-7859-44CE-900A-9B21F99795CE}"/>
              </a:ext>
            </a:extLst>
          </p:cNvPr>
          <p:cNvSpPr>
            <a:spLocks xmlns:a="http://schemas.openxmlformats.org/drawingml/2006/main" noGrp="1"/>
          </p:cNvSpPr>
          <p:nvPr/>
        </p:nvSpPr>
        <p:spPr>
          <a:xfrm xmlns:a="http://schemas.openxmlformats.org/drawingml/2006/main">
            <a:off x="1186815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EA70CC4A-7398-4949-A8C9-ADEC2DF548B3}"/>
              </a:ext>
            </a:extLst>
          </p:cNvPr>
          <p:cNvSpPr>
            <a:spLocks xmlns:a="http://schemas.openxmlformats.org/drawingml/2006/main" noGrp="1"/>
          </p:cNvSpPr>
          <p:nvPr/>
        </p:nvSpPr>
        <p:spPr>
          <a:xfrm xmlns:a="http://schemas.openxmlformats.org/drawingml/2006/main">
            <a:off x="7038975"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F80B3893-BD37-498E-A7A9-FD3C46FE8807}"/>
              </a:ext>
            </a:extLst>
          </p:cNvPr>
          <p:cNvSpPr>
            <a:spLocks xmlns:a="http://schemas.openxmlformats.org/drawingml/2006/main" noGrp="1"/>
          </p:cNvSpPr>
          <p:nvPr/>
        </p:nvSpPr>
        <p:spPr>
          <a:xfrm xmlns:a="http://schemas.openxmlformats.org/drawingml/2006/main">
            <a:off x="2209800" y="4572000"/>
            <a:ext cx="4210050" cy="2773680"/>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0" name="">
            <a:extLst xmlns:a="http://schemas.openxmlformats.org/drawingml/2006/main">
              <a:ext uri="{FF2B5EF4-FFF2-40B4-BE49-F238E27FC236}">
                <a16:creationId xmlns:a16="http://schemas.microsoft.com/office/drawing/2014/main" id="{2C55B248-FAAA-4D9E-A8FE-F5ADF86C75EF}"/>
              </a:ext>
            </a:extLst>
          </p:cNvPr>
          <p:cNvPicPr>
            <a:picLocks xmlns:a="http://schemas.openxmlformats.org/drawingml/2006/main" noChangeAspect="1"/>
          </p:cNvPicPr>
          <p:nvPr/>
        </p:nvPicPr>
        <p:blipFill>
          <a:blip xmlns:r="http://schemas.openxmlformats.org/officeDocument/2006/relationships" xmlns:a="http://schemas.openxmlformats.org/drawingml/2006/main" r:embed="Ra0a65b85ce72477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DFFAE9-BEF3-4F18-B931-7794EF867F3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16B80E-3659-4BFF-8415-B6C06B76D8B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4" name="text">
            <a:extLst xmlns:a="http://schemas.openxmlformats.org/drawingml/2006/main">
              <a:ext uri="{FF2B5EF4-FFF2-40B4-BE49-F238E27FC236}">
                <a16:creationId xmlns:a16="http://schemas.microsoft.com/office/drawing/2014/main" id="{BF250D08-AD97-4711-B274-881BFB76FAA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4733852-8889-44E2-A615-7824D1DE4A5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0E59B9A0-B75D-4B82-9C2F-15F0D529305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4C8DF166-0C0A-4631-9D6E-703558BEEEC1}"/>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86B61784-D241-45A0-8FE6-9213C24AA2AB}"/>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A57E21A7-2B48-4C39-BBE9-DC0341416F87}"/>
              </a:ext>
            </a:extLst>
          </p:cNvPr>
          <p:cNvSpPr>
            <a:spLocks xmlns:a="http://schemas.openxmlformats.org/drawingml/2006/main" noGrp="1"/>
          </p:cNvSpPr>
          <p:nvPr/>
        </p:nvSpPr>
        <p:spPr>
          <a:xfrm xmlns:a="http://schemas.openxmlformats.org/drawingml/2006/main">
            <a:off x="245745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C2703FAE-C42C-4CD5-9C43-F20308780D2C}"/>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7098AA84-403F-4343-90FB-FD96A975D46E}"/>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88B063C1-2440-42AA-A3CD-6171772760BC}"/>
              </a:ext>
            </a:extLst>
          </p:cNvPr>
          <p:cNvSpPr>
            <a:spLocks xmlns:a="http://schemas.openxmlformats.org/drawingml/2006/main" noGrp="1"/>
          </p:cNvSpPr>
          <p:nvPr/>
        </p:nvSpPr>
        <p:spPr>
          <a:xfrm xmlns:a="http://schemas.openxmlformats.org/drawingml/2006/main">
            <a:off x="7286625"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80D1CC60-DA4F-47FD-84F7-DEF825D62CC5}"/>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965A431D-00C8-4D84-BE4D-3D89EB7A1CDE}"/>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FF317F55-C9E0-4001-B669-A68226C005F3}"/>
              </a:ext>
            </a:extLst>
          </p:cNvPr>
          <p:cNvSpPr>
            <a:spLocks xmlns:a="http://schemas.openxmlformats.org/drawingml/2006/main" noGrp="1"/>
          </p:cNvSpPr>
          <p:nvPr/>
        </p:nvSpPr>
        <p:spPr>
          <a:xfrm xmlns:a="http://schemas.openxmlformats.org/drawingml/2006/main">
            <a:off x="12115800" y="6493764"/>
            <a:ext cx="3714750" cy="693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text">
            <a:extLst xmlns:a="http://schemas.openxmlformats.org/drawingml/2006/main">
              <a:ext uri="{FF2B5EF4-FFF2-40B4-BE49-F238E27FC236}">
                <a16:creationId xmlns:a16="http://schemas.microsoft.com/office/drawing/2014/main" id="{7F5BA34C-0CD3-45B7-960D-FF1696F587D4}"/>
              </a:ext>
            </a:extLst>
          </p:cNvPr>
          <p:cNvSpPr>
            <a:spLocks xmlns:a="http://schemas.openxmlformats.org/drawingml/2006/main" noGrp="1"/>
          </p:cNvSpPr>
          <p:nvPr/>
        </p:nvSpPr>
        <p:spPr>
          <a:xfrm xmlns:a="http://schemas.openxmlformats.org/drawingml/2006/main">
            <a:off x="723900" y="8405622"/>
            <a:ext cx="1684020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90" b="0">
                <a:solidFill>
                  <a:srgbClr val="BBBBBB"/>
                </a:solidFill>
                <a:latin typeface="Pretendard"/>
                <a:ea typeface="Pretendard"/>
                <a:cs typeface="Pretendard"/>
              </a:defRPr>
            </a:defPPr>
            <a:lvl1pPr algn="ctr">
              <a:defRPr sz="2790" b="0">
                <a:solidFill>
                  <a:srgbClr val="BBBBBB"/>
                </a:solidFill>
                <a:latin typeface="Pretendard"/>
                <a:ea typeface="Pretendard"/>
                <a:cs typeface="Pretendard"/>
              </a:defRPr>
            </a:lvl1pPr>
            <a:lvl2pPr algn="ctr">
              <a:defRPr sz="2790" b="0">
                <a:solidFill>
                  <a:srgbClr val="BBBBBB"/>
                </a:solidFill>
                <a:latin typeface="Pretendard"/>
                <a:ea typeface="Pretendard"/>
                <a:cs typeface="Pretendard"/>
              </a:defRPr>
            </a:lvl2pPr>
            <a:lvl3pPr algn="ctr">
              <a:defRPr sz="2790" b="0">
                <a:solidFill>
                  <a:srgbClr val="BBBBBB"/>
                </a:solidFill>
                <a:latin typeface="Pretendard"/>
                <a:ea typeface="Pretendard"/>
                <a:cs typeface="Pretendard"/>
              </a:defRPr>
            </a:lvl3pPr>
            <a:lvl4pPr algn="ctr">
              <a:defRPr sz="2790" b="0">
                <a:solidFill>
                  <a:srgbClr val="BBBBBB"/>
                </a:solidFill>
                <a:latin typeface="Pretendard"/>
                <a:ea typeface="Pretendard"/>
                <a:cs typeface="Pretendard"/>
              </a:defRPr>
            </a:lvl4pPr>
            <a:lvl5pPr algn="ctr">
              <a:defRPr sz="2790" b="0">
                <a:solidFill>
                  <a:srgbClr val="BBBBBB"/>
                </a:solidFill>
                <a:latin typeface="Pretendard"/>
                <a:ea typeface="Pretendard"/>
                <a:cs typeface="Pretendard"/>
              </a:defRPr>
            </a:lvl5pPr>
            <a:lvl6pPr algn="ctr">
              <a:defRPr sz="2790" b="0">
                <a:solidFill>
                  <a:srgbClr val="BBBBBB"/>
                </a:solidFill>
                <a:latin typeface="Pretendard"/>
                <a:ea typeface="Pretendard"/>
                <a:cs typeface="Pretendard"/>
              </a:defRPr>
            </a:lvl6pPr>
            <a:lvl7pPr algn="ctr">
              <a:defRPr sz="2790" b="0">
                <a:solidFill>
                  <a:srgbClr val="BBBBBB"/>
                </a:solidFill>
                <a:latin typeface="Pretendard"/>
                <a:ea typeface="Pretendard"/>
                <a:cs typeface="Pretendard"/>
              </a:defRPr>
            </a:lvl7pPr>
            <a:lvl8pPr algn="ctr">
              <a:defRPr sz="2790" b="0">
                <a:solidFill>
                  <a:srgbClr val="BBBBBB"/>
                </a:solidFill>
                <a:latin typeface="Pretendard"/>
                <a:ea typeface="Pretendard"/>
                <a:cs typeface="Pretendard"/>
              </a:defRPr>
            </a:lvl8pPr>
            <a:lvl9pPr algn="ctr">
              <a:defRPr sz="2790" b="0">
                <a:solidFill>
                  <a:srgbClr val="BBBBBB"/>
                </a:solidFill>
                <a:latin typeface="Pretendard"/>
                <a:ea typeface="Pretendard"/>
                <a:cs typeface="Pretendard"/>
              </a:defRPr>
            </a:lvl9pPr>
          </a:lstStyle>
          <a:p xmlns:a="http://schemas.openxmlformats.org/drawingml/2006/main">
            <a:pPr algn="ctr">
              <a:defRPr sz="2790" b="0">
                <a:solidFill>
                  <a:srgbClr val="BBBBBB"/>
                </a:solidFill>
                <a:latin typeface="Pretendard"/>
                <a:ea typeface="Pretendard"/>
                <a:cs typeface="Pretendard"/>
              </a:defRPr>
            </a:pPr>
            <a:r>
              <a:rPr sz="2790"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493872562"/>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1A52EDC-FEAD-4B42-B3A9-0CC3AEC6436A}"/>
              </a:ext>
            </a:extLst>
          </p:cNvPr>
          <p:cNvPicPr>
            <a:picLocks xmlns:a="http://schemas.openxmlformats.org/drawingml/2006/main" noChangeAspect="1"/>
          </p:cNvPicPr>
          <p:nvPr/>
        </p:nvPicPr>
        <p:blipFill>
          <a:blip xmlns:r="http://schemas.openxmlformats.org/officeDocument/2006/relationships" xmlns:a="http://schemas.openxmlformats.org/drawingml/2006/main" r:embed="R9fe6f3219595469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4ACF5A6-4C54-430E-AA46-9D08A2EEF2D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F5029D8-696C-4A82-9F82-35F4FE0C792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894019F-5309-4159-9C98-BDD6ABE16EAF}"/>
              </a:ext>
            </a:extLst>
          </p:cNvPr>
          <p:cNvPicPr>
            <a:picLocks xmlns:a="http://schemas.openxmlformats.org/drawingml/2006/main" noChangeAspect="1"/>
          </p:cNvPicPr>
          <p:nvPr/>
        </p:nvPicPr>
        <p:blipFill>
          <a:blip xmlns:r="http://schemas.openxmlformats.org/officeDocument/2006/relationships" xmlns:a="http://schemas.openxmlformats.org/drawingml/2006/main" r:embed="Rf032ef3f83cd46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0E455F2E-94AD-42D5-9950-94DD035FB65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6A841C7-2DEB-49C4-862C-824E2E5FBDA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782AABB4-9A9F-4919-B1A5-447A0021E20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27018A4B-D873-4E65-8B1F-F23CE1E1245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075846148"/>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886866B8-3E15-461F-8A0E-807F3499CAD7}"/>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02A98E70-0A10-41E8-936B-FADABD5459B2}"/>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FB8C45E-A687-46A5-BF40-E6E553811223}"/>
              </a:ext>
            </a:extLst>
          </p:cNvPr>
          <p:cNvPicPr>
            <a:picLocks xmlns:a="http://schemas.openxmlformats.org/drawingml/2006/main" noChangeAspect="1"/>
          </p:cNvPicPr>
          <p:nvPr/>
        </p:nvPicPr>
        <p:blipFill>
          <a:blip xmlns:r="http://schemas.openxmlformats.org/officeDocument/2006/relationships" xmlns:a="http://schemas.openxmlformats.org/drawingml/2006/main" r:embed="R4574cc27ae2a4ff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4CCBBF-4C5D-463F-80A7-6573BA3DD49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3293A4-DE39-403D-93BF-D04006CE1FB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07B60CB8-A2A5-445E-8F6D-9B4088E223F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A2B82C-E977-46DE-91A2-8ECB4218651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16A744EF-9EFC-458C-BAEB-18A51E1AEF5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9115DE1B-2AAD-4359-BD2D-975775DC6E0D}"/>
              </a:ext>
            </a:extLst>
          </p:cNvPr>
          <p:cNvPicPr>
            <a:picLocks xmlns:a="http://schemas.openxmlformats.org/drawingml/2006/main" noChangeAspect="1"/>
          </p:cNvPicPr>
          <p:nvPr/>
        </p:nvPicPr>
        <p:blipFill>
          <a:blip xmlns:r="http://schemas.openxmlformats.org/officeDocument/2006/relationships" xmlns:a="http://schemas.openxmlformats.org/drawingml/2006/main" r:embed="Redb5708350b24eb8"/>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D9D0CB3-1E5F-4ADE-BD07-86E7C4F3ADEA}"/>
              </a:ext>
            </a:extLst>
          </p:cNvPr>
          <p:cNvPicPr>
            <a:picLocks xmlns:a="http://schemas.openxmlformats.org/drawingml/2006/main" noChangeAspect="1"/>
          </p:cNvPicPr>
          <p:nvPr/>
        </p:nvPicPr>
        <p:blipFill>
          <a:blip xmlns:r="http://schemas.openxmlformats.org/officeDocument/2006/relationships" xmlns:a="http://schemas.openxmlformats.org/drawingml/2006/main" r:embed="R58a93cdb93d04a2f"/>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D09CC924-863A-4606-A895-316BE168412A}"/>
              </a:ext>
            </a:extLst>
          </p:cNvPr>
          <p:cNvPicPr>
            <a:picLocks xmlns:a="http://schemas.openxmlformats.org/drawingml/2006/main" noChangeAspect="1"/>
          </p:cNvPicPr>
          <p:nvPr/>
        </p:nvPicPr>
        <p:blipFill>
          <a:blip xmlns:r="http://schemas.openxmlformats.org/officeDocument/2006/relationships" xmlns:a="http://schemas.openxmlformats.org/drawingml/2006/main" r:embed="R8f8ef18c54704ae5"/>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99455EF0-C42E-4BFF-B51E-2E2EAB3F55BE}"/>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E85E12D5-360B-4D9E-8489-DDDD170D9563}"/>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27693516"/>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9CA4B860-CC4F-4ADB-8400-D770E1A2E677}"/>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2A654664-EC7A-4760-8FB3-B562B9848C83}"/>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0305DE5D-8F1D-4590-9973-CF2C96E7C1A0}"/>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C735187-4E30-4CFA-A04C-9C1D9EA9A608}"/>
              </a:ext>
            </a:extLst>
          </p:cNvPr>
          <p:cNvPicPr>
            <a:picLocks xmlns:a="http://schemas.openxmlformats.org/drawingml/2006/main" noChangeAspect="1"/>
          </p:cNvPicPr>
          <p:nvPr/>
        </p:nvPicPr>
        <p:blipFill>
          <a:blip xmlns:r="http://schemas.openxmlformats.org/officeDocument/2006/relationships" xmlns:a="http://schemas.openxmlformats.org/drawingml/2006/main" r:embed="R3d5a332aa9454f0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F069DC-5B05-481E-A7E4-3996A23E42F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3826DB6-F039-43B0-9C33-8DA6B4C6661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3C5B79B0-8B61-4A74-AAB6-36D8594BAF1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1DDF7F6-34B1-4260-B8FB-7E9F44FEE33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C907D11-68B4-450A-8287-4D8BF3B882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A3166B15-911F-4516-93DC-597582C4833F}"/>
              </a:ext>
            </a:extLst>
          </p:cNvPr>
          <p:cNvPicPr>
            <a:picLocks xmlns:a="http://schemas.openxmlformats.org/drawingml/2006/main" noChangeAspect="1"/>
          </p:cNvPicPr>
          <p:nvPr/>
        </p:nvPicPr>
        <p:blipFill>
          <a:blip xmlns:r="http://schemas.openxmlformats.org/officeDocument/2006/relationships" xmlns:a="http://schemas.openxmlformats.org/drawingml/2006/main" r:embed="R6fa9beb0a7464b6f"/>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95908D3-69F2-47B0-87AE-AAF51F1616B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0F202A7B-8BFA-4273-80F7-059FDCAEB802}"/>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FAB46F7F-680B-4C63-9208-54DC7C0AB4B6}"/>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3FE09112-CD6F-43E5-AF1F-0B7EB286A10E}"/>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A1BB22FD-11EC-4E96-A8FA-9C5E5989EC39}"/>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615420874"/>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B706D499-0949-4D1F-84D0-5BBBF3EB3714}"/>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E198ACBE-B088-4674-B026-721A36ED1C8F}"/>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391A1DCB-94C3-489E-A3B4-9872C9B3D184}"/>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F8D5AE0-FF19-482E-97C3-8600B5BC2366}"/>
              </a:ext>
            </a:extLst>
          </p:cNvPr>
          <p:cNvPicPr>
            <a:picLocks xmlns:a="http://schemas.openxmlformats.org/drawingml/2006/main" noChangeAspect="1"/>
          </p:cNvPicPr>
          <p:nvPr/>
        </p:nvPicPr>
        <p:blipFill>
          <a:blip xmlns:r="http://schemas.openxmlformats.org/officeDocument/2006/relationships" xmlns:a="http://schemas.openxmlformats.org/drawingml/2006/main" r:embed="Ra02a3d235b3140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87399D8-783C-4C52-9E87-6938D758A47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B37F01-709F-441F-BAEE-C14DA85FDFA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2FCD9973-A112-49A4-886C-5DCC0E9D457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2E76B08-8C22-4498-A49F-E14ECD87978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39D7CCC-856F-45B0-B950-A74DB1B9885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B42A42E8-8D41-4361-AB15-59AA38D32C1C}"/>
              </a:ext>
            </a:extLst>
          </p:cNvPr>
          <p:cNvPicPr>
            <a:picLocks xmlns:a="http://schemas.openxmlformats.org/drawingml/2006/main" noChangeAspect="1"/>
          </p:cNvPicPr>
          <p:nvPr/>
        </p:nvPicPr>
        <p:blipFill>
          <a:blip xmlns:r="http://schemas.openxmlformats.org/officeDocument/2006/relationships" xmlns:a="http://schemas.openxmlformats.org/drawingml/2006/main" r:embed="R35296b6f384e4022"/>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26999980-2CB0-4FB3-B6CF-34C6BAEA30EF}"/>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AA3BBEDB-6F1E-4808-8E96-7C2C39D34C5B}"/>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4DFD5ED5-CC1A-49F8-8492-A573A9BA3AA4}"/>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E8B170DB-E71F-4AD4-A212-68F04DE97F9C}"/>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243467EC-1936-453B-9454-45AACA6BC0F0}"/>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F87254AA-7A30-422C-895C-A3BB4ACAD158}"/>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9ACDAA77-E407-4D2D-844D-1C95AE310927}"/>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EF7B5FB7-E357-43E6-A974-0A8F4BF8798C}"/>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D5FD301F-60A5-421E-941A-35AE6A05DE0E}"/>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F111D3E4-6D28-484B-B83A-EFB5E16FD4CC}"/>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2092582246"/>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2054924-6A27-4406-B733-4A74A77E16FD}"/>
              </a:ext>
            </a:extLst>
          </p:cNvPr>
          <p:cNvPicPr>
            <a:picLocks xmlns:a="http://schemas.openxmlformats.org/drawingml/2006/main" noChangeAspect="1"/>
          </p:cNvPicPr>
          <p:nvPr/>
        </p:nvPicPr>
        <p:blipFill>
          <a:blip xmlns:r="http://schemas.openxmlformats.org/officeDocument/2006/relationships" xmlns:a="http://schemas.openxmlformats.org/drawingml/2006/main" r:embed="Re593d250b0494cf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AF34503-2519-45D9-8CEA-ED590BE41A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30AA22-26E9-4CBB-BA4F-E468832981A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659595A-586A-49DA-9B7C-55C8F8C3E3E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76BCC99-0505-4006-9E6E-3F863433016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7B3A87E-236D-4A00-8B59-078A3971B4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23A4F343-0C50-43BF-85F3-BE11C3141ED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DDF948E-4039-4DA8-AF98-3FD247FE9050}"/>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EEDE216-01FD-4FC8-A41B-1342F0268604}"/>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F8DC464-7299-42F6-809B-43A77E2E6C31}"/>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E935002-EE55-4F20-B1D5-1D93344DBBD8}"/>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9C9655D-251C-4607-AD87-285AE208D836}"/>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835694739"/>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D19405D-60DA-4A2E-B249-2AC15A403753}"/>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D303CE4-FE8D-44C7-86C8-54FB978232AA}"/>
              </a:ext>
            </a:extLst>
          </p:cNvPr>
          <p:cNvPicPr>
            <a:picLocks xmlns:a="http://schemas.openxmlformats.org/drawingml/2006/main" noChangeAspect="1"/>
          </p:cNvPicPr>
          <p:nvPr/>
        </p:nvPicPr>
        <p:blipFill>
          <a:blip xmlns:r="http://schemas.openxmlformats.org/officeDocument/2006/relationships" xmlns:a="http://schemas.openxmlformats.org/drawingml/2006/main" r:embed="Rcbd85a8513854a1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97E9CB-1CB6-4C36-86C9-587D31E5DAD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782097-AD5F-4301-82B2-BF642A612B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A2A19E23-9E45-4106-951C-311BCF975B1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A2F7051-39AE-4215-9AD3-CDDE2436EC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0ECFFC1-ED6C-418F-89C6-8A4F5DC6E72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0FDF912A-FCD0-46D5-A7E8-BAA6CFB26982}"/>
              </a:ext>
            </a:extLst>
          </p:cNvPr>
          <p:cNvPicPr>
            <a:picLocks xmlns:a="http://schemas.openxmlformats.org/drawingml/2006/main" noChangeAspect="1"/>
          </p:cNvPicPr>
          <p:nvPr/>
        </p:nvPicPr>
        <p:blipFill>
          <a:blip xmlns:r="http://schemas.openxmlformats.org/officeDocument/2006/relationships" xmlns:a="http://schemas.openxmlformats.org/drawingml/2006/main" r:embed="R9a522548682e4c52"/>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8367F941-3065-4567-81E2-B6676099674E}"/>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344001813"/>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9F8477C-CBC9-43BC-8065-2F7CD1940E15}"/>
              </a:ext>
            </a:extLst>
          </p:cNvPr>
          <p:cNvPicPr>
            <a:picLocks xmlns:a="http://schemas.openxmlformats.org/drawingml/2006/main" noChangeAspect="1"/>
          </p:cNvPicPr>
          <p:nvPr/>
        </p:nvPicPr>
        <p:blipFill>
          <a:blip xmlns:r="http://schemas.openxmlformats.org/officeDocument/2006/relationships" xmlns:a="http://schemas.openxmlformats.org/drawingml/2006/main" r:embed="R082ed2c862b04c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6F2E91-9112-4AC3-8674-59F177E4AE4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419536-90F7-4FFF-BD54-F8F9BE36FD3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549BD70D-188A-4061-B5F5-4F588758EDD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77C92BE-D885-47F7-96BF-3BF4E454EAF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EAD0C64-4A2C-44F3-BB5E-E4F13E3268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80833715-3689-4465-8C70-95764691E68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EE59867-2330-4519-8C7F-3568A187CDD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CC7D3D2-80C6-4ACF-9EA1-1D1B479E487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4CC3B49-F2A1-4BCE-900E-033B8EA18BA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1EE902A-AF99-4A24-8060-5603ACB7435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036B719-3620-46AA-A7B1-B0CCDCC911D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100775151"/>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5B00AB5C-A6B1-482A-8712-5581EB571569}"/>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B25CD12-EB2A-49A0-97D3-124C1CAC6775}"/>
              </a:ext>
            </a:extLst>
          </p:cNvPr>
          <p:cNvPicPr>
            <a:picLocks xmlns:a="http://schemas.openxmlformats.org/drawingml/2006/main" noChangeAspect="1"/>
          </p:cNvPicPr>
          <p:nvPr/>
        </p:nvPicPr>
        <p:blipFill>
          <a:blip xmlns:r="http://schemas.openxmlformats.org/officeDocument/2006/relationships" xmlns:a="http://schemas.openxmlformats.org/drawingml/2006/main" r:embed="R36abfecd72c5461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19D911-4A20-4304-821F-6C3274D85A3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561D368-4AE2-4E1D-A578-23E4D6C0904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D62592C7-E0DE-4E6A-A52C-945AD8EB837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EEF177F-BDEF-43A0-A9AE-9F74985128B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1AA5BF0-C2BF-4052-9749-7DE1E4A9154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C9007E5D-16BE-4F97-97A5-2686BEE8DE5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52476B4D-DD86-4C9B-92E2-7B4076F52621}"/>
              </a:ext>
            </a:extLst>
          </p:cNvPr>
          <p:cNvPicPr>
            <a:picLocks xmlns:a="http://schemas.openxmlformats.org/drawingml/2006/main" noChangeAspect="1"/>
          </p:cNvPicPr>
          <p:nvPr/>
        </p:nvPicPr>
        <p:blipFill>
          <a:blip xmlns:r="http://schemas.openxmlformats.org/officeDocument/2006/relationships" xmlns:a="http://schemas.openxmlformats.org/drawingml/2006/main" r:embed="R7b8e5204511e4115"/>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74D9EA56-3752-440C-B08A-2D177E4B3CA8}"/>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74872E2B-CA49-442F-9AF0-CD2625AB47AC}"/>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4BE58001-9120-43FA-9929-1F987C4F1A35}"/>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FDE3AC2C-76F6-4D75-9FB3-A3DB77C60388}"/>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422859500"/>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0E543DC-9A20-470E-92C7-3505291DA944}"/>
              </a:ext>
            </a:extLst>
          </p:cNvPr>
          <p:cNvPicPr>
            <a:picLocks xmlns:a="http://schemas.openxmlformats.org/drawingml/2006/main" noChangeAspect="1"/>
          </p:cNvPicPr>
          <p:nvPr/>
        </p:nvPicPr>
        <p:blipFill>
          <a:blip xmlns:r="http://schemas.openxmlformats.org/officeDocument/2006/relationships" xmlns:a="http://schemas.openxmlformats.org/drawingml/2006/main" r:embed="R3913f895bfc942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077395-C104-44A8-BD97-59CCC60BB83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65E113-BE9B-4944-803B-31CEE042AF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BF807310-BA02-4190-A450-DDB81D809B5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954BD32-B30C-44C8-A7F9-82F926FF722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6D627BB-18D0-4226-905C-85F427ED7D77}"/>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974AE4CC-45FC-4145-9DDB-780A2ECA1F97}"/>
              </a:ext>
            </a:extLst>
          </p:cNvPr>
          <p:cNvPicPr>
            <a:picLocks xmlns:a="http://schemas.openxmlformats.org/drawingml/2006/main" noChangeAspect="1"/>
          </p:cNvPicPr>
          <p:nvPr/>
        </p:nvPicPr>
        <p:blipFill>
          <a:blip xmlns:r="http://schemas.openxmlformats.org/officeDocument/2006/relationships" xmlns:a="http://schemas.openxmlformats.org/drawingml/2006/main" r:embed="R7b36b1465bbb4f9e"/>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9A57974-6037-4CE4-A3EC-F091DD044A32}"/>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52B3AF1C-E60C-4EB8-A9C0-059B712BF948}"/>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67D6C7A6-84D5-4DCD-BF4D-DC59133FDAF3}"/>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E3C6FF3B-6C24-46F4-8CDA-B14BCC3BCB6B}"/>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5C9B4A2D-6201-4E77-A98B-5BF0B2C0B160}"/>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306409F-AE0D-4428-B7F1-78A64DB8B34E}"/>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7A08651C-A601-475C-9064-9604754CAC2C}"/>
              </a:ext>
            </a:extLst>
          </p:cNvPr>
          <p:cNvPicPr>
            <a:picLocks xmlns:a="http://schemas.openxmlformats.org/drawingml/2006/main" noChangeAspect="1"/>
          </p:cNvPicPr>
          <p:nvPr/>
        </p:nvPicPr>
        <p:blipFill>
          <a:blip xmlns:r="http://schemas.openxmlformats.org/officeDocument/2006/relationships" xmlns:a="http://schemas.openxmlformats.org/drawingml/2006/main" r:embed="Rcc0feea692064a03"/>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6BB80795-BA26-4AF5-8940-31D2EC5853D1}"/>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D400913-A149-4E3E-B70B-3647989BDC56}"/>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2E738DD-E475-484C-BE8C-2DE0302BE6BA}"/>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9B3AACEE-F651-47A8-8602-95E61F45BA51}"/>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85EE9379-FE7B-4309-B3B6-A841FBF89969}"/>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C23EBBE0-1A2A-4B45-9146-8097A3D7AE18}"/>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E132C80D-DDF8-4BB3-BDC0-D363E9DCCE94}"/>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8A39D437-518F-410C-B339-A23DE2BF3A89}"/>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06484265-AC45-4E1B-918A-C8FFDC3C5FF3}"/>
              </a:ext>
            </a:extLst>
          </p:cNvPr>
          <p:cNvPicPr>
            <a:picLocks xmlns:a="http://schemas.openxmlformats.org/drawingml/2006/main" noChangeAspect="1"/>
          </p:cNvPicPr>
          <p:nvPr/>
        </p:nvPicPr>
        <p:blipFill>
          <a:blip xmlns:r="http://schemas.openxmlformats.org/officeDocument/2006/relationships" xmlns:a="http://schemas.openxmlformats.org/drawingml/2006/main" r:embed="Rd90c3f2d8b8e4905"/>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1767049857"/>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44546034-27AF-4615-8825-42CF2C7CA270}"/>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CBEE50D6-AD64-44C9-9C86-90508C8FD07F}"/>
              </a:ext>
            </a:extLst>
          </p:cNvPr>
          <p:cNvPicPr>
            <a:picLocks xmlns:a="http://schemas.openxmlformats.org/drawingml/2006/main" noChangeAspect="1"/>
          </p:cNvPicPr>
          <p:nvPr/>
        </p:nvPicPr>
        <p:blipFill>
          <a:blip xmlns:r="http://schemas.openxmlformats.org/officeDocument/2006/relationships" xmlns:a="http://schemas.openxmlformats.org/drawingml/2006/main" r:embed="R5b8731da23c242b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1C341CA-060D-41F4-BEF3-4780C4CD63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FF34D1-E350-47F4-B34E-6D6E81B5CBF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4" name="text">
            <a:extLst xmlns:a="http://schemas.openxmlformats.org/drawingml/2006/main">
              <a:ext uri="{FF2B5EF4-FFF2-40B4-BE49-F238E27FC236}">
                <a16:creationId xmlns:a16="http://schemas.microsoft.com/office/drawing/2014/main" id="{6561362B-B5A3-41E3-9F4D-69ECC538B96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49ED4D2-79A8-471B-AD53-1759D0B6F3D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F986C99B-CBDA-483F-BA9B-A9E6E024A38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8B74B57D-EF9D-4A36-B547-8BD3BBF3DFF7}"/>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20410CB4-CB09-4BD9-9313-34D5F9BBF77B}"/>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C42EFDA0-E661-49CC-A3DC-DE8365250458}"/>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5C3F6CB7-7FB9-4D59-B800-888430EEEAE1}"/>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247F5A9D-7BB8-43FD-80A2-4976179A1F38}"/>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0EB494FC-1805-4BC8-8E66-15FDAC5936FC}"/>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471B4D69-5D50-4627-811F-EEB451EBFEA7}"/>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8EC05A2A-EFBA-4C7C-A61C-199CB1C458BB}"/>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7938CA49-EC1D-46B1-BFFD-287AE6015F0F}"/>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6457489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2026-10-28T23:26:14.4780000Z</dcterms:created>
  <dcterms:modified xsi:type="dcterms:W3CDTF">2026-10-28T23:26:14.4780000Z</dcterms:modified>
</coreProperties>
</file>