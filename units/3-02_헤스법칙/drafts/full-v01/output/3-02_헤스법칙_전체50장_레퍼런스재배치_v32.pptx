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96d2434aa345e9" /><Relationship Type="http://schemas.openxmlformats.org/officeDocument/2006/relationships/extended-properties" Target="/docProps/app.xml" Id="Rdb3831a32888463c" /><Relationship Type="http://schemas.openxmlformats.org/officeDocument/2006/relationships/officeDocument" Target="/ppt/presentation.xml" Id="R589fa8c7b19f4946" /></Relationships>
</file>

<file path=ppt/presentation.xml><?xml version="1.0" encoding="utf-8"?>
<p:presentation xmlns:p="http://schemas.openxmlformats.org/presentationml/2006/main">
  <p:sldMasterIdLst>
    <p:sldMasterId xmlns:r="http://schemas.openxmlformats.org/officeDocument/2006/relationships" id="2147483648" r:id="R6612883244f74b68"/>
  </p:sldMasterIdLst>
  <p:notesMasterIdLst>
    <p:notesMasterId xmlns:r="http://schemas.openxmlformats.org/officeDocument/2006/relationships" r:id="Rd9d33e757de74865"/>
  </p:notesMasterIdLst>
  <p:sldIdLst>
    <p:sldId xmlns:r="http://schemas.openxmlformats.org/officeDocument/2006/relationships" id="256" r:id="Rd026b44cf7154d3e"/>
    <p:sldId xmlns:r="http://schemas.openxmlformats.org/officeDocument/2006/relationships" id="257" r:id="R719ff6c4f2a74fd7"/>
    <p:sldId xmlns:r="http://schemas.openxmlformats.org/officeDocument/2006/relationships" id="258" r:id="R6200e3feb3364565"/>
    <p:sldId xmlns:r="http://schemas.openxmlformats.org/officeDocument/2006/relationships" id="259" r:id="R412b723b9d9d4178"/>
    <p:sldId xmlns:r="http://schemas.openxmlformats.org/officeDocument/2006/relationships" id="260" r:id="Re95ac404ecf14613"/>
    <p:sldId xmlns:r="http://schemas.openxmlformats.org/officeDocument/2006/relationships" id="261" r:id="R99a4e4febe3a45e2"/>
    <p:sldId xmlns:r="http://schemas.openxmlformats.org/officeDocument/2006/relationships" id="262" r:id="R97143b617fd14e22"/>
    <p:sldId xmlns:r="http://schemas.openxmlformats.org/officeDocument/2006/relationships" id="263" r:id="Rdb44ccfbc3514183"/>
    <p:sldId xmlns:r="http://schemas.openxmlformats.org/officeDocument/2006/relationships" id="264" r:id="R809ea341b11b4062"/>
    <p:sldId xmlns:r="http://schemas.openxmlformats.org/officeDocument/2006/relationships" id="265" r:id="Re630934d25e4412b"/>
    <p:sldId xmlns:r="http://schemas.openxmlformats.org/officeDocument/2006/relationships" id="266" r:id="R2c4d5b4d4dd84525"/>
    <p:sldId xmlns:r="http://schemas.openxmlformats.org/officeDocument/2006/relationships" id="267" r:id="R29ef89134f50460d"/>
    <p:sldId xmlns:r="http://schemas.openxmlformats.org/officeDocument/2006/relationships" id="268" r:id="Rd425f48edfd44b5a"/>
    <p:sldId xmlns:r="http://schemas.openxmlformats.org/officeDocument/2006/relationships" id="269" r:id="R1acfdf8f4c54446f"/>
    <p:sldId xmlns:r="http://schemas.openxmlformats.org/officeDocument/2006/relationships" id="270" r:id="Reced198a8d0a4610"/>
    <p:sldId xmlns:r="http://schemas.openxmlformats.org/officeDocument/2006/relationships" id="271" r:id="R7d648e79812c4a25"/>
    <p:sldId xmlns:r="http://schemas.openxmlformats.org/officeDocument/2006/relationships" id="272" r:id="Ra48344d0d18c4bcd"/>
    <p:sldId xmlns:r="http://schemas.openxmlformats.org/officeDocument/2006/relationships" id="273" r:id="Rf1e6638247804dd5"/>
    <p:sldId xmlns:r="http://schemas.openxmlformats.org/officeDocument/2006/relationships" id="274" r:id="Rc99c6a3110b34922"/>
    <p:sldId xmlns:r="http://schemas.openxmlformats.org/officeDocument/2006/relationships" id="275" r:id="Rdc68872274c148ba"/>
    <p:sldId xmlns:r="http://schemas.openxmlformats.org/officeDocument/2006/relationships" id="276" r:id="R18f4f0791f2648ab"/>
    <p:sldId xmlns:r="http://schemas.openxmlformats.org/officeDocument/2006/relationships" id="277" r:id="R9cf259ff177e454f"/>
    <p:sldId xmlns:r="http://schemas.openxmlformats.org/officeDocument/2006/relationships" id="278" r:id="R164ea398f4734562"/>
    <p:sldId xmlns:r="http://schemas.openxmlformats.org/officeDocument/2006/relationships" id="279" r:id="Rf3d4c67518844488"/>
    <p:sldId xmlns:r="http://schemas.openxmlformats.org/officeDocument/2006/relationships" id="280" r:id="Reacf090c5d0d4a2b"/>
    <p:sldId xmlns:r="http://schemas.openxmlformats.org/officeDocument/2006/relationships" id="281" r:id="Rb861794c5d6d40ac"/>
    <p:sldId xmlns:r="http://schemas.openxmlformats.org/officeDocument/2006/relationships" id="282" r:id="Rfd5fbf126399415e"/>
    <p:sldId xmlns:r="http://schemas.openxmlformats.org/officeDocument/2006/relationships" id="283" r:id="R6f8c42bc26c64001"/>
    <p:sldId xmlns:r="http://schemas.openxmlformats.org/officeDocument/2006/relationships" id="284" r:id="Re13d58657b8a4d94"/>
    <p:sldId xmlns:r="http://schemas.openxmlformats.org/officeDocument/2006/relationships" id="285" r:id="R4ccd98945fef4033"/>
    <p:sldId xmlns:r="http://schemas.openxmlformats.org/officeDocument/2006/relationships" id="286" r:id="R1bc18b5d1c11447f"/>
    <p:sldId xmlns:r="http://schemas.openxmlformats.org/officeDocument/2006/relationships" id="287" r:id="Re81dd1f654d04a32"/>
    <p:sldId xmlns:r="http://schemas.openxmlformats.org/officeDocument/2006/relationships" id="288" r:id="Rc5b872f7104e4b65"/>
    <p:sldId xmlns:r="http://schemas.openxmlformats.org/officeDocument/2006/relationships" id="289" r:id="R2758f6869e434370"/>
    <p:sldId xmlns:r="http://schemas.openxmlformats.org/officeDocument/2006/relationships" id="290" r:id="R39546df6133c4eb6"/>
    <p:sldId xmlns:r="http://schemas.openxmlformats.org/officeDocument/2006/relationships" id="291" r:id="R30c82a107c4d484f"/>
    <p:sldId xmlns:r="http://schemas.openxmlformats.org/officeDocument/2006/relationships" id="292" r:id="Rb98f00076a3c4734"/>
    <p:sldId xmlns:r="http://schemas.openxmlformats.org/officeDocument/2006/relationships" id="293" r:id="Re8ddf548989f4b9e"/>
    <p:sldId xmlns:r="http://schemas.openxmlformats.org/officeDocument/2006/relationships" id="294" r:id="Raf1da69b06164bc9"/>
    <p:sldId xmlns:r="http://schemas.openxmlformats.org/officeDocument/2006/relationships" id="295" r:id="R6527552495414bd4"/>
    <p:sldId xmlns:r="http://schemas.openxmlformats.org/officeDocument/2006/relationships" id="296" r:id="R10d2a76ec96045df"/>
    <p:sldId xmlns:r="http://schemas.openxmlformats.org/officeDocument/2006/relationships" id="297" r:id="R7d054b7808e4477a"/>
    <p:sldId xmlns:r="http://schemas.openxmlformats.org/officeDocument/2006/relationships" id="298" r:id="R5f6748f0210d4bf2"/>
    <p:sldId xmlns:r="http://schemas.openxmlformats.org/officeDocument/2006/relationships" id="299" r:id="R93f9dee541ba43e3"/>
    <p:sldId xmlns:r="http://schemas.openxmlformats.org/officeDocument/2006/relationships" id="300" r:id="Rf72a65bb7c1a4f71"/>
    <p:sldId xmlns:r="http://schemas.openxmlformats.org/officeDocument/2006/relationships" id="301" r:id="R5284c30cdd4143ec"/>
    <p:sldId xmlns:r="http://schemas.openxmlformats.org/officeDocument/2006/relationships" id="302" r:id="Rfb009860b44c4144"/>
    <p:sldId xmlns:r="http://schemas.openxmlformats.org/officeDocument/2006/relationships" id="303" r:id="R4541a95bb3304101"/>
    <p:sldId xmlns:r="http://schemas.openxmlformats.org/officeDocument/2006/relationships" id="304" r:id="Rb9bdca937972467e"/>
    <p:sldId xmlns:r="http://schemas.openxmlformats.org/officeDocument/2006/relationships" id="305" r:id="Rabc606b6e55d4d4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2dfad572da4e4d" /><Relationship Type="http://schemas.openxmlformats.org/officeDocument/2006/relationships/slideMaster" Target="/ppt/slideMasters/slideMaster1.xml" Id="R6612883244f74b68" /><Relationship Type="http://schemas.openxmlformats.org/officeDocument/2006/relationships/notesMaster" Target="/ppt/notesMasters/notesMaster1.xml" Id="Rd9d33e757de74865" /><Relationship Type="http://schemas.openxmlformats.org/officeDocument/2006/relationships/presProps" Target="/ppt/presProps.xml" Id="Rbc8735d920794335" /><Relationship Type="http://schemas.openxmlformats.org/officeDocument/2006/relationships/tableStyles" Target="/ppt/tableStyles.xml" Id="R299572fa54744fce" /><Relationship Type="http://schemas.openxmlformats.org/officeDocument/2006/relationships/slide" Target="/ppt/slides/slide1.xml" Id="Rd026b44cf7154d3e" /><Relationship Type="http://schemas.openxmlformats.org/officeDocument/2006/relationships/slide" Target="/ppt/slides/slide2.xml" Id="R719ff6c4f2a74fd7" /><Relationship Type="http://schemas.openxmlformats.org/officeDocument/2006/relationships/slide" Target="/ppt/slides/slide3.xml" Id="R6200e3feb3364565" /><Relationship Type="http://schemas.openxmlformats.org/officeDocument/2006/relationships/slide" Target="/ppt/slides/slide4.xml" Id="R412b723b9d9d4178" /><Relationship Type="http://schemas.openxmlformats.org/officeDocument/2006/relationships/slide" Target="/ppt/slides/slide5.xml" Id="Re95ac404ecf14613" /><Relationship Type="http://schemas.openxmlformats.org/officeDocument/2006/relationships/slide" Target="/ppt/slides/slide6.xml" Id="R99a4e4febe3a45e2" /><Relationship Type="http://schemas.openxmlformats.org/officeDocument/2006/relationships/slide" Target="/ppt/slides/slide7.xml" Id="R97143b617fd14e22" /><Relationship Type="http://schemas.openxmlformats.org/officeDocument/2006/relationships/slide" Target="/ppt/slides/slide8.xml" Id="Rdb44ccfbc3514183" /><Relationship Type="http://schemas.openxmlformats.org/officeDocument/2006/relationships/slide" Target="/ppt/slides/slide9.xml" Id="R809ea341b11b4062" /><Relationship Type="http://schemas.openxmlformats.org/officeDocument/2006/relationships/slide" Target="/ppt/slides/slide10.xml" Id="Re630934d25e4412b" /><Relationship Type="http://schemas.openxmlformats.org/officeDocument/2006/relationships/slide" Target="/ppt/slides/slide11.xml" Id="R2c4d5b4d4dd84525" /><Relationship Type="http://schemas.openxmlformats.org/officeDocument/2006/relationships/slide" Target="/ppt/slides/slide12.xml" Id="R29ef89134f50460d" /><Relationship Type="http://schemas.openxmlformats.org/officeDocument/2006/relationships/slide" Target="/ppt/slides/slide13.xml" Id="Rd425f48edfd44b5a" /><Relationship Type="http://schemas.openxmlformats.org/officeDocument/2006/relationships/slide" Target="/ppt/slides/slide14.xml" Id="R1acfdf8f4c54446f" /><Relationship Type="http://schemas.openxmlformats.org/officeDocument/2006/relationships/slide" Target="/ppt/slides/slide15.xml" Id="Reced198a8d0a4610" /><Relationship Type="http://schemas.openxmlformats.org/officeDocument/2006/relationships/slide" Target="/ppt/slides/slide16.xml" Id="R7d648e79812c4a25" /><Relationship Type="http://schemas.openxmlformats.org/officeDocument/2006/relationships/slide" Target="/ppt/slides/slide17.xml" Id="Ra48344d0d18c4bcd" /><Relationship Type="http://schemas.openxmlformats.org/officeDocument/2006/relationships/slide" Target="/ppt/slides/slide18.xml" Id="Rf1e6638247804dd5" /><Relationship Type="http://schemas.openxmlformats.org/officeDocument/2006/relationships/slide" Target="/ppt/slides/slide19.xml" Id="Rc99c6a3110b34922" /><Relationship Type="http://schemas.openxmlformats.org/officeDocument/2006/relationships/slide" Target="/ppt/slides/slide20.xml" Id="Rdc68872274c148ba" /><Relationship Type="http://schemas.openxmlformats.org/officeDocument/2006/relationships/slide" Target="/ppt/slides/slide21.xml" Id="R18f4f0791f2648ab" /><Relationship Type="http://schemas.openxmlformats.org/officeDocument/2006/relationships/slide" Target="/ppt/slides/slide22.xml" Id="R9cf259ff177e454f" /><Relationship Type="http://schemas.openxmlformats.org/officeDocument/2006/relationships/slide" Target="/ppt/slides/slide23.xml" Id="R164ea398f4734562" /><Relationship Type="http://schemas.openxmlformats.org/officeDocument/2006/relationships/slide" Target="/ppt/slides/slide24.xml" Id="Rf3d4c67518844488" /><Relationship Type="http://schemas.openxmlformats.org/officeDocument/2006/relationships/slide" Target="/ppt/slides/slide25.xml" Id="Reacf090c5d0d4a2b" /><Relationship Type="http://schemas.openxmlformats.org/officeDocument/2006/relationships/slide" Target="/ppt/slides/slide26.xml" Id="Rb861794c5d6d40ac" /><Relationship Type="http://schemas.openxmlformats.org/officeDocument/2006/relationships/slide" Target="/ppt/slides/slide27.xml" Id="Rfd5fbf126399415e" /><Relationship Type="http://schemas.openxmlformats.org/officeDocument/2006/relationships/slide" Target="/ppt/slides/slide28.xml" Id="R6f8c42bc26c64001" /><Relationship Type="http://schemas.openxmlformats.org/officeDocument/2006/relationships/slide" Target="/ppt/slides/slide29.xml" Id="Re13d58657b8a4d94" /><Relationship Type="http://schemas.openxmlformats.org/officeDocument/2006/relationships/slide" Target="/ppt/slides/slide30.xml" Id="R4ccd98945fef4033" /><Relationship Type="http://schemas.openxmlformats.org/officeDocument/2006/relationships/slide" Target="/ppt/slides/slide31.xml" Id="R1bc18b5d1c11447f" /><Relationship Type="http://schemas.openxmlformats.org/officeDocument/2006/relationships/slide" Target="/ppt/slides/slide32.xml" Id="Re81dd1f654d04a32" /><Relationship Type="http://schemas.openxmlformats.org/officeDocument/2006/relationships/slide" Target="/ppt/slides/slide33.xml" Id="Rc5b872f7104e4b65" /><Relationship Type="http://schemas.openxmlformats.org/officeDocument/2006/relationships/slide" Target="/ppt/slides/slide34.xml" Id="R2758f6869e434370" /><Relationship Type="http://schemas.openxmlformats.org/officeDocument/2006/relationships/slide" Target="/ppt/slides/slide35.xml" Id="R39546df6133c4eb6" /><Relationship Type="http://schemas.openxmlformats.org/officeDocument/2006/relationships/slide" Target="/ppt/slides/slide36.xml" Id="R30c82a107c4d484f" /><Relationship Type="http://schemas.openxmlformats.org/officeDocument/2006/relationships/slide" Target="/ppt/slides/slide37.xml" Id="Rb98f00076a3c4734" /><Relationship Type="http://schemas.openxmlformats.org/officeDocument/2006/relationships/slide" Target="/ppt/slides/slide38.xml" Id="Re8ddf548989f4b9e" /><Relationship Type="http://schemas.openxmlformats.org/officeDocument/2006/relationships/slide" Target="/ppt/slides/slide39.xml" Id="Raf1da69b06164bc9" /><Relationship Type="http://schemas.openxmlformats.org/officeDocument/2006/relationships/slide" Target="/ppt/slides/slide40.xml" Id="R6527552495414bd4" /><Relationship Type="http://schemas.openxmlformats.org/officeDocument/2006/relationships/slide" Target="/ppt/slides/slide41.xml" Id="R10d2a76ec96045df" /><Relationship Type="http://schemas.openxmlformats.org/officeDocument/2006/relationships/slide" Target="/ppt/slides/slide42.xml" Id="R7d054b7808e4477a" /><Relationship Type="http://schemas.openxmlformats.org/officeDocument/2006/relationships/slide" Target="/ppt/slides/slide43.xml" Id="R5f6748f0210d4bf2" /><Relationship Type="http://schemas.openxmlformats.org/officeDocument/2006/relationships/slide" Target="/ppt/slides/slide44.xml" Id="R93f9dee541ba43e3" /><Relationship Type="http://schemas.openxmlformats.org/officeDocument/2006/relationships/slide" Target="/ppt/slides/slide45.xml" Id="Rf72a65bb7c1a4f71" /><Relationship Type="http://schemas.openxmlformats.org/officeDocument/2006/relationships/slide" Target="/ppt/slides/slide46.xml" Id="R5284c30cdd4143ec" /><Relationship Type="http://schemas.openxmlformats.org/officeDocument/2006/relationships/slide" Target="/ppt/slides/slide47.xml" Id="Rfb009860b44c4144" /><Relationship Type="http://schemas.openxmlformats.org/officeDocument/2006/relationships/slide" Target="/ppt/slides/slide48.xml" Id="R4541a95bb3304101" /><Relationship Type="http://schemas.openxmlformats.org/officeDocument/2006/relationships/slide" Target="/ppt/slides/slide49.xml" Id="Rb9bdca937972467e" /><Relationship Type="http://schemas.openxmlformats.org/officeDocument/2006/relationships/slide" Target="/ppt/slides/slide50.xml" Id="Rabc606b6e55d4d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2f07f13c3046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ddeb80dc9247d2" /><Relationship Type="http://schemas.openxmlformats.org/officeDocument/2006/relationships/notesMaster" Target="/ppt/notesMasters/notesMaster1.xml" Id="R2669d17257e547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1adc7ddebf42f1" /><Relationship Type="http://schemas.openxmlformats.org/officeDocument/2006/relationships/notesMaster" Target="/ppt/notesMasters/notesMaster1.xml" Id="Rcb7c6ed6dc8040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eac41267df41a6" /><Relationship Type="http://schemas.openxmlformats.org/officeDocument/2006/relationships/notesMaster" Target="/ppt/notesMasters/notesMaster1.xml" Id="R0227cf3ecd4c42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23317ad8044ca4" /><Relationship Type="http://schemas.openxmlformats.org/officeDocument/2006/relationships/notesMaster" Target="/ppt/notesMasters/notesMaster1.xml" Id="Rf8c6670f94794d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7199cff16b4480" /><Relationship Type="http://schemas.openxmlformats.org/officeDocument/2006/relationships/notesMaster" Target="/ppt/notesMasters/notesMaster1.xml" Id="R1eb2037bca7d42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3f804bf1934fd9" /><Relationship Type="http://schemas.openxmlformats.org/officeDocument/2006/relationships/notesMaster" Target="/ppt/notesMasters/notesMaster1.xml" Id="R77933c762e6c48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0506a24fcb44ca" /><Relationship Type="http://schemas.openxmlformats.org/officeDocument/2006/relationships/notesMaster" Target="/ppt/notesMasters/notesMaster1.xml" Id="Rb286c8680cc649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337110ac30476d" /><Relationship Type="http://schemas.openxmlformats.org/officeDocument/2006/relationships/notesMaster" Target="/ppt/notesMasters/notesMaster1.xml" Id="R1094804bad9848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f99f8c49d24342" /><Relationship Type="http://schemas.openxmlformats.org/officeDocument/2006/relationships/notesMaster" Target="/ppt/notesMasters/notesMaster1.xml" Id="R52000dac74424d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1548c40745464a" /><Relationship Type="http://schemas.openxmlformats.org/officeDocument/2006/relationships/notesMaster" Target="/ppt/notesMasters/notesMaster1.xml" Id="Rcf07aa5efad64a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b074cb5e464da4" /><Relationship Type="http://schemas.openxmlformats.org/officeDocument/2006/relationships/notesMaster" Target="/ppt/notesMasters/notesMaster1.xml" Id="R8632c63f666442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d84d696c4642fb" /><Relationship Type="http://schemas.openxmlformats.org/officeDocument/2006/relationships/notesMaster" Target="/ppt/notesMasters/notesMaster1.xml" Id="R80afd91cf30a43d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1b5ad960cec4904" /><Relationship Type="http://schemas.openxmlformats.org/officeDocument/2006/relationships/notesMaster" Target="/ppt/notesMasters/notesMaster1.xml" Id="R6f1fd1ca409b42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759a703ff949dc" /><Relationship Type="http://schemas.openxmlformats.org/officeDocument/2006/relationships/notesMaster" Target="/ppt/notesMasters/notesMaster1.xml" Id="Rae2c2162b844447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2553d798e3e4868" /><Relationship Type="http://schemas.openxmlformats.org/officeDocument/2006/relationships/notesMaster" Target="/ppt/notesMasters/notesMaster1.xml" Id="Rc67e8ce5636d46e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210547a97794b92" /><Relationship Type="http://schemas.openxmlformats.org/officeDocument/2006/relationships/notesMaster" Target="/ppt/notesMasters/notesMaster1.xml" Id="R07db651ee07b47f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385d7529d849cb" /><Relationship Type="http://schemas.openxmlformats.org/officeDocument/2006/relationships/notesMaster" Target="/ppt/notesMasters/notesMaster1.xml" Id="Rce2fac051a7a47f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10afed30ed84ee5" /><Relationship Type="http://schemas.openxmlformats.org/officeDocument/2006/relationships/notesMaster" Target="/ppt/notesMasters/notesMaster1.xml" Id="Rbaadeb2f558f4d2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f405625332746a7" /><Relationship Type="http://schemas.openxmlformats.org/officeDocument/2006/relationships/notesMaster" Target="/ppt/notesMasters/notesMaster1.xml" Id="Rd7b28be98e294a5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8889655deb84e27" /><Relationship Type="http://schemas.openxmlformats.org/officeDocument/2006/relationships/notesMaster" Target="/ppt/notesMasters/notesMaster1.xml" Id="R86a169f258ca401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0fcf1df51f14505" /><Relationship Type="http://schemas.openxmlformats.org/officeDocument/2006/relationships/notesMaster" Target="/ppt/notesMasters/notesMaster1.xml" Id="Ra49ff406aa16459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6057caba4444d1b" /><Relationship Type="http://schemas.openxmlformats.org/officeDocument/2006/relationships/notesMaster" Target="/ppt/notesMasters/notesMaster1.xml" Id="R856637c6f70d484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c7b54f154024531" /><Relationship Type="http://schemas.openxmlformats.org/officeDocument/2006/relationships/notesMaster" Target="/ppt/notesMasters/notesMaster1.xml" Id="R50415a7c568e4c3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a11f6e2f1cd4b78" /><Relationship Type="http://schemas.openxmlformats.org/officeDocument/2006/relationships/notesMaster" Target="/ppt/notesMasters/notesMaster1.xml" Id="R208c8a1b672b482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d436f0bd1e24ef8" /><Relationship Type="http://schemas.openxmlformats.org/officeDocument/2006/relationships/notesMaster" Target="/ppt/notesMasters/notesMaster1.xml" Id="R9b56a5acf033415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565ad4bfe4b4a50" /><Relationship Type="http://schemas.openxmlformats.org/officeDocument/2006/relationships/notesMaster" Target="/ppt/notesMasters/notesMaster1.xml" Id="R6384cd34c9974cb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e68a9093ded446f" /><Relationship Type="http://schemas.openxmlformats.org/officeDocument/2006/relationships/notesMaster" Target="/ppt/notesMasters/notesMaster1.xml" Id="R68516a4300374a4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2205e56ecf74aad" /><Relationship Type="http://schemas.openxmlformats.org/officeDocument/2006/relationships/notesMaster" Target="/ppt/notesMasters/notesMaster1.xml" Id="R798b7bae1e73493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3396575948848a6" /><Relationship Type="http://schemas.openxmlformats.org/officeDocument/2006/relationships/notesMaster" Target="/ppt/notesMasters/notesMaster1.xml" Id="R9cc38fd08c324e5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3492e9ae3a4458c" /><Relationship Type="http://schemas.openxmlformats.org/officeDocument/2006/relationships/notesMaster" Target="/ppt/notesMasters/notesMaster1.xml" Id="R7ea221e4a38f46a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f4281ab5c5f4fdb" /><Relationship Type="http://schemas.openxmlformats.org/officeDocument/2006/relationships/notesMaster" Target="/ppt/notesMasters/notesMaster1.xml" Id="R383d9bae718b484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bf8f4db0a7c4ef6" /><Relationship Type="http://schemas.openxmlformats.org/officeDocument/2006/relationships/notesMaster" Target="/ppt/notesMasters/notesMaster1.xml" Id="R9dfe79766da0458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c3fdc05c60049c7" /><Relationship Type="http://schemas.openxmlformats.org/officeDocument/2006/relationships/notesMaster" Target="/ppt/notesMasters/notesMaster1.xml" Id="R5664fccb4f0542c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13be164e70b490a" /><Relationship Type="http://schemas.openxmlformats.org/officeDocument/2006/relationships/notesMaster" Target="/ppt/notesMasters/notesMaster1.xml" Id="R82e35bdd81984a7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5b990215e6f4300" /><Relationship Type="http://schemas.openxmlformats.org/officeDocument/2006/relationships/notesMaster" Target="/ppt/notesMasters/notesMaster1.xml" Id="Rfcee8dc54c45467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aa4a7cfb001427c" /><Relationship Type="http://schemas.openxmlformats.org/officeDocument/2006/relationships/notesMaster" Target="/ppt/notesMasters/notesMaster1.xml" Id="R91bdb0fcc58746a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1c4bf46f5ee492e" /><Relationship Type="http://schemas.openxmlformats.org/officeDocument/2006/relationships/notesMaster" Target="/ppt/notesMasters/notesMaster1.xml" Id="Rf24242d7e709479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efe4bccb9824951" /><Relationship Type="http://schemas.openxmlformats.org/officeDocument/2006/relationships/notesMaster" Target="/ppt/notesMasters/notesMaster1.xml" Id="R406f066ce5fa420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b62f59259854c9e" /><Relationship Type="http://schemas.openxmlformats.org/officeDocument/2006/relationships/notesMaster" Target="/ppt/notesMasters/notesMaster1.xml" Id="R70ccf477004a4c2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343981b2a2c47d2" /><Relationship Type="http://schemas.openxmlformats.org/officeDocument/2006/relationships/notesMaster" Target="/ppt/notesMasters/notesMaster1.xml" Id="R8024d14e5602457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f232f6e28034c72" /><Relationship Type="http://schemas.openxmlformats.org/officeDocument/2006/relationships/notesMaster" Target="/ppt/notesMasters/notesMaster1.xml" Id="Re25db73eb107435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20b3049a17942c4" /><Relationship Type="http://schemas.openxmlformats.org/officeDocument/2006/relationships/notesMaster" Target="/ppt/notesMasters/notesMaster1.xml" Id="Rd156b0ef0b954bd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0479d6195634118" /><Relationship Type="http://schemas.openxmlformats.org/officeDocument/2006/relationships/notesMaster" Target="/ppt/notesMasters/notesMaster1.xml" Id="R619c20a3c5c447b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4b4e69e94644d11" /><Relationship Type="http://schemas.openxmlformats.org/officeDocument/2006/relationships/notesMaster" Target="/ppt/notesMasters/notesMaster1.xml" Id="R029ef2098a8e4bb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422c3f6277a4a7c" /><Relationship Type="http://schemas.openxmlformats.org/officeDocument/2006/relationships/notesMaster" Target="/ppt/notesMasters/notesMaster1.xml" Id="R5066e3e696084c3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60e5500fd374a2b" /><Relationship Type="http://schemas.openxmlformats.org/officeDocument/2006/relationships/notesMaster" Target="/ppt/notesMasters/notesMaster1.xml" Id="R3a389b798cc544a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69252adf0be48f8" /><Relationship Type="http://schemas.openxmlformats.org/officeDocument/2006/relationships/notesMaster" Target="/ppt/notesMasters/notesMaster1.xml" Id="Rdcd1403e457f4a0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c4401652f544b77" /><Relationship Type="http://schemas.openxmlformats.org/officeDocument/2006/relationships/notesMaster" Target="/ppt/notesMasters/notesMaster1.xml" Id="Rdbbc4984aa63427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eb6d2375b964c67" /><Relationship Type="http://schemas.openxmlformats.org/officeDocument/2006/relationships/notesMaster" Target="/ppt/notesMasters/notesMaster1.xml" Id="R019dd37341e6482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969e0b5e7544f97" /><Relationship Type="http://schemas.openxmlformats.org/officeDocument/2006/relationships/notesMaster" Target="/ppt/notesMasters/notesMaster1.xml" Id="R9e421f5b18914c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f3605d2f02450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9dbcf15b56c4f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7567d04ac647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ed8ed9e9714a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9827ed9152241e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dee4cf7d7f40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A3ABCF-9B40-4212-AB6A-34EA38611A8C}"/>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0C32EE6-A8F6-483B-95A6-19BB13C1F92B}"/>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5F0BABD-1623-434B-9124-75E96EAA73B9}"/>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88B6F7-CF2B-4EDC-9B6A-E1CE5938E48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4CB9CE3-B4F3-4214-AC6B-4CB4CD571D68}"/>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CC9C632-D77E-4AB0-BB3E-0B8B252FF8B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69AF02-512D-4786-82C4-807EC7D220DA}"/>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87ECBE-240B-4598-8740-11E52BB45DCA}"/>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747F92-B696-4DA5-A683-81D47727A7F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7A86F4-FF40-4AD4-8D46-C1013284062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09108da4a44242" /><Relationship Type="http://schemas.openxmlformats.org/officeDocument/2006/relationships/slideLayout" Target="/ppt/slideLayouts/slideLayout1.xml" Id="Rdac8de2e38194516" /><Relationship Type="http://schemas.openxmlformats.org/officeDocument/2006/relationships/slideLayout" Target="/ppt/slideLayouts/slideLayout2.xml" Id="R78a7faac317a4311" /><Relationship Type="http://schemas.openxmlformats.org/officeDocument/2006/relationships/slideLayout" Target="/ppt/slideLayouts/slideLayout3.xml" Id="R047bbcd1b0714558" /><Relationship Type="http://schemas.openxmlformats.org/officeDocument/2006/relationships/slideLayout" Target="/ppt/slideLayouts/slideLayout4.xml" Id="R05760db70a4748ed" /><Relationship Type="http://schemas.openxmlformats.org/officeDocument/2006/relationships/slideLayout" Target="/ppt/slideLayouts/slideLayout5.xml" Id="Rf48ab26ab01e400d" /><Relationship Type="http://schemas.openxmlformats.org/officeDocument/2006/relationships/slideLayout" Target="/ppt/slideLayouts/slideLayout6.xml" Id="Rf240e7e65d0d40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c8de2e38194516"/>
    <p:sldLayoutId xmlns:r="http://schemas.openxmlformats.org/officeDocument/2006/relationships" id="2147483650" r:id="R78a7faac317a4311"/>
    <p:sldLayoutId xmlns:r="http://schemas.openxmlformats.org/officeDocument/2006/relationships" id="2147483651" r:id="R047bbcd1b0714558"/>
    <p:sldLayoutId xmlns:r="http://schemas.openxmlformats.org/officeDocument/2006/relationships" id="2147483652" r:id="R05760db70a4748ed"/>
    <p:sldLayoutId xmlns:r="http://schemas.openxmlformats.org/officeDocument/2006/relationships" id="2147483653" r:id="Rf48ab26ab01e400d"/>
    <p:sldLayoutId xmlns:r="http://schemas.openxmlformats.org/officeDocument/2006/relationships" id="2147483654" r:id="Rf240e7e65d0d40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aefc583b51f4efc" /><Relationship Type="http://schemas.openxmlformats.org/officeDocument/2006/relationships/image" Target="/ppt/media/image.png" Id="Ree765107586d46f6" /><Relationship Type="http://schemas.openxmlformats.org/officeDocument/2006/relationships/image" Target="/ppt/media/image2.png" Id="Ra0e0bcea0533415c" /><Relationship Type="http://schemas.openxmlformats.org/officeDocument/2006/relationships/image" Target="/ppt/media/image3.png" Id="R4adf08236ee844db" /><Relationship Type="http://schemas.openxmlformats.org/officeDocument/2006/relationships/notesSlide" Target="/ppt/notesSlides/notesSlide1.xml" Id="R1f6f502878ca4b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178f43a851d4cdd" /><Relationship Type="http://schemas.openxmlformats.org/officeDocument/2006/relationships/image" Target="/ppt/media/image4.png" Id="R092d3e5c6f574b19" /><Relationship Type="http://schemas.openxmlformats.org/officeDocument/2006/relationships/image" Target="/ppt/media/image5.png" Id="R41bcfcb4d93e4559" /><Relationship Type="http://schemas.openxmlformats.org/officeDocument/2006/relationships/image" Target="/ppt/media/image6.png" Id="Rbc30d31c106649c3" /><Relationship Type="http://schemas.openxmlformats.org/officeDocument/2006/relationships/notesSlide" Target="/ppt/notesSlides/notesSlide2.xml" Id="R61c62b72ddb341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bc3c0576214425" /><Relationship Type="http://schemas.openxmlformats.org/officeDocument/2006/relationships/image" Target="/ppt/media/image7.png" Id="Rf5301e3f988d4b4a" /><Relationship Type="http://schemas.openxmlformats.org/officeDocument/2006/relationships/notesSlide" Target="/ppt/notesSlides/notesSlide3.xml" Id="Ra9513f49752c4e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73813993bc74ff8" /><Relationship Type="http://schemas.openxmlformats.org/officeDocument/2006/relationships/image" Target="/ppt/media/image8.png" Id="R2d9bb4c516e34f36" /><Relationship Type="http://schemas.openxmlformats.org/officeDocument/2006/relationships/image" Target="/ppt/media/image9.png" Id="R4242c51caecc4c7b" /><Relationship Type="http://schemas.openxmlformats.org/officeDocument/2006/relationships/notesSlide" Target="/ppt/notesSlides/notesSlide4.xml" Id="R3f10d365539c4d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1667d2634214754" /><Relationship Type="http://schemas.openxmlformats.org/officeDocument/2006/relationships/image" Target="/ppt/media/image10.png" Id="R2ab4da4331f84989" /><Relationship Type="http://schemas.openxmlformats.org/officeDocument/2006/relationships/image" Target="/ppt/media/image11.png" Id="R408bb6c5a8024e62" /><Relationship Type="http://schemas.openxmlformats.org/officeDocument/2006/relationships/notesSlide" Target="/ppt/notesSlides/notesSlide5.xml" Id="R629d74f2515e46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d7dcfc6411b49d3" /><Relationship Type="http://schemas.openxmlformats.org/officeDocument/2006/relationships/image" Target="/ppt/media/image12.png" Id="Rb04c16cf16ec45a0" /><Relationship Type="http://schemas.openxmlformats.org/officeDocument/2006/relationships/notesSlide" Target="/ppt/notesSlides/notesSlide6.xml" Id="Rae5f2188d95c43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c91af43d8154ca1" /><Relationship Type="http://schemas.openxmlformats.org/officeDocument/2006/relationships/image" Target="/ppt/media/image13.png" Id="Rd22b829d2063453a" /><Relationship Type="http://schemas.openxmlformats.org/officeDocument/2006/relationships/image" Target="/ppt/media/image14.png" Id="R511bdd96bf0f49d6" /><Relationship Type="http://schemas.openxmlformats.org/officeDocument/2006/relationships/image" Target="/ppt/media/image15.png" Id="Rdcd306a3d655460f" /><Relationship Type="http://schemas.openxmlformats.org/officeDocument/2006/relationships/image" Target="/ppt/media/image16.png" Id="R66943bc441a0415c" /><Relationship Type="http://schemas.openxmlformats.org/officeDocument/2006/relationships/notesSlide" Target="/ppt/notesSlides/notesSlide7.xml" Id="R63e36f1a23224d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99aee7ea4bf477a" /><Relationship Type="http://schemas.openxmlformats.org/officeDocument/2006/relationships/image" Target="/ppt/media/image17.png" Id="R0658ac826e9c4468" /><Relationship Type="http://schemas.openxmlformats.org/officeDocument/2006/relationships/image" Target="/ppt/media/image18.png" Id="Rb393e2fd946f4e4e" /><Relationship Type="http://schemas.openxmlformats.org/officeDocument/2006/relationships/image" Target="/ppt/media/image19.png" Id="R4a12beabe5214185" /><Relationship Type="http://schemas.openxmlformats.org/officeDocument/2006/relationships/notesSlide" Target="/ppt/notesSlides/notesSlide8.xml" Id="Rf7e94d6a938f4c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522b2e20006429f" /><Relationship Type="http://schemas.openxmlformats.org/officeDocument/2006/relationships/image" Target="/ppt/media/image20.png" Id="R0943c914b3684d1f" /><Relationship Type="http://schemas.openxmlformats.org/officeDocument/2006/relationships/image" Target="/ppt/media/image21.png" Id="R7d9ce0e411624bf8" /><Relationship Type="http://schemas.openxmlformats.org/officeDocument/2006/relationships/image" Target="/ppt/media/image22.png" Id="Rcb16b468c2ba4a39" /><Relationship Type="http://schemas.openxmlformats.org/officeDocument/2006/relationships/image" Target="/ppt/media/image23.png" Id="Re85bebe3e2754f16" /><Relationship Type="http://schemas.openxmlformats.org/officeDocument/2006/relationships/image" Target="/ppt/media/image24.png" Id="R562c7bdbe6024fac" /><Relationship Type="http://schemas.openxmlformats.org/officeDocument/2006/relationships/notesSlide" Target="/ppt/notesSlides/notesSlide9.xml" Id="R7fa789b2adb541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f9fc45a68fb4b08" /><Relationship Type="http://schemas.openxmlformats.org/officeDocument/2006/relationships/image" Target="/ppt/media/image25.png" Id="Rcec6e52e6fc44092" /><Relationship Type="http://schemas.openxmlformats.org/officeDocument/2006/relationships/image" Target="/ppt/media/image26.png" Id="R72ee76dcbc0d4736" /><Relationship Type="http://schemas.openxmlformats.org/officeDocument/2006/relationships/image" Target="/ppt/media/image27.png" Id="R89dc76d6d73f4114" /><Relationship Type="http://schemas.openxmlformats.org/officeDocument/2006/relationships/notesSlide" Target="/ppt/notesSlides/notesSlide10.xml" Id="R95c9443504ae40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7f61dd98bd24d29" /><Relationship Type="http://schemas.openxmlformats.org/officeDocument/2006/relationships/image" Target="/ppt/media/image28.png" Id="R4ab46c6bc5c340c3" /><Relationship Type="http://schemas.openxmlformats.org/officeDocument/2006/relationships/image" Target="/ppt/media/image29.png" Id="R90b1aacc26f14403" /><Relationship Type="http://schemas.openxmlformats.org/officeDocument/2006/relationships/image" Target="/ppt/media/image30.png" Id="R4cdd1af1ed724a4e" /><Relationship Type="http://schemas.openxmlformats.org/officeDocument/2006/relationships/notesSlide" Target="/ppt/notesSlides/notesSlide11.xml" Id="R153a259bdffb479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a628746acaf4581" /><Relationship Type="http://schemas.openxmlformats.org/officeDocument/2006/relationships/image" Target="/ppt/media/image31.png" Id="R77e68e1450474ac7" /><Relationship Type="http://schemas.openxmlformats.org/officeDocument/2006/relationships/notesSlide" Target="/ppt/notesSlides/notesSlide12.xml" Id="R48c007287a9345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7ad3eb1538f4281" /><Relationship Type="http://schemas.openxmlformats.org/officeDocument/2006/relationships/image" Target="/ppt/media/image32.png" Id="Rb31cccae66f748bb" /><Relationship Type="http://schemas.openxmlformats.org/officeDocument/2006/relationships/image" Target="/ppt/media/image33.png" Id="R3e28e6f8da0247d1" /><Relationship Type="http://schemas.openxmlformats.org/officeDocument/2006/relationships/notesSlide" Target="/ppt/notesSlides/notesSlide13.xml" Id="Rde589058c57241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f4c897cff584705" /><Relationship Type="http://schemas.openxmlformats.org/officeDocument/2006/relationships/image" Target="/ppt/media/image34.png" Id="R5a34e2e2fbef4b0d" /><Relationship Type="http://schemas.openxmlformats.org/officeDocument/2006/relationships/image" Target="/ppt/media/image35.png" Id="Rc1089ffe72b34ab9" /><Relationship Type="http://schemas.openxmlformats.org/officeDocument/2006/relationships/image" Target="/ppt/media/image36.png" Id="R9e128ee79d464576" /><Relationship Type="http://schemas.openxmlformats.org/officeDocument/2006/relationships/notesSlide" Target="/ppt/notesSlides/notesSlide14.xml" Id="Rcfa9f712567846d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190ecb4876a4015" /><Relationship Type="http://schemas.openxmlformats.org/officeDocument/2006/relationships/image" Target="/ppt/media/image37.png" Id="Rd5e81533ada8497c" /><Relationship Type="http://schemas.openxmlformats.org/officeDocument/2006/relationships/image" Target="/ppt/media/image38.png" Id="Rbcf18ff25de74398" /><Relationship Type="http://schemas.openxmlformats.org/officeDocument/2006/relationships/image" Target="/ppt/media/image39.png" Id="R15d2350998a043f6" /><Relationship Type="http://schemas.openxmlformats.org/officeDocument/2006/relationships/image" Target="/ppt/media/image40.png" Id="R2a36c6f2f527407b" /><Relationship Type="http://schemas.openxmlformats.org/officeDocument/2006/relationships/notesSlide" Target="/ppt/notesSlides/notesSlide15.xml" Id="Rdcd283d64e96468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c9984db6e394caf" /><Relationship Type="http://schemas.openxmlformats.org/officeDocument/2006/relationships/image" Target="/ppt/media/image41.png" Id="Rd3a62a8c0d6848b9" /><Relationship Type="http://schemas.openxmlformats.org/officeDocument/2006/relationships/image" Target="/ppt/media/image42.png" Id="R13e040fa975543e2" /><Relationship Type="http://schemas.openxmlformats.org/officeDocument/2006/relationships/image" Target="/ppt/media/image43.png" Id="Rbe7a847c7f5d4aa9" /><Relationship Type="http://schemas.openxmlformats.org/officeDocument/2006/relationships/notesSlide" Target="/ppt/notesSlides/notesSlide16.xml" Id="Rb2cba07f5c734c8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fcf2369115f44a4" /><Relationship Type="http://schemas.openxmlformats.org/officeDocument/2006/relationships/image" Target="/ppt/media/image44.png" Id="R1bcbfa60083d430b" /><Relationship Type="http://schemas.openxmlformats.org/officeDocument/2006/relationships/image" Target="/ppt/media/image45.png" Id="Ra14b5da6a0db47b2" /><Relationship Type="http://schemas.openxmlformats.org/officeDocument/2006/relationships/image" Target="/ppt/media/image46.png" Id="R14cb63974e3440a5" /><Relationship Type="http://schemas.openxmlformats.org/officeDocument/2006/relationships/image" Target="/ppt/media/image47.png" Id="R11f2cdf95bd641f0" /><Relationship Type="http://schemas.openxmlformats.org/officeDocument/2006/relationships/notesSlide" Target="/ppt/notesSlides/notesSlide17.xml" Id="R0c22ebb2c0c34ed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38a9a22e43b4077" /><Relationship Type="http://schemas.openxmlformats.org/officeDocument/2006/relationships/image" Target="/ppt/media/image48.png" Id="R5a2f39cac9034004" /><Relationship Type="http://schemas.openxmlformats.org/officeDocument/2006/relationships/image" Target="/ppt/media/image49.png" Id="R0c3c53b9a0cc4621" /><Relationship Type="http://schemas.openxmlformats.org/officeDocument/2006/relationships/image" Target="/ppt/media/image50.png" Id="Rc72b22af9bd24ab4" /><Relationship Type="http://schemas.openxmlformats.org/officeDocument/2006/relationships/image" Target="/ppt/media/image51.png" Id="Rbdeeb76fea9d404c" /><Relationship Type="http://schemas.openxmlformats.org/officeDocument/2006/relationships/notesSlide" Target="/ppt/notesSlides/notesSlide18.xml" Id="R2c7fbd2231cd479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05ec5e40ac047d2" /><Relationship Type="http://schemas.openxmlformats.org/officeDocument/2006/relationships/image" Target="/ppt/media/image52.png" Id="Rcab4394260954c11" /><Relationship Type="http://schemas.openxmlformats.org/officeDocument/2006/relationships/image" Target="/ppt/media/image53.png" Id="R06e8c09fda004ee7" /><Relationship Type="http://schemas.openxmlformats.org/officeDocument/2006/relationships/image" Target="/ppt/media/image54.png" Id="R642ed8fbfddc4231" /><Relationship Type="http://schemas.openxmlformats.org/officeDocument/2006/relationships/image" Target="/ppt/media/image55.png" Id="R71e2f8bb30ee43a9" /><Relationship Type="http://schemas.openxmlformats.org/officeDocument/2006/relationships/notesSlide" Target="/ppt/notesSlides/notesSlide19.xml" Id="R4b2eeb7883774e5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8736dc4ab4a4bd3" /><Relationship Type="http://schemas.openxmlformats.org/officeDocument/2006/relationships/image" Target="/ppt/media/image56.png" Id="R72bf38a2906745fd" /><Relationship Type="http://schemas.openxmlformats.org/officeDocument/2006/relationships/notesSlide" Target="/ppt/notesSlides/notesSlide20.xml" Id="R92e70923716f446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cfba4585edd49fc" /><Relationship Type="http://schemas.openxmlformats.org/officeDocument/2006/relationships/image" Target="/ppt/media/image57.png" Id="Rcfab499fff6f4e70" /><Relationship Type="http://schemas.openxmlformats.org/officeDocument/2006/relationships/image" Target="/ppt/media/image58.png" Id="R5770d51215be47f8" /><Relationship Type="http://schemas.openxmlformats.org/officeDocument/2006/relationships/image" Target="/ppt/media/image59.png" Id="R1384c981a7034073" /><Relationship Type="http://schemas.openxmlformats.org/officeDocument/2006/relationships/notesSlide" Target="/ppt/notesSlides/notesSlide21.xml" Id="R8c24eb90f575435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f26d2d206ab4e9d" /><Relationship Type="http://schemas.openxmlformats.org/officeDocument/2006/relationships/image" Target="/ppt/media/image60.png" Id="R98fdc12d0b6a458a" /><Relationship Type="http://schemas.openxmlformats.org/officeDocument/2006/relationships/image" Target="/ppt/media/image61.png" Id="R9ba7d9847216406a" /><Relationship Type="http://schemas.openxmlformats.org/officeDocument/2006/relationships/image" Target="/ppt/media/image62.png" Id="Re7ca84506c184b9d" /><Relationship Type="http://schemas.openxmlformats.org/officeDocument/2006/relationships/image" Target="/ppt/media/image63.png" Id="Re875b65c1f2b4d2e" /><Relationship Type="http://schemas.openxmlformats.org/officeDocument/2006/relationships/notesSlide" Target="/ppt/notesSlides/notesSlide22.xml" Id="Rc10deefdfa7942f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9011e45ab1345ad" /><Relationship Type="http://schemas.openxmlformats.org/officeDocument/2006/relationships/image" Target="/ppt/media/image64.png" Id="R0894172aa72d46e6" /><Relationship Type="http://schemas.openxmlformats.org/officeDocument/2006/relationships/image" Target="/ppt/media/image65.png" Id="R127ee95dd8f44d79" /><Relationship Type="http://schemas.openxmlformats.org/officeDocument/2006/relationships/image" Target="/ppt/media/image66.png" Id="Rb8a338732198432f" /><Relationship Type="http://schemas.openxmlformats.org/officeDocument/2006/relationships/notesSlide" Target="/ppt/notesSlides/notesSlide23.xml" Id="R92ba917e5754487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8c73844d4514a63" /><Relationship Type="http://schemas.openxmlformats.org/officeDocument/2006/relationships/image" Target="/ppt/media/image67.png" Id="R4410539e165a495b" /><Relationship Type="http://schemas.openxmlformats.org/officeDocument/2006/relationships/image" Target="/ppt/media/image68.png" Id="R350ad3f135334587" /><Relationship Type="http://schemas.openxmlformats.org/officeDocument/2006/relationships/notesSlide" Target="/ppt/notesSlides/notesSlide24.xml" Id="R3029457c5b1d4b6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a3affa2dd714f49" /><Relationship Type="http://schemas.openxmlformats.org/officeDocument/2006/relationships/image" Target="/ppt/media/image69.png" Id="R6ce1b5c5f79e4132" /><Relationship Type="http://schemas.openxmlformats.org/officeDocument/2006/relationships/image" Target="/ppt/media/image70.png" Id="Rf35539481e554793" /><Relationship Type="http://schemas.openxmlformats.org/officeDocument/2006/relationships/notesSlide" Target="/ppt/notesSlides/notesSlide25.xml" Id="R22aa1159abdc439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69efbd88bfb4906" /><Relationship Type="http://schemas.openxmlformats.org/officeDocument/2006/relationships/image" Target="/ppt/media/image71.png" Id="R211ceb6a5a6c4e3d" /><Relationship Type="http://schemas.openxmlformats.org/officeDocument/2006/relationships/notesSlide" Target="/ppt/notesSlides/notesSlide26.xml" Id="Rdfb2df2d4d7a4f4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e3947d777a44f86" /><Relationship Type="http://schemas.openxmlformats.org/officeDocument/2006/relationships/image" Target="/ppt/media/image72.png" Id="R367cc168ceda4f43" /><Relationship Type="http://schemas.openxmlformats.org/officeDocument/2006/relationships/notesSlide" Target="/ppt/notesSlides/notesSlide27.xml" Id="R7a54b6fab9f143f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61c88d44a7d4f70" /><Relationship Type="http://schemas.openxmlformats.org/officeDocument/2006/relationships/image" Target="/ppt/media/image73.png" Id="R014c5a8d59fa4afc" /><Relationship Type="http://schemas.openxmlformats.org/officeDocument/2006/relationships/notesSlide" Target="/ppt/notesSlides/notesSlide28.xml" Id="R7b61646de34d4e5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1c48a2ed28940a4" /><Relationship Type="http://schemas.openxmlformats.org/officeDocument/2006/relationships/image" Target="/ppt/media/image74.png" Id="Raf6093646f134a4e" /><Relationship Type="http://schemas.openxmlformats.org/officeDocument/2006/relationships/notesSlide" Target="/ppt/notesSlides/notesSlide29.xml" Id="Rd76ee82aa5044bf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5e3caa404044f2b" /><Relationship Type="http://schemas.openxmlformats.org/officeDocument/2006/relationships/image" Target="/ppt/media/image75.png" Id="R9045f48dfb874a92" /><Relationship Type="http://schemas.openxmlformats.org/officeDocument/2006/relationships/notesSlide" Target="/ppt/notesSlides/notesSlide30.xml" Id="R6605c16e5cf143d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e780d2d06334c7a" /><Relationship Type="http://schemas.openxmlformats.org/officeDocument/2006/relationships/image" Target="/ppt/media/image76.png" Id="R68f31a4d641d454c" /><Relationship Type="http://schemas.openxmlformats.org/officeDocument/2006/relationships/image" Target="/ppt/media/image77.png" Id="Re7c899df39c842b5" /><Relationship Type="http://schemas.openxmlformats.org/officeDocument/2006/relationships/image" Target="/ppt/media/image78.png" Id="Rc1b9026f7f1549d1" /><Relationship Type="http://schemas.openxmlformats.org/officeDocument/2006/relationships/notesSlide" Target="/ppt/notesSlides/notesSlide31.xml" Id="R5f9191ea5de34a2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9775f95126e42c7" /><Relationship Type="http://schemas.openxmlformats.org/officeDocument/2006/relationships/image" Target="/ppt/media/image79.png" Id="R0d847fabf2684e91" /><Relationship Type="http://schemas.openxmlformats.org/officeDocument/2006/relationships/image" Target="/ppt/media/image80.png" Id="R9e0e6edfdba244e8" /><Relationship Type="http://schemas.openxmlformats.org/officeDocument/2006/relationships/image" Target="/ppt/media/image81.png" Id="R82918c8c83a7484a" /><Relationship Type="http://schemas.openxmlformats.org/officeDocument/2006/relationships/notesSlide" Target="/ppt/notesSlides/notesSlide32.xml" Id="R352ce98515b144f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f0767234b03462d" /><Relationship Type="http://schemas.openxmlformats.org/officeDocument/2006/relationships/image" Target="/ppt/media/image82.png" Id="Re51e4ff42eca4203" /><Relationship Type="http://schemas.openxmlformats.org/officeDocument/2006/relationships/image" Target="/ppt/media/image83.png" Id="R777ea9c7e98c4661" /><Relationship Type="http://schemas.openxmlformats.org/officeDocument/2006/relationships/notesSlide" Target="/ppt/notesSlides/notesSlide33.xml" Id="R749775449c0048a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2f2d2e6f67e4ffa" /><Relationship Type="http://schemas.openxmlformats.org/officeDocument/2006/relationships/image" Target="/ppt/media/image84.png" Id="R74b9f3beeb4c459a" /><Relationship Type="http://schemas.openxmlformats.org/officeDocument/2006/relationships/image" Target="/ppt/media/image85.png" Id="Re2adb19f843b4f63" /><Relationship Type="http://schemas.openxmlformats.org/officeDocument/2006/relationships/notesSlide" Target="/ppt/notesSlides/notesSlide34.xml" Id="R7158667cdcee436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4a713fa0111481f" /><Relationship Type="http://schemas.openxmlformats.org/officeDocument/2006/relationships/image" Target="/ppt/media/image86.png" Id="R720a05bf12ac4a8d" /><Relationship Type="http://schemas.openxmlformats.org/officeDocument/2006/relationships/image" Target="/ppt/media/image87.png" Id="R019d84d24ac64a79" /><Relationship Type="http://schemas.openxmlformats.org/officeDocument/2006/relationships/notesSlide" Target="/ppt/notesSlides/notesSlide35.xml" Id="R092b8d02736b4de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afd0638db3248bc" /><Relationship Type="http://schemas.openxmlformats.org/officeDocument/2006/relationships/image" Target="/ppt/media/image88.png" Id="R89b7a1cdca3e48e5" /><Relationship Type="http://schemas.openxmlformats.org/officeDocument/2006/relationships/image" Target="/ppt/media/image89.png" Id="R1c4d3bb86079467c" /><Relationship Type="http://schemas.openxmlformats.org/officeDocument/2006/relationships/image" Target="/ppt/media/image90.png" Id="R01ca09b9dec243e0" /><Relationship Type="http://schemas.openxmlformats.org/officeDocument/2006/relationships/notesSlide" Target="/ppt/notesSlides/notesSlide36.xml" Id="R9b0044bc01f541f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bed5fc2649941cb" /><Relationship Type="http://schemas.openxmlformats.org/officeDocument/2006/relationships/image" Target="/ppt/media/image91.png" Id="R028777eba852429c" /><Relationship Type="http://schemas.openxmlformats.org/officeDocument/2006/relationships/image" Target="/ppt/media/image92.png" Id="R005edf149d4b4b80" /><Relationship Type="http://schemas.openxmlformats.org/officeDocument/2006/relationships/notesSlide" Target="/ppt/notesSlides/notesSlide37.xml" Id="R6233d23a99a246f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7902fb0de874e93" /><Relationship Type="http://schemas.openxmlformats.org/officeDocument/2006/relationships/image" Target="/ppt/media/image93.png" Id="Rb47f1830a7f64150" /><Relationship Type="http://schemas.openxmlformats.org/officeDocument/2006/relationships/image" Target="/ppt/media/image94.png" Id="R2e8fe5d2f8db45c7" /><Relationship Type="http://schemas.openxmlformats.org/officeDocument/2006/relationships/notesSlide" Target="/ppt/notesSlides/notesSlide38.xml" Id="Rda471848954c401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21284f7e6604f7d" /><Relationship Type="http://schemas.openxmlformats.org/officeDocument/2006/relationships/image" Target="/ppt/media/image95.png" Id="Re5d07a1668a140f8" /><Relationship Type="http://schemas.openxmlformats.org/officeDocument/2006/relationships/image" Target="/ppt/media/image96.png" Id="R769f06304f434035" /><Relationship Type="http://schemas.openxmlformats.org/officeDocument/2006/relationships/image" Target="/ppt/media/image97.png" Id="R9982673a7a6f4b08" /><Relationship Type="http://schemas.openxmlformats.org/officeDocument/2006/relationships/image" Target="/ppt/media/image98.png" Id="R37d3dbfa172740d5" /><Relationship Type="http://schemas.openxmlformats.org/officeDocument/2006/relationships/notesSlide" Target="/ppt/notesSlides/notesSlide39.xml" Id="R9db6719cd70c42a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73c261277dfc45ac" /><Relationship Type="http://schemas.openxmlformats.org/officeDocument/2006/relationships/image" Target="/ppt/media/image99.png" Id="R7af3e0b2093e4f95" /><Relationship Type="http://schemas.openxmlformats.org/officeDocument/2006/relationships/notesSlide" Target="/ppt/notesSlides/notesSlide40.xml" Id="Rb7e57d51fba24c3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d9aa56b52054089" /><Relationship Type="http://schemas.openxmlformats.org/officeDocument/2006/relationships/image" Target="/ppt/media/image100.png" Id="R9db5ca713e1e4748" /><Relationship Type="http://schemas.openxmlformats.org/officeDocument/2006/relationships/image" Target="/ppt/media/image101.png" Id="R9a5f7858fc284633" /><Relationship Type="http://schemas.openxmlformats.org/officeDocument/2006/relationships/notesSlide" Target="/ppt/notesSlides/notesSlide41.xml" Id="Rf0d76c312d2442b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76dd190c58ea43d3" /><Relationship Type="http://schemas.openxmlformats.org/officeDocument/2006/relationships/image" Target="/ppt/media/image102.png" Id="Rb5e4cd64391d4597" /><Relationship Type="http://schemas.openxmlformats.org/officeDocument/2006/relationships/image" Target="/ppt/media/image103.png" Id="R978af0f35b2f4570" /><Relationship Type="http://schemas.openxmlformats.org/officeDocument/2006/relationships/image" Target="/ppt/media/image104.png" Id="R786d59e8ef1d4f36" /><Relationship Type="http://schemas.openxmlformats.org/officeDocument/2006/relationships/image" Target="/ppt/media/image105.png" Id="R43c706623a374291" /><Relationship Type="http://schemas.openxmlformats.org/officeDocument/2006/relationships/image" Target="/ppt/media/image106.png" Id="R49335dc9720e4f46" /><Relationship Type="http://schemas.openxmlformats.org/officeDocument/2006/relationships/notesSlide" Target="/ppt/notesSlides/notesSlide42.xml" Id="R6f03c4bbc18140f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db08de34cf8249cc" /><Relationship Type="http://schemas.openxmlformats.org/officeDocument/2006/relationships/image" Target="/ppt/media/image107.png" Id="Rbf5441f9b2374f67" /><Relationship Type="http://schemas.openxmlformats.org/officeDocument/2006/relationships/image" Target="/ppt/media/image108.png" Id="R80912534171142c7" /><Relationship Type="http://schemas.openxmlformats.org/officeDocument/2006/relationships/image" Target="/ppt/media/image109.png" Id="R6713836be1e0462a" /><Relationship Type="http://schemas.openxmlformats.org/officeDocument/2006/relationships/image" Target="/ppt/media/image110.png" Id="R2a77e33ed85e4d12" /><Relationship Type="http://schemas.openxmlformats.org/officeDocument/2006/relationships/notesSlide" Target="/ppt/notesSlides/notesSlide43.xml" Id="R92fdf46aef214e3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cee6ac29c3f4d55" /><Relationship Type="http://schemas.openxmlformats.org/officeDocument/2006/relationships/image" Target="/ppt/media/image111.png" Id="Rc406b247f08c490f" /><Relationship Type="http://schemas.openxmlformats.org/officeDocument/2006/relationships/image" Target="/ppt/media/image112.png" Id="R4ac95c83cc0046bd" /><Relationship Type="http://schemas.openxmlformats.org/officeDocument/2006/relationships/notesSlide" Target="/ppt/notesSlides/notesSlide44.xml" Id="R5ec4dd8b08204ea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f8af0ee5be243e5" /><Relationship Type="http://schemas.openxmlformats.org/officeDocument/2006/relationships/image" Target="/ppt/media/image113.png" Id="R5680192e87d345de" /><Relationship Type="http://schemas.openxmlformats.org/officeDocument/2006/relationships/notesSlide" Target="/ppt/notesSlides/notesSlide45.xml" Id="Ra1e0262b062b4a0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fe45fa6e081647d5" /><Relationship Type="http://schemas.openxmlformats.org/officeDocument/2006/relationships/image" Target="/ppt/media/image114.png" Id="R8f081c0224dd4e11" /><Relationship Type="http://schemas.openxmlformats.org/officeDocument/2006/relationships/image" Target="/ppt/media/image115.png" Id="Rc8f41892ef73443c" /><Relationship Type="http://schemas.openxmlformats.org/officeDocument/2006/relationships/notesSlide" Target="/ppt/notesSlides/notesSlide46.xml" Id="Rf012454f0aad428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eb7bfec1e65c4a07" /><Relationship Type="http://schemas.openxmlformats.org/officeDocument/2006/relationships/image" Target="/ppt/media/image116.png" Id="R67d8fc51f2524f01" /><Relationship Type="http://schemas.openxmlformats.org/officeDocument/2006/relationships/notesSlide" Target="/ppt/notesSlides/notesSlide47.xml" Id="Rafc3df1bb3c7411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c04c790f1cf94a7a" /><Relationship Type="http://schemas.openxmlformats.org/officeDocument/2006/relationships/image" Target="/ppt/media/image117.png" Id="R71e99ec306df4ed4" /><Relationship Type="http://schemas.openxmlformats.org/officeDocument/2006/relationships/image" Target="/ppt/media/image118.png" Id="Rcb96d07e2c164f7e" /><Relationship Type="http://schemas.openxmlformats.org/officeDocument/2006/relationships/notesSlide" Target="/ppt/notesSlides/notesSlide48.xml" Id="R5d754fec7f014f7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610e0e380325430a" /><Relationship Type="http://schemas.openxmlformats.org/officeDocument/2006/relationships/image" Target="/ppt/media/image119.png" Id="R0226ca086a3a4f9b" /><Relationship Type="http://schemas.openxmlformats.org/officeDocument/2006/relationships/image" Target="/ppt/media/image120.png" Id="R7d5995cc99dd4244" /><Relationship Type="http://schemas.openxmlformats.org/officeDocument/2006/relationships/image" Target="/ppt/media/image121.png" Id="R565a153ce5be42b8" /><Relationship Type="http://schemas.openxmlformats.org/officeDocument/2006/relationships/image" Target="/ppt/media/image122.png" Id="R6f7b84e695e94f14" /><Relationship Type="http://schemas.openxmlformats.org/officeDocument/2006/relationships/notesSlide" Target="/ppt/notesSlides/notesSlide49.xml" Id="R1ed132d17137451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4d9946060dac4046" /><Relationship Type="http://schemas.openxmlformats.org/officeDocument/2006/relationships/image" Target="/ppt/media/image123.png" Id="Rcfd7452a361f4351" /><Relationship Type="http://schemas.openxmlformats.org/officeDocument/2006/relationships/notesSlide" Target="/ppt/notesSlides/notesSlide50.xml" Id="R9baa4626a7444b1f"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B1ECFE1-A8FC-4FF2-BF6D-8B275795D9D4}"/>
              </a:ext>
            </a:extLst>
          </p:cNvPr>
          <p:cNvPicPr>
            <a:picLocks xmlns:a="http://schemas.openxmlformats.org/drawingml/2006/main" noChangeAspect="1"/>
          </p:cNvPicPr>
          <p:nvPr/>
        </p:nvPicPr>
        <p:blipFill>
          <a:blip xmlns:r="http://schemas.openxmlformats.org/officeDocument/2006/relationships" xmlns:a="http://schemas.openxmlformats.org/drawingml/2006/main" r:embed="Ree765107586d46f6"/>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C62203AB-2B84-4CE1-A6EB-8E4D8B1A4BC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10368AE8-1FAD-42A1-9595-FAC5F98173D1}"/>
              </a:ext>
            </a:extLst>
          </p:cNvPr>
          <p:cNvSpPr>
            <a:spLocks xmlns:a="http://schemas.openxmlformats.org/drawingml/2006/main" noGrp="1"/>
          </p:cNvSpPr>
          <p:nvPr/>
        </p:nvSpPr>
        <p:spPr>
          <a:xfrm xmlns:a="http://schemas.openxmlformats.org/drawingml/2006/main">
            <a:off x="1323975" y="238125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800" b="1">
                <a:solidFill>
                  <a:srgbClr val="FFFFFF"/>
                </a:solidFill>
                <a:latin typeface="Pretendard"/>
                <a:ea typeface="Pretendard"/>
                <a:cs typeface="Pretendard"/>
              </a:defRPr>
            </a:defPPr>
            <a:lvl1pPr algn="l">
              <a:defRPr sz="4800" b="1">
                <a:solidFill>
                  <a:srgbClr val="FFFFFF"/>
                </a:solidFill>
                <a:latin typeface="Pretendard"/>
                <a:ea typeface="Pretendard"/>
                <a:cs typeface="Pretendard"/>
              </a:defRPr>
            </a:lvl1pPr>
            <a:lvl2pPr algn="l">
              <a:defRPr sz="4800" b="1">
                <a:solidFill>
                  <a:srgbClr val="FFFFFF"/>
                </a:solidFill>
                <a:latin typeface="Pretendard"/>
                <a:ea typeface="Pretendard"/>
                <a:cs typeface="Pretendard"/>
              </a:defRPr>
            </a:lvl2pPr>
            <a:lvl3pPr algn="l">
              <a:defRPr sz="4800" b="1">
                <a:solidFill>
                  <a:srgbClr val="FFFFFF"/>
                </a:solidFill>
                <a:latin typeface="Pretendard"/>
                <a:ea typeface="Pretendard"/>
                <a:cs typeface="Pretendard"/>
              </a:defRPr>
            </a:lvl3pPr>
            <a:lvl4pPr algn="l">
              <a:defRPr sz="4800" b="1">
                <a:solidFill>
                  <a:srgbClr val="FFFFFF"/>
                </a:solidFill>
                <a:latin typeface="Pretendard"/>
                <a:ea typeface="Pretendard"/>
                <a:cs typeface="Pretendard"/>
              </a:defRPr>
            </a:lvl4pPr>
            <a:lvl5pPr algn="l">
              <a:defRPr sz="4800" b="1">
                <a:solidFill>
                  <a:srgbClr val="FFFFFF"/>
                </a:solidFill>
                <a:latin typeface="Pretendard"/>
                <a:ea typeface="Pretendard"/>
                <a:cs typeface="Pretendard"/>
              </a:defRPr>
            </a:lvl5pPr>
            <a:lvl6pPr algn="l">
              <a:defRPr sz="4800" b="1">
                <a:solidFill>
                  <a:srgbClr val="FFFFFF"/>
                </a:solidFill>
                <a:latin typeface="Pretendard"/>
                <a:ea typeface="Pretendard"/>
                <a:cs typeface="Pretendard"/>
              </a:defRPr>
            </a:lvl6pPr>
            <a:lvl7pPr algn="l">
              <a:defRPr sz="4800" b="1">
                <a:solidFill>
                  <a:srgbClr val="FFFFFF"/>
                </a:solidFill>
                <a:latin typeface="Pretendard"/>
                <a:ea typeface="Pretendard"/>
                <a:cs typeface="Pretendard"/>
              </a:defRPr>
            </a:lvl7pPr>
            <a:lvl8pPr algn="l">
              <a:defRPr sz="4800" b="1">
                <a:solidFill>
                  <a:srgbClr val="FFFFFF"/>
                </a:solidFill>
                <a:latin typeface="Pretendard"/>
                <a:ea typeface="Pretendard"/>
                <a:cs typeface="Pretendard"/>
              </a:defRPr>
            </a:lvl8pPr>
            <a:lvl9pPr algn="l">
              <a:defRPr sz="4800" b="1">
                <a:solidFill>
                  <a:srgbClr val="FFFFFF"/>
                </a:solidFill>
                <a:latin typeface="Pretendard"/>
                <a:ea typeface="Pretendard"/>
                <a:cs typeface="Pretendard"/>
              </a:defRPr>
            </a:lvl9pPr>
          </a:lstStyle>
          <a:p xmlns:a="http://schemas.openxmlformats.org/drawingml/2006/main">
            <a:pPr algn="l">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5327E9A7-4B5D-4AF9-B6C8-B6339D9F48E3}"/>
              </a:ext>
            </a:extLst>
          </p:cNvPr>
          <p:cNvSpPr>
            <a:spLocks xmlns:a="http://schemas.openxmlformats.org/drawingml/2006/main" noGrp="1"/>
          </p:cNvSpPr>
          <p:nvPr/>
        </p:nvSpPr>
        <p:spPr>
          <a:xfrm xmlns:a="http://schemas.openxmlformats.org/drawingml/2006/main">
            <a:off x="1323975" y="3429000"/>
            <a:ext cx="838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FFFFFF"/>
                </a:solidFill>
                <a:latin typeface="Pretendard"/>
                <a:ea typeface="Pretendard"/>
                <a:cs typeface="Pretendard"/>
              </a:defRPr>
            </a:defPPr>
            <a:lvl1pPr algn="l">
              <a:defRPr sz="6000" b="1">
                <a:solidFill>
                  <a:srgbClr val="FFFFFF"/>
                </a:solidFill>
                <a:latin typeface="Pretendard"/>
                <a:ea typeface="Pretendard"/>
                <a:cs typeface="Pretendard"/>
              </a:defRPr>
            </a:lvl1pPr>
            <a:lvl2pPr algn="l">
              <a:defRPr sz="6000" b="1">
                <a:solidFill>
                  <a:srgbClr val="FFFFFF"/>
                </a:solidFill>
                <a:latin typeface="Pretendard"/>
                <a:ea typeface="Pretendard"/>
                <a:cs typeface="Pretendard"/>
              </a:defRPr>
            </a:lvl2pPr>
            <a:lvl3pPr algn="l">
              <a:defRPr sz="6000" b="1">
                <a:solidFill>
                  <a:srgbClr val="FFFFFF"/>
                </a:solidFill>
                <a:latin typeface="Pretendard"/>
                <a:ea typeface="Pretendard"/>
                <a:cs typeface="Pretendard"/>
              </a:defRPr>
            </a:lvl3pPr>
            <a:lvl4pPr algn="l">
              <a:defRPr sz="6000" b="1">
                <a:solidFill>
                  <a:srgbClr val="FFFFFF"/>
                </a:solidFill>
                <a:latin typeface="Pretendard"/>
                <a:ea typeface="Pretendard"/>
                <a:cs typeface="Pretendard"/>
              </a:defRPr>
            </a:lvl4pPr>
            <a:lvl5pPr algn="l">
              <a:defRPr sz="6000" b="1">
                <a:solidFill>
                  <a:srgbClr val="FFFFFF"/>
                </a:solidFill>
                <a:latin typeface="Pretendard"/>
                <a:ea typeface="Pretendard"/>
                <a:cs typeface="Pretendard"/>
              </a:defRPr>
            </a:lvl5pPr>
            <a:lvl6pPr algn="l">
              <a:defRPr sz="6000" b="1">
                <a:solidFill>
                  <a:srgbClr val="FFFFFF"/>
                </a:solidFill>
                <a:latin typeface="Pretendard"/>
                <a:ea typeface="Pretendard"/>
                <a:cs typeface="Pretendard"/>
              </a:defRPr>
            </a:lvl6pPr>
            <a:lvl7pPr algn="l">
              <a:defRPr sz="6000" b="1">
                <a:solidFill>
                  <a:srgbClr val="FFFFFF"/>
                </a:solidFill>
                <a:latin typeface="Pretendard"/>
                <a:ea typeface="Pretendard"/>
                <a:cs typeface="Pretendard"/>
              </a:defRPr>
            </a:lvl7pPr>
            <a:lvl8pPr algn="l">
              <a:defRPr sz="6000" b="1">
                <a:solidFill>
                  <a:srgbClr val="FFFFFF"/>
                </a:solidFill>
                <a:latin typeface="Pretendard"/>
                <a:ea typeface="Pretendard"/>
                <a:cs typeface="Pretendard"/>
              </a:defRPr>
            </a:lvl8pPr>
            <a:lvl9pPr algn="l">
              <a:defRPr sz="6000" b="1">
                <a:solidFill>
                  <a:srgbClr val="FFFFFF"/>
                </a:solidFill>
                <a:latin typeface="Pretendard"/>
                <a:ea typeface="Pretendard"/>
                <a:cs typeface="Pretendard"/>
              </a:defRPr>
            </a:lvl9pPr>
          </a:lstStyle>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985E12FE-7CCE-4F4D-88A9-58A9E8BE0917}"/>
              </a:ext>
            </a:extLst>
          </p:cNvPr>
          <p:cNvSpPr>
            <a:spLocks xmlns:a="http://schemas.openxmlformats.org/drawingml/2006/main" noGrp="1"/>
          </p:cNvSpPr>
          <p:nvPr/>
        </p:nvSpPr>
        <p:spPr>
          <a:xfrm xmlns:a="http://schemas.openxmlformats.org/drawingml/2006/main">
            <a:off x="1362075" y="500062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87C40D61-B1F2-425F-BDA1-158082C45846}"/>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B81DE0AD-21AA-4610-8C74-40991CCA6C21}"/>
              </a:ext>
            </a:extLst>
          </p:cNvPr>
          <p:cNvPicPr>
            <a:picLocks xmlns:a="http://schemas.openxmlformats.org/drawingml/2006/main" noChangeAspect="1"/>
          </p:cNvPicPr>
          <p:nvPr/>
        </p:nvPicPr>
        <p:blipFill>
          <a:blip xmlns:r="http://schemas.openxmlformats.org/officeDocument/2006/relationships" xmlns:a="http://schemas.openxmlformats.org/drawingml/2006/main" r:embed="Ra0e0bcea0533415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4446C74-2545-407E-96E7-8C0015DE2D9B}"/>
              </a:ext>
            </a:extLst>
          </p:cNvPr>
          <p:cNvPicPr>
            <a:picLocks xmlns:a="http://schemas.openxmlformats.org/drawingml/2006/main" noChangeAspect="1"/>
          </p:cNvPicPr>
          <p:nvPr/>
        </p:nvPicPr>
        <p:blipFill>
          <a:blip xmlns:r="http://schemas.openxmlformats.org/officeDocument/2006/relationships" xmlns:a="http://schemas.openxmlformats.org/drawingml/2006/main" r:embed="R4adf08236ee844db"/>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E2F9CB43-DC22-44C2-85F0-B3953D4D768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793912052"/>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98AB01D-4C6D-4654-B119-258DF59D927F}"/>
              </a:ext>
            </a:extLst>
          </p:cNvPr>
          <p:cNvPicPr>
            <a:picLocks xmlns:a="http://schemas.openxmlformats.org/drawingml/2006/main" noChangeAspect="1"/>
          </p:cNvPicPr>
          <p:nvPr/>
        </p:nvPicPr>
        <p:blipFill>
          <a:blip xmlns:r="http://schemas.openxmlformats.org/officeDocument/2006/relationships" xmlns:a="http://schemas.openxmlformats.org/drawingml/2006/main" r:embed="R092d3e5c6f574b19"/>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70DF923-8863-41DB-A5EF-260BB2F5FF36}"/>
              </a:ext>
            </a:extLst>
          </p:cNvPr>
          <p:cNvPicPr>
            <a:picLocks xmlns:a="http://schemas.openxmlformats.org/drawingml/2006/main" noChangeAspect="1"/>
          </p:cNvPicPr>
          <p:nvPr/>
        </p:nvPicPr>
        <p:blipFill>
          <a:blip xmlns:r="http://schemas.openxmlformats.org/officeDocument/2006/relationships" xmlns:a="http://schemas.openxmlformats.org/drawingml/2006/main" r:embed="R41bcfcb4d93e455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CEABA22-C285-42D5-9921-EF4BE0F066E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9FA1CC9-3717-4052-BAF7-A1F545307E8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0</a:t>
            </a:r>
          </a:p>
        </p:txBody>
      </p:sp>
      <p:sp>
        <p:nvSpPr>
          <p:cNvPr id="4" name="text">
            <a:extLst xmlns:a="http://schemas.openxmlformats.org/drawingml/2006/main">
              <a:ext uri="{FF2B5EF4-FFF2-40B4-BE49-F238E27FC236}">
                <a16:creationId xmlns:a16="http://schemas.microsoft.com/office/drawing/2014/main" id="{0ECD73AB-5C90-40F3-AC99-1153D1E01E1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7305F16-E5AD-41E5-B650-975EBCDC0EE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2CB09B01-B0BF-499F-A6C1-2B0B6701390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7DC8BF6F-492E-4FE7-B1F1-7577276AEB5C}"/>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9A0C8E83-BBD3-48C1-9CA6-34F0B556E96A}"/>
              </a:ext>
            </a:extLst>
          </p:cNvPr>
          <p:cNvPicPr>
            <a:picLocks xmlns:a="http://schemas.openxmlformats.org/drawingml/2006/main" noChangeAspect="1"/>
          </p:cNvPicPr>
          <p:nvPr/>
        </p:nvPicPr>
        <p:blipFill>
          <a:blip xmlns:r="http://schemas.openxmlformats.org/officeDocument/2006/relationships" xmlns:a="http://schemas.openxmlformats.org/drawingml/2006/main" r:embed="Rbc30d31c106649c3"/>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736169072"/>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64DAEEF2-815C-475F-BA49-65890F8768F6}"/>
              </a:ext>
            </a:extLst>
          </p:cNvPr>
          <p:cNvPicPr>
            <a:picLocks xmlns:a="http://schemas.openxmlformats.org/drawingml/2006/main" noChangeAspect="1"/>
          </p:cNvPicPr>
          <p:nvPr/>
        </p:nvPicPr>
        <p:blipFill>
          <a:blip xmlns:r="http://schemas.openxmlformats.org/officeDocument/2006/relationships" xmlns:a="http://schemas.openxmlformats.org/drawingml/2006/main" r:embed="Rf5301e3f988d4b4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B94D787-B447-44E9-B80D-4450DFE87E1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C5AC4D5-3DD1-4664-B644-97B6068E3B5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0D3CCC51-B8E3-4CED-A06F-A007FA21E50C}"/>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946F6CEA-3083-44FF-8EE1-F781037CCCA7}"/>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22EA7538-7FEE-467F-8A3D-CB3F51E55016}"/>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E793CB2E-A3F9-4888-9B3D-50C54D4BB761}"/>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11EFD990-9EEB-46FE-B9AB-3EF792C93263}"/>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8CBD4946-3BDA-4EDE-A195-BA138D2E0807}"/>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C704FA67-F60D-4E90-94AF-5ACC9EE69E1E}"/>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D4DEE962-CB1F-4838-A3A1-EDFAE5DF8463}"/>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42F4A7EB-1A3D-42EF-AEC3-3D8BE9FD0707}"/>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53D043FA-2CE7-48AB-8394-AD51591E264E}"/>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8B72E229-98E1-4617-96D3-AA0A08D48FC9}"/>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7B6DF32C-653E-4708-87EF-FA4A706511DE}"/>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772624917"/>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5C7D691F-C990-4279-A5E3-AFCEA3ED495A}"/>
              </a:ext>
            </a:extLst>
          </p:cNvPr>
          <p:cNvPicPr>
            <a:picLocks xmlns:a="http://schemas.openxmlformats.org/drawingml/2006/main" noChangeAspect="1"/>
          </p:cNvPicPr>
          <p:nvPr/>
        </p:nvPicPr>
        <p:blipFill>
          <a:blip xmlns:r="http://schemas.openxmlformats.org/officeDocument/2006/relationships" xmlns:a="http://schemas.openxmlformats.org/drawingml/2006/main" r:embed="R2d9bb4c516e34f3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32DB983-8EDC-4EA2-A94E-8AABE53C36E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86B7946-1DCB-4BA1-AF1C-78C46225DAE9}"/>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58AA181E-BD7F-4E55-A00C-C17CA6F58718}"/>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DEA950-118A-40F9-8DE9-E6DAD669D602}"/>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01A0A766-B2DE-4F3F-917E-D42872234DEA}"/>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CBB0B68C-2405-4205-9FD0-5036A9C9E9F6}"/>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rPr sz="3600" b="1">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ADD5B4A1-7BB2-4FD4-A134-1A66926ED7CC}"/>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9132B5A4-495B-4DC9-B896-453F7307A4AB}"/>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0D3CA8EA-6517-429C-BF2B-9D9CCB1A3BA1}"/>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rPr sz="3600" b="1">
                <a:solidFill>
                  <a:srgbClr val="BBBBBB"/>
                </a:solidFill>
                <a:latin typeface="Pretendard"/>
                <a:ea typeface="Pretendard"/>
                <a:cs typeface="Pretendard"/>
              </a:rPr>
              <a:t>헤스 법칙으로 측정하기 어려운 반응의 </a:t>
            </a:r>
            <a:r>
              <a:rPr sz="3600" b="1">
                <a:solidFill>
                  <a:srgbClr val="BBBBBB"/>
                </a:solidFill>
                <a:latin typeface="Pretendard"/>
                <a:ea typeface="Pretendard"/>
                <a:cs typeface="Pretendard"/>
              </a:rPr>
              <a:t>Δ</a:t>
            </a:r>
            <a:r>
              <a:rPr sz="3600" b="1" i="1">
                <a:solidFill>
                  <a:srgbClr val="BBBBBB"/>
                </a:solidFill>
                <a:latin typeface="Pretendard"/>
                <a:ea typeface="Pretendard"/>
                <a:cs typeface="Pretendard"/>
              </a:rPr>
              <a:t>H</a:t>
            </a:r>
            <a:r>
              <a:rPr sz="3600" b="1">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F320A5BB-73D2-411D-9E79-D05C2EA3BDFD}"/>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57962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DA33220-A188-4273-9AD5-C03E52B0121D}"/>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D5434996-2224-4F3D-9065-31CB1BB425D1}"/>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BBBBBB"/>
                </a:solidFill>
                <a:latin typeface="Pretendard"/>
                <a:ea typeface="Pretendard"/>
                <a:cs typeface="Pretendard"/>
              </a:defRPr>
            </a:defPPr>
            <a:lvl1pPr algn="l">
              <a:defRPr sz="3600" b="1">
                <a:solidFill>
                  <a:srgbClr val="BBBBBB"/>
                </a:solidFill>
                <a:latin typeface="Pretendard"/>
                <a:ea typeface="Pretendard"/>
                <a:cs typeface="Pretendard"/>
              </a:defRPr>
            </a:lvl1pPr>
            <a:lvl2pPr algn="l">
              <a:defRPr sz="3600" b="1">
                <a:solidFill>
                  <a:srgbClr val="BBBBBB"/>
                </a:solidFill>
                <a:latin typeface="Pretendard"/>
                <a:ea typeface="Pretendard"/>
                <a:cs typeface="Pretendard"/>
              </a:defRPr>
            </a:lvl2pPr>
            <a:lvl3pPr algn="l">
              <a:defRPr sz="3600" b="1">
                <a:solidFill>
                  <a:srgbClr val="BBBBBB"/>
                </a:solidFill>
                <a:latin typeface="Pretendard"/>
                <a:ea typeface="Pretendard"/>
                <a:cs typeface="Pretendard"/>
              </a:defRPr>
            </a:lvl3pPr>
            <a:lvl4pPr algn="l">
              <a:defRPr sz="3600" b="1">
                <a:solidFill>
                  <a:srgbClr val="BBBBBB"/>
                </a:solidFill>
                <a:latin typeface="Pretendard"/>
                <a:ea typeface="Pretendard"/>
                <a:cs typeface="Pretendard"/>
              </a:defRPr>
            </a:lvl4pPr>
            <a:lvl5pPr algn="l">
              <a:defRPr sz="3600" b="1">
                <a:solidFill>
                  <a:srgbClr val="BBBBBB"/>
                </a:solidFill>
                <a:latin typeface="Pretendard"/>
                <a:ea typeface="Pretendard"/>
                <a:cs typeface="Pretendard"/>
              </a:defRPr>
            </a:lvl5pPr>
            <a:lvl6pPr algn="l">
              <a:defRPr sz="3600" b="1">
                <a:solidFill>
                  <a:srgbClr val="BBBBBB"/>
                </a:solidFill>
                <a:latin typeface="Pretendard"/>
                <a:ea typeface="Pretendard"/>
                <a:cs typeface="Pretendard"/>
              </a:defRPr>
            </a:lvl6pPr>
            <a:lvl7pPr algn="l">
              <a:defRPr sz="3600" b="1">
                <a:solidFill>
                  <a:srgbClr val="BBBBBB"/>
                </a:solidFill>
                <a:latin typeface="Pretendard"/>
                <a:ea typeface="Pretendard"/>
                <a:cs typeface="Pretendard"/>
              </a:defRPr>
            </a:lvl7pPr>
            <a:lvl8pPr algn="l">
              <a:defRPr sz="3600" b="1">
                <a:solidFill>
                  <a:srgbClr val="BBBBBB"/>
                </a:solidFill>
                <a:latin typeface="Pretendard"/>
                <a:ea typeface="Pretendard"/>
                <a:cs typeface="Pretendard"/>
              </a:defRPr>
            </a:lvl8pPr>
            <a:lvl9pPr algn="l">
              <a:defRPr sz="3600" b="1">
                <a:solidFill>
                  <a:srgbClr val="BBBBBB"/>
                </a:solidFill>
                <a:latin typeface="Pretendard"/>
                <a:ea typeface="Pretendard"/>
                <a:cs typeface="Pretendard"/>
              </a:defRPr>
            </a:lvl9pPr>
          </a:lstStyle>
          <a:p xmlns:a="http://schemas.openxmlformats.org/drawingml/2006/main">
            <a:pPr algn="l">
              <a:defRPr sz="3600" b="1">
                <a:solidFill>
                  <a:srgbClr val="BBBBBB"/>
                </a:solidFill>
                <a:latin typeface="Pretendard"/>
                <a:ea typeface="Pretendard"/>
                <a:cs typeface="Pretendard"/>
              </a:defRPr>
            </a:pPr>
            <a:r>
              <a:rPr sz="3600" b="1">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053C3ABF-5710-43EF-9757-2F72DB9B4E1D}"/>
              </a:ext>
            </a:extLst>
          </p:cNvPr>
          <p:cNvPicPr>
            <a:picLocks xmlns:a="http://schemas.openxmlformats.org/drawingml/2006/main" noChangeAspect="1"/>
          </p:cNvPicPr>
          <p:nvPr/>
        </p:nvPicPr>
        <p:blipFill>
          <a:blip xmlns:r="http://schemas.openxmlformats.org/officeDocument/2006/relationships" xmlns:a="http://schemas.openxmlformats.org/drawingml/2006/main" r:embed="R4242c51caecc4c7b"/>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858479024"/>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C8862C3-6AA5-466A-B4D8-41A5394CEE09}"/>
              </a:ext>
            </a:extLst>
          </p:cNvPr>
          <p:cNvPicPr>
            <a:picLocks xmlns:a="http://schemas.openxmlformats.org/drawingml/2006/main" noChangeAspect="1"/>
          </p:cNvPicPr>
          <p:nvPr/>
        </p:nvPicPr>
        <p:blipFill>
          <a:blip xmlns:r="http://schemas.openxmlformats.org/officeDocument/2006/relationships" xmlns:a="http://schemas.openxmlformats.org/drawingml/2006/main" r:embed="R2ab4da4331f84989"/>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3BF5567E-28AB-46D2-B9F1-D30F31CF7F8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96EAE52-7CBA-4B79-A610-57B86A043D7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9DF39AA4-1C75-42F2-8CDC-7F6D22D6BEFD}"/>
              </a:ext>
            </a:extLst>
          </p:cNvPr>
          <p:cNvPicPr>
            <a:picLocks xmlns:a="http://schemas.openxmlformats.org/drawingml/2006/main" noChangeAspect="1"/>
          </p:cNvPicPr>
          <p:nvPr/>
        </p:nvPicPr>
        <p:blipFill>
          <a:blip xmlns:r="http://schemas.openxmlformats.org/officeDocument/2006/relationships" xmlns:a="http://schemas.openxmlformats.org/drawingml/2006/main" r:embed="R408bb6c5a8024e6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D047FCD0-6401-4C97-BDA3-660214C122E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94C66AA7-352D-4130-8721-E8EE1648738D}"/>
              </a:ext>
            </a:extLst>
          </p:cNvPr>
          <p:cNvSpPr>
            <a:spLocks xmlns:a="http://schemas.openxmlformats.org/drawingml/2006/main" noGrp="1"/>
          </p:cNvSpPr>
          <p:nvPr/>
        </p:nvSpPr>
        <p:spPr>
          <a:xfrm xmlns:a="http://schemas.openxmlformats.org/drawingml/2006/main">
            <a:off x="1323975" y="28575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E9637E5C-9C38-4458-8503-F68A64311DF1}"/>
              </a:ext>
            </a:extLst>
          </p:cNvPr>
          <p:cNvSpPr>
            <a:spLocks xmlns:a="http://schemas.openxmlformats.org/drawingml/2006/main" noGrp="1"/>
          </p:cNvSpPr>
          <p:nvPr/>
        </p:nvSpPr>
        <p:spPr>
          <a:xfrm xmlns:a="http://schemas.openxmlformats.org/drawingml/2006/main">
            <a:off x="1323975" y="3810000"/>
            <a:ext cx="1428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FFFFFF"/>
                </a:solidFill>
                <a:latin typeface="Pretendard"/>
                <a:ea typeface="Pretendard"/>
                <a:cs typeface="Pretendard"/>
              </a:defRPr>
            </a:defPPr>
            <a:lvl1pPr algn="l">
              <a:defRPr sz="6000" b="1">
                <a:solidFill>
                  <a:srgbClr val="FFFFFF"/>
                </a:solidFill>
                <a:latin typeface="Pretendard"/>
                <a:ea typeface="Pretendard"/>
                <a:cs typeface="Pretendard"/>
              </a:defRPr>
            </a:lvl1pPr>
            <a:lvl2pPr algn="l">
              <a:defRPr sz="6000" b="1">
                <a:solidFill>
                  <a:srgbClr val="FFFFFF"/>
                </a:solidFill>
                <a:latin typeface="Pretendard"/>
                <a:ea typeface="Pretendard"/>
                <a:cs typeface="Pretendard"/>
              </a:defRPr>
            </a:lvl2pPr>
            <a:lvl3pPr algn="l">
              <a:defRPr sz="6000" b="1">
                <a:solidFill>
                  <a:srgbClr val="FFFFFF"/>
                </a:solidFill>
                <a:latin typeface="Pretendard"/>
                <a:ea typeface="Pretendard"/>
                <a:cs typeface="Pretendard"/>
              </a:defRPr>
            </a:lvl3pPr>
            <a:lvl4pPr algn="l">
              <a:defRPr sz="6000" b="1">
                <a:solidFill>
                  <a:srgbClr val="FFFFFF"/>
                </a:solidFill>
                <a:latin typeface="Pretendard"/>
                <a:ea typeface="Pretendard"/>
                <a:cs typeface="Pretendard"/>
              </a:defRPr>
            </a:lvl4pPr>
            <a:lvl5pPr algn="l">
              <a:defRPr sz="6000" b="1">
                <a:solidFill>
                  <a:srgbClr val="FFFFFF"/>
                </a:solidFill>
                <a:latin typeface="Pretendard"/>
                <a:ea typeface="Pretendard"/>
                <a:cs typeface="Pretendard"/>
              </a:defRPr>
            </a:lvl5pPr>
            <a:lvl6pPr algn="l">
              <a:defRPr sz="6000" b="1">
                <a:solidFill>
                  <a:srgbClr val="FFFFFF"/>
                </a:solidFill>
                <a:latin typeface="Pretendard"/>
                <a:ea typeface="Pretendard"/>
                <a:cs typeface="Pretendard"/>
              </a:defRPr>
            </a:lvl6pPr>
            <a:lvl7pPr algn="l">
              <a:defRPr sz="6000" b="1">
                <a:solidFill>
                  <a:srgbClr val="FFFFFF"/>
                </a:solidFill>
                <a:latin typeface="Pretendard"/>
                <a:ea typeface="Pretendard"/>
                <a:cs typeface="Pretendard"/>
              </a:defRPr>
            </a:lvl7pPr>
            <a:lvl8pPr algn="l">
              <a:defRPr sz="6000" b="1">
                <a:solidFill>
                  <a:srgbClr val="FFFFFF"/>
                </a:solidFill>
                <a:latin typeface="Pretendard"/>
                <a:ea typeface="Pretendard"/>
                <a:cs typeface="Pretendard"/>
              </a:defRPr>
            </a:lvl8pPr>
            <a:lvl9pPr algn="l">
              <a:defRPr sz="6000" b="1">
                <a:solidFill>
                  <a:srgbClr val="FFFFFF"/>
                </a:solidFill>
                <a:latin typeface="Pretendard"/>
                <a:ea typeface="Pretendard"/>
                <a:cs typeface="Pretendard"/>
              </a:defRPr>
            </a:lvl9pPr>
          </a:lstStyle>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400698E2-70E2-4EC1-907C-37DCC259F439}"/>
              </a:ext>
            </a:extLst>
          </p:cNvPr>
          <p:cNvSpPr>
            <a:spLocks xmlns:a="http://schemas.openxmlformats.org/drawingml/2006/main" noGrp="1"/>
          </p:cNvSpPr>
          <p:nvPr/>
        </p:nvSpPr>
        <p:spPr>
          <a:xfrm xmlns:a="http://schemas.openxmlformats.org/drawingml/2006/main">
            <a:off x="1362075" y="6286500"/>
            <a:ext cx="1524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FFFFFF"/>
                </a:solidFill>
                <a:latin typeface="Pretendard"/>
                <a:ea typeface="Pretendard"/>
                <a:cs typeface="Pretendard"/>
              </a:defRPr>
            </a:defPPr>
            <a:lvl1pPr algn="l">
              <a:defRPr sz="2550" b="0">
                <a:solidFill>
                  <a:srgbClr val="FFFFFF"/>
                </a:solidFill>
                <a:latin typeface="Pretendard"/>
                <a:ea typeface="Pretendard"/>
                <a:cs typeface="Pretendard"/>
              </a:defRPr>
            </a:lvl1pPr>
            <a:lvl2pPr algn="l">
              <a:defRPr sz="2550" b="0">
                <a:solidFill>
                  <a:srgbClr val="FFFFFF"/>
                </a:solidFill>
                <a:latin typeface="Pretendard"/>
                <a:ea typeface="Pretendard"/>
                <a:cs typeface="Pretendard"/>
              </a:defRPr>
            </a:lvl2pPr>
            <a:lvl3pPr algn="l">
              <a:defRPr sz="2550" b="0">
                <a:solidFill>
                  <a:srgbClr val="FFFFFF"/>
                </a:solidFill>
                <a:latin typeface="Pretendard"/>
                <a:ea typeface="Pretendard"/>
                <a:cs typeface="Pretendard"/>
              </a:defRPr>
            </a:lvl3pPr>
            <a:lvl4pPr algn="l">
              <a:defRPr sz="2550" b="0">
                <a:solidFill>
                  <a:srgbClr val="FFFFFF"/>
                </a:solidFill>
                <a:latin typeface="Pretendard"/>
                <a:ea typeface="Pretendard"/>
                <a:cs typeface="Pretendard"/>
              </a:defRPr>
            </a:lvl4pPr>
            <a:lvl5pPr algn="l">
              <a:defRPr sz="2550" b="0">
                <a:solidFill>
                  <a:srgbClr val="FFFFFF"/>
                </a:solidFill>
                <a:latin typeface="Pretendard"/>
                <a:ea typeface="Pretendard"/>
                <a:cs typeface="Pretendard"/>
              </a:defRPr>
            </a:lvl5pPr>
            <a:lvl6pPr algn="l">
              <a:defRPr sz="2550" b="0">
                <a:solidFill>
                  <a:srgbClr val="FFFFFF"/>
                </a:solidFill>
                <a:latin typeface="Pretendard"/>
                <a:ea typeface="Pretendard"/>
                <a:cs typeface="Pretendard"/>
              </a:defRPr>
            </a:lvl6pPr>
            <a:lvl7pPr algn="l">
              <a:defRPr sz="2550" b="0">
                <a:solidFill>
                  <a:srgbClr val="FFFFFF"/>
                </a:solidFill>
                <a:latin typeface="Pretendard"/>
                <a:ea typeface="Pretendard"/>
                <a:cs typeface="Pretendard"/>
              </a:defRPr>
            </a:lvl7pPr>
            <a:lvl8pPr algn="l">
              <a:defRPr sz="2550" b="0">
                <a:solidFill>
                  <a:srgbClr val="FFFFFF"/>
                </a:solidFill>
                <a:latin typeface="Pretendard"/>
                <a:ea typeface="Pretendard"/>
                <a:cs typeface="Pretendard"/>
              </a:defRPr>
            </a:lvl8pPr>
            <a:lvl9pPr algn="l">
              <a:defRPr sz="2550" b="0">
                <a:solidFill>
                  <a:srgbClr val="FFFFFF"/>
                </a:solidFill>
                <a:latin typeface="Pretendard"/>
                <a:ea typeface="Pretendard"/>
                <a:cs typeface="Pretendard"/>
              </a:defRPr>
            </a:lvl9pPr>
          </a:lstStyle>
          <a:p xmlns:a="http://schemas.openxmlformats.org/drawingml/2006/main">
            <a:pPr algn="l">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725661634"/>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레퍼런스 내용 영역">
            <a:extLst xmlns:a="http://schemas.openxmlformats.org/drawingml/2006/main">
              <a:ext uri="{FF2B5EF4-FFF2-40B4-BE49-F238E27FC236}">
                <a16:creationId xmlns:a16="http://schemas.microsoft.com/office/drawing/2014/main" id="{3248DBD5-972A-4CBF-A11E-F80FF672D06C}"/>
              </a:ext>
            </a:extLst>
          </p:cNvPr>
          <p:cNvSpPr>
            <a:spLocks xmlns:a="http://schemas.openxmlformats.org/drawingml/2006/main" noGrp="1"/>
          </p:cNvSpPr>
          <p:nvPr/>
        </p:nvSpPr>
        <p:spPr>
          <a:xfrm xmlns:a="http://schemas.openxmlformats.org/drawingml/2006/main">
            <a:off x="2952750" y="7458075"/>
            <a:ext cx="12382500" cy="1085850"/>
          </a:xfrm>
          <a:prstGeom xmlns:a="http://schemas.openxmlformats.org/drawingml/2006/main" prst="roundRect">
            <a:avLst>
              <a:gd name="adj" fmla="val 17544"/>
            </a:avLst>
          </a:prstGeom>
          <a:solidFill xmlns:a="http://schemas.openxmlformats.org/drawingml/2006/main">
            <a:srgbClr val="FFFFFF"/>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8B2EE5BF-3753-4A5D-A2DF-2294E5692525}"/>
              </a:ext>
            </a:extLst>
          </p:cNvPr>
          <p:cNvSpPr>
            <a:spLocks xmlns:a="http://schemas.openxmlformats.org/drawingml/2006/main" noGrp="1"/>
          </p:cNvSpPr>
          <p:nvPr/>
        </p:nvSpPr>
        <p:spPr>
          <a:xfrm xmlns:a="http://schemas.openxmlformats.org/drawingml/2006/main">
            <a:off x="2952750" y="6086475"/>
            <a:ext cx="12382500" cy="1085850"/>
          </a:xfrm>
          <a:prstGeom xmlns:a="http://schemas.openxmlformats.org/drawingml/2006/main" prst="roundRect">
            <a:avLst>
              <a:gd name="adj" fmla="val 17544"/>
            </a:avLst>
          </a:prstGeom>
          <a:solidFill xmlns:a="http://schemas.openxmlformats.org/drawingml/2006/main">
            <a:srgbClr val="FFFFFF"/>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72ECE7FF-58BB-4F48-89EF-5CD30A4F2AA1}"/>
              </a:ext>
            </a:extLst>
          </p:cNvPr>
          <p:cNvSpPr>
            <a:spLocks xmlns:a="http://schemas.openxmlformats.org/drawingml/2006/main" noGrp="1"/>
          </p:cNvSpPr>
          <p:nvPr/>
        </p:nvSpPr>
        <p:spPr>
          <a:xfrm xmlns:a="http://schemas.openxmlformats.org/drawingml/2006/main">
            <a:off x="2952750" y="4714875"/>
            <a:ext cx="12382500" cy="1085850"/>
          </a:xfrm>
          <a:prstGeom xmlns:a="http://schemas.openxmlformats.org/drawingml/2006/main" prst="roundRect">
            <a:avLst>
              <a:gd name="adj" fmla="val 17544"/>
            </a:avLst>
          </a:prstGeom>
          <a:solidFill xmlns:a="http://schemas.openxmlformats.org/drawingml/2006/main">
            <a:srgbClr val="FFFFFF"/>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E1BE9233-FAB3-493E-8618-DF3EF8595CE2}"/>
              </a:ext>
            </a:extLst>
          </p:cNvPr>
          <p:cNvPicPr>
            <a:picLocks xmlns:a="http://schemas.openxmlformats.org/drawingml/2006/main" noChangeAspect="1"/>
          </p:cNvPicPr>
          <p:nvPr/>
        </p:nvPicPr>
        <p:blipFill>
          <a:blip xmlns:r="http://schemas.openxmlformats.org/officeDocument/2006/relationships" xmlns:a="http://schemas.openxmlformats.org/drawingml/2006/main" r:embed="Rb04c16cf16ec45a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90ADB7F-27EA-4352-AE9D-0D1B8D742A9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CF567D9-062C-4785-856D-79D9FD23B22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EA7F4CA9-DA01-4A2F-ACD2-AA2A5F9CDB6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B29BB8C-7837-4586-ABDE-CF03DAD20D5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ECA5DDA6-81E4-47C4-A756-36F698524C8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sp>
        <p:nvSpPr>
          <p:cNvPr id="8" name="text">
            <a:extLst xmlns:a="http://schemas.openxmlformats.org/drawingml/2006/main">
              <a:ext uri="{FF2B5EF4-FFF2-40B4-BE49-F238E27FC236}">
                <a16:creationId xmlns:a16="http://schemas.microsoft.com/office/drawing/2014/main" id="{64945EAF-2255-42DA-B6CF-B85B28AEFCBA}"/>
              </a:ext>
            </a:extLst>
          </p:cNvPr>
          <p:cNvSpPr>
            <a:spLocks xmlns:a="http://schemas.openxmlformats.org/drawingml/2006/main" noGrp="1"/>
          </p:cNvSpPr>
          <p:nvPr/>
        </p:nvSpPr>
        <p:spPr>
          <a:xfrm xmlns:a="http://schemas.openxmlformats.org/drawingml/2006/main">
            <a:off x="3333750" y="4924425"/>
            <a:ext cx="1162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02020"/>
                </a:solidFill>
                <a:latin typeface="Pretendard"/>
                <a:ea typeface="Pretendard"/>
                <a:cs typeface="Pretendard"/>
              </a:defRPr>
            </a:defPPr>
            <a:lvl1pPr algn="l">
              <a:defRPr sz="2550" b="0">
                <a:solidFill>
                  <a:srgbClr val="202020"/>
                </a:solidFill>
                <a:latin typeface="Pretendard"/>
                <a:ea typeface="Pretendard"/>
                <a:cs typeface="Pretendard"/>
              </a:defRPr>
            </a:lvl1pPr>
            <a:lvl2pPr algn="l">
              <a:defRPr sz="2550" b="0">
                <a:solidFill>
                  <a:srgbClr val="202020"/>
                </a:solidFill>
                <a:latin typeface="Pretendard"/>
                <a:ea typeface="Pretendard"/>
                <a:cs typeface="Pretendard"/>
              </a:defRPr>
            </a:lvl2pPr>
            <a:lvl3pPr algn="l">
              <a:defRPr sz="2550" b="0">
                <a:solidFill>
                  <a:srgbClr val="202020"/>
                </a:solidFill>
                <a:latin typeface="Pretendard"/>
                <a:ea typeface="Pretendard"/>
                <a:cs typeface="Pretendard"/>
              </a:defRPr>
            </a:lvl3pPr>
            <a:lvl4pPr algn="l">
              <a:defRPr sz="2550" b="0">
                <a:solidFill>
                  <a:srgbClr val="202020"/>
                </a:solidFill>
                <a:latin typeface="Pretendard"/>
                <a:ea typeface="Pretendard"/>
                <a:cs typeface="Pretendard"/>
              </a:defRPr>
            </a:lvl4pPr>
            <a:lvl5pPr algn="l">
              <a:defRPr sz="2550" b="0">
                <a:solidFill>
                  <a:srgbClr val="202020"/>
                </a:solidFill>
                <a:latin typeface="Pretendard"/>
                <a:ea typeface="Pretendard"/>
                <a:cs typeface="Pretendard"/>
              </a:defRPr>
            </a:lvl5pPr>
            <a:lvl6pPr algn="l">
              <a:defRPr sz="2550" b="0">
                <a:solidFill>
                  <a:srgbClr val="202020"/>
                </a:solidFill>
                <a:latin typeface="Pretendard"/>
                <a:ea typeface="Pretendard"/>
                <a:cs typeface="Pretendard"/>
              </a:defRPr>
            </a:lvl6pPr>
            <a:lvl7pPr algn="l">
              <a:defRPr sz="2550" b="0">
                <a:solidFill>
                  <a:srgbClr val="202020"/>
                </a:solidFill>
                <a:latin typeface="Pretendard"/>
                <a:ea typeface="Pretendard"/>
                <a:cs typeface="Pretendard"/>
              </a:defRPr>
            </a:lvl7pPr>
            <a:lvl8pPr algn="l">
              <a:defRPr sz="2550" b="0">
                <a:solidFill>
                  <a:srgbClr val="202020"/>
                </a:solidFill>
                <a:latin typeface="Pretendard"/>
                <a:ea typeface="Pretendard"/>
                <a:cs typeface="Pretendard"/>
              </a:defRPr>
            </a:lvl8pPr>
            <a:lvl9pPr algn="l">
              <a:defRPr sz="2550" b="0">
                <a:solidFill>
                  <a:srgbClr val="202020"/>
                </a:solidFill>
                <a:latin typeface="Pretendard"/>
                <a:ea typeface="Pretendard"/>
                <a:cs typeface="Pretendard"/>
              </a:defRPr>
            </a:lvl9pPr>
          </a:lstStyle>
          <a:p xmlns:a="http://schemas.openxmlformats.org/drawingml/2006/main">
            <a:pPr algn="l">
              <a:defRPr sz="2550" b="0">
                <a:solidFill>
                  <a:srgbClr val="20202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경로와 무관하다.</a:t>
            </a:r>
          </a:p>
        </p:txBody>
      </p:sp>
      <p:sp>
        <p:nvSpPr>
          <p:cNvPr id="10" name="text">
            <a:extLst xmlns:a="http://schemas.openxmlformats.org/drawingml/2006/main">
              <a:ext uri="{FF2B5EF4-FFF2-40B4-BE49-F238E27FC236}">
                <a16:creationId xmlns:a16="http://schemas.microsoft.com/office/drawing/2014/main" id="{4A6844C8-EA9A-41E7-A76F-CB972B9F8CC5}"/>
              </a:ext>
            </a:extLst>
          </p:cNvPr>
          <p:cNvSpPr>
            <a:spLocks xmlns:a="http://schemas.openxmlformats.org/drawingml/2006/main" noGrp="1"/>
          </p:cNvSpPr>
          <p:nvPr/>
        </p:nvSpPr>
        <p:spPr>
          <a:xfrm xmlns:a="http://schemas.openxmlformats.org/drawingml/2006/main">
            <a:off x="3333750" y="6296025"/>
            <a:ext cx="1162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02020"/>
                </a:solidFill>
                <a:latin typeface="Pretendard"/>
                <a:ea typeface="Pretendard"/>
                <a:cs typeface="Pretendard"/>
              </a:defRPr>
            </a:defPPr>
            <a:lvl1pPr algn="l">
              <a:defRPr sz="2550" b="0">
                <a:solidFill>
                  <a:srgbClr val="202020"/>
                </a:solidFill>
                <a:latin typeface="Pretendard"/>
                <a:ea typeface="Pretendard"/>
                <a:cs typeface="Pretendard"/>
              </a:defRPr>
            </a:lvl1pPr>
            <a:lvl2pPr algn="l">
              <a:defRPr sz="2550" b="0">
                <a:solidFill>
                  <a:srgbClr val="202020"/>
                </a:solidFill>
                <a:latin typeface="Pretendard"/>
                <a:ea typeface="Pretendard"/>
                <a:cs typeface="Pretendard"/>
              </a:defRPr>
            </a:lvl2pPr>
            <a:lvl3pPr algn="l">
              <a:defRPr sz="2550" b="0">
                <a:solidFill>
                  <a:srgbClr val="202020"/>
                </a:solidFill>
                <a:latin typeface="Pretendard"/>
                <a:ea typeface="Pretendard"/>
                <a:cs typeface="Pretendard"/>
              </a:defRPr>
            </a:lvl3pPr>
            <a:lvl4pPr algn="l">
              <a:defRPr sz="2550" b="0">
                <a:solidFill>
                  <a:srgbClr val="202020"/>
                </a:solidFill>
                <a:latin typeface="Pretendard"/>
                <a:ea typeface="Pretendard"/>
                <a:cs typeface="Pretendard"/>
              </a:defRPr>
            </a:lvl4pPr>
            <a:lvl5pPr algn="l">
              <a:defRPr sz="2550" b="0">
                <a:solidFill>
                  <a:srgbClr val="202020"/>
                </a:solidFill>
                <a:latin typeface="Pretendard"/>
                <a:ea typeface="Pretendard"/>
                <a:cs typeface="Pretendard"/>
              </a:defRPr>
            </a:lvl5pPr>
            <a:lvl6pPr algn="l">
              <a:defRPr sz="2550" b="0">
                <a:solidFill>
                  <a:srgbClr val="202020"/>
                </a:solidFill>
                <a:latin typeface="Pretendard"/>
                <a:ea typeface="Pretendard"/>
                <a:cs typeface="Pretendard"/>
              </a:defRPr>
            </a:lvl6pPr>
            <a:lvl7pPr algn="l">
              <a:defRPr sz="2550" b="0">
                <a:solidFill>
                  <a:srgbClr val="202020"/>
                </a:solidFill>
                <a:latin typeface="Pretendard"/>
                <a:ea typeface="Pretendard"/>
                <a:cs typeface="Pretendard"/>
              </a:defRPr>
            </a:lvl7pPr>
            <a:lvl8pPr algn="l">
              <a:defRPr sz="2550" b="0">
                <a:solidFill>
                  <a:srgbClr val="202020"/>
                </a:solidFill>
                <a:latin typeface="Pretendard"/>
                <a:ea typeface="Pretendard"/>
                <a:cs typeface="Pretendard"/>
              </a:defRPr>
            </a:lvl8pPr>
            <a:lvl9pPr algn="l">
              <a:defRPr sz="2550" b="0">
                <a:solidFill>
                  <a:srgbClr val="202020"/>
                </a:solidFill>
                <a:latin typeface="Pretendard"/>
                <a:ea typeface="Pretendard"/>
                <a:cs typeface="Pretendard"/>
              </a:defRPr>
            </a:lvl9pPr>
          </a:lstStyle>
          <a:p xmlns:a="http://schemas.openxmlformats.org/drawingml/2006/main">
            <a:pPr algn="l">
              <a:defRPr sz="2550" b="0">
                <a:solidFill>
                  <a:srgbClr val="202020"/>
                </a:solidFill>
                <a:latin typeface="Pretendard"/>
                <a:ea typeface="Pretendard"/>
                <a:cs typeface="Pretendard"/>
              </a:defRPr>
            </a:pPr>
            <a:r>
              <a:rPr sz="2550" b="0">
                <a:solidFill>
                  <a:srgbClr val="202020"/>
                </a:solidFill>
                <a:latin typeface="Pretendard"/>
                <a:ea typeface="Pretendard"/>
                <a:cs typeface="Pretendard"/>
              </a:rPr>
              <a:t>· 총 열량 불변의 법칙이라고 부르기도 한다.</a:t>
            </a:r>
          </a:p>
        </p:txBody>
      </p:sp>
      <p:sp>
        <p:nvSpPr>
          <p:cNvPr id="12" name="text">
            <a:extLst xmlns:a="http://schemas.openxmlformats.org/drawingml/2006/main">
              <a:ext uri="{FF2B5EF4-FFF2-40B4-BE49-F238E27FC236}">
                <a16:creationId xmlns:a16="http://schemas.microsoft.com/office/drawing/2014/main" id="{98AF08A6-9325-48B1-9ACD-2C3034FC8B2E}"/>
              </a:ext>
            </a:extLst>
          </p:cNvPr>
          <p:cNvSpPr>
            <a:spLocks xmlns:a="http://schemas.openxmlformats.org/drawingml/2006/main" noGrp="1"/>
          </p:cNvSpPr>
          <p:nvPr/>
        </p:nvSpPr>
        <p:spPr>
          <a:xfrm xmlns:a="http://schemas.openxmlformats.org/drawingml/2006/main">
            <a:off x="3333750" y="7667625"/>
            <a:ext cx="1162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202020"/>
                </a:solidFill>
                <a:latin typeface="Pretendard"/>
                <a:ea typeface="Pretendard"/>
                <a:cs typeface="Pretendard"/>
              </a:defRPr>
            </a:defPPr>
            <a:lvl1pPr algn="l">
              <a:defRPr sz="2550" b="0">
                <a:solidFill>
                  <a:srgbClr val="202020"/>
                </a:solidFill>
                <a:latin typeface="Pretendard"/>
                <a:ea typeface="Pretendard"/>
                <a:cs typeface="Pretendard"/>
              </a:defRPr>
            </a:lvl1pPr>
            <a:lvl2pPr algn="l">
              <a:defRPr sz="2550" b="0">
                <a:solidFill>
                  <a:srgbClr val="202020"/>
                </a:solidFill>
                <a:latin typeface="Pretendard"/>
                <a:ea typeface="Pretendard"/>
                <a:cs typeface="Pretendard"/>
              </a:defRPr>
            </a:lvl2pPr>
            <a:lvl3pPr algn="l">
              <a:defRPr sz="2550" b="0">
                <a:solidFill>
                  <a:srgbClr val="202020"/>
                </a:solidFill>
                <a:latin typeface="Pretendard"/>
                <a:ea typeface="Pretendard"/>
                <a:cs typeface="Pretendard"/>
              </a:defRPr>
            </a:lvl3pPr>
            <a:lvl4pPr algn="l">
              <a:defRPr sz="2550" b="0">
                <a:solidFill>
                  <a:srgbClr val="202020"/>
                </a:solidFill>
                <a:latin typeface="Pretendard"/>
                <a:ea typeface="Pretendard"/>
                <a:cs typeface="Pretendard"/>
              </a:defRPr>
            </a:lvl4pPr>
            <a:lvl5pPr algn="l">
              <a:defRPr sz="2550" b="0">
                <a:solidFill>
                  <a:srgbClr val="202020"/>
                </a:solidFill>
                <a:latin typeface="Pretendard"/>
                <a:ea typeface="Pretendard"/>
                <a:cs typeface="Pretendard"/>
              </a:defRPr>
            </a:lvl5pPr>
            <a:lvl6pPr algn="l">
              <a:defRPr sz="2550" b="0">
                <a:solidFill>
                  <a:srgbClr val="202020"/>
                </a:solidFill>
                <a:latin typeface="Pretendard"/>
                <a:ea typeface="Pretendard"/>
                <a:cs typeface="Pretendard"/>
              </a:defRPr>
            </a:lvl6pPr>
            <a:lvl7pPr algn="l">
              <a:defRPr sz="2550" b="0">
                <a:solidFill>
                  <a:srgbClr val="202020"/>
                </a:solidFill>
                <a:latin typeface="Pretendard"/>
                <a:ea typeface="Pretendard"/>
                <a:cs typeface="Pretendard"/>
              </a:defRPr>
            </a:lvl7pPr>
            <a:lvl8pPr algn="l">
              <a:defRPr sz="2550" b="0">
                <a:solidFill>
                  <a:srgbClr val="202020"/>
                </a:solidFill>
                <a:latin typeface="Pretendard"/>
                <a:ea typeface="Pretendard"/>
                <a:cs typeface="Pretendard"/>
              </a:defRPr>
            </a:lvl8pPr>
            <a:lvl9pPr algn="l">
              <a:defRPr sz="2550" b="0">
                <a:solidFill>
                  <a:srgbClr val="202020"/>
                </a:solidFill>
                <a:latin typeface="Pretendard"/>
                <a:ea typeface="Pretendard"/>
                <a:cs typeface="Pretendard"/>
              </a:defRPr>
            </a:lvl9pPr>
          </a:lstStyle>
          <a:p xmlns:a="http://schemas.openxmlformats.org/drawingml/2006/main">
            <a:pPr algn="l">
              <a:defRPr sz="2550" b="0">
                <a:solidFill>
                  <a:srgbClr val="202020"/>
                </a:solidFill>
                <a:latin typeface="Pretendard"/>
                <a:ea typeface="Pretendard"/>
                <a:cs typeface="Pretendard"/>
              </a:defRPr>
            </a:pPr>
            <a:r>
              <a:t>· 직접 측정하기 어려운 반응의 </a:t>
            </a:r>
            <a:r>
              <a:t>Δ</a:t>
            </a:r>
            <a:r>
              <a:rPr i="1">
                <a:latin typeface="Pretendard"/>
                <a:ea typeface="Pretendard"/>
                <a:cs typeface="Pretendard"/>
              </a:rPr>
              <a:t>H</a:t>
            </a:r>
            <a:r>
              <a:t>도 간접적으로 구할 수 있다.</a:t>
            </a:r>
          </a:p>
        </p:txBody>
      </p:sp>
    </p:spTree>
    <p:extLst>
      <p:ext uri="{BB962C8B-B14F-4D97-AF65-F5344CB8AC3E}">
        <p14:creationId xmlns:p14="http://schemas.microsoft.com/office/powerpoint/2010/main" val="355251761"/>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E0049DE8-06FF-49D0-AD0C-97E8769C7A87}"/>
              </a:ext>
            </a:extLst>
          </p:cNvPr>
          <p:cNvPicPr>
            <a:picLocks xmlns:a="http://schemas.openxmlformats.org/drawingml/2006/main" noChangeAspect="1"/>
          </p:cNvPicPr>
          <p:nvPr/>
        </p:nvPicPr>
        <p:blipFill>
          <a:blip xmlns:r="http://schemas.openxmlformats.org/officeDocument/2006/relationships" xmlns:a="http://schemas.openxmlformats.org/drawingml/2006/main" r:embed="Rd22b829d2063453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8768E80-8EE2-4A7F-9A6C-6416D7BC397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2179BC1-0A28-4DF2-AA74-8ECC4D6A05B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718210F9-EE29-4AE9-9C2E-061A0034AB0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A5DCECA-F1C8-4925-B0D0-E17833732F7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1F98B14F-5717-4EE3-9639-B86DB3FF1110}"/>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799FE44A-0404-44DD-93BA-E2C5B2F74CAF}"/>
              </a:ext>
            </a:extLst>
          </p:cNvPr>
          <p:cNvPicPr>
            <a:picLocks xmlns:a="http://schemas.openxmlformats.org/drawingml/2006/main" noChangeAspect="1"/>
          </p:cNvPicPr>
          <p:nvPr/>
        </p:nvPicPr>
        <p:blipFill>
          <a:blip xmlns:r="http://schemas.openxmlformats.org/officeDocument/2006/relationships" xmlns:a="http://schemas.openxmlformats.org/drawingml/2006/main" r:embed="R511bdd96bf0f49d6"/>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5BB9826-B51D-4C3D-A2DA-B252ED8C1C3C}"/>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4AB2008A-EC05-4DFF-8055-EDF2FAB4F9D5}"/>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DC45B2B6-62CA-4B4A-82FD-D560190AA306}"/>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EAFA30DE-8F2E-40DC-980A-5D040CB48B7B}"/>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0630C23A-31BE-45EF-A639-263B0123B0E1}"/>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4C7AAC8E-C9FF-4443-B101-DA9C40B04A9B}"/>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19719556-6711-4038-843D-661B24121E99}"/>
              </a:ext>
            </a:extLst>
          </p:cNvPr>
          <p:cNvPicPr>
            <a:picLocks xmlns:a="http://schemas.openxmlformats.org/drawingml/2006/main" noChangeAspect="1"/>
          </p:cNvPicPr>
          <p:nvPr/>
        </p:nvPicPr>
        <p:blipFill>
          <a:blip xmlns:r="http://schemas.openxmlformats.org/officeDocument/2006/relationships" xmlns:a="http://schemas.openxmlformats.org/drawingml/2006/main" r:embed="Rdcd306a3d655460f"/>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462BB3D2-E453-478A-8C06-C5096C633CCA}"/>
              </a:ext>
            </a:extLst>
          </p:cNvPr>
          <p:cNvPicPr>
            <a:picLocks xmlns:a="http://schemas.openxmlformats.org/drawingml/2006/main" noChangeAspect="1"/>
          </p:cNvPicPr>
          <p:nvPr/>
        </p:nvPicPr>
        <p:blipFill>
          <a:blip xmlns:r="http://schemas.openxmlformats.org/officeDocument/2006/relationships" xmlns:a="http://schemas.openxmlformats.org/drawingml/2006/main" r:embed="R66943bc441a0415c"/>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E4092A8F-5D84-4F67-8B2F-5A3E9592C30F}"/>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EF54FFBC-DD43-4302-83AD-AFE37E2613FF}"/>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BE7C3D18-0F5A-4533-B89A-39D3C1C50267}"/>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5DD2C486-6AFA-4A6B-A94A-9E0CBCA842BB}"/>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6B751290-F8B5-4580-9B8D-2CFE81E1F7AB}"/>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5DBA564D-AC1B-4472-B469-D5FE3D8C3910}"/>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DAE7AE26-EF7C-47D5-9F74-8D7D70DEBC89}"/>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33C390D9-1867-43A1-B6F9-D7FF2FA0A121}"/>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Tree>
    <p:extLst>
      <p:ext uri="{BB962C8B-B14F-4D97-AF65-F5344CB8AC3E}">
        <p14:creationId xmlns:p14="http://schemas.microsoft.com/office/powerpoint/2010/main" val="195904356"/>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1A62BDB-69FD-4929-9CB6-FEF96FBF246D}"/>
              </a:ext>
            </a:extLst>
          </p:cNvPr>
          <p:cNvPicPr>
            <a:picLocks xmlns:a="http://schemas.openxmlformats.org/drawingml/2006/main" noChangeAspect="1"/>
          </p:cNvPicPr>
          <p:nvPr/>
        </p:nvPicPr>
        <p:blipFill>
          <a:blip xmlns:r="http://schemas.openxmlformats.org/officeDocument/2006/relationships" xmlns:a="http://schemas.openxmlformats.org/drawingml/2006/main" r:embed="R0658ac826e9c446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CBCAD47-4939-4E43-8C57-F9D09D57074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61DE293-EE81-4E32-9141-105318F1A9C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378E8F5E-5D67-496F-ACF0-0631AEBDDB3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A5D55ED-CBEE-4DAD-A05F-796DEF6BD72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CC2AED22-2A1D-46FA-AD63-B8FEE89FE6C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FA504DC2-877C-478D-A046-FAB277005C2F}"/>
              </a:ext>
            </a:extLst>
          </p:cNvPr>
          <p:cNvPicPr>
            <a:picLocks xmlns:a="http://schemas.openxmlformats.org/drawingml/2006/main" noChangeAspect="1"/>
          </p:cNvPicPr>
          <p:nvPr/>
        </p:nvPicPr>
        <p:blipFill>
          <a:blip xmlns:r="http://schemas.openxmlformats.org/officeDocument/2006/relationships" xmlns:a="http://schemas.openxmlformats.org/drawingml/2006/main" r:embed="Rb393e2fd946f4e4e"/>
          <a:stretch xmlns:a="http://schemas.openxmlformats.org/drawingml/2006/main"/>
        </p:blipFill>
        <p:spPr>
          <a:xfrm xmlns:a="http://schemas.openxmlformats.org/drawingml/2006/main">
            <a:off x="2887546" y="4762500"/>
            <a:ext cx="6131157" cy="4572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0E8D7F42-6196-4512-ADE7-F10BDBA050D8}"/>
              </a:ext>
            </a:extLst>
          </p:cNvPr>
          <p:cNvPicPr>
            <a:picLocks xmlns:a="http://schemas.openxmlformats.org/drawingml/2006/main" noChangeAspect="1"/>
          </p:cNvPicPr>
          <p:nvPr/>
        </p:nvPicPr>
        <p:blipFill>
          <a:blip xmlns:r="http://schemas.openxmlformats.org/officeDocument/2006/relationships" xmlns:a="http://schemas.openxmlformats.org/drawingml/2006/main" r:embed="R4a12beabe5214185"/>
          <a:stretch xmlns:a="http://schemas.openxmlformats.org/drawingml/2006/main"/>
        </p:blipFill>
        <p:spPr>
          <a:xfrm xmlns:a="http://schemas.openxmlformats.org/drawingml/2006/main">
            <a:off x="10191750" y="5920581"/>
            <a:ext cx="5905500" cy="2017713"/>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DE31B3DB-728F-468F-B33C-5338D18D7EDC}"/>
              </a:ext>
            </a:extLst>
          </p:cNvPr>
          <p:cNvSpPr>
            <a:spLocks xmlns:a="http://schemas.openxmlformats.org/drawingml/2006/main" noGrp="1"/>
          </p:cNvSpPr>
          <p:nvPr/>
        </p:nvSpPr>
        <p:spPr>
          <a:xfrm xmlns:a="http://schemas.openxmlformats.org/drawingml/2006/main">
            <a:off x="10191750" y="4619625"/>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직접 경로와 두 단계의 합</a:t>
            </a:r>
          </a:p>
        </p:txBody>
      </p:sp>
      <p:sp>
        <p:nvSpPr>
          <p:cNvPr id="12" name="text">
            <a:extLst xmlns:a="http://schemas.openxmlformats.org/drawingml/2006/main">
              <a:ext uri="{FF2B5EF4-FFF2-40B4-BE49-F238E27FC236}">
                <a16:creationId xmlns:a16="http://schemas.microsoft.com/office/drawing/2014/main" id="{1A26C687-F170-4C32-B134-62152F4A75A4}"/>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1021416092"/>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8BF62093-ACE6-4A00-92A3-AF8DA483F636}"/>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D9123A01-0F50-4F1B-AB53-A66A89A90F11}"/>
              </a:ext>
            </a:extLst>
          </p:cNvPr>
          <p:cNvPicPr>
            <a:picLocks xmlns:a="http://schemas.openxmlformats.org/drawingml/2006/main" noChangeAspect="1"/>
          </p:cNvPicPr>
          <p:nvPr/>
        </p:nvPicPr>
        <p:blipFill>
          <a:blip xmlns:r="http://schemas.openxmlformats.org/officeDocument/2006/relationships" xmlns:a="http://schemas.openxmlformats.org/drawingml/2006/main" r:embed="R0943c914b3684d1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9621E98-8B54-46A6-B937-A895208F2E0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21C2819-365F-45DD-971E-B2D2D5D567E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D49E5310-A9FD-48AD-B545-21AF9FE3B71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25679C8-3AB5-4794-BFE2-01C895E35A6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69506FBA-4D37-43D6-9A52-FDC39A5DFDA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EFCDA63D-C0FA-4475-B2FA-69BDD78EEE6A}"/>
              </a:ext>
            </a:extLst>
          </p:cNvPr>
          <p:cNvPicPr>
            <a:picLocks xmlns:a="http://schemas.openxmlformats.org/drawingml/2006/main" noChangeAspect="1"/>
          </p:cNvPicPr>
          <p:nvPr/>
        </p:nvPicPr>
        <p:blipFill>
          <a:blip xmlns:r="http://schemas.openxmlformats.org/officeDocument/2006/relationships" xmlns:a="http://schemas.openxmlformats.org/drawingml/2006/main" r:embed="R7d9ce0e411624bf8"/>
          <a:stretch xmlns:a="http://schemas.openxmlformats.org/drawingml/2006/main"/>
        </p:blipFill>
        <p:spPr>
          <a:xfrm xmlns:a="http://schemas.openxmlformats.org/drawingml/2006/main">
            <a:off x="4087237" y="4750793"/>
            <a:ext cx="10113525" cy="594913"/>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2293037-0233-45D0-A21E-2F7D03256ADD}"/>
              </a:ext>
            </a:extLst>
          </p:cNvPr>
          <p:cNvPicPr>
            <a:picLocks xmlns:a="http://schemas.openxmlformats.org/drawingml/2006/main" noChangeAspect="1"/>
          </p:cNvPicPr>
          <p:nvPr/>
        </p:nvPicPr>
        <p:blipFill>
          <a:blip xmlns:r="http://schemas.openxmlformats.org/officeDocument/2006/relationships" xmlns:a="http://schemas.openxmlformats.org/drawingml/2006/main" r:embed="Rcb16b468c2ba4a39"/>
          <a:stretch xmlns:a="http://schemas.openxmlformats.org/drawingml/2006/main"/>
        </p:blipFill>
        <p:spPr>
          <a:xfrm xmlns:a="http://schemas.openxmlformats.org/drawingml/2006/main">
            <a:off x="3492324" y="5838129"/>
            <a:ext cx="11303352" cy="610992"/>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B6F8F452-D801-4082-916E-5FF7B62C2F09}"/>
              </a:ext>
            </a:extLst>
          </p:cNvPr>
          <p:cNvPicPr>
            <a:picLocks xmlns:a="http://schemas.openxmlformats.org/drawingml/2006/main" noChangeAspect="1"/>
          </p:cNvPicPr>
          <p:nvPr/>
        </p:nvPicPr>
        <p:blipFill>
          <a:blip xmlns:r="http://schemas.openxmlformats.org/officeDocument/2006/relationships" xmlns:a="http://schemas.openxmlformats.org/drawingml/2006/main" r:embed="Re85bebe3e2754f16"/>
          <a:stretch xmlns:a="http://schemas.openxmlformats.org/drawingml/2006/main"/>
        </p:blipFill>
        <p:spPr>
          <a:xfrm xmlns:a="http://schemas.openxmlformats.org/drawingml/2006/main">
            <a:off x="4087237" y="7179668"/>
            <a:ext cx="10113525" cy="5949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E7CB3A6F-95AB-4930-968F-898044134885}"/>
              </a:ext>
            </a:extLst>
          </p:cNvPr>
          <p:cNvPicPr>
            <a:picLocks xmlns:a="http://schemas.openxmlformats.org/drawingml/2006/main" noChangeAspect="1"/>
          </p:cNvPicPr>
          <p:nvPr/>
        </p:nvPicPr>
        <p:blipFill>
          <a:blip xmlns:r="http://schemas.openxmlformats.org/officeDocument/2006/relationships" xmlns:a="http://schemas.openxmlformats.org/drawingml/2006/main" r:embed="R562c7bdbe6024fac"/>
          <a:stretch xmlns:a="http://schemas.openxmlformats.org/drawingml/2006/main"/>
        </p:blipFill>
        <p:spPr>
          <a:xfrm xmlns:a="http://schemas.openxmlformats.org/drawingml/2006/main">
            <a:off x="6786892" y="8477250"/>
            <a:ext cx="4714215" cy="809625"/>
          </a:xfrm>
          <a:prstGeom xmlns:a="http://schemas.openxmlformats.org/drawingml/2006/main" prst="rect">
            <a:avLst/>
          </a:prstGeom>
        </p:spPr>
      </p:pic>
    </p:spTree>
    <p:extLst>
      <p:ext uri="{BB962C8B-B14F-4D97-AF65-F5344CB8AC3E}">
        <p14:creationId xmlns:p14="http://schemas.microsoft.com/office/powerpoint/2010/main" val="536911673"/>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E761EB9B-A599-4CAE-9B86-0A5C7D44AA46}"/>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4066887B-CE5F-472B-8D8D-F40965D48C14}"/>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0ADB159B-7468-4290-ACCC-C81AF406A8FB}"/>
              </a:ext>
            </a:extLst>
          </p:cNvPr>
          <p:cNvPicPr>
            <a:picLocks xmlns:a="http://schemas.openxmlformats.org/drawingml/2006/main" noChangeAspect="1"/>
          </p:cNvPicPr>
          <p:nvPr/>
        </p:nvPicPr>
        <p:blipFill>
          <a:blip xmlns:r="http://schemas.openxmlformats.org/officeDocument/2006/relationships" xmlns:a="http://schemas.openxmlformats.org/drawingml/2006/main" r:embed="Rcec6e52e6fc4409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C8A3D9A-7456-4C71-8292-A5685BC2DB2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36C523A-CEC8-48B6-B6B5-D92A48C45B7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B9D0A34F-5086-4B0E-9BA6-D6D199958A0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B7B11AF-E364-4C4A-A47F-E9684799409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FA830DC5-5BEB-412C-A565-5CE4B797CA0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A9808D01-AB5F-4365-B6D4-DC653D2F25B1}"/>
              </a:ext>
            </a:extLst>
          </p:cNvPr>
          <p:cNvPicPr>
            <a:picLocks xmlns:a="http://schemas.openxmlformats.org/drawingml/2006/main" noChangeAspect="1"/>
          </p:cNvPicPr>
          <p:nvPr/>
        </p:nvPicPr>
        <p:blipFill>
          <a:blip xmlns:r="http://schemas.openxmlformats.org/officeDocument/2006/relationships" xmlns:a="http://schemas.openxmlformats.org/drawingml/2006/main" r:embed="R72ee76dcbc0d4736"/>
          <a:stretch xmlns:a="http://schemas.openxmlformats.org/drawingml/2006/main"/>
        </p:blipFill>
        <p:spPr>
          <a:xfrm xmlns:a="http://schemas.openxmlformats.org/drawingml/2006/main">
            <a:off x="4637072" y="4857750"/>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1F52712-F0FD-476B-922B-739743480939}"/>
              </a:ext>
            </a:extLst>
          </p:cNvPr>
          <p:cNvPicPr>
            <a:picLocks xmlns:a="http://schemas.openxmlformats.org/drawingml/2006/main" noChangeAspect="1"/>
          </p:cNvPicPr>
          <p:nvPr/>
        </p:nvPicPr>
        <p:blipFill>
          <a:blip xmlns:r="http://schemas.openxmlformats.org/officeDocument/2006/relationships" xmlns:a="http://schemas.openxmlformats.org/drawingml/2006/main" r:embed="R89dc76d6d73f4114"/>
          <a:stretch xmlns:a="http://schemas.openxmlformats.org/drawingml/2006/main"/>
        </p:blipFill>
        <p:spPr>
          <a:xfrm xmlns:a="http://schemas.openxmlformats.org/drawingml/2006/main">
            <a:off x="4637072" y="6715125"/>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ED5F2877-B26B-4E58-82D1-DEA5A5589683}"/>
              </a:ext>
            </a:extLst>
          </p:cNvPr>
          <p:cNvSpPr>
            <a:spLocks xmlns:a="http://schemas.openxmlformats.org/drawingml/2006/main" noGrp="1"/>
          </p:cNvSpPr>
          <p:nvPr/>
        </p:nvSpPr>
        <p:spPr>
          <a:xfrm xmlns:a="http://schemas.openxmlformats.org/drawingml/2006/main">
            <a:off x="2952750" y="414337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8EB46870-9CAF-47EA-962E-5DE86B2A603D}"/>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4D2C50D6-9F1C-493F-94B2-9B3C398B90D3}"/>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1420449372"/>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45EE929B-3436-4DEC-9ABB-2726784C105E}"/>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8F46FAD0-BCFA-4FE3-809B-B8DE7B2B84B9}"/>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3AE89856-9EE3-4EC5-A22C-B800A3745ACD}"/>
              </a:ext>
            </a:extLst>
          </p:cNvPr>
          <p:cNvPicPr>
            <a:picLocks xmlns:a="http://schemas.openxmlformats.org/drawingml/2006/main" noChangeAspect="1"/>
          </p:cNvPicPr>
          <p:nvPr/>
        </p:nvPicPr>
        <p:blipFill>
          <a:blip xmlns:r="http://schemas.openxmlformats.org/officeDocument/2006/relationships" xmlns:a="http://schemas.openxmlformats.org/drawingml/2006/main" r:embed="R4ab46c6bc5c340c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2239578-0BF9-4140-B6EA-D2BCB455310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E80E28B-6685-4AEA-A849-C65B0B491F2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0817B671-1F20-49E1-874F-88DA1FA2B73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0DC462E-6FAD-48FF-A004-C4572F674E5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1EAA3449-B449-46AB-9593-E820ACB56E3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0AB18C74-7427-410A-B5D8-3D1A84B36C67}"/>
              </a:ext>
            </a:extLst>
          </p:cNvPr>
          <p:cNvPicPr>
            <a:picLocks xmlns:a="http://schemas.openxmlformats.org/drawingml/2006/main" noChangeAspect="1"/>
          </p:cNvPicPr>
          <p:nvPr/>
        </p:nvPicPr>
        <p:blipFill>
          <a:blip xmlns:r="http://schemas.openxmlformats.org/officeDocument/2006/relationships" xmlns:a="http://schemas.openxmlformats.org/drawingml/2006/main" r:embed="R90b1aacc26f14403"/>
          <a:stretch xmlns:a="http://schemas.openxmlformats.org/drawingml/2006/main"/>
        </p:blipFill>
        <p:spPr>
          <a:xfrm xmlns:a="http://schemas.openxmlformats.org/drawingml/2006/main">
            <a:off x="3486645" y="4921384"/>
            <a:ext cx="11314711" cy="72998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88F176C-B0A7-48D3-8675-49B1745F76C1}"/>
              </a:ext>
            </a:extLst>
          </p:cNvPr>
          <p:cNvPicPr>
            <a:picLocks xmlns:a="http://schemas.openxmlformats.org/drawingml/2006/main" noChangeAspect="1"/>
          </p:cNvPicPr>
          <p:nvPr/>
        </p:nvPicPr>
        <p:blipFill>
          <a:blip xmlns:r="http://schemas.openxmlformats.org/officeDocument/2006/relationships" xmlns:a="http://schemas.openxmlformats.org/drawingml/2006/main" r:embed="R4cdd1af1ed724a4e"/>
          <a:stretch xmlns:a="http://schemas.openxmlformats.org/drawingml/2006/main"/>
        </p:blipFill>
        <p:spPr>
          <a:xfrm xmlns:a="http://schemas.openxmlformats.org/drawingml/2006/main">
            <a:off x="3286125" y="6783265"/>
            <a:ext cx="11715750" cy="720969"/>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51EF7C93-0607-4017-8D05-B59F36312BCF}"/>
              </a:ext>
            </a:extLst>
          </p:cNvPr>
          <p:cNvSpPr>
            <a:spLocks xmlns:a="http://schemas.openxmlformats.org/drawingml/2006/main" noGrp="1"/>
          </p:cNvSpPr>
          <p:nvPr/>
        </p:nvSpPr>
        <p:spPr>
          <a:xfrm xmlns:a="http://schemas.openxmlformats.org/drawingml/2006/main">
            <a:off x="2952750" y="414337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21405F0E-70F2-4BC3-9F0A-FF8F10426167}"/>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AFFACC0B-43E3-4F29-B59E-70966B565456}"/>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1672463405"/>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BFF03F2B-8D78-4255-A6AF-87855EDBF974}"/>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EA0BA180-0E62-4501-934B-03A25838F89D}"/>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D46438C5-61C8-4312-9494-13D24B11196D}"/>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E4165850-C120-468F-8E27-83B5065A27A9}"/>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F48AEAC9-BB88-461C-A012-E487A6E90B8B}"/>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441CA1F3-22F7-48FE-A49C-6F80CFB2EFC4}"/>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F3E68653-6D89-47A8-BFF9-477CB0D34FDA}"/>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D310E293-4F31-478E-83C9-B6E2341BB049}"/>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5281846F-314D-461C-B43D-41E9C8997FF6}"/>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ECD3DA43-75C6-413E-B3E8-E07796E7DDB7}"/>
              </a:ext>
            </a:extLst>
          </p:cNvPr>
          <p:cNvPicPr>
            <a:picLocks xmlns:a="http://schemas.openxmlformats.org/drawingml/2006/main" noChangeAspect="1"/>
          </p:cNvPicPr>
          <p:nvPr/>
        </p:nvPicPr>
        <p:blipFill>
          <a:blip xmlns:r="http://schemas.openxmlformats.org/officeDocument/2006/relationships" xmlns:a="http://schemas.openxmlformats.org/drawingml/2006/main" r:embed="R77e68e1450474ac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DF8B25C-0D7D-4C04-97D9-BECA293D828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C02BBA2-7215-4A36-A12A-31B375460EB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ADAE64E3-6EBA-4C81-B78F-39CA84C9DDE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3F4D118-5921-4472-B224-6C0EB64AD89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6C3A86E9-C31E-4E56-BDDB-B9522C704B0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AC0A6DDD-25AD-474A-821E-EC66A409B58C}"/>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BBBBBB"/>
                </a:solidFill>
                <a:latin typeface="Pretendard"/>
                <a:ea typeface="Pretendard"/>
                <a:cs typeface="Pretendard"/>
              </a:defRPr>
            </a:defPPr>
            <a:lvl1pPr algn="l">
              <a:defRPr sz="2100" b="1">
                <a:solidFill>
                  <a:srgbClr val="BBBBBB"/>
                </a:solidFill>
                <a:latin typeface="Pretendard"/>
                <a:ea typeface="Pretendard"/>
                <a:cs typeface="Pretendard"/>
              </a:defRPr>
            </a:lvl1pPr>
            <a:lvl2pPr algn="l">
              <a:defRPr sz="2100" b="1">
                <a:solidFill>
                  <a:srgbClr val="BBBBBB"/>
                </a:solidFill>
                <a:latin typeface="Pretendard"/>
                <a:ea typeface="Pretendard"/>
                <a:cs typeface="Pretendard"/>
              </a:defRPr>
            </a:lvl2pPr>
            <a:lvl3pPr algn="l">
              <a:defRPr sz="2100" b="1">
                <a:solidFill>
                  <a:srgbClr val="BBBBBB"/>
                </a:solidFill>
                <a:latin typeface="Pretendard"/>
                <a:ea typeface="Pretendard"/>
                <a:cs typeface="Pretendard"/>
              </a:defRPr>
            </a:lvl3pPr>
            <a:lvl4pPr algn="l">
              <a:defRPr sz="2100" b="1">
                <a:solidFill>
                  <a:srgbClr val="BBBBBB"/>
                </a:solidFill>
                <a:latin typeface="Pretendard"/>
                <a:ea typeface="Pretendard"/>
                <a:cs typeface="Pretendard"/>
              </a:defRPr>
            </a:lvl4pPr>
            <a:lvl5pPr algn="l">
              <a:defRPr sz="2100" b="1">
                <a:solidFill>
                  <a:srgbClr val="BBBBBB"/>
                </a:solidFill>
                <a:latin typeface="Pretendard"/>
                <a:ea typeface="Pretendard"/>
                <a:cs typeface="Pretendard"/>
              </a:defRPr>
            </a:lvl5pPr>
            <a:lvl6pPr algn="l">
              <a:defRPr sz="2100" b="1">
                <a:solidFill>
                  <a:srgbClr val="BBBBBB"/>
                </a:solidFill>
                <a:latin typeface="Pretendard"/>
                <a:ea typeface="Pretendard"/>
                <a:cs typeface="Pretendard"/>
              </a:defRPr>
            </a:lvl6pPr>
            <a:lvl7pPr algn="l">
              <a:defRPr sz="2100" b="1">
                <a:solidFill>
                  <a:srgbClr val="BBBBBB"/>
                </a:solidFill>
                <a:latin typeface="Pretendard"/>
                <a:ea typeface="Pretendard"/>
                <a:cs typeface="Pretendard"/>
              </a:defRPr>
            </a:lvl7pPr>
            <a:lvl8pPr algn="l">
              <a:defRPr sz="2100" b="1">
                <a:solidFill>
                  <a:srgbClr val="BBBBBB"/>
                </a:solidFill>
                <a:latin typeface="Pretendard"/>
                <a:ea typeface="Pretendard"/>
                <a:cs typeface="Pretendard"/>
              </a:defRPr>
            </a:lvl8pPr>
            <a:lvl9pPr algn="l">
              <a:defRPr sz="2100" b="1">
                <a:solidFill>
                  <a:srgbClr val="BBBBBB"/>
                </a:solidFill>
                <a:latin typeface="Pretendard"/>
                <a:ea typeface="Pretendard"/>
                <a:cs typeface="Pretendard"/>
              </a:defRPr>
            </a:lvl9pPr>
          </a:lstStyle>
          <a:p xmlns:a="http://schemas.openxmlformats.org/drawingml/2006/main">
            <a:pPr algn="l">
              <a:defRPr sz="2100" b="1">
                <a:solidFill>
                  <a:srgbClr val="BBBBBB"/>
                </a:solidFill>
                <a:latin typeface="Pretendard"/>
                <a:ea typeface="Pretendard"/>
                <a:cs typeface="Pretendard"/>
              </a:defRPr>
            </a:pPr>
            <a:r>
              <a:rPr sz="2100" b="1">
                <a:solidFill>
                  <a:srgbClr val="BBBBBB"/>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A2BF683A-6338-4CD1-A45B-3AB4B44C34AF}"/>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BBBBBB"/>
                </a:solidFill>
                <a:latin typeface="Pretendard"/>
                <a:ea typeface="Pretendard"/>
                <a:cs typeface="Pretendard"/>
              </a:defRPr>
            </a:defPPr>
            <a:lvl1pPr algn="l">
              <a:defRPr sz="2100" b="1">
                <a:solidFill>
                  <a:srgbClr val="BBBBBB"/>
                </a:solidFill>
                <a:latin typeface="Pretendard"/>
                <a:ea typeface="Pretendard"/>
                <a:cs typeface="Pretendard"/>
              </a:defRPr>
            </a:lvl1pPr>
            <a:lvl2pPr algn="l">
              <a:defRPr sz="2100" b="1">
                <a:solidFill>
                  <a:srgbClr val="BBBBBB"/>
                </a:solidFill>
                <a:latin typeface="Pretendard"/>
                <a:ea typeface="Pretendard"/>
                <a:cs typeface="Pretendard"/>
              </a:defRPr>
            </a:lvl2pPr>
            <a:lvl3pPr algn="l">
              <a:defRPr sz="2100" b="1">
                <a:solidFill>
                  <a:srgbClr val="BBBBBB"/>
                </a:solidFill>
                <a:latin typeface="Pretendard"/>
                <a:ea typeface="Pretendard"/>
                <a:cs typeface="Pretendard"/>
              </a:defRPr>
            </a:lvl3pPr>
            <a:lvl4pPr algn="l">
              <a:defRPr sz="2100" b="1">
                <a:solidFill>
                  <a:srgbClr val="BBBBBB"/>
                </a:solidFill>
                <a:latin typeface="Pretendard"/>
                <a:ea typeface="Pretendard"/>
                <a:cs typeface="Pretendard"/>
              </a:defRPr>
            </a:lvl4pPr>
            <a:lvl5pPr algn="l">
              <a:defRPr sz="2100" b="1">
                <a:solidFill>
                  <a:srgbClr val="BBBBBB"/>
                </a:solidFill>
                <a:latin typeface="Pretendard"/>
                <a:ea typeface="Pretendard"/>
                <a:cs typeface="Pretendard"/>
              </a:defRPr>
            </a:lvl5pPr>
            <a:lvl6pPr algn="l">
              <a:defRPr sz="2100" b="1">
                <a:solidFill>
                  <a:srgbClr val="BBBBBB"/>
                </a:solidFill>
                <a:latin typeface="Pretendard"/>
                <a:ea typeface="Pretendard"/>
                <a:cs typeface="Pretendard"/>
              </a:defRPr>
            </a:lvl6pPr>
            <a:lvl7pPr algn="l">
              <a:defRPr sz="2100" b="1">
                <a:solidFill>
                  <a:srgbClr val="BBBBBB"/>
                </a:solidFill>
                <a:latin typeface="Pretendard"/>
                <a:ea typeface="Pretendard"/>
                <a:cs typeface="Pretendard"/>
              </a:defRPr>
            </a:lvl7pPr>
            <a:lvl8pPr algn="l">
              <a:defRPr sz="2100" b="1">
                <a:solidFill>
                  <a:srgbClr val="BBBBBB"/>
                </a:solidFill>
                <a:latin typeface="Pretendard"/>
                <a:ea typeface="Pretendard"/>
                <a:cs typeface="Pretendard"/>
              </a:defRPr>
            </a:lvl8pPr>
            <a:lvl9pPr algn="l">
              <a:defRPr sz="2100" b="1">
                <a:solidFill>
                  <a:srgbClr val="BBBBBB"/>
                </a:solidFill>
                <a:latin typeface="Pretendard"/>
                <a:ea typeface="Pretendard"/>
                <a:cs typeface="Pretendard"/>
              </a:defRPr>
            </a:lvl9pPr>
          </a:lstStyle>
          <a:p xmlns:a="http://schemas.openxmlformats.org/drawingml/2006/main">
            <a:pPr algn="l">
              <a:defRPr sz="2100" b="1">
                <a:solidFill>
                  <a:srgbClr val="BBBBBB"/>
                </a:solidFill>
                <a:latin typeface="Pretendard"/>
                <a:ea typeface="Pretendard"/>
                <a:cs typeface="Pretendard"/>
              </a:defRPr>
            </a:pPr>
            <a:r>
              <a:rPr sz="2100" b="1">
                <a:solidFill>
                  <a:srgbClr val="BBBBBB"/>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42DF2A68-9A22-4EE7-9299-D427A69A0947}"/>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BBBBBB"/>
                </a:solidFill>
                <a:latin typeface="Pretendard"/>
                <a:ea typeface="Pretendard"/>
                <a:cs typeface="Pretendard"/>
              </a:defRPr>
            </a:defPPr>
            <a:lvl1pPr algn="l">
              <a:defRPr sz="2100" b="1">
                <a:solidFill>
                  <a:srgbClr val="BBBBBB"/>
                </a:solidFill>
                <a:latin typeface="Pretendard"/>
                <a:ea typeface="Pretendard"/>
                <a:cs typeface="Pretendard"/>
              </a:defRPr>
            </a:lvl1pPr>
            <a:lvl2pPr algn="l">
              <a:defRPr sz="2100" b="1">
                <a:solidFill>
                  <a:srgbClr val="BBBBBB"/>
                </a:solidFill>
                <a:latin typeface="Pretendard"/>
                <a:ea typeface="Pretendard"/>
                <a:cs typeface="Pretendard"/>
              </a:defRPr>
            </a:lvl2pPr>
            <a:lvl3pPr algn="l">
              <a:defRPr sz="2100" b="1">
                <a:solidFill>
                  <a:srgbClr val="BBBBBB"/>
                </a:solidFill>
                <a:latin typeface="Pretendard"/>
                <a:ea typeface="Pretendard"/>
                <a:cs typeface="Pretendard"/>
              </a:defRPr>
            </a:lvl3pPr>
            <a:lvl4pPr algn="l">
              <a:defRPr sz="2100" b="1">
                <a:solidFill>
                  <a:srgbClr val="BBBBBB"/>
                </a:solidFill>
                <a:latin typeface="Pretendard"/>
                <a:ea typeface="Pretendard"/>
                <a:cs typeface="Pretendard"/>
              </a:defRPr>
            </a:lvl4pPr>
            <a:lvl5pPr algn="l">
              <a:defRPr sz="2100" b="1">
                <a:solidFill>
                  <a:srgbClr val="BBBBBB"/>
                </a:solidFill>
                <a:latin typeface="Pretendard"/>
                <a:ea typeface="Pretendard"/>
                <a:cs typeface="Pretendard"/>
              </a:defRPr>
            </a:lvl5pPr>
            <a:lvl6pPr algn="l">
              <a:defRPr sz="2100" b="1">
                <a:solidFill>
                  <a:srgbClr val="BBBBBB"/>
                </a:solidFill>
                <a:latin typeface="Pretendard"/>
                <a:ea typeface="Pretendard"/>
                <a:cs typeface="Pretendard"/>
              </a:defRPr>
            </a:lvl6pPr>
            <a:lvl7pPr algn="l">
              <a:defRPr sz="2100" b="1">
                <a:solidFill>
                  <a:srgbClr val="BBBBBB"/>
                </a:solidFill>
                <a:latin typeface="Pretendard"/>
                <a:ea typeface="Pretendard"/>
                <a:cs typeface="Pretendard"/>
              </a:defRPr>
            </a:lvl7pPr>
            <a:lvl8pPr algn="l">
              <a:defRPr sz="2100" b="1">
                <a:solidFill>
                  <a:srgbClr val="BBBBBB"/>
                </a:solidFill>
                <a:latin typeface="Pretendard"/>
                <a:ea typeface="Pretendard"/>
                <a:cs typeface="Pretendard"/>
              </a:defRPr>
            </a:lvl8pPr>
            <a:lvl9pPr algn="l">
              <a:defRPr sz="2100" b="1">
                <a:solidFill>
                  <a:srgbClr val="BBBBBB"/>
                </a:solidFill>
                <a:latin typeface="Pretendard"/>
                <a:ea typeface="Pretendard"/>
                <a:cs typeface="Pretendard"/>
              </a:defRPr>
            </a:lvl9pPr>
          </a:lstStyle>
          <a:p xmlns:a="http://schemas.openxmlformats.org/drawingml/2006/main">
            <a:pPr algn="l">
              <a:defRPr sz="2100" b="1">
                <a:solidFill>
                  <a:srgbClr val="BBBBBB"/>
                </a:solidFill>
                <a:latin typeface="Pretendard"/>
                <a:ea typeface="Pretendard"/>
                <a:cs typeface="Pretendard"/>
              </a:defRPr>
            </a:pPr>
            <a:r>
              <a:rPr sz="2100" b="1">
                <a:solidFill>
                  <a:srgbClr val="BBBBBB"/>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4412229F-CF3E-4584-8A15-C42D2335FEA2}"/>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9BDF0B7E-898F-4681-A10D-7EDC3FC18508}"/>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E7287747-7A91-42E6-A1E0-617CEE7E519E}"/>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FB03DF1D-2F6F-45E9-AABC-82C939762438}"/>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4BCD080E-7139-4D61-AAA3-9161867F7371}"/>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969DF476-5909-4FA2-AD04-6277488D9DC5}"/>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00EF17D1-4E44-4718-9EDB-C38E21E6F4AE}"/>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F476794F-3CEE-4E3B-9791-42027D2B1222}"/>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DF909701-BBF4-41B7-9AAE-9F75E947F62E}"/>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1314163954"/>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6390A35-B97D-4E7D-B05B-922EBB2F48F6}"/>
              </a:ext>
            </a:extLst>
          </p:cNvPr>
          <p:cNvPicPr>
            <a:picLocks xmlns:a="http://schemas.openxmlformats.org/drawingml/2006/main" noChangeAspect="1"/>
          </p:cNvPicPr>
          <p:nvPr/>
        </p:nvPicPr>
        <p:blipFill>
          <a:blip xmlns:r="http://schemas.openxmlformats.org/officeDocument/2006/relationships" xmlns:a="http://schemas.openxmlformats.org/drawingml/2006/main" r:embed="Rb31cccae66f748b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22381EDB-7B59-4EC9-BD1E-43DCC0771A9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3FD09AE-0089-497D-99D5-F823B7914D9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3F40D091-1122-4214-9D03-EE290C8200C6}"/>
              </a:ext>
            </a:extLst>
          </p:cNvPr>
          <p:cNvPicPr>
            <a:picLocks xmlns:a="http://schemas.openxmlformats.org/drawingml/2006/main" noChangeAspect="1"/>
          </p:cNvPicPr>
          <p:nvPr/>
        </p:nvPicPr>
        <p:blipFill>
          <a:blip xmlns:r="http://schemas.openxmlformats.org/officeDocument/2006/relationships" xmlns:a="http://schemas.openxmlformats.org/drawingml/2006/main" r:embed="R3e28e6f8da0247d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AB545C55-BE42-4A9D-95F2-9560FC4FB37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C1FC19D9-ED7B-4CC6-920E-D12AB53925EE}"/>
              </a:ext>
            </a:extLst>
          </p:cNvPr>
          <p:cNvSpPr>
            <a:spLocks xmlns:a="http://schemas.openxmlformats.org/drawingml/2006/main" noGrp="1"/>
          </p:cNvSpPr>
          <p:nvPr/>
        </p:nvSpPr>
        <p:spPr>
          <a:xfrm xmlns:a="http://schemas.openxmlformats.org/drawingml/2006/main">
            <a:off x="1323975" y="28575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E1060C25-6FCE-4769-A1A4-D98FA4E4A53C}"/>
              </a:ext>
            </a:extLst>
          </p:cNvPr>
          <p:cNvSpPr>
            <a:spLocks xmlns:a="http://schemas.openxmlformats.org/drawingml/2006/main" noGrp="1"/>
          </p:cNvSpPr>
          <p:nvPr/>
        </p:nvSpPr>
        <p:spPr>
          <a:xfrm xmlns:a="http://schemas.openxmlformats.org/drawingml/2006/main">
            <a:off x="1323975" y="3810000"/>
            <a:ext cx="1428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FFFFFF"/>
                </a:solidFill>
                <a:latin typeface="Pretendard"/>
                <a:ea typeface="Pretendard"/>
                <a:cs typeface="Pretendard"/>
              </a:defRPr>
            </a:defPPr>
            <a:lvl1pPr algn="l">
              <a:defRPr sz="6000" b="1">
                <a:solidFill>
                  <a:srgbClr val="FFFFFF"/>
                </a:solidFill>
                <a:latin typeface="Pretendard"/>
                <a:ea typeface="Pretendard"/>
                <a:cs typeface="Pretendard"/>
              </a:defRPr>
            </a:lvl1pPr>
            <a:lvl2pPr algn="l">
              <a:defRPr sz="6000" b="1">
                <a:solidFill>
                  <a:srgbClr val="FFFFFF"/>
                </a:solidFill>
                <a:latin typeface="Pretendard"/>
                <a:ea typeface="Pretendard"/>
                <a:cs typeface="Pretendard"/>
              </a:defRPr>
            </a:lvl2pPr>
            <a:lvl3pPr algn="l">
              <a:defRPr sz="6000" b="1">
                <a:solidFill>
                  <a:srgbClr val="FFFFFF"/>
                </a:solidFill>
                <a:latin typeface="Pretendard"/>
                <a:ea typeface="Pretendard"/>
                <a:cs typeface="Pretendard"/>
              </a:defRPr>
            </a:lvl3pPr>
            <a:lvl4pPr algn="l">
              <a:defRPr sz="6000" b="1">
                <a:solidFill>
                  <a:srgbClr val="FFFFFF"/>
                </a:solidFill>
                <a:latin typeface="Pretendard"/>
                <a:ea typeface="Pretendard"/>
                <a:cs typeface="Pretendard"/>
              </a:defRPr>
            </a:lvl4pPr>
            <a:lvl5pPr algn="l">
              <a:defRPr sz="6000" b="1">
                <a:solidFill>
                  <a:srgbClr val="FFFFFF"/>
                </a:solidFill>
                <a:latin typeface="Pretendard"/>
                <a:ea typeface="Pretendard"/>
                <a:cs typeface="Pretendard"/>
              </a:defRPr>
            </a:lvl5pPr>
            <a:lvl6pPr algn="l">
              <a:defRPr sz="6000" b="1">
                <a:solidFill>
                  <a:srgbClr val="FFFFFF"/>
                </a:solidFill>
                <a:latin typeface="Pretendard"/>
                <a:ea typeface="Pretendard"/>
                <a:cs typeface="Pretendard"/>
              </a:defRPr>
            </a:lvl6pPr>
            <a:lvl7pPr algn="l">
              <a:defRPr sz="6000" b="1">
                <a:solidFill>
                  <a:srgbClr val="FFFFFF"/>
                </a:solidFill>
                <a:latin typeface="Pretendard"/>
                <a:ea typeface="Pretendard"/>
                <a:cs typeface="Pretendard"/>
              </a:defRPr>
            </a:lvl7pPr>
            <a:lvl8pPr algn="l">
              <a:defRPr sz="6000" b="1">
                <a:solidFill>
                  <a:srgbClr val="FFFFFF"/>
                </a:solidFill>
                <a:latin typeface="Pretendard"/>
                <a:ea typeface="Pretendard"/>
                <a:cs typeface="Pretendard"/>
              </a:defRPr>
            </a:lvl8pPr>
            <a:lvl9pPr algn="l">
              <a:defRPr sz="6000" b="1">
                <a:solidFill>
                  <a:srgbClr val="FFFFFF"/>
                </a:solidFill>
                <a:latin typeface="Pretendard"/>
                <a:ea typeface="Pretendard"/>
                <a:cs typeface="Pretendard"/>
              </a:defRPr>
            </a:lvl9pPr>
          </a:lstStyle>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82CB3A45-17D2-4167-9F8D-A40CC16A9E16}"/>
              </a:ext>
            </a:extLst>
          </p:cNvPr>
          <p:cNvSpPr>
            <a:spLocks xmlns:a="http://schemas.openxmlformats.org/drawingml/2006/main" noGrp="1"/>
          </p:cNvSpPr>
          <p:nvPr/>
        </p:nvSpPr>
        <p:spPr>
          <a:xfrm xmlns:a="http://schemas.openxmlformats.org/drawingml/2006/main">
            <a:off x="1362075" y="6286500"/>
            <a:ext cx="1524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FFFFFF"/>
                </a:solidFill>
                <a:latin typeface="Pretendard"/>
                <a:ea typeface="Pretendard"/>
                <a:cs typeface="Pretendard"/>
              </a:defRPr>
            </a:defPPr>
            <a:lvl1pPr algn="l">
              <a:defRPr sz="2550" b="0">
                <a:solidFill>
                  <a:srgbClr val="FFFFFF"/>
                </a:solidFill>
                <a:latin typeface="Pretendard"/>
                <a:ea typeface="Pretendard"/>
                <a:cs typeface="Pretendard"/>
              </a:defRPr>
            </a:lvl1pPr>
            <a:lvl2pPr algn="l">
              <a:defRPr sz="2550" b="0">
                <a:solidFill>
                  <a:srgbClr val="FFFFFF"/>
                </a:solidFill>
                <a:latin typeface="Pretendard"/>
                <a:ea typeface="Pretendard"/>
                <a:cs typeface="Pretendard"/>
              </a:defRPr>
            </a:lvl2pPr>
            <a:lvl3pPr algn="l">
              <a:defRPr sz="2550" b="0">
                <a:solidFill>
                  <a:srgbClr val="FFFFFF"/>
                </a:solidFill>
                <a:latin typeface="Pretendard"/>
                <a:ea typeface="Pretendard"/>
                <a:cs typeface="Pretendard"/>
              </a:defRPr>
            </a:lvl3pPr>
            <a:lvl4pPr algn="l">
              <a:defRPr sz="2550" b="0">
                <a:solidFill>
                  <a:srgbClr val="FFFFFF"/>
                </a:solidFill>
                <a:latin typeface="Pretendard"/>
                <a:ea typeface="Pretendard"/>
                <a:cs typeface="Pretendard"/>
              </a:defRPr>
            </a:lvl4pPr>
            <a:lvl5pPr algn="l">
              <a:defRPr sz="2550" b="0">
                <a:solidFill>
                  <a:srgbClr val="FFFFFF"/>
                </a:solidFill>
                <a:latin typeface="Pretendard"/>
                <a:ea typeface="Pretendard"/>
                <a:cs typeface="Pretendard"/>
              </a:defRPr>
            </a:lvl5pPr>
            <a:lvl6pPr algn="l">
              <a:defRPr sz="2550" b="0">
                <a:solidFill>
                  <a:srgbClr val="FFFFFF"/>
                </a:solidFill>
                <a:latin typeface="Pretendard"/>
                <a:ea typeface="Pretendard"/>
                <a:cs typeface="Pretendard"/>
              </a:defRPr>
            </a:lvl6pPr>
            <a:lvl7pPr algn="l">
              <a:defRPr sz="2550" b="0">
                <a:solidFill>
                  <a:srgbClr val="FFFFFF"/>
                </a:solidFill>
                <a:latin typeface="Pretendard"/>
                <a:ea typeface="Pretendard"/>
                <a:cs typeface="Pretendard"/>
              </a:defRPr>
            </a:lvl7pPr>
            <a:lvl8pPr algn="l">
              <a:defRPr sz="2550" b="0">
                <a:solidFill>
                  <a:srgbClr val="FFFFFF"/>
                </a:solidFill>
                <a:latin typeface="Pretendard"/>
                <a:ea typeface="Pretendard"/>
                <a:cs typeface="Pretendard"/>
              </a:defRPr>
            </a:lvl8pPr>
            <a:lvl9pPr algn="l">
              <a:defRPr sz="2550" b="0">
                <a:solidFill>
                  <a:srgbClr val="FFFFFF"/>
                </a:solidFill>
                <a:latin typeface="Pretendard"/>
                <a:ea typeface="Pretendard"/>
                <a:cs typeface="Pretendard"/>
              </a:defRPr>
            </a:lvl9pPr>
          </a:lstStyle>
          <a:p xmlns:a="http://schemas.openxmlformats.org/drawingml/2006/main">
            <a:pPr algn="l">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560099608"/>
      </p:ext>
    </p:extLst>
  </p:cSld>
</p:sld>
</file>

<file path=ppt/slides/slide14.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C73280B4-FB93-441A-ABA9-7C8F31789889}"/>
              </a:ext>
            </a:extLst>
          </p:cNvPr>
          <p:cNvPicPr>
            <a:picLocks xmlns:a="http://schemas.openxmlformats.org/drawingml/2006/main" noChangeAspect="1"/>
          </p:cNvPicPr>
          <p:nvPr/>
        </p:nvPicPr>
        <p:blipFill>
          <a:blip xmlns:r="http://schemas.openxmlformats.org/officeDocument/2006/relationships" xmlns:a="http://schemas.openxmlformats.org/drawingml/2006/main" r:embed="R5a34e2e2fbef4b0d"/>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93EF5B55-12A5-498E-A48D-7DD7C91CEF95}"/>
              </a:ext>
            </a:extLst>
          </p:cNvPr>
          <p:cNvPicPr>
            <a:picLocks xmlns:a="http://schemas.openxmlformats.org/drawingml/2006/main" noChangeAspect="1"/>
          </p:cNvPicPr>
          <p:nvPr/>
        </p:nvPicPr>
        <p:blipFill>
          <a:blip xmlns:r="http://schemas.openxmlformats.org/officeDocument/2006/relationships" xmlns:a="http://schemas.openxmlformats.org/drawingml/2006/main" r:embed="Rc1089ffe72b34ab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D7B160C-E4C7-4FFA-A7D0-074A4BBAF0F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90504D4-D005-4CA4-B218-04DC5BCE600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DD15E435-D746-4D2E-B0A8-1815511F7648}"/>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FC0DE34-0C5A-47C1-A234-A4D8BC290691}"/>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B833FDDA-DBF5-486C-9F4A-006047F9E97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F8C89FA1-6A37-4ADC-BA04-FEF00B450169}"/>
              </a:ext>
            </a:extLst>
          </p:cNvPr>
          <p:cNvPicPr>
            <a:picLocks xmlns:a="http://schemas.openxmlformats.org/drawingml/2006/main" noChangeAspect="1"/>
          </p:cNvPicPr>
          <p:nvPr/>
        </p:nvPicPr>
        <p:blipFill>
          <a:blip xmlns:r="http://schemas.openxmlformats.org/officeDocument/2006/relationships" xmlns:a="http://schemas.openxmlformats.org/drawingml/2006/main" r:embed="R9e128ee79d464576"/>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E85CB0F7-D826-4B02-B541-A666B01560EA}"/>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8589E7DA-6DE7-49A9-A043-7D7D8CE28EA9}"/>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20EFAF7F-45F8-4B09-A479-AA3BB7B1A7F3}"/>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D560D190-7B5B-4A53-A36E-AA6F6D79FF5A}"/>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63A7732D-DCB4-4B75-8783-F40398A9155D}"/>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C4B79988-E6E0-407A-B70E-7DA2633B18B6}"/>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D7AD0B58-92BD-4AD4-BAC7-3223B21DA1C5}"/>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95778FD5-42BC-45EC-B8A6-CA8FA87CCEDB}"/>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B44D9AAF-3B57-4E9A-9677-6AD7CEF39E8E}"/>
              </a:ext>
            </a:extLst>
          </p:cNvPr>
          <p:cNvSpPr>
            <a:spLocks xmlns:a="http://schemas.openxmlformats.org/drawingml/2006/main" noGrp="1"/>
          </p:cNvSpPr>
          <p:nvPr/>
        </p:nvSpPr>
        <p:spPr>
          <a:xfrm xmlns:a="http://schemas.openxmlformats.org/drawingml/2006/main">
            <a:off x="2143125" y="82486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2458624D-7245-46EC-8251-8654AC616C1A}"/>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8E081ABE-F73D-4320-8418-3B6BBDDDE3BD}"/>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A82A39A0-FBD4-4D1C-9D33-4A4588BD0792}"/>
              </a:ext>
            </a:extLst>
          </p:cNvPr>
          <p:cNvSpPr>
            <a:spLocks xmlns:a="http://schemas.openxmlformats.org/drawingml/2006/main" noGrp="1"/>
          </p:cNvSpPr>
          <p:nvPr/>
        </p:nvSpPr>
        <p:spPr>
          <a:xfrm xmlns:a="http://schemas.openxmlformats.org/drawingml/2006/main">
            <a:off x="10239375" y="82486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515876665"/>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858548AF-46DF-4538-A746-CFDE3C5C4921}"/>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7064B2D-C299-43CA-A065-8F9583B67072}"/>
              </a:ext>
            </a:extLst>
          </p:cNvPr>
          <p:cNvPicPr>
            <a:picLocks xmlns:a="http://schemas.openxmlformats.org/drawingml/2006/main" noChangeAspect="1"/>
          </p:cNvPicPr>
          <p:nvPr/>
        </p:nvPicPr>
        <p:blipFill>
          <a:blip xmlns:r="http://schemas.openxmlformats.org/officeDocument/2006/relationships" xmlns:a="http://schemas.openxmlformats.org/drawingml/2006/main" r:embed="Rd5e81533ada8497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A6BBC15-636C-462C-A7F0-4D337D500B5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30B2206-D339-4782-9241-C525D1C8DB4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4E56A52F-BDC6-4499-8D84-47C609E7864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6D1C73D-AC34-4694-932A-053A5B10DEA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122083E-5418-4C80-B654-BB1C609A429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2FEA1AED-CC9D-431A-AFD1-694BAA5AAECF}"/>
              </a:ext>
            </a:extLst>
          </p:cNvPr>
          <p:cNvPicPr>
            <a:picLocks xmlns:a="http://schemas.openxmlformats.org/drawingml/2006/main" noChangeAspect="1"/>
          </p:cNvPicPr>
          <p:nvPr/>
        </p:nvPicPr>
        <p:blipFill>
          <a:blip xmlns:r="http://schemas.openxmlformats.org/officeDocument/2006/relationships" xmlns:a="http://schemas.openxmlformats.org/drawingml/2006/main" r:embed="Rbcf18ff25de74398"/>
          <a:stretch xmlns:a="http://schemas.openxmlformats.org/drawingml/2006/main"/>
        </p:blipFill>
        <p:spPr>
          <a:xfrm xmlns:a="http://schemas.openxmlformats.org/drawingml/2006/main">
            <a:off x="4933613" y="4857750"/>
            <a:ext cx="8420774" cy="8572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B6066BD-8FFD-43EE-9903-24CDB319A684}"/>
              </a:ext>
            </a:extLst>
          </p:cNvPr>
          <p:cNvPicPr>
            <a:picLocks xmlns:a="http://schemas.openxmlformats.org/drawingml/2006/main" noChangeAspect="1"/>
          </p:cNvPicPr>
          <p:nvPr/>
        </p:nvPicPr>
        <p:blipFill>
          <a:blip xmlns:r="http://schemas.openxmlformats.org/officeDocument/2006/relationships" xmlns:a="http://schemas.openxmlformats.org/drawingml/2006/main" r:embed="R15d2350998a043f6"/>
          <a:stretch xmlns:a="http://schemas.openxmlformats.org/drawingml/2006/main"/>
        </p:blipFill>
        <p:spPr>
          <a:xfrm xmlns:a="http://schemas.openxmlformats.org/drawingml/2006/main">
            <a:off x="4345676" y="6946928"/>
            <a:ext cx="9596648" cy="58414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2B52A0C-6F02-4645-B008-665811EAEC56}"/>
              </a:ext>
            </a:extLst>
          </p:cNvPr>
          <p:cNvPicPr>
            <a:picLocks xmlns:a="http://schemas.openxmlformats.org/drawingml/2006/main" noChangeAspect="1"/>
          </p:cNvPicPr>
          <p:nvPr/>
        </p:nvPicPr>
        <p:blipFill>
          <a:blip xmlns:r="http://schemas.openxmlformats.org/officeDocument/2006/relationships" xmlns:a="http://schemas.openxmlformats.org/drawingml/2006/main" r:embed="R2a36c6f2f527407b"/>
          <a:stretch xmlns:a="http://schemas.openxmlformats.org/drawingml/2006/main"/>
        </p:blipFill>
        <p:spPr>
          <a:xfrm xmlns:a="http://schemas.openxmlformats.org/drawingml/2006/main">
            <a:off x="4345676" y="7810500"/>
            <a:ext cx="9596648"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9D08063C-03B6-4325-8C80-579D9503B657}"/>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6A4EADFB-2F92-4206-836D-FA10BC176759}"/>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1888620439"/>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BF411BB-3C6E-4423-B6C4-5DF7C7A026AD}"/>
              </a:ext>
            </a:extLst>
          </p:cNvPr>
          <p:cNvPicPr>
            <a:picLocks xmlns:a="http://schemas.openxmlformats.org/drawingml/2006/main" noChangeAspect="1"/>
          </p:cNvPicPr>
          <p:nvPr/>
        </p:nvPicPr>
        <p:blipFill>
          <a:blip xmlns:r="http://schemas.openxmlformats.org/officeDocument/2006/relationships" xmlns:a="http://schemas.openxmlformats.org/drawingml/2006/main" r:embed="Rd3a62a8c0d6848b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E9C6027-855C-4341-9DC6-F4342ADFC40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13E282D-B3FB-4D48-8660-2356FF36AC1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E375F5C7-DA78-477F-95B9-0257F66F81F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20DB878-1658-404F-A91A-232C16C3C26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6328C22-1086-401E-B148-B5680E28047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EC1E00CB-8B91-4965-AB3A-32D2D8F5A17A}"/>
              </a:ext>
            </a:extLst>
          </p:cNvPr>
          <p:cNvPicPr>
            <a:picLocks xmlns:a="http://schemas.openxmlformats.org/drawingml/2006/main" noChangeAspect="1"/>
          </p:cNvPicPr>
          <p:nvPr/>
        </p:nvPicPr>
        <p:blipFill>
          <a:blip xmlns:r="http://schemas.openxmlformats.org/officeDocument/2006/relationships" xmlns:a="http://schemas.openxmlformats.org/drawingml/2006/main" r:embed="R13e040fa975543e2"/>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73ABD1CD-0498-4643-A075-2176940543CC}"/>
              </a:ext>
            </a:extLst>
          </p:cNvPr>
          <p:cNvPicPr>
            <a:picLocks xmlns:a="http://schemas.openxmlformats.org/drawingml/2006/main" noChangeAspect="1"/>
          </p:cNvPicPr>
          <p:nvPr/>
        </p:nvPicPr>
        <p:blipFill>
          <a:blip xmlns:r="http://schemas.openxmlformats.org/officeDocument/2006/relationships" xmlns:a="http://schemas.openxmlformats.org/drawingml/2006/main" r:embed="Rbe7a847c7f5d4aa9"/>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5F77A7D0-C065-4F54-8D8F-C2904533FFD3}"/>
              </a:ext>
            </a:extLst>
          </p:cNvPr>
          <p:cNvSpPr>
            <a:spLocks xmlns:a="http://schemas.openxmlformats.org/drawingml/2006/main" noGrp="1"/>
          </p:cNvSpPr>
          <p:nvPr/>
        </p:nvSpPr>
        <p:spPr>
          <a:xfrm xmlns:a="http://schemas.openxmlformats.org/drawingml/2006/main">
            <a:off x="2667000" y="7667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두 반응식을 빼면 양쪽의 이산화 탄소가 소거된다.</a:t>
            </a:r>
          </a:p>
        </p:txBody>
      </p:sp>
    </p:spTree>
    <p:extLst>
      <p:ext uri="{BB962C8B-B14F-4D97-AF65-F5344CB8AC3E}">
        <p14:creationId xmlns:p14="http://schemas.microsoft.com/office/powerpoint/2010/main" val="739097651"/>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5F82F11-CA83-4488-9403-BADAE20F6626}"/>
              </a:ext>
            </a:extLst>
          </p:cNvPr>
          <p:cNvPicPr>
            <a:picLocks xmlns:a="http://schemas.openxmlformats.org/drawingml/2006/main" noChangeAspect="1"/>
          </p:cNvPicPr>
          <p:nvPr/>
        </p:nvPicPr>
        <p:blipFill>
          <a:blip xmlns:r="http://schemas.openxmlformats.org/officeDocument/2006/relationships" xmlns:a="http://schemas.openxmlformats.org/drawingml/2006/main" r:embed="R1bcbfa60083d430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9982FBA-3D35-41D5-BFD0-2688DBFA433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ECECE85-98E6-4DB6-9C8F-9CABCE24230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E678E0D8-83B2-42AE-9476-CE826F98942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D603E53-8AF9-475B-83DE-FD18EFECEF7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601D519-3E1D-4388-84A5-30137784B53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308BE838-14F9-40AA-A1D8-F6280B677CA3}"/>
              </a:ext>
            </a:extLst>
          </p:cNvPr>
          <p:cNvPicPr>
            <a:picLocks xmlns:a="http://schemas.openxmlformats.org/drawingml/2006/main" noChangeAspect="1"/>
          </p:cNvPicPr>
          <p:nvPr/>
        </p:nvPicPr>
        <p:blipFill>
          <a:blip xmlns:r="http://schemas.openxmlformats.org/officeDocument/2006/relationships" xmlns:a="http://schemas.openxmlformats.org/drawingml/2006/main" r:embed="Ra14b5da6a0db47b2"/>
          <a:stretch xmlns:a="http://schemas.openxmlformats.org/drawingml/2006/main"/>
        </p:blipFill>
        <p:spPr>
          <a:xfrm xmlns:a="http://schemas.openxmlformats.org/drawingml/2006/main">
            <a:off x="3812529" y="4723726"/>
            <a:ext cx="10662942" cy="64904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1CF679A-5762-4BB5-8E93-57E8FF96C02C}"/>
              </a:ext>
            </a:extLst>
          </p:cNvPr>
          <p:cNvPicPr>
            <a:picLocks xmlns:a="http://schemas.openxmlformats.org/drawingml/2006/main" noChangeAspect="1"/>
          </p:cNvPicPr>
          <p:nvPr/>
        </p:nvPicPr>
        <p:blipFill>
          <a:blip xmlns:r="http://schemas.openxmlformats.org/officeDocument/2006/relationships" xmlns:a="http://schemas.openxmlformats.org/drawingml/2006/main" r:embed="R14cb63974e3440a5"/>
          <a:stretch xmlns:a="http://schemas.openxmlformats.org/drawingml/2006/main"/>
        </p:blipFill>
        <p:spPr>
          <a:xfrm xmlns:a="http://schemas.openxmlformats.org/drawingml/2006/main">
            <a:off x="3812529" y="5810250"/>
            <a:ext cx="10662942"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2133B575-4EC9-4C82-A807-CBFC27A9EF2B}"/>
              </a:ext>
            </a:extLst>
          </p:cNvPr>
          <p:cNvPicPr>
            <a:picLocks xmlns:a="http://schemas.openxmlformats.org/drawingml/2006/main" noChangeAspect="1"/>
          </p:cNvPicPr>
          <p:nvPr/>
        </p:nvPicPr>
        <p:blipFill>
          <a:blip xmlns:r="http://schemas.openxmlformats.org/officeDocument/2006/relationships" xmlns:a="http://schemas.openxmlformats.org/drawingml/2006/main" r:embed="R11f2cdf95bd641f0"/>
          <a:stretch xmlns:a="http://schemas.openxmlformats.org/drawingml/2006/main"/>
        </p:blipFill>
        <p:spPr>
          <a:xfrm xmlns:a="http://schemas.openxmlformats.org/drawingml/2006/main">
            <a:off x="6307272" y="7693816"/>
            <a:ext cx="5673456" cy="1376369"/>
          </a:xfrm>
          <a:prstGeom xmlns:a="http://schemas.openxmlformats.org/drawingml/2006/main" prst="rect">
            <a:avLst/>
          </a:prstGeom>
        </p:spPr>
      </p:pic>
    </p:spTree>
    <p:extLst>
      <p:ext uri="{BB962C8B-B14F-4D97-AF65-F5344CB8AC3E}">
        <p14:creationId xmlns:p14="http://schemas.microsoft.com/office/powerpoint/2010/main" val="1606136556"/>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0E3EC10-991E-4FC3-B665-E805B82E6B16}"/>
              </a:ext>
            </a:extLst>
          </p:cNvPr>
          <p:cNvPicPr>
            <a:picLocks xmlns:a="http://schemas.openxmlformats.org/drawingml/2006/main" noChangeAspect="1"/>
          </p:cNvPicPr>
          <p:nvPr/>
        </p:nvPicPr>
        <p:blipFill>
          <a:blip xmlns:r="http://schemas.openxmlformats.org/officeDocument/2006/relationships" xmlns:a="http://schemas.openxmlformats.org/drawingml/2006/main" r:embed="R5a2f39cac9034004"/>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F6F619E5-716E-4159-9A44-17596BE98A30}"/>
              </a:ext>
            </a:extLst>
          </p:cNvPr>
          <p:cNvPicPr>
            <a:picLocks xmlns:a="http://schemas.openxmlformats.org/drawingml/2006/main" noChangeAspect="1"/>
          </p:cNvPicPr>
          <p:nvPr/>
        </p:nvPicPr>
        <p:blipFill>
          <a:blip xmlns:r="http://schemas.openxmlformats.org/officeDocument/2006/relationships" xmlns:a="http://schemas.openxmlformats.org/drawingml/2006/main" r:embed="R0c3c53b9a0cc462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B85CCA4-BCD4-40DB-88AF-F0584CB7AAD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8FC7A83-A575-4D4F-8063-3836615BB55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354BA1BF-AE97-404C-8B06-7CABD00AF91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18C1073-8FA5-46C1-A610-E6496CB7D63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F688DA8-104D-48C3-8335-2A346324822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1EDEE6DE-52C4-4448-8642-3D66D05FEEF9}"/>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EA8F065E-7121-4225-B369-9A9E67EF4415}"/>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CCEACEA3-F776-4270-9616-E45C2AB92650}"/>
              </a:ext>
            </a:extLst>
          </p:cNvPr>
          <p:cNvPicPr>
            <a:picLocks xmlns:a="http://schemas.openxmlformats.org/drawingml/2006/main" noChangeAspect="1"/>
          </p:cNvPicPr>
          <p:nvPr/>
        </p:nvPicPr>
        <p:blipFill>
          <a:blip xmlns:r="http://schemas.openxmlformats.org/officeDocument/2006/relationships" xmlns:a="http://schemas.openxmlformats.org/drawingml/2006/main" r:embed="Rc72b22af9bd24ab4"/>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9A1DC0E4-BB67-4BF2-9957-34E50DE2B136}"/>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17E02BA1-3E4C-410C-A492-BBAD4A6C4723}"/>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51BF289A-96A4-4F3E-BE8B-B0CDD00A1EBD}"/>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F2241BE2-0B64-42EB-BF8F-47D14B5415A2}"/>
              </a:ext>
            </a:extLst>
          </p:cNvPr>
          <p:cNvPicPr>
            <a:picLocks xmlns:a="http://schemas.openxmlformats.org/drawingml/2006/main" noChangeAspect="1"/>
          </p:cNvPicPr>
          <p:nvPr/>
        </p:nvPicPr>
        <p:blipFill>
          <a:blip xmlns:r="http://schemas.openxmlformats.org/officeDocument/2006/relationships" xmlns:a="http://schemas.openxmlformats.org/drawingml/2006/main" r:embed="Rbdeeb76fea9d404c"/>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753302344"/>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75090EC-EE51-4FF2-B801-C54FE35B829F}"/>
              </a:ext>
            </a:extLst>
          </p:cNvPr>
          <p:cNvPicPr>
            <a:picLocks xmlns:a="http://schemas.openxmlformats.org/drawingml/2006/main" noChangeAspect="1"/>
          </p:cNvPicPr>
          <p:nvPr/>
        </p:nvPicPr>
        <p:blipFill>
          <a:blip xmlns:r="http://schemas.openxmlformats.org/officeDocument/2006/relationships" xmlns:a="http://schemas.openxmlformats.org/drawingml/2006/main" r:embed="Rcab4394260954c1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C3187DC-030F-4B1D-8697-A438D367AA2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A22C783-2577-45AE-9BE3-E1059CAECC5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2D716EE6-5FA2-4B43-9060-38E4FCA3E21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78E056C-4337-47AF-8A26-2C6CA37C0FB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781FA2B-EECE-49D8-A075-9634583F26D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BEFF987C-AA85-4C30-A3AB-1CC21B125F14}"/>
              </a:ext>
            </a:extLst>
          </p:cNvPr>
          <p:cNvPicPr>
            <a:picLocks xmlns:a="http://schemas.openxmlformats.org/drawingml/2006/main" noChangeAspect="1"/>
          </p:cNvPicPr>
          <p:nvPr/>
        </p:nvPicPr>
        <p:blipFill>
          <a:blip xmlns:r="http://schemas.openxmlformats.org/officeDocument/2006/relationships" xmlns:a="http://schemas.openxmlformats.org/drawingml/2006/main" r:embed="R06e8c09fda004ee7"/>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5E85467-6A83-4EA3-B789-E4B584AF3930}"/>
              </a:ext>
            </a:extLst>
          </p:cNvPr>
          <p:cNvPicPr>
            <a:picLocks xmlns:a="http://schemas.openxmlformats.org/drawingml/2006/main" noChangeAspect="1"/>
          </p:cNvPicPr>
          <p:nvPr/>
        </p:nvPicPr>
        <p:blipFill>
          <a:blip xmlns:r="http://schemas.openxmlformats.org/officeDocument/2006/relationships" xmlns:a="http://schemas.openxmlformats.org/drawingml/2006/main" r:embed="R642ed8fbfddc4231"/>
          <a:stretch xmlns:a="http://schemas.openxmlformats.org/drawingml/2006/main"/>
        </p:blipFill>
        <p:spPr>
          <a:xfrm xmlns:a="http://schemas.openxmlformats.org/drawingml/2006/main">
            <a:off x="2857500" y="6036469"/>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DEDC5E86-4831-40C9-8ED3-423DD3DF6C1E}"/>
              </a:ext>
            </a:extLst>
          </p:cNvPr>
          <p:cNvPicPr>
            <a:picLocks xmlns:a="http://schemas.openxmlformats.org/drawingml/2006/main" noChangeAspect="1"/>
          </p:cNvPicPr>
          <p:nvPr/>
        </p:nvPicPr>
        <p:blipFill>
          <a:blip xmlns:r="http://schemas.openxmlformats.org/officeDocument/2006/relationships" xmlns:a="http://schemas.openxmlformats.org/drawingml/2006/main" r:embed="R71e2f8bb30ee43a9"/>
          <a:stretch xmlns:a="http://schemas.openxmlformats.org/drawingml/2006/main"/>
        </p:blipFill>
        <p:spPr>
          <a:xfrm xmlns:a="http://schemas.openxmlformats.org/drawingml/2006/main">
            <a:off x="5336948" y="8334521"/>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CF2FFD0B-EF73-4CF6-B5B0-1A8A997352EB}"/>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7F45D2CB-5B4D-464C-8B09-191C10F06D19}"/>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354329517"/>
      </p:ext>
    </p:extLst>
  </p:cSld>
</p:sld>
</file>

<file path=ppt/slides/slide2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096D3CBB-BDFC-4C5D-87D6-3AE6D47CD5DE}"/>
              </a:ext>
            </a:extLst>
          </p:cNvPr>
          <p:cNvPicPr>
            <a:picLocks xmlns:a="http://schemas.openxmlformats.org/drawingml/2006/main" noChangeAspect="1"/>
          </p:cNvPicPr>
          <p:nvPr/>
        </p:nvPicPr>
        <p:blipFill>
          <a:blip xmlns:r="http://schemas.openxmlformats.org/officeDocument/2006/relationships" xmlns:a="http://schemas.openxmlformats.org/drawingml/2006/main" r:embed="R72bf38a2906745f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2D9F048-A43B-4647-82BD-28D8A223C46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41D5798-7AF1-4777-8FEE-EC74B76AC88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ABDEA0C3-CA64-47CE-B0CA-36530A9ABB97}"/>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7F1D7CD-0EC4-450E-AB06-4E7B7519DDCD}"/>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68EAD46C-361E-41E1-A0DE-E5899C67DE0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EA2DF7A9-449E-4D37-9B57-6CE2C828E060}"/>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66F0B705-1BA1-4EF6-A818-CCAEA8D24986}"/>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19CC99C9-0693-4FF1-9D80-D31AD7D048C9}"/>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AC31C0C2-9442-4E55-9511-AA100FA7BB7A}"/>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71875FE5-C156-4E2F-A7DD-386432DC0CBD}"/>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B14C6D66-2F4E-4B90-9618-4E0DC6381714}"/>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D0B85973-7386-4848-B05F-E7FD633E1FEE}"/>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0DC5F7B0-4D8F-40DF-A83D-59CC1087F363}"/>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ED36DC8F-2719-4D48-9BD0-BC5774212423}"/>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7C1FF699-DF17-4546-BFCA-D075F5E3B5E2}"/>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060CC90B-C7D7-40DB-951A-34F57A988204}"/>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09DABF9A-AA4D-4652-9C7A-9CDDF2753DF3}"/>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28950FE0-7010-4567-9253-9D9A8E5A24BB}"/>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3A04F2EC-5C57-41D5-93A1-B4CA71E9F750}"/>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AE19D8D6-0820-4931-AC69-CE46AF6E765B}"/>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9EAB5B3C-8F92-40D6-AB2C-662FA2946D0B}"/>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B40B6306-46FF-4E9D-8BC4-883A8E885A0E}"/>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C0CE7124-4540-4B8E-A7EC-10F75C64ADF1}"/>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F04D1CCC-7F68-41D0-80CE-181FC9ABDEE2}"/>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67E4AB76-CC15-444F-84BE-465EC21CCCA0}"/>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64597E85-A073-43DB-8102-F8FC6BC33C2B}"/>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EB012A3A-B9EF-48F4-B707-27CFD404382B}"/>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33D3C204-A71F-4CE9-8ECF-AF752DBEBB85}"/>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685B59B0-F93D-4EAC-AA4F-172A2F420C5A}"/>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EA0D370A-6460-4A0F-8AAE-54B614B15492}"/>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2130908810"/>
      </p:ext>
    </p:extLst>
  </p:cSld>
</p:sld>
</file>

<file path=ppt/slides/slide2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87153C1-F15D-4BA9-9156-0D35FA11E556}"/>
              </a:ext>
            </a:extLst>
          </p:cNvPr>
          <p:cNvPicPr>
            <a:picLocks xmlns:a="http://schemas.openxmlformats.org/drawingml/2006/main" noChangeAspect="1"/>
          </p:cNvPicPr>
          <p:nvPr/>
        </p:nvPicPr>
        <p:blipFill>
          <a:blip xmlns:r="http://schemas.openxmlformats.org/officeDocument/2006/relationships" xmlns:a="http://schemas.openxmlformats.org/drawingml/2006/main" r:embed="Rcfab499fff6f4e7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FCFB10D-1115-4177-BAF9-4472542625B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81B6235-5F96-4A57-A811-36578CD9C64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CA0CAF14-4D14-4D54-B44D-E30C381B17C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FB6E7DF-050C-4F32-9B61-4365EACB14A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7A6E0C74-537D-4625-B0B1-D4FB4149FFF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469BB27C-ABB5-4F89-93F7-FE5B8B749BAE}"/>
              </a:ext>
            </a:extLst>
          </p:cNvPr>
          <p:cNvPicPr>
            <a:picLocks xmlns:a="http://schemas.openxmlformats.org/drawingml/2006/main" noChangeAspect="1"/>
          </p:cNvPicPr>
          <p:nvPr/>
        </p:nvPicPr>
        <p:blipFill>
          <a:blip xmlns:r="http://schemas.openxmlformats.org/officeDocument/2006/relationships" xmlns:a="http://schemas.openxmlformats.org/drawingml/2006/main" r:embed="R5770d51215be47f8"/>
          <a:stretch xmlns:a="http://schemas.openxmlformats.org/drawingml/2006/main"/>
        </p:blipFill>
        <p:spPr>
          <a:xfrm xmlns:a="http://schemas.openxmlformats.org/drawingml/2006/main">
            <a:off x="4996832" y="4915912"/>
            <a:ext cx="8294336" cy="1407677"/>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A582D8D-A5E0-4F32-B5FB-89F212CBFACC}"/>
              </a:ext>
            </a:extLst>
          </p:cNvPr>
          <p:cNvPicPr>
            <a:picLocks xmlns:a="http://schemas.openxmlformats.org/drawingml/2006/main" noChangeAspect="1"/>
          </p:cNvPicPr>
          <p:nvPr/>
        </p:nvPicPr>
        <p:blipFill>
          <a:blip xmlns:r="http://schemas.openxmlformats.org/officeDocument/2006/relationships" xmlns:a="http://schemas.openxmlformats.org/drawingml/2006/main" r:embed="R1384c981a7034073"/>
          <a:stretch xmlns:a="http://schemas.openxmlformats.org/drawingml/2006/main"/>
        </p:blipFill>
        <p:spPr>
          <a:xfrm xmlns:a="http://schemas.openxmlformats.org/drawingml/2006/main">
            <a:off x="5523657" y="7429500"/>
            <a:ext cx="7240686"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5614E1F-8F39-4B77-B58E-70CE150C55CB}"/>
              </a:ext>
            </a:extLst>
          </p:cNvPr>
          <p:cNvSpPr>
            <a:spLocks xmlns:a="http://schemas.openxmlformats.org/drawingml/2006/main" noGrp="1"/>
          </p:cNvSpPr>
          <p:nvPr/>
        </p:nvSpPr>
        <p:spPr>
          <a:xfrm xmlns:a="http://schemas.openxmlformats.org/drawingml/2006/main">
            <a:off x="2952750" y="6810375"/>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2" name="text">
            <a:extLst xmlns:a="http://schemas.openxmlformats.org/drawingml/2006/main">
              <a:ext uri="{FF2B5EF4-FFF2-40B4-BE49-F238E27FC236}">
                <a16:creationId xmlns:a16="http://schemas.microsoft.com/office/drawing/2014/main" id="{D945D517-A5A2-40B2-99D6-91F39890997B}"/>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Tree>
    <p:extLst>
      <p:ext uri="{BB962C8B-B14F-4D97-AF65-F5344CB8AC3E}">
        <p14:creationId xmlns:p14="http://schemas.microsoft.com/office/powerpoint/2010/main" val="310445958"/>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880316D-D269-4617-86FF-71A68BA7778C}"/>
              </a:ext>
            </a:extLst>
          </p:cNvPr>
          <p:cNvPicPr>
            <a:picLocks xmlns:a="http://schemas.openxmlformats.org/drawingml/2006/main" noChangeAspect="1"/>
          </p:cNvPicPr>
          <p:nvPr/>
        </p:nvPicPr>
        <p:blipFill>
          <a:blip xmlns:r="http://schemas.openxmlformats.org/officeDocument/2006/relationships" xmlns:a="http://schemas.openxmlformats.org/drawingml/2006/main" r:embed="R98fdc12d0b6a458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6EC7E5A-4E8F-426F-8887-13F91D5E3FF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91C15B6-8BF9-4B98-BB0D-14A364EA834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FBBAC24F-3856-4B78-8142-E8AEA06259D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92A6CE9-B502-4E80-8A4F-BF96E95DC9B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0F54D97-065F-4F90-94CF-1F2CDCA72D1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8206B2D9-33FF-4687-8807-5CF1BBD98A59}"/>
              </a:ext>
            </a:extLst>
          </p:cNvPr>
          <p:cNvPicPr>
            <a:picLocks xmlns:a="http://schemas.openxmlformats.org/drawingml/2006/main" noChangeAspect="1"/>
          </p:cNvPicPr>
          <p:nvPr/>
        </p:nvPicPr>
        <p:blipFill>
          <a:blip xmlns:r="http://schemas.openxmlformats.org/officeDocument/2006/relationships" xmlns:a="http://schemas.openxmlformats.org/drawingml/2006/main" r:embed="R9ba7d9847216406a"/>
          <a:stretch xmlns:a="http://schemas.openxmlformats.org/drawingml/2006/main"/>
        </p:blipFill>
        <p:spPr>
          <a:xfrm xmlns:a="http://schemas.openxmlformats.org/drawingml/2006/main">
            <a:off x="5411549" y="4891045"/>
            <a:ext cx="7464903" cy="126690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F3675B5-8428-45A2-AF38-392218130D1A}"/>
              </a:ext>
            </a:extLst>
          </p:cNvPr>
          <p:cNvPicPr>
            <a:picLocks xmlns:a="http://schemas.openxmlformats.org/drawingml/2006/main" noChangeAspect="1"/>
          </p:cNvPicPr>
          <p:nvPr/>
        </p:nvPicPr>
        <p:blipFill>
          <a:blip xmlns:r="http://schemas.openxmlformats.org/officeDocument/2006/relationships" xmlns:a="http://schemas.openxmlformats.org/drawingml/2006/main" r:embed="Re7ca84506c184b9d"/>
          <a:stretch xmlns:a="http://schemas.openxmlformats.org/drawingml/2006/main"/>
        </p:blipFill>
        <p:spPr>
          <a:xfrm xmlns:a="http://schemas.openxmlformats.org/drawingml/2006/main">
            <a:off x="5885691" y="7000875"/>
            <a:ext cx="6516617" cy="85725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8CF7A672-BCFF-4444-BE90-D70C38BFE0D9}"/>
              </a:ext>
            </a:extLst>
          </p:cNvPr>
          <p:cNvPicPr>
            <a:picLocks xmlns:a="http://schemas.openxmlformats.org/drawingml/2006/main" noChangeAspect="1"/>
          </p:cNvPicPr>
          <p:nvPr/>
        </p:nvPicPr>
        <p:blipFill>
          <a:blip xmlns:r="http://schemas.openxmlformats.org/officeDocument/2006/relationships" xmlns:a="http://schemas.openxmlformats.org/drawingml/2006/main" r:embed="Re875b65c1f2b4d2e"/>
          <a:stretch xmlns:a="http://schemas.openxmlformats.org/drawingml/2006/main"/>
        </p:blipFill>
        <p:spPr>
          <a:xfrm xmlns:a="http://schemas.openxmlformats.org/drawingml/2006/main">
            <a:off x="6229929" y="8688960"/>
            <a:ext cx="5828143" cy="481455"/>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1D1F3827-B836-47E8-9D02-E738C4A631D6}"/>
              </a:ext>
            </a:extLst>
          </p:cNvPr>
          <p:cNvSpPr>
            <a:spLocks xmlns:a="http://schemas.openxmlformats.org/drawingml/2006/main" noGrp="1"/>
          </p:cNvSpPr>
          <p:nvPr/>
        </p:nvSpPr>
        <p:spPr>
          <a:xfrm xmlns:a="http://schemas.openxmlformats.org/drawingml/2006/main">
            <a:off x="2952750" y="6524625"/>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25A61C16-3F22-4DBE-94F0-E40B33952A3B}"/>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Tree>
    <p:extLst>
      <p:ext uri="{BB962C8B-B14F-4D97-AF65-F5344CB8AC3E}">
        <p14:creationId xmlns:p14="http://schemas.microsoft.com/office/powerpoint/2010/main" val="734028681"/>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F74F88F-6645-4B7C-9726-C571E4F27E03}"/>
              </a:ext>
            </a:extLst>
          </p:cNvPr>
          <p:cNvPicPr>
            <a:picLocks xmlns:a="http://schemas.openxmlformats.org/drawingml/2006/main" noChangeAspect="1"/>
          </p:cNvPicPr>
          <p:nvPr/>
        </p:nvPicPr>
        <p:blipFill>
          <a:blip xmlns:r="http://schemas.openxmlformats.org/officeDocument/2006/relationships" xmlns:a="http://schemas.openxmlformats.org/drawingml/2006/main" r:embed="R0894172aa72d46e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3E38F0D-4EAC-4325-A349-96CF7C0ABE3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805AF87-8CC2-4854-888B-C8A2BD3A1CE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CE3387E6-2A2B-4091-8648-9D19C046506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A5C321A-1859-4F27-9ABB-587765F1EFC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F79D0A63-C798-4EA1-9EEB-6FF9EC017FB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7A5A4A0B-5569-4E7E-8630-699C18B37B55}"/>
              </a:ext>
            </a:extLst>
          </p:cNvPr>
          <p:cNvPicPr>
            <a:picLocks xmlns:a="http://schemas.openxmlformats.org/drawingml/2006/main" noChangeAspect="1"/>
          </p:cNvPicPr>
          <p:nvPr/>
        </p:nvPicPr>
        <p:blipFill>
          <a:blip xmlns:r="http://schemas.openxmlformats.org/officeDocument/2006/relationships" xmlns:a="http://schemas.openxmlformats.org/drawingml/2006/main" r:embed="R127ee95dd8f44d79"/>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A96F193-96A8-400D-AD87-940B0CB217B1}"/>
              </a:ext>
            </a:extLst>
          </p:cNvPr>
          <p:cNvPicPr>
            <a:picLocks xmlns:a="http://schemas.openxmlformats.org/drawingml/2006/main" noChangeAspect="1"/>
          </p:cNvPicPr>
          <p:nvPr/>
        </p:nvPicPr>
        <p:blipFill>
          <a:blip xmlns:r="http://schemas.openxmlformats.org/officeDocument/2006/relationships" xmlns:a="http://schemas.openxmlformats.org/drawingml/2006/main" r:embed="Rb8a338732198432f"/>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A29B1B66-06C0-4654-845D-4AB47244FEF9}"/>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432831808"/>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7312A98-A728-4439-BD92-2B00822ECD65}"/>
              </a:ext>
            </a:extLst>
          </p:cNvPr>
          <p:cNvPicPr>
            <a:picLocks xmlns:a="http://schemas.openxmlformats.org/drawingml/2006/main" noChangeAspect="1"/>
          </p:cNvPicPr>
          <p:nvPr/>
        </p:nvPicPr>
        <p:blipFill>
          <a:blip xmlns:r="http://schemas.openxmlformats.org/officeDocument/2006/relationships" xmlns:a="http://schemas.openxmlformats.org/drawingml/2006/main" r:embed="R4410539e165a495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723E94F2-FC6F-4E20-BADA-2DBF655EB1F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38AB37E5-E7CF-4688-BA0C-5EA1546AC10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9BF3132A-DB60-41C3-BED9-B968DAE08294}"/>
              </a:ext>
            </a:extLst>
          </p:cNvPr>
          <p:cNvPicPr>
            <a:picLocks xmlns:a="http://schemas.openxmlformats.org/drawingml/2006/main" noChangeAspect="1"/>
          </p:cNvPicPr>
          <p:nvPr/>
        </p:nvPicPr>
        <p:blipFill>
          <a:blip xmlns:r="http://schemas.openxmlformats.org/officeDocument/2006/relationships" xmlns:a="http://schemas.openxmlformats.org/drawingml/2006/main" r:embed="R350ad3f13533458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DE13D206-A49F-4CA1-B8F1-A25E793B20C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01AC983E-7089-45DD-8323-6D7978D5C5A4}"/>
              </a:ext>
            </a:extLst>
          </p:cNvPr>
          <p:cNvSpPr>
            <a:spLocks xmlns:a="http://schemas.openxmlformats.org/drawingml/2006/main" noGrp="1"/>
          </p:cNvSpPr>
          <p:nvPr/>
        </p:nvSpPr>
        <p:spPr>
          <a:xfrm xmlns:a="http://schemas.openxmlformats.org/drawingml/2006/main">
            <a:off x="1323975" y="28575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7673DC7A-7C36-45DC-B81C-5B992009909B}"/>
              </a:ext>
            </a:extLst>
          </p:cNvPr>
          <p:cNvSpPr>
            <a:spLocks xmlns:a="http://schemas.openxmlformats.org/drawingml/2006/main" noGrp="1"/>
          </p:cNvSpPr>
          <p:nvPr/>
        </p:nvSpPr>
        <p:spPr>
          <a:xfrm xmlns:a="http://schemas.openxmlformats.org/drawingml/2006/main">
            <a:off x="1323975" y="3810000"/>
            <a:ext cx="1428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FFFFFF"/>
                </a:solidFill>
                <a:latin typeface="Pretendard"/>
                <a:ea typeface="Pretendard"/>
                <a:cs typeface="Pretendard"/>
              </a:defRPr>
            </a:defPPr>
            <a:lvl1pPr algn="l">
              <a:defRPr sz="6000" b="1">
                <a:solidFill>
                  <a:srgbClr val="FFFFFF"/>
                </a:solidFill>
                <a:latin typeface="Pretendard"/>
                <a:ea typeface="Pretendard"/>
                <a:cs typeface="Pretendard"/>
              </a:defRPr>
            </a:lvl1pPr>
            <a:lvl2pPr algn="l">
              <a:defRPr sz="6000" b="1">
                <a:solidFill>
                  <a:srgbClr val="FFFFFF"/>
                </a:solidFill>
                <a:latin typeface="Pretendard"/>
                <a:ea typeface="Pretendard"/>
                <a:cs typeface="Pretendard"/>
              </a:defRPr>
            </a:lvl2pPr>
            <a:lvl3pPr algn="l">
              <a:defRPr sz="6000" b="1">
                <a:solidFill>
                  <a:srgbClr val="FFFFFF"/>
                </a:solidFill>
                <a:latin typeface="Pretendard"/>
                <a:ea typeface="Pretendard"/>
                <a:cs typeface="Pretendard"/>
              </a:defRPr>
            </a:lvl3pPr>
            <a:lvl4pPr algn="l">
              <a:defRPr sz="6000" b="1">
                <a:solidFill>
                  <a:srgbClr val="FFFFFF"/>
                </a:solidFill>
                <a:latin typeface="Pretendard"/>
                <a:ea typeface="Pretendard"/>
                <a:cs typeface="Pretendard"/>
              </a:defRPr>
            </a:lvl4pPr>
            <a:lvl5pPr algn="l">
              <a:defRPr sz="6000" b="1">
                <a:solidFill>
                  <a:srgbClr val="FFFFFF"/>
                </a:solidFill>
                <a:latin typeface="Pretendard"/>
                <a:ea typeface="Pretendard"/>
                <a:cs typeface="Pretendard"/>
              </a:defRPr>
            </a:lvl5pPr>
            <a:lvl6pPr algn="l">
              <a:defRPr sz="6000" b="1">
                <a:solidFill>
                  <a:srgbClr val="FFFFFF"/>
                </a:solidFill>
                <a:latin typeface="Pretendard"/>
                <a:ea typeface="Pretendard"/>
                <a:cs typeface="Pretendard"/>
              </a:defRPr>
            </a:lvl6pPr>
            <a:lvl7pPr algn="l">
              <a:defRPr sz="6000" b="1">
                <a:solidFill>
                  <a:srgbClr val="FFFFFF"/>
                </a:solidFill>
                <a:latin typeface="Pretendard"/>
                <a:ea typeface="Pretendard"/>
                <a:cs typeface="Pretendard"/>
              </a:defRPr>
            </a:lvl7pPr>
            <a:lvl8pPr algn="l">
              <a:defRPr sz="6000" b="1">
                <a:solidFill>
                  <a:srgbClr val="FFFFFF"/>
                </a:solidFill>
                <a:latin typeface="Pretendard"/>
                <a:ea typeface="Pretendard"/>
                <a:cs typeface="Pretendard"/>
              </a:defRPr>
            </a:lvl8pPr>
            <a:lvl9pPr algn="l">
              <a:defRPr sz="6000" b="1">
                <a:solidFill>
                  <a:srgbClr val="FFFFFF"/>
                </a:solidFill>
                <a:latin typeface="Pretendard"/>
                <a:ea typeface="Pretendard"/>
                <a:cs typeface="Pretendard"/>
              </a:defRPr>
            </a:lvl9pPr>
          </a:lstStyle>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62AA9D77-62D9-4870-A2FE-84721811F21E}"/>
              </a:ext>
            </a:extLst>
          </p:cNvPr>
          <p:cNvSpPr>
            <a:spLocks xmlns:a="http://schemas.openxmlformats.org/drawingml/2006/main" noGrp="1"/>
          </p:cNvSpPr>
          <p:nvPr/>
        </p:nvSpPr>
        <p:spPr>
          <a:xfrm xmlns:a="http://schemas.openxmlformats.org/drawingml/2006/main">
            <a:off x="1362075" y="6286500"/>
            <a:ext cx="1524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FFFFFF"/>
                </a:solidFill>
                <a:latin typeface="Pretendard"/>
                <a:ea typeface="Pretendard"/>
                <a:cs typeface="Pretendard"/>
              </a:defRPr>
            </a:defPPr>
            <a:lvl1pPr algn="l">
              <a:defRPr sz="2550" b="0">
                <a:solidFill>
                  <a:srgbClr val="FFFFFF"/>
                </a:solidFill>
                <a:latin typeface="Pretendard"/>
                <a:ea typeface="Pretendard"/>
                <a:cs typeface="Pretendard"/>
              </a:defRPr>
            </a:lvl1pPr>
            <a:lvl2pPr algn="l">
              <a:defRPr sz="2550" b="0">
                <a:solidFill>
                  <a:srgbClr val="FFFFFF"/>
                </a:solidFill>
                <a:latin typeface="Pretendard"/>
                <a:ea typeface="Pretendard"/>
                <a:cs typeface="Pretendard"/>
              </a:defRPr>
            </a:lvl2pPr>
            <a:lvl3pPr algn="l">
              <a:defRPr sz="2550" b="0">
                <a:solidFill>
                  <a:srgbClr val="FFFFFF"/>
                </a:solidFill>
                <a:latin typeface="Pretendard"/>
                <a:ea typeface="Pretendard"/>
                <a:cs typeface="Pretendard"/>
              </a:defRPr>
            </a:lvl3pPr>
            <a:lvl4pPr algn="l">
              <a:defRPr sz="2550" b="0">
                <a:solidFill>
                  <a:srgbClr val="FFFFFF"/>
                </a:solidFill>
                <a:latin typeface="Pretendard"/>
                <a:ea typeface="Pretendard"/>
                <a:cs typeface="Pretendard"/>
              </a:defRPr>
            </a:lvl4pPr>
            <a:lvl5pPr algn="l">
              <a:defRPr sz="2550" b="0">
                <a:solidFill>
                  <a:srgbClr val="FFFFFF"/>
                </a:solidFill>
                <a:latin typeface="Pretendard"/>
                <a:ea typeface="Pretendard"/>
                <a:cs typeface="Pretendard"/>
              </a:defRPr>
            </a:lvl5pPr>
            <a:lvl6pPr algn="l">
              <a:defRPr sz="2550" b="0">
                <a:solidFill>
                  <a:srgbClr val="FFFFFF"/>
                </a:solidFill>
                <a:latin typeface="Pretendard"/>
                <a:ea typeface="Pretendard"/>
                <a:cs typeface="Pretendard"/>
              </a:defRPr>
            </a:lvl6pPr>
            <a:lvl7pPr algn="l">
              <a:defRPr sz="2550" b="0">
                <a:solidFill>
                  <a:srgbClr val="FFFFFF"/>
                </a:solidFill>
                <a:latin typeface="Pretendard"/>
                <a:ea typeface="Pretendard"/>
                <a:cs typeface="Pretendard"/>
              </a:defRPr>
            </a:lvl7pPr>
            <a:lvl8pPr algn="l">
              <a:defRPr sz="2550" b="0">
                <a:solidFill>
                  <a:srgbClr val="FFFFFF"/>
                </a:solidFill>
                <a:latin typeface="Pretendard"/>
                <a:ea typeface="Pretendard"/>
                <a:cs typeface="Pretendard"/>
              </a:defRPr>
            </a:lvl8pPr>
            <a:lvl9pPr algn="l">
              <a:defRPr sz="2550" b="0">
                <a:solidFill>
                  <a:srgbClr val="FFFFFF"/>
                </a:solidFill>
                <a:latin typeface="Pretendard"/>
                <a:ea typeface="Pretendard"/>
                <a:cs typeface="Pretendard"/>
              </a:defRPr>
            </a:lvl9pPr>
          </a:lstStyle>
          <a:p xmlns:a="http://schemas.openxmlformats.org/drawingml/2006/main">
            <a:pPr algn="l">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64357495"/>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CA49393-1ECF-406E-898F-AE789F69FF6C}"/>
              </a:ext>
            </a:extLst>
          </p:cNvPr>
          <p:cNvPicPr>
            <a:picLocks xmlns:a="http://schemas.openxmlformats.org/drawingml/2006/main" noChangeAspect="1"/>
          </p:cNvPicPr>
          <p:nvPr/>
        </p:nvPicPr>
        <p:blipFill>
          <a:blip xmlns:r="http://schemas.openxmlformats.org/officeDocument/2006/relationships" xmlns:a="http://schemas.openxmlformats.org/drawingml/2006/main" r:embed="R6ce1b5c5f79e413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8450ADF-0F26-4088-857A-505E72D419B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35C1596-E7BD-4373-AE56-EA966CAC01A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46F00883-2F37-4D41-8741-8C13F1179E7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B0EC42D-9E9F-4603-9598-5B8035EE988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81F5406-34C0-4EDC-9088-34C9FFDD9A0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09E53ED6-0080-431F-997E-756D2C57FEB3}"/>
              </a:ext>
            </a:extLst>
          </p:cNvPr>
          <p:cNvPicPr>
            <a:picLocks xmlns:a="http://schemas.openxmlformats.org/drawingml/2006/main" noChangeAspect="1"/>
          </p:cNvPicPr>
          <p:nvPr/>
        </p:nvPicPr>
        <p:blipFill>
          <a:blip xmlns:r="http://schemas.openxmlformats.org/officeDocument/2006/relationships" xmlns:a="http://schemas.openxmlformats.org/drawingml/2006/main" r:embed="Rf35539481e554793"/>
          <a:stretch xmlns:a="http://schemas.openxmlformats.org/drawingml/2006/main"/>
        </p:blipFill>
        <p:spPr>
          <a:xfrm xmlns:a="http://schemas.openxmlformats.org/drawingml/2006/main">
            <a:off x="3329384" y="4905375"/>
            <a:ext cx="11629231" cy="12382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CA558DC3-7677-43F8-809F-816F119FC18A}"/>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129E4632-C3C3-4194-B59D-95D3256548B2}"/>
              </a:ext>
            </a:extLst>
          </p:cNvPr>
          <p:cNvSpPr>
            <a:spLocks xmlns:a="http://schemas.openxmlformats.org/drawingml/2006/main" noGrp="1"/>
          </p:cNvSpPr>
          <p:nvPr/>
        </p:nvSpPr>
        <p:spPr>
          <a:xfrm xmlns:a="http://schemas.openxmlformats.org/drawingml/2006/main">
            <a:off x="3333750" y="7000875"/>
            <a:ext cx="1162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159DD64B-348B-438A-9D07-7ED3E0B53377}"/>
              </a:ext>
            </a:extLst>
          </p:cNvPr>
          <p:cNvSpPr>
            <a:spLocks xmlns:a="http://schemas.openxmlformats.org/drawingml/2006/main" noGrp="1"/>
          </p:cNvSpPr>
          <p:nvPr/>
        </p:nvSpPr>
        <p:spPr>
          <a:xfrm xmlns:a="http://schemas.openxmlformats.org/drawingml/2006/main">
            <a:off x="3333750" y="8096250"/>
            <a:ext cx="1162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679472337"/>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0AC82A5A-92CA-44D8-8F9F-5193950799AA}"/>
              </a:ext>
            </a:extLst>
          </p:cNvPr>
          <p:cNvPicPr>
            <a:picLocks xmlns:a="http://schemas.openxmlformats.org/drawingml/2006/main" noChangeAspect="1"/>
          </p:cNvPicPr>
          <p:nvPr/>
        </p:nvPicPr>
        <p:blipFill>
          <a:blip xmlns:r="http://schemas.openxmlformats.org/officeDocument/2006/relationships" xmlns:a="http://schemas.openxmlformats.org/drawingml/2006/main" r:embed="R211ceb6a5a6c4e3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22F2E0F-BEA3-4EE1-AD2C-41795262D21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D20464E-52EB-4D9E-B277-EF2158B5135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4E1920C4-EE74-4FFE-864B-6D00205CA67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CAD3A52-B749-4F50-BEAA-E9E2D21D1B9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3017D15-C276-4CA6-B303-3C2A849C415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아래첨자 f와 윗첨자 °의 뜻</a:t>
            </a:r>
          </a:p>
        </p:txBody>
      </p:sp>
      <p:sp>
        <p:nvSpPr>
          <p:cNvPr id="7" name="text">
            <a:extLst xmlns:a="http://schemas.openxmlformats.org/drawingml/2006/main">
              <a:ext uri="{FF2B5EF4-FFF2-40B4-BE49-F238E27FC236}">
                <a16:creationId xmlns:a16="http://schemas.microsoft.com/office/drawing/2014/main" id="{CA7EEDA7-768C-48A3-8B0E-31D7B7E34A1C}"/>
              </a:ext>
            </a:extLst>
          </p:cNvPr>
          <p:cNvSpPr>
            <a:spLocks xmlns:a="http://schemas.openxmlformats.org/drawingml/2006/main" noGrp="1"/>
          </p:cNvSpPr>
          <p:nvPr/>
        </p:nvSpPr>
        <p:spPr>
          <a:xfrm xmlns:a="http://schemas.openxmlformats.org/drawingml/2006/main">
            <a:off x="2905125" y="4191000"/>
            <a:ext cx="114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9FFF68"/>
                </a:solidFill>
                <a:latin typeface="Pretendard"/>
                <a:ea typeface="Pretendard"/>
                <a:cs typeface="Pretendard"/>
              </a:defRPr>
            </a:defPPr>
            <a:lvl1pPr algn="l">
              <a:defRPr sz="10875" b="1">
                <a:solidFill>
                  <a:srgbClr val="9FFF68"/>
                </a:solidFill>
                <a:latin typeface="Pretendard"/>
                <a:ea typeface="Pretendard"/>
                <a:cs typeface="Pretendard"/>
              </a:defRPr>
            </a:lvl1pPr>
            <a:lvl2pPr algn="l">
              <a:defRPr sz="10875" b="1">
                <a:solidFill>
                  <a:srgbClr val="9FFF68"/>
                </a:solidFill>
                <a:latin typeface="Pretendard"/>
                <a:ea typeface="Pretendard"/>
                <a:cs typeface="Pretendard"/>
              </a:defRPr>
            </a:lvl2pPr>
            <a:lvl3pPr algn="l">
              <a:defRPr sz="10875" b="1">
                <a:solidFill>
                  <a:srgbClr val="9FFF68"/>
                </a:solidFill>
                <a:latin typeface="Pretendard"/>
                <a:ea typeface="Pretendard"/>
                <a:cs typeface="Pretendard"/>
              </a:defRPr>
            </a:lvl3pPr>
            <a:lvl4pPr algn="l">
              <a:defRPr sz="10875" b="1">
                <a:solidFill>
                  <a:srgbClr val="9FFF68"/>
                </a:solidFill>
                <a:latin typeface="Pretendard"/>
                <a:ea typeface="Pretendard"/>
                <a:cs typeface="Pretendard"/>
              </a:defRPr>
            </a:lvl4pPr>
            <a:lvl5pPr algn="l">
              <a:defRPr sz="10875" b="1">
                <a:solidFill>
                  <a:srgbClr val="9FFF68"/>
                </a:solidFill>
                <a:latin typeface="Pretendard"/>
                <a:ea typeface="Pretendard"/>
                <a:cs typeface="Pretendard"/>
              </a:defRPr>
            </a:lvl5pPr>
            <a:lvl6pPr algn="l">
              <a:defRPr sz="10875" b="1">
                <a:solidFill>
                  <a:srgbClr val="9FFF68"/>
                </a:solidFill>
                <a:latin typeface="Pretendard"/>
                <a:ea typeface="Pretendard"/>
                <a:cs typeface="Pretendard"/>
              </a:defRPr>
            </a:lvl6pPr>
            <a:lvl7pPr algn="l">
              <a:defRPr sz="10875" b="1">
                <a:solidFill>
                  <a:srgbClr val="9FFF68"/>
                </a:solidFill>
                <a:latin typeface="Pretendard"/>
                <a:ea typeface="Pretendard"/>
                <a:cs typeface="Pretendard"/>
              </a:defRPr>
            </a:lvl7pPr>
            <a:lvl8pPr algn="l">
              <a:defRPr sz="10875" b="1">
                <a:solidFill>
                  <a:srgbClr val="9FFF68"/>
                </a:solidFill>
                <a:latin typeface="Pretendard"/>
                <a:ea typeface="Pretendard"/>
                <a:cs typeface="Pretendard"/>
              </a:defRPr>
            </a:lvl8pPr>
            <a:lvl9pPr algn="l">
              <a:defRPr sz="10875" b="1">
                <a:solidFill>
                  <a:srgbClr val="9FFF68"/>
                </a:solidFill>
                <a:latin typeface="Pretendard"/>
                <a:ea typeface="Pretendard"/>
                <a:cs typeface="Pretendard"/>
              </a:defRPr>
            </a:lvl9pPr>
          </a:lstStyle>
          <a:p xmlns:a="http://schemas.openxmlformats.org/drawingml/2006/main">
            <a:pPr algn="l">
              <a:defRPr sz="10875" b="1">
                <a:solidFill>
                  <a:srgbClr val="9FFF68"/>
                </a:solidFill>
                <a:latin typeface="Pretendard"/>
                <a:ea typeface="Pretendard"/>
                <a:cs typeface="Pretendard"/>
              </a:defRPr>
            </a:pPr>
            <a:r>
              <a:rPr sz="10875" b="1">
                <a:solidFill>
                  <a:srgbClr val="9FFF68"/>
                </a:solidFill>
                <a:latin typeface="Pretendard"/>
                <a:ea typeface="Pretendard"/>
                <a:cs typeface="Pretendard"/>
              </a:rPr>
              <a:t>Δ</a:t>
            </a:r>
          </a:p>
        </p:txBody>
      </p:sp>
      <p:sp>
        <p:nvSpPr>
          <p:cNvPr id="8" name="rich">
            <a:extLst xmlns:a="http://schemas.openxmlformats.org/drawingml/2006/main">
              <a:ext uri="{FF2B5EF4-FFF2-40B4-BE49-F238E27FC236}">
                <a16:creationId xmlns:a16="http://schemas.microsoft.com/office/drawing/2014/main" id="{BC5C5F17-D1C3-4BBE-829C-2300C561C86A}"/>
              </a:ext>
            </a:extLst>
          </p:cNvPr>
          <p:cNvSpPr>
            <a:spLocks xmlns:a="http://schemas.openxmlformats.org/drawingml/2006/main" noGrp="1"/>
          </p:cNvSpPr>
          <p:nvPr/>
        </p:nvSpPr>
        <p:spPr>
          <a:xfrm xmlns:a="http://schemas.openxmlformats.org/drawingml/2006/main">
            <a:off x="3857625" y="4191000"/>
            <a:ext cx="138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i="1">
                <a:solidFill>
                  <a:srgbClr val="9FFF68"/>
                </a:solidFill>
                <a:latin typeface="Pretendard"/>
                <a:ea typeface="Pretendard"/>
                <a:cs typeface="Pretendard"/>
              </a:defRPr>
            </a:defPPr>
            <a:lvl1pPr algn="l">
              <a:defRPr sz="10875" b="1" i="1">
                <a:solidFill>
                  <a:srgbClr val="9FFF68"/>
                </a:solidFill>
                <a:latin typeface="Pretendard"/>
                <a:ea typeface="Pretendard"/>
                <a:cs typeface="Pretendard"/>
              </a:defRPr>
            </a:lvl1pPr>
            <a:lvl2pPr algn="l">
              <a:defRPr sz="10875" b="1" i="1">
                <a:solidFill>
                  <a:srgbClr val="9FFF68"/>
                </a:solidFill>
                <a:latin typeface="Pretendard"/>
                <a:ea typeface="Pretendard"/>
                <a:cs typeface="Pretendard"/>
              </a:defRPr>
            </a:lvl2pPr>
            <a:lvl3pPr algn="l">
              <a:defRPr sz="10875" b="1" i="1">
                <a:solidFill>
                  <a:srgbClr val="9FFF68"/>
                </a:solidFill>
                <a:latin typeface="Pretendard"/>
                <a:ea typeface="Pretendard"/>
                <a:cs typeface="Pretendard"/>
              </a:defRPr>
            </a:lvl3pPr>
            <a:lvl4pPr algn="l">
              <a:defRPr sz="10875" b="1" i="1">
                <a:solidFill>
                  <a:srgbClr val="9FFF68"/>
                </a:solidFill>
                <a:latin typeface="Pretendard"/>
                <a:ea typeface="Pretendard"/>
                <a:cs typeface="Pretendard"/>
              </a:defRPr>
            </a:lvl4pPr>
            <a:lvl5pPr algn="l">
              <a:defRPr sz="10875" b="1" i="1">
                <a:solidFill>
                  <a:srgbClr val="9FFF68"/>
                </a:solidFill>
                <a:latin typeface="Pretendard"/>
                <a:ea typeface="Pretendard"/>
                <a:cs typeface="Pretendard"/>
              </a:defRPr>
            </a:lvl5pPr>
            <a:lvl6pPr algn="l">
              <a:defRPr sz="10875" b="1" i="1">
                <a:solidFill>
                  <a:srgbClr val="9FFF68"/>
                </a:solidFill>
                <a:latin typeface="Pretendard"/>
                <a:ea typeface="Pretendard"/>
                <a:cs typeface="Pretendard"/>
              </a:defRPr>
            </a:lvl6pPr>
            <a:lvl7pPr algn="l">
              <a:defRPr sz="10875" b="1" i="1">
                <a:solidFill>
                  <a:srgbClr val="9FFF68"/>
                </a:solidFill>
                <a:latin typeface="Pretendard"/>
                <a:ea typeface="Pretendard"/>
                <a:cs typeface="Pretendard"/>
              </a:defRPr>
            </a:lvl7pPr>
            <a:lvl8pPr algn="l">
              <a:defRPr sz="10875" b="1" i="1">
                <a:solidFill>
                  <a:srgbClr val="9FFF68"/>
                </a:solidFill>
                <a:latin typeface="Pretendard"/>
                <a:ea typeface="Pretendard"/>
                <a:cs typeface="Pretendard"/>
              </a:defRPr>
            </a:lvl8pPr>
            <a:lvl9pPr algn="l">
              <a:defRPr sz="10875" b="1" i="1">
                <a:solidFill>
                  <a:srgbClr val="9FFF68"/>
                </a:solidFill>
                <a:latin typeface="Pretendard"/>
                <a:ea typeface="Pretendard"/>
                <a:cs typeface="Pretendard"/>
              </a:defRPr>
            </a:lvl9pPr>
          </a:lstStyle>
          <a:p xmlns:a="http://schemas.openxmlformats.org/drawingml/2006/main">
            <a:pPr algn="l">
              <a:defRPr sz="10875" b="1" i="1">
                <a:solidFill>
                  <a:srgbClr val="9FFF68"/>
                </a:solidFill>
                <a:latin typeface="Pretendard"/>
                <a:ea typeface="Pretendard"/>
                <a:cs typeface="Pretendard"/>
              </a:defRPr>
            </a:pPr>
            <a:r>
              <a:rPr sz="10875" b="1" i="1">
                <a:solidFill>
                  <a:srgbClr val="9FFF68"/>
                </a:solidFill>
                <a:latin typeface="Pretendard"/>
                <a:ea typeface="Pretendard"/>
                <a:cs typeface="Pretendard"/>
              </a:rPr>
              <a:t>H</a:t>
            </a:r>
          </a:p>
        </p:txBody>
      </p:sp>
      <p:sp>
        <p:nvSpPr>
          <p:cNvPr id="9" name="text">
            <a:extLst xmlns:a="http://schemas.openxmlformats.org/drawingml/2006/main">
              <a:ext uri="{FF2B5EF4-FFF2-40B4-BE49-F238E27FC236}">
                <a16:creationId xmlns:a16="http://schemas.microsoft.com/office/drawing/2014/main" id="{332D782E-9A0A-4D19-A1AF-493631AB864F}"/>
              </a:ext>
            </a:extLst>
          </p:cNvPr>
          <p:cNvSpPr>
            <a:spLocks xmlns:a="http://schemas.openxmlformats.org/drawingml/2006/main" noGrp="1"/>
          </p:cNvSpPr>
          <p:nvPr/>
        </p:nvSpPr>
        <p:spPr>
          <a:xfrm xmlns:a="http://schemas.openxmlformats.org/drawingml/2006/main">
            <a:off x="5019675" y="5314950"/>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75" b="0">
                <a:solidFill>
                  <a:srgbClr val="9FFF68"/>
                </a:solidFill>
                <a:latin typeface="Pretendard"/>
                <a:ea typeface="Pretendard"/>
                <a:cs typeface="Pretendard"/>
              </a:defRPr>
            </a:defPPr>
            <a:lvl1pPr algn="l">
              <a:defRPr sz="3975" b="0">
                <a:solidFill>
                  <a:srgbClr val="9FFF68"/>
                </a:solidFill>
                <a:latin typeface="Pretendard"/>
                <a:ea typeface="Pretendard"/>
                <a:cs typeface="Pretendard"/>
              </a:defRPr>
            </a:lvl1pPr>
            <a:lvl2pPr algn="l">
              <a:defRPr sz="3975" b="0">
                <a:solidFill>
                  <a:srgbClr val="9FFF68"/>
                </a:solidFill>
                <a:latin typeface="Pretendard"/>
                <a:ea typeface="Pretendard"/>
                <a:cs typeface="Pretendard"/>
              </a:defRPr>
            </a:lvl2pPr>
            <a:lvl3pPr algn="l">
              <a:defRPr sz="3975" b="0">
                <a:solidFill>
                  <a:srgbClr val="9FFF68"/>
                </a:solidFill>
                <a:latin typeface="Pretendard"/>
                <a:ea typeface="Pretendard"/>
                <a:cs typeface="Pretendard"/>
              </a:defRPr>
            </a:lvl3pPr>
            <a:lvl4pPr algn="l">
              <a:defRPr sz="3975" b="0">
                <a:solidFill>
                  <a:srgbClr val="9FFF68"/>
                </a:solidFill>
                <a:latin typeface="Pretendard"/>
                <a:ea typeface="Pretendard"/>
                <a:cs typeface="Pretendard"/>
              </a:defRPr>
            </a:lvl4pPr>
            <a:lvl5pPr algn="l">
              <a:defRPr sz="3975" b="0">
                <a:solidFill>
                  <a:srgbClr val="9FFF68"/>
                </a:solidFill>
                <a:latin typeface="Pretendard"/>
                <a:ea typeface="Pretendard"/>
                <a:cs typeface="Pretendard"/>
              </a:defRPr>
            </a:lvl5pPr>
            <a:lvl6pPr algn="l">
              <a:defRPr sz="3975" b="0">
                <a:solidFill>
                  <a:srgbClr val="9FFF68"/>
                </a:solidFill>
                <a:latin typeface="Pretendard"/>
                <a:ea typeface="Pretendard"/>
                <a:cs typeface="Pretendard"/>
              </a:defRPr>
            </a:lvl6pPr>
            <a:lvl7pPr algn="l">
              <a:defRPr sz="3975" b="0">
                <a:solidFill>
                  <a:srgbClr val="9FFF68"/>
                </a:solidFill>
                <a:latin typeface="Pretendard"/>
                <a:ea typeface="Pretendard"/>
                <a:cs typeface="Pretendard"/>
              </a:defRPr>
            </a:lvl7pPr>
            <a:lvl8pPr algn="l">
              <a:defRPr sz="3975" b="0">
                <a:solidFill>
                  <a:srgbClr val="9FFF68"/>
                </a:solidFill>
                <a:latin typeface="Pretendard"/>
                <a:ea typeface="Pretendard"/>
                <a:cs typeface="Pretendard"/>
              </a:defRPr>
            </a:lvl8pPr>
            <a:lvl9pPr algn="l">
              <a:defRPr sz="3975" b="0">
                <a:solidFill>
                  <a:srgbClr val="9FFF68"/>
                </a:solidFill>
                <a:latin typeface="Pretendard"/>
                <a:ea typeface="Pretendard"/>
                <a:cs typeface="Pretendard"/>
              </a:defRPr>
            </a:lvl9pPr>
          </a:lstStyle>
          <a:p xmlns:a="http://schemas.openxmlformats.org/drawingml/2006/main">
            <a:pPr algn="l">
              <a:defRPr sz="3975" b="0">
                <a:solidFill>
                  <a:srgbClr val="9FFF68"/>
                </a:solidFill>
                <a:latin typeface="Pretendard"/>
                <a:ea typeface="Pretendard"/>
                <a:cs typeface="Pretendard"/>
              </a:defRPr>
            </a:pPr>
            <a:r>
              <a:rPr sz="3975" b="0">
                <a:solidFill>
                  <a:srgbClr val="9FFF68"/>
                </a:solidFill>
                <a:latin typeface="Pretendard"/>
                <a:ea typeface="Pretendard"/>
                <a:cs typeface="Pretendard"/>
              </a:rPr>
              <a:t>f</a:t>
            </a:r>
          </a:p>
        </p:txBody>
      </p:sp>
      <p:sp>
        <p:nvSpPr>
          <p:cNvPr id="10" name="text">
            <a:extLst xmlns:a="http://schemas.openxmlformats.org/drawingml/2006/main">
              <a:ext uri="{FF2B5EF4-FFF2-40B4-BE49-F238E27FC236}">
                <a16:creationId xmlns:a16="http://schemas.microsoft.com/office/drawing/2014/main" id="{B1EDCCEA-41BD-4FC9-908E-68403BD1EE22}"/>
              </a:ext>
            </a:extLst>
          </p:cNvPr>
          <p:cNvSpPr>
            <a:spLocks xmlns:a="http://schemas.openxmlformats.org/drawingml/2006/main" noGrp="1"/>
          </p:cNvSpPr>
          <p:nvPr/>
        </p:nvSpPr>
        <p:spPr>
          <a:xfrm xmlns:a="http://schemas.openxmlformats.org/drawingml/2006/main">
            <a:off x="5019675" y="4286250"/>
            <a:ext cx="619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250" b="0">
                <a:solidFill>
                  <a:srgbClr val="9FFF68"/>
                </a:solidFill>
                <a:latin typeface="Pretendard"/>
                <a:ea typeface="Pretendard"/>
                <a:cs typeface="Pretendard"/>
              </a:defRPr>
            </a:defPPr>
            <a:lvl1pPr algn="l">
              <a:defRPr sz="5250" b="0">
                <a:solidFill>
                  <a:srgbClr val="9FFF68"/>
                </a:solidFill>
                <a:latin typeface="Pretendard"/>
                <a:ea typeface="Pretendard"/>
                <a:cs typeface="Pretendard"/>
              </a:defRPr>
            </a:lvl1pPr>
            <a:lvl2pPr algn="l">
              <a:defRPr sz="5250" b="0">
                <a:solidFill>
                  <a:srgbClr val="9FFF68"/>
                </a:solidFill>
                <a:latin typeface="Pretendard"/>
                <a:ea typeface="Pretendard"/>
                <a:cs typeface="Pretendard"/>
              </a:defRPr>
            </a:lvl2pPr>
            <a:lvl3pPr algn="l">
              <a:defRPr sz="5250" b="0">
                <a:solidFill>
                  <a:srgbClr val="9FFF68"/>
                </a:solidFill>
                <a:latin typeface="Pretendard"/>
                <a:ea typeface="Pretendard"/>
                <a:cs typeface="Pretendard"/>
              </a:defRPr>
            </a:lvl3pPr>
            <a:lvl4pPr algn="l">
              <a:defRPr sz="5250" b="0">
                <a:solidFill>
                  <a:srgbClr val="9FFF68"/>
                </a:solidFill>
                <a:latin typeface="Pretendard"/>
                <a:ea typeface="Pretendard"/>
                <a:cs typeface="Pretendard"/>
              </a:defRPr>
            </a:lvl4pPr>
            <a:lvl5pPr algn="l">
              <a:defRPr sz="5250" b="0">
                <a:solidFill>
                  <a:srgbClr val="9FFF68"/>
                </a:solidFill>
                <a:latin typeface="Pretendard"/>
                <a:ea typeface="Pretendard"/>
                <a:cs typeface="Pretendard"/>
              </a:defRPr>
            </a:lvl5pPr>
            <a:lvl6pPr algn="l">
              <a:defRPr sz="5250" b="0">
                <a:solidFill>
                  <a:srgbClr val="9FFF68"/>
                </a:solidFill>
                <a:latin typeface="Pretendard"/>
                <a:ea typeface="Pretendard"/>
                <a:cs typeface="Pretendard"/>
              </a:defRPr>
            </a:lvl6pPr>
            <a:lvl7pPr algn="l">
              <a:defRPr sz="5250" b="0">
                <a:solidFill>
                  <a:srgbClr val="9FFF68"/>
                </a:solidFill>
                <a:latin typeface="Pretendard"/>
                <a:ea typeface="Pretendard"/>
                <a:cs typeface="Pretendard"/>
              </a:defRPr>
            </a:lvl7pPr>
            <a:lvl8pPr algn="l">
              <a:defRPr sz="5250" b="0">
                <a:solidFill>
                  <a:srgbClr val="9FFF68"/>
                </a:solidFill>
                <a:latin typeface="Pretendard"/>
                <a:ea typeface="Pretendard"/>
                <a:cs typeface="Pretendard"/>
              </a:defRPr>
            </a:lvl8pPr>
            <a:lvl9pPr algn="l">
              <a:defRPr sz="5250" b="0">
                <a:solidFill>
                  <a:srgbClr val="9FFF68"/>
                </a:solidFill>
                <a:latin typeface="Pretendard"/>
                <a:ea typeface="Pretendard"/>
                <a:cs typeface="Pretendard"/>
              </a:defRPr>
            </a:lvl9pPr>
          </a:lstStyle>
          <a:p xmlns:a="http://schemas.openxmlformats.org/drawingml/2006/main">
            <a:pPr algn="l">
              <a:defRPr sz="5250" b="0">
                <a:solidFill>
                  <a:srgbClr val="9FFF68"/>
                </a:solidFill>
                <a:latin typeface="Pretendard"/>
                <a:ea typeface="Pretendard"/>
                <a:cs typeface="Pretendard"/>
              </a:defRPr>
            </a:pPr>
            <a:r>
              <a:rPr sz="5250" b="0">
                <a:solidFill>
                  <a:srgbClr val="9FFF68"/>
                </a:solidFill>
                <a:latin typeface="Pretendard"/>
                <a:ea typeface="Pretendard"/>
                <a:cs typeface="Pretendard"/>
              </a:rPr>
              <a:t>°</a:t>
            </a:r>
          </a:p>
        </p:txBody>
      </p:sp>
      <p:sp>
        <p:nvSpPr>
          <p:cNvPr id="11" name="R04-33 표제와 해석 영역">
            <a:extLst xmlns:a="http://schemas.openxmlformats.org/drawingml/2006/main">
              <a:ext uri="{FF2B5EF4-FFF2-40B4-BE49-F238E27FC236}">
                <a16:creationId xmlns:a16="http://schemas.microsoft.com/office/drawing/2014/main" id="{6A32313F-BC91-4703-AEC2-DC02E245026B}"/>
              </a:ext>
            </a:extLst>
          </p:cNvPr>
          <p:cNvSpPr>
            <a:spLocks xmlns:a="http://schemas.openxmlformats.org/drawingml/2006/main" noGrp="1"/>
          </p:cNvSpPr>
          <p:nvPr/>
        </p:nvSpPr>
        <p:spPr>
          <a:xfrm xmlns:a="http://schemas.openxmlformats.org/drawingml/2006/main">
            <a:off x="7143750" y="4048125"/>
            <a:ext cx="9715500" cy="1638300"/>
          </a:xfrm>
          <a:prstGeom xmlns:a="http://schemas.openxmlformats.org/drawingml/2006/main" prst="roundRect">
            <a:avLst>
              <a:gd name="adj" fmla="val 11628"/>
            </a:avLst>
          </a:prstGeom>
          <a:solidFill xmlns:a="http://schemas.openxmlformats.org/drawingml/2006/main">
            <a:srgbClr val="242424"/>
          </a:solidFill>
          <a:ln xmlns:a="http://schemas.openxmlformats.org/drawingml/2006/main" w="0">
            <a:noFill/>
          </a:ln>
        </p:spPr>
      </p:sp>
      <p:sp>
        <p:nvSpPr>
          <p:cNvPr id="12" name="rich">
            <a:extLst xmlns:a="http://schemas.openxmlformats.org/drawingml/2006/main">
              <a:ext uri="{FF2B5EF4-FFF2-40B4-BE49-F238E27FC236}">
                <a16:creationId xmlns:a16="http://schemas.microsoft.com/office/drawing/2014/main" id="{16B6F8A3-2D75-4581-A8D4-4E26EDE27B3D}"/>
              </a:ext>
            </a:extLst>
          </p:cNvPr>
          <p:cNvSpPr>
            <a:spLocks xmlns:a="http://schemas.openxmlformats.org/drawingml/2006/main" noGrp="1"/>
          </p:cNvSpPr>
          <p:nvPr/>
        </p:nvSpPr>
        <p:spPr>
          <a:xfrm xmlns:a="http://schemas.openxmlformats.org/drawingml/2006/main">
            <a:off x="7448550" y="4210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9FFF68"/>
                </a:solidFill>
                <a:latin typeface="Pretendard"/>
                <a:ea typeface="Pretendard"/>
                <a:cs typeface="Pretendard"/>
              </a:defRPr>
            </a:defPPr>
            <a:lvl1pPr algn="l">
              <a:defRPr sz="3075" b="1">
                <a:solidFill>
                  <a:srgbClr val="9FFF68"/>
                </a:solidFill>
                <a:latin typeface="Pretendard"/>
                <a:ea typeface="Pretendard"/>
                <a:cs typeface="Pretendard"/>
              </a:defRPr>
            </a:lvl1pPr>
            <a:lvl2pPr algn="l">
              <a:defRPr sz="3075" b="1">
                <a:solidFill>
                  <a:srgbClr val="9FFF68"/>
                </a:solidFill>
                <a:latin typeface="Pretendard"/>
                <a:ea typeface="Pretendard"/>
                <a:cs typeface="Pretendard"/>
              </a:defRPr>
            </a:lvl2pPr>
            <a:lvl3pPr algn="l">
              <a:defRPr sz="3075" b="1">
                <a:solidFill>
                  <a:srgbClr val="9FFF68"/>
                </a:solidFill>
                <a:latin typeface="Pretendard"/>
                <a:ea typeface="Pretendard"/>
                <a:cs typeface="Pretendard"/>
              </a:defRPr>
            </a:lvl3pPr>
            <a:lvl4pPr algn="l">
              <a:defRPr sz="3075" b="1">
                <a:solidFill>
                  <a:srgbClr val="9FFF68"/>
                </a:solidFill>
                <a:latin typeface="Pretendard"/>
                <a:ea typeface="Pretendard"/>
                <a:cs typeface="Pretendard"/>
              </a:defRPr>
            </a:lvl4pPr>
            <a:lvl5pPr algn="l">
              <a:defRPr sz="3075" b="1">
                <a:solidFill>
                  <a:srgbClr val="9FFF68"/>
                </a:solidFill>
                <a:latin typeface="Pretendard"/>
                <a:ea typeface="Pretendard"/>
                <a:cs typeface="Pretendard"/>
              </a:defRPr>
            </a:lvl5pPr>
            <a:lvl6pPr algn="l">
              <a:defRPr sz="3075" b="1">
                <a:solidFill>
                  <a:srgbClr val="9FFF68"/>
                </a:solidFill>
                <a:latin typeface="Pretendard"/>
                <a:ea typeface="Pretendard"/>
                <a:cs typeface="Pretendard"/>
              </a:defRPr>
            </a:lvl6pPr>
            <a:lvl7pPr algn="l">
              <a:defRPr sz="3075" b="1">
                <a:solidFill>
                  <a:srgbClr val="9FFF68"/>
                </a:solidFill>
                <a:latin typeface="Pretendard"/>
                <a:ea typeface="Pretendard"/>
                <a:cs typeface="Pretendard"/>
              </a:defRPr>
            </a:lvl7pPr>
            <a:lvl8pPr algn="l">
              <a:defRPr sz="3075" b="1">
                <a:solidFill>
                  <a:srgbClr val="9FFF68"/>
                </a:solidFill>
                <a:latin typeface="Pretendard"/>
                <a:ea typeface="Pretendard"/>
                <a:cs typeface="Pretendard"/>
              </a:defRPr>
            </a:lvl8pPr>
            <a:lvl9pPr algn="l">
              <a:defRPr sz="3075" b="1">
                <a:solidFill>
                  <a:srgbClr val="9FFF68"/>
                </a:solidFill>
                <a:latin typeface="Pretendard"/>
                <a:ea typeface="Pretendard"/>
                <a:cs typeface="Pretendard"/>
              </a:defRPr>
            </a:lvl9pPr>
          </a:lstStyle>
          <a:p xmlns:a="http://schemas.openxmlformats.org/drawingml/2006/main">
            <a:pPr algn="l">
              <a:defRPr sz="3075" b="1">
                <a:solidFill>
                  <a:srgbClr val="9FFF68"/>
                </a:solidFill>
                <a:latin typeface="Pretendard"/>
                <a:ea typeface="Pretendard"/>
                <a:cs typeface="Pretendard"/>
              </a:defRPr>
            </a:pPr>
            <a:r>
              <a:rPr sz="3075" b="1">
                <a:solidFill>
                  <a:srgbClr val="9FFF68"/>
                </a:solidFill>
                <a:latin typeface="Pretendard"/>
                <a:ea typeface="Pretendard"/>
                <a:cs typeface="Pretendard"/>
              </a:rPr>
              <a:t>f : formation, 생성</a:t>
            </a:r>
          </a:p>
        </p:txBody>
      </p:sp>
      <p:sp>
        <p:nvSpPr>
          <p:cNvPr id="13" name="rich">
            <a:extLst xmlns:a="http://schemas.openxmlformats.org/drawingml/2006/main">
              <a:ext uri="{FF2B5EF4-FFF2-40B4-BE49-F238E27FC236}">
                <a16:creationId xmlns:a16="http://schemas.microsoft.com/office/drawing/2014/main" id="{79CD175F-FE09-4BFC-8388-87EFCF8629CD}"/>
              </a:ext>
            </a:extLst>
          </p:cNvPr>
          <p:cNvSpPr>
            <a:spLocks xmlns:a="http://schemas.openxmlformats.org/drawingml/2006/main" noGrp="1"/>
          </p:cNvSpPr>
          <p:nvPr/>
        </p:nvSpPr>
        <p:spPr>
          <a:xfrm xmlns:a="http://schemas.openxmlformats.org/drawingml/2006/main">
            <a:off x="7448550" y="4838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a:solidFill>
                  <a:srgbClr val="FFFFFF"/>
                </a:solidFill>
                <a:latin typeface="Pretendard"/>
                <a:ea typeface="Pretendard"/>
                <a:cs typeface="Pretendard"/>
              </a:rPr>
              <a:t>원소 물질로부터 생성되는 반응임을 나타낸다.</a:t>
            </a:r>
          </a:p>
        </p:txBody>
      </p:sp>
      <p:sp>
        <p:nvSpPr>
          <p:cNvPr id="14" name="R04-33 표제와 해석 영역">
            <a:extLst xmlns:a="http://schemas.openxmlformats.org/drawingml/2006/main">
              <a:ext uri="{FF2B5EF4-FFF2-40B4-BE49-F238E27FC236}">
                <a16:creationId xmlns:a16="http://schemas.microsoft.com/office/drawing/2014/main" id="{1DDACC62-154E-42A0-98FE-9DE9569D475F}"/>
              </a:ext>
            </a:extLst>
          </p:cNvPr>
          <p:cNvSpPr>
            <a:spLocks xmlns:a="http://schemas.openxmlformats.org/drawingml/2006/main" noGrp="1"/>
          </p:cNvSpPr>
          <p:nvPr/>
        </p:nvSpPr>
        <p:spPr>
          <a:xfrm xmlns:a="http://schemas.openxmlformats.org/drawingml/2006/main">
            <a:off x="7143750" y="5953125"/>
            <a:ext cx="9715500" cy="1638300"/>
          </a:xfrm>
          <a:prstGeom xmlns:a="http://schemas.openxmlformats.org/drawingml/2006/main" prst="roundRect">
            <a:avLst>
              <a:gd name="adj" fmla="val 11628"/>
            </a:avLst>
          </a:prstGeom>
          <a:solidFill xmlns:a="http://schemas.openxmlformats.org/drawingml/2006/main">
            <a:srgbClr val="242424"/>
          </a:solidFill>
          <a:ln xmlns:a="http://schemas.openxmlformats.org/drawingml/2006/main" w="0">
            <a:noFill/>
          </a:ln>
        </p:spPr>
      </p:sp>
      <p:sp>
        <p:nvSpPr>
          <p:cNvPr id="15" name="rich">
            <a:extLst xmlns:a="http://schemas.openxmlformats.org/drawingml/2006/main">
              <a:ext uri="{FF2B5EF4-FFF2-40B4-BE49-F238E27FC236}">
                <a16:creationId xmlns:a16="http://schemas.microsoft.com/office/drawing/2014/main" id="{B42F5F57-7260-4FFC-A736-B4EBA272085D}"/>
              </a:ext>
            </a:extLst>
          </p:cNvPr>
          <p:cNvSpPr>
            <a:spLocks xmlns:a="http://schemas.openxmlformats.org/drawingml/2006/main" noGrp="1"/>
          </p:cNvSpPr>
          <p:nvPr/>
        </p:nvSpPr>
        <p:spPr>
          <a:xfrm xmlns:a="http://schemas.openxmlformats.org/drawingml/2006/main">
            <a:off x="7448550" y="6115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9FFF68"/>
                </a:solidFill>
                <a:latin typeface="Pretendard"/>
                <a:ea typeface="Pretendard"/>
                <a:cs typeface="Pretendard"/>
              </a:defRPr>
            </a:defPPr>
            <a:lvl1pPr algn="l">
              <a:defRPr sz="3075" b="1">
                <a:solidFill>
                  <a:srgbClr val="9FFF68"/>
                </a:solidFill>
                <a:latin typeface="Pretendard"/>
                <a:ea typeface="Pretendard"/>
                <a:cs typeface="Pretendard"/>
              </a:defRPr>
            </a:lvl1pPr>
            <a:lvl2pPr algn="l">
              <a:defRPr sz="3075" b="1">
                <a:solidFill>
                  <a:srgbClr val="9FFF68"/>
                </a:solidFill>
                <a:latin typeface="Pretendard"/>
                <a:ea typeface="Pretendard"/>
                <a:cs typeface="Pretendard"/>
              </a:defRPr>
            </a:lvl2pPr>
            <a:lvl3pPr algn="l">
              <a:defRPr sz="3075" b="1">
                <a:solidFill>
                  <a:srgbClr val="9FFF68"/>
                </a:solidFill>
                <a:latin typeface="Pretendard"/>
                <a:ea typeface="Pretendard"/>
                <a:cs typeface="Pretendard"/>
              </a:defRPr>
            </a:lvl3pPr>
            <a:lvl4pPr algn="l">
              <a:defRPr sz="3075" b="1">
                <a:solidFill>
                  <a:srgbClr val="9FFF68"/>
                </a:solidFill>
                <a:latin typeface="Pretendard"/>
                <a:ea typeface="Pretendard"/>
                <a:cs typeface="Pretendard"/>
              </a:defRPr>
            </a:lvl4pPr>
            <a:lvl5pPr algn="l">
              <a:defRPr sz="3075" b="1">
                <a:solidFill>
                  <a:srgbClr val="9FFF68"/>
                </a:solidFill>
                <a:latin typeface="Pretendard"/>
                <a:ea typeface="Pretendard"/>
                <a:cs typeface="Pretendard"/>
              </a:defRPr>
            </a:lvl5pPr>
            <a:lvl6pPr algn="l">
              <a:defRPr sz="3075" b="1">
                <a:solidFill>
                  <a:srgbClr val="9FFF68"/>
                </a:solidFill>
                <a:latin typeface="Pretendard"/>
                <a:ea typeface="Pretendard"/>
                <a:cs typeface="Pretendard"/>
              </a:defRPr>
            </a:lvl6pPr>
            <a:lvl7pPr algn="l">
              <a:defRPr sz="3075" b="1">
                <a:solidFill>
                  <a:srgbClr val="9FFF68"/>
                </a:solidFill>
                <a:latin typeface="Pretendard"/>
                <a:ea typeface="Pretendard"/>
                <a:cs typeface="Pretendard"/>
              </a:defRPr>
            </a:lvl7pPr>
            <a:lvl8pPr algn="l">
              <a:defRPr sz="3075" b="1">
                <a:solidFill>
                  <a:srgbClr val="9FFF68"/>
                </a:solidFill>
                <a:latin typeface="Pretendard"/>
                <a:ea typeface="Pretendard"/>
                <a:cs typeface="Pretendard"/>
              </a:defRPr>
            </a:lvl8pPr>
            <a:lvl9pPr algn="l">
              <a:defRPr sz="3075" b="1">
                <a:solidFill>
                  <a:srgbClr val="9FFF68"/>
                </a:solidFill>
                <a:latin typeface="Pretendard"/>
                <a:ea typeface="Pretendard"/>
                <a:cs typeface="Pretendard"/>
              </a:defRPr>
            </a:lvl9pPr>
          </a:lstStyle>
          <a:p xmlns:a="http://schemas.openxmlformats.org/drawingml/2006/main">
            <a:pPr algn="l">
              <a:defRPr sz="3075" b="1">
                <a:solidFill>
                  <a:srgbClr val="9FFF68"/>
                </a:solidFill>
                <a:latin typeface="Pretendard"/>
                <a:ea typeface="Pretendard"/>
                <a:cs typeface="Pretendard"/>
              </a:defRPr>
            </a:pPr>
            <a:r>
              <a:rPr sz="3075" b="1">
                <a:solidFill>
                  <a:srgbClr val="9FFF68"/>
                </a:solidFill>
                <a:latin typeface="Pretendard"/>
                <a:ea typeface="Pretendard"/>
                <a:cs typeface="Pretendard"/>
              </a:rPr>
              <a:t>° : 표준 상태</a:t>
            </a:r>
          </a:p>
        </p:txBody>
      </p:sp>
      <p:sp>
        <p:nvSpPr>
          <p:cNvPr id="16" name="rich">
            <a:extLst xmlns:a="http://schemas.openxmlformats.org/drawingml/2006/main">
              <a:ext uri="{FF2B5EF4-FFF2-40B4-BE49-F238E27FC236}">
                <a16:creationId xmlns:a16="http://schemas.microsoft.com/office/drawing/2014/main" id="{0217446F-A4A8-4E0C-AC15-2872A6990DF4}"/>
              </a:ext>
            </a:extLst>
          </p:cNvPr>
          <p:cNvSpPr>
            <a:spLocks xmlns:a="http://schemas.openxmlformats.org/drawingml/2006/main" noGrp="1"/>
          </p:cNvSpPr>
          <p:nvPr/>
        </p:nvSpPr>
        <p:spPr>
          <a:xfrm xmlns:a="http://schemas.openxmlformats.org/drawingml/2006/main">
            <a:off x="7448550" y="6743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a:solidFill>
                  <a:srgbClr val="FFFFFF"/>
                </a:solidFill>
                <a:latin typeface="Pretendard"/>
                <a:ea typeface="Pretendard"/>
                <a:cs typeface="Pretendard"/>
              </a:rPr>
              <a:t>반응 물질이 표준 상태에 있음을 나타낸다.</a:t>
            </a:r>
          </a:p>
        </p:txBody>
      </p:sp>
      <p:sp>
        <p:nvSpPr>
          <p:cNvPr id="17" name="text">
            <a:extLst xmlns:a="http://schemas.openxmlformats.org/drawingml/2006/main">
              <a:ext uri="{FF2B5EF4-FFF2-40B4-BE49-F238E27FC236}">
                <a16:creationId xmlns:a16="http://schemas.microsoft.com/office/drawing/2014/main" id="{40D0809B-1EDE-446F-B504-A21189D78A4B}"/>
              </a:ext>
            </a:extLst>
          </p:cNvPr>
          <p:cNvSpPr>
            <a:spLocks xmlns:a="http://schemas.openxmlformats.org/drawingml/2006/main" noGrp="1"/>
          </p:cNvSpPr>
          <p:nvPr/>
        </p:nvSpPr>
        <p:spPr>
          <a:xfrm xmlns:a="http://schemas.openxmlformats.org/drawingml/2006/main">
            <a:off x="2286000" y="6410325"/>
            <a:ext cx="390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BBBBBB"/>
                </a:solidFill>
                <a:latin typeface="Pretendard"/>
                <a:ea typeface="Pretendard"/>
                <a:cs typeface="Pretendard"/>
              </a:defRPr>
            </a:defPPr>
            <a:lvl1pPr algn="ctr">
              <a:defRPr sz="2550" b="0">
                <a:solidFill>
                  <a:srgbClr val="BBBBBB"/>
                </a:solidFill>
                <a:latin typeface="Pretendard"/>
                <a:ea typeface="Pretendard"/>
                <a:cs typeface="Pretendard"/>
              </a:defRPr>
            </a:lvl1pPr>
            <a:lvl2pPr algn="ctr">
              <a:defRPr sz="2550" b="0">
                <a:solidFill>
                  <a:srgbClr val="BBBBBB"/>
                </a:solidFill>
                <a:latin typeface="Pretendard"/>
                <a:ea typeface="Pretendard"/>
                <a:cs typeface="Pretendard"/>
              </a:defRPr>
            </a:lvl2pPr>
            <a:lvl3pPr algn="ctr">
              <a:defRPr sz="2550" b="0">
                <a:solidFill>
                  <a:srgbClr val="BBBBBB"/>
                </a:solidFill>
                <a:latin typeface="Pretendard"/>
                <a:ea typeface="Pretendard"/>
                <a:cs typeface="Pretendard"/>
              </a:defRPr>
            </a:lvl3pPr>
            <a:lvl4pPr algn="ctr">
              <a:defRPr sz="2550" b="0">
                <a:solidFill>
                  <a:srgbClr val="BBBBBB"/>
                </a:solidFill>
                <a:latin typeface="Pretendard"/>
                <a:ea typeface="Pretendard"/>
                <a:cs typeface="Pretendard"/>
              </a:defRPr>
            </a:lvl4pPr>
            <a:lvl5pPr algn="ctr">
              <a:defRPr sz="2550" b="0">
                <a:solidFill>
                  <a:srgbClr val="BBBBBB"/>
                </a:solidFill>
                <a:latin typeface="Pretendard"/>
                <a:ea typeface="Pretendard"/>
                <a:cs typeface="Pretendard"/>
              </a:defRPr>
            </a:lvl5pPr>
            <a:lvl6pPr algn="ctr">
              <a:defRPr sz="2550" b="0">
                <a:solidFill>
                  <a:srgbClr val="BBBBBB"/>
                </a:solidFill>
                <a:latin typeface="Pretendard"/>
                <a:ea typeface="Pretendard"/>
                <a:cs typeface="Pretendard"/>
              </a:defRPr>
            </a:lvl6pPr>
            <a:lvl7pPr algn="ctr">
              <a:defRPr sz="2550" b="0">
                <a:solidFill>
                  <a:srgbClr val="BBBBBB"/>
                </a:solidFill>
                <a:latin typeface="Pretendard"/>
                <a:ea typeface="Pretendard"/>
                <a:cs typeface="Pretendard"/>
              </a:defRPr>
            </a:lvl7pPr>
            <a:lvl8pPr algn="ctr">
              <a:defRPr sz="2550" b="0">
                <a:solidFill>
                  <a:srgbClr val="BBBBBB"/>
                </a:solidFill>
                <a:latin typeface="Pretendard"/>
                <a:ea typeface="Pretendard"/>
                <a:cs typeface="Pretendard"/>
              </a:defRPr>
            </a:lvl8pPr>
            <a:lvl9pPr algn="ctr">
              <a:defRPr sz="2550" b="0">
                <a:solidFill>
                  <a:srgbClr val="BBBBBB"/>
                </a:solidFill>
                <a:latin typeface="Pretendard"/>
                <a:ea typeface="Pretendard"/>
                <a:cs typeface="Pretendard"/>
              </a:defRPr>
            </a:lvl9pPr>
          </a:lstStyle>
          <a:p xmlns:a="http://schemas.openxmlformats.org/drawingml/2006/main">
            <a:pPr algn="ctr">
              <a:defRPr sz="2550" b="0">
                <a:solidFill>
                  <a:srgbClr val="BBBBBB"/>
                </a:solidFill>
                <a:latin typeface="Pretendard"/>
                <a:ea typeface="Pretendard"/>
                <a:cs typeface="Pretendard"/>
              </a:defRPr>
            </a:pPr>
            <a:r>
              <a:rPr sz="2550" b="0">
                <a:solidFill>
                  <a:srgbClr val="BBBBBB"/>
                </a:solidFill>
                <a:latin typeface="Pretendard"/>
                <a:ea typeface="Pretendard"/>
                <a:cs typeface="Pretendard"/>
              </a:rPr>
              <a:t>아래첨자·윗첨자도 기호의 일부</a:t>
            </a:r>
          </a:p>
        </p:txBody>
      </p:sp>
      <p:sp>
        <p:nvSpPr>
          <p:cNvPr id="18" name="해석·결론">
            <a:extLst xmlns:a="http://schemas.openxmlformats.org/drawingml/2006/main">
              <a:ext uri="{FF2B5EF4-FFF2-40B4-BE49-F238E27FC236}">
                <a16:creationId xmlns:a16="http://schemas.microsoft.com/office/drawing/2014/main" id="{D9E33718-4524-432F-9973-866E1A9FA7E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9" name="반응식·수식">
            <a:extLst xmlns:a="http://schemas.openxmlformats.org/drawingml/2006/main">
              <a:ext uri="{FF2B5EF4-FFF2-40B4-BE49-F238E27FC236}">
                <a16:creationId xmlns:a16="http://schemas.microsoft.com/office/drawing/2014/main" id="{0C7952F2-F4C3-41E0-8684-308555147F3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물질 1 mol을 기준으로 하므로 단위는 kJ/mol</a:t>
            </a:r>
          </a:p>
        </p:txBody>
      </p:sp>
    </p:spTree>
    <p:extLst>
      <p:ext uri="{BB962C8B-B14F-4D97-AF65-F5344CB8AC3E}">
        <p14:creationId xmlns:p14="http://schemas.microsoft.com/office/powerpoint/2010/main" val="1364020784"/>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5FCE4CF-0686-4679-ABC0-EF7696FF58AD}"/>
              </a:ext>
            </a:extLst>
          </p:cNvPr>
          <p:cNvPicPr>
            <a:picLocks xmlns:a="http://schemas.openxmlformats.org/drawingml/2006/main" noChangeAspect="1"/>
          </p:cNvPicPr>
          <p:nvPr/>
        </p:nvPicPr>
        <p:blipFill>
          <a:blip xmlns:r="http://schemas.openxmlformats.org/officeDocument/2006/relationships" xmlns:a="http://schemas.openxmlformats.org/drawingml/2006/main" r:embed="R367cc168ceda4f4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250BCD9-6653-4192-8AC8-E84D0753580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E8CE9FB-546E-4154-9583-BFD2DA9F841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198393AF-3CE1-480D-B962-A2327876DD4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52AD3CD-C2B1-4B83-A13B-F566D850BF7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6E4D342-4D7D-45D2-B00A-B816F56927F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9CBF1D70-5D41-498C-9FF8-251FDFECCAD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D237A71A-B6D3-44B0-B752-97ECCA0E9ACD}"/>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9C4C5A26-17CB-4372-850B-AF4E6C407882}"/>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F9AA8860-FC67-48E4-86EC-5D0166BA254B}"/>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2D57E2C-566B-4D80-8C8E-517853BED019}"/>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56D602AF-F176-4584-86F0-BDA6DD2659AE}"/>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0240D75D-CC87-4B50-A051-5D0B4A835542}"/>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1308858477"/>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CE09180B-4403-4F0E-B0D3-D5AFCC303034}"/>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BDFCA528-14CF-40B3-AEBF-F9E1CAAE6A4A}"/>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C206C615-7F70-4DF1-95E8-32EAFEC2972E}"/>
              </a:ext>
            </a:extLst>
          </p:cNvPr>
          <p:cNvPicPr>
            <a:picLocks xmlns:a="http://schemas.openxmlformats.org/drawingml/2006/main" noChangeAspect="1"/>
          </p:cNvPicPr>
          <p:nvPr/>
        </p:nvPicPr>
        <p:blipFill>
          <a:blip xmlns:r="http://schemas.openxmlformats.org/officeDocument/2006/relationships" xmlns:a="http://schemas.openxmlformats.org/drawingml/2006/main" r:embed="R014c5a8d59fa4af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FB35C7D-687C-420B-B9F6-404BFB214BF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84014BC-9A7F-45DC-94E8-ADB2E167EA9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386A8516-360E-49D5-A5EC-B8682861460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7CF890C-D15C-4E68-A660-A3372B18518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8C27258-E11E-4EA3-84ED-F6E2DCC2ABC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DC19CD91-6EDD-4595-B2A6-447CF2DA21D8}"/>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1501FF76-4928-40EF-8A91-8EC1168D86C1}"/>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F462CBC0-5E21-45EE-A6EA-B531B15B3228}"/>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E16E3411-A0FE-43ED-8374-CAD5CAC77F50}"/>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
        <p:nvSpPr>
          <p:cNvPr id="13" name="text">
            <a:extLst xmlns:a="http://schemas.openxmlformats.org/drawingml/2006/main">
              <a:ext uri="{FF2B5EF4-FFF2-40B4-BE49-F238E27FC236}">
                <a16:creationId xmlns:a16="http://schemas.microsoft.com/office/drawing/2014/main" id="{1F078303-7552-4E77-ACCC-534E7D13C213}"/>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이 수업의 완자 예제는 25°C, 1기압의 자료다.</a:t>
            </a:r>
          </a:p>
        </p:txBody>
      </p:sp>
    </p:spTree>
    <p:extLst>
      <p:ext uri="{BB962C8B-B14F-4D97-AF65-F5344CB8AC3E}">
        <p14:creationId xmlns:p14="http://schemas.microsoft.com/office/powerpoint/2010/main" val="884003927"/>
      </p:ext>
    </p:extLst>
  </p:cSld>
</p:sld>
</file>

<file path=ppt/slides/slide29.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7DC395C-BB52-4A78-8943-DF1787293636}"/>
              </a:ext>
            </a:extLst>
          </p:cNvPr>
          <p:cNvPicPr>
            <a:picLocks xmlns:a="http://schemas.openxmlformats.org/drawingml/2006/main" noChangeAspect="1"/>
          </p:cNvPicPr>
          <p:nvPr/>
        </p:nvPicPr>
        <p:blipFill>
          <a:blip xmlns:r="http://schemas.openxmlformats.org/officeDocument/2006/relationships" xmlns:a="http://schemas.openxmlformats.org/drawingml/2006/main" r:embed="Raf6093646f134a4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1EC7A49-9B6D-4197-9656-7C5992DE7B2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FA1F4A5-BB06-4911-BEC8-30910A4C592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16CD87EC-E38F-4E55-A06C-7E6043F97F91}"/>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FF74DFA-6393-4127-9744-6C91E6EE4C4B}"/>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2A2C38F3-7514-4970-921E-F1EB628997F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95AAEB3E-0F7E-423D-A6D8-DB1A26A70508}"/>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7E7EB69B-3D1D-4D02-90EB-7BCE68330E62}"/>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F845395A-D58A-4248-BFF3-07540D7F1DE6}"/>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D151BEE-CE0D-4478-AB58-BB91B2E0CF7F}"/>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FF2FA77C-87CC-4926-9A7D-C9A016D1D44F}"/>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A57FF61B-42BC-432F-AD09-65365438CEA8}"/>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F26ED8EE-8283-4F36-BAF5-D1D4B87F84F3}"/>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1964558120"/>
      </p:ext>
    </p:extLst>
  </p:cSld>
</p:sld>
</file>

<file path=ppt/slides/slide3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1B22E4FA-9B27-4C55-ABCC-3BE13478CD01}"/>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E1C33261-1953-49DE-83D2-F5458642E225}"/>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D734494C-289F-4F40-A3B5-B5141DBB1884}"/>
              </a:ext>
            </a:extLst>
          </p:cNvPr>
          <p:cNvPicPr>
            <a:picLocks xmlns:a="http://schemas.openxmlformats.org/drawingml/2006/main" noChangeAspect="1"/>
          </p:cNvPicPr>
          <p:nvPr/>
        </p:nvPicPr>
        <p:blipFill>
          <a:blip xmlns:r="http://schemas.openxmlformats.org/officeDocument/2006/relationships" xmlns:a="http://schemas.openxmlformats.org/drawingml/2006/main" r:embed="R9045f48dfb874a9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AE71755-A4EB-4718-AB0D-7BB7CAD5366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15FD718-593F-4A9F-8449-F5D2FB0DF7A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B1448643-3C43-4686-8502-7D4820230F6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8B471FD-16E5-44C3-B1AD-02D673BEB4E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9B30B8F-7002-4C13-98B3-E0CC5195823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1B255A34-D115-4160-A654-D5628F043E20}"/>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E9D5644C-3CCA-4DC8-B821-284E351CF671}"/>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8248C076-B367-45C4-B082-24899C246946}"/>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90BFEED8-29B5-4564-A8AF-F443C42C94EE}"/>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E4A73798-5352-46D3-BF5C-84812CBA8E2A}"/>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1349555028"/>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3FDFDD9E-86AB-4FB6-A233-C0C9559DC8A0}"/>
              </a:ext>
            </a:extLst>
          </p:cNvPr>
          <p:cNvPicPr>
            <a:picLocks xmlns:a="http://schemas.openxmlformats.org/drawingml/2006/main" noChangeAspect="1"/>
          </p:cNvPicPr>
          <p:nvPr/>
        </p:nvPicPr>
        <p:blipFill>
          <a:blip xmlns:r="http://schemas.openxmlformats.org/officeDocument/2006/relationships" xmlns:a="http://schemas.openxmlformats.org/drawingml/2006/main" r:embed="R68f31a4d641d454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F854D9F-7F18-439E-AE41-604F50CF2F0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5E1FE6D-A844-4BF7-B1AC-148578A8A7E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478B85F9-0D6C-4B98-A0BB-D3BD43B9261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7054E3F-2ED2-4C65-B593-A77CBFB1386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089F52E-FA92-49DA-8602-3B36529C389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pic>
        <p:nvPicPr>
          <p:cNvPr id="7" name="">
            <a:extLst xmlns:a="http://schemas.openxmlformats.org/drawingml/2006/main">
              <a:ext uri="{FF2B5EF4-FFF2-40B4-BE49-F238E27FC236}">
                <a16:creationId xmlns:a16="http://schemas.microsoft.com/office/drawing/2014/main" id="{523E9A3B-D21E-474B-B5E7-D2EE013A6FDF}"/>
              </a:ext>
            </a:extLst>
          </p:cNvPr>
          <p:cNvPicPr>
            <a:picLocks xmlns:a="http://schemas.openxmlformats.org/drawingml/2006/main" noChangeAspect="1"/>
          </p:cNvPicPr>
          <p:nvPr/>
        </p:nvPicPr>
        <p:blipFill>
          <a:blip xmlns:r="http://schemas.openxmlformats.org/officeDocument/2006/relationships" xmlns:a="http://schemas.openxmlformats.org/drawingml/2006/main" r:embed="Re7c899df39c842b5"/>
          <a:stretch xmlns:a="http://schemas.openxmlformats.org/drawingml/2006/main"/>
        </p:blipFill>
        <p:spPr>
          <a:xfrm xmlns:a="http://schemas.openxmlformats.org/drawingml/2006/main">
            <a:off x="1476375" y="4218214"/>
            <a:ext cx="2857500" cy="394607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CCCB849-75C0-446B-80CC-467C5648B09E}"/>
              </a:ext>
            </a:extLst>
          </p:cNvPr>
          <p:cNvPicPr>
            <a:picLocks xmlns:a="http://schemas.openxmlformats.org/drawingml/2006/main" noChangeAspect="1"/>
          </p:cNvPicPr>
          <p:nvPr/>
        </p:nvPicPr>
        <p:blipFill>
          <a:blip xmlns:r="http://schemas.openxmlformats.org/officeDocument/2006/relationships" xmlns:a="http://schemas.openxmlformats.org/drawingml/2006/main" r:embed="Rc1b9026f7f1549d1"/>
          <a:stretch xmlns:a="http://schemas.openxmlformats.org/drawingml/2006/main"/>
        </p:blipFill>
        <p:spPr>
          <a:xfrm xmlns:a="http://schemas.openxmlformats.org/drawingml/2006/main">
            <a:off x="4476750" y="4192253"/>
            <a:ext cx="2619375" cy="3997993"/>
          </a:xfrm>
          <a:prstGeom xmlns:a="http://schemas.openxmlformats.org/drawingml/2006/main" prst="rect">
            <a:avLst/>
          </a:prstGeom>
        </p:spPr>
      </p:pic>
      <p:graphicFrame>
        <p:nvGraphicFramePr>
          <p:cNvPr id="9" name="">
            <a:extLst xmlns:a="http://schemas.openxmlformats.org/drawingml/2006/main">
              <a:ext uri="{FF2B5EF4-FFF2-40B4-BE49-F238E27FC236}">
                <a16:creationId xmlns:a16="http://schemas.microsoft.com/office/drawing/2014/main" id="{7914CC51-59F5-45F2-94CA-BFCB5DF24F14}"/>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596CBA2E-5D8C-421A-8317-D8E061140FDB}"/>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40162C0-4258-46F9-9DB4-87935BD22677}"/>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5793A953-4CCC-4BF7-82F2-16B67D564775}"/>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10B7D7F4-6B85-48DC-A5F0-0963CDA117C7}"/>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B19B397A-F0D4-4E81-8075-2AD75DD940D0}"/>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9E7A0519-90C3-4D89-94CB-5C33F5594DF3}"/>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4CF4E1BB-029A-406E-98EC-B09A56452F5C}"/>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원소 물질이어도, 다른 동소체의 값까지 0은 아니다.</a:t>
            </a:r>
          </a:p>
        </p:txBody>
      </p:sp>
    </p:spTree>
    <p:extLst>
      <p:ext uri="{BB962C8B-B14F-4D97-AF65-F5344CB8AC3E}">
        <p14:creationId xmlns:p14="http://schemas.microsoft.com/office/powerpoint/2010/main" val="1665602830"/>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CF931FE8-A1AE-410F-BED2-067090A1F11E}"/>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D566845C-31DF-479D-9E13-45D3F698317C}"/>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A0C5DF05-48FA-46B7-AEF2-B68D59D26A7F}"/>
              </a:ext>
            </a:extLst>
          </p:cNvPr>
          <p:cNvPicPr>
            <a:picLocks xmlns:a="http://schemas.openxmlformats.org/drawingml/2006/main" noChangeAspect="1"/>
          </p:cNvPicPr>
          <p:nvPr/>
        </p:nvPicPr>
        <p:blipFill>
          <a:blip xmlns:r="http://schemas.openxmlformats.org/officeDocument/2006/relationships" xmlns:a="http://schemas.openxmlformats.org/drawingml/2006/main" r:embed="R0d847fabf2684e9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29CED02-9913-48C7-B1AC-F0DE63712B4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ADEDF19-81D6-44F8-973F-84813BAA322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980AAC95-CCC1-4D83-8F5C-99A4FE4A9A7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1B0995F-141E-4EFE-8DE0-9C1EB3AE71F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C1CE42D-DB2C-4E01-9760-D501016DB9C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F292A52B-3DD0-42F1-9423-2E1B5C8038DC}"/>
              </a:ext>
            </a:extLst>
          </p:cNvPr>
          <p:cNvPicPr>
            <a:picLocks xmlns:a="http://schemas.openxmlformats.org/drawingml/2006/main" noChangeAspect="1"/>
          </p:cNvPicPr>
          <p:nvPr/>
        </p:nvPicPr>
        <p:blipFill>
          <a:blip xmlns:r="http://schemas.openxmlformats.org/officeDocument/2006/relationships" xmlns:a="http://schemas.openxmlformats.org/drawingml/2006/main" r:embed="R9e0e6edfdba244e8"/>
          <a:stretch xmlns:a="http://schemas.openxmlformats.org/drawingml/2006/main"/>
        </p:blipFill>
        <p:spPr>
          <a:xfrm xmlns:a="http://schemas.openxmlformats.org/drawingml/2006/main">
            <a:off x="5118497" y="4857750"/>
            <a:ext cx="805100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EF6D9A4-2256-45E6-BF4C-A3A337F08232}"/>
              </a:ext>
            </a:extLst>
          </p:cNvPr>
          <p:cNvPicPr>
            <a:picLocks xmlns:a="http://schemas.openxmlformats.org/drawingml/2006/main" noChangeAspect="1"/>
          </p:cNvPicPr>
          <p:nvPr/>
        </p:nvPicPr>
        <p:blipFill>
          <a:blip xmlns:r="http://schemas.openxmlformats.org/officeDocument/2006/relationships" xmlns:a="http://schemas.openxmlformats.org/drawingml/2006/main" r:embed="R82918c8c83a7484a"/>
          <a:stretch xmlns:a="http://schemas.openxmlformats.org/drawingml/2006/main"/>
        </p:blipFill>
        <p:spPr>
          <a:xfrm xmlns:a="http://schemas.openxmlformats.org/drawingml/2006/main">
            <a:off x="5118497" y="6715125"/>
            <a:ext cx="8051006" cy="857250"/>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674755D6-0BDD-4E62-894B-953D7F267A07}"/>
              </a:ext>
            </a:extLst>
          </p:cNvPr>
          <p:cNvSpPr>
            <a:spLocks xmlns:a="http://schemas.openxmlformats.org/drawingml/2006/main" noGrp="1"/>
          </p:cNvSpPr>
          <p:nvPr/>
        </p:nvSpPr>
        <p:spPr>
          <a:xfrm xmlns:a="http://schemas.openxmlformats.org/drawingml/2006/main">
            <a:off x="2952750" y="414337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CE17E51C-8F97-48B2-98F7-F3BC24545064}"/>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EA6C9747-2E70-4D07-9A4C-1551A8AF3C2C}"/>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689829625"/>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C9F8385-C4BF-4168-A7E9-11563D7D43D7}"/>
              </a:ext>
            </a:extLst>
          </p:cNvPr>
          <p:cNvPicPr>
            <a:picLocks xmlns:a="http://schemas.openxmlformats.org/drawingml/2006/main" noChangeAspect="1"/>
          </p:cNvPicPr>
          <p:nvPr/>
        </p:nvPicPr>
        <p:blipFill>
          <a:blip xmlns:r="http://schemas.openxmlformats.org/officeDocument/2006/relationships" xmlns:a="http://schemas.openxmlformats.org/drawingml/2006/main" r:embed="Re51e4ff42eca420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4330D19-2A3E-492A-940B-B119F256404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CBECC3F-7E6C-4508-8F4C-82AACBE5A1C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705AB922-2F51-42B7-AA0C-BA76D2F6D42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3640D22-3E72-4E6F-9355-A1862954CE2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D0810C1-038E-41C3-BF42-962FE2C3D5C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DFD59081-77A6-437D-A865-7C26B77662E6}"/>
              </a:ext>
            </a:extLst>
          </p:cNvPr>
          <p:cNvPicPr>
            <a:picLocks xmlns:a="http://schemas.openxmlformats.org/drawingml/2006/main" noChangeAspect="1"/>
          </p:cNvPicPr>
          <p:nvPr/>
        </p:nvPicPr>
        <p:blipFill>
          <a:blip xmlns:r="http://schemas.openxmlformats.org/officeDocument/2006/relationships" xmlns:a="http://schemas.openxmlformats.org/drawingml/2006/main" r:embed="R777ea9c7e98c4661"/>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FEBCFFD3-BE40-418F-8D83-C9D89E34048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5DBFDEA3-016C-4939-AEFE-2E4848806E45}"/>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세 과정을 합하면 CH₄의 연소 반응이 된다.</a:t>
            </a:r>
          </a:p>
        </p:txBody>
      </p:sp>
    </p:spTree>
    <p:extLst>
      <p:ext uri="{BB962C8B-B14F-4D97-AF65-F5344CB8AC3E}">
        <p14:creationId xmlns:p14="http://schemas.microsoft.com/office/powerpoint/2010/main" val="578530196"/>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A38128BD-EE17-4784-80A5-02B260D7ADC9}"/>
              </a:ext>
            </a:extLst>
          </p:cNvPr>
          <p:cNvSpPr>
            <a:spLocks xmlns:a="http://schemas.openxmlformats.org/drawingml/2006/main" noGrp="1"/>
          </p:cNvSpPr>
          <p:nvPr/>
        </p:nvSpPr>
        <p:spPr>
          <a:xfrm xmlns:a="http://schemas.openxmlformats.org/drawingml/2006/main">
            <a:off x="2857500" y="4572000"/>
            <a:ext cx="12573000" cy="2333625"/>
          </a:xfrm>
          <a:prstGeom xmlns:a="http://schemas.openxmlformats.org/drawingml/2006/main" prst="roundRect">
            <a:avLst>
              <a:gd name="adj" fmla="val 8980"/>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F946A32-66E0-410E-8451-305DD6AE80D3}"/>
              </a:ext>
            </a:extLst>
          </p:cNvPr>
          <p:cNvPicPr>
            <a:picLocks xmlns:a="http://schemas.openxmlformats.org/drawingml/2006/main" noChangeAspect="1"/>
          </p:cNvPicPr>
          <p:nvPr/>
        </p:nvPicPr>
        <p:blipFill>
          <a:blip xmlns:r="http://schemas.openxmlformats.org/officeDocument/2006/relationships" xmlns:a="http://schemas.openxmlformats.org/drawingml/2006/main" r:embed="R74b9f3beeb4c459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D81A167-C9A0-4B1B-B740-A29A2528004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4E21D37-00E9-48A4-852E-E29166D27DD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3D2F5C99-0A4B-44AD-B7A9-3436E24AE3C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4680755-5512-4757-A26C-2923EBCB946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0D7E51F-5CF0-445A-BF6B-607895DCF10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계수를 곱해 더한다</a:t>
            </a:r>
          </a:p>
        </p:txBody>
      </p:sp>
      <p:pic>
        <p:nvPicPr>
          <p:cNvPr id="14" name="">
            <a:extLst xmlns:a="http://schemas.openxmlformats.org/drawingml/2006/main">
              <a:ext uri="{FF2B5EF4-FFF2-40B4-BE49-F238E27FC236}">
                <a16:creationId xmlns:a16="http://schemas.microsoft.com/office/drawing/2014/main" id="{32D85FF6-8CCD-4BDB-8F48-B5A5A00E1F2C}"/>
              </a:ext>
            </a:extLst>
          </p:cNvPr>
          <p:cNvPicPr>
            <a:picLocks xmlns:a="http://schemas.openxmlformats.org/drawingml/2006/main" noChangeAspect="1"/>
          </p:cNvPicPr>
          <p:nvPr/>
        </p:nvPicPr>
        <p:blipFill>
          <a:blip xmlns:r="http://schemas.openxmlformats.org/officeDocument/2006/relationships" xmlns:a="http://schemas.openxmlformats.org/drawingml/2006/main" r:embed="Re2adb19f843b4f63"/>
          <a:stretch xmlns:a="http://schemas.openxmlformats.org/drawingml/2006/main"/>
        </p:blipFill>
        <p:spPr>
          <a:xfrm xmlns:a="http://schemas.openxmlformats.org/drawingml/2006/main">
            <a:off x="4084371" y="4905375"/>
            <a:ext cx="10119259" cy="1666875"/>
          </a:xfrm>
          <a:prstGeom xmlns:a="http://schemas.openxmlformats.org/drawingml/2006/main" prst="rect">
            <a:avLst/>
          </a:prstGeom>
        </p:spPr>
      </p:pic>
      <p:sp>
        <p:nvSpPr>
          <p:cNvPr id="16" name="text">
            <a:extLst xmlns:a="http://schemas.openxmlformats.org/drawingml/2006/main">
              <a:ext uri="{FF2B5EF4-FFF2-40B4-BE49-F238E27FC236}">
                <a16:creationId xmlns:a16="http://schemas.microsoft.com/office/drawing/2014/main" id="{5C882CF5-917D-43EC-86B5-93941C2F22DB}"/>
              </a:ext>
            </a:extLst>
          </p:cNvPr>
          <p:cNvSpPr>
            <a:spLocks xmlns:a="http://schemas.openxmlformats.org/drawingml/2006/main" noGrp="1"/>
          </p:cNvSpPr>
          <p:nvPr/>
        </p:nvSpPr>
        <p:spPr>
          <a:xfrm xmlns:a="http://schemas.openxmlformats.org/drawingml/2006/main">
            <a:off x="3333750" y="7477125"/>
            <a:ext cx="1162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각 물질의 반응 계수를 표의 값에 곱한다.</a:t>
            </a:r>
          </a:p>
        </p:txBody>
      </p:sp>
      <p:sp>
        <p:nvSpPr>
          <p:cNvPr id="17" name="text">
            <a:extLst xmlns:a="http://schemas.openxmlformats.org/drawingml/2006/main">
              <a:ext uri="{FF2B5EF4-FFF2-40B4-BE49-F238E27FC236}">
                <a16:creationId xmlns:a16="http://schemas.microsoft.com/office/drawing/2014/main" id="{296B7AEB-A85B-44C1-BB8F-60663CFE5B55}"/>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322215002"/>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1C7E08A5-53DA-4A57-8696-C6ED2438D3BF}"/>
              </a:ext>
            </a:extLst>
          </p:cNvPr>
          <p:cNvSpPr>
            <a:spLocks xmlns:a="http://schemas.openxmlformats.org/drawingml/2006/main" noGrp="1"/>
          </p:cNvSpPr>
          <p:nvPr/>
        </p:nvSpPr>
        <p:spPr>
          <a:xfrm xmlns:a="http://schemas.openxmlformats.org/drawingml/2006/main">
            <a:off x="2857500" y="4572000"/>
            <a:ext cx="12573000" cy="2333625"/>
          </a:xfrm>
          <a:prstGeom xmlns:a="http://schemas.openxmlformats.org/drawingml/2006/main" prst="roundRect">
            <a:avLst>
              <a:gd name="adj" fmla="val 8980"/>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C89A7DC-11F5-4F3F-BC56-22512762F505}"/>
              </a:ext>
            </a:extLst>
          </p:cNvPr>
          <p:cNvPicPr>
            <a:picLocks xmlns:a="http://schemas.openxmlformats.org/drawingml/2006/main" noChangeAspect="1"/>
          </p:cNvPicPr>
          <p:nvPr/>
        </p:nvPicPr>
        <p:blipFill>
          <a:blip xmlns:r="http://schemas.openxmlformats.org/officeDocument/2006/relationships" xmlns:a="http://schemas.openxmlformats.org/drawingml/2006/main" r:embed="R720a05bf12ac4a8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0EBA03A-2A87-4968-9241-DD5B0EFEE44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72BCDC4-BD7F-40A0-8B3D-74AD24BCE69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1FAF4072-79A9-4279-8FD6-87671570602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F58D26D-2C4D-4E52-B53D-B2C87E3925C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0DA4E99C-7FB9-461F-8378-7D43840C308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표의 값에 반응 계수를 곱한다</a:t>
            </a:r>
          </a:p>
        </p:txBody>
      </p:sp>
      <p:pic>
        <p:nvPicPr>
          <p:cNvPr id="14" name="">
            <a:extLst xmlns:a="http://schemas.openxmlformats.org/drawingml/2006/main">
              <a:ext uri="{FF2B5EF4-FFF2-40B4-BE49-F238E27FC236}">
                <a16:creationId xmlns:a16="http://schemas.microsoft.com/office/drawing/2014/main" id="{42386D46-82CC-4D25-8588-7FB839E90CA9}"/>
              </a:ext>
            </a:extLst>
          </p:cNvPr>
          <p:cNvPicPr>
            <a:picLocks xmlns:a="http://schemas.openxmlformats.org/drawingml/2006/main" noChangeAspect="1"/>
          </p:cNvPicPr>
          <p:nvPr/>
        </p:nvPicPr>
        <p:blipFill>
          <a:blip xmlns:r="http://schemas.openxmlformats.org/officeDocument/2006/relationships" xmlns:a="http://schemas.openxmlformats.org/drawingml/2006/main" r:embed="R019d84d24ac64a79"/>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6" name="text">
            <a:extLst xmlns:a="http://schemas.openxmlformats.org/drawingml/2006/main">
              <a:ext uri="{FF2B5EF4-FFF2-40B4-BE49-F238E27FC236}">
                <a16:creationId xmlns:a16="http://schemas.microsoft.com/office/drawing/2014/main" id="{B27CB266-73C3-4AD4-A164-F0065814194B}"/>
              </a:ext>
            </a:extLst>
          </p:cNvPr>
          <p:cNvSpPr>
            <a:spLocks xmlns:a="http://schemas.openxmlformats.org/drawingml/2006/main" noGrp="1"/>
          </p:cNvSpPr>
          <p:nvPr/>
        </p:nvSpPr>
        <p:spPr>
          <a:xfrm xmlns:a="http://schemas.openxmlformats.org/drawingml/2006/main">
            <a:off x="3333750" y="7477125"/>
            <a:ext cx="1162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Σ는 각 물질의 값을 모두 더한다는 뜻이다.</a:t>
            </a:r>
          </a:p>
        </p:txBody>
      </p:sp>
      <p:sp>
        <p:nvSpPr>
          <p:cNvPr id="17" name="text">
            <a:extLst xmlns:a="http://schemas.openxmlformats.org/drawingml/2006/main">
              <a:ext uri="{FF2B5EF4-FFF2-40B4-BE49-F238E27FC236}">
                <a16:creationId xmlns:a16="http://schemas.microsoft.com/office/drawing/2014/main" id="{9242F1A8-9D26-450A-8A4B-01DE0F72F1C3}"/>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생성물의 합에서 반응물의 합을 뺀다.</a:t>
            </a:r>
          </a:p>
        </p:txBody>
      </p:sp>
      <p:sp>
        <p:nvSpPr>
          <p:cNvPr id="18" name="text">
            <a:extLst xmlns:a="http://schemas.openxmlformats.org/drawingml/2006/main">
              <a:ext uri="{FF2B5EF4-FFF2-40B4-BE49-F238E27FC236}">
                <a16:creationId xmlns:a16="http://schemas.microsoft.com/office/drawing/2014/main" id="{AF783AA9-27FD-4119-A98C-4724A1D83501}"/>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표의 생성 엔탈피 값은 물질 1 mol을 기준으로 한다.</a:t>
            </a:r>
          </a:p>
        </p:txBody>
      </p:sp>
    </p:spTree>
    <p:extLst>
      <p:ext uri="{BB962C8B-B14F-4D97-AF65-F5344CB8AC3E}">
        <p14:creationId xmlns:p14="http://schemas.microsoft.com/office/powerpoint/2010/main" val="490727771"/>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FFDD33E-4AB5-4595-A705-CF77D730DB96}"/>
              </a:ext>
            </a:extLst>
          </p:cNvPr>
          <p:cNvPicPr>
            <a:picLocks xmlns:a="http://schemas.openxmlformats.org/drawingml/2006/main" noChangeAspect="1"/>
          </p:cNvPicPr>
          <p:nvPr/>
        </p:nvPicPr>
        <p:blipFill>
          <a:blip xmlns:r="http://schemas.openxmlformats.org/officeDocument/2006/relationships" xmlns:a="http://schemas.openxmlformats.org/drawingml/2006/main" r:embed="R89b7a1cdca3e48e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26B8B0C-54F4-4633-80D0-5C8B767FB0E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0DEA034-1567-48A7-BDCF-667C4F4B30D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8AB0CA65-297F-4B4C-A7D7-04A48ABE78D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2C12F42-2C99-411E-9009-EC3A194756A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FAA720A-A866-4694-85B3-923FFED1B8A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ACD06EFB-B4B0-4ADF-9FC3-8E0879BD551A}"/>
              </a:ext>
            </a:extLst>
          </p:cNvPr>
          <p:cNvPicPr>
            <a:picLocks xmlns:a="http://schemas.openxmlformats.org/drawingml/2006/main" noChangeAspect="1"/>
          </p:cNvPicPr>
          <p:nvPr/>
        </p:nvPicPr>
        <p:blipFill>
          <a:blip xmlns:r="http://schemas.openxmlformats.org/officeDocument/2006/relationships" xmlns:a="http://schemas.openxmlformats.org/drawingml/2006/main" r:embed="R1c4d3bb86079467c"/>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57E4566D-F08B-4302-83A5-5B689779972E}"/>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A0695273-46B6-4C96-AAF6-B7CE297B8B33}"/>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2F4B785-66C2-4C82-874C-556DC9FC79CC}"/>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4945ABD-E7A1-44DE-ADEF-6156D38B0FDF}"/>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1F96B649-47A2-4576-B047-FD30B428D362}"/>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7880AA16-180A-46F5-851B-C248E7178DD6}"/>
              </a:ext>
            </a:extLst>
          </p:cNvPr>
          <p:cNvPicPr>
            <a:picLocks xmlns:a="http://schemas.openxmlformats.org/drawingml/2006/main" noChangeAspect="1"/>
          </p:cNvPicPr>
          <p:nvPr/>
        </p:nvPicPr>
        <p:blipFill>
          <a:blip xmlns:r="http://schemas.openxmlformats.org/officeDocument/2006/relationships" xmlns:a="http://schemas.openxmlformats.org/drawingml/2006/main" r:embed="R01ca09b9dec243e0"/>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802302576"/>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DBDF689-CF8E-4E81-B697-47EE37F651CA}"/>
              </a:ext>
            </a:extLst>
          </p:cNvPr>
          <p:cNvPicPr>
            <a:picLocks xmlns:a="http://schemas.openxmlformats.org/drawingml/2006/main" noChangeAspect="1"/>
          </p:cNvPicPr>
          <p:nvPr/>
        </p:nvPicPr>
        <p:blipFill>
          <a:blip xmlns:r="http://schemas.openxmlformats.org/officeDocument/2006/relationships" xmlns:a="http://schemas.openxmlformats.org/drawingml/2006/main" r:embed="R028777eba852429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D178943-DC30-4EC1-9DF9-E81B1C0FE6C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365641D-630C-439E-9FBF-9D933D7233B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F9F2502C-A3AE-4404-B4FA-0ABE3537CF4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6B342D7-16BD-419D-B019-1CC7B6E508C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33389DA-2E6A-473A-ACCD-414CB9215D3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89A0002B-6CFA-459D-865A-3262CE1CCDD4}"/>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E05325F1-C205-49FA-98F2-454B181DF25E}"/>
              </a:ext>
            </a:extLst>
          </p:cNvPr>
          <p:cNvPicPr>
            <a:picLocks xmlns:a="http://schemas.openxmlformats.org/drawingml/2006/main" noChangeAspect="1"/>
          </p:cNvPicPr>
          <p:nvPr/>
        </p:nvPicPr>
        <p:blipFill>
          <a:blip xmlns:r="http://schemas.openxmlformats.org/officeDocument/2006/relationships" xmlns:a="http://schemas.openxmlformats.org/drawingml/2006/main" r:embed="R005edf149d4b4b80"/>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515B5F55-8D59-455E-BEC3-71BE7F528BCF}"/>
              </a:ext>
            </a:extLst>
          </p:cNvPr>
          <p:cNvSpPr>
            <a:spLocks xmlns:a="http://schemas.openxmlformats.org/drawingml/2006/main" noGrp="1"/>
          </p:cNvSpPr>
          <p:nvPr/>
        </p:nvSpPr>
        <p:spPr>
          <a:xfrm xmlns:a="http://schemas.openxmlformats.org/drawingml/2006/main">
            <a:off x="2333625" y="53530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BBBBBB"/>
                </a:solidFill>
                <a:latin typeface="Pretendard"/>
                <a:ea typeface="Pretendard"/>
                <a:cs typeface="Pretendard"/>
              </a:defRPr>
            </a:defPPr>
            <a:lvl1pPr algn="l">
              <a:defRPr sz="2850" b="0">
                <a:solidFill>
                  <a:srgbClr val="BBBBBB"/>
                </a:solidFill>
                <a:latin typeface="Pretendard"/>
                <a:ea typeface="Pretendard"/>
                <a:cs typeface="Pretendard"/>
              </a:defRPr>
            </a:lvl1pPr>
            <a:lvl2pPr algn="l">
              <a:defRPr sz="2850" b="0">
                <a:solidFill>
                  <a:srgbClr val="BBBBBB"/>
                </a:solidFill>
                <a:latin typeface="Pretendard"/>
                <a:ea typeface="Pretendard"/>
                <a:cs typeface="Pretendard"/>
              </a:defRPr>
            </a:lvl2pPr>
            <a:lvl3pPr algn="l">
              <a:defRPr sz="2850" b="0">
                <a:solidFill>
                  <a:srgbClr val="BBBBBB"/>
                </a:solidFill>
                <a:latin typeface="Pretendard"/>
                <a:ea typeface="Pretendard"/>
                <a:cs typeface="Pretendard"/>
              </a:defRPr>
            </a:lvl3pPr>
            <a:lvl4pPr algn="l">
              <a:defRPr sz="2850" b="0">
                <a:solidFill>
                  <a:srgbClr val="BBBBBB"/>
                </a:solidFill>
                <a:latin typeface="Pretendard"/>
                <a:ea typeface="Pretendard"/>
                <a:cs typeface="Pretendard"/>
              </a:defRPr>
            </a:lvl4pPr>
            <a:lvl5pPr algn="l">
              <a:defRPr sz="2850" b="0">
                <a:solidFill>
                  <a:srgbClr val="BBBBBB"/>
                </a:solidFill>
                <a:latin typeface="Pretendard"/>
                <a:ea typeface="Pretendard"/>
                <a:cs typeface="Pretendard"/>
              </a:defRPr>
            </a:lvl5pPr>
            <a:lvl6pPr algn="l">
              <a:defRPr sz="2850" b="0">
                <a:solidFill>
                  <a:srgbClr val="BBBBBB"/>
                </a:solidFill>
                <a:latin typeface="Pretendard"/>
                <a:ea typeface="Pretendard"/>
                <a:cs typeface="Pretendard"/>
              </a:defRPr>
            </a:lvl6pPr>
            <a:lvl7pPr algn="l">
              <a:defRPr sz="2850" b="0">
                <a:solidFill>
                  <a:srgbClr val="BBBBBB"/>
                </a:solidFill>
                <a:latin typeface="Pretendard"/>
                <a:ea typeface="Pretendard"/>
                <a:cs typeface="Pretendard"/>
              </a:defRPr>
            </a:lvl7pPr>
            <a:lvl8pPr algn="l">
              <a:defRPr sz="2850" b="0">
                <a:solidFill>
                  <a:srgbClr val="BBBBBB"/>
                </a:solidFill>
                <a:latin typeface="Pretendard"/>
                <a:ea typeface="Pretendard"/>
                <a:cs typeface="Pretendard"/>
              </a:defRPr>
            </a:lvl8pPr>
            <a:lvl9pPr algn="l">
              <a:defRPr sz="2850" b="0">
                <a:solidFill>
                  <a:srgbClr val="BBBBBB"/>
                </a:solidFill>
                <a:latin typeface="Pretendard"/>
                <a:ea typeface="Pretendard"/>
                <a:cs typeface="Pretendard"/>
              </a:defRPr>
            </a:lvl9pPr>
          </a:lstStyle>
          <a:p xmlns:a="http://schemas.openxmlformats.org/drawingml/2006/main">
            <a:pPr algn="l">
              <a:defRPr sz="2850" b="0">
                <a:solidFill>
                  <a:srgbClr val="BBBBBB"/>
                </a:solidFill>
                <a:latin typeface="Pretendard"/>
                <a:ea typeface="Pretendard"/>
                <a:cs typeface="Pretendard"/>
              </a:defRPr>
            </a:pPr>
            <a:r>
              <a:rPr sz="2850" b="0">
                <a:solidFill>
                  <a:srgbClr val="BBBBBB"/>
                </a:solidFill>
                <a:latin typeface="Pretendard"/>
                <a:ea typeface="Pretendard"/>
                <a:cs typeface="Pretendard"/>
              </a:rPr>
              <a:t>①</a:t>
            </a:r>
          </a:p>
        </p:txBody>
      </p:sp>
      <p:sp>
        <p:nvSpPr>
          <p:cNvPr id="10" name="text">
            <a:extLst xmlns:a="http://schemas.openxmlformats.org/drawingml/2006/main">
              <a:ext uri="{FF2B5EF4-FFF2-40B4-BE49-F238E27FC236}">
                <a16:creationId xmlns:a16="http://schemas.microsoft.com/office/drawing/2014/main" id="{BE7ADCA0-D4D2-4BFC-BE47-AFA357C044BF}"/>
              </a:ext>
            </a:extLst>
          </p:cNvPr>
          <p:cNvSpPr>
            <a:spLocks xmlns:a="http://schemas.openxmlformats.org/drawingml/2006/main" noGrp="1"/>
          </p:cNvSpPr>
          <p:nvPr/>
        </p:nvSpPr>
        <p:spPr>
          <a:xfrm xmlns:a="http://schemas.openxmlformats.org/drawingml/2006/main">
            <a:off x="2333625" y="65817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BBBBBB"/>
                </a:solidFill>
                <a:latin typeface="Pretendard"/>
                <a:ea typeface="Pretendard"/>
                <a:cs typeface="Pretendard"/>
              </a:defRPr>
            </a:defPPr>
            <a:lvl1pPr algn="l">
              <a:defRPr sz="2850" b="0">
                <a:solidFill>
                  <a:srgbClr val="BBBBBB"/>
                </a:solidFill>
                <a:latin typeface="Pretendard"/>
                <a:ea typeface="Pretendard"/>
                <a:cs typeface="Pretendard"/>
              </a:defRPr>
            </a:lvl1pPr>
            <a:lvl2pPr algn="l">
              <a:defRPr sz="2850" b="0">
                <a:solidFill>
                  <a:srgbClr val="BBBBBB"/>
                </a:solidFill>
                <a:latin typeface="Pretendard"/>
                <a:ea typeface="Pretendard"/>
                <a:cs typeface="Pretendard"/>
              </a:defRPr>
            </a:lvl2pPr>
            <a:lvl3pPr algn="l">
              <a:defRPr sz="2850" b="0">
                <a:solidFill>
                  <a:srgbClr val="BBBBBB"/>
                </a:solidFill>
                <a:latin typeface="Pretendard"/>
                <a:ea typeface="Pretendard"/>
                <a:cs typeface="Pretendard"/>
              </a:defRPr>
            </a:lvl3pPr>
            <a:lvl4pPr algn="l">
              <a:defRPr sz="2850" b="0">
                <a:solidFill>
                  <a:srgbClr val="BBBBBB"/>
                </a:solidFill>
                <a:latin typeface="Pretendard"/>
                <a:ea typeface="Pretendard"/>
                <a:cs typeface="Pretendard"/>
              </a:defRPr>
            </a:lvl4pPr>
            <a:lvl5pPr algn="l">
              <a:defRPr sz="2850" b="0">
                <a:solidFill>
                  <a:srgbClr val="BBBBBB"/>
                </a:solidFill>
                <a:latin typeface="Pretendard"/>
                <a:ea typeface="Pretendard"/>
                <a:cs typeface="Pretendard"/>
              </a:defRPr>
            </a:lvl5pPr>
            <a:lvl6pPr algn="l">
              <a:defRPr sz="2850" b="0">
                <a:solidFill>
                  <a:srgbClr val="BBBBBB"/>
                </a:solidFill>
                <a:latin typeface="Pretendard"/>
                <a:ea typeface="Pretendard"/>
                <a:cs typeface="Pretendard"/>
              </a:defRPr>
            </a:lvl6pPr>
            <a:lvl7pPr algn="l">
              <a:defRPr sz="2850" b="0">
                <a:solidFill>
                  <a:srgbClr val="BBBBBB"/>
                </a:solidFill>
                <a:latin typeface="Pretendard"/>
                <a:ea typeface="Pretendard"/>
                <a:cs typeface="Pretendard"/>
              </a:defRPr>
            </a:lvl7pPr>
            <a:lvl8pPr algn="l">
              <a:defRPr sz="2850" b="0">
                <a:solidFill>
                  <a:srgbClr val="BBBBBB"/>
                </a:solidFill>
                <a:latin typeface="Pretendard"/>
                <a:ea typeface="Pretendard"/>
                <a:cs typeface="Pretendard"/>
              </a:defRPr>
            </a:lvl8pPr>
            <a:lvl9pPr algn="l">
              <a:defRPr sz="2850" b="0">
                <a:solidFill>
                  <a:srgbClr val="BBBBBB"/>
                </a:solidFill>
                <a:latin typeface="Pretendard"/>
                <a:ea typeface="Pretendard"/>
                <a:cs typeface="Pretendard"/>
              </a:defRPr>
            </a:lvl9pPr>
          </a:lstStyle>
          <a:p xmlns:a="http://schemas.openxmlformats.org/drawingml/2006/main">
            <a:pPr algn="l">
              <a:defRPr sz="2850" b="0">
                <a:solidFill>
                  <a:srgbClr val="BBBBBB"/>
                </a:solidFill>
                <a:latin typeface="Pretendard"/>
                <a:ea typeface="Pretendard"/>
                <a:cs typeface="Pretendard"/>
              </a:defRPr>
            </a:pPr>
            <a:r>
              <a:rPr sz="2850" b="0">
                <a:solidFill>
                  <a:srgbClr val="BBBBBB"/>
                </a:solidFill>
                <a:latin typeface="Pretendard"/>
                <a:ea typeface="Pretendard"/>
                <a:cs typeface="Pretendard"/>
              </a:rPr>
              <a:t>②</a:t>
            </a:r>
          </a:p>
        </p:txBody>
      </p:sp>
      <p:sp>
        <p:nvSpPr>
          <p:cNvPr id="11" name="text">
            <a:extLst xmlns:a="http://schemas.openxmlformats.org/drawingml/2006/main">
              <a:ext uri="{FF2B5EF4-FFF2-40B4-BE49-F238E27FC236}">
                <a16:creationId xmlns:a16="http://schemas.microsoft.com/office/drawing/2014/main" id="{4BDD7AC0-6014-450D-AF16-929676AF8CA6}"/>
              </a:ext>
            </a:extLst>
          </p:cNvPr>
          <p:cNvSpPr>
            <a:spLocks xmlns:a="http://schemas.openxmlformats.org/drawingml/2006/main" noGrp="1"/>
          </p:cNvSpPr>
          <p:nvPr/>
        </p:nvSpPr>
        <p:spPr>
          <a:xfrm xmlns:a="http://schemas.openxmlformats.org/drawingml/2006/main">
            <a:off x="2333625" y="7820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BBBBBB"/>
                </a:solidFill>
                <a:latin typeface="Pretendard"/>
                <a:ea typeface="Pretendard"/>
                <a:cs typeface="Pretendard"/>
              </a:defRPr>
            </a:defPPr>
            <a:lvl1pPr algn="l">
              <a:defRPr sz="2850" b="0">
                <a:solidFill>
                  <a:srgbClr val="BBBBBB"/>
                </a:solidFill>
                <a:latin typeface="Pretendard"/>
                <a:ea typeface="Pretendard"/>
                <a:cs typeface="Pretendard"/>
              </a:defRPr>
            </a:lvl1pPr>
            <a:lvl2pPr algn="l">
              <a:defRPr sz="2850" b="0">
                <a:solidFill>
                  <a:srgbClr val="BBBBBB"/>
                </a:solidFill>
                <a:latin typeface="Pretendard"/>
                <a:ea typeface="Pretendard"/>
                <a:cs typeface="Pretendard"/>
              </a:defRPr>
            </a:lvl2pPr>
            <a:lvl3pPr algn="l">
              <a:defRPr sz="2850" b="0">
                <a:solidFill>
                  <a:srgbClr val="BBBBBB"/>
                </a:solidFill>
                <a:latin typeface="Pretendard"/>
                <a:ea typeface="Pretendard"/>
                <a:cs typeface="Pretendard"/>
              </a:defRPr>
            </a:lvl3pPr>
            <a:lvl4pPr algn="l">
              <a:defRPr sz="2850" b="0">
                <a:solidFill>
                  <a:srgbClr val="BBBBBB"/>
                </a:solidFill>
                <a:latin typeface="Pretendard"/>
                <a:ea typeface="Pretendard"/>
                <a:cs typeface="Pretendard"/>
              </a:defRPr>
            </a:lvl4pPr>
            <a:lvl5pPr algn="l">
              <a:defRPr sz="2850" b="0">
                <a:solidFill>
                  <a:srgbClr val="BBBBBB"/>
                </a:solidFill>
                <a:latin typeface="Pretendard"/>
                <a:ea typeface="Pretendard"/>
                <a:cs typeface="Pretendard"/>
              </a:defRPr>
            </a:lvl5pPr>
            <a:lvl6pPr algn="l">
              <a:defRPr sz="2850" b="0">
                <a:solidFill>
                  <a:srgbClr val="BBBBBB"/>
                </a:solidFill>
                <a:latin typeface="Pretendard"/>
                <a:ea typeface="Pretendard"/>
                <a:cs typeface="Pretendard"/>
              </a:defRPr>
            </a:lvl6pPr>
            <a:lvl7pPr algn="l">
              <a:defRPr sz="2850" b="0">
                <a:solidFill>
                  <a:srgbClr val="BBBBBB"/>
                </a:solidFill>
                <a:latin typeface="Pretendard"/>
                <a:ea typeface="Pretendard"/>
                <a:cs typeface="Pretendard"/>
              </a:defRPr>
            </a:lvl7pPr>
            <a:lvl8pPr algn="l">
              <a:defRPr sz="2850" b="0">
                <a:solidFill>
                  <a:srgbClr val="BBBBBB"/>
                </a:solidFill>
                <a:latin typeface="Pretendard"/>
                <a:ea typeface="Pretendard"/>
                <a:cs typeface="Pretendard"/>
              </a:defRPr>
            </a:lvl8pPr>
            <a:lvl9pPr algn="l">
              <a:defRPr sz="2850" b="0">
                <a:solidFill>
                  <a:srgbClr val="BBBBBB"/>
                </a:solidFill>
                <a:latin typeface="Pretendard"/>
                <a:ea typeface="Pretendard"/>
                <a:cs typeface="Pretendard"/>
              </a:defRPr>
            </a:lvl9pPr>
          </a:lstStyle>
          <a:p xmlns:a="http://schemas.openxmlformats.org/drawingml/2006/main">
            <a:pPr algn="l">
              <a:defRPr sz="2850" b="0">
                <a:solidFill>
                  <a:srgbClr val="BBBBBB"/>
                </a:solidFill>
                <a:latin typeface="Pretendard"/>
                <a:ea typeface="Pretendard"/>
                <a:cs typeface="Pretendard"/>
              </a:defRPr>
            </a:pPr>
            <a:r>
              <a:rPr sz="2850" b="0">
                <a:solidFill>
                  <a:srgbClr val="BBBBBB"/>
                </a:solidFill>
                <a:latin typeface="Pretendard"/>
                <a:ea typeface="Pretendard"/>
                <a:cs typeface="Pretendard"/>
              </a:rPr>
              <a:t>③</a:t>
            </a:r>
          </a:p>
        </p:txBody>
      </p:sp>
    </p:spTree>
    <p:extLst>
      <p:ext uri="{BB962C8B-B14F-4D97-AF65-F5344CB8AC3E}">
        <p14:creationId xmlns:p14="http://schemas.microsoft.com/office/powerpoint/2010/main" val="667398835"/>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40EED53-080D-42F6-93F9-07E5A397686E}"/>
              </a:ext>
            </a:extLst>
          </p:cNvPr>
          <p:cNvPicPr>
            <a:picLocks xmlns:a="http://schemas.openxmlformats.org/drawingml/2006/main" noChangeAspect="1"/>
          </p:cNvPicPr>
          <p:nvPr/>
        </p:nvPicPr>
        <p:blipFill>
          <a:blip xmlns:r="http://schemas.openxmlformats.org/officeDocument/2006/relationships" xmlns:a="http://schemas.openxmlformats.org/drawingml/2006/main" r:embed="Rb47f1830a7f6415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538A2F6-E453-4261-8F0F-0B63310C5E3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4E8666F-F540-4EBD-ACAD-E5E1A065CA2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76FD8F40-9C9E-4CA5-9272-8963EF2EDE1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EDDA2DE-37B5-41E4-8E58-A92ACA63618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47C0FC5-4A91-4AC8-BEC0-B46098D62A9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계산과 헤스 법칙</a:t>
            </a:r>
          </a:p>
        </p:txBody>
      </p:sp>
      <p:pic>
        <p:nvPicPr>
          <p:cNvPr id="7" name="">
            <a:extLst xmlns:a="http://schemas.openxmlformats.org/drawingml/2006/main">
              <a:ext uri="{FF2B5EF4-FFF2-40B4-BE49-F238E27FC236}">
                <a16:creationId xmlns:a16="http://schemas.microsoft.com/office/drawing/2014/main" id="{20443409-9897-4FF0-B552-D7D1D20FD8A3}"/>
              </a:ext>
            </a:extLst>
          </p:cNvPr>
          <p:cNvPicPr>
            <a:picLocks xmlns:a="http://schemas.openxmlformats.org/drawingml/2006/main" noChangeAspect="1"/>
          </p:cNvPicPr>
          <p:nvPr/>
        </p:nvPicPr>
        <p:blipFill>
          <a:blip xmlns:r="http://schemas.openxmlformats.org/officeDocument/2006/relationships" xmlns:a="http://schemas.openxmlformats.org/drawingml/2006/main" r:embed="R2e8fe5d2f8db45c7"/>
          <a:stretch xmlns:a="http://schemas.openxmlformats.org/drawingml/2006/main"/>
        </p:blipFill>
        <p:spPr>
          <a:xfrm xmlns:a="http://schemas.openxmlformats.org/drawingml/2006/main">
            <a:off x="3320375" y="4524375"/>
            <a:ext cx="11647249" cy="4657725"/>
          </a:xfrm>
          <a:prstGeom xmlns:a="http://schemas.openxmlformats.org/drawingml/2006/main" prst="rect">
            <a:avLst/>
          </a:prstGeom>
        </p:spPr>
      </p:pic>
    </p:spTree>
    <p:extLst>
      <p:ext uri="{BB962C8B-B14F-4D97-AF65-F5344CB8AC3E}">
        <p14:creationId xmlns:p14="http://schemas.microsoft.com/office/powerpoint/2010/main" val="610316604"/>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427DA86-0EAE-4A73-92A0-38590358BEA1}"/>
              </a:ext>
            </a:extLst>
          </p:cNvPr>
          <p:cNvPicPr>
            <a:picLocks xmlns:a="http://schemas.openxmlformats.org/drawingml/2006/main" noChangeAspect="1"/>
          </p:cNvPicPr>
          <p:nvPr/>
        </p:nvPicPr>
        <p:blipFill>
          <a:blip xmlns:r="http://schemas.openxmlformats.org/officeDocument/2006/relationships" xmlns:a="http://schemas.openxmlformats.org/drawingml/2006/main" r:embed="Re5d07a1668a140f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F770B4B-FAD4-4F02-81A7-0E9976D1B8B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543813D-D86D-494B-9B41-C3EDD55FCB7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3B16140F-68E9-4157-86F1-D549301B9F7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68C8673-E2A5-4A27-988C-01FEBAF05CD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9A68E60-E9D6-40EE-9D47-D60D34D3B5B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5F2E0A78-3642-4515-A553-2C07ABD449F3}"/>
              </a:ext>
            </a:extLst>
          </p:cNvPr>
          <p:cNvPicPr>
            <a:picLocks xmlns:a="http://schemas.openxmlformats.org/drawingml/2006/main" noChangeAspect="1"/>
          </p:cNvPicPr>
          <p:nvPr/>
        </p:nvPicPr>
        <p:blipFill>
          <a:blip xmlns:r="http://schemas.openxmlformats.org/officeDocument/2006/relationships" xmlns:a="http://schemas.openxmlformats.org/drawingml/2006/main" r:embed="R769f06304f434035"/>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4752C0F-6CC3-493B-A121-5D1E93615242}"/>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F4461E2B-5E84-49F3-900C-5DF91150C4E3}"/>
              </a:ext>
            </a:extLst>
          </p:cNvPr>
          <p:cNvPicPr>
            <a:picLocks xmlns:a="http://schemas.openxmlformats.org/drawingml/2006/main" noChangeAspect="1"/>
          </p:cNvPicPr>
          <p:nvPr/>
        </p:nvPicPr>
        <p:blipFill>
          <a:blip xmlns:r="http://schemas.openxmlformats.org/officeDocument/2006/relationships" xmlns:a="http://schemas.openxmlformats.org/drawingml/2006/main" r:embed="R9982673a7a6f4b08"/>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2" name="해석·결론">
            <a:extLst xmlns:a="http://schemas.openxmlformats.org/drawingml/2006/main">
              <a:ext uri="{FF2B5EF4-FFF2-40B4-BE49-F238E27FC236}">
                <a16:creationId xmlns:a16="http://schemas.microsoft.com/office/drawing/2014/main" id="{4DFB3D2E-291B-4BEA-94B8-5049C184797E}"/>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BA39D267-1959-44FC-884E-360249CAED4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기화는 열을 흡수하므로 </a:t>
            </a:r>
            <a:r>
              <a:rPr sz="3338">
                <a:solidFill>
                  <a:srgbClr val="FFFFFF"/>
                </a:solidFill>
                <a:latin typeface="Pretendard"/>
                <a:ea typeface="Pretendard"/>
                <a:cs typeface="Pretendard"/>
              </a:rPr>
              <a:t>Δ</a:t>
            </a:r>
            <a:r>
              <a:rPr sz="3338" i="1">
                <a:solidFill>
                  <a:srgbClr val="FFFFFF"/>
                </a:solidFill>
                <a:latin typeface="Pretendard"/>
                <a:ea typeface="Pretendard"/>
                <a:cs typeface="Pretendard"/>
              </a:rPr>
              <a:t>H</a:t>
            </a:r>
            <a:r>
              <a:rPr sz="3338">
                <a:solidFill>
                  <a:srgbClr val="FFFFFF"/>
                </a:solidFill>
                <a:latin typeface="Pretendard"/>
                <a:ea typeface="Pretendard"/>
                <a:cs typeface="Pretendard"/>
              </a:rPr>
              <a:t> &gt; 0</a:t>
            </a:r>
          </a:p>
        </p:txBody>
      </p:sp>
      <p:pic>
        <p:nvPicPr>
          <p:cNvPr id="14" name="">
            <a:extLst xmlns:a="http://schemas.openxmlformats.org/drawingml/2006/main">
              <a:ext uri="{FF2B5EF4-FFF2-40B4-BE49-F238E27FC236}">
                <a16:creationId xmlns:a16="http://schemas.microsoft.com/office/drawing/2014/main" id="{A9B116FA-3EAD-4ADD-9D0F-027AA617B003}"/>
              </a:ext>
            </a:extLst>
          </p:cNvPr>
          <p:cNvPicPr>
            <a:picLocks xmlns:a="http://schemas.openxmlformats.org/drawingml/2006/main" noChangeAspect="1"/>
          </p:cNvPicPr>
          <p:nvPr/>
        </p:nvPicPr>
        <p:blipFill>
          <a:blip xmlns:r="http://schemas.openxmlformats.org/officeDocument/2006/relationships" xmlns:a="http://schemas.openxmlformats.org/drawingml/2006/main" r:embed="R37d3dbfa172740d5"/>
          <a:stretch xmlns:a="http://schemas.openxmlformats.org/drawingml/2006/main"/>
        </p:blipFill>
        <p:spPr>
          <a:xfrm xmlns:a="http://schemas.openxmlformats.org/drawingml/2006/main">
            <a:off x="11541108" y="6660735"/>
            <a:ext cx="3587784" cy="1013656"/>
          </a:xfrm>
          <a:prstGeom xmlns:a="http://schemas.openxmlformats.org/drawingml/2006/main" prst="rect">
            <a:avLst/>
          </a:prstGeom>
        </p:spPr>
      </p:pic>
    </p:spTree>
    <p:extLst>
      <p:ext uri="{BB962C8B-B14F-4D97-AF65-F5344CB8AC3E}">
        <p14:creationId xmlns:p14="http://schemas.microsoft.com/office/powerpoint/2010/main" val="673522021"/>
      </p:ext>
    </p:extLst>
  </p:cSld>
</p:sld>
</file>

<file path=ppt/slides/slide4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5CACCBAC-7D46-4C53-8A7D-CABD0340B812}"/>
              </a:ext>
            </a:extLst>
          </p:cNvPr>
          <p:cNvSpPr>
            <a:spLocks xmlns:a="http://schemas.openxmlformats.org/drawingml/2006/main" noGrp="1"/>
          </p:cNvSpPr>
          <p:nvPr/>
        </p:nvSpPr>
        <p:spPr>
          <a:xfrm xmlns:a="http://schemas.openxmlformats.org/drawingml/2006/main">
            <a:off x="11239500" y="5029200"/>
            <a:ext cx="3238500" cy="266700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D4816246-12E3-47E7-BF96-65B7C358AE5C}"/>
              </a:ext>
            </a:extLst>
          </p:cNvPr>
          <p:cNvSpPr>
            <a:spLocks xmlns:a="http://schemas.openxmlformats.org/drawingml/2006/main" noGrp="1"/>
          </p:cNvSpPr>
          <p:nvPr/>
        </p:nvSpPr>
        <p:spPr>
          <a:xfrm xmlns:a="http://schemas.openxmlformats.org/drawingml/2006/main">
            <a:off x="7524750" y="5029200"/>
            <a:ext cx="3238500" cy="266700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7822595C-292A-45DB-B0EA-3CBD0176CA9D}"/>
              </a:ext>
            </a:extLst>
          </p:cNvPr>
          <p:cNvSpPr>
            <a:spLocks xmlns:a="http://schemas.openxmlformats.org/drawingml/2006/main" noGrp="1"/>
          </p:cNvSpPr>
          <p:nvPr/>
        </p:nvSpPr>
        <p:spPr>
          <a:xfrm xmlns:a="http://schemas.openxmlformats.org/drawingml/2006/main">
            <a:off x="3810000" y="5029200"/>
            <a:ext cx="3238500" cy="266700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0" name="">
            <a:extLst xmlns:a="http://schemas.openxmlformats.org/drawingml/2006/main">
              <a:ext uri="{FF2B5EF4-FFF2-40B4-BE49-F238E27FC236}">
                <a16:creationId xmlns:a16="http://schemas.microsoft.com/office/drawing/2014/main" id="{9DF73ABD-3047-4D18-9012-2A9B337A58D0}"/>
              </a:ext>
            </a:extLst>
          </p:cNvPr>
          <p:cNvPicPr>
            <a:picLocks xmlns:a="http://schemas.openxmlformats.org/drawingml/2006/main" noChangeAspect="1"/>
          </p:cNvPicPr>
          <p:nvPr/>
        </p:nvPicPr>
        <p:blipFill>
          <a:blip xmlns:r="http://schemas.openxmlformats.org/officeDocument/2006/relationships" xmlns:a="http://schemas.openxmlformats.org/drawingml/2006/main" r:embed="R7af3e0b2093e4f9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499CE29-6306-42D0-B0B5-F37B5B58D82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C129935-CCBC-4DAD-B078-9AF5D258868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73F43784-1F65-4F83-8A9A-EB8C1B3B7AD5}"/>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20D05A2-E83D-47FC-A339-E3BC8A65021A}"/>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A86BBB25-ECCB-4F9E-B724-56CA5C26BC9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30E9362E-5519-43F9-B634-AAD9B6864B12}"/>
              </a:ext>
            </a:extLst>
          </p:cNvPr>
          <p:cNvSpPr>
            <a:spLocks xmlns:a="http://schemas.openxmlformats.org/drawingml/2006/main" noGrp="1"/>
          </p:cNvSpPr>
          <p:nvPr/>
        </p:nvSpPr>
        <p:spPr>
          <a:xfrm xmlns:a="http://schemas.openxmlformats.org/drawingml/2006/main">
            <a:off x="4000500" y="5238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0AFCB62C-D20E-46A1-B9FB-CC60B8207570}"/>
              </a:ext>
            </a:extLst>
          </p:cNvPr>
          <p:cNvSpPr>
            <a:spLocks xmlns:a="http://schemas.openxmlformats.org/drawingml/2006/main" noGrp="1"/>
          </p:cNvSpPr>
          <p:nvPr/>
        </p:nvSpPr>
        <p:spPr>
          <a:xfrm xmlns:a="http://schemas.openxmlformats.org/drawingml/2006/main">
            <a:off x="4000500" y="6143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8C115F7E-AF7B-40D3-8F85-8F5EE314808E}"/>
              </a:ext>
            </a:extLst>
          </p:cNvPr>
          <p:cNvSpPr>
            <a:spLocks xmlns:a="http://schemas.openxmlformats.org/drawingml/2006/main" noGrp="1"/>
          </p:cNvSpPr>
          <p:nvPr/>
        </p:nvSpPr>
        <p:spPr>
          <a:xfrm xmlns:a="http://schemas.openxmlformats.org/drawingml/2006/main">
            <a:off x="4000500" y="68770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FFFFFF"/>
                </a:solidFill>
                <a:latin typeface="Pretendard"/>
                <a:ea typeface="Pretendard"/>
                <a:cs typeface="Pretendard"/>
              </a:defRPr>
            </a:defPPr>
            <a:lvl1pPr algn="ctr">
              <a:defRPr sz="1800" b="0">
                <a:solidFill>
                  <a:srgbClr val="FFFFFF"/>
                </a:solidFill>
                <a:latin typeface="Pretendard"/>
                <a:ea typeface="Pretendard"/>
                <a:cs typeface="Pretendard"/>
              </a:defRPr>
            </a:lvl1pPr>
            <a:lvl2pPr algn="ctr">
              <a:defRPr sz="1800" b="0">
                <a:solidFill>
                  <a:srgbClr val="FFFFFF"/>
                </a:solidFill>
                <a:latin typeface="Pretendard"/>
                <a:ea typeface="Pretendard"/>
                <a:cs typeface="Pretendard"/>
              </a:defRPr>
            </a:lvl2pPr>
            <a:lvl3pPr algn="ctr">
              <a:defRPr sz="1800" b="0">
                <a:solidFill>
                  <a:srgbClr val="FFFFFF"/>
                </a:solidFill>
                <a:latin typeface="Pretendard"/>
                <a:ea typeface="Pretendard"/>
                <a:cs typeface="Pretendard"/>
              </a:defRPr>
            </a:lvl3pPr>
            <a:lvl4pPr algn="ctr">
              <a:defRPr sz="1800" b="0">
                <a:solidFill>
                  <a:srgbClr val="FFFFFF"/>
                </a:solidFill>
                <a:latin typeface="Pretendard"/>
                <a:ea typeface="Pretendard"/>
                <a:cs typeface="Pretendard"/>
              </a:defRPr>
            </a:lvl4pPr>
            <a:lvl5pPr algn="ctr">
              <a:defRPr sz="1800" b="0">
                <a:solidFill>
                  <a:srgbClr val="FFFFFF"/>
                </a:solidFill>
                <a:latin typeface="Pretendard"/>
                <a:ea typeface="Pretendard"/>
                <a:cs typeface="Pretendard"/>
              </a:defRPr>
            </a:lvl5pPr>
            <a:lvl6pPr algn="ctr">
              <a:defRPr sz="1800" b="0">
                <a:solidFill>
                  <a:srgbClr val="FFFFFF"/>
                </a:solidFill>
                <a:latin typeface="Pretendard"/>
                <a:ea typeface="Pretendard"/>
                <a:cs typeface="Pretendard"/>
              </a:defRPr>
            </a:lvl6pPr>
            <a:lvl7pPr algn="ctr">
              <a:defRPr sz="1800" b="0">
                <a:solidFill>
                  <a:srgbClr val="FFFFFF"/>
                </a:solidFill>
                <a:latin typeface="Pretendard"/>
                <a:ea typeface="Pretendard"/>
                <a:cs typeface="Pretendard"/>
              </a:defRPr>
            </a:lvl7pPr>
            <a:lvl8pPr algn="ctr">
              <a:defRPr sz="1800" b="0">
                <a:solidFill>
                  <a:srgbClr val="FFFFFF"/>
                </a:solidFill>
                <a:latin typeface="Pretendard"/>
                <a:ea typeface="Pretendard"/>
                <a:cs typeface="Pretendard"/>
              </a:defRPr>
            </a:lvl8pPr>
            <a:lvl9pPr algn="ctr">
              <a:defRPr sz="1800" b="0">
                <a:solidFill>
                  <a:srgbClr val="FFFFFF"/>
                </a:solidFill>
                <a:latin typeface="Pretendard"/>
                <a:ea typeface="Pretendard"/>
                <a:cs typeface="Pretendard"/>
              </a:defRPr>
            </a:lvl9pPr>
          </a:lstStyle>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생성되는 물질 1 mol을</a:t>
            </a:r>
          </a:p>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A5517B08-AAA0-48B1-B320-DE4E20B64641}"/>
              </a:ext>
            </a:extLst>
          </p:cNvPr>
          <p:cNvSpPr>
            <a:spLocks xmlns:a="http://schemas.openxmlformats.org/drawingml/2006/main" noGrp="1"/>
          </p:cNvSpPr>
          <p:nvPr/>
        </p:nvSpPr>
        <p:spPr>
          <a:xfrm xmlns:a="http://schemas.openxmlformats.org/drawingml/2006/main">
            <a:off x="7715250" y="5238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2CFF4BFE-17A8-402B-9CCF-D59F92679253}"/>
              </a:ext>
            </a:extLst>
          </p:cNvPr>
          <p:cNvSpPr>
            <a:spLocks xmlns:a="http://schemas.openxmlformats.org/drawingml/2006/main" noGrp="1"/>
          </p:cNvSpPr>
          <p:nvPr/>
        </p:nvSpPr>
        <p:spPr>
          <a:xfrm xmlns:a="http://schemas.openxmlformats.org/drawingml/2006/main">
            <a:off x="7715250" y="6143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4DB5F492-C95B-4418-8C1E-878C3F85EC76}"/>
              </a:ext>
            </a:extLst>
          </p:cNvPr>
          <p:cNvSpPr>
            <a:spLocks xmlns:a="http://schemas.openxmlformats.org/drawingml/2006/main" noGrp="1"/>
          </p:cNvSpPr>
          <p:nvPr/>
        </p:nvSpPr>
        <p:spPr>
          <a:xfrm xmlns:a="http://schemas.openxmlformats.org/drawingml/2006/main">
            <a:off x="7715250" y="68770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FFFFFF"/>
                </a:solidFill>
                <a:latin typeface="Pretendard"/>
                <a:ea typeface="Pretendard"/>
                <a:cs typeface="Pretendard"/>
              </a:defRPr>
            </a:defPPr>
            <a:lvl1pPr algn="ctr">
              <a:defRPr sz="1800" b="0">
                <a:solidFill>
                  <a:srgbClr val="FFFFFF"/>
                </a:solidFill>
                <a:latin typeface="Pretendard"/>
                <a:ea typeface="Pretendard"/>
                <a:cs typeface="Pretendard"/>
              </a:defRPr>
            </a:lvl1pPr>
            <a:lvl2pPr algn="ctr">
              <a:defRPr sz="1800" b="0">
                <a:solidFill>
                  <a:srgbClr val="FFFFFF"/>
                </a:solidFill>
                <a:latin typeface="Pretendard"/>
                <a:ea typeface="Pretendard"/>
                <a:cs typeface="Pretendard"/>
              </a:defRPr>
            </a:lvl2pPr>
            <a:lvl3pPr algn="ctr">
              <a:defRPr sz="1800" b="0">
                <a:solidFill>
                  <a:srgbClr val="FFFFFF"/>
                </a:solidFill>
                <a:latin typeface="Pretendard"/>
                <a:ea typeface="Pretendard"/>
                <a:cs typeface="Pretendard"/>
              </a:defRPr>
            </a:lvl3pPr>
            <a:lvl4pPr algn="ctr">
              <a:defRPr sz="1800" b="0">
                <a:solidFill>
                  <a:srgbClr val="FFFFFF"/>
                </a:solidFill>
                <a:latin typeface="Pretendard"/>
                <a:ea typeface="Pretendard"/>
                <a:cs typeface="Pretendard"/>
              </a:defRPr>
            </a:lvl4pPr>
            <a:lvl5pPr algn="ctr">
              <a:defRPr sz="1800" b="0">
                <a:solidFill>
                  <a:srgbClr val="FFFFFF"/>
                </a:solidFill>
                <a:latin typeface="Pretendard"/>
                <a:ea typeface="Pretendard"/>
                <a:cs typeface="Pretendard"/>
              </a:defRPr>
            </a:lvl5pPr>
            <a:lvl6pPr algn="ctr">
              <a:defRPr sz="1800" b="0">
                <a:solidFill>
                  <a:srgbClr val="FFFFFF"/>
                </a:solidFill>
                <a:latin typeface="Pretendard"/>
                <a:ea typeface="Pretendard"/>
                <a:cs typeface="Pretendard"/>
              </a:defRPr>
            </a:lvl6pPr>
            <a:lvl7pPr algn="ctr">
              <a:defRPr sz="1800" b="0">
                <a:solidFill>
                  <a:srgbClr val="FFFFFF"/>
                </a:solidFill>
                <a:latin typeface="Pretendard"/>
                <a:ea typeface="Pretendard"/>
                <a:cs typeface="Pretendard"/>
              </a:defRPr>
            </a:lvl7pPr>
            <a:lvl8pPr algn="ctr">
              <a:defRPr sz="1800" b="0">
                <a:solidFill>
                  <a:srgbClr val="FFFFFF"/>
                </a:solidFill>
                <a:latin typeface="Pretendard"/>
                <a:ea typeface="Pretendard"/>
                <a:cs typeface="Pretendard"/>
              </a:defRPr>
            </a:lvl8pPr>
            <a:lvl9pPr algn="ctr">
              <a:defRPr sz="1800" b="0">
                <a:solidFill>
                  <a:srgbClr val="FFFFFF"/>
                </a:solidFill>
                <a:latin typeface="Pretendard"/>
                <a:ea typeface="Pretendard"/>
                <a:cs typeface="Pretendard"/>
              </a:defRPr>
            </a:lvl9pPr>
          </a:lstStyle>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원소의 형태와</a:t>
            </a:r>
          </a:p>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489D651F-03E5-45AF-AA94-4959EF69C4EC}"/>
              </a:ext>
            </a:extLst>
          </p:cNvPr>
          <p:cNvSpPr>
            <a:spLocks xmlns:a="http://schemas.openxmlformats.org/drawingml/2006/main" noGrp="1"/>
          </p:cNvSpPr>
          <p:nvPr/>
        </p:nvSpPr>
        <p:spPr>
          <a:xfrm xmlns:a="http://schemas.openxmlformats.org/drawingml/2006/main">
            <a:off x="11430000" y="5238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B532F156-25DC-4FBD-9800-87A778594FB1}"/>
              </a:ext>
            </a:extLst>
          </p:cNvPr>
          <p:cNvSpPr>
            <a:spLocks xmlns:a="http://schemas.openxmlformats.org/drawingml/2006/main" noGrp="1"/>
          </p:cNvSpPr>
          <p:nvPr/>
        </p:nvSpPr>
        <p:spPr>
          <a:xfrm xmlns:a="http://schemas.openxmlformats.org/drawingml/2006/main">
            <a:off x="11430000" y="6143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3C8778CF-0C81-4C19-AE10-20AE47AA4883}"/>
              </a:ext>
            </a:extLst>
          </p:cNvPr>
          <p:cNvSpPr>
            <a:spLocks xmlns:a="http://schemas.openxmlformats.org/drawingml/2006/main" noGrp="1"/>
          </p:cNvSpPr>
          <p:nvPr/>
        </p:nvSpPr>
        <p:spPr>
          <a:xfrm xmlns:a="http://schemas.openxmlformats.org/drawingml/2006/main">
            <a:off x="11430000" y="68770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FFFFFF"/>
                </a:solidFill>
                <a:latin typeface="Pretendard"/>
                <a:ea typeface="Pretendard"/>
                <a:cs typeface="Pretendard"/>
              </a:defRPr>
            </a:defPPr>
            <a:lvl1pPr algn="ctr">
              <a:defRPr sz="1800" b="0">
                <a:solidFill>
                  <a:srgbClr val="FFFFFF"/>
                </a:solidFill>
                <a:latin typeface="Pretendard"/>
                <a:ea typeface="Pretendard"/>
                <a:cs typeface="Pretendard"/>
              </a:defRPr>
            </a:lvl1pPr>
            <a:lvl2pPr algn="ctr">
              <a:defRPr sz="1800" b="0">
                <a:solidFill>
                  <a:srgbClr val="FFFFFF"/>
                </a:solidFill>
                <a:latin typeface="Pretendard"/>
                <a:ea typeface="Pretendard"/>
                <a:cs typeface="Pretendard"/>
              </a:defRPr>
            </a:lvl2pPr>
            <a:lvl3pPr algn="ctr">
              <a:defRPr sz="1800" b="0">
                <a:solidFill>
                  <a:srgbClr val="FFFFFF"/>
                </a:solidFill>
                <a:latin typeface="Pretendard"/>
                <a:ea typeface="Pretendard"/>
                <a:cs typeface="Pretendard"/>
              </a:defRPr>
            </a:lvl3pPr>
            <a:lvl4pPr algn="ctr">
              <a:defRPr sz="1800" b="0">
                <a:solidFill>
                  <a:srgbClr val="FFFFFF"/>
                </a:solidFill>
                <a:latin typeface="Pretendard"/>
                <a:ea typeface="Pretendard"/>
                <a:cs typeface="Pretendard"/>
              </a:defRPr>
            </a:lvl4pPr>
            <a:lvl5pPr algn="ctr">
              <a:defRPr sz="1800" b="0">
                <a:solidFill>
                  <a:srgbClr val="FFFFFF"/>
                </a:solidFill>
                <a:latin typeface="Pretendard"/>
                <a:ea typeface="Pretendard"/>
                <a:cs typeface="Pretendard"/>
              </a:defRPr>
            </a:lvl5pPr>
            <a:lvl6pPr algn="ctr">
              <a:defRPr sz="1800" b="0">
                <a:solidFill>
                  <a:srgbClr val="FFFFFF"/>
                </a:solidFill>
                <a:latin typeface="Pretendard"/>
                <a:ea typeface="Pretendard"/>
                <a:cs typeface="Pretendard"/>
              </a:defRPr>
            </a:lvl6pPr>
            <a:lvl7pPr algn="ctr">
              <a:defRPr sz="1800" b="0">
                <a:solidFill>
                  <a:srgbClr val="FFFFFF"/>
                </a:solidFill>
                <a:latin typeface="Pretendard"/>
                <a:ea typeface="Pretendard"/>
                <a:cs typeface="Pretendard"/>
              </a:defRPr>
            </a:lvl7pPr>
            <a:lvl8pPr algn="ctr">
              <a:defRPr sz="1800" b="0">
                <a:solidFill>
                  <a:srgbClr val="FFFFFF"/>
                </a:solidFill>
                <a:latin typeface="Pretendard"/>
                <a:ea typeface="Pretendard"/>
                <a:cs typeface="Pretendard"/>
              </a:defRPr>
            </a:lvl8pPr>
            <a:lvl9pPr algn="ctr">
              <a:defRPr sz="1800" b="0">
                <a:solidFill>
                  <a:srgbClr val="FFFFFF"/>
                </a:solidFill>
                <a:latin typeface="Pretendard"/>
                <a:ea typeface="Pretendard"/>
                <a:cs typeface="Pretendard"/>
              </a:defRPr>
            </a:lvl9pPr>
          </a:lstStyle>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반응 계수를 곱하고</a:t>
            </a:r>
          </a:p>
          <a:p xmlns:a="http://schemas.openxmlformats.org/drawingml/2006/main">
            <a:pPr algn="ctr">
              <a:defRPr sz="1800" b="0">
                <a:solidFill>
                  <a:srgbClr val="FFFFFF"/>
                </a:solidFill>
                <a:latin typeface="Pretendard"/>
                <a:ea typeface="Pretendard"/>
                <a:cs typeface="Pretendard"/>
              </a:defRPr>
            </a:pPr>
            <a:r>
              <a:rPr sz="1800" b="0">
                <a:solidFill>
                  <a:srgbClr val="FFFFFF"/>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5AB679E0-794B-4F57-ABDF-E0840436974F}"/>
              </a:ext>
            </a:extLst>
          </p:cNvPr>
          <p:cNvSpPr>
            <a:spLocks xmlns:a="http://schemas.openxmlformats.org/drawingml/2006/main" noGrp="1"/>
          </p:cNvSpPr>
          <p:nvPr/>
        </p:nvSpPr>
        <p:spPr>
          <a:xfrm xmlns:a="http://schemas.openxmlformats.org/drawingml/2006/main">
            <a:off x="2667000" y="871537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886274941"/>
      </p:ext>
    </p:extLst>
  </p:cSld>
</p:sld>
</file>

<file path=ppt/slides/slide4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87FC3BC-4367-4DCF-802C-27B028602492}"/>
              </a:ext>
            </a:extLst>
          </p:cNvPr>
          <p:cNvPicPr>
            <a:picLocks xmlns:a="http://schemas.openxmlformats.org/drawingml/2006/main" noChangeAspect="1"/>
          </p:cNvPicPr>
          <p:nvPr/>
        </p:nvPicPr>
        <p:blipFill>
          <a:blip xmlns:r="http://schemas.openxmlformats.org/officeDocument/2006/relationships" xmlns:a="http://schemas.openxmlformats.org/drawingml/2006/main" r:embed="R9db5ca713e1e4748"/>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7B03143E-DCE8-4919-A118-E2E01ABBD50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11FDC2BC-498A-46A5-A0F9-221C35B3B16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C2D15B78-020A-46BA-BD00-4BE2DB762CBD}"/>
              </a:ext>
            </a:extLst>
          </p:cNvPr>
          <p:cNvPicPr>
            <a:picLocks xmlns:a="http://schemas.openxmlformats.org/drawingml/2006/main" noChangeAspect="1"/>
          </p:cNvPicPr>
          <p:nvPr/>
        </p:nvPicPr>
        <p:blipFill>
          <a:blip xmlns:r="http://schemas.openxmlformats.org/officeDocument/2006/relationships" xmlns:a="http://schemas.openxmlformats.org/drawingml/2006/main" r:embed="R9a5f7858fc28463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264CCAE3-7444-4443-95B2-667149F0EE7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4BBC7A7B-504A-4C36-BA8A-0DEA2DD36637}"/>
              </a:ext>
            </a:extLst>
          </p:cNvPr>
          <p:cNvSpPr>
            <a:spLocks xmlns:a="http://schemas.openxmlformats.org/drawingml/2006/main" noGrp="1"/>
          </p:cNvSpPr>
          <p:nvPr/>
        </p:nvSpPr>
        <p:spPr>
          <a:xfrm xmlns:a="http://schemas.openxmlformats.org/drawingml/2006/main">
            <a:off x="1323975" y="28575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181C4FF2-65B7-417E-AF64-AA8EE8119AC4}"/>
              </a:ext>
            </a:extLst>
          </p:cNvPr>
          <p:cNvSpPr>
            <a:spLocks xmlns:a="http://schemas.openxmlformats.org/drawingml/2006/main" noGrp="1"/>
          </p:cNvSpPr>
          <p:nvPr/>
        </p:nvSpPr>
        <p:spPr>
          <a:xfrm xmlns:a="http://schemas.openxmlformats.org/drawingml/2006/main">
            <a:off x="1323975" y="3810000"/>
            <a:ext cx="1428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6000" b="1">
                <a:solidFill>
                  <a:srgbClr val="FFFFFF"/>
                </a:solidFill>
                <a:latin typeface="Pretendard"/>
                <a:ea typeface="Pretendard"/>
                <a:cs typeface="Pretendard"/>
              </a:defRPr>
            </a:defPPr>
            <a:lvl1pPr algn="l">
              <a:defRPr sz="6000" b="1">
                <a:solidFill>
                  <a:srgbClr val="FFFFFF"/>
                </a:solidFill>
                <a:latin typeface="Pretendard"/>
                <a:ea typeface="Pretendard"/>
                <a:cs typeface="Pretendard"/>
              </a:defRPr>
            </a:lvl1pPr>
            <a:lvl2pPr algn="l">
              <a:defRPr sz="6000" b="1">
                <a:solidFill>
                  <a:srgbClr val="FFFFFF"/>
                </a:solidFill>
                <a:latin typeface="Pretendard"/>
                <a:ea typeface="Pretendard"/>
                <a:cs typeface="Pretendard"/>
              </a:defRPr>
            </a:lvl2pPr>
            <a:lvl3pPr algn="l">
              <a:defRPr sz="6000" b="1">
                <a:solidFill>
                  <a:srgbClr val="FFFFFF"/>
                </a:solidFill>
                <a:latin typeface="Pretendard"/>
                <a:ea typeface="Pretendard"/>
                <a:cs typeface="Pretendard"/>
              </a:defRPr>
            </a:lvl3pPr>
            <a:lvl4pPr algn="l">
              <a:defRPr sz="6000" b="1">
                <a:solidFill>
                  <a:srgbClr val="FFFFFF"/>
                </a:solidFill>
                <a:latin typeface="Pretendard"/>
                <a:ea typeface="Pretendard"/>
                <a:cs typeface="Pretendard"/>
              </a:defRPr>
            </a:lvl4pPr>
            <a:lvl5pPr algn="l">
              <a:defRPr sz="6000" b="1">
                <a:solidFill>
                  <a:srgbClr val="FFFFFF"/>
                </a:solidFill>
                <a:latin typeface="Pretendard"/>
                <a:ea typeface="Pretendard"/>
                <a:cs typeface="Pretendard"/>
              </a:defRPr>
            </a:lvl5pPr>
            <a:lvl6pPr algn="l">
              <a:defRPr sz="6000" b="1">
                <a:solidFill>
                  <a:srgbClr val="FFFFFF"/>
                </a:solidFill>
                <a:latin typeface="Pretendard"/>
                <a:ea typeface="Pretendard"/>
                <a:cs typeface="Pretendard"/>
              </a:defRPr>
            </a:lvl6pPr>
            <a:lvl7pPr algn="l">
              <a:defRPr sz="6000" b="1">
                <a:solidFill>
                  <a:srgbClr val="FFFFFF"/>
                </a:solidFill>
                <a:latin typeface="Pretendard"/>
                <a:ea typeface="Pretendard"/>
                <a:cs typeface="Pretendard"/>
              </a:defRPr>
            </a:lvl7pPr>
            <a:lvl8pPr algn="l">
              <a:defRPr sz="6000" b="1">
                <a:solidFill>
                  <a:srgbClr val="FFFFFF"/>
                </a:solidFill>
                <a:latin typeface="Pretendard"/>
                <a:ea typeface="Pretendard"/>
                <a:cs typeface="Pretendard"/>
              </a:defRPr>
            </a:lvl8pPr>
            <a:lvl9pPr algn="l">
              <a:defRPr sz="6000" b="1">
                <a:solidFill>
                  <a:srgbClr val="FFFFFF"/>
                </a:solidFill>
                <a:latin typeface="Pretendard"/>
                <a:ea typeface="Pretendard"/>
                <a:cs typeface="Pretendard"/>
              </a:defRPr>
            </a:lvl9pPr>
          </a:lstStyle>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실험으로 확인하는</a:t>
            </a:r>
          </a:p>
          <a:p xmlns:a="http://schemas.openxmlformats.org/drawingml/2006/main">
            <a:pPr algn="l">
              <a:defRPr sz="6000" b="1">
                <a:solidFill>
                  <a:srgbClr val="FFFFFF"/>
                </a:solidFill>
                <a:latin typeface="Pretendard"/>
                <a:ea typeface="Pretendard"/>
                <a:cs typeface="Pretendard"/>
              </a:defRPr>
            </a:pPr>
            <a:r>
              <a:rPr sz="60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832D9D84-E01E-40E6-9D31-809BFF5F39E4}"/>
              </a:ext>
            </a:extLst>
          </p:cNvPr>
          <p:cNvSpPr>
            <a:spLocks xmlns:a="http://schemas.openxmlformats.org/drawingml/2006/main" noGrp="1"/>
          </p:cNvSpPr>
          <p:nvPr/>
        </p:nvSpPr>
        <p:spPr>
          <a:xfrm xmlns:a="http://schemas.openxmlformats.org/drawingml/2006/main">
            <a:off x="1362075" y="6286500"/>
            <a:ext cx="1524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FFFFFF"/>
                </a:solidFill>
                <a:latin typeface="Pretendard"/>
                <a:ea typeface="Pretendard"/>
                <a:cs typeface="Pretendard"/>
              </a:defRPr>
            </a:defPPr>
            <a:lvl1pPr algn="l">
              <a:defRPr sz="2550" b="0">
                <a:solidFill>
                  <a:srgbClr val="FFFFFF"/>
                </a:solidFill>
                <a:latin typeface="Pretendard"/>
                <a:ea typeface="Pretendard"/>
                <a:cs typeface="Pretendard"/>
              </a:defRPr>
            </a:lvl1pPr>
            <a:lvl2pPr algn="l">
              <a:defRPr sz="2550" b="0">
                <a:solidFill>
                  <a:srgbClr val="FFFFFF"/>
                </a:solidFill>
                <a:latin typeface="Pretendard"/>
                <a:ea typeface="Pretendard"/>
                <a:cs typeface="Pretendard"/>
              </a:defRPr>
            </a:lvl2pPr>
            <a:lvl3pPr algn="l">
              <a:defRPr sz="2550" b="0">
                <a:solidFill>
                  <a:srgbClr val="FFFFFF"/>
                </a:solidFill>
                <a:latin typeface="Pretendard"/>
                <a:ea typeface="Pretendard"/>
                <a:cs typeface="Pretendard"/>
              </a:defRPr>
            </a:lvl3pPr>
            <a:lvl4pPr algn="l">
              <a:defRPr sz="2550" b="0">
                <a:solidFill>
                  <a:srgbClr val="FFFFFF"/>
                </a:solidFill>
                <a:latin typeface="Pretendard"/>
                <a:ea typeface="Pretendard"/>
                <a:cs typeface="Pretendard"/>
              </a:defRPr>
            </a:lvl4pPr>
            <a:lvl5pPr algn="l">
              <a:defRPr sz="2550" b="0">
                <a:solidFill>
                  <a:srgbClr val="FFFFFF"/>
                </a:solidFill>
                <a:latin typeface="Pretendard"/>
                <a:ea typeface="Pretendard"/>
                <a:cs typeface="Pretendard"/>
              </a:defRPr>
            </a:lvl5pPr>
            <a:lvl6pPr algn="l">
              <a:defRPr sz="2550" b="0">
                <a:solidFill>
                  <a:srgbClr val="FFFFFF"/>
                </a:solidFill>
                <a:latin typeface="Pretendard"/>
                <a:ea typeface="Pretendard"/>
                <a:cs typeface="Pretendard"/>
              </a:defRPr>
            </a:lvl6pPr>
            <a:lvl7pPr algn="l">
              <a:defRPr sz="2550" b="0">
                <a:solidFill>
                  <a:srgbClr val="FFFFFF"/>
                </a:solidFill>
                <a:latin typeface="Pretendard"/>
                <a:ea typeface="Pretendard"/>
                <a:cs typeface="Pretendard"/>
              </a:defRPr>
            </a:lvl7pPr>
            <a:lvl8pPr algn="l">
              <a:defRPr sz="2550" b="0">
                <a:solidFill>
                  <a:srgbClr val="FFFFFF"/>
                </a:solidFill>
                <a:latin typeface="Pretendard"/>
                <a:ea typeface="Pretendard"/>
                <a:cs typeface="Pretendard"/>
              </a:defRPr>
            </a:lvl8pPr>
            <a:lvl9pPr algn="l">
              <a:defRPr sz="2550" b="0">
                <a:solidFill>
                  <a:srgbClr val="FFFFFF"/>
                </a:solidFill>
                <a:latin typeface="Pretendard"/>
                <a:ea typeface="Pretendard"/>
                <a:cs typeface="Pretendard"/>
              </a:defRPr>
            </a:lvl9pPr>
          </a:lstStyle>
          <a:p xmlns:a="http://schemas.openxmlformats.org/drawingml/2006/main">
            <a:pPr algn="l">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904978066"/>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8DCB289-8783-40C3-AC98-E87CFFBF0011}"/>
              </a:ext>
            </a:extLst>
          </p:cNvPr>
          <p:cNvPicPr>
            <a:picLocks xmlns:a="http://schemas.openxmlformats.org/drawingml/2006/main" noChangeAspect="1"/>
          </p:cNvPicPr>
          <p:nvPr/>
        </p:nvPicPr>
        <p:blipFill>
          <a:blip xmlns:r="http://schemas.openxmlformats.org/officeDocument/2006/relationships" xmlns:a="http://schemas.openxmlformats.org/drawingml/2006/main" r:embed="Rb5e4cd64391d459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F95EB0A-65CB-4481-933C-7026DE6B8D4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B6AA0D5-4E8B-48F8-AF66-A18B97BDA67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054AE100-732B-448A-B93F-D3FEDE2334D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573EE45-220A-4BB5-BBF4-6B9C1310648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5C82C401-0581-4C19-8616-029922DDA49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2090B952-6FE0-4A69-A0F3-7D8590C5F164}"/>
              </a:ext>
            </a:extLst>
          </p:cNvPr>
          <p:cNvPicPr>
            <a:picLocks xmlns:a="http://schemas.openxmlformats.org/drawingml/2006/main" noChangeAspect="1"/>
          </p:cNvPicPr>
          <p:nvPr/>
        </p:nvPicPr>
        <p:blipFill>
          <a:blip xmlns:r="http://schemas.openxmlformats.org/officeDocument/2006/relationships" xmlns:a="http://schemas.openxmlformats.org/drawingml/2006/main" r:embed="R978af0f35b2f4570"/>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9E62F0D0-82B7-4BAE-BCE7-C06DDA10FAC2}"/>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AFC31F4B-BCE1-4989-9797-E8ACE3D76883}"/>
              </a:ext>
            </a:extLst>
          </p:cNvPr>
          <p:cNvPicPr>
            <a:picLocks xmlns:a="http://schemas.openxmlformats.org/drawingml/2006/main" noChangeAspect="1"/>
          </p:cNvPicPr>
          <p:nvPr/>
        </p:nvPicPr>
        <p:blipFill>
          <a:blip xmlns:r="http://schemas.openxmlformats.org/officeDocument/2006/relationships" xmlns:a="http://schemas.openxmlformats.org/drawingml/2006/main" r:embed="R786d59e8ef1d4f36"/>
          <a:stretch xmlns:a="http://schemas.openxmlformats.org/drawingml/2006/main"/>
        </p:blipFill>
        <p:spPr>
          <a:xfrm xmlns:a="http://schemas.openxmlformats.org/drawingml/2006/main">
            <a:off x="7626536" y="5134869"/>
            <a:ext cx="6107166" cy="588763"/>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A85EEC65-96EF-45D9-8D4F-024FE3BE0FD4}"/>
              </a:ext>
            </a:extLst>
          </p:cNvPr>
          <p:cNvPicPr>
            <a:picLocks xmlns:a="http://schemas.openxmlformats.org/drawingml/2006/main" noChangeAspect="1"/>
          </p:cNvPicPr>
          <p:nvPr/>
        </p:nvPicPr>
        <p:blipFill>
          <a:blip xmlns:r="http://schemas.openxmlformats.org/officeDocument/2006/relationships" xmlns:a="http://schemas.openxmlformats.org/drawingml/2006/main" r:embed="R43c706623a374291"/>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23FE2DE-0814-4570-A929-5AFDAA612BFB}"/>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483529B6-926E-4141-935E-45FFBFFEB73A}"/>
              </a:ext>
            </a:extLst>
          </p:cNvPr>
          <p:cNvPicPr>
            <a:picLocks xmlns:a="http://schemas.openxmlformats.org/drawingml/2006/main" noChangeAspect="1"/>
          </p:cNvPicPr>
          <p:nvPr/>
        </p:nvPicPr>
        <p:blipFill>
          <a:blip xmlns:r="http://schemas.openxmlformats.org/officeDocument/2006/relationships" xmlns:a="http://schemas.openxmlformats.org/drawingml/2006/main" r:embed="R49335dc9720e4f46"/>
          <a:stretch xmlns:a="http://schemas.openxmlformats.org/drawingml/2006/main"/>
        </p:blipFill>
        <p:spPr>
          <a:xfrm xmlns:a="http://schemas.openxmlformats.org/drawingml/2006/main">
            <a:off x="7600482" y="8060524"/>
            <a:ext cx="9087787" cy="547701"/>
          </a:xfrm>
          <a:prstGeom xmlns:a="http://schemas.openxmlformats.org/drawingml/2006/main" prst="rect">
            <a:avLst/>
          </a:prstGeom>
        </p:spPr>
      </p:pic>
    </p:spTree>
    <p:extLst>
      <p:ext uri="{BB962C8B-B14F-4D97-AF65-F5344CB8AC3E}">
        <p14:creationId xmlns:p14="http://schemas.microsoft.com/office/powerpoint/2010/main" val="1784013589"/>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FCCAAC2-21DC-4A66-9677-1AC40BA9D644}"/>
              </a:ext>
            </a:extLst>
          </p:cNvPr>
          <p:cNvPicPr>
            <a:picLocks xmlns:a="http://schemas.openxmlformats.org/drawingml/2006/main" noChangeAspect="1"/>
          </p:cNvPicPr>
          <p:nvPr/>
        </p:nvPicPr>
        <p:blipFill>
          <a:blip xmlns:r="http://schemas.openxmlformats.org/officeDocument/2006/relationships" xmlns:a="http://schemas.openxmlformats.org/drawingml/2006/main" r:embed="Rbf5441f9b2374f6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6CE777F-2EFF-45DD-A237-2FB5BB8F580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A5969EE-0D64-4956-A559-4F9AA21BD93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3DE73A21-84FC-4E5B-B806-34B1CD87148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1616CB4-E049-4921-ABB7-314CD5AA1A9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57CA5E82-CFC0-4927-842A-82E77F20BF0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8" name="">
            <a:extLst xmlns:a="http://schemas.openxmlformats.org/drawingml/2006/main">
              <a:ext uri="{FF2B5EF4-FFF2-40B4-BE49-F238E27FC236}">
                <a16:creationId xmlns:a16="http://schemas.microsoft.com/office/drawing/2014/main" id="{DF569501-0330-421B-80A7-C27886FDB460}"/>
              </a:ext>
            </a:extLst>
          </p:cNvPr>
          <p:cNvPicPr>
            <a:picLocks xmlns:a="http://schemas.openxmlformats.org/drawingml/2006/main" noChangeAspect="1"/>
          </p:cNvPicPr>
          <p:nvPr/>
        </p:nvPicPr>
        <p:blipFill>
          <a:blip xmlns:r="http://schemas.openxmlformats.org/officeDocument/2006/relationships" xmlns:a="http://schemas.openxmlformats.org/drawingml/2006/main" r:embed="R80912534171142c7"/>
          <a:stretch xmlns:a="http://schemas.openxmlformats.org/drawingml/2006/main"/>
        </p:blipFill>
        <p:spPr>
          <a:xfrm xmlns:a="http://schemas.openxmlformats.org/drawingml/2006/main">
            <a:off x="2312565" y="5095875"/>
            <a:ext cx="8319345" cy="271462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8200AA3-090F-4DE9-9662-68EA4097F448}"/>
              </a:ext>
            </a:extLst>
          </p:cNvPr>
          <p:cNvPicPr>
            <a:picLocks xmlns:a="http://schemas.openxmlformats.org/drawingml/2006/main" noChangeAspect="1"/>
          </p:cNvPicPr>
          <p:nvPr/>
        </p:nvPicPr>
        <p:blipFill>
          <a:blip xmlns:r="http://schemas.openxmlformats.org/officeDocument/2006/relationships" xmlns:a="http://schemas.openxmlformats.org/drawingml/2006/main" r:embed="R6713836be1e0462a"/>
          <a:stretch xmlns:a="http://schemas.openxmlformats.org/drawingml/2006/main"/>
        </p:blipFill>
        <p:spPr>
          <a:xfrm xmlns:a="http://schemas.openxmlformats.org/drawingml/2006/main">
            <a:off x="11755226" y="5095875"/>
            <a:ext cx="4159673" cy="2714625"/>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19A09689-A116-451A-8974-5BDF562A2D38}"/>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30303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4E38F1D-6927-44C3-A23C-4E38C5FEAE70}"/>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92858C7D-DAA7-49A4-90EA-63265226BCE0}"/>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52B41BE4-1701-4502-ADEC-5532B8A05E01}"/>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pic>
        <p:nvPicPr>
          <p:cNvPr id="14" name="">
            <a:extLst xmlns:a="http://schemas.openxmlformats.org/drawingml/2006/main">
              <a:ext uri="{FF2B5EF4-FFF2-40B4-BE49-F238E27FC236}">
                <a16:creationId xmlns:a16="http://schemas.microsoft.com/office/drawing/2014/main" id="{F482681A-566D-4A54-A3B2-21F5A6A3C4A6}"/>
              </a:ext>
            </a:extLst>
          </p:cNvPr>
          <p:cNvPicPr>
            <a:picLocks xmlns:a="http://schemas.openxmlformats.org/drawingml/2006/main" noChangeAspect="1"/>
          </p:cNvPicPr>
          <p:nvPr/>
        </p:nvPicPr>
        <p:blipFill>
          <a:blip xmlns:r="http://schemas.openxmlformats.org/officeDocument/2006/relationships" xmlns:a="http://schemas.openxmlformats.org/drawingml/2006/main" r:embed="R2a77e33ed85e4d12"/>
          <a:stretch xmlns:a="http://schemas.openxmlformats.org/drawingml/2006/main"/>
        </p:blipFill>
        <p:spPr>
          <a:xfrm xmlns:a="http://schemas.openxmlformats.org/drawingml/2006/main">
            <a:off x="5901411" y="3714750"/>
            <a:ext cx="6485178" cy="1238250"/>
          </a:xfrm>
          <a:prstGeom xmlns:a="http://schemas.openxmlformats.org/drawingml/2006/main" prst="rect">
            <a:avLst/>
          </a:prstGeom>
        </p:spPr>
      </p:pic>
    </p:spTree>
    <p:extLst>
      <p:ext uri="{BB962C8B-B14F-4D97-AF65-F5344CB8AC3E}">
        <p14:creationId xmlns:p14="http://schemas.microsoft.com/office/powerpoint/2010/main" val="398274960"/>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7" name="레퍼런스 내용 영역">
            <a:extLst xmlns:a="http://schemas.openxmlformats.org/drawingml/2006/main">
              <a:ext uri="{FF2B5EF4-FFF2-40B4-BE49-F238E27FC236}">
                <a16:creationId xmlns:a16="http://schemas.microsoft.com/office/drawing/2014/main" id="{D915B6F0-A481-4A31-AA78-A68E013F302D}"/>
              </a:ext>
            </a:extLst>
          </p:cNvPr>
          <p:cNvSpPr>
            <a:spLocks xmlns:a="http://schemas.openxmlformats.org/drawingml/2006/main" noGrp="1"/>
          </p:cNvSpPr>
          <p:nvPr/>
        </p:nvSpPr>
        <p:spPr>
          <a:xfrm xmlns:a="http://schemas.openxmlformats.org/drawingml/2006/main">
            <a:off x="5715000" y="7620000"/>
            <a:ext cx="8763000" cy="781050"/>
          </a:xfrm>
          <a:prstGeom xmlns:a="http://schemas.openxmlformats.org/drawingml/2006/main" prst="roundRect">
            <a:avLst>
              <a:gd name="adj" fmla="val 26829"/>
            </a:avLst>
          </a:prstGeom>
          <a:solidFill xmlns:a="http://schemas.openxmlformats.org/drawingml/2006/main">
            <a:srgbClr val="FFFFFF"/>
          </a:solidFill>
          <a:ln xmlns:a="http://schemas.openxmlformats.org/drawingml/2006/main" w="0">
            <a:noFill/>
          </a:ln>
        </p:spPr>
      </p:sp>
      <p:sp>
        <p:nvSpPr>
          <p:cNvPr id="36" name="레퍼런스 내용 영역">
            <a:extLst xmlns:a="http://schemas.openxmlformats.org/drawingml/2006/main">
              <a:ext uri="{FF2B5EF4-FFF2-40B4-BE49-F238E27FC236}">
                <a16:creationId xmlns:a16="http://schemas.microsoft.com/office/drawing/2014/main" id="{E6B1184E-1B6D-4C6D-98BC-381BF184022C}"/>
              </a:ext>
            </a:extLst>
          </p:cNvPr>
          <p:cNvSpPr>
            <a:spLocks xmlns:a="http://schemas.openxmlformats.org/drawingml/2006/main" noGrp="1"/>
          </p:cNvSpPr>
          <p:nvPr/>
        </p:nvSpPr>
        <p:spPr>
          <a:xfrm xmlns:a="http://schemas.openxmlformats.org/drawingml/2006/main">
            <a:off x="3810000" y="7620000"/>
            <a:ext cx="1714500" cy="781050"/>
          </a:xfrm>
          <a:prstGeom xmlns:a="http://schemas.openxmlformats.org/drawingml/2006/main" prst="roundRect">
            <a:avLst>
              <a:gd name="adj" fmla="val 26829"/>
            </a:avLst>
          </a:prstGeom>
          <a:solidFill xmlns:a="http://schemas.openxmlformats.org/drawingml/2006/main">
            <a:srgbClr val="222222"/>
          </a:solidFill>
          <a:ln xmlns:a="http://schemas.openxmlformats.org/drawingml/2006/main" w="0">
            <a:noFill/>
          </a:ln>
        </p:spPr>
      </p:sp>
      <p:sp>
        <p:nvSpPr>
          <p:cNvPr id="33" name="레퍼런스 내용 영역">
            <a:extLst xmlns:a="http://schemas.openxmlformats.org/drawingml/2006/main">
              <a:ext uri="{FF2B5EF4-FFF2-40B4-BE49-F238E27FC236}">
                <a16:creationId xmlns:a16="http://schemas.microsoft.com/office/drawing/2014/main" id="{54558108-51EF-4D83-BFE0-B9AC95FFF86B}"/>
              </a:ext>
            </a:extLst>
          </p:cNvPr>
          <p:cNvSpPr>
            <a:spLocks xmlns:a="http://schemas.openxmlformats.org/drawingml/2006/main" noGrp="1"/>
          </p:cNvSpPr>
          <p:nvPr/>
        </p:nvSpPr>
        <p:spPr>
          <a:xfrm xmlns:a="http://schemas.openxmlformats.org/drawingml/2006/main">
            <a:off x="5715000" y="6619875"/>
            <a:ext cx="8763000" cy="781050"/>
          </a:xfrm>
          <a:prstGeom xmlns:a="http://schemas.openxmlformats.org/drawingml/2006/main" prst="roundRect">
            <a:avLst>
              <a:gd name="adj" fmla="val 26829"/>
            </a:avLst>
          </a:prstGeom>
          <a:solidFill xmlns:a="http://schemas.openxmlformats.org/drawingml/2006/main">
            <a:srgbClr val="FFFFFF"/>
          </a:solidFill>
          <a:ln xmlns:a="http://schemas.openxmlformats.org/drawingml/2006/main" w="0">
            <a:noFill/>
          </a:ln>
        </p:spPr>
      </p:sp>
      <p:sp>
        <p:nvSpPr>
          <p:cNvPr id="32" name="레퍼런스 내용 영역">
            <a:extLst xmlns:a="http://schemas.openxmlformats.org/drawingml/2006/main">
              <a:ext uri="{FF2B5EF4-FFF2-40B4-BE49-F238E27FC236}">
                <a16:creationId xmlns:a16="http://schemas.microsoft.com/office/drawing/2014/main" id="{1979118E-8258-4968-A77F-692A6BB15201}"/>
              </a:ext>
            </a:extLst>
          </p:cNvPr>
          <p:cNvSpPr>
            <a:spLocks xmlns:a="http://schemas.openxmlformats.org/drawingml/2006/main" noGrp="1"/>
          </p:cNvSpPr>
          <p:nvPr/>
        </p:nvSpPr>
        <p:spPr>
          <a:xfrm xmlns:a="http://schemas.openxmlformats.org/drawingml/2006/main">
            <a:off x="3810000" y="6619875"/>
            <a:ext cx="1714500" cy="781050"/>
          </a:xfrm>
          <a:prstGeom xmlns:a="http://schemas.openxmlformats.org/drawingml/2006/main" prst="roundRect">
            <a:avLst>
              <a:gd name="adj" fmla="val 26829"/>
            </a:avLst>
          </a:prstGeom>
          <a:solidFill xmlns:a="http://schemas.openxmlformats.org/drawingml/2006/main">
            <a:srgbClr val="222222"/>
          </a:solidFill>
          <a:ln xmlns:a="http://schemas.openxmlformats.org/drawingml/2006/main" w="0">
            <a:noFill/>
          </a:ln>
        </p:spPr>
      </p:sp>
      <p:sp>
        <p:nvSpPr>
          <p:cNvPr id="29" name="레퍼런스 내용 영역">
            <a:extLst xmlns:a="http://schemas.openxmlformats.org/drawingml/2006/main">
              <a:ext uri="{FF2B5EF4-FFF2-40B4-BE49-F238E27FC236}">
                <a16:creationId xmlns:a16="http://schemas.microsoft.com/office/drawing/2014/main" id="{067B5D60-A52D-40F6-94CA-7BB978C40A4A}"/>
              </a:ext>
            </a:extLst>
          </p:cNvPr>
          <p:cNvSpPr>
            <a:spLocks xmlns:a="http://schemas.openxmlformats.org/drawingml/2006/main" noGrp="1"/>
          </p:cNvSpPr>
          <p:nvPr/>
        </p:nvSpPr>
        <p:spPr>
          <a:xfrm xmlns:a="http://schemas.openxmlformats.org/drawingml/2006/main">
            <a:off x="5715000" y="5619750"/>
            <a:ext cx="8763000" cy="781050"/>
          </a:xfrm>
          <a:prstGeom xmlns:a="http://schemas.openxmlformats.org/drawingml/2006/main" prst="roundRect">
            <a:avLst>
              <a:gd name="adj" fmla="val 26829"/>
            </a:avLst>
          </a:prstGeom>
          <a:solidFill xmlns:a="http://schemas.openxmlformats.org/drawingml/2006/main">
            <a:srgbClr val="FFFFFF"/>
          </a:solidFill>
          <a:ln xmlns:a="http://schemas.openxmlformats.org/drawingml/2006/main" w="0">
            <a:noFill/>
          </a:ln>
        </p:spPr>
      </p:sp>
      <p:sp>
        <p:nvSpPr>
          <p:cNvPr id="28" name="레퍼런스 내용 영역">
            <a:extLst xmlns:a="http://schemas.openxmlformats.org/drawingml/2006/main">
              <a:ext uri="{FF2B5EF4-FFF2-40B4-BE49-F238E27FC236}">
                <a16:creationId xmlns:a16="http://schemas.microsoft.com/office/drawing/2014/main" id="{7F27A1F5-9A8F-4DB6-947A-270242A3051B}"/>
              </a:ext>
            </a:extLst>
          </p:cNvPr>
          <p:cNvSpPr>
            <a:spLocks xmlns:a="http://schemas.openxmlformats.org/drawingml/2006/main" noGrp="1"/>
          </p:cNvSpPr>
          <p:nvPr/>
        </p:nvSpPr>
        <p:spPr>
          <a:xfrm xmlns:a="http://schemas.openxmlformats.org/drawingml/2006/main">
            <a:off x="3810000" y="5619750"/>
            <a:ext cx="1714500" cy="781050"/>
          </a:xfrm>
          <a:prstGeom xmlns:a="http://schemas.openxmlformats.org/drawingml/2006/main" prst="roundRect">
            <a:avLst>
              <a:gd name="adj" fmla="val 26829"/>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3AB3E352-F816-4CBD-AF88-BAC59177CDFB}"/>
              </a:ext>
            </a:extLst>
          </p:cNvPr>
          <p:cNvPicPr>
            <a:picLocks xmlns:a="http://schemas.openxmlformats.org/drawingml/2006/main" noChangeAspect="1"/>
          </p:cNvPicPr>
          <p:nvPr/>
        </p:nvPicPr>
        <p:blipFill>
          <a:blip xmlns:r="http://schemas.openxmlformats.org/officeDocument/2006/relationships" xmlns:a="http://schemas.openxmlformats.org/drawingml/2006/main" r:embed="Rc406b247f08c490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0EE30B0-ABF9-458C-8259-FCBA1706AA5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6427A8B-D474-4A93-8C82-1638167681A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EEA38B07-506B-4688-8E51-FB3B9A0C2F4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7782CB3-E352-4D67-9AFA-6079890341D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721F5A30-16DC-4A8D-BE5A-21EB3849E79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B1E25133-1325-4268-90C4-8B9B7AE88B54}"/>
              </a:ext>
            </a:extLst>
          </p:cNvPr>
          <p:cNvPicPr>
            <a:picLocks xmlns:a="http://schemas.openxmlformats.org/drawingml/2006/main" noChangeAspect="1"/>
          </p:cNvPicPr>
          <p:nvPr/>
        </p:nvPicPr>
        <p:blipFill>
          <a:blip xmlns:r="http://schemas.openxmlformats.org/officeDocument/2006/relationships" xmlns:a="http://schemas.openxmlformats.org/drawingml/2006/main" r:embed="R4ac95c83cc0046bd"/>
          <a:stretch xmlns:a="http://schemas.openxmlformats.org/drawingml/2006/main"/>
        </p:blipFill>
        <p:spPr>
          <a:xfrm xmlns:a="http://schemas.openxmlformats.org/drawingml/2006/main">
            <a:off x="6754559" y="4095750"/>
            <a:ext cx="4778882" cy="952500"/>
          </a:xfrm>
          <a:prstGeom xmlns:a="http://schemas.openxmlformats.org/drawingml/2006/main" prst="rect">
            <a:avLst/>
          </a:prstGeom>
        </p:spPr>
      </p:pic>
      <p:sp>
        <p:nvSpPr>
          <p:cNvPr id="30" name="text">
            <a:extLst xmlns:a="http://schemas.openxmlformats.org/drawingml/2006/main">
              <a:ext uri="{FF2B5EF4-FFF2-40B4-BE49-F238E27FC236}">
                <a16:creationId xmlns:a16="http://schemas.microsoft.com/office/drawing/2014/main" id="{C22250BF-2435-4426-B393-BEDFEFED279D}"/>
              </a:ext>
            </a:extLst>
          </p:cNvPr>
          <p:cNvSpPr>
            <a:spLocks xmlns:a="http://schemas.openxmlformats.org/drawingml/2006/main" noGrp="1"/>
          </p:cNvSpPr>
          <p:nvPr/>
        </p:nvSpPr>
        <p:spPr>
          <a:xfrm xmlns:a="http://schemas.openxmlformats.org/drawingml/2006/main">
            <a:off x="4048125" y="5734050"/>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2A11F1DD-837E-4DC3-8416-D380FF1A90E0}"/>
              </a:ext>
            </a:extLst>
          </p:cNvPr>
          <p:cNvSpPr>
            <a:spLocks xmlns:a="http://schemas.openxmlformats.org/drawingml/2006/main" noGrp="1"/>
          </p:cNvSpPr>
          <p:nvPr/>
        </p:nvSpPr>
        <p:spPr>
          <a:xfrm xmlns:a="http://schemas.openxmlformats.org/drawingml/2006/main">
            <a:off x="6048375" y="57340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용액의 비열</a:t>
            </a:r>
          </a:p>
        </p:txBody>
      </p:sp>
      <p:sp>
        <p:nvSpPr>
          <p:cNvPr id="34" name="text">
            <a:extLst xmlns:a="http://schemas.openxmlformats.org/drawingml/2006/main">
              <a:ext uri="{FF2B5EF4-FFF2-40B4-BE49-F238E27FC236}">
                <a16:creationId xmlns:a16="http://schemas.microsoft.com/office/drawing/2014/main" id="{1E932B58-0185-4A2E-926D-E4C4EA6A9FFB}"/>
              </a:ext>
            </a:extLst>
          </p:cNvPr>
          <p:cNvSpPr>
            <a:spLocks xmlns:a="http://schemas.openxmlformats.org/drawingml/2006/main" noGrp="1"/>
          </p:cNvSpPr>
          <p:nvPr/>
        </p:nvSpPr>
        <p:spPr>
          <a:xfrm xmlns:a="http://schemas.openxmlformats.org/drawingml/2006/main">
            <a:off x="4048125" y="6734175"/>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BB9CB23A-69D9-4420-B9AC-A14D8418F7F0}"/>
              </a:ext>
            </a:extLst>
          </p:cNvPr>
          <p:cNvSpPr>
            <a:spLocks xmlns:a="http://schemas.openxmlformats.org/drawingml/2006/main" noGrp="1"/>
          </p:cNvSpPr>
          <p:nvPr/>
        </p:nvSpPr>
        <p:spPr>
          <a:xfrm xmlns:a="http://schemas.openxmlformats.org/drawingml/2006/main">
            <a:off x="6048375" y="6734175"/>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용액 전체의 질량</a:t>
            </a:r>
          </a:p>
        </p:txBody>
      </p:sp>
      <p:sp>
        <p:nvSpPr>
          <p:cNvPr id="38" name="text">
            <a:extLst xmlns:a="http://schemas.openxmlformats.org/drawingml/2006/main">
              <a:ext uri="{FF2B5EF4-FFF2-40B4-BE49-F238E27FC236}">
                <a16:creationId xmlns:a16="http://schemas.microsoft.com/office/drawing/2014/main" id="{E8A346D4-10F3-43EF-BA9D-5AB6DFE48E5F}"/>
              </a:ext>
            </a:extLst>
          </p:cNvPr>
          <p:cNvSpPr>
            <a:spLocks xmlns:a="http://schemas.openxmlformats.org/drawingml/2006/main" noGrp="1"/>
          </p:cNvSpPr>
          <p:nvPr/>
        </p:nvSpPr>
        <p:spPr>
          <a:xfrm xmlns:a="http://schemas.openxmlformats.org/drawingml/2006/main">
            <a:off x="4048125" y="7734300"/>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9FFF68"/>
                </a:solidFill>
                <a:latin typeface="Pretendard"/>
                <a:ea typeface="Pretendard"/>
                <a:cs typeface="Pretendard"/>
              </a:defRPr>
            </a:defPPr>
            <a:lvl1pPr algn="ctr">
              <a:defRPr sz="2400" b="1">
                <a:solidFill>
                  <a:srgbClr val="9FFF68"/>
                </a:solidFill>
                <a:latin typeface="Pretendard"/>
                <a:ea typeface="Pretendard"/>
                <a:cs typeface="Pretendard"/>
              </a:defRPr>
            </a:lvl1pPr>
            <a:lvl2pPr algn="ctr">
              <a:defRPr sz="2400" b="1">
                <a:solidFill>
                  <a:srgbClr val="9FFF68"/>
                </a:solidFill>
                <a:latin typeface="Pretendard"/>
                <a:ea typeface="Pretendard"/>
                <a:cs typeface="Pretendard"/>
              </a:defRPr>
            </a:lvl2pPr>
            <a:lvl3pPr algn="ctr">
              <a:defRPr sz="2400" b="1">
                <a:solidFill>
                  <a:srgbClr val="9FFF68"/>
                </a:solidFill>
                <a:latin typeface="Pretendard"/>
                <a:ea typeface="Pretendard"/>
                <a:cs typeface="Pretendard"/>
              </a:defRPr>
            </a:lvl3pPr>
            <a:lvl4pPr algn="ctr">
              <a:defRPr sz="2400" b="1">
                <a:solidFill>
                  <a:srgbClr val="9FFF68"/>
                </a:solidFill>
                <a:latin typeface="Pretendard"/>
                <a:ea typeface="Pretendard"/>
                <a:cs typeface="Pretendard"/>
              </a:defRPr>
            </a:lvl4pPr>
            <a:lvl5pPr algn="ctr">
              <a:defRPr sz="2400" b="1">
                <a:solidFill>
                  <a:srgbClr val="9FFF68"/>
                </a:solidFill>
                <a:latin typeface="Pretendard"/>
                <a:ea typeface="Pretendard"/>
                <a:cs typeface="Pretendard"/>
              </a:defRPr>
            </a:lvl5pPr>
            <a:lvl6pPr algn="ctr">
              <a:defRPr sz="2400" b="1">
                <a:solidFill>
                  <a:srgbClr val="9FFF68"/>
                </a:solidFill>
                <a:latin typeface="Pretendard"/>
                <a:ea typeface="Pretendard"/>
                <a:cs typeface="Pretendard"/>
              </a:defRPr>
            </a:lvl6pPr>
            <a:lvl7pPr algn="ctr">
              <a:defRPr sz="2400" b="1">
                <a:solidFill>
                  <a:srgbClr val="9FFF68"/>
                </a:solidFill>
                <a:latin typeface="Pretendard"/>
                <a:ea typeface="Pretendard"/>
                <a:cs typeface="Pretendard"/>
              </a:defRPr>
            </a:lvl7pPr>
            <a:lvl8pPr algn="ctr">
              <a:defRPr sz="2400" b="1">
                <a:solidFill>
                  <a:srgbClr val="9FFF68"/>
                </a:solidFill>
                <a:latin typeface="Pretendard"/>
                <a:ea typeface="Pretendard"/>
                <a:cs typeface="Pretendard"/>
              </a:defRPr>
            </a:lvl8pPr>
            <a:lvl9pPr algn="ctr">
              <a:defRPr sz="2400" b="1">
                <a:solidFill>
                  <a:srgbClr val="9FFF68"/>
                </a:solidFill>
                <a:latin typeface="Pretendard"/>
                <a:ea typeface="Pretendard"/>
                <a:cs typeface="Pretendard"/>
              </a:defRPr>
            </a:lvl9pPr>
          </a:lstStyle>
          <a:p xmlns:a="http://schemas.openxmlformats.org/drawingml/2006/main">
            <a:pPr algn="ctr">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21F8B711-4953-4703-8B36-C108EC4E5D41}"/>
              </a:ext>
            </a:extLst>
          </p:cNvPr>
          <p:cNvSpPr>
            <a:spLocks xmlns:a="http://schemas.openxmlformats.org/drawingml/2006/main" noGrp="1"/>
          </p:cNvSpPr>
          <p:nvPr/>
        </p:nvSpPr>
        <p:spPr>
          <a:xfrm xmlns:a="http://schemas.openxmlformats.org/drawingml/2006/main">
            <a:off x="6048375" y="77343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8BAD420A-6D77-4ECE-B865-C0E088469277}"/>
              </a:ext>
            </a:extLst>
          </p:cNvPr>
          <p:cNvSpPr>
            <a:spLocks xmlns:a="http://schemas.openxmlformats.org/drawingml/2006/main" noGrp="1"/>
          </p:cNvSpPr>
          <p:nvPr/>
        </p:nvSpPr>
        <p:spPr>
          <a:xfrm xmlns:a="http://schemas.openxmlformats.org/drawingml/2006/main">
            <a:off x="2667000" y="90487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온도가 오르면 용액이 열을 얻고, 반응에서는 열을 방출한다.</a:t>
            </a:r>
          </a:p>
        </p:txBody>
      </p:sp>
    </p:spTree>
    <p:extLst>
      <p:ext uri="{BB962C8B-B14F-4D97-AF65-F5344CB8AC3E}">
        <p14:creationId xmlns:p14="http://schemas.microsoft.com/office/powerpoint/2010/main" val="568414606"/>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080DD8F-020C-4C88-B518-6B7B06B11930}"/>
              </a:ext>
            </a:extLst>
          </p:cNvPr>
          <p:cNvPicPr>
            <a:picLocks xmlns:a="http://schemas.openxmlformats.org/drawingml/2006/main" noChangeAspect="1"/>
          </p:cNvPicPr>
          <p:nvPr/>
        </p:nvPicPr>
        <p:blipFill>
          <a:blip xmlns:r="http://schemas.openxmlformats.org/officeDocument/2006/relationships" xmlns:a="http://schemas.openxmlformats.org/drawingml/2006/main" r:embed="R5680192e87d345d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79E2D0F-22DF-4C5E-9DCD-7FE493857CD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F5A9861-819C-4478-9253-70C2750D691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4CADDBCE-23FE-422C-9036-21F30C1956F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5593288-8272-4B95-9F71-6AAD809B702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2D1087A-E03E-4EE3-ABDA-61DCF264CC0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B8357A55-F6A6-45CF-909B-C13DB6223F2E}"/>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0023F7E-377F-46D7-8CA8-A0B7D233B8A8}"/>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FE15280C-AA8B-4ED8-991C-30A94CEBACA8}"/>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A74DECD-767F-46E4-931A-DD6CCB0569FD}"/>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ADF344C-8E29-42C0-BEBB-D89DD75EA8D0}"/>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C6B4970-A821-4DCE-AE36-30AC605FF5D9}"/>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293492151"/>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B1245F49-7487-4C43-9873-4954079A1BEA}"/>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76BD9FE-0674-4464-8A71-18CCF3706552}"/>
              </a:ext>
            </a:extLst>
          </p:cNvPr>
          <p:cNvPicPr>
            <a:picLocks xmlns:a="http://schemas.openxmlformats.org/drawingml/2006/main" noChangeAspect="1"/>
          </p:cNvPicPr>
          <p:nvPr/>
        </p:nvPicPr>
        <p:blipFill>
          <a:blip xmlns:r="http://schemas.openxmlformats.org/officeDocument/2006/relationships" xmlns:a="http://schemas.openxmlformats.org/drawingml/2006/main" r:embed="R8f081c0224dd4e1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75F0A6A-6D30-4A96-B8C2-8171FF5F321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2119E08-3048-4DB1-9128-6E63AB5ED0D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1E157E0D-2557-4601-A1D6-99CBA38C2AB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FE3B6D4-C98B-41BD-B215-41312A200F9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2E310C32-F4C3-462A-A00B-E8B20C74A76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10E3D944-2500-4752-88DC-7A0FE6B17463}"/>
              </a:ext>
            </a:extLst>
          </p:cNvPr>
          <p:cNvPicPr>
            <a:picLocks xmlns:a="http://schemas.openxmlformats.org/drawingml/2006/main" noChangeAspect="1"/>
          </p:cNvPicPr>
          <p:nvPr/>
        </p:nvPicPr>
        <p:blipFill>
          <a:blip xmlns:r="http://schemas.openxmlformats.org/officeDocument/2006/relationships" xmlns:a="http://schemas.openxmlformats.org/drawingml/2006/main" r:embed="Rc8f41892ef73443c"/>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ED165732-95B4-47D1-80CC-4C7B6C9F7807}"/>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용액의 열 → 반응한 양 → 반응 엔탈피</a:t>
            </a:r>
          </a:p>
        </p:txBody>
      </p:sp>
    </p:spTree>
    <p:extLst>
      <p:ext uri="{BB962C8B-B14F-4D97-AF65-F5344CB8AC3E}">
        <p14:creationId xmlns:p14="http://schemas.microsoft.com/office/powerpoint/2010/main" val="675685534"/>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4585940-8955-4F81-A772-9CF874FC5491}"/>
              </a:ext>
            </a:extLst>
          </p:cNvPr>
          <p:cNvPicPr>
            <a:picLocks xmlns:a="http://schemas.openxmlformats.org/drawingml/2006/main" noChangeAspect="1"/>
          </p:cNvPicPr>
          <p:nvPr/>
        </p:nvPicPr>
        <p:blipFill>
          <a:blip xmlns:r="http://schemas.openxmlformats.org/officeDocument/2006/relationships" xmlns:a="http://schemas.openxmlformats.org/drawingml/2006/main" r:embed="R67d8fc51f2524f0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55F4DAB-1C97-4FCB-B397-D4B4E5C4F99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32140DE-AEFB-4E25-B2D3-893126C4A9D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1C14882E-97CE-40F2-92CF-A096B0C9832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EDBDEF7-194E-46B6-9980-7DDC5DE0592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82BE4F03-CED1-4815-A61E-54D84D6EEA7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EDC541CA-CB0A-4E46-8E50-47F2E5414ED6}"/>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6EEFA740-B1D0-4A0B-AE07-3E3B1030714C}"/>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D325233F-CB0F-4EF5-AB68-FB45ACA93EB4}"/>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2382C76B-99D6-4C2E-8489-64202AC33E9A}"/>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20FD7DF-FCE4-4DE7-BED9-99FE4A92D99F}"/>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37ABEE16-8661-4B29-89CB-2D5859DB326B}"/>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027829493"/>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9078030-BED5-4BEB-96C3-6DA9066A82C2}"/>
              </a:ext>
            </a:extLst>
          </p:cNvPr>
          <p:cNvPicPr>
            <a:picLocks xmlns:a="http://schemas.openxmlformats.org/drawingml/2006/main" noChangeAspect="1"/>
          </p:cNvPicPr>
          <p:nvPr/>
        </p:nvPicPr>
        <p:blipFill>
          <a:blip xmlns:r="http://schemas.openxmlformats.org/officeDocument/2006/relationships" xmlns:a="http://schemas.openxmlformats.org/drawingml/2006/main" r:embed="R71e99ec306df4ed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E4C98F8-5401-4E99-8F07-A91A3E97358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56C3B98-0D56-4B32-AFD7-F1FF60BA687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258C0C74-07B0-48C0-9798-EF90F970C8E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05B49DC-F37B-4259-9D8D-A7BDFE6D77F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D189812-8DE8-4A6E-A6AA-A5EE48ADA85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03EF1D10-305E-45EC-A4FB-E08D0749D5A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DAEF724B-30BE-4456-813A-A3CDDAB08F32}"/>
              </a:ext>
            </a:extLst>
          </p:cNvPr>
          <p:cNvPicPr>
            <a:picLocks xmlns:a="http://schemas.openxmlformats.org/drawingml/2006/main" noChangeAspect="1"/>
          </p:cNvPicPr>
          <p:nvPr/>
        </p:nvPicPr>
        <p:blipFill>
          <a:blip xmlns:r="http://schemas.openxmlformats.org/officeDocument/2006/relationships" xmlns:a="http://schemas.openxmlformats.org/drawingml/2006/main" r:embed="Rcb96d07e2c164f7e"/>
          <a:stretch xmlns:a="http://schemas.openxmlformats.org/drawingml/2006/main"/>
        </p:blipFill>
        <p:spPr>
          <a:xfrm xmlns:a="http://schemas.openxmlformats.org/drawingml/2006/main">
            <a:off x="5156200" y="5112808"/>
            <a:ext cx="8547100" cy="2633133"/>
          </a:xfrm>
          <a:prstGeom xmlns:a="http://schemas.openxmlformats.org/drawingml/2006/main" prst="rect">
            <a:avLst/>
          </a:prstGeom>
        </p:spPr>
      </p:pic>
    </p:spTree>
    <p:extLst>
      <p:ext uri="{BB962C8B-B14F-4D97-AF65-F5344CB8AC3E}">
        <p14:creationId xmlns:p14="http://schemas.microsoft.com/office/powerpoint/2010/main" val="1747884301"/>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1976FDE8-A7C6-4977-938A-920BDE6BD441}"/>
              </a:ext>
            </a:extLst>
          </p:cNvPr>
          <p:cNvPicPr>
            <a:picLocks xmlns:a="http://schemas.openxmlformats.org/drawingml/2006/main" noChangeAspect="1"/>
          </p:cNvPicPr>
          <p:nvPr/>
        </p:nvPicPr>
        <p:blipFill>
          <a:blip xmlns:r="http://schemas.openxmlformats.org/officeDocument/2006/relationships" xmlns:a="http://schemas.openxmlformats.org/drawingml/2006/main" r:embed="R0226ca086a3a4f9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85A6EFB-A0C3-453C-92AE-6049B107F52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2DC53CA-48AA-4621-900C-E6A75013CD3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FFDF5B49-16AE-4951-9EB1-96A0A35EFB0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5723BE78-F70A-4756-970B-4210A6A91EF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695FE72C-03AE-46D7-BB36-9536BF45DF04}"/>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pic>
        <p:nvPicPr>
          <p:cNvPr id="7" name="">
            <a:extLst xmlns:a="http://schemas.openxmlformats.org/drawingml/2006/main">
              <a:ext uri="{FF2B5EF4-FFF2-40B4-BE49-F238E27FC236}">
                <a16:creationId xmlns:a16="http://schemas.microsoft.com/office/drawing/2014/main" id="{C981FA81-6575-425B-A78D-47F5C82CCE28}"/>
              </a:ext>
            </a:extLst>
          </p:cNvPr>
          <p:cNvPicPr>
            <a:picLocks xmlns:a="http://schemas.openxmlformats.org/drawingml/2006/main" noChangeAspect="1"/>
          </p:cNvPicPr>
          <p:nvPr/>
        </p:nvPicPr>
        <p:blipFill>
          <a:blip xmlns:r="http://schemas.openxmlformats.org/officeDocument/2006/relationships" xmlns:a="http://schemas.openxmlformats.org/drawingml/2006/main" r:embed="R7d5995cc99dd4244"/>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9A97CBF-2772-4BDD-98B3-FCC54FCE12F4}"/>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F85A0C18-2F35-4A71-AF34-15997B8B66D8}"/>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14417973-5230-4604-9BE0-96924C52ACE3}"/>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7677ED6A-C3E7-4E6F-BF1D-6FB0DD13F90E}"/>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6A1CCF12-FA85-43F3-AB00-4573B8A43D0E}"/>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32C10903-0713-420B-A2DA-48942AF9D20B}"/>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알려진 </a:t>
            </a:r>
            <a:r>
              <a:rPr sz="2100">
                <a:solidFill>
                  <a:srgbClr val="222222"/>
                </a:solidFill>
                <a:latin typeface="Pretendard"/>
                <a:ea typeface="Pretendard"/>
                <a:cs typeface="Pretendard"/>
              </a:rPr>
              <a:t>Δ</a:t>
            </a:r>
            <a:r>
              <a:rPr sz="2100" i="1">
                <a:solidFill>
                  <a:srgbClr val="222222"/>
                </a:solidFill>
                <a:latin typeface="Pretendard"/>
                <a:ea typeface="Pretendard"/>
                <a:cs typeface="Pretendard"/>
              </a:rPr>
              <a:t>H</a:t>
            </a:r>
            <a:r>
              <a:rPr sz="2100">
                <a:solidFill>
                  <a:srgbClr val="222222"/>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7F829704-EF67-436B-A892-D34C697FA6B4}"/>
              </a:ext>
            </a:extLst>
          </p:cNvPr>
          <p:cNvPicPr>
            <a:picLocks xmlns:a="http://schemas.openxmlformats.org/drawingml/2006/main" noChangeAspect="1"/>
          </p:cNvPicPr>
          <p:nvPr/>
        </p:nvPicPr>
        <p:blipFill>
          <a:blip xmlns:r="http://schemas.openxmlformats.org/officeDocument/2006/relationships" xmlns:a="http://schemas.openxmlformats.org/drawingml/2006/main" r:embed="R565a153ce5be42b8"/>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C818E043-460A-4632-9171-5850631F7657}"/>
              </a:ext>
            </a:extLst>
          </p:cNvPr>
          <p:cNvPicPr>
            <a:picLocks xmlns:a="http://schemas.openxmlformats.org/drawingml/2006/main" noChangeAspect="1"/>
          </p:cNvPicPr>
          <p:nvPr/>
        </p:nvPicPr>
        <p:blipFill>
          <a:blip xmlns:r="http://schemas.openxmlformats.org/officeDocument/2006/relationships" xmlns:a="http://schemas.openxmlformats.org/drawingml/2006/main" r:embed="R6f7b84e695e94f14"/>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51B79BC9-C452-41A8-9480-8F17B4305760}"/>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F0960319-4A9C-4FFE-8EE5-190CA6DFBB91}"/>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3E3AA93B-18DF-44FD-AA57-41026B1E71E6}"/>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A542721D-87B2-45E6-9EC3-E2117A49E893}"/>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CF7AD7EB-480C-4D87-B67E-17C15ED47497}"/>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A174D65C-334F-4FC2-A338-43AC0D5A3416}"/>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1F0D6EE3-1E5F-4F38-B82D-67D17B0BEFD2}"/>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9E258D82-D0BF-412B-B5B2-DCF46DE95AAF}"/>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spTree>
    <p:extLst>
      <p:ext uri="{BB962C8B-B14F-4D97-AF65-F5344CB8AC3E}">
        <p14:creationId xmlns:p14="http://schemas.microsoft.com/office/powerpoint/2010/main" val="1238085887"/>
      </p:ext>
    </p:extLst>
  </p:cSld>
</p:sld>
</file>

<file path=ppt/slides/slide5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8BF0E7FA-9A0E-4C9D-8FB6-D03A39D28ACD}"/>
              </a:ext>
            </a:extLst>
          </p:cNvPr>
          <p:cNvSpPr>
            <a:spLocks xmlns:a="http://schemas.openxmlformats.org/drawingml/2006/main" noGrp="1"/>
          </p:cNvSpPr>
          <p:nvPr/>
        </p:nvSpPr>
        <p:spPr>
          <a:xfrm xmlns:a="http://schemas.openxmlformats.org/drawingml/2006/main">
            <a:off x="3810000" y="4476750"/>
            <a:ext cx="10668000" cy="447675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4ECDDD1C-7123-4AA9-A880-6EC25DA089CE}"/>
              </a:ext>
            </a:extLst>
          </p:cNvPr>
          <p:cNvPicPr>
            <a:picLocks xmlns:a="http://schemas.openxmlformats.org/drawingml/2006/main" noChangeAspect="1"/>
          </p:cNvPicPr>
          <p:nvPr/>
        </p:nvPicPr>
        <p:blipFill>
          <a:blip xmlns:r="http://schemas.openxmlformats.org/officeDocument/2006/relationships" xmlns:a="http://schemas.openxmlformats.org/drawingml/2006/main" r:embed="Rcfd7452a361f435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2643EF4-7AB8-4F45-9D03-7B7C1866679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8F7047F-3905-4D5B-AC91-E6357F23979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E5820C1F-EF63-4927-B0B3-2E80A1603343}"/>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7BCDF618-85BA-4CCD-88B3-D6A2A5B053C9}"/>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E1FFDF45-73DB-4521-ABAB-5F06E5C0D83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8A83F274-643E-41C7-B1A5-79C149607A49}"/>
              </a:ext>
            </a:extLst>
          </p:cNvPr>
          <p:cNvSpPr>
            <a:spLocks xmlns:a="http://schemas.openxmlformats.org/drawingml/2006/main" noGrp="1"/>
          </p:cNvSpPr>
          <p:nvPr/>
        </p:nvSpPr>
        <p:spPr>
          <a:xfrm xmlns:a="http://schemas.openxmlformats.org/drawingml/2006/main">
            <a:off x="4238625" y="4905375"/>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BBBBBB"/>
                </a:solidFill>
                <a:latin typeface="Pretendard"/>
                <a:ea typeface="Pretendard"/>
                <a:cs typeface="Pretendard"/>
              </a:defRPr>
            </a:defPPr>
            <a:lvl1pPr algn="l">
              <a:defRPr sz="2550" b="0">
                <a:solidFill>
                  <a:srgbClr val="BBBBBB"/>
                </a:solidFill>
                <a:latin typeface="Pretendard"/>
                <a:ea typeface="Pretendard"/>
                <a:cs typeface="Pretendard"/>
              </a:defRPr>
            </a:lvl1pPr>
            <a:lvl2pPr algn="l">
              <a:defRPr sz="2550" b="0">
                <a:solidFill>
                  <a:srgbClr val="BBBBBB"/>
                </a:solidFill>
                <a:latin typeface="Pretendard"/>
                <a:ea typeface="Pretendard"/>
                <a:cs typeface="Pretendard"/>
              </a:defRPr>
            </a:lvl2pPr>
            <a:lvl3pPr algn="l">
              <a:defRPr sz="2550" b="0">
                <a:solidFill>
                  <a:srgbClr val="BBBBBB"/>
                </a:solidFill>
                <a:latin typeface="Pretendard"/>
                <a:ea typeface="Pretendard"/>
                <a:cs typeface="Pretendard"/>
              </a:defRPr>
            </a:lvl3pPr>
            <a:lvl4pPr algn="l">
              <a:defRPr sz="2550" b="0">
                <a:solidFill>
                  <a:srgbClr val="BBBBBB"/>
                </a:solidFill>
                <a:latin typeface="Pretendard"/>
                <a:ea typeface="Pretendard"/>
                <a:cs typeface="Pretendard"/>
              </a:defRPr>
            </a:lvl4pPr>
            <a:lvl5pPr algn="l">
              <a:defRPr sz="2550" b="0">
                <a:solidFill>
                  <a:srgbClr val="BBBBBB"/>
                </a:solidFill>
                <a:latin typeface="Pretendard"/>
                <a:ea typeface="Pretendard"/>
                <a:cs typeface="Pretendard"/>
              </a:defRPr>
            </a:lvl5pPr>
            <a:lvl6pPr algn="l">
              <a:defRPr sz="2550" b="0">
                <a:solidFill>
                  <a:srgbClr val="BBBBBB"/>
                </a:solidFill>
                <a:latin typeface="Pretendard"/>
                <a:ea typeface="Pretendard"/>
                <a:cs typeface="Pretendard"/>
              </a:defRPr>
            </a:lvl6pPr>
            <a:lvl7pPr algn="l">
              <a:defRPr sz="2550" b="0">
                <a:solidFill>
                  <a:srgbClr val="BBBBBB"/>
                </a:solidFill>
                <a:latin typeface="Pretendard"/>
                <a:ea typeface="Pretendard"/>
                <a:cs typeface="Pretendard"/>
              </a:defRPr>
            </a:lvl7pPr>
            <a:lvl8pPr algn="l">
              <a:defRPr sz="2550" b="0">
                <a:solidFill>
                  <a:srgbClr val="BBBBBB"/>
                </a:solidFill>
                <a:latin typeface="Pretendard"/>
                <a:ea typeface="Pretendard"/>
                <a:cs typeface="Pretendard"/>
              </a:defRPr>
            </a:lvl8pPr>
            <a:lvl9pPr algn="l">
              <a:defRPr sz="2550" b="0">
                <a:solidFill>
                  <a:srgbClr val="BBBBBB"/>
                </a:solidFill>
                <a:latin typeface="Pretendard"/>
                <a:ea typeface="Pretendard"/>
                <a:cs typeface="Pretendard"/>
              </a:defRPr>
            </a:lvl9pPr>
          </a:lstStyle>
          <a:p xmlns:a="http://schemas.openxmlformats.org/drawingml/2006/main">
            <a:pPr algn="l">
              <a:defRPr sz="2550" b="0">
                <a:solidFill>
                  <a:srgbClr val="BBBBBB"/>
                </a:solidFill>
                <a:latin typeface="Pretendard"/>
                <a:ea typeface="Pretendard"/>
                <a:cs typeface="Pretendard"/>
              </a:defRPr>
            </a:pPr>
            <a:r>
              <a:rPr sz="2550" b="0">
                <a:solidFill>
                  <a:srgbClr val="BBBBBB"/>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C90C07A6-9383-4863-A509-E97B635BD9FF}"/>
              </a:ext>
            </a:extLst>
          </p:cNvPr>
          <p:cNvSpPr>
            <a:spLocks xmlns:a="http://schemas.openxmlformats.org/drawingml/2006/main" noGrp="1"/>
          </p:cNvSpPr>
          <p:nvPr/>
        </p:nvSpPr>
        <p:spPr>
          <a:xfrm xmlns:a="http://schemas.openxmlformats.org/drawingml/2006/main">
            <a:off x="4953000" y="490537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FFFFFF"/>
                </a:solidFill>
                <a:latin typeface="Pretendard"/>
                <a:ea typeface="Pretendard"/>
                <a:cs typeface="Pretendard"/>
              </a:defRPr>
            </a:defPPr>
            <a:lvl1pPr algn="l">
              <a:defRPr sz="2250" b="1">
                <a:solidFill>
                  <a:srgbClr val="FFFFFF"/>
                </a:solidFill>
                <a:latin typeface="Pretendard"/>
                <a:ea typeface="Pretendard"/>
                <a:cs typeface="Pretendard"/>
              </a:defRPr>
            </a:lvl1pPr>
            <a:lvl2pPr algn="l">
              <a:defRPr sz="2250" b="1">
                <a:solidFill>
                  <a:srgbClr val="FFFFFF"/>
                </a:solidFill>
                <a:latin typeface="Pretendard"/>
                <a:ea typeface="Pretendard"/>
                <a:cs typeface="Pretendard"/>
              </a:defRPr>
            </a:lvl2pPr>
            <a:lvl3pPr algn="l">
              <a:defRPr sz="2250" b="1">
                <a:solidFill>
                  <a:srgbClr val="FFFFFF"/>
                </a:solidFill>
                <a:latin typeface="Pretendard"/>
                <a:ea typeface="Pretendard"/>
                <a:cs typeface="Pretendard"/>
              </a:defRPr>
            </a:lvl3pPr>
            <a:lvl4pPr algn="l">
              <a:defRPr sz="2250" b="1">
                <a:solidFill>
                  <a:srgbClr val="FFFFFF"/>
                </a:solidFill>
                <a:latin typeface="Pretendard"/>
                <a:ea typeface="Pretendard"/>
                <a:cs typeface="Pretendard"/>
              </a:defRPr>
            </a:lvl4pPr>
            <a:lvl5pPr algn="l">
              <a:defRPr sz="2250" b="1">
                <a:solidFill>
                  <a:srgbClr val="FFFFFF"/>
                </a:solidFill>
                <a:latin typeface="Pretendard"/>
                <a:ea typeface="Pretendard"/>
                <a:cs typeface="Pretendard"/>
              </a:defRPr>
            </a:lvl5pPr>
            <a:lvl6pPr algn="l">
              <a:defRPr sz="2250" b="1">
                <a:solidFill>
                  <a:srgbClr val="FFFFFF"/>
                </a:solidFill>
                <a:latin typeface="Pretendard"/>
                <a:ea typeface="Pretendard"/>
                <a:cs typeface="Pretendard"/>
              </a:defRPr>
            </a:lvl6pPr>
            <a:lvl7pPr algn="l">
              <a:defRPr sz="2250" b="1">
                <a:solidFill>
                  <a:srgbClr val="FFFFFF"/>
                </a:solidFill>
                <a:latin typeface="Pretendard"/>
                <a:ea typeface="Pretendard"/>
                <a:cs typeface="Pretendard"/>
              </a:defRPr>
            </a:lvl7pPr>
            <a:lvl8pPr algn="l">
              <a:defRPr sz="2250" b="1">
                <a:solidFill>
                  <a:srgbClr val="FFFFFF"/>
                </a:solidFill>
                <a:latin typeface="Pretendard"/>
                <a:ea typeface="Pretendard"/>
                <a:cs typeface="Pretendard"/>
              </a:defRPr>
            </a:lvl8pPr>
            <a:lvl9pPr algn="l">
              <a:defRPr sz="2250" b="1">
                <a:solidFill>
                  <a:srgbClr val="FFFFFF"/>
                </a:solidFill>
                <a:latin typeface="Pretendard"/>
                <a:ea typeface="Pretendard"/>
                <a:cs typeface="Pretendard"/>
              </a:defRPr>
            </a:lvl9pPr>
          </a:lstStyle>
          <a:p xmlns:a="http://schemas.openxmlformats.org/drawingml/2006/main">
            <a:pPr algn="l">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EA5617A2-2F45-4B3E-8614-1BB403A547A5}"/>
              </a:ext>
            </a:extLst>
          </p:cNvPr>
          <p:cNvSpPr>
            <a:spLocks xmlns:a="http://schemas.openxmlformats.org/drawingml/2006/main" noGrp="1"/>
          </p:cNvSpPr>
          <p:nvPr/>
        </p:nvSpPr>
        <p:spPr>
          <a:xfrm xmlns:a="http://schemas.openxmlformats.org/drawingml/2006/main">
            <a:off x="4953000" y="544830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BBBBBB"/>
                </a:solidFill>
                <a:latin typeface="Pretendard"/>
                <a:ea typeface="Pretendard"/>
                <a:cs typeface="Pretendard"/>
              </a:defRPr>
            </a:defPPr>
            <a:lvl1pPr algn="l">
              <a:defRPr sz="1950" b="0">
                <a:solidFill>
                  <a:srgbClr val="BBBBBB"/>
                </a:solidFill>
                <a:latin typeface="Pretendard"/>
                <a:ea typeface="Pretendard"/>
                <a:cs typeface="Pretendard"/>
              </a:defRPr>
            </a:lvl1pPr>
            <a:lvl2pPr algn="l">
              <a:defRPr sz="1950" b="0">
                <a:solidFill>
                  <a:srgbClr val="BBBBBB"/>
                </a:solidFill>
                <a:latin typeface="Pretendard"/>
                <a:ea typeface="Pretendard"/>
                <a:cs typeface="Pretendard"/>
              </a:defRPr>
            </a:lvl2pPr>
            <a:lvl3pPr algn="l">
              <a:defRPr sz="1950" b="0">
                <a:solidFill>
                  <a:srgbClr val="BBBBBB"/>
                </a:solidFill>
                <a:latin typeface="Pretendard"/>
                <a:ea typeface="Pretendard"/>
                <a:cs typeface="Pretendard"/>
              </a:defRPr>
            </a:lvl3pPr>
            <a:lvl4pPr algn="l">
              <a:defRPr sz="1950" b="0">
                <a:solidFill>
                  <a:srgbClr val="BBBBBB"/>
                </a:solidFill>
                <a:latin typeface="Pretendard"/>
                <a:ea typeface="Pretendard"/>
                <a:cs typeface="Pretendard"/>
              </a:defRPr>
            </a:lvl4pPr>
            <a:lvl5pPr algn="l">
              <a:defRPr sz="1950" b="0">
                <a:solidFill>
                  <a:srgbClr val="BBBBBB"/>
                </a:solidFill>
                <a:latin typeface="Pretendard"/>
                <a:ea typeface="Pretendard"/>
                <a:cs typeface="Pretendard"/>
              </a:defRPr>
            </a:lvl5pPr>
            <a:lvl6pPr algn="l">
              <a:defRPr sz="1950" b="0">
                <a:solidFill>
                  <a:srgbClr val="BBBBBB"/>
                </a:solidFill>
                <a:latin typeface="Pretendard"/>
                <a:ea typeface="Pretendard"/>
                <a:cs typeface="Pretendard"/>
              </a:defRPr>
            </a:lvl6pPr>
            <a:lvl7pPr algn="l">
              <a:defRPr sz="1950" b="0">
                <a:solidFill>
                  <a:srgbClr val="BBBBBB"/>
                </a:solidFill>
                <a:latin typeface="Pretendard"/>
                <a:ea typeface="Pretendard"/>
                <a:cs typeface="Pretendard"/>
              </a:defRPr>
            </a:lvl7pPr>
            <a:lvl8pPr algn="l">
              <a:defRPr sz="1950" b="0">
                <a:solidFill>
                  <a:srgbClr val="BBBBBB"/>
                </a:solidFill>
                <a:latin typeface="Pretendard"/>
                <a:ea typeface="Pretendard"/>
                <a:cs typeface="Pretendard"/>
              </a:defRPr>
            </a:lvl8pPr>
            <a:lvl9pPr algn="l">
              <a:defRPr sz="1950" b="0">
                <a:solidFill>
                  <a:srgbClr val="BBBBBB"/>
                </a:solidFill>
                <a:latin typeface="Pretendard"/>
                <a:ea typeface="Pretendard"/>
                <a:cs typeface="Pretendard"/>
              </a:defRPr>
            </a:lvl9pPr>
          </a:lstStyle>
          <a:p xmlns:a="http://schemas.openxmlformats.org/drawingml/2006/main">
            <a:pPr algn="l">
              <a:defRPr sz="1950" b="0">
                <a:solidFill>
                  <a:srgbClr val="BBBBBB"/>
                </a:solidFill>
                <a:latin typeface="Pretendard"/>
                <a:ea typeface="Pretendard"/>
                <a:cs typeface="Pretendard"/>
              </a:defRPr>
            </a:pPr>
            <a:r>
              <a:rPr sz="195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1551872D-50C2-465C-9DA5-0BD946B4C053}"/>
              </a:ext>
            </a:extLst>
          </p:cNvPr>
          <p:cNvSpPr>
            <a:spLocks xmlns:a="http://schemas.openxmlformats.org/drawingml/2006/main" noGrp="1"/>
          </p:cNvSpPr>
          <p:nvPr/>
        </p:nvSpPr>
        <p:spPr>
          <a:xfrm xmlns:a="http://schemas.openxmlformats.org/drawingml/2006/main">
            <a:off x="4238625" y="6191250"/>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BBBBBB"/>
                </a:solidFill>
                <a:latin typeface="Pretendard"/>
                <a:ea typeface="Pretendard"/>
                <a:cs typeface="Pretendard"/>
              </a:defRPr>
            </a:defPPr>
            <a:lvl1pPr algn="l">
              <a:defRPr sz="2550" b="0">
                <a:solidFill>
                  <a:srgbClr val="BBBBBB"/>
                </a:solidFill>
                <a:latin typeface="Pretendard"/>
                <a:ea typeface="Pretendard"/>
                <a:cs typeface="Pretendard"/>
              </a:defRPr>
            </a:lvl1pPr>
            <a:lvl2pPr algn="l">
              <a:defRPr sz="2550" b="0">
                <a:solidFill>
                  <a:srgbClr val="BBBBBB"/>
                </a:solidFill>
                <a:latin typeface="Pretendard"/>
                <a:ea typeface="Pretendard"/>
                <a:cs typeface="Pretendard"/>
              </a:defRPr>
            </a:lvl2pPr>
            <a:lvl3pPr algn="l">
              <a:defRPr sz="2550" b="0">
                <a:solidFill>
                  <a:srgbClr val="BBBBBB"/>
                </a:solidFill>
                <a:latin typeface="Pretendard"/>
                <a:ea typeface="Pretendard"/>
                <a:cs typeface="Pretendard"/>
              </a:defRPr>
            </a:lvl3pPr>
            <a:lvl4pPr algn="l">
              <a:defRPr sz="2550" b="0">
                <a:solidFill>
                  <a:srgbClr val="BBBBBB"/>
                </a:solidFill>
                <a:latin typeface="Pretendard"/>
                <a:ea typeface="Pretendard"/>
                <a:cs typeface="Pretendard"/>
              </a:defRPr>
            </a:lvl4pPr>
            <a:lvl5pPr algn="l">
              <a:defRPr sz="2550" b="0">
                <a:solidFill>
                  <a:srgbClr val="BBBBBB"/>
                </a:solidFill>
                <a:latin typeface="Pretendard"/>
                <a:ea typeface="Pretendard"/>
                <a:cs typeface="Pretendard"/>
              </a:defRPr>
            </a:lvl5pPr>
            <a:lvl6pPr algn="l">
              <a:defRPr sz="2550" b="0">
                <a:solidFill>
                  <a:srgbClr val="BBBBBB"/>
                </a:solidFill>
                <a:latin typeface="Pretendard"/>
                <a:ea typeface="Pretendard"/>
                <a:cs typeface="Pretendard"/>
              </a:defRPr>
            </a:lvl6pPr>
            <a:lvl7pPr algn="l">
              <a:defRPr sz="2550" b="0">
                <a:solidFill>
                  <a:srgbClr val="BBBBBB"/>
                </a:solidFill>
                <a:latin typeface="Pretendard"/>
                <a:ea typeface="Pretendard"/>
                <a:cs typeface="Pretendard"/>
              </a:defRPr>
            </a:lvl7pPr>
            <a:lvl8pPr algn="l">
              <a:defRPr sz="2550" b="0">
                <a:solidFill>
                  <a:srgbClr val="BBBBBB"/>
                </a:solidFill>
                <a:latin typeface="Pretendard"/>
                <a:ea typeface="Pretendard"/>
                <a:cs typeface="Pretendard"/>
              </a:defRPr>
            </a:lvl8pPr>
            <a:lvl9pPr algn="l">
              <a:defRPr sz="2550" b="0">
                <a:solidFill>
                  <a:srgbClr val="BBBBBB"/>
                </a:solidFill>
                <a:latin typeface="Pretendard"/>
                <a:ea typeface="Pretendard"/>
                <a:cs typeface="Pretendard"/>
              </a:defRPr>
            </a:lvl9pPr>
          </a:lstStyle>
          <a:p xmlns:a="http://schemas.openxmlformats.org/drawingml/2006/main">
            <a:pPr algn="l">
              <a:defRPr sz="2550" b="0">
                <a:solidFill>
                  <a:srgbClr val="BBBBBB"/>
                </a:solidFill>
                <a:latin typeface="Pretendard"/>
                <a:ea typeface="Pretendard"/>
                <a:cs typeface="Pretendard"/>
              </a:defRPr>
            </a:pPr>
            <a:r>
              <a:rPr sz="255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023941E2-6F01-46E6-818F-469ABC7CF83C}"/>
              </a:ext>
            </a:extLst>
          </p:cNvPr>
          <p:cNvSpPr>
            <a:spLocks xmlns:a="http://schemas.openxmlformats.org/drawingml/2006/main" noGrp="1"/>
          </p:cNvSpPr>
          <p:nvPr/>
        </p:nvSpPr>
        <p:spPr>
          <a:xfrm xmlns:a="http://schemas.openxmlformats.org/drawingml/2006/main">
            <a:off x="4953000" y="6191250"/>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FFFFFF"/>
                </a:solidFill>
                <a:latin typeface="Pretendard"/>
                <a:ea typeface="Pretendard"/>
                <a:cs typeface="Pretendard"/>
              </a:defRPr>
            </a:defPPr>
            <a:lvl1pPr algn="l">
              <a:defRPr sz="2250" b="1">
                <a:solidFill>
                  <a:srgbClr val="FFFFFF"/>
                </a:solidFill>
                <a:latin typeface="Pretendard"/>
                <a:ea typeface="Pretendard"/>
                <a:cs typeface="Pretendard"/>
              </a:defRPr>
            </a:lvl1pPr>
            <a:lvl2pPr algn="l">
              <a:defRPr sz="2250" b="1">
                <a:solidFill>
                  <a:srgbClr val="FFFFFF"/>
                </a:solidFill>
                <a:latin typeface="Pretendard"/>
                <a:ea typeface="Pretendard"/>
                <a:cs typeface="Pretendard"/>
              </a:defRPr>
            </a:lvl2pPr>
            <a:lvl3pPr algn="l">
              <a:defRPr sz="2250" b="1">
                <a:solidFill>
                  <a:srgbClr val="FFFFFF"/>
                </a:solidFill>
                <a:latin typeface="Pretendard"/>
                <a:ea typeface="Pretendard"/>
                <a:cs typeface="Pretendard"/>
              </a:defRPr>
            </a:lvl3pPr>
            <a:lvl4pPr algn="l">
              <a:defRPr sz="2250" b="1">
                <a:solidFill>
                  <a:srgbClr val="FFFFFF"/>
                </a:solidFill>
                <a:latin typeface="Pretendard"/>
                <a:ea typeface="Pretendard"/>
                <a:cs typeface="Pretendard"/>
              </a:defRPr>
            </a:lvl4pPr>
            <a:lvl5pPr algn="l">
              <a:defRPr sz="2250" b="1">
                <a:solidFill>
                  <a:srgbClr val="FFFFFF"/>
                </a:solidFill>
                <a:latin typeface="Pretendard"/>
                <a:ea typeface="Pretendard"/>
                <a:cs typeface="Pretendard"/>
              </a:defRPr>
            </a:lvl5pPr>
            <a:lvl6pPr algn="l">
              <a:defRPr sz="2250" b="1">
                <a:solidFill>
                  <a:srgbClr val="FFFFFF"/>
                </a:solidFill>
                <a:latin typeface="Pretendard"/>
                <a:ea typeface="Pretendard"/>
                <a:cs typeface="Pretendard"/>
              </a:defRPr>
            </a:lvl6pPr>
            <a:lvl7pPr algn="l">
              <a:defRPr sz="2250" b="1">
                <a:solidFill>
                  <a:srgbClr val="FFFFFF"/>
                </a:solidFill>
                <a:latin typeface="Pretendard"/>
                <a:ea typeface="Pretendard"/>
                <a:cs typeface="Pretendard"/>
              </a:defRPr>
            </a:lvl7pPr>
            <a:lvl8pPr algn="l">
              <a:defRPr sz="2250" b="1">
                <a:solidFill>
                  <a:srgbClr val="FFFFFF"/>
                </a:solidFill>
                <a:latin typeface="Pretendard"/>
                <a:ea typeface="Pretendard"/>
                <a:cs typeface="Pretendard"/>
              </a:defRPr>
            </a:lvl8pPr>
            <a:lvl9pPr algn="l">
              <a:defRPr sz="2250" b="1">
                <a:solidFill>
                  <a:srgbClr val="FFFFFF"/>
                </a:solidFill>
                <a:latin typeface="Pretendard"/>
                <a:ea typeface="Pretendard"/>
                <a:cs typeface="Pretendard"/>
              </a:defRPr>
            </a:lvl9pPr>
          </a:lstStyle>
          <a:p xmlns:a="http://schemas.openxmlformats.org/drawingml/2006/main">
            <a:pPr algn="l">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BD63852F-0C96-423D-B4E8-94CC7BA5BB5F}"/>
              </a:ext>
            </a:extLst>
          </p:cNvPr>
          <p:cNvSpPr>
            <a:spLocks xmlns:a="http://schemas.openxmlformats.org/drawingml/2006/main" noGrp="1"/>
          </p:cNvSpPr>
          <p:nvPr/>
        </p:nvSpPr>
        <p:spPr>
          <a:xfrm xmlns:a="http://schemas.openxmlformats.org/drawingml/2006/main">
            <a:off x="4953000" y="6734175"/>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BBBBBB"/>
                </a:solidFill>
                <a:latin typeface="Pretendard"/>
                <a:ea typeface="Pretendard"/>
                <a:cs typeface="Pretendard"/>
              </a:defRPr>
            </a:defPPr>
            <a:lvl1pPr algn="l">
              <a:defRPr sz="1950" b="0">
                <a:solidFill>
                  <a:srgbClr val="BBBBBB"/>
                </a:solidFill>
                <a:latin typeface="Pretendard"/>
                <a:ea typeface="Pretendard"/>
                <a:cs typeface="Pretendard"/>
              </a:defRPr>
            </a:lvl1pPr>
            <a:lvl2pPr algn="l">
              <a:defRPr sz="1950" b="0">
                <a:solidFill>
                  <a:srgbClr val="BBBBBB"/>
                </a:solidFill>
                <a:latin typeface="Pretendard"/>
                <a:ea typeface="Pretendard"/>
                <a:cs typeface="Pretendard"/>
              </a:defRPr>
            </a:lvl2pPr>
            <a:lvl3pPr algn="l">
              <a:defRPr sz="1950" b="0">
                <a:solidFill>
                  <a:srgbClr val="BBBBBB"/>
                </a:solidFill>
                <a:latin typeface="Pretendard"/>
                <a:ea typeface="Pretendard"/>
                <a:cs typeface="Pretendard"/>
              </a:defRPr>
            </a:lvl3pPr>
            <a:lvl4pPr algn="l">
              <a:defRPr sz="1950" b="0">
                <a:solidFill>
                  <a:srgbClr val="BBBBBB"/>
                </a:solidFill>
                <a:latin typeface="Pretendard"/>
                <a:ea typeface="Pretendard"/>
                <a:cs typeface="Pretendard"/>
              </a:defRPr>
            </a:lvl4pPr>
            <a:lvl5pPr algn="l">
              <a:defRPr sz="1950" b="0">
                <a:solidFill>
                  <a:srgbClr val="BBBBBB"/>
                </a:solidFill>
                <a:latin typeface="Pretendard"/>
                <a:ea typeface="Pretendard"/>
                <a:cs typeface="Pretendard"/>
              </a:defRPr>
            </a:lvl5pPr>
            <a:lvl6pPr algn="l">
              <a:defRPr sz="1950" b="0">
                <a:solidFill>
                  <a:srgbClr val="BBBBBB"/>
                </a:solidFill>
                <a:latin typeface="Pretendard"/>
                <a:ea typeface="Pretendard"/>
                <a:cs typeface="Pretendard"/>
              </a:defRPr>
            </a:lvl6pPr>
            <a:lvl7pPr algn="l">
              <a:defRPr sz="1950" b="0">
                <a:solidFill>
                  <a:srgbClr val="BBBBBB"/>
                </a:solidFill>
                <a:latin typeface="Pretendard"/>
                <a:ea typeface="Pretendard"/>
                <a:cs typeface="Pretendard"/>
              </a:defRPr>
            </a:lvl7pPr>
            <a:lvl8pPr algn="l">
              <a:defRPr sz="1950" b="0">
                <a:solidFill>
                  <a:srgbClr val="BBBBBB"/>
                </a:solidFill>
                <a:latin typeface="Pretendard"/>
                <a:ea typeface="Pretendard"/>
                <a:cs typeface="Pretendard"/>
              </a:defRPr>
            </a:lvl8pPr>
            <a:lvl9pPr algn="l">
              <a:defRPr sz="1950" b="0">
                <a:solidFill>
                  <a:srgbClr val="BBBBBB"/>
                </a:solidFill>
                <a:latin typeface="Pretendard"/>
                <a:ea typeface="Pretendard"/>
                <a:cs typeface="Pretendard"/>
              </a:defRPr>
            </a:lvl9pPr>
          </a:lstStyle>
          <a:p xmlns:a="http://schemas.openxmlformats.org/drawingml/2006/main">
            <a:pPr algn="l">
              <a:defRPr sz="1950" b="0">
                <a:solidFill>
                  <a:srgbClr val="BBBBBB"/>
                </a:solidFill>
                <a:latin typeface="Pretendard"/>
                <a:ea typeface="Pretendard"/>
                <a:cs typeface="Pretendard"/>
              </a:defRPr>
            </a:pPr>
            <a:r>
              <a:rPr sz="195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54382A1A-EA6E-4FF0-B88D-D4C972943078}"/>
              </a:ext>
            </a:extLst>
          </p:cNvPr>
          <p:cNvSpPr>
            <a:spLocks xmlns:a="http://schemas.openxmlformats.org/drawingml/2006/main" noGrp="1"/>
          </p:cNvSpPr>
          <p:nvPr/>
        </p:nvSpPr>
        <p:spPr>
          <a:xfrm xmlns:a="http://schemas.openxmlformats.org/drawingml/2006/main">
            <a:off x="4238625" y="7477125"/>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0">
                <a:solidFill>
                  <a:srgbClr val="BBBBBB"/>
                </a:solidFill>
                <a:latin typeface="Pretendard"/>
                <a:ea typeface="Pretendard"/>
                <a:cs typeface="Pretendard"/>
              </a:defRPr>
            </a:defPPr>
            <a:lvl1pPr algn="l">
              <a:defRPr sz="2550" b="0">
                <a:solidFill>
                  <a:srgbClr val="BBBBBB"/>
                </a:solidFill>
                <a:latin typeface="Pretendard"/>
                <a:ea typeface="Pretendard"/>
                <a:cs typeface="Pretendard"/>
              </a:defRPr>
            </a:lvl1pPr>
            <a:lvl2pPr algn="l">
              <a:defRPr sz="2550" b="0">
                <a:solidFill>
                  <a:srgbClr val="BBBBBB"/>
                </a:solidFill>
                <a:latin typeface="Pretendard"/>
                <a:ea typeface="Pretendard"/>
                <a:cs typeface="Pretendard"/>
              </a:defRPr>
            </a:lvl2pPr>
            <a:lvl3pPr algn="l">
              <a:defRPr sz="2550" b="0">
                <a:solidFill>
                  <a:srgbClr val="BBBBBB"/>
                </a:solidFill>
                <a:latin typeface="Pretendard"/>
                <a:ea typeface="Pretendard"/>
                <a:cs typeface="Pretendard"/>
              </a:defRPr>
            </a:lvl3pPr>
            <a:lvl4pPr algn="l">
              <a:defRPr sz="2550" b="0">
                <a:solidFill>
                  <a:srgbClr val="BBBBBB"/>
                </a:solidFill>
                <a:latin typeface="Pretendard"/>
                <a:ea typeface="Pretendard"/>
                <a:cs typeface="Pretendard"/>
              </a:defRPr>
            </a:lvl4pPr>
            <a:lvl5pPr algn="l">
              <a:defRPr sz="2550" b="0">
                <a:solidFill>
                  <a:srgbClr val="BBBBBB"/>
                </a:solidFill>
                <a:latin typeface="Pretendard"/>
                <a:ea typeface="Pretendard"/>
                <a:cs typeface="Pretendard"/>
              </a:defRPr>
            </a:lvl5pPr>
            <a:lvl6pPr algn="l">
              <a:defRPr sz="2550" b="0">
                <a:solidFill>
                  <a:srgbClr val="BBBBBB"/>
                </a:solidFill>
                <a:latin typeface="Pretendard"/>
                <a:ea typeface="Pretendard"/>
                <a:cs typeface="Pretendard"/>
              </a:defRPr>
            </a:lvl6pPr>
            <a:lvl7pPr algn="l">
              <a:defRPr sz="2550" b="0">
                <a:solidFill>
                  <a:srgbClr val="BBBBBB"/>
                </a:solidFill>
                <a:latin typeface="Pretendard"/>
                <a:ea typeface="Pretendard"/>
                <a:cs typeface="Pretendard"/>
              </a:defRPr>
            </a:lvl7pPr>
            <a:lvl8pPr algn="l">
              <a:defRPr sz="2550" b="0">
                <a:solidFill>
                  <a:srgbClr val="BBBBBB"/>
                </a:solidFill>
                <a:latin typeface="Pretendard"/>
                <a:ea typeface="Pretendard"/>
                <a:cs typeface="Pretendard"/>
              </a:defRPr>
            </a:lvl8pPr>
            <a:lvl9pPr algn="l">
              <a:defRPr sz="2550" b="0">
                <a:solidFill>
                  <a:srgbClr val="BBBBBB"/>
                </a:solidFill>
                <a:latin typeface="Pretendard"/>
                <a:ea typeface="Pretendard"/>
                <a:cs typeface="Pretendard"/>
              </a:defRPr>
            </a:lvl9pPr>
          </a:lstStyle>
          <a:p xmlns:a="http://schemas.openxmlformats.org/drawingml/2006/main">
            <a:pPr algn="l">
              <a:defRPr sz="2550" b="0">
                <a:solidFill>
                  <a:srgbClr val="BBBBBB"/>
                </a:solidFill>
                <a:latin typeface="Pretendard"/>
                <a:ea typeface="Pretendard"/>
                <a:cs typeface="Pretendard"/>
              </a:defRPr>
            </a:pPr>
            <a:r>
              <a:rPr sz="255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7541372F-E59D-4DD1-ADF2-F2FC87E18E05}"/>
              </a:ext>
            </a:extLst>
          </p:cNvPr>
          <p:cNvSpPr>
            <a:spLocks xmlns:a="http://schemas.openxmlformats.org/drawingml/2006/main" noGrp="1"/>
          </p:cNvSpPr>
          <p:nvPr/>
        </p:nvSpPr>
        <p:spPr>
          <a:xfrm xmlns:a="http://schemas.openxmlformats.org/drawingml/2006/main">
            <a:off x="4953000" y="747712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FFFFFF"/>
                </a:solidFill>
                <a:latin typeface="Pretendard"/>
                <a:ea typeface="Pretendard"/>
                <a:cs typeface="Pretendard"/>
              </a:defRPr>
            </a:defPPr>
            <a:lvl1pPr algn="l">
              <a:defRPr sz="2250" b="1">
                <a:solidFill>
                  <a:srgbClr val="FFFFFF"/>
                </a:solidFill>
                <a:latin typeface="Pretendard"/>
                <a:ea typeface="Pretendard"/>
                <a:cs typeface="Pretendard"/>
              </a:defRPr>
            </a:lvl1pPr>
            <a:lvl2pPr algn="l">
              <a:defRPr sz="2250" b="1">
                <a:solidFill>
                  <a:srgbClr val="FFFFFF"/>
                </a:solidFill>
                <a:latin typeface="Pretendard"/>
                <a:ea typeface="Pretendard"/>
                <a:cs typeface="Pretendard"/>
              </a:defRPr>
            </a:lvl2pPr>
            <a:lvl3pPr algn="l">
              <a:defRPr sz="2250" b="1">
                <a:solidFill>
                  <a:srgbClr val="FFFFFF"/>
                </a:solidFill>
                <a:latin typeface="Pretendard"/>
                <a:ea typeface="Pretendard"/>
                <a:cs typeface="Pretendard"/>
              </a:defRPr>
            </a:lvl3pPr>
            <a:lvl4pPr algn="l">
              <a:defRPr sz="2250" b="1">
                <a:solidFill>
                  <a:srgbClr val="FFFFFF"/>
                </a:solidFill>
                <a:latin typeface="Pretendard"/>
                <a:ea typeface="Pretendard"/>
                <a:cs typeface="Pretendard"/>
              </a:defRPr>
            </a:lvl4pPr>
            <a:lvl5pPr algn="l">
              <a:defRPr sz="2250" b="1">
                <a:solidFill>
                  <a:srgbClr val="FFFFFF"/>
                </a:solidFill>
                <a:latin typeface="Pretendard"/>
                <a:ea typeface="Pretendard"/>
                <a:cs typeface="Pretendard"/>
              </a:defRPr>
            </a:lvl5pPr>
            <a:lvl6pPr algn="l">
              <a:defRPr sz="2250" b="1">
                <a:solidFill>
                  <a:srgbClr val="FFFFFF"/>
                </a:solidFill>
                <a:latin typeface="Pretendard"/>
                <a:ea typeface="Pretendard"/>
                <a:cs typeface="Pretendard"/>
              </a:defRPr>
            </a:lvl6pPr>
            <a:lvl7pPr algn="l">
              <a:defRPr sz="2250" b="1">
                <a:solidFill>
                  <a:srgbClr val="FFFFFF"/>
                </a:solidFill>
                <a:latin typeface="Pretendard"/>
                <a:ea typeface="Pretendard"/>
                <a:cs typeface="Pretendard"/>
              </a:defRPr>
            </a:lvl7pPr>
            <a:lvl8pPr algn="l">
              <a:defRPr sz="2250" b="1">
                <a:solidFill>
                  <a:srgbClr val="FFFFFF"/>
                </a:solidFill>
                <a:latin typeface="Pretendard"/>
                <a:ea typeface="Pretendard"/>
                <a:cs typeface="Pretendard"/>
              </a:defRPr>
            </a:lvl8pPr>
            <a:lvl9pPr algn="l">
              <a:defRPr sz="2250" b="1">
                <a:solidFill>
                  <a:srgbClr val="FFFFFF"/>
                </a:solidFill>
                <a:latin typeface="Pretendard"/>
                <a:ea typeface="Pretendard"/>
                <a:cs typeface="Pretendard"/>
              </a:defRPr>
            </a:lvl9pPr>
          </a:lstStyle>
          <a:p xmlns:a="http://schemas.openxmlformats.org/drawingml/2006/main">
            <a:pPr algn="l">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4CA9EDC5-7183-4902-A729-293DDD8E2A81}"/>
              </a:ext>
            </a:extLst>
          </p:cNvPr>
          <p:cNvSpPr>
            <a:spLocks xmlns:a="http://schemas.openxmlformats.org/drawingml/2006/main" noGrp="1"/>
          </p:cNvSpPr>
          <p:nvPr/>
        </p:nvSpPr>
        <p:spPr>
          <a:xfrm xmlns:a="http://schemas.openxmlformats.org/drawingml/2006/main">
            <a:off x="4953000" y="80200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BBBBBB"/>
                </a:solidFill>
                <a:latin typeface="Pretendard"/>
                <a:ea typeface="Pretendard"/>
                <a:cs typeface="Pretendard"/>
              </a:defRPr>
            </a:defPPr>
            <a:lvl1pPr algn="l">
              <a:defRPr sz="1950" b="0">
                <a:solidFill>
                  <a:srgbClr val="BBBBBB"/>
                </a:solidFill>
                <a:latin typeface="Pretendard"/>
                <a:ea typeface="Pretendard"/>
                <a:cs typeface="Pretendard"/>
              </a:defRPr>
            </a:lvl1pPr>
            <a:lvl2pPr algn="l">
              <a:defRPr sz="1950" b="0">
                <a:solidFill>
                  <a:srgbClr val="BBBBBB"/>
                </a:solidFill>
                <a:latin typeface="Pretendard"/>
                <a:ea typeface="Pretendard"/>
                <a:cs typeface="Pretendard"/>
              </a:defRPr>
            </a:lvl2pPr>
            <a:lvl3pPr algn="l">
              <a:defRPr sz="1950" b="0">
                <a:solidFill>
                  <a:srgbClr val="BBBBBB"/>
                </a:solidFill>
                <a:latin typeface="Pretendard"/>
                <a:ea typeface="Pretendard"/>
                <a:cs typeface="Pretendard"/>
              </a:defRPr>
            </a:lvl3pPr>
            <a:lvl4pPr algn="l">
              <a:defRPr sz="1950" b="0">
                <a:solidFill>
                  <a:srgbClr val="BBBBBB"/>
                </a:solidFill>
                <a:latin typeface="Pretendard"/>
                <a:ea typeface="Pretendard"/>
                <a:cs typeface="Pretendard"/>
              </a:defRPr>
            </a:lvl4pPr>
            <a:lvl5pPr algn="l">
              <a:defRPr sz="1950" b="0">
                <a:solidFill>
                  <a:srgbClr val="BBBBBB"/>
                </a:solidFill>
                <a:latin typeface="Pretendard"/>
                <a:ea typeface="Pretendard"/>
                <a:cs typeface="Pretendard"/>
              </a:defRPr>
            </a:lvl5pPr>
            <a:lvl6pPr algn="l">
              <a:defRPr sz="1950" b="0">
                <a:solidFill>
                  <a:srgbClr val="BBBBBB"/>
                </a:solidFill>
                <a:latin typeface="Pretendard"/>
                <a:ea typeface="Pretendard"/>
                <a:cs typeface="Pretendard"/>
              </a:defRPr>
            </a:lvl6pPr>
            <a:lvl7pPr algn="l">
              <a:defRPr sz="1950" b="0">
                <a:solidFill>
                  <a:srgbClr val="BBBBBB"/>
                </a:solidFill>
                <a:latin typeface="Pretendard"/>
                <a:ea typeface="Pretendard"/>
                <a:cs typeface="Pretendard"/>
              </a:defRPr>
            </a:lvl7pPr>
            <a:lvl8pPr algn="l">
              <a:defRPr sz="1950" b="0">
                <a:solidFill>
                  <a:srgbClr val="BBBBBB"/>
                </a:solidFill>
                <a:latin typeface="Pretendard"/>
                <a:ea typeface="Pretendard"/>
                <a:cs typeface="Pretendard"/>
              </a:defRPr>
            </a:lvl8pPr>
            <a:lvl9pPr algn="l">
              <a:defRPr sz="1950" b="0">
                <a:solidFill>
                  <a:srgbClr val="BBBBBB"/>
                </a:solidFill>
                <a:latin typeface="Pretendard"/>
                <a:ea typeface="Pretendard"/>
                <a:cs typeface="Pretendard"/>
              </a:defRPr>
            </a:lvl9pPr>
          </a:lstStyle>
          <a:p xmlns:a="http://schemas.openxmlformats.org/drawingml/2006/main">
            <a:pPr algn="l">
              <a:defRPr sz="1950" b="0">
                <a:solidFill>
                  <a:srgbClr val="BBBBBB"/>
                </a:solidFill>
                <a:latin typeface="Pretendard"/>
                <a:ea typeface="Pretendard"/>
                <a:cs typeface="Pretendard"/>
              </a:defRPr>
            </a:pPr>
            <a:r>
              <a:rPr sz="195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17311552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2026-10-28T14:09:55.4100000Z</dcterms:created>
  <dcterms:modified xsi:type="dcterms:W3CDTF">2026-10-28T14:09:55.4100000Z</dcterms:modified>
</coreProperties>
</file>