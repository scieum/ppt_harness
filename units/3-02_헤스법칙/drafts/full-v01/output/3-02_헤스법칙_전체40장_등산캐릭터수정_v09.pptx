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a20d0594274be7" /><Relationship Type="http://schemas.openxmlformats.org/officeDocument/2006/relationships/extended-properties" Target="/docProps/app.xml" Id="Rc84d2a3713c4416f" /><Relationship Type="http://schemas.openxmlformats.org/officeDocument/2006/relationships/officeDocument" Target="/ppt/presentation.xml" Id="R3d71b1a32fd74598" /></Relationships>
</file>

<file path=ppt/presentation.xml><?xml version="1.0" encoding="utf-8"?>
<p:presentation xmlns:p="http://schemas.openxmlformats.org/presentationml/2006/main">
  <p:sldMasterIdLst>
    <p:sldMasterId xmlns:r="http://schemas.openxmlformats.org/officeDocument/2006/relationships" id="2147483648" r:id="R49862128d4734e3b"/>
  </p:sldMasterIdLst>
  <p:notesMasterIdLst>
    <p:notesMasterId xmlns:r="http://schemas.openxmlformats.org/officeDocument/2006/relationships" r:id="Rb1b57dec43a34494"/>
  </p:notesMasterIdLst>
  <p:sldIdLst>
    <p:sldId xmlns:r="http://schemas.openxmlformats.org/officeDocument/2006/relationships" id="256" r:id="R00e37c2b61624d13"/>
    <p:sldId xmlns:r="http://schemas.openxmlformats.org/officeDocument/2006/relationships" id="257" r:id="Rbc673d8eb9664a0d"/>
    <p:sldId xmlns:r="http://schemas.openxmlformats.org/officeDocument/2006/relationships" id="258" r:id="Rf8dee30d9c3e4f6b"/>
    <p:sldId xmlns:r="http://schemas.openxmlformats.org/officeDocument/2006/relationships" id="259" r:id="Re99241f0753a404a"/>
    <p:sldId xmlns:r="http://schemas.openxmlformats.org/officeDocument/2006/relationships" id="260" r:id="Ra02f5e5f3d5549c5"/>
    <p:sldId xmlns:r="http://schemas.openxmlformats.org/officeDocument/2006/relationships" id="261" r:id="Ra547ed47910941e6"/>
    <p:sldId xmlns:r="http://schemas.openxmlformats.org/officeDocument/2006/relationships" id="262" r:id="R37d5fe06a9e54dc5"/>
    <p:sldId xmlns:r="http://schemas.openxmlformats.org/officeDocument/2006/relationships" id="263" r:id="R7f12d69ea9ce4e63"/>
    <p:sldId xmlns:r="http://schemas.openxmlformats.org/officeDocument/2006/relationships" id="264" r:id="R6792dc5d2abb456f"/>
    <p:sldId xmlns:r="http://schemas.openxmlformats.org/officeDocument/2006/relationships" id="265" r:id="R1504886e157b4e33"/>
    <p:sldId xmlns:r="http://schemas.openxmlformats.org/officeDocument/2006/relationships" id="266" r:id="R460d81e9fa934b73"/>
    <p:sldId xmlns:r="http://schemas.openxmlformats.org/officeDocument/2006/relationships" id="267" r:id="R5cda22a44e7f4ced"/>
    <p:sldId xmlns:r="http://schemas.openxmlformats.org/officeDocument/2006/relationships" id="268" r:id="R6f92367ec55645a4"/>
    <p:sldId xmlns:r="http://schemas.openxmlformats.org/officeDocument/2006/relationships" id="269" r:id="R4e3361cdfcf740d5"/>
    <p:sldId xmlns:r="http://schemas.openxmlformats.org/officeDocument/2006/relationships" id="270" r:id="Rb7dbd111122c4362"/>
    <p:sldId xmlns:r="http://schemas.openxmlformats.org/officeDocument/2006/relationships" id="271" r:id="R9404e53c309a46c7"/>
    <p:sldId xmlns:r="http://schemas.openxmlformats.org/officeDocument/2006/relationships" id="272" r:id="Rd4d1e9ff2ca546ea"/>
    <p:sldId xmlns:r="http://schemas.openxmlformats.org/officeDocument/2006/relationships" id="273" r:id="Rd9f8098f590e4800"/>
    <p:sldId xmlns:r="http://schemas.openxmlformats.org/officeDocument/2006/relationships" id="274" r:id="R9b96bfcaea224461"/>
    <p:sldId xmlns:r="http://schemas.openxmlformats.org/officeDocument/2006/relationships" id="275" r:id="R13964d8d3c934c5e"/>
    <p:sldId xmlns:r="http://schemas.openxmlformats.org/officeDocument/2006/relationships" id="276" r:id="Rfa6690dab36545dc"/>
    <p:sldId xmlns:r="http://schemas.openxmlformats.org/officeDocument/2006/relationships" id="277" r:id="Re976e850e09f4a1e"/>
    <p:sldId xmlns:r="http://schemas.openxmlformats.org/officeDocument/2006/relationships" id="278" r:id="Rfd638bc9d0ad4d92"/>
    <p:sldId xmlns:r="http://schemas.openxmlformats.org/officeDocument/2006/relationships" id="279" r:id="Racc1064b6a1c4a11"/>
    <p:sldId xmlns:r="http://schemas.openxmlformats.org/officeDocument/2006/relationships" id="280" r:id="R0176def4f4ac4ef5"/>
    <p:sldId xmlns:r="http://schemas.openxmlformats.org/officeDocument/2006/relationships" id="281" r:id="Rfe1e2cee1b1c4a14"/>
    <p:sldId xmlns:r="http://schemas.openxmlformats.org/officeDocument/2006/relationships" id="282" r:id="Rac6a755c3b9d4a83"/>
    <p:sldId xmlns:r="http://schemas.openxmlformats.org/officeDocument/2006/relationships" id="283" r:id="R36b1c0eefc9341a6"/>
    <p:sldId xmlns:r="http://schemas.openxmlformats.org/officeDocument/2006/relationships" id="284" r:id="Rddc50087ff4942ef"/>
    <p:sldId xmlns:r="http://schemas.openxmlformats.org/officeDocument/2006/relationships" id="285" r:id="R6532b8e75a3f41a0"/>
    <p:sldId xmlns:r="http://schemas.openxmlformats.org/officeDocument/2006/relationships" id="286" r:id="R59ca054435094094"/>
    <p:sldId xmlns:r="http://schemas.openxmlformats.org/officeDocument/2006/relationships" id="287" r:id="R1175908eacf247b0"/>
    <p:sldId xmlns:r="http://schemas.openxmlformats.org/officeDocument/2006/relationships" id="288" r:id="R9c9750030fad4e0a"/>
    <p:sldId xmlns:r="http://schemas.openxmlformats.org/officeDocument/2006/relationships" id="289" r:id="Rb3a9efdfa03f4374"/>
    <p:sldId xmlns:r="http://schemas.openxmlformats.org/officeDocument/2006/relationships" id="290" r:id="Rad9be76cf98046c8"/>
    <p:sldId xmlns:r="http://schemas.openxmlformats.org/officeDocument/2006/relationships" id="291" r:id="R1a2287f8af074f2a"/>
    <p:sldId xmlns:r="http://schemas.openxmlformats.org/officeDocument/2006/relationships" id="292" r:id="R11541dd347624737"/>
    <p:sldId xmlns:r="http://schemas.openxmlformats.org/officeDocument/2006/relationships" id="293" r:id="R32e0c495db884cb0"/>
    <p:sldId xmlns:r="http://schemas.openxmlformats.org/officeDocument/2006/relationships" id="294" r:id="Re455f1ae0fc64815"/>
    <p:sldId xmlns:r="http://schemas.openxmlformats.org/officeDocument/2006/relationships" id="295" r:id="R65a616a359e1443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1514771b48409a" /><Relationship Type="http://schemas.openxmlformats.org/officeDocument/2006/relationships/slideMaster" Target="/ppt/slideMasters/slideMaster1.xml" Id="R49862128d4734e3b" /><Relationship Type="http://schemas.openxmlformats.org/officeDocument/2006/relationships/notesMaster" Target="/ppt/notesMasters/notesMaster1.xml" Id="Rb1b57dec43a34494" /><Relationship Type="http://schemas.openxmlformats.org/officeDocument/2006/relationships/presProps" Target="/ppt/presProps.xml" Id="R9c52a9ca458847af" /><Relationship Type="http://schemas.openxmlformats.org/officeDocument/2006/relationships/tableStyles" Target="/ppt/tableStyles.xml" Id="R599740aefa0540c1" /><Relationship Type="http://schemas.openxmlformats.org/officeDocument/2006/relationships/slide" Target="/ppt/slides/slide1.xml" Id="R00e37c2b61624d13" /><Relationship Type="http://schemas.openxmlformats.org/officeDocument/2006/relationships/slide" Target="/ppt/slides/slide2.xml" Id="Rbc673d8eb9664a0d" /><Relationship Type="http://schemas.openxmlformats.org/officeDocument/2006/relationships/slide" Target="/ppt/slides/slide3.xml" Id="Rf8dee30d9c3e4f6b" /><Relationship Type="http://schemas.openxmlformats.org/officeDocument/2006/relationships/slide" Target="/ppt/slides/slide4.xml" Id="Re99241f0753a404a" /><Relationship Type="http://schemas.openxmlformats.org/officeDocument/2006/relationships/slide" Target="/ppt/slides/slide5.xml" Id="Ra02f5e5f3d5549c5" /><Relationship Type="http://schemas.openxmlformats.org/officeDocument/2006/relationships/slide" Target="/ppt/slides/slide6.xml" Id="Ra547ed47910941e6" /><Relationship Type="http://schemas.openxmlformats.org/officeDocument/2006/relationships/slide" Target="/ppt/slides/slide7.xml" Id="R37d5fe06a9e54dc5" /><Relationship Type="http://schemas.openxmlformats.org/officeDocument/2006/relationships/slide" Target="/ppt/slides/slide8.xml" Id="R7f12d69ea9ce4e63" /><Relationship Type="http://schemas.openxmlformats.org/officeDocument/2006/relationships/slide" Target="/ppt/slides/slide9.xml" Id="R6792dc5d2abb456f" /><Relationship Type="http://schemas.openxmlformats.org/officeDocument/2006/relationships/slide" Target="/ppt/slides/slide10.xml" Id="R1504886e157b4e33" /><Relationship Type="http://schemas.openxmlformats.org/officeDocument/2006/relationships/slide" Target="/ppt/slides/slide11.xml" Id="R460d81e9fa934b73" /><Relationship Type="http://schemas.openxmlformats.org/officeDocument/2006/relationships/slide" Target="/ppt/slides/slide12.xml" Id="R5cda22a44e7f4ced" /><Relationship Type="http://schemas.openxmlformats.org/officeDocument/2006/relationships/slide" Target="/ppt/slides/slide13.xml" Id="R6f92367ec55645a4" /><Relationship Type="http://schemas.openxmlformats.org/officeDocument/2006/relationships/slide" Target="/ppt/slides/slide14.xml" Id="R4e3361cdfcf740d5" /><Relationship Type="http://schemas.openxmlformats.org/officeDocument/2006/relationships/slide" Target="/ppt/slides/slide15.xml" Id="Rb7dbd111122c4362" /><Relationship Type="http://schemas.openxmlformats.org/officeDocument/2006/relationships/slide" Target="/ppt/slides/slide16.xml" Id="R9404e53c309a46c7" /><Relationship Type="http://schemas.openxmlformats.org/officeDocument/2006/relationships/slide" Target="/ppt/slides/slide17.xml" Id="Rd4d1e9ff2ca546ea" /><Relationship Type="http://schemas.openxmlformats.org/officeDocument/2006/relationships/slide" Target="/ppt/slides/slide18.xml" Id="Rd9f8098f590e4800" /><Relationship Type="http://schemas.openxmlformats.org/officeDocument/2006/relationships/slide" Target="/ppt/slides/slide19.xml" Id="R9b96bfcaea224461" /><Relationship Type="http://schemas.openxmlformats.org/officeDocument/2006/relationships/slide" Target="/ppt/slides/slide20.xml" Id="R13964d8d3c934c5e" /><Relationship Type="http://schemas.openxmlformats.org/officeDocument/2006/relationships/slide" Target="/ppt/slides/slide21.xml" Id="Rfa6690dab36545dc" /><Relationship Type="http://schemas.openxmlformats.org/officeDocument/2006/relationships/slide" Target="/ppt/slides/slide22.xml" Id="Re976e850e09f4a1e" /><Relationship Type="http://schemas.openxmlformats.org/officeDocument/2006/relationships/slide" Target="/ppt/slides/slide23.xml" Id="Rfd638bc9d0ad4d92" /><Relationship Type="http://schemas.openxmlformats.org/officeDocument/2006/relationships/slide" Target="/ppt/slides/slide24.xml" Id="Racc1064b6a1c4a11" /><Relationship Type="http://schemas.openxmlformats.org/officeDocument/2006/relationships/slide" Target="/ppt/slides/slide25.xml" Id="R0176def4f4ac4ef5" /><Relationship Type="http://schemas.openxmlformats.org/officeDocument/2006/relationships/slide" Target="/ppt/slides/slide26.xml" Id="Rfe1e2cee1b1c4a14" /><Relationship Type="http://schemas.openxmlformats.org/officeDocument/2006/relationships/slide" Target="/ppt/slides/slide27.xml" Id="Rac6a755c3b9d4a83" /><Relationship Type="http://schemas.openxmlformats.org/officeDocument/2006/relationships/slide" Target="/ppt/slides/slide28.xml" Id="R36b1c0eefc9341a6" /><Relationship Type="http://schemas.openxmlformats.org/officeDocument/2006/relationships/slide" Target="/ppt/slides/slide29.xml" Id="Rddc50087ff4942ef" /><Relationship Type="http://schemas.openxmlformats.org/officeDocument/2006/relationships/slide" Target="/ppt/slides/slide30.xml" Id="R6532b8e75a3f41a0" /><Relationship Type="http://schemas.openxmlformats.org/officeDocument/2006/relationships/slide" Target="/ppt/slides/slide31.xml" Id="R59ca054435094094" /><Relationship Type="http://schemas.openxmlformats.org/officeDocument/2006/relationships/slide" Target="/ppt/slides/slide32.xml" Id="R1175908eacf247b0" /><Relationship Type="http://schemas.openxmlformats.org/officeDocument/2006/relationships/slide" Target="/ppt/slides/slide33.xml" Id="R9c9750030fad4e0a" /><Relationship Type="http://schemas.openxmlformats.org/officeDocument/2006/relationships/slide" Target="/ppt/slides/slide34.xml" Id="Rb3a9efdfa03f4374" /><Relationship Type="http://schemas.openxmlformats.org/officeDocument/2006/relationships/slide" Target="/ppt/slides/slide35.xml" Id="Rad9be76cf98046c8" /><Relationship Type="http://schemas.openxmlformats.org/officeDocument/2006/relationships/slide" Target="/ppt/slides/slide36.xml" Id="R1a2287f8af074f2a" /><Relationship Type="http://schemas.openxmlformats.org/officeDocument/2006/relationships/slide" Target="/ppt/slides/slide37.xml" Id="R11541dd347624737" /><Relationship Type="http://schemas.openxmlformats.org/officeDocument/2006/relationships/slide" Target="/ppt/slides/slide38.xml" Id="R32e0c495db884cb0" /><Relationship Type="http://schemas.openxmlformats.org/officeDocument/2006/relationships/slide" Target="/ppt/slides/slide39.xml" Id="Re455f1ae0fc64815" /><Relationship Type="http://schemas.openxmlformats.org/officeDocument/2006/relationships/slide" Target="/ppt/slides/slide40.xml" Id="R65a616a359e144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d268f224a54e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4cb24a7a134b67" /><Relationship Type="http://schemas.openxmlformats.org/officeDocument/2006/relationships/notesMaster" Target="/ppt/notesMasters/notesMaster1.xml" Id="Rc0db7f75ea9a47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f36634d2364405" /><Relationship Type="http://schemas.openxmlformats.org/officeDocument/2006/relationships/notesMaster" Target="/ppt/notesMasters/notesMaster1.xml" Id="Rbcb337cf3fae4b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fdc8b1502947bd" /><Relationship Type="http://schemas.openxmlformats.org/officeDocument/2006/relationships/notesMaster" Target="/ppt/notesMasters/notesMaster1.xml" Id="R18bbc817a31549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652768945a49ae" /><Relationship Type="http://schemas.openxmlformats.org/officeDocument/2006/relationships/notesMaster" Target="/ppt/notesMasters/notesMaster1.xml" Id="R1e448d2e862a4e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6d261cc1514b39" /><Relationship Type="http://schemas.openxmlformats.org/officeDocument/2006/relationships/notesMaster" Target="/ppt/notesMasters/notesMaster1.xml" Id="R7ef48d7a615c4f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8dc46e6d3e4daf" /><Relationship Type="http://schemas.openxmlformats.org/officeDocument/2006/relationships/notesMaster" Target="/ppt/notesMasters/notesMaster1.xml" Id="R495bc5ef8e374c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e18e5754f04447" /><Relationship Type="http://schemas.openxmlformats.org/officeDocument/2006/relationships/notesMaster" Target="/ppt/notesMasters/notesMaster1.xml" Id="Rdf50dc3671c443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d6569de5624425" /><Relationship Type="http://schemas.openxmlformats.org/officeDocument/2006/relationships/notesMaster" Target="/ppt/notesMasters/notesMaster1.xml" Id="Ra8a10dcda4e944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880f1d8ea74508" /><Relationship Type="http://schemas.openxmlformats.org/officeDocument/2006/relationships/notesMaster" Target="/ppt/notesMasters/notesMaster1.xml" Id="Rea5ae67836e44e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0db6423175406e" /><Relationship Type="http://schemas.openxmlformats.org/officeDocument/2006/relationships/notesMaster" Target="/ppt/notesMasters/notesMaster1.xml" Id="R0e8871fb97ce46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f17baaf61e422a" /><Relationship Type="http://schemas.openxmlformats.org/officeDocument/2006/relationships/notesMaster" Target="/ppt/notesMasters/notesMaster1.xml" Id="Ra74410435f6747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acc49536d84a23" /><Relationship Type="http://schemas.openxmlformats.org/officeDocument/2006/relationships/notesMaster" Target="/ppt/notesMasters/notesMaster1.xml" Id="Rff8a132f843b42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82664efb4a47ca" /><Relationship Type="http://schemas.openxmlformats.org/officeDocument/2006/relationships/notesMaster" Target="/ppt/notesMasters/notesMaster1.xml" Id="Rc0be567814684d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818e4bb1dd4dfd" /><Relationship Type="http://schemas.openxmlformats.org/officeDocument/2006/relationships/notesMaster" Target="/ppt/notesMasters/notesMaster1.xml" Id="Ra81b5813038f43f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b7850890b74e8e" /><Relationship Type="http://schemas.openxmlformats.org/officeDocument/2006/relationships/notesMaster" Target="/ppt/notesMasters/notesMaster1.xml" Id="Ra9c09a0bd06640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ea88f1e32c4ef1" /><Relationship Type="http://schemas.openxmlformats.org/officeDocument/2006/relationships/notesMaster" Target="/ppt/notesMasters/notesMaster1.xml" Id="R5b26d49a8eff49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475c449e2c42e6" /><Relationship Type="http://schemas.openxmlformats.org/officeDocument/2006/relationships/notesMaster" Target="/ppt/notesMasters/notesMaster1.xml" Id="R49803596f5b64c6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05ab603f4f4ed2" /><Relationship Type="http://schemas.openxmlformats.org/officeDocument/2006/relationships/notesMaster" Target="/ppt/notesMasters/notesMaster1.xml" Id="R8a472edb464b4e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28d3c02ff9e49b1" /><Relationship Type="http://schemas.openxmlformats.org/officeDocument/2006/relationships/notesMaster" Target="/ppt/notesMasters/notesMaster1.xml" Id="R8b70d9f00b3048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652d447978348f0" /><Relationship Type="http://schemas.openxmlformats.org/officeDocument/2006/relationships/notesMaster" Target="/ppt/notesMasters/notesMaster1.xml" Id="R3de26b1d28ee49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4ab2d79a70d49c2" /><Relationship Type="http://schemas.openxmlformats.org/officeDocument/2006/relationships/notesMaster" Target="/ppt/notesMasters/notesMaster1.xml" Id="Rc297984a2f2d42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958a1462b9f418f" /><Relationship Type="http://schemas.openxmlformats.org/officeDocument/2006/relationships/notesMaster" Target="/ppt/notesMasters/notesMaster1.xml" Id="Rede87c55e7504d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8e44789fc37414e" /><Relationship Type="http://schemas.openxmlformats.org/officeDocument/2006/relationships/notesMaster" Target="/ppt/notesMasters/notesMaster1.xml" Id="R2593db04467d417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ce955ae37844fe" /><Relationship Type="http://schemas.openxmlformats.org/officeDocument/2006/relationships/notesMaster" Target="/ppt/notesMasters/notesMaster1.xml" Id="Rd342d68a3a414bd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e08bd27d0004dcb" /><Relationship Type="http://schemas.openxmlformats.org/officeDocument/2006/relationships/notesMaster" Target="/ppt/notesMasters/notesMaster1.xml" Id="Recb69abd30dc4fa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c2b2c8dac5d4ed0" /><Relationship Type="http://schemas.openxmlformats.org/officeDocument/2006/relationships/notesMaster" Target="/ppt/notesMasters/notesMaster1.xml" Id="R2cc25894f9b4429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3618e5ec06044da" /><Relationship Type="http://schemas.openxmlformats.org/officeDocument/2006/relationships/notesMaster" Target="/ppt/notesMasters/notesMaster1.xml" Id="R1121b29fb3684df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89eaa02b23b41b9" /><Relationship Type="http://schemas.openxmlformats.org/officeDocument/2006/relationships/notesMaster" Target="/ppt/notesMasters/notesMaster1.xml" Id="Ree6314be9460469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d345b3826604b57" /><Relationship Type="http://schemas.openxmlformats.org/officeDocument/2006/relationships/notesMaster" Target="/ppt/notesMasters/notesMaster1.xml" Id="R1001e19238104a8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e08f224d22e4585" /><Relationship Type="http://schemas.openxmlformats.org/officeDocument/2006/relationships/notesMaster" Target="/ppt/notesMasters/notesMaster1.xml" Id="Rf8a312312eef4bb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3d71a1363c74e7d" /><Relationship Type="http://schemas.openxmlformats.org/officeDocument/2006/relationships/notesMaster" Target="/ppt/notesMasters/notesMaster1.xml" Id="R7d8ca15cb76a430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0076112656a4556" /><Relationship Type="http://schemas.openxmlformats.org/officeDocument/2006/relationships/notesMaster" Target="/ppt/notesMasters/notesMaster1.xml" Id="R757d783028074bb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e83bba5e2004db1" /><Relationship Type="http://schemas.openxmlformats.org/officeDocument/2006/relationships/notesMaster" Target="/ppt/notesMasters/notesMaster1.xml" Id="R7c411b48ac5d46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dabda7236a14f5c" /><Relationship Type="http://schemas.openxmlformats.org/officeDocument/2006/relationships/notesMaster" Target="/ppt/notesMasters/notesMaster1.xml" Id="R31f1854d2cac4e0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c512b7e6f594a15" /><Relationship Type="http://schemas.openxmlformats.org/officeDocument/2006/relationships/notesMaster" Target="/ppt/notesMasters/notesMaster1.xml" Id="R05148ce919b9472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4343590701542b1" /><Relationship Type="http://schemas.openxmlformats.org/officeDocument/2006/relationships/notesMaster" Target="/ppt/notesMasters/notesMaster1.xml" Id="R71be3e20923546f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82dee21c2714632" /><Relationship Type="http://schemas.openxmlformats.org/officeDocument/2006/relationships/notesMaster" Target="/ppt/notesMasters/notesMaster1.xml" Id="R8e7cdcbd7757471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f881aa3cea14a71" /><Relationship Type="http://schemas.openxmlformats.org/officeDocument/2006/relationships/notesMaster" Target="/ppt/notesMasters/notesMaster1.xml" Id="R497ecfe5e52e4f2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512249ee6cb48d4" /><Relationship Type="http://schemas.openxmlformats.org/officeDocument/2006/relationships/notesMaster" Target="/ppt/notesMasters/notesMaster1.xml" Id="Rfed92d41bd97425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349e7fa066b49d1" /><Relationship Type="http://schemas.openxmlformats.org/officeDocument/2006/relationships/notesMaster" Target="/ppt/notesMasters/notesMaster1.xml" Id="Rc785335f07ba41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0a0ecf62d54c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4a3d49938c045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f0c933a4014a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cc109b7afa49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082a96992f46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2823e4c1084f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D252B8-A378-4541-8B47-993CD4082129}"/>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B68A77-5DB1-488D-8627-6D02099B390A}"/>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622CA9-5EFF-4B6C-8CB7-CE381CC151F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8C8842-564C-4E05-96CA-D9AD8244F9D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288DA9-2F88-4598-AB58-00FF5BB88D29}"/>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7B04F5-DB8A-4B20-8DA7-9BE38EC509B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A9E982-C5CE-414A-B71F-15771F3BCCF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D3BB89-8948-43CB-838A-861D38D83999}"/>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70C645-919B-4722-BCE8-B6FB56790EA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E31988-9CA3-4E28-97CE-9282FC7A51F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2b27276b3f4c18" /><Relationship Type="http://schemas.openxmlformats.org/officeDocument/2006/relationships/slideLayout" Target="/ppt/slideLayouts/slideLayout1.xml" Id="R46572a4f5f5f4bf3" /><Relationship Type="http://schemas.openxmlformats.org/officeDocument/2006/relationships/slideLayout" Target="/ppt/slideLayouts/slideLayout2.xml" Id="R48b5f00a31194893" /><Relationship Type="http://schemas.openxmlformats.org/officeDocument/2006/relationships/slideLayout" Target="/ppt/slideLayouts/slideLayout3.xml" Id="Rfdf9f653398841c1" /><Relationship Type="http://schemas.openxmlformats.org/officeDocument/2006/relationships/slideLayout" Target="/ppt/slideLayouts/slideLayout4.xml" Id="Rf6d014351a4849b1" /><Relationship Type="http://schemas.openxmlformats.org/officeDocument/2006/relationships/slideLayout" Target="/ppt/slideLayouts/slideLayout5.xml" Id="R1a6a070afc534977" /><Relationship Type="http://schemas.openxmlformats.org/officeDocument/2006/relationships/slideLayout" Target="/ppt/slideLayouts/slideLayout6.xml" Id="R3e0d462cae2043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572a4f5f5f4bf3"/>
    <p:sldLayoutId xmlns:r="http://schemas.openxmlformats.org/officeDocument/2006/relationships" id="2147483650" r:id="R48b5f00a31194893"/>
    <p:sldLayoutId xmlns:r="http://schemas.openxmlformats.org/officeDocument/2006/relationships" id="2147483651" r:id="Rfdf9f653398841c1"/>
    <p:sldLayoutId xmlns:r="http://schemas.openxmlformats.org/officeDocument/2006/relationships" id="2147483652" r:id="Rf6d014351a4849b1"/>
    <p:sldLayoutId xmlns:r="http://schemas.openxmlformats.org/officeDocument/2006/relationships" id="2147483653" r:id="R1a6a070afc534977"/>
    <p:sldLayoutId xmlns:r="http://schemas.openxmlformats.org/officeDocument/2006/relationships" id="2147483654" r:id="R3e0d462cae2043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2b6f8e3e094f34" /><Relationship Type="http://schemas.openxmlformats.org/officeDocument/2006/relationships/image" Target="/ppt/media/image.png" Id="R53bfbb58354a48f5" /><Relationship Type="http://schemas.openxmlformats.org/officeDocument/2006/relationships/image" Target="/ppt/media/image2.png" Id="Rc527ca7cd74f4326" /><Relationship Type="http://schemas.openxmlformats.org/officeDocument/2006/relationships/notesSlide" Target="/ppt/notesSlides/notesSlide1.xml" Id="Rddedf1d8664b45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48c87b7f6e4e0a" /><Relationship Type="http://schemas.openxmlformats.org/officeDocument/2006/relationships/image" Target="/ppt/media/image3.png" Id="R12196fb3ea4f400d" /><Relationship Type="http://schemas.openxmlformats.org/officeDocument/2006/relationships/image" Target="/ppt/media/image4.png" Id="R2dba8b1f0e024136" /><Relationship Type="http://schemas.openxmlformats.org/officeDocument/2006/relationships/notesSlide" Target="/ppt/notesSlides/notesSlide2.xml" Id="R2c46ffa764b247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ea5a2d0ed446b9" /><Relationship Type="http://schemas.openxmlformats.org/officeDocument/2006/relationships/image" Target="/ppt/media/image5.png" Id="R26807d29c84d4845" /><Relationship Type="http://schemas.openxmlformats.org/officeDocument/2006/relationships/notesSlide" Target="/ppt/notesSlides/notesSlide3.xml" Id="R226200ce2c444e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6a0cb325063440a" /><Relationship Type="http://schemas.openxmlformats.org/officeDocument/2006/relationships/image" Target="/ppt/media/image6.png" Id="R4e237c566e214420" /><Relationship Type="http://schemas.openxmlformats.org/officeDocument/2006/relationships/image" Target="/ppt/media/image7.png" Id="Raaf09803dfb64eef" /><Relationship Type="http://schemas.openxmlformats.org/officeDocument/2006/relationships/notesSlide" Target="/ppt/notesSlides/notesSlide4.xml" Id="Rc3b86bcc22ef4b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38b0840d77d4589" /><Relationship Type="http://schemas.openxmlformats.org/officeDocument/2006/relationships/image" Target="/ppt/media/image8.png" Id="R55851cdce4fe419e" /><Relationship Type="http://schemas.openxmlformats.org/officeDocument/2006/relationships/notesSlide" Target="/ppt/notesSlides/notesSlide5.xml" Id="R57d2f61aebfd40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4216d191dd4dec" /><Relationship Type="http://schemas.openxmlformats.org/officeDocument/2006/relationships/image" Target="/ppt/media/image9.png" Id="Ra7644e67e5d34243" /><Relationship Type="http://schemas.openxmlformats.org/officeDocument/2006/relationships/notesSlide" Target="/ppt/notesSlides/notesSlide6.xml" Id="R16a9c2b2d7fd4b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62b248e59564bf5" /><Relationship Type="http://schemas.openxmlformats.org/officeDocument/2006/relationships/image" Target="/ppt/media/image10.png" Id="R05db4d6bb53246af" /><Relationship Type="http://schemas.openxmlformats.org/officeDocument/2006/relationships/notesSlide" Target="/ppt/notesSlides/notesSlide7.xml" Id="R03cd4cd12fe248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e3de2af4d9d4914" /><Relationship Type="http://schemas.openxmlformats.org/officeDocument/2006/relationships/image" Target="/ppt/media/image11.png" Id="Rac503dd669d6410d" /><Relationship Type="http://schemas.openxmlformats.org/officeDocument/2006/relationships/image" Target="/ppt/media/image12.png" Id="R0b1b88ec3587418f" /><Relationship Type="http://schemas.openxmlformats.org/officeDocument/2006/relationships/notesSlide" Target="/ppt/notesSlides/notesSlide8.xml" Id="R9fc7e8241df84b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3e5241ac274407" /><Relationship Type="http://schemas.openxmlformats.org/officeDocument/2006/relationships/image" Target="/ppt/media/image13.png" Id="Rc1d7531794984336" /><Relationship Type="http://schemas.openxmlformats.org/officeDocument/2006/relationships/image" Target="/ppt/media/image14.png" Id="R0a2d3c637954423a" /><Relationship Type="http://schemas.openxmlformats.org/officeDocument/2006/relationships/image" Target="/ppt/media/image15.png" Id="R5943668bd8ef4745" /><Relationship Type="http://schemas.openxmlformats.org/officeDocument/2006/relationships/image" Target="/ppt/media/image16.png" Id="R00d92091c902495b" /><Relationship Type="http://schemas.openxmlformats.org/officeDocument/2006/relationships/notesSlide" Target="/ppt/notesSlides/notesSlide9.xml" Id="R0bc1ddebd0cb49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2b2e200716942f4" /><Relationship Type="http://schemas.openxmlformats.org/officeDocument/2006/relationships/image" Target="/ppt/media/image17.png" Id="Rb5424149e93743ed" /><Relationship Type="http://schemas.openxmlformats.org/officeDocument/2006/relationships/image" Target="/ppt/media/image18.png" Id="R6d229545b13f490b" /><Relationship Type="http://schemas.openxmlformats.org/officeDocument/2006/relationships/image" Target="/ppt/media/image19.png" Id="R45456510020a4986" /><Relationship Type="http://schemas.openxmlformats.org/officeDocument/2006/relationships/notesSlide" Target="/ppt/notesSlides/notesSlide10.xml" Id="R400b226fe69f40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cfcd350d614a1e" /><Relationship Type="http://schemas.openxmlformats.org/officeDocument/2006/relationships/image" Target="/ppt/media/image20.png" Id="R3c2b64917ab74c8c" /><Relationship Type="http://schemas.openxmlformats.org/officeDocument/2006/relationships/image" Target="/ppt/media/image21.png" Id="Rae74217e8e7e4613" /><Relationship Type="http://schemas.openxmlformats.org/officeDocument/2006/relationships/image" Target="/ppt/media/image22.png" Id="Rbdeed73aff354e76" /><Relationship Type="http://schemas.openxmlformats.org/officeDocument/2006/relationships/notesSlide" Target="/ppt/notesSlides/notesSlide11.xml" Id="Rbc4edb271d4147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ef92d31ed2d4c86" /><Relationship Type="http://schemas.openxmlformats.org/officeDocument/2006/relationships/image" Target="/ppt/media/image23.png" Id="R22e2d78ebb6449da" /><Relationship Type="http://schemas.openxmlformats.org/officeDocument/2006/relationships/notesSlide" Target="/ppt/notesSlides/notesSlide12.xml" Id="R07958c92e03c4a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d3247dea4c5483d" /><Relationship Type="http://schemas.openxmlformats.org/officeDocument/2006/relationships/image" Target="/ppt/media/image24.png" Id="R9d480f278b444524" /><Relationship Type="http://schemas.openxmlformats.org/officeDocument/2006/relationships/notesSlide" Target="/ppt/notesSlides/notesSlide13.xml" Id="Re10704fe37f745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6054a1d02144307" /><Relationship Type="http://schemas.openxmlformats.org/officeDocument/2006/relationships/image" Target="/ppt/media/image25.png" Id="R5ff909cf1c234187" /><Relationship Type="http://schemas.openxmlformats.org/officeDocument/2006/relationships/notesSlide" Target="/ppt/notesSlides/notesSlide14.xml" Id="R86a773d9132d4b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f396d9dd79e4303" /><Relationship Type="http://schemas.openxmlformats.org/officeDocument/2006/relationships/image" Target="/ppt/media/image26.png" Id="Rf84867a42d384ad8" /><Relationship Type="http://schemas.openxmlformats.org/officeDocument/2006/relationships/image" Target="/ppt/media/image27.png" Id="R9307316b3f1745a3" /><Relationship Type="http://schemas.openxmlformats.org/officeDocument/2006/relationships/image" Target="/ppt/media/image28.png" Id="R4db1a45c0eaa44f2" /><Relationship Type="http://schemas.openxmlformats.org/officeDocument/2006/relationships/image" Target="/ppt/media/image29.png" Id="Rab258ce14bf74d42" /><Relationship Type="http://schemas.openxmlformats.org/officeDocument/2006/relationships/notesSlide" Target="/ppt/notesSlides/notesSlide15.xml" Id="R080ecea2b9374f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6893620230d4b2a" /><Relationship Type="http://schemas.openxmlformats.org/officeDocument/2006/relationships/image" Target="/ppt/media/image30.png" Id="Rbdf01129f5b74090" /><Relationship Type="http://schemas.openxmlformats.org/officeDocument/2006/relationships/image" Target="/ppt/media/image31.png" Id="Rc3e005f5fe7c4bb2" /><Relationship Type="http://schemas.openxmlformats.org/officeDocument/2006/relationships/notesSlide" Target="/ppt/notesSlides/notesSlide16.xml" Id="R9f764eba4c55456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c9ce0787e1c4eaa" /><Relationship Type="http://schemas.openxmlformats.org/officeDocument/2006/relationships/image" Target="/ppt/media/image32.png" Id="R96f5edb1bd8a47d8" /><Relationship Type="http://schemas.openxmlformats.org/officeDocument/2006/relationships/image" Target="/ppt/media/image33.png" Id="Re7c5935c7c7a4f5d" /><Relationship Type="http://schemas.openxmlformats.org/officeDocument/2006/relationships/image" Target="/ppt/media/image34.png" Id="Rcee97783d7244e49" /><Relationship Type="http://schemas.openxmlformats.org/officeDocument/2006/relationships/notesSlide" Target="/ppt/notesSlides/notesSlide17.xml" Id="R65b1647383a549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823f4c2d2aa48b4" /><Relationship Type="http://schemas.openxmlformats.org/officeDocument/2006/relationships/image" Target="/ppt/media/image35.png" Id="R2eb7fc04f79b4985" /><Relationship Type="http://schemas.openxmlformats.org/officeDocument/2006/relationships/notesSlide" Target="/ppt/notesSlides/notesSlide18.xml" Id="R26b320513b5448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c3cec562de04e7e" /><Relationship Type="http://schemas.openxmlformats.org/officeDocument/2006/relationships/image" Target="/ppt/media/image36.png" Id="Rd476e1ca408c47a8" /><Relationship Type="http://schemas.openxmlformats.org/officeDocument/2006/relationships/image" Target="/ppt/media/image37.png" Id="R0fc12b4e0df94ad8" /><Relationship Type="http://schemas.openxmlformats.org/officeDocument/2006/relationships/image" Target="/ppt/media/image38.png" Id="R40b684db66374b13" /><Relationship Type="http://schemas.openxmlformats.org/officeDocument/2006/relationships/notesSlide" Target="/ppt/notesSlides/notesSlide19.xml" Id="Rf2401e3d6a71487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5de46f10aa0495d" /><Relationship Type="http://schemas.openxmlformats.org/officeDocument/2006/relationships/image" Target="/ppt/media/image39.png" Id="Rb6e0f14968af46f7" /><Relationship Type="http://schemas.openxmlformats.org/officeDocument/2006/relationships/image" Target="/ppt/media/image40.png" Id="Rd3e7a56df71b4a36" /><Relationship Type="http://schemas.openxmlformats.org/officeDocument/2006/relationships/image" Target="/ppt/media/image41.png" Id="R4bbee25b90b84b4a" /><Relationship Type="http://schemas.openxmlformats.org/officeDocument/2006/relationships/notesSlide" Target="/ppt/notesSlides/notesSlide20.xml" Id="R0599d53d14c94f7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e85ddf73fa54104" /><Relationship Type="http://schemas.openxmlformats.org/officeDocument/2006/relationships/image" Target="/ppt/media/image42.png" Id="Re86ce8ecd85f4f5b" /><Relationship Type="http://schemas.openxmlformats.org/officeDocument/2006/relationships/image" Target="/ppt/media/image43.png" Id="R63ce69e7db9d4562" /><Relationship Type="http://schemas.openxmlformats.org/officeDocument/2006/relationships/notesSlide" Target="/ppt/notesSlides/notesSlide21.xml" Id="R2874bf49065e4d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5e45cfbc5d74cab" /><Relationship Type="http://schemas.openxmlformats.org/officeDocument/2006/relationships/image" Target="/ppt/media/image44.png" Id="R236e0b83e33a44e2" /><Relationship Type="http://schemas.openxmlformats.org/officeDocument/2006/relationships/notesSlide" Target="/ppt/notesSlides/notesSlide22.xml" Id="Rcb485d137da347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cd3bb1befbd4437" /><Relationship Type="http://schemas.openxmlformats.org/officeDocument/2006/relationships/image" Target="/ppt/media/image45.png" Id="Ra8a2e404856d4fe0" /><Relationship Type="http://schemas.openxmlformats.org/officeDocument/2006/relationships/image" Target="/ppt/media/image46.png" Id="R46c801e7174746b9" /><Relationship Type="http://schemas.openxmlformats.org/officeDocument/2006/relationships/notesSlide" Target="/ppt/notesSlides/notesSlide23.xml" Id="Recb6cae7324a4dc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212558fd85f4b6a" /><Relationship Type="http://schemas.openxmlformats.org/officeDocument/2006/relationships/image" Target="/ppt/media/image47.png" Id="R6df396fe49764962" /><Relationship Type="http://schemas.openxmlformats.org/officeDocument/2006/relationships/notesSlide" Target="/ppt/notesSlides/notesSlide24.xml" Id="R8036bcb2a14c403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4868eaca4314320" /><Relationship Type="http://schemas.openxmlformats.org/officeDocument/2006/relationships/image" Target="/ppt/media/image48.png" Id="R69d39f124e0249c4" /><Relationship Type="http://schemas.openxmlformats.org/officeDocument/2006/relationships/image" Target="/ppt/media/image49.png" Id="Re2e02d588ab4458a" /><Relationship Type="http://schemas.openxmlformats.org/officeDocument/2006/relationships/image" Target="/ppt/media/image50.png" Id="R5798437d0600494f" /><Relationship Type="http://schemas.openxmlformats.org/officeDocument/2006/relationships/notesSlide" Target="/ppt/notesSlides/notesSlide25.xml" Id="R59b048b7f2b24c5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2682e54cd4544bf" /><Relationship Type="http://schemas.openxmlformats.org/officeDocument/2006/relationships/image" Target="/ppt/media/image51.png" Id="R8b37e14362b349c4" /><Relationship Type="http://schemas.openxmlformats.org/officeDocument/2006/relationships/image" Target="/ppt/media/image52.png" Id="Rbb82c32df7a242c8" /><Relationship Type="http://schemas.openxmlformats.org/officeDocument/2006/relationships/notesSlide" Target="/ppt/notesSlides/notesSlide26.xml" Id="Rf3db665c96174bb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4551bcc39404844" /><Relationship Type="http://schemas.openxmlformats.org/officeDocument/2006/relationships/image" Target="/ppt/media/image53.png" Id="Rfdc3c3fe67474bb4" /><Relationship Type="http://schemas.openxmlformats.org/officeDocument/2006/relationships/notesSlide" Target="/ppt/notesSlides/notesSlide27.xml" Id="R1d6dfbf2cce74af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b6fff999417497f" /><Relationship Type="http://schemas.openxmlformats.org/officeDocument/2006/relationships/image" Target="/ppt/media/image54.png" Id="Rf4389446d5704ebf" /><Relationship Type="http://schemas.openxmlformats.org/officeDocument/2006/relationships/image" Target="/ppt/media/image55.png" Id="R279f3f2ac19f4f1f" /><Relationship Type="http://schemas.openxmlformats.org/officeDocument/2006/relationships/notesSlide" Target="/ppt/notesSlides/notesSlide28.xml" Id="R1eb016fb79e24b6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22ce9659ef34274" /><Relationship Type="http://schemas.openxmlformats.org/officeDocument/2006/relationships/image" Target="/ppt/media/image56.png" Id="R0633a8a669fc48f4" /><Relationship Type="http://schemas.openxmlformats.org/officeDocument/2006/relationships/image" Target="/ppt/media/image57.png" Id="Rd0e8b8d0f63b4150" /><Relationship Type="http://schemas.openxmlformats.org/officeDocument/2006/relationships/image" Target="/ppt/media/image58.png" Id="R242278878d264c27" /><Relationship Type="http://schemas.openxmlformats.org/officeDocument/2006/relationships/notesSlide" Target="/ppt/notesSlides/notesSlide29.xml" Id="Raec6eb332e4a492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11ae43c388d427d" /><Relationship Type="http://schemas.openxmlformats.org/officeDocument/2006/relationships/image" Target="/ppt/media/image59.png" Id="R0530f5f1cfb049a5" /><Relationship Type="http://schemas.openxmlformats.org/officeDocument/2006/relationships/notesSlide" Target="/ppt/notesSlides/notesSlide30.xml" Id="R11cb14af212b480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ac1e9a731564eb8" /><Relationship Type="http://schemas.openxmlformats.org/officeDocument/2006/relationships/image" Target="/ppt/media/image60.png" Id="R703b23032ad14526" /><Relationship Type="http://schemas.openxmlformats.org/officeDocument/2006/relationships/notesSlide" Target="/ppt/notesSlides/notesSlide31.xml" Id="R427a35abffa64e7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d23e815f7764cb1" /><Relationship Type="http://schemas.openxmlformats.org/officeDocument/2006/relationships/image" Target="/ppt/media/image61.png" Id="Ree8c907343824dda" /><Relationship Type="http://schemas.openxmlformats.org/officeDocument/2006/relationships/image" Target="/ppt/media/image62.png" Id="Rb14a66c746a948e9" /><Relationship Type="http://schemas.openxmlformats.org/officeDocument/2006/relationships/image" Target="/ppt/media/image63.png" Id="R63c6791f28064c01" /><Relationship Type="http://schemas.openxmlformats.org/officeDocument/2006/relationships/image" Target="/ppt/media/image64.png" Id="R1a8ace4859cc43cd" /><Relationship Type="http://schemas.openxmlformats.org/officeDocument/2006/relationships/image" Target="/ppt/media/image65.png" Id="Rc9da575f70964271" /><Relationship Type="http://schemas.openxmlformats.org/officeDocument/2006/relationships/notesSlide" Target="/ppt/notesSlides/notesSlide32.xml" Id="Rb9a1b4c803e64be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60980ffae9845d9" /><Relationship Type="http://schemas.openxmlformats.org/officeDocument/2006/relationships/image" Target="/ppt/media/image66.png" Id="Rab45759d2d324b2b" /><Relationship Type="http://schemas.openxmlformats.org/officeDocument/2006/relationships/image" Target="/ppt/media/image67.png" Id="R9ef402d9d2ef45f1" /><Relationship Type="http://schemas.openxmlformats.org/officeDocument/2006/relationships/image" Target="/ppt/media/image68.png" Id="R473f8e21f6404c04" /><Relationship Type="http://schemas.openxmlformats.org/officeDocument/2006/relationships/notesSlide" Target="/ppt/notesSlides/notesSlide33.xml" Id="Rc489f160b003461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a41d087516a45aa" /><Relationship Type="http://schemas.openxmlformats.org/officeDocument/2006/relationships/image" Target="/ppt/media/image69.png" Id="Rd445483a1edd41f4" /><Relationship Type="http://schemas.openxmlformats.org/officeDocument/2006/relationships/notesSlide" Target="/ppt/notesSlides/notesSlide34.xml" Id="Reb5be7d1cecf435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3bf7c6c3c234bf7" /><Relationship Type="http://schemas.openxmlformats.org/officeDocument/2006/relationships/image" Target="/ppt/media/image70.png" Id="Re0b0d4c990354784" /><Relationship Type="http://schemas.openxmlformats.org/officeDocument/2006/relationships/notesSlide" Target="/ppt/notesSlides/notesSlide35.xml" Id="R53d8b7d35af74c4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0e5350dc9134bed" /><Relationship Type="http://schemas.openxmlformats.org/officeDocument/2006/relationships/image" Target="/ppt/media/image71.png" Id="R6066a68155514056" /><Relationship Type="http://schemas.openxmlformats.org/officeDocument/2006/relationships/notesSlide" Target="/ppt/notesSlides/notesSlide36.xml" Id="R27f7c1d5c0624eb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bd4056a3e084601" /><Relationship Type="http://schemas.openxmlformats.org/officeDocument/2006/relationships/image" Target="/ppt/media/image72.png" Id="Rdbf9f6f236694615" /><Relationship Type="http://schemas.openxmlformats.org/officeDocument/2006/relationships/notesSlide" Target="/ppt/notesSlides/notesSlide37.xml" Id="Rb102b34446654ca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cf7149eb8154e4e" /><Relationship Type="http://schemas.openxmlformats.org/officeDocument/2006/relationships/image" Target="/ppt/media/image73.png" Id="Redeb5a9914b346f0" /><Relationship Type="http://schemas.openxmlformats.org/officeDocument/2006/relationships/notesSlide" Target="/ppt/notesSlides/notesSlide38.xml" Id="R890d82367bcd427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faea13843434c16" /><Relationship Type="http://schemas.openxmlformats.org/officeDocument/2006/relationships/image" Target="/ppt/media/image74.png" Id="R3006e18c4ba548b1" /><Relationship Type="http://schemas.openxmlformats.org/officeDocument/2006/relationships/notesSlide" Target="/ppt/notesSlides/notesSlide39.xml" Id="R92df25e7e4ca4be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158be996a224689" /><Relationship Type="http://schemas.openxmlformats.org/officeDocument/2006/relationships/image" Target="/ppt/media/image75.png" Id="R216acaec11cb4d51" /><Relationship Type="http://schemas.openxmlformats.org/officeDocument/2006/relationships/notesSlide" Target="/ppt/notesSlides/notesSlide40.xml" Id="R251692d60bdb4ec2"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233702B8-2AD2-4418-9C9F-88B01D9E6BD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755921A5-90AD-4A0C-A785-9A73A2FE754C}"/>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B8F3AE8D-C763-46A5-AE7F-FA673B607813}"/>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AA3ABAB8-0D12-4A2E-986B-B28E5F4EB56F}"/>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E8817E5F-4878-47BC-A680-5CFF7107B3E3}"/>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2A68CBDE-C571-48C2-8A0A-69670DF807FA}"/>
              </a:ext>
            </a:extLst>
          </p:cNvPr>
          <p:cNvPicPr>
            <a:picLocks xmlns:a="http://schemas.openxmlformats.org/drawingml/2006/main" noChangeAspect="1"/>
          </p:cNvPicPr>
          <p:nvPr/>
        </p:nvPicPr>
        <p:blipFill>
          <a:blip xmlns:r="http://schemas.openxmlformats.org/officeDocument/2006/relationships" xmlns:a="http://schemas.openxmlformats.org/drawingml/2006/main" r:embed="R53bfbb58354a48f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CEF5B88-FDEE-41E5-B53C-C3C5417BE3AD}"/>
              </a:ext>
            </a:extLst>
          </p:cNvPr>
          <p:cNvPicPr>
            <a:picLocks xmlns:a="http://schemas.openxmlformats.org/drawingml/2006/main" noChangeAspect="1"/>
          </p:cNvPicPr>
          <p:nvPr/>
        </p:nvPicPr>
        <p:blipFill>
          <a:blip xmlns:r="http://schemas.openxmlformats.org/officeDocument/2006/relationships" xmlns:a="http://schemas.openxmlformats.org/drawingml/2006/main" r:embed="Rc527ca7cd74f4326"/>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3C074D4A-3F1A-4DC4-AEA2-5E743102461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4181930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14B2BF0-DF83-4B9A-830F-EBF714667171}"/>
              </a:ext>
            </a:extLst>
          </p:cNvPr>
          <p:cNvPicPr>
            <a:picLocks xmlns:a="http://schemas.openxmlformats.org/drawingml/2006/main" noChangeAspect="1"/>
          </p:cNvPicPr>
          <p:nvPr/>
        </p:nvPicPr>
        <p:blipFill>
          <a:blip xmlns:r="http://schemas.openxmlformats.org/officeDocument/2006/relationships" xmlns:a="http://schemas.openxmlformats.org/drawingml/2006/main" r:embed="R12196fb3ea4f400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85D4402-B1C5-47BD-AB38-43B066609B1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2677D7-3008-410C-A6B2-F611F4C9F50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1F87D763-D9F9-4310-B97A-EB6290D5F40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6C8CBCD-A7C0-4553-A444-D4F29EE9490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795FC8F7-4EBF-4305-9BDA-07C6AA35911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F0F74BCD-5765-44F7-B854-F14EABA345A6}"/>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FB325100-ADE3-40D9-9ACA-798304699A0E}"/>
              </a:ext>
            </a:extLst>
          </p:cNvPr>
          <p:cNvPicPr>
            <a:picLocks xmlns:a="http://schemas.openxmlformats.org/drawingml/2006/main" noChangeAspect="1"/>
          </p:cNvPicPr>
          <p:nvPr/>
        </p:nvPicPr>
        <p:blipFill>
          <a:blip xmlns:r="http://schemas.openxmlformats.org/officeDocument/2006/relationships" xmlns:a="http://schemas.openxmlformats.org/drawingml/2006/main" r:embed="R2dba8b1f0e024136"/>
          <a:srcRect xmlns:a="http://schemas.openxmlformats.org/drawingml/2006/main" l="12000" t="0" r="12000" b="24000"/>
          <a:stretch xmlns:a="http://schemas.openxmlformats.org/drawingml/2006/main"/>
        </p:blipFill>
        <p:spPr>
          <a:xfrm xmlns:a="http://schemas.openxmlformats.org/drawingml/2006/main">
            <a:off x="2381250" y="4514850"/>
            <a:ext cx="13525500" cy="5191125"/>
          </a:xfrm>
          <a:prstGeom xmlns:a="http://schemas.openxmlformats.org/drawingml/2006/main" prst="rect">
            <a:avLst/>
          </a:prstGeom>
        </p:spPr>
      </p:pic>
    </p:spTree>
    <p:extLst>
      <p:ext uri="{BB962C8B-B14F-4D97-AF65-F5344CB8AC3E}">
        <p14:creationId xmlns:p14="http://schemas.microsoft.com/office/powerpoint/2010/main" val="5751261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F5692E9-EBAC-4454-A421-CBC846D7CA18}"/>
              </a:ext>
            </a:extLst>
          </p:cNvPr>
          <p:cNvPicPr>
            <a:picLocks xmlns:a="http://schemas.openxmlformats.org/drawingml/2006/main" noChangeAspect="1"/>
          </p:cNvPicPr>
          <p:nvPr/>
        </p:nvPicPr>
        <p:blipFill>
          <a:blip xmlns:r="http://schemas.openxmlformats.org/officeDocument/2006/relationships" xmlns:a="http://schemas.openxmlformats.org/drawingml/2006/main" r:embed="R26807d29c84d484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641FAF-7E25-48FE-9687-1633204FC71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F8CBDF-5753-4304-8A97-E076B21AB1FF}"/>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F84258A6-A22D-4977-8F3C-1670FB23F817}"/>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B0AC629C-B203-4E09-8813-3F06E0D80749}"/>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44FC0180-28EE-4D08-AE5F-C4480267649A}"/>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1E599D0A-BA42-48B9-80F5-F2A67EF57D19}"/>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8C8DD18B-BA37-424A-970E-06F95D09EBC3}"/>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72A62EC4-2182-4A0B-A2FA-7EDBA48709D5}"/>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12DAB4BC-1458-4055-A620-EECD447CC48A}"/>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064CAC37-3B70-4983-9C54-1AFED9F1B25B}"/>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32A5DE2A-36F3-4F0C-A494-A5FCBC64C02B}"/>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D432438C-98B6-4A33-AF09-DF290C91C91F}"/>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7226AD5F-08C7-4D00-AC84-F6B267843BAF}"/>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85B3D5B5-C5C4-4953-89B1-9975D008EF5E}"/>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2420588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4760C63-7551-4510-B2A2-9FD7F67D2CD6}"/>
              </a:ext>
            </a:extLst>
          </p:cNvPr>
          <p:cNvPicPr>
            <a:picLocks xmlns:a="http://schemas.openxmlformats.org/drawingml/2006/main" noChangeAspect="1"/>
          </p:cNvPicPr>
          <p:nvPr/>
        </p:nvPicPr>
        <p:blipFill>
          <a:blip xmlns:r="http://schemas.openxmlformats.org/officeDocument/2006/relationships" xmlns:a="http://schemas.openxmlformats.org/drawingml/2006/main" r:embed="R4e237c566e21442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2B851E-D44A-4217-92F9-2865CA42C80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8A69358-CBE9-4038-AB7D-AAE37FE43F50}"/>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70427B54-228E-4196-9370-ECC0BA2AA066}"/>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A4741D4-7D36-4BA3-AD3F-C290B67C4A9E}"/>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AE1F8DCA-FAB6-47D4-9B0F-46674EA90EC8}"/>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4B0260C8-C21F-4D82-BE17-273D0C841845}"/>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292D821E-DD7F-45F9-AF06-6621ADECADA8}"/>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F8F7DD9-0266-4E1D-B7CD-135A8694BD03}"/>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483FF63D-0A5C-41FB-92BD-C8F994655DC0}"/>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BDF0FDBC-6E85-4B44-8BF0-D619DAFD7EA0}"/>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C45F0D8-900B-4C1D-B347-7C50CDE0DF26}"/>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88D8CA47-259C-4581-A809-AC83F057E477}"/>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BC3AF2B1-AA77-4A9E-8256-6090AA06FCB2}"/>
              </a:ext>
            </a:extLst>
          </p:cNvPr>
          <p:cNvPicPr>
            <a:picLocks xmlns:a="http://schemas.openxmlformats.org/drawingml/2006/main" noChangeAspect="1"/>
          </p:cNvPicPr>
          <p:nvPr/>
        </p:nvPicPr>
        <p:blipFill>
          <a:blip xmlns:r="http://schemas.openxmlformats.org/officeDocument/2006/relationships" xmlns:a="http://schemas.openxmlformats.org/drawingml/2006/main" r:embed="Raaf09803dfb64eef"/>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698895810"/>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679E6331-C7B1-4880-ADE0-A374238E166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3F86D55-2353-4E63-9267-429FB13EC694}"/>
              </a:ext>
            </a:extLst>
          </p:cNvPr>
          <p:cNvPicPr>
            <a:picLocks xmlns:a="http://schemas.openxmlformats.org/drawingml/2006/main" noChangeAspect="1"/>
          </p:cNvPicPr>
          <p:nvPr/>
        </p:nvPicPr>
        <p:blipFill>
          <a:blip xmlns:r="http://schemas.openxmlformats.org/officeDocument/2006/relationships" xmlns:a="http://schemas.openxmlformats.org/drawingml/2006/main" r:embed="R55851cdce4fe419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91F6E6FE-3D50-4152-81A9-3DCA3F8F97A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7EB49DCD-0401-4CCA-8826-CF3F3E08588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06373D10-8DC3-4FD8-8845-4FDBDB97C2D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3A9769FB-ADC9-4761-A269-0393FB7B13A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20301833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36F258E-8793-43BD-8DA7-342B715ACAAA}"/>
              </a:ext>
            </a:extLst>
          </p:cNvPr>
          <p:cNvPicPr>
            <a:picLocks xmlns:a="http://schemas.openxmlformats.org/drawingml/2006/main" noChangeAspect="1"/>
          </p:cNvPicPr>
          <p:nvPr/>
        </p:nvPicPr>
        <p:blipFill>
          <a:blip xmlns:r="http://schemas.openxmlformats.org/officeDocument/2006/relationships" xmlns:a="http://schemas.openxmlformats.org/drawingml/2006/main" r:embed="Ra7644e67e5d342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BC9A8CA-099D-4A7A-AFB4-B8629F9FD8F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47958AE-1B75-4264-8E4A-C820EBCFE76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6040DC6-198A-4F6C-8965-F75E4E9F529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7005BE2-4749-432E-97F3-E1BD6B0C6F1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D21BCF2-A3D3-47AD-80AE-FD9214D3B332}"/>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397D68CF-337E-4AE5-821B-04D4952DAB22}"/>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13769158-B7C9-43FB-8F5C-FFF0DD216C8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B62A02F0-6403-49BD-A7C6-2F5403F43E6D}"/>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0B28AEC8-A90E-4E2F-8B09-9E812865527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A6398C74-75D2-404D-8713-8F40CE92332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EB374D07-AD93-46BE-AC05-B65FF205B76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9569092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395FE3D-9DDB-4B1A-8FDC-30FD4A387D1B}"/>
              </a:ext>
            </a:extLst>
          </p:cNvPr>
          <p:cNvPicPr>
            <a:picLocks xmlns:a="http://schemas.openxmlformats.org/drawingml/2006/main" noChangeAspect="1"/>
          </p:cNvPicPr>
          <p:nvPr/>
        </p:nvPicPr>
        <p:blipFill>
          <a:blip xmlns:r="http://schemas.openxmlformats.org/officeDocument/2006/relationships" xmlns:a="http://schemas.openxmlformats.org/drawingml/2006/main" r:embed="R05db4d6bb53246a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58A4913-7D7F-4ED1-86AF-4B480F561CD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42D4DDB-28A5-417A-A5E7-DC6C73428EB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DF55883-301C-47BD-809B-11549DE68C0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6E99548-37C0-41DE-BCD1-EFC1802BD10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B8700E7-60E0-486F-ABBB-0798C0EE60D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BB81B1C8-5203-4E16-81D4-E0CEAF687AC5}"/>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A93F82F2-B4EA-492C-A05D-885125E978B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4271E3AB-4527-49C8-9531-A691425CF60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8142EE6F-41EE-472B-94F4-9B656A46AC3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34236202-811B-436D-9AC3-9412B8A57B5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842CB19E-7E21-4210-8299-26C37980D2D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C6A68656-DD29-449A-8E15-15F2F8D137DC}"/>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4523870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47A6972D-0BDD-4715-9D18-84D0994FC1F4}"/>
              </a:ext>
            </a:extLst>
          </p:cNvPr>
          <p:cNvPicPr>
            <a:picLocks xmlns:a="http://schemas.openxmlformats.org/drawingml/2006/main" noChangeAspect="1"/>
          </p:cNvPicPr>
          <p:nvPr/>
        </p:nvPicPr>
        <p:blipFill>
          <a:blip xmlns:r="http://schemas.openxmlformats.org/officeDocument/2006/relationships" xmlns:a="http://schemas.openxmlformats.org/drawingml/2006/main" r:embed="Rac503dd669d6410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F142D7-4C8D-482F-8235-F89843F28D5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C3BDF9B-5163-4F20-B97A-083BCA434DB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6283494-3DD3-491B-AC0E-9486503ACCD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DF4AD74-DF83-45D7-94E6-C2268B1DDA6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5D49EBF8-B4F0-41E8-9D21-BB810EBEF972}"/>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322E7EBD-5256-4F17-A718-21B6EE82DD23}"/>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C65EF3D5-C74C-47EB-A8B7-A7CE2EBA8B11}"/>
              </a:ext>
            </a:extLst>
          </p:cNvPr>
          <p:cNvPicPr>
            <a:picLocks xmlns:a="http://schemas.openxmlformats.org/drawingml/2006/main" noChangeAspect="1"/>
          </p:cNvPicPr>
          <p:nvPr/>
        </p:nvPicPr>
        <p:blipFill>
          <a:blip xmlns:r="http://schemas.openxmlformats.org/officeDocument/2006/relationships" xmlns:a="http://schemas.openxmlformats.org/drawingml/2006/main" r:embed="R0b1b88ec3587418f"/>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61059966-8643-4DF6-8412-84C8E69D0840}"/>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7D3F75C2-DCFF-4E4D-B172-CDFB633A38A1}"/>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BB3595E4-64D0-4E0C-A6AD-6DB2EEAF50EE}"/>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BF295551-ECB8-4EF5-8458-A0D9AF19FEBE}"/>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BDF48F3C-1FF3-4408-A4D7-C03F3CCAC454}"/>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A27C3BE0-20D7-4225-B838-8E0CE3D1DE06}"/>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4C373849-BF70-42F4-98EA-8E6307172924}"/>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2C7245A6-375A-43C4-ABE1-73C5DF1A067D}"/>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532535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F368B30-A3AB-427F-9E0E-4D05B16D2D86}"/>
              </a:ext>
            </a:extLst>
          </p:cNvPr>
          <p:cNvPicPr>
            <a:picLocks xmlns:a="http://schemas.openxmlformats.org/drawingml/2006/main" noChangeAspect="1"/>
          </p:cNvPicPr>
          <p:nvPr/>
        </p:nvPicPr>
        <p:blipFill>
          <a:blip xmlns:r="http://schemas.openxmlformats.org/officeDocument/2006/relationships" xmlns:a="http://schemas.openxmlformats.org/drawingml/2006/main" r:embed="Rc1d753179498433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500EB39-B356-4BCA-871B-246CDFCABB8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22D5F3C-54A4-4F21-AF76-FBE47C2F6DA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1060C09-E44C-4DF6-A78C-947CD9CB47E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44C639F-3212-40E0-81EA-11C14D93546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9BA5286-8809-4D70-BD85-B0B7E81EAE7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B79AA344-FF22-49D6-8725-12B9384AAF00}"/>
              </a:ext>
            </a:extLst>
          </p:cNvPr>
          <p:cNvPicPr>
            <a:picLocks xmlns:a="http://schemas.openxmlformats.org/drawingml/2006/main" noChangeAspect="1"/>
          </p:cNvPicPr>
          <p:nvPr/>
        </p:nvPicPr>
        <p:blipFill>
          <a:blip xmlns:r="http://schemas.openxmlformats.org/officeDocument/2006/relationships" xmlns:a="http://schemas.openxmlformats.org/drawingml/2006/main" r:embed="R0a2d3c637954423a"/>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E7FC891-D8A8-4BA8-BE8F-2FF7D3DD8EB6}"/>
              </a:ext>
            </a:extLst>
          </p:cNvPr>
          <p:cNvPicPr>
            <a:picLocks xmlns:a="http://schemas.openxmlformats.org/drawingml/2006/main" noChangeAspect="1"/>
          </p:cNvPicPr>
          <p:nvPr/>
        </p:nvPicPr>
        <p:blipFill>
          <a:blip xmlns:r="http://schemas.openxmlformats.org/officeDocument/2006/relationships" xmlns:a="http://schemas.openxmlformats.org/drawingml/2006/main" r:embed="R5943668bd8ef4745"/>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C4E2938A-8475-4055-958D-9738A9681806}"/>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BD3392F1-BCAD-4946-8350-C8CB72A49031}"/>
              </a:ext>
            </a:extLst>
          </p:cNvPr>
          <p:cNvPicPr>
            <a:picLocks xmlns:a="http://schemas.openxmlformats.org/drawingml/2006/main" noChangeAspect="1"/>
          </p:cNvPicPr>
          <p:nvPr/>
        </p:nvPicPr>
        <p:blipFill>
          <a:blip xmlns:r="http://schemas.openxmlformats.org/officeDocument/2006/relationships" xmlns:a="http://schemas.openxmlformats.org/drawingml/2006/main" r:embed="R00d92091c902495b"/>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D7A4E101-2A2B-4234-B56D-3F9708E000DC}"/>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32D99D66-BD22-4410-AFE4-899DCFE16295}"/>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2327857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C76F310-99CA-4226-910B-83281E87E824}"/>
              </a:ext>
            </a:extLst>
          </p:cNvPr>
          <p:cNvPicPr>
            <a:picLocks xmlns:a="http://schemas.openxmlformats.org/drawingml/2006/main" noChangeAspect="1"/>
          </p:cNvPicPr>
          <p:nvPr/>
        </p:nvPicPr>
        <p:blipFill>
          <a:blip xmlns:r="http://schemas.openxmlformats.org/officeDocument/2006/relationships" xmlns:a="http://schemas.openxmlformats.org/drawingml/2006/main" r:embed="Rb5424149e93743e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C3911E7-9E8D-49D2-AF26-8C9C0293A7A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CF952F-57C1-4C5B-AB35-BE9415C0DFC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C0569AA-C465-4428-8962-39963B212C3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CA26A17-3AB6-4147-89A2-6F8D07AE824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9FDAC56-68FF-4753-A5AD-E5813C4889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BB8BE196-7247-4ACB-91F3-61F4DD2A217D}"/>
              </a:ext>
            </a:extLst>
          </p:cNvPr>
          <p:cNvPicPr>
            <a:picLocks xmlns:a="http://schemas.openxmlformats.org/drawingml/2006/main" noChangeAspect="1"/>
          </p:cNvPicPr>
          <p:nvPr/>
        </p:nvPicPr>
        <p:blipFill>
          <a:blip xmlns:r="http://schemas.openxmlformats.org/officeDocument/2006/relationships" xmlns:a="http://schemas.openxmlformats.org/drawingml/2006/main" r:embed="R6d229545b13f490b"/>
          <a:stretch xmlns:a="http://schemas.openxmlformats.org/drawingml/2006/main"/>
        </p:blipFill>
        <p:spPr>
          <a:xfrm xmlns:a="http://schemas.openxmlformats.org/drawingml/2006/main">
            <a:off x="2247900" y="4401025"/>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E8B1600-5090-46A6-848F-EC24B7841F3C}"/>
              </a:ext>
            </a:extLst>
          </p:cNvPr>
          <p:cNvPicPr>
            <a:picLocks xmlns:a="http://schemas.openxmlformats.org/drawingml/2006/main" noChangeAspect="1"/>
          </p:cNvPicPr>
          <p:nvPr/>
        </p:nvPicPr>
        <p:blipFill>
          <a:blip xmlns:r="http://schemas.openxmlformats.org/officeDocument/2006/relationships" xmlns:a="http://schemas.openxmlformats.org/drawingml/2006/main" r:embed="R45456510020a4986"/>
          <a:stretch xmlns:a="http://schemas.openxmlformats.org/drawingml/2006/main"/>
        </p:blipFill>
        <p:spPr>
          <a:xfrm xmlns:a="http://schemas.openxmlformats.org/drawingml/2006/main">
            <a:off x="2269578" y="6096000"/>
            <a:ext cx="8529145" cy="182880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42B1D7CD-C3FE-44BA-970D-4F5739705E3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8606FA7-4189-4848-87EA-13D5567E5D7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9918322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90F1282-92D8-4846-A5D3-0EC5D5CE0A1D}"/>
              </a:ext>
            </a:extLst>
          </p:cNvPr>
          <p:cNvPicPr>
            <a:picLocks xmlns:a="http://schemas.openxmlformats.org/drawingml/2006/main" noChangeAspect="1"/>
          </p:cNvPicPr>
          <p:nvPr/>
        </p:nvPicPr>
        <p:blipFill>
          <a:blip xmlns:r="http://schemas.openxmlformats.org/officeDocument/2006/relationships" xmlns:a="http://schemas.openxmlformats.org/drawingml/2006/main" r:embed="R3c2b64917ab74c8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52DDDD-183A-464B-9554-715F8BFBE34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3713B32-0E23-43A9-96BE-4F4D0D8C294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BFF5C05-7EE2-4A2B-A69E-7440CAF1F7D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BBADC30-030A-4A31-9D57-BF59B293998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87789409-6672-418E-9058-5605C8945A8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E98D8EFB-4375-4663-BA14-FC2E012C30B2}"/>
              </a:ext>
            </a:extLst>
          </p:cNvPr>
          <p:cNvPicPr>
            <a:picLocks xmlns:a="http://schemas.openxmlformats.org/drawingml/2006/main" noChangeAspect="1"/>
          </p:cNvPicPr>
          <p:nvPr/>
        </p:nvPicPr>
        <p:blipFill>
          <a:blip xmlns:r="http://schemas.openxmlformats.org/officeDocument/2006/relationships" xmlns:a="http://schemas.openxmlformats.org/drawingml/2006/main" r:embed="Rae74217e8e7e4613"/>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71EDB3A-C742-4A98-A9F4-5D1423C5616F}"/>
              </a:ext>
            </a:extLst>
          </p:cNvPr>
          <p:cNvPicPr>
            <a:picLocks xmlns:a="http://schemas.openxmlformats.org/drawingml/2006/main" noChangeAspect="1"/>
          </p:cNvPicPr>
          <p:nvPr/>
        </p:nvPicPr>
        <p:blipFill>
          <a:blip xmlns:r="http://schemas.openxmlformats.org/officeDocument/2006/relationships" xmlns:a="http://schemas.openxmlformats.org/drawingml/2006/main" r:embed="Rbdeed73aff354e76"/>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8A97D9C3-C5DB-4DD8-9E13-859FE660F9F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CF479A1-539E-4964-BA6A-A025E824EBD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9117254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032657C-6001-4F15-9BC6-8FB23508CA7F}"/>
              </a:ext>
            </a:extLst>
          </p:cNvPr>
          <p:cNvPicPr>
            <a:picLocks xmlns:a="http://schemas.openxmlformats.org/drawingml/2006/main" noChangeAspect="1"/>
          </p:cNvPicPr>
          <p:nvPr/>
        </p:nvPicPr>
        <p:blipFill>
          <a:blip xmlns:r="http://schemas.openxmlformats.org/officeDocument/2006/relationships" xmlns:a="http://schemas.openxmlformats.org/drawingml/2006/main" r:embed="R22e2d78ebb6449d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5F84084-956D-4926-847B-0BDA220CBBB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8902838-0F3F-4706-9AC5-82C400A4AC2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D363D6A-F3AA-4B9C-A6C0-E7560688CDA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283E610-EE95-4026-9723-213630C2989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31A112CA-8FE6-4C30-B9F0-A8C9ECBCB4F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1DB37FE9-3266-4D3A-85D6-1161D4371716}"/>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A8EFFD3-A7F7-46A9-BAB1-30AB27FEFE0C}"/>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B94060B-6004-400C-9999-92B8F7729726}"/>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ED32555-7112-4CF2-807F-9CCC4D2B0A84}"/>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D0552ED-D4C7-429A-846D-75391ACBDF23}"/>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97564540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873A781C-FFEA-45CF-AE56-B5D1AC4ADA1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2593061F-4C2A-4EFF-B929-67889EA34B4B}"/>
              </a:ext>
            </a:extLst>
          </p:cNvPr>
          <p:cNvPicPr>
            <a:picLocks xmlns:a="http://schemas.openxmlformats.org/drawingml/2006/main" noChangeAspect="1"/>
          </p:cNvPicPr>
          <p:nvPr/>
        </p:nvPicPr>
        <p:blipFill>
          <a:blip xmlns:r="http://schemas.openxmlformats.org/officeDocument/2006/relationships" xmlns:a="http://schemas.openxmlformats.org/drawingml/2006/main" r:embed="R9d480f278b44452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9027C961-1FD3-4CB8-9723-4F6D7FD6490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031A7175-7645-4AEA-964C-CBEE0775462B}"/>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026E030E-2BF7-4639-B335-E1BB272DF66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184957AC-833F-4DC7-BD4D-A0533D0E7DD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123385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4DEED59-05BE-4E37-B324-9DE7B4D473BE}"/>
              </a:ext>
            </a:extLst>
          </p:cNvPr>
          <p:cNvPicPr>
            <a:picLocks xmlns:a="http://schemas.openxmlformats.org/drawingml/2006/main" noChangeAspect="1"/>
          </p:cNvPicPr>
          <p:nvPr/>
        </p:nvPicPr>
        <p:blipFill>
          <a:blip xmlns:r="http://schemas.openxmlformats.org/officeDocument/2006/relationships" xmlns:a="http://schemas.openxmlformats.org/drawingml/2006/main" r:embed="R5ff909cf1c23418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A2ECAE2-060E-4642-90B8-A12FAAD151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2DF08A4-BC7D-4D43-AB6B-A45F5619BD7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9A3A462-6747-4E42-96AA-DF8B702A32F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72827A6-B71D-477B-AB41-22570F082BB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078976D-39D2-4406-AA8D-73FB5195540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575C074F-095E-4729-A639-8B2A427D49FC}"/>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7FD61B8C-60D4-4797-B8D6-A7BD574CA8B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C4337C19-E158-4A95-BF3E-A124B2D4C1C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794413D-ADAC-4D73-8469-5C61033737C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CE73B07A-B193-4D90-94B5-2ED45216BE7B}"/>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C306AEB9-5EBA-47A6-A9C3-47E88747908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6797855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3594A7C-F212-45F8-889E-E516BDF3F075}"/>
              </a:ext>
            </a:extLst>
          </p:cNvPr>
          <p:cNvPicPr>
            <a:picLocks xmlns:a="http://schemas.openxmlformats.org/drawingml/2006/main" noChangeAspect="1"/>
          </p:cNvPicPr>
          <p:nvPr/>
        </p:nvPicPr>
        <p:blipFill>
          <a:blip xmlns:r="http://schemas.openxmlformats.org/officeDocument/2006/relationships" xmlns:a="http://schemas.openxmlformats.org/drawingml/2006/main" r:embed="Rf84867a42d384a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710EAD-093D-4EAA-B4F8-AE87D0CBCA9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5F97AA2-0FB9-429C-86DD-E4A5A38DBCE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608A3DC-84ED-4B7B-BE39-F2D5A50F62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88CC18F-40F3-4BD7-ADF5-D3E8952907D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A094E19-3E70-4846-ACB8-9D6CA7B2E16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0D6118C0-3106-40F5-ACE8-92A14A51F136}"/>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ED378C4E-34DA-4298-ADD1-5F0EADE54C17}"/>
              </a:ext>
            </a:extLst>
          </p:cNvPr>
          <p:cNvPicPr>
            <a:picLocks xmlns:a="http://schemas.openxmlformats.org/drawingml/2006/main" noChangeAspect="1"/>
          </p:cNvPicPr>
          <p:nvPr/>
        </p:nvPicPr>
        <p:blipFill>
          <a:blip xmlns:r="http://schemas.openxmlformats.org/officeDocument/2006/relationships" xmlns:a="http://schemas.openxmlformats.org/drawingml/2006/main" r:embed="R9307316b3f1745a3"/>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1537237-A741-4086-A462-3A48F30B5B61}"/>
              </a:ext>
            </a:extLst>
          </p:cNvPr>
          <p:cNvPicPr>
            <a:picLocks xmlns:a="http://schemas.openxmlformats.org/drawingml/2006/main" noChangeAspect="1"/>
          </p:cNvPicPr>
          <p:nvPr/>
        </p:nvPicPr>
        <p:blipFill>
          <a:blip xmlns:r="http://schemas.openxmlformats.org/officeDocument/2006/relationships" xmlns:a="http://schemas.openxmlformats.org/drawingml/2006/main" r:embed="R4db1a45c0eaa44f2"/>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D96F6BF-81F0-4269-B356-1832EBDA78AC}"/>
              </a:ext>
            </a:extLst>
          </p:cNvPr>
          <p:cNvPicPr>
            <a:picLocks xmlns:a="http://schemas.openxmlformats.org/drawingml/2006/main" noChangeAspect="1"/>
          </p:cNvPicPr>
          <p:nvPr/>
        </p:nvPicPr>
        <p:blipFill>
          <a:blip xmlns:r="http://schemas.openxmlformats.org/officeDocument/2006/relationships" xmlns:a="http://schemas.openxmlformats.org/drawingml/2006/main" r:embed="Rab258ce14bf74d42"/>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9242649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8D59B17-C6F5-472C-BEFF-29F86EF983C4}"/>
              </a:ext>
            </a:extLst>
          </p:cNvPr>
          <p:cNvPicPr>
            <a:picLocks xmlns:a="http://schemas.openxmlformats.org/drawingml/2006/main" noChangeAspect="1"/>
          </p:cNvPicPr>
          <p:nvPr/>
        </p:nvPicPr>
        <p:blipFill>
          <a:blip xmlns:r="http://schemas.openxmlformats.org/officeDocument/2006/relationships" xmlns:a="http://schemas.openxmlformats.org/drawingml/2006/main" r:embed="Rbdf01129f5b7409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1175AB-B6F9-48A8-B177-5C8188B16D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F34957C-6F2C-4D25-BAB0-A4DFF0BEB43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9F5BFA4-D77F-44F9-804D-2C61CF1DB46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0A2B07D-098C-4941-8C64-D12FF7AA75A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3B01C75-B651-4AC2-9988-7901A5AC552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A96CECE2-F61B-4802-AD8F-5433C98612F2}"/>
              </a:ext>
            </a:extLst>
          </p:cNvPr>
          <p:cNvPicPr>
            <a:picLocks xmlns:a="http://schemas.openxmlformats.org/drawingml/2006/main" noChangeAspect="1"/>
          </p:cNvPicPr>
          <p:nvPr/>
        </p:nvPicPr>
        <p:blipFill>
          <a:blip xmlns:r="http://schemas.openxmlformats.org/officeDocument/2006/relationships" xmlns:a="http://schemas.openxmlformats.org/drawingml/2006/main" r:embed="Rc3e005f5fe7c4bb2"/>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A53F5D0-529C-4E41-A983-1547911A7D65}"/>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849CB08D-75CF-41E6-B323-F329DA1DFB2C}"/>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3816EFAC-15B3-4D1F-90BD-6979532ECC2F}"/>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7508084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5BEA8B3-3B31-492F-B7D3-B76EAB6A9E47}"/>
              </a:ext>
            </a:extLst>
          </p:cNvPr>
          <p:cNvPicPr>
            <a:picLocks xmlns:a="http://schemas.openxmlformats.org/drawingml/2006/main" noChangeAspect="1"/>
          </p:cNvPicPr>
          <p:nvPr/>
        </p:nvPicPr>
        <p:blipFill>
          <a:blip xmlns:r="http://schemas.openxmlformats.org/officeDocument/2006/relationships" xmlns:a="http://schemas.openxmlformats.org/drawingml/2006/main" r:embed="R96f5edb1bd8a47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77BDDD-CD98-41F2-8291-34F769EEFE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056CAA8-AC4D-4123-B2EF-DC364D624C6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A33D830-A90E-44F1-9535-B831ECCDDAA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9072525-CCC6-4A8E-A0A6-F49CAAE6339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B43CA21-98D9-4757-BC99-F010D30185F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DB3AFE72-1514-4A1D-9E47-E54086FD40E2}"/>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52D87C88-93EE-47B9-BCC8-F4E89D4054A7}"/>
              </a:ext>
            </a:extLst>
          </p:cNvPr>
          <p:cNvPicPr>
            <a:picLocks xmlns:a="http://schemas.openxmlformats.org/drawingml/2006/main" noChangeAspect="1"/>
          </p:cNvPicPr>
          <p:nvPr/>
        </p:nvPicPr>
        <p:blipFill>
          <a:blip xmlns:r="http://schemas.openxmlformats.org/officeDocument/2006/relationships" xmlns:a="http://schemas.openxmlformats.org/drawingml/2006/main" r:embed="Re7c5935c7c7a4f5d"/>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731A22F9-1A66-4648-A16C-70C254965387}"/>
              </a:ext>
            </a:extLst>
          </p:cNvPr>
          <p:cNvPicPr>
            <a:picLocks xmlns:a="http://schemas.openxmlformats.org/drawingml/2006/main" noChangeAspect="1"/>
          </p:cNvPicPr>
          <p:nvPr/>
        </p:nvPicPr>
        <p:blipFill>
          <a:blip xmlns:r="http://schemas.openxmlformats.org/officeDocument/2006/relationships" xmlns:a="http://schemas.openxmlformats.org/drawingml/2006/main" r:embed="Rcee97783d7244e49"/>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15C02672-15BE-433B-B336-5D36C439D558}"/>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AB1C1EC2-29EA-4F90-B48E-EDE272B36447}"/>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18317477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FBA745BA-0E65-4152-AF18-4EB0CC5CDD64}"/>
              </a:ext>
            </a:extLst>
          </p:cNvPr>
          <p:cNvPicPr>
            <a:picLocks xmlns:a="http://schemas.openxmlformats.org/drawingml/2006/main" noChangeAspect="1"/>
          </p:cNvPicPr>
          <p:nvPr/>
        </p:nvPicPr>
        <p:blipFill>
          <a:blip xmlns:r="http://schemas.openxmlformats.org/officeDocument/2006/relationships" xmlns:a="http://schemas.openxmlformats.org/drawingml/2006/main" r:embed="R2eb7fc04f79b498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1479055-A121-4DD4-A1CA-9416A1C0A4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F656906-9862-4AC8-B56C-84844046FF2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F127C35-18E5-4B4E-B3D7-2EA7C9D3B56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9A7B8CF-E9F2-4D53-B034-9C1678988E3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CA7CC69-9FDF-4F2D-AD81-93DC3D76CCD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F78BAD84-064F-47A5-8910-F4DDDA995B07}"/>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FDADCE-F7E6-46B3-B089-6DFFDDB90998}"/>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14CAF3D-5072-44A6-BFB0-B4491AD35835}"/>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1D136B89-A9BB-4913-8CA2-85AB7DACB33C}"/>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D468A314-3B95-4A00-95DD-B5307BEF1BD4}"/>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CF8ECEAE-EA9D-4F78-99F8-BCACFB531D2C}"/>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EBE303-9DC0-425F-9AC6-79A8537F76C4}"/>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9A47C53-CF86-47A7-A7C5-911C7EBA0071}"/>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541AF14A-C87E-45B9-8C33-3408457FE3A3}"/>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ABF08733-F537-4B09-A682-20587925C362}"/>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BF801152-67F2-4F51-8CE8-52707D92B7B1}"/>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CB0303B-7CDB-4DC8-B0DC-E4B04453656B}"/>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3E2F04A6-A951-4B2D-A968-64782EBC4771}"/>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9B718C71-51F0-4DF2-93CE-10FE9C72AC58}"/>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A8C2D0F1-95B2-4E9D-98EA-C2FC6AC0F779}"/>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0F59DB8D-CE05-45B6-B793-ED8BC74818A0}"/>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95C273E-A0F8-4DCB-B28D-B2A290C2897A}"/>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24C833BF-A007-4DED-99FF-97EDC78867EB}"/>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4089F85A-802A-4AA5-A725-ABE6F65F07F0}"/>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2873F5DA-3DE1-41BF-9C12-6A2D290D54DD}"/>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2927215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482B74C-90C6-4F64-AB42-DB3C63FF9011}"/>
              </a:ext>
            </a:extLst>
          </p:cNvPr>
          <p:cNvPicPr>
            <a:picLocks xmlns:a="http://schemas.openxmlformats.org/drawingml/2006/main" noChangeAspect="1"/>
          </p:cNvPicPr>
          <p:nvPr/>
        </p:nvPicPr>
        <p:blipFill>
          <a:blip xmlns:r="http://schemas.openxmlformats.org/officeDocument/2006/relationships" xmlns:a="http://schemas.openxmlformats.org/drawingml/2006/main" r:embed="Rd476e1ca408c47a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2942BB1-445A-464C-BA19-63C56C85B22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4E5A594-64A6-498B-A657-E2C515D623F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99BC2A8-8B3C-42D4-B6FC-CE9017A7D27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3FD9BAA-1625-4105-87DF-6FD53AB4707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AC688EC-8F64-4918-89EC-F7AD7770D65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3F6FCB98-9E40-4394-9F80-CD4AC35FFF2D}"/>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F2D9A7CD-FF18-4645-BCAB-121BD978CCCB}"/>
              </a:ext>
            </a:extLst>
          </p:cNvPr>
          <p:cNvPicPr>
            <a:picLocks xmlns:a="http://schemas.openxmlformats.org/drawingml/2006/main" noChangeAspect="1"/>
          </p:cNvPicPr>
          <p:nvPr/>
        </p:nvPicPr>
        <p:blipFill>
          <a:blip xmlns:r="http://schemas.openxmlformats.org/officeDocument/2006/relationships" xmlns:a="http://schemas.openxmlformats.org/drawingml/2006/main" r:embed="R0fc12b4e0df94ad8"/>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8A9F8449-22CF-4DCE-8559-8586415CE002}"/>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9A8D62E9-04CC-450E-A6A3-1225A376321F}"/>
              </a:ext>
            </a:extLst>
          </p:cNvPr>
          <p:cNvPicPr>
            <a:picLocks xmlns:a="http://schemas.openxmlformats.org/drawingml/2006/main" noChangeAspect="1"/>
          </p:cNvPicPr>
          <p:nvPr/>
        </p:nvPicPr>
        <p:blipFill>
          <a:blip xmlns:r="http://schemas.openxmlformats.org/officeDocument/2006/relationships" xmlns:a="http://schemas.openxmlformats.org/drawingml/2006/main" r:embed="R40b684db66374b13"/>
          <a:stretch xmlns:a="http://schemas.openxmlformats.org/drawingml/2006/main"/>
        </p:blipFill>
        <p:spPr>
          <a:xfrm xmlns:a="http://schemas.openxmlformats.org/drawingml/2006/main">
            <a:off x="6961890" y="7362825"/>
            <a:ext cx="7602720" cy="1000125"/>
          </a:xfrm>
          <a:prstGeom xmlns:a="http://schemas.openxmlformats.org/drawingml/2006/main" prst="rect">
            <a:avLst/>
          </a:prstGeom>
        </p:spPr>
      </p:pic>
    </p:spTree>
    <p:extLst>
      <p:ext uri="{BB962C8B-B14F-4D97-AF65-F5344CB8AC3E}">
        <p14:creationId xmlns:p14="http://schemas.microsoft.com/office/powerpoint/2010/main" val="206631212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E87CCA3-A61E-4428-9A23-EF58A89AD2E5}"/>
              </a:ext>
            </a:extLst>
          </p:cNvPr>
          <p:cNvPicPr>
            <a:picLocks xmlns:a="http://schemas.openxmlformats.org/drawingml/2006/main" noChangeAspect="1"/>
          </p:cNvPicPr>
          <p:nvPr/>
        </p:nvPicPr>
        <p:blipFill>
          <a:blip xmlns:r="http://schemas.openxmlformats.org/officeDocument/2006/relationships" xmlns:a="http://schemas.openxmlformats.org/drawingml/2006/main" r:embed="Rb6e0f14968af46f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5B37833-3436-46D9-BAAC-98D2B8BAE37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FFA0E0B-2629-4256-9675-BFFA5F20829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59714F0-BBEA-48AC-A455-A18F8DC0F20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7FBB9DC-17E9-4B5C-B16F-863D04E777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B9C0A72-6502-454A-B943-508057005EC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8D5B68D1-0D68-4805-B9DA-C2F64E9C7643}"/>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28DC6506-A7D0-40CB-8EC9-DD345074CCEF}"/>
              </a:ext>
            </a:extLst>
          </p:cNvPr>
          <p:cNvPicPr>
            <a:picLocks xmlns:a="http://schemas.openxmlformats.org/drawingml/2006/main" noChangeAspect="1"/>
          </p:cNvPicPr>
          <p:nvPr/>
        </p:nvPicPr>
        <p:blipFill>
          <a:blip xmlns:r="http://schemas.openxmlformats.org/officeDocument/2006/relationships" xmlns:a="http://schemas.openxmlformats.org/drawingml/2006/main" r:embed="Rd3e7a56df71b4a36"/>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782834B-6092-483B-AA24-1A61DAC8F1A2}"/>
              </a:ext>
            </a:extLst>
          </p:cNvPr>
          <p:cNvPicPr>
            <a:picLocks xmlns:a="http://schemas.openxmlformats.org/drawingml/2006/main" noChangeAspect="1"/>
          </p:cNvPicPr>
          <p:nvPr/>
        </p:nvPicPr>
        <p:blipFill>
          <a:blip xmlns:r="http://schemas.openxmlformats.org/officeDocument/2006/relationships" xmlns:a="http://schemas.openxmlformats.org/drawingml/2006/main" r:embed="R4bbee25b90b84b4a"/>
          <a:stretch xmlns:a="http://schemas.openxmlformats.org/drawingml/2006/main"/>
        </p:blipFill>
        <p:spPr>
          <a:xfrm xmlns:a="http://schemas.openxmlformats.org/drawingml/2006/main">
            <a:off x="4628096" y="7048500"/>
            <a:ext cx="9050857" cy="1190625"/>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E0D9E6F3-997C-40E4-8311-75B0A485BB3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6FCB79BB-A08A-40B6-A9CC-E3766AC4E5E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51657877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84DC337-F0A4-49C4-8F96-DCCF5873F31C}"/>
              </a:ext>
            </a:extLst>
          </p:cNvPr>
          <p:cNvPicPr>
            <a:picLocks xmlns:a="http://schemas.openxmlformats.org/drawingml/2006/main" noChangeAspect="1"/>
          </p:cNvPicPr>
          <p:nvPr/>
        </p:nvPicPr>
        <p:blipFill>
          <a:blip xmlns:r="http://schemas.openxmlformats.org/officeDocument/2006/relationships" xmlns:a="http://schemas.openxmlformats.org/drawingml/2006/main" r:embed="Re86ce8ecd85f4f5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BCBC297-4358-4B89-A4DF-5B2D3B8F7B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153CEF-B622-49F5-A83E-6C1D87F318E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6814836-01DB-4838-9A34-56F1F64CA10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5B5FC38-A3CC-4319-A1E4-234B8426E16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54865F2-1280-4701-9333-DBE2CC04E7B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EFA4B7E7-7870-4E2B-9849-76B8A2B3CE02}"/>
              </a:ext>
            </a:extLst>
          </p:cNvPr>
          <p:cNvPicPr>
            <a:picLocks xmlns:a="http://schemas.openxmlformats.org/drawingml/2006/main" noChangeAspect="1"/>
          </p:cNvPicPr>
          <p:nvPr/>
        </p:nvPicPr>
        <p:blipFill>
          <a:blip xmlns:r="http://schemas.openxmlformats.org/officeDocument/2006/relationships" xmlns:a="http://schemas.openxmlformats.org/drawingml/2006/main" r:embed="R63ce69e7db9d4562"/>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953170C-0030-474C-A9E4-4C413A216D50}"/>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F2BC4D56-C688-4C84-BCD4-F5F0A5113202}"/>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0C50D92F-5469-45A1-91F6-80F895B0B218}"/>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6EBFA459-E178-4247-8AD0-337DFC354305}"/>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923522092"/>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ED7BCFB7-E72D-4AFC-B8A8-6D352FA8D59E}"/>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7519AC8-F530-4632-89EC-26327FD57D26}"/>
              </a:ext>
            </a:extLst>
          </p:cNvPr>
          <p:cNvPicPr>
            <a:picLocks xmlns:a="http://schemas.openxmlformats.org/drawingml/2006/main" noChangeAspect="1"/>
          </p:cNvPicPr>
          <p:nvPr/>
        </p:nvPicPr>
        <p:blipFill>
          <a:blip xmlns:r="http://schemas.openxmlformats.org/officeDocument/2006/relationships" xmlns:a="http://schemas.openxmlformats.org/drawingml/2006/main" r:embed="R236e0b83e33a44e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705BB316-9D62-48BD-8A5E-D2C4CF634D3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E30D4B07-7844-4B43-80A1-6CC925D8D45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F4782E5F-E55D-4685-BD37-4A94715BD79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DD52D51B-802E-4EB2-8CBC-66577E795BC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12090684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A796326-417C-4897-BA05-44FB6BB09AA7}"/>
              </a:ext>
            </a:extLst>
          </p:cNvPr>
          <p:cNvPicPr>
            <a:picLocks xmlns:a="http://schemas.openxmlformats.org/drawingml/2006/main" noChangeAspect="1"/>
          </p:cNvPicPr>
          <p:nvPr/>
        </p:nvPicPr>
        <p:blipFill>
          <a:blip xmlns:r="http://schemas.openxmlformats.org/officeDocument/2006/relationships" xmlns:a="http://schemas.openxmlformats.org/drawingml/2006/main" r:embed="Ra8a2e404856d4fe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529CDF1-F556-48A8-B412-8BD24BA2965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159F04C-7F90-45E8-9A21-DF0FA721082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9E97AAD-14BC-4D6C-BAAD-E3399F99AFD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A5CF76F-4875-45B5-91D5-15A4E888D17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1251B96-2997-4FE2-98AE-F64BFBD167D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2CFC877A-EF50-4D80-9D00-D7F39A3BDB3A}"/>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F33F0663-D1E3-4CA9-8D96-42261C0B4EB0}"/>
              </a:ext>
            </a:extLst>
          </p:cNvPr>
          <p:cNvPicPr>
            <a:picLocks xmlns:a="http://schemas.openxmlformats.org/drawingml/2006/main" noChangeAspect="1"/>
          </p:cNvPicPr>
          <p:nvPr/>
        </p:nvPicPr>
        <p:blipFill>
          <a:blip xmlns:r="http://schemas.openxmlformats.org/officeDocument/2006/relationships" xmlns:a="http://schemas.openxmlformats.org/drawingml/2006/main" r:embed="R46c801e7174746b9"/>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AE028BE5-D104-48FC-A294-B82326368D8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8890BF04-81E2-489F-917D-2BDC7E115F8B}"/>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BE0E0CC0-9436-47FF-B74E-6BCD8A1AC71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44B589A3-7013-47EA-848E-C87E1A70C8D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26051147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DF6BD32-8560-4F8B-8C9A-FB0C20F89B7E}"/>
              </a:ext>
            </a:extLst>
          </p:cNvPr>
          <p:cNvPicPr>
            <a:picLocks xmlns:a="http://schemas.openxmlformats.org/drawingml/2006/main" noChangeAspect="1"/>
          </p:cNvPicPr>
          <p:nvPr/>
        </p:nvPicPr>
        <p:blipFill>
          <a:blip xmlns:r="http://schemas.openxmlformats.org/officeDocument/2006/relationships" xmlns:a="http://schemas.openxmlformats.org/drawingml/2006/main" r:embed="R6df396fe4976496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3AF3259-9024-4FD2-B939-C4B0D2E6BD9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88282F-7C69-4E57-AF7D-8D2D522B1A6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C3FBA2B-BCCF-4266-9DE6-EAED3A2EE2C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D312F75-46AE-46C9-B58F-6A4E9B8C425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7628F458-CEF4-48E6-ADDF-B98CA7E9535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FF320355-E016-4705-9DBA-C48455910A37}"/>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F51511A9-52D8-4C26-B82D-15B9CB82B198}"/>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1CF5F57-7496-47BD-9C4F-452F43CD67FC}"/>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D57F59F-EC97-4419-8309-EAE59DF2C06B}"/>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84EDEEE-7CC2-402F-8227-44A9F2FD3484}"/>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2275D4C8-59D8-47BF-A994-DC550A8E2984}"/>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3069D71-0ECD-46F8-B1BF-2ED061D8396F}"/>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46092356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0753B09-305C-4A3F-9FB8-545AECBFB95E}"/>
              </a:ext>
            </a:extLst>
          </p:cNvPr>
          <p:cNvPicPr>
            <a:picLocks xmlns:a="http://schemas.openxmlformats.org/drawingml/2006/main" noChangeAspect="1"/>
          </p:cNvPicPr>
          <p:nvPr/>
        </p:nvPicPr>
        <p:blipFill>
          <a:blip xmlns:r="http://schemas.openxmlformats.org/officeDocument/2006/relationships" xmlns:a="http://schemas.openxmlformats.org/drawingml/2006/main" r:embed="R69d39f124e0249c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AB505AD-03F3-4DFF-82FE-5ACD9D0FD0E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EF64C3-F625-4C2F-8D0F-19F66FCF525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E39CD59-49A7-42BB-94E4-BAB972A07F5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FAC1A6E-4ADE-411B-9C2E-8FB6DABB8D8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6070712-EB26-4675-8A05-38CA8BBFD5D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CEBD651E-C753-43AF-855F-61B7BB61DD98}"/>
              </a:ext>
            </a:extLst>
          </p:cNvPr>
          <p:cNvPicPr>
            <a:picLocks xmlns:a="http://schemas.openxmlformats.org/drawingml/2006/main" noChangeAspect="1"/>
          </p:cNvPicPr>
          <p:nvPr/>
        </p:nvPicPr>
        <p:blipFill>
          <a:blip xmlns:r="http://schemas.openxmlformats.org/officeDocument/2006/relationships" xmlns:a="http://schemas.openxmlformats.org/drawingml/2006/main" r:embed="Re2e02d588ab4458a"/>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4CF3B93-CD95-4204-9FFD-C9D8E5489D14}"/>
              </a:ext>
            </a:extLst>
          </p:cNvPr>
          <p:cNvPicPr>
            <a:picLocks xmlns:a="http://schemas.openxmlformats.org/drawingml/2006/main" noChangeAspect="1"/>
          </p:cNvPicPr>
          <p:nvPr/>
        </p:nvPicPr>
        <p:blipFill>
          <a:blip xmlns:r="http://schemas.openxmlformats.org/officeDocument/2006/relationships" xmlns:a="http://schemas.openxmlformats.org/drawingml/2006/main" r:embed="R5798437d0600494f"/>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36710EC-78EC-4DC0-9ED8-B1B7DC21A46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378739F-0784-4B67-97BC-45285A5F29D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62447178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FD2006D-2498-4392-A7FB-CE57117108C1}"/>
              </a:ext>
            </a:extLst>
          </p:cNvPr>
          <p:cNvPicPr>
            <a:picLocks xmlns:a="http://schemas.openxmlformats.org/drawingml/2006/main" noChangeAspect="1"/>
          </p:cNvPicPr>
          <p:nvPr/>
        </p:nvPicPr>
        <p:blipFill>
          <a:blip xmlns:r="http://schemas.openxmlformats.org/officeDocument/2006/relationships" xmlns:a="http://schemas.openxmlformats.org/drawingml/2006/main" r:embed="R8b37e14362b349c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C07598-629D-4ACA-9F53-C536BB0ACFB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3C17224-1169-43BB-916C-544DE92C94C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44CB123-55F2-45DD-A192-EC09BACB3C0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1518547-9A5F-4A13-A734-E033F97A850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B049B4F-16CF-4B18-AF52-9E3FD3DA368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305FCEA2-8B6B-4326-968B-4D6726B277AE}"/>
              </a:ext>
            </a:extLst>
          </p:cNvPr>
          <p:cNvPicPr>
            <a:picLocks xmlns:a="http://schemas.openxmlformats.org/drawingml/2006/main" noChangeAspect="1"/>
          </p:cNvPicPr>
          <p:nvPr/>
        </p:nvPicPr>
        <p:blipFill>
          <a:blip xmlns:r="http://schemas.openxmlformats.org/officeDocument/2006/relationships" xmlns:a="http://schemas.openxmlformats.org/drawingml/2006/main" r:embed="Rbb82c32df7a242c8"/>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8411E2BF-72CC-47BB-B247-A6B8B0CFE63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C2E2ACB0-E8F3-44FF-80EF-4313FB9DEF4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58448709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4FC21C9-E944-425A-8110-CFDAD40B682C}"/>
              </a:ext>
            </a:extLst>
          </p:cNvPr>
          <p:cNvPicPr>
            <a:picLocks xmlns:a="http://schemas.openxmlformats.org/drawingml/2006/main" noChangeAspect="1"/>
          </p:cNvPicPr>
          <p:nvPr/>
        </p:nvPicPr>
        <p:blipFill>
          <a:blip xmlns:r="http://schemas.openxmlformats.org/officeDocument/2006/relationships" xmlns:a="http://schemas.openxmlformats.org/drawingml/2006/main" r:embed="Rfdc3c3fe67474bb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2F42CE0-3C4D-493D-B36D-7AEE5729119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49507C0-70BE-4D7D-B171-D8B2CA97A8F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82EC5BA-D097-4079-BCDC-8128E311362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4189421-BE49-432B-9075-3BE5EDABE88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B41FEE7-3DCA-4224-B53B-42E610A2A19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1AA40269-7574-4901-90B2-64DD278E58E2}"/>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522AF977-E55A-4418-825E-AFD75B9E8241}"/>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95A6ECB7-D604-43A1-AA96-EDAC09DE9DF1}"/>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ED7CB664-5CEF-4D83-B0B8-07E28CAF6A72}"/>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E135D294-0445-4D0B-A104-553156C951DE}"/>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80664883-BACC-4F2E-8ABC-FF66EA008B3F}"/>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0499648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0D4913B-CCD6-429E-A5FB-D6C2CB17109C}"/>
              </a:ext>
            </a:extLst>
          </p:cNvPr>
          <p:cNvPicPr>
            <a:picLocks xmlns:a="http://schemas.openxmlformats.org/drawingml/2006/main" noChangeAspect="1"/>
          </p:cNvPicPr>
          <p:nvPr/>
        </p:nvPicPr>
        <p:blipFill>
          <a:blip xmlns:r="http://schemas.openxmlformats.org/officeDocument/2006/relationships" xmlns:a="http://schemas.openxmlformats.org/drawingml/2006/main" r:embed="Rf4389446d5704eb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0E67781-BDD7-4830-86C9-E637145A9AB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5E8FA9-5280-4450-B432-7A4EF7EC154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EC140E3-1E31-46BE-952A-BAB1C7C1F69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7BFBD99-2A0F-4FBC-9FA0-A1750E22065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8725570-8E7E-4306-836C-9C18A793B38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F8D6C890-F968-472A-9C2C-3DCCD1B31DA4}"/>
              </a:ext>
            </a:extLst>
          </p:cNvPr>
          <p:cNvPicPr>
            <a:picLocks xmlns:a="http://schemas.openxmlformats.org/drawingml/2006/main" noChangeAspect="1"/>
          </p:cNvPicPr>
          <p:nvPr/>
        </p:nvPicPr>
        <p:blipFill>
          <a:blip xmlns:r="http://schemas.openxmlformats.org/officeDocument/2006/relationships" xmlns:a="http://schemas.openxmlformats.org/drawingml/2006/main" r:embed="R279f3f2ac19f4f1f"/>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E9C892CC-186E-4A25-8708-FDFA9FB43D43}"/>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DA7F7A5F-157B-40D8-BBD0-CB9442E3686C}"/>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C8E6919-04F3-4E04-9B7C-37555FC02270}"/>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9D661FC-67F4-48F8-BB61-FD29D88DAE61}"/>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F764009-08AC-40BB-833C-D0C70C898C52}"/>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667AEAC3-4B08-4DE0-A62E-63C81F32096C}"/>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A90C5799-5807-494C-8ACF-DFE4603E1EA0}"/>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0C32784F-9383-480A-B900-1C5C25F4E060}"/>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611BBC87-DB22-4273-8DBC-71AABEEF42FD}"/>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80600349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D2258ED-33F7-4172-B84E-58C57A5FE26D}"/>
              </a:ext>
            </a:extLst>
          </p:cNvPr>
          <p:cNvPicPr>
            <a:picLocks xmlns:a="http://schemas.openxmlformats.org/drawingml/2006/main" noChangeAspect="1"/>
          </p:cNvPicPr>
          <p:nvPr/>
        </p:nvPicPr>
        <p:blipFill>
          <a:blip xmlns:r="http://schemas.openxmlformats.org/officeDocument/2006/relationships" xmlns:a="http://schemas.openxmlformats.org/drawingml/2006/main" r:embed="R0633a8a669fc48f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D50136-6759-49E9-9751-11F7ED4A2D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42D5079-C4D9-4748-9267-361E4A92F18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1F36F5B-0B62-4BA9-A2E0-72CB72BBE3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072AA99-65FA-4883-9534-DDC9F10E087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45AB396-9D3B-4E2D-A6C9-971B530913F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5866C773-D8DA-4932-9C9D-A0D55E4EBD47}"/>
              </a:ext>
            </a:extLst>
          </p:cNvPr>
          <p:cNvPicPr>
            <a:picLocks xmlns:a="http://schemas.openxmlformats.org/drawingml/2006/main" noChangeAspect="1"/>
          </p:cNvPicPr>
          <p:nvPr/>
        </p:nvPicPr>
        <p:blipFill>
          <a:blip xmlns:r="http://schemas.openxmlformats.org/officeDocument/2006/relationships" xmlns:a="http://schemas.openxmlformats.org/drawingml/2006/main" r:embed="Rd0e8b8d0f63b4150"/>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C186172-B330-472B-9C6C-CEE0A832A4EC}"/>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65402DE4-02BA-4E8A-ACF1-ECD8061D8DA1}"/>
              </a:ext>
            </a:extLst>
          </p:cNvPr>
          <p:cNvPicPr>
            <a:picLocks xmlns:a="http://schemas.openxmlformats.org/drawingml/2006/main" noChangeAspect="1"/>
          </p:cNvPicPr>
          <p:nvPr/>
        </p:nvPicPr>
        <p:blipFill>
          <a:blip xmlns:r="http://schemas.openxmlformats.org/officeDocument/2006/relationships" xmlns:a="http://schemas.openxmlformats.org/drawingml/2006/main" r:embed="R242278878d264c27"/>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95F58CD1-CAD3-4CBF-95C8-7CDB7141ABC9}"/>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135ABC6A-74EF-4E69-85CB-259245B00000}"/>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B43DAB74-1E6B-4502-B0A1-F9DA9D2B7EB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11BDD7EF-D856-44DB-BE21-553C049E308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00830210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C7E9083-DA84-4F3B-8363-E3B2D2B17E43}"/>
              </a:ext>
            </a:extLst>
          </p:cNvPr>
          <p:cNvPicPr>
            <a:picLocks xmlns:a="http://schemas.openxmlformats.org/drawingml/2006/main" noChangeAspect="1"/>
          </p:cNvPicPr>
          <p:nvPr/>
        </p:nvPicPr>
        <p:blipFill>
          <a:blip xmlns:r="http://schemas.openxmlformats.org/officeDocument/2006/relationships" xmlns:a="http://schemas.openxmlformats.org/drawingml/2006/main" r:embed="R0530f5f1cfb049a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732A963-2754-4C78-A697-676B7E8E437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42FAC9D-7BAD-4EED-A663-320B0D14D8C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CFDBB2B-0C70-43B6-9321-5B7A4FBFA74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D25246F-C4EA-44ED-A1CA-62AB3C9A54C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C6B21BC-F574-4CD9-BDE8-89AAC59B16D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2B8AE0A9-AD1E-4ABB-9F67-D2C698AFA87A}"/>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2CF0419-D8C0-40F9-8AA5-96CC2DA373ED}"/>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16F85AD-A858-4232-8953-D7EC84E61456}"/>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30B408C-E3FD-4C75-924D-1B85A28C9684}"/>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7682CAF-6EBE-4587-81A7-F04A850A7FDD}"/>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485031201"/>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7615413C-E089-40B9-89A7-5B605E2CC91E}"/>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CC4B847-9ED6-4C4C-BE04-3B8886F60DB0}"/>
              </a:ext>
            </a:extLst>
          </p:cNvPr>
          <p:cNvPicPr>
            <a:picLocks xmlns:a="http://schemas.openxmlformats.org/drawingml/2006/main" noChangeAspect="1"/>
          </p:cNvPicPr>
          <p:nvPr/>
        </p:nvPicPr>
        <p:blipFill>
          <a:blip xmlns:r="http://schemas.openxmlformats.org/officeDocument/2006/relationships" xmlns:a="http://schemas.openxmlformats.org/drawingml/2006/main" r:embed="R703b23032ad1452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2692AB47-735B-4F2A-A681-5DAE12E5EC4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69110852-9CCD-416D-8CFF-4217EA39B19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CB14DCF9-53B0-4F3C-9DA7-C3CF34BEE51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D785123D-1334-4C6D-BF0A-C67382EDE71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08952134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4301E66-D81A-40DB-9462-6FEEDB9F1266}"/>
              </a:ext>
            </a:extLst>
          </p:cNvPr>
          <p:cNvPicPr>
            <a:picLocks xmlns:a="http://schemas.openxmlformats.org/drawingml/2006/main" noChangeAspect="1"/>
          </p:cNvPicPr>
          <p:nvPr/>
        </p:nvPicPr>
        <p:blipFill>
          <a:blip xmlns:r="http://schemas.openxmlformats.org/officeDocument/2006/relationships" xmlns:a="http://schemas.openxmlformats.org/drawingml/2006/main" r:embed="Ree8c907343824dd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1E7515-B785-4B59-A258-9D1EADEF02F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88CC00-F926-40BE-9990-BA98D273E9F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7C40E08-2124-4E56-82C7-2478E2A72A2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47EA691-275B-40CD-8A55-74B274ECE0B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0ED5021-0E80-495F-86C4-68589B7F056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9955571D-D509-403F-8DC7-AF4A74490E3D}"/>
              </a:ext>
            </a:extLst>
          </p:cNvPr>
          <p:cNvPicPr>
            <a:picLocks xmlns:a="http://schemas.openxmlformats.org/drawingml/2006/main" noChangeAspect="1"/>
          </p:cNvPicPr>
          <p:nvPr/>
        </p:nvPicPr>
        <p:blipFill>
          <a:blip xmlns:r="http://schemas.openxmlformats.org/officeDocument/2006/relationships" xmlns:a="http://schemas.openxmlformats.org/drawingml/2006/main" r:embed="Rb14a66c746a948e9"/>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1E64A9F-C1C5-43D7-912B-E1C247A551AC}"/>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CAF83740-1DF4-4447-9015-F2F52FDAC1AB}"/>
              </a:ext>
            </a:extLst>
          </p:cNvPr>
          <p:cNvPicPr>
            <a:picLocks xmlns:a="http://schemas.openxmlformats.org/drawingml/2006/main" noChangeAspect="1"/>
          </p:cNvPicPr>
          <p:nvPr/>
        </p:nvPicPr>
        <p:blipFill>
          <a:blip xmlns:r="http://schemas.openxmlformats.org/officeDocument/2006/relationships" xmlns:a="http://schemas.openxmlformats.org/drawingml/2006/main" r:embed="R63c6791f28064c01"/>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92A0D95-BF58-49DA-8C2E-357A086FC31E}"/>
              </a:ext>
            </a:extLst>
          </p:cNvPr>
          <p:cNvPicPr>
            <a:picLocks xmlns:a="http://schemas.openxmlformats.org/drawingml/2006/main" noChangeAspect="1"/>
          </p:cNvPicPr>
          <p:nvPr/>
        </p:nvPicPr>
        <p:blipFill>
          <a:blip xmlns:r="http://schemas.openxmlformats.org/officeDocument/2006/relationships" xmlns:a="http://schemas.openxmlformats.org/drawingml/2006/main" r:embed="R1a8ace4859cc43cd"/>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4B18543D-A5AE-4A51-98EB-34170A7512B9}"/>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A904844F-0EE1-4B0B-B1F2-6813A1C1EF87}"/>
              </a:ext>
            </a:extLst>
          </p:cNvPr>
          <p:cNvPicPr>
            <a:picLocks xmlns:a="http://schemas.openxmlformats.org/drawingml/2006/main" noChangeAspect="1"/>
          </p:cNvPicPr>
          <p:nvPr/>
        </p:nvPicPr>
        <p:blipFill>
          <a:blip xmlns:r="http://schemas.openxmlformats.org/officeDocument/2006/relationships" xmlns:a="http://schemas.openxmlformats.org/drawingml/2006/main" r:embed="Rc9da575f70964271"/>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05168122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F2FEDD6-C4C7-445D-9A83-21F1B5A81C2D}"/>
              </a:ext>
            </a:extLst>
          </p:cNvPr>
          <p:cNvPicPr>
            <a:picLocks xmlns:a="http://schemas.openxmlformats.org/drawingml/2006/main" noChangeAspect="1"/>
          </p:cNvPicPr>
          <p:nvPr/>
        </p:nvPicPr>
        <p:blipFill>
          <a:blip xmlns:r="http://schemas.openxmlformats.org/officeDocument/2006/relationships" xmlns:a="http://schemas.openxmlformats.org/drawingml/2006/main" r:embed="Rab45759d2d324b2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A80FA08-6E67-462C-9E82-3AF5C3B200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86F4E9-4E76-4B75-ABBC-6779DC11F66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18B42C7-C318-4876-95AB-9FE2BAB6E9A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0D1D5FC-718F-4CAA-A191-5780A756B8F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45190A5-5A18-48F0-83E1-6D5785811D9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120BA138-7325-4629-9FE1-E5BDDB54D63A}"/>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1589F6B9-7CB4-4741-8049-898796FB8F96}"/>
              </a:ext>
            </a:extLst>
          </p:cNvPr>
          <p:cNvPicPr>
            <a:picLocks xmlns:a="http://schemas.openxmlformats.org/drawingml/2006/main" noChangeAspect="1"/>
          </p:cNvPicPr>
          <p:nvPr/>
        </p:nvPicPr>
        <p:blipFill>
          <a:blip xmlns:r="http://schemas.openxmlformats.org/officeDocument/2006/relationships" xmlns:a="http://schemas.openxmlformats.org/drawingml/2006/main" r:embed="R9ef402d9d2ef45f1"/>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56E0663-15F3-40C5-BCF2-8F265F606137}"/>
              </a:ext>
            </a:extLst>
          </p:cNvPr>
          <p:cNvPicPr>
            <a:picLocks xmlns:a="http://schemas.openxmlformats.org/drawingml/2006/main" noChangeAspect="1"/>
          </p:cNvPicPr>
          <p:nvPr/>
        </p:nvPicPr>
        <p:blipFill>
          <a:blip xmlns:r="http://schemas.openxmlformats.org/officeDocument/2006/relationships" xmlns:a="http://schemas.openxmlformats.org/drawingml/2006/main" r:embed="R473f8e21f6404c04"/>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73D89FE3-BEA7-4796-A6B6-47E5FBFE8E1A}"/>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41FDD12-D0A5-4F94-987D-A1E560623AF3}"/>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54B983DC-530C-4F9A-9FD5-4C043CAF3D04}"/>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705248F-0DB0-4BB9-8DAB-5A359DAF5D30}"/>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5057585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9EFC396-3D0B-44FE-83A4-7EC56B5BC399}"/>
              </a:ext>
            </a:extLst>
          </p:cNvPr>
          <p:cNvPicPr>
            <a:picLocks xmlns:a="http://schemas.openxmlformats.org/drawingml/2006/main" noChangeAspect="1"/>
          </p:cNvPicPr>
          <p:nvPr/>
        </p:nvPicPr>
        <p:blipFill>
          <a:blip xmlns:r="http://schemas.openxmlformats.org/officeDocument/2006/relationships" xmlns:a="http://schemas.openxmlformats.org/drawingml/2006/main" r:embed="Rd445483a1edd41f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9EE5BA-BD9B-45D9-92BB-BB43D404993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DE1355-D6D1-4E3B-90AA-B154B8A7918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4A3A64C-1FB1-4632-9D7C-AB57E3A1188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1EA58DB-0E41-43C5-98D8-AF0AFC0180E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2D85A09-464F-425B-80FC-D4E1A60EDF3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7F7777BA-DCDC-4CCB-AC57-B9AD4AC2CA19}"/>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D2A45B62-2B88-43DB-A0F2-05D9FCB2766A}"/>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91E64FC5-15B3-4BE9-B236-A223861B9036}"/>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003783CC-F539-465D-8354-C09A778E445C}"/>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92BF39E8-11CB-434A-907E-345318C409AC}"/>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BB618ED5-28F4-4A73-A81F-FEDB649B0D80}"/>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8D0A028F-0CED-4F51-B95A-F2633E24DA4D}"/>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30551960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AD4E427-D45D-4029-AA3A-E033F6B6504C}"/>
              </a:ext>
            </a:extLst>
          </p:cNvPr>
          <p:cNvPicPr>
            <a:picLocks xmlns:a="http://schemas.openxmlformats.org/drawingml/2006/main" noChangeAspect="1"/>
          </p:cNvPicPr>
          <p:nvPr/>
        </p:nvPicPr>
        <p:blipFill>
          <a:blip xmlns:r="http://schemas.openxmlformats.org/officeDocument/2006/relationships" xmlns:a="http://schemas.openxmlformats.org/drawingml/2006/main" r:embed="Re0b0d4c99035478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F671BA-6071-4B2E-8E2B-FBBD8E9D5B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6670696-7CC9-4AF2-BCF7-20DFC0655FF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CDA2B82-7864-45A6-89E7-DF567106B24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00C0C40-6C5B-4702-9EF2-B7ABDE69446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D07681B-2BE8-4D59-B3D4-A6B2E796F43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6FD4D948-8581-446C-8539-216CDEBAFDD1}"/>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9C188E6-692B-4A91-B9FC-EB14196751DC}"/>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BD8C876-B644-49A9-BD43-24E2359FEFD5}"/>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30A2092-9720-4925-8462-0C11C114668C}"/>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0A6B261-9DFF-4686-A1C9-B2A9F64B1BEA}"/>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9FA7073-8DD9-4DEB-9A92-A014B0BEC6FF}"/>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0946640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BF9F972-D55B-45E5-B06A-C59C3C43497D}"/>
              </a:ext>
            </a:extLst>
          </p:cNvPr>
          <p:cNvPicPr>
            <a:picLocks xmlns:a="http://schemas.openxmlformats.org/drawingml/2006/main" noChangeAspect="1"/>
          </p:cNvPicPr>
          <p:nvPr/>
        </p:nvPicPr>
        <p:blipFill>
          <a:blip xmlns:r="http://schemas.openxmlformats.org/officeDocument/2006/relationships" xmlns:a="http://schemas.openxmlformats.org/drawingml/2006/main" r:embed="R6066a6815551405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294D03-6F85-4E2E-8179-FB68C55C6E4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1079F6-F646-46EE-8E3B-EDD0D158E12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BF07BC8-DAAD-40EC-B299-195DDDC3B24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E89470B-4BF9-4857-A34F-F6A99B0ACFA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4ED0FB4-268F-45A8-825C-C9B22A11FDC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C2B7B7C3-AF36-4170-934C-A2D5374BCE64}"/>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1B18B005-F398-4FFD-97EE-CC66DF886BA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3C78700B-3DC7-4B82-882A-9B5824D4E76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BE16772-BB06-41DB-8D8E-A0F99ED39F8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A76A7133-84DE-4964-9484-C2107667A3F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C4D9F379-41FC-41A0-A713-F7C6E72AFD0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97420736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9093C95-F193-4C3E-BDCB-997764BCA555}"/>
              </a:ext>
            </a:extLst>
          </p:cNvPr>
          <p:cNvPicPr>
            <a:picLocks xmlns:a="http://schemas.openxmlformats.org/drawingml/2006/main" noChangeAspect="1"/>
          </p:cNvPicPr>
          <p:nvPr/>
        </p:nvPicPr>
        <p:blipFill>
          <a:blip xmlns:r="http://schemas.openxmlformats.org/officeDocument/2006/relationships" xmlns:a="http://schemas.openxmlformats.org/drawingml/2006/main" r:embed="Rdbf9f6f23669461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2228DD2-BA04-4F53-A2D2-3733258A43E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994DF1-B2A7-4E98-9648-82C4DC16665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A6F3DB2-FFCF-4FCD-830B-3EB84D0CA89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45A2735-D2A1-4131-B42D-BB1095D6869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6A60A9C-8E86-403E-85CB-D00D33CF4AB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065CD6CB-0534-4F75-A06D-462621D635E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0FAC58B-4F3F-45AB-9515-56F65A7BC999}"/>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B4DD6DF-339B-4C79-A787-AFAF8910A504}"/>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6FD8B3F-157B-4335-8348-413FDB9AA4A2}"/>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0DACB57-2913-4A77-BE16-503F1E929401}"/>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0D45612-FBDF-4459-90AC-B53139C6A1A2}"/>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00086435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64C368C-A75D-410F-9CA3-EB4E2018C218}"/>
              </a:ext>
            </a:extLst>
          </p:cNvPr>
          <p:cNvPicPr>
            <a:picLocks xmlns:a="http://schemas.openxmlformats.org/drawingml/2006/main" noChangeAspect="1"/>
          </p:cNvPicPr>
          <p:nvPr/>
        </p:nvPicPr>
        <p:blipFill>
          <a:blip xmlns:r="http://schemas.openxmlformats.org/officeDocument/2006/relationships" xmlns:a="http://schemas.openxmlformats.org/drawingml/2006/main" r:embed="Redeb5a9914b346f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95CD70-5625-4345-A7DB-AD5D3618FC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C67C22-99D7-49C0-AD67-91078B68AE1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945A2C2-D52A-4E59-92B1-9ABE5A3BF2B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82EAB41-AE78-4D7A-AB23-EA8E66E9A7A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6AC79EC-736B-4EE6-9063-F0E2AC2C710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12AF3F43-177B-4FED-8478-8CA28ADF459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105D75C-F1D3-4BAA-940B-621EEEFB354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E5D65945-84E2-4F3E-98DA-3182F6CC21A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37A355A7-DA2C-4BEC-AE74-266F3B95DAA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22A11BDD-1A98-4F45-B5B8-96BF5E43C55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6BF24912-B306-473A-A8E9-757D9C99513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83803238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776B545-2F63-456D-A1A1-1CEB9CE82380}"/>
              </a:ext>
            </a:extLst>
          </p:cNvPr>
          <p:cNvPicPr>
            <a:picLocks xmlns:a="http://schemas.openxmlformats.org/drawingml/2006/main" noChangeAspect="1"/>
          </p:cNvPicPr>
          <p:nvPr/>
        </p:nvPicPr>
        <p:blipFill>
          <a:blip xmlns:r="http://schemas.openxmlformats.org/officeDocument/2006/relationships" xmlns:a="http://schemas.openxmlformats.org/drawingml/2006/main" r:embed="R3006e18c4ba548b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62AD13-6D95-4DD6-8C70-01C7EF535FE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1A7CC0-FB51-497D-8BDD-2A805BCECB5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57B41E8-B534-4411-99B7-8500C6A7402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27F72097-477B-4336-BA67-EEB1D05B989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B194749C-9357-4AD3-8ABF-8D024D77E91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51934B7B-EFC7-47CC-8760-65AB6C4C452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911E737-B2E6-437F-AB17-EC71BCED307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6581ECC3-EE3D-4D95-B4FB-B88EEC0A384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D086ADB4-292F-4CC8-892B-A13B0EADCC8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76A8A9DE-F883-4B2A-9437-7DD5AC49EC2E}"/>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13692E3B-FD99-42E7-8A5F-9CBB0C386F5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95704063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31D45A1-18CE-4BDD-9DFA-0B2F7D92CDDC}"/>
              </a:ext>
            </a:extLst>
          </p:cNvPr>
          <p:cNvPicPr>
            <a:picLocks xmlns:a="http://schemas.openxmlformats.org/drawingml/2006/main" noChangeAspect="1"/>
          </p:cNvPicPr>
          <p:nvPr/>
        </p:nvPicPr>
        <p:blipFill>
          <a:blip xmlns:r="http://schemas.openxmlformats.org/officeDocument/2006/relationships" xmlns:a="http://schemas.openxmlformats.org/drawingml/2006/main" r:embed="R216acaec11cb4d5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04A122-2A1A-4241-AF5B-273B1FA2A7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F20E702-A97B-4730-9CE3-1C34DDF3C5D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DF92119-1E93-4DCE-9967-942A35F2948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88D641A5-24E3-45D1-ADB7-F59E0D06811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61128CEC-C265-4625-BD6F-250BEC7DA8F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56206EBE-A2E9-47E4-806A-D6510119707A}"/>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A3200E4-BA4A-4399-93FA-E398895ACF8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5D9A5C6B-588F-4606-931D-8DA29C737B2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D9D0B94D-6776-436C-9FC6-9F37D5FC0ED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855CCF30-B9A8-4C13-B41E-55CC4DFD3AD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2170282F-B4BA-4B3A-ABAB-C3CD377914DF}"/>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4986121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2026-10-27T13:55:52.7620000Z</dcterms:created>
  <dcterms:modified xsi:type="dcterms:W3CDTF">2026-10-27T13:55:52.7620000Z</dcterms:modified>
</coreProperties>
</file>