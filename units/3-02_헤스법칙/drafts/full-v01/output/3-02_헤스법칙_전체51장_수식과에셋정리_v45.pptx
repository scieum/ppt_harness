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bdf58bf1cc4799" /><Relationship Type="http://schemas.openxmlformats.org/officeDocument/2006/relationships/extended-properties" Target="/docProps/app.xml" Id="R42a2b3d280fc463a" /><Relationship Type="http://schemas.openxmlformats.org/officeDocument/2006/relationships/officeDocument" Target="/ppt/presentation.xml" Id="Rb08984e571464e5e" /></Relationships>
</file>

<file path=ppt/presentation.xml><?xml version="1.0" encoding="utf-8"?>
<p:presentation xmlns:p="http://schemas.openxmlformats.org/presentationml/2006/main">
  <p:sldMasterIdLst>
    <p:sldMasterId xmlns:r="http://schemas.openxmlformats.org/officeDocument/2006/relationships" id="2147483648" r:id="R342bba1e12b24fb1"/>
  </p:sldMasterIdLst>
  <p:notesMasterIdLst>
    <p:notesMasterId xmlns:r="http://schemas.openxmlformats.org/officeDocument/2006/relationships" r:id="Rbd9e95c9bad347bc"/>
  </p:notesMasterIdLst>
  <p:sldIdLst>
    <p:sldId xmlns:r="http://schemas.openxmlformats.org/officeDocument/2006/relationships" id="256" r:id="R8875a53d76b14489"/>
    <p:sldId xmlns:r="http://schemas.openxmlformats.org/officeDocument/2006/relationships" id="257" r:id="R35a9d99ac0864404"/>
    <p:sldId xmlns:r="http://schemas.openxmlformats.org/officeDocument/2006/relationships" id="258" r:id="Rf622f028130043ff"/>
    <p:sldId xmlns:r="http://schemas.openxmlformats.org/officeDocument/2006/relationships" id="259" r:id="Raed9e13d7ebe4a5c"/>
    <p:sldId xmlns:r="http://schemas.openxmlformats.org/officeDocument/2006/relationships" id="260" r:id="Recb83d44b603428c"/>
    <p:sldId xmlns:r="http://schemas.openxmlformats.org/officeDocument/2006/relationships" id="261" r:id="R9e5002e5c70c48fa"/>
    <p:sldId xmlns:r="http://schemas.openxmlformats.org/officeDocument/2006/relationships" id="262" r:id="R13a101fff1ef41d3"/>
    <p:sldId xmlns:r="http://schemas.openxmlformats.org/officeDocument/2006/relationships" id="263" r:id="Rfba9e1feabe1470b"/>
    <p:sldId xmlns:r="http://schemas.openxmlformats.org/officeDocument/2006/relationships" id="264" r:id="Rb2cde60cc1464224"/>
    <p:sldId xmlns:r="http://schemas.openxmlformats.org/officeDocument/2006/relationships" id="265" r:id="Rf054237c839a41ab"/>
    <p:sldId xmlns:r="http://schemas.openxmlformats.org/officeDocument/2006/relationships" id="266" r:id="R8600680bb16c4af8"/>
    <p:sldId xmlns:r="http://schemas.openxmlformats.org/officeDocument/2006/relationships" id="267" r:id="R256ff5f4e93d4ab7"/>
    <p:sldId xmlns:r="http://schemas.openxmlformats.org/officeDocument/2006/relationships" id="268" r:id="R2a5568448ff141f9"/>
    <p:sldId xmlns:r="http://schemas.openxmlformats.org/officeDocument/2006/relationships" id="269" r:id="R95caeadf11074560"/>
    <p:sldId xmlns:r="http://schemas.openxmlformats.org/officeDocument/2006/relationships" id="270" r:id="R082249f1f92c4c7b"/>
    <p:sldId xmlns:r="http://schemas.openxmlformats.org/officeDocument/2006/relationships" id="271" r:id="Rdb6b15350f044bdb"/>
    <p:sldId xmlns:r="http://schemas.openxmlformats.org/officeDocument/2006/relationships" id="272" r:id="Ra5214f26d8b04ccc"/>
    <p:sldId xmlns:r="http://schemas.openxmlformats.org/officeDocument/2006/relationships" id="273" r:id="R3be50306b3a94bd7"/>
    <p:sldId xmlns:r="http://schemas.openxmlformats.org/officeDocument/2006/relationships" id="274" r:id="R870babdccf884e9c"/>
    <p:sldId xmlns:r="http://schemas.openxmlformats.org/officeDocument/2006/relationships" id="275" r:id="Rffd7c505186441f0"/>
    <p:sldId xmlns:r="http://schemas.openxmlformats.org/officeDocument/2006/relationships" id="276" r:id="R0eb663ad149d4450"/>
    <p:sldId xmlns:r="http://schemas.openxmlformats.org/officeDocument/2006/relationships" id="277" r:id="Red1e0984b38841a4"/>
    <p:sldId xmlns:r="http://schemas.openxmlformats.org/officeDocument/2006/relationships" id="278" r:id="R68fa09938d73406f"/>
    <p:sldId xmlns:r="http://schemas.openxmlformats.org/officeDocument/2006/relationships" id="279" r:id="R4f3fab85044741c2"/>
    <p:sldId xmlns:r="http://schemas.openxmlformats.org/officeDocument/2006/relationships" id="280" r:id="Rd0d74f9abd19441d"/>
    <p:sldId xmlns:r="http://schemas.openxmlformats.org/officeDocument/2006/relationships" id="281" r:id="R44a0cc5e61594874"/>
    <p:sldId xmlns:r="http://schemas.openxmlformats.org/officeDocument/2006/relationships" id="282" r:id="R232476f8501647fd"/>
    <p:sldId xmlns:r="http://schemas.openxmlformats.org/officeDocument/2006/relationships" id="283" r:id="Ra91b716cefb54ad9"/>
    <p:sldId xmlns:r="http://schemas.openxmlformats.org/officeDocument/2006/relationships" id="284" r:id="Rce6e4861a5eb42e7"/>
    <p:sldId xmlns:r="http://schemas.openxmlformats.org/officeDocument/2006/relationships" id="285" r:id="R3f5732fa2b1b4a3d"/>
    <p:sldId xmlns:r="http://schemas.openxmlformats.org/officeDocument/2006/relationships" id="286" r:id="R278d54235f784782"/>
    <p:sldId xmlns:r="http://schemas.openxmlformats.org/officeDocument/2006/relationships" id="287" r:id="R1d380bc277ad4add"/>
    <p:sldId xmlns:r="http://schemas.openxmlformats.org/officeDocument/2006/relationships" id="288" r:id="R13b531e3899a424c"/>
    <p:sldId xmlns:r="http://schemas.openxmlformats.org/officeDocument/2006/relationships" id="289" r:id="Radef8091bfb24f4f"/>
    <p:sldId xmlns:r="http://schemas.openxmlformats.org/officeDocument/2006/relationships" id="290" r:id="Rca02f8e2caf24f26"/>
    <p:sldId xmlns:r="http://schemas.openxmlformats.org/officeDocument/2006/relationships" id="291" r:id="R051a1e8cb04c4304"/>
    <p:sldId xmlns:r="http://schemas.openxmlformats.org/officeDocument/2006/relationships" id="292" r:id="R902c04c1c58d486d"/>
    <p:sldId xmlns:r="http://schemas.openxmlformats.org/officeDocument/2006/relationships" id="293" r:id="R681809fe099f4d00"/>
    <p:sldId xmlns:r="http://schemas.openxmlformats.org/officeDocument/2006/relationships" id="294" r:id="R65a0fb55b8094387"/>
    <p:sldId xmlns:r="http://schemas.openxmlformats.org/officeDocument/2006/relationships" id="295" r:id="R21abb73f6a3941d9"/>
    <p:sldId xmlns:r="http://schemas.openxmlformats.org/officeDocument/2006/relationships" id="296" r:id="R623d8b0556264a8e"/>
    <p:sldId xmlns:r="http://schemas.openxmlformats.org/officeDocument/2006/relationships" id="297" r:id="R05d46030c91e431f"/>
    <p:sldId xmlns:r="http://schemas.openxmlformats.org/officeDocument/2006/relationships" id="298" r:id="Ra6495b52dcd24192"/>
    <p:sldId xmlns:r="http://schemas.openxmlformats.org/officeDocument/2006/relationships" id="299" r:id="R6a990a06003c47e5"/>
    <p:sldId xmlns:r="http://schemas.openxmlformats.org/officeDocument/2006/relationships" id="300" r:id="Re98f53561f1a46b5"/>
    <p:sldId xmlns:r="http://schemas.openxmlformats.org/officeDocument/2006/relationships" id="301" r:id="R718de996a35b4f9e"/>
    <p:sldId xmlns:r="http://schemas.openxmlformats.org/officeDocument/2006/relationships" id="302" r:id="R036185c2359e4e42"/>
    <p:sldId xmlns:r="http://schemas.openxmlformats.org/officeDocument/2006/relationships" id="303" r:id="R3953a8b7428d424b"/>
    <p:sldId xmlns:r="http://schemas.openxmlformats.org/officeDocument/2006/relationships" id="304" r:id="Rf280e51e8f994794"/>
    <p:sldId xmlns:r="http://schemas.openxmlformats.org/officeDocument/2006/relationships" id="305" r:id="R210a9fc082374857"/>
    <p:sldId xmlns:r="http://schemas.openxmlformats.org/officeDocument/2006/relationships" id="306" r:id="Rb3a152d0d8ed485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188587ddcd41fc" /><Relationship Type="http://schemas.openxmlformats.org/officeDocument/2006/relationships/slideMaster" Target="/ppt/slideMasters/slideMaster1.xml" Id="R342bba1e12b24fb1" /><Relationship Type="http://schemas.openxmlformats.org/officeDocument/2006/relationships/notesMaster" Target="/ppt/notesMasters/notesMaster1.xml" Id="Rbd9e95c9bad347bc" /><Relationship Type="http://schemas.openxmlformats.org/officeDocument/2006/relationships/presProps" Target="/ppt/presProps.xml" Id="Ra4d0df1454984816" /><Relationship Type="http://schemas.openxmlformats.org/officeDocument/2006/relationships/tableStyles" Target="/ppt/tableStyles.xml" Id="Rf13899c13a3742d0" /><Relationship Type="http://schemas.openxmlformats.org/officeDocument/2006/relationships/slide" Target="/ppt/slides/slide1.xml" Id="R8875a53d76b14489" /><Relationship Type="http://schemas.openxmlformats.org/officeDocument/2006/relationships/slide" Target="/ppt/slides/slide2.xml" Id="R35a9d99ac0864404" /><Relationship Type="http://schemas.openxmlformats.org/officeDocument/2006/relationships/slide" Target="/ppt/slides/slide3.xml" Id="Rf622f028130043ff" /><Relationship Type="http://schemas.openxmlformats.org/officeDocument/2006/relationships/slide" Target="/ppt/slides/slide4.xml" Id="Raed9e13d7ebe4a5c" /><Relationship Type="http://schemas.openxmlformats.org/officeDocument/2006/relationships/slide" Target="/ppt/slides/slide5.xml" Id="Recb83d44b603428c" /><Relationship Type="http://schemas.openxmlformats.org/officeDocument/2006/relationships/slide" Target="/ppt/slides/slide6.xml" Id="R9e5002e5c70c48fa" /><Relationship Type="http://schemas.openxmlformats.org/officeDocument/2006/relationships/slide" Target="/ppt/slides/slide7.xml" Id="R13a101fff1ef41d3" /><Relationship Type="http://schemas.openxmlformats.org/officeDocument/2006/relationships/slide" Target="/ppt/slides/slide8.xml" Id="Rfba9e1feabe1470b" /><Relationship Type="http://schemas.openxmlformats.org/officeDocument/2006/relationships/slide" Target="/ppt/slides/slide9.xml" Id="Rb2cde60cc1464224" /><Relationship Type="http://schemas.openxmlformats.org/officeDocument/2006/relationships/slide" Target="/ppt/slides/slide10.xml" Id="Rf054237c839a41ab" /><Relationship Type="http://schemas.openxmlformats.org/officeDocument/2006/relationships/slide" Target="/ppt/slides/slide11.xml" Id="R8600680bb16c4af8" /><Relationship Type="http://schemas.openxmlformats.org/officeDocument/2006/relationships/slide" Target="/ppt/slides/slide12.xml" Id="R256ff5f4e93d4ab7" /><Relationship Type="http://schemas.openxmlformats.org/officeDocument/2006/relationships/slide" Target="/ppt/slides/slide13.xml" Id="R2a5568448ff141f9" /><Relationship Type="http://schemas.openxmlformats.org/officeDocument/2006/relationships/slide" Target="/ppt/slides/slide14.xml" Id="R95caeadf11074560" /><Relationship Type="http://schemas.openxmlformats.org/officeDocument/2006/relationships/slide" Target="/ppt/slides/slide15.xml" Id="R082249f1f92c4c7b" /><Relationship Type="http://schemas.openxmlformats.org/officeDocument/2006/relationships/slide" Target="/ppt/slides/slide16.xml" Id="Rdb6b15350f044bdb" /><Relationship Type="http://schemas.openxmlformats.org/officeDocument/2006/relationships/slide" Target="/ppt/slides/slide17.xml" Id="Ra5214f26d8b04ccc" /><Relationship Type="http://schemas.openxmlformats.org/officeDocument/2006/relationships/slide" Target="/ppt/slides/slide18.xml" Id="R3be50306b3a94bd7" /><Relationship Type="http://schemas.openxmlformats.org/officeDocument/2006/relationships/slide" Target="/ppt/slides/slide19.xml" Id="R870babdccf884e9c" /><Relationship Type="http://schemas.openxmlformats.org/officeDocument/2006/relationships/slide" Target="/ppt/slides/slide20.xml" Id="Rffd7c505186441f0" /><Relationship Type="http://schemas.openxmlformats.org/officeDocument/2006/relationships/slide" Target="/ppt/slides/slide21.xml" Id="R0eb663ad149d4450" /><Relationship Type="http://schemas.openxmlformats.org/officeDocument/2006/relationships/slide" Target="/ppt/slides/slide22.xml" Id="Red1e0984b38841a4" /><Relationship Type="http://schemas.openxmlformats.org/officeDocument/2006/relationships/slide" Target="/ppt/slides/slide23.xml" Id="R68fa09938d73406f" /><Relationship Type="http://schemas.openxmlformats.org/officeDocument/2006/relationships/slide" Target="/ppt/slides/slide24.xml" Id="R4f3fab85044741c2" /><Relationship Type="http://schemas.openxmlformats.org/officeDocument/2006/relationships/slide" Target="/ppt/slides/slide25.xml" Id="Rd0d74f9abd19441d" /><Relationship Type="http://schemas.openxmlformats.org/officeDocument/2006/relationships/slide" Target="/ppt/slides/slide26.xml" Id="R44a0cc5e61594874" /><Relationship Type="http://schemas.openxmlformats.org/officeDocument/2006/relationships/slide" Target="/ppt/slides/slide27.xml" Id="R232476f8501647fd" /><Relationship Type="http://schemas.openxmlformats.org/officeDocument/2006/relationships/slide" Target="/ppt/slides/slide28.xml" Id="Ra91b716cefb54ad9" /><Relationship Type="http://schemas.openxmlformats.org/officeDocument/2006/relationships/slide" Target="/ppt/slides/slide29.xml" Id="Rce6e4861a5eb42e7" /><Relationship Type="http://schemas.openxmlformats.org/officeDocument/2006/relationships/slide" Target="/ppt/slides/slide30.xml" Id="R3f5732fa2b1b4a3d" /><Relationship Type="http://schemas.openxmlformats.org/officeDocument/2006/relationships/slide" Target="/ppt/slides/slide31.xml" Id="R278d54235f784782" /><Relationship Type="http://schemas.openxmlformats.org/officeDocument/2006/relationships/slide" Target="/ppt/slides/slide32.xml" Id="R1d380bc277ad4add" /><Relationship Type="http://schemas.openxmlformats.org/officeDocument/2006/relationships/slide" Target="/ppt/slides/slide33.xml" Id="R13b531e3899a424c" /><Relationship Type="http://schemas.openxmlformats.org/officeDocument/2006/relationships/slide" Target="/ppt/slides/slide34.xml" Id="Radef8091bfb24f4f" /><Relationship Type="http://schemas.openxmlformats.org/officeDocument/2006/relationships/slide" Target="/ppt/slides/slide35.xml" Id="Rca02f8e2caf24f26" /><Relationship Type="http://schemas.openxmlformats.org/officeDocument/2006/relationships/slide" Target="/ppt/slides/slide36.xml" Id="R051a1e8cb04c4304" /><Relationship Type="http://schemas.openxmlformats.org/officeDocument/2006/relationships/slide" Target="/ppt/slides/slide37.xml" Id="R902c04c1c58d486d" /><Relationship Type="http://schemas.openxmlformats.org/officeDocument/2006/relationships/slide" Target="/ppt/slides/slide38.xml" Id="R681809fe099f4d00" /><Relationship Type="http://schemas.openxmlformats.org/officeDocument/2006/relationships/slide" Target="/ppt/slides/slide39.xml" Id="R65a0fb55b8094387" /><Relationship Type="http://schemas.openxmlformats.org/officeDocument/2006/relationships/slide" Target="/ppt/slides/slide40.xml" Id="R21abb73f6a3941d9" /><Relationship Type="http://schemas.openxmlformats.org/officeDocument/2006/relationships/slide" Target="/ppt/slides/slide41.xml" Id="R623d8b0556264a8e" /><Relationship Type="http://schemas.openxmlformats.org/officeDocument/2006/relationships/slide" Target="/ppt/slides/slide42.xml" Id="R05d46030c91e431f" /><Relationship Type="http://schemas.openxmlformats.org/officeDocument/2006/relationships/slide" Target="/ppt/slides/slide43.xml" Id="Ra6495b52dcd24192" /><Relationship Type="http://schemas.openxmlformats.org/officeDocument/2006/relationships/slide" Target="/ppt/slides/slide44.xml" Id="R6a990a06003c47e5" /><Relationship Type="http://schemas.openxmlformats.org/officeDocument/2006/relationships/slide" Target="/ppt/slides/slide45.xml" Id="Re98f53561f1a46b5" /><Relationship Type="http://schemas.openxmlformats.org/officeDocument/2006/relationships/slide" Target="/ppt/slides/slide46.xml" Id="R718de996a35b4f9e" /><Relationship Type="http://schemas.openxmlformats.org/officeDocument/2006/relationships/slide" Target="/ppt/slides/slide47.xml" Id="R036185c2359e4e42" /><Relationship Type="http://schemas.openxmlformats.org/officeDocument/2006/relationships/slide" Target="/ppt/slides/slide48.xml" Id="R3953a8b7428d424b" /><Relationship Type="http://schemas.openxmlformats.org/officeDocument/2006/relationships/slide" Target="/ppt/slides/slide49.xml" Id="Rf280e51e8f994794" /><Relationship Type="http://schemas.openxmlformats.org/officeDocument/2006/relationships/slide" Target="/ppt/slides/slide50.xml" Id="R210a9fc082374857" /><Relationship Type="http://schemas.openxmlformats.org/officeDocument/2006/relationships/slide" Target="/ppt/slides/slide51.xml" Id="Rb3a152d0d8ed48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d30481ed847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f40d4a70b94384" /><Relationship Type="http://schemas.openxmlformats.org/officeDocument/2006/relationships/notesMaster" Target="/ppt/notesMasters/notesMaster1.xml" Id="Rdc4ad8a93b3d4f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89843b8df41aa" /><Relationship Type="http://schemas.openxmlformats.org/officeDocument/2006/relationships/notesMaster" Target="/ppt/notesMasters/notesMaster1.xml" Id="Rad1671f673ad46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bee12d61a147d5" /><Relationship Type="http://schemas.openxmlformats.org/officeDocument/2006/relationships/notesMaster" Target="/ppt/notesMasters/notesMaster1.xml" Id="R0f99b5fd9e704e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944d69983d4b4d" /><Relationship Type="http://schemas.openxmlformats.org/officeDocument/2006/relationships/notesMaster" Target="/ppt/notesMasters/notesMaster1.xml" Id="R1fe10d443dcf45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29144c80e945aa" /><Relationship Type="http://schemas.openxmlformats.org/officeDocument/2006/relationships/notesMaster" Target="/ppt/notesMasters/notesMaster1.xml" Id="R663b972e6e9d41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81f2617ed0477a" /><Relationship Type="http://schemas.openxmlformats.org/officeDocument/2006/relationships/notesMaster" Target="/ppt/notesMasters/notesMaster1.xml" Id="Rfd7ed5c99cc14f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e633ff7d5e4169" /><Relationship Type="http://schemas.openxmlformats.org/officeDocument/2006/relationships/notesMaster" Target="/ppt/notesMasters/notesMaster1.xml" Id="R99d4db38d4d747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cbbcd8de814e2b" /><Relationship Type="http://schemas.openxmlformats.org/officeDocument/2006/relationships/notesMaster" Target="/ppt/notesMasters/notesMaster1.xml" Id="R906f60d638c14d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25efcfeb27483a" /><Relationship Type="http://schemas.openxmlformats.org/officeDocument/2006/relationships/notesMaster" Target="/ppt/notesMasters/notesMaster1.xml" Id="Rc36212e6f00243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290fbe99984bbe" /><Relationship Type="http://schemas.openxmlformats.org/officeDocument/2006/relationships/notesMaster" Target="/ppt/notesMasters/notesMaster1.xml" Id="Rf5a4a204ff7143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149feb01b94d16" /><Relationship Type="http://schemas.openxmlformats.org/officeDocument/2006/relationships/notesMaster" Target="/ppt/notesMasters/notesMaster1.xml" Id="R99929e4d049d4a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b6e911dd8c4682" /><Relationship Type="http://schemas.openxmlformats.org/officeDocument/2006/relationships/notesMaster" Target="/ppt/notesMasters/notesMaster1.xml" Id="R7ddb6f1097e94d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4c582ac5a04640" /><Relationship Type="http://schemas.openxmlformats.org/officeDocument/2006/relationships/notesMaster" Target="/ppt/notesMasters/notesMaster1.xml" Id="R5ac4cd5f3e0f48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737bb94efb4e01" /><Relationship Type="http://schemas.openxmlformats.org/officeDocument/2006/relationships/notesMaster" Target="/ppt/notesMasters/notesMaster1.xml" Id="Re9fe49e198914c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75421cf34f4dd5" /><Relationship Type="http://schemas.openxmlformats.org/officeDocument/2006/relationships/notesMaster" Target="/ppt/notesMasters/notesMaster1.xml" Id="Rcf8accf3070e46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04bd43b19a45bd" /><Relationship Type="http://schemas.openxmlformats.org/officeDocument/2006/relationships/notesMaster" Target="/ppt/notesMasters/notesMaster1.xml" Id="R45f9485b90a742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0f9b5b5bb945c0" /><Relationship Type="http://schemas.openxmlformats.org/officeDocument/2006/relationships/notesMaster" Target="/ppt/notesMasters/notesMaster1.xml" Id="R5a684e757c5647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7fd30cdf1945dd" /><Relationship Type="http://schemas.openxmlformats.org/officeDocument/2006/relationships/notesMaster" Target="/ppt/notesMasters/notesMaster1.xml" Id="Rcc2c2295d0bf4e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faf3ab84974398" /><Relationship Type="http://schemas.openxmlformats.org/officeDocument/2006/relationships/notesMaster" Target="/ppt/notesMasters/notesMaster1.xml" Id="Ra8103f9398c34a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265320399e4f10" /><Relationship Type="http://schemas.openxmlformats.org/officeDocument/2006/relationships/notesMaster" Target="/ppt/notesMasters/notesMaster1.xml" Id="R9233a79458314a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4d50bfc73e4787" /><Relationship Type="http://schemas.openxmlformats.org/officeDocument/2006/relationships/notesMaster" Target="/ppt/notesMasters/notesMaster1.xml" Id="R6e02974cc9454bc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1e8a63d0a64a0c" /><Relationship Type="http://schemas.openxmlformats.org/officeDocument/2006/relationships/notesMaster" Target="/ppt/notesMasters/notesMaster1.xml" Id="R79e97cc2f6d645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206c45cd9ec42b5" /><Relationship Type="http://schemas.openxmlformats.org/officeDocument/2006/relationships/notesMaster" Target="/ppt/notesMasters/notesMaster1.xml" Id="Rff8ee0b97e004b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e34a5c83424d5f" /><Relationship Type="http://schemas.openxmlformats.org/officeDocument/2006/relationships/notesMaster" Target="/ppt/notesMasters/notesMaster1.xml" Id="R8b2dd6d55ad74a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17a0ca8dfb14e97" /><Relationship Type="http://schemas.openxmlformats.org/officeDocument/2006/relationships/notesMaster" Target="/ppt/notesMasters/notesMaster1.xml" Id="R05994ab7985747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baa415f83d4ad8" /><Relationship Type="http://schemas.openxmlformats.org/officeDocument/2006/relationships/notesMaster" Target="/ppt/notesMasters/notesMaster1.xml" Id="R8dd0b0bbdb8742f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2c33ec1e6b4e0b" /><Relationship Type="http://schemas.openxmlformats.org/officeDocument/2006/relationships/notesMaster" Target="/ppt/notesMasters/notesMaster1.xml" Id="R5340ddc3e79740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700543cd3346ff" /><Relationship Type="http://schemas.openxmlformats.org/officeDocument/2006/relationships/notesMaster" Target="/ppt/notesMasters/notesMaster1.xml" Id="R01690df5653d4c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41758ba49d4ef7" /><Relationship Type="http://schemas.openxmlformats.org/officeDocument/2006/relationships/notesMaster" Target="/ppt/notesMasters/notesMaster1.xml" Id="R3e3f015e30e64f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6ce83ee2274cdb" /><Relationship Type="http://schemas.openxmlformats.org/officeDocument/2006/relationships/notesMaster" Target="/ppt/notesMasters/notesMaster1.xml" Id="R1cd735db8e7248e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2dd968b21e34f5b" /><Relationship Type="http://schemas.openxmlformats.org/officeDocument/2006/relationships/notesMaster" Target="/ppt/notesMasters/notesMaster1.xml" Id="Ref6dd69eb8cf477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c5222ddf76d4f26" /><Relationship Type="http://schemas.openxmlformats.org/officeDocument/2006/relationships/notesMaster" Target="/ppt/notesMasters/notesMaster1.xml" Id="Re9d16d0c883e4d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45446addde4f99" /><Relationship Type="http://schemas.openxmlformats.org/officeDocument/2006/relationships/notesMaster" Target="/ppt/notesMasters/notesMaster1.xml" Id="R123c0e7a3ccd4d3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53c5bcfd0244768" /><Relationship Type="http://schemas.openxmlformats.org/officeDocument/2006/relationships/notesMaster" Target="/ppt/notesMasters/notesMaster1.xml" Id="R3a4dfad6de3f4fa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850391d6a124bdf" /><Relationship Type="http://schemas.openxmlformats.org/officeDocument/2006/relationships/notesMaster" Target="/ppt/notesMasters/notesMaster1.xml" Id="R0275739fb208497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99cb24ab60e453a" /><Relationship Type="http://schemas.openxmlformats.org/officeDocument/2006/relationships/notesMaster" Target="/ppt/notesMasters/notesMaster1.xml" Id="R413a5a726e474e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0c32f1234349eb" /><Relationship Type="http://schemas.openxmlformats.org/officeDocument/2006/relationships/notesMaster" Target="/ppt/notesMasters/notesMaster1.xml" Id="Rc6bd26f6547d4b0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8169bfeee464e1c" /><Relationship Type="http://schemas.openxmlformats.org/officeDocument/2006/relationships/notesMaster" Target="/ppt/notesMasters/notesMaster1.xml" Id="Rb155d67155554f2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0aa4a172eea4b4e" /><Relationship Type="http://schemas.openxmlformats.org/officeDocument/2006/relationships/notesMaster" Target="/ppt/notesMasters/notesMaster1.xml" Id="Rf80c123e605e47b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2114cf4a2fb4479" /><Relationship Type="http://schemas.openxmlformats.org/officeDocument/2006/relationships/notesMaster" Target="/ppt/notesMasters/notesMaster1.xml" Id="R92fd234d94eb492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9901b9a64cb4895" /><Relationship Type="http://schemas.openxmlformats.org/officeDocument/2006/relationships/notesMaster" Target="/ppt/notesMasters/notesMaster1.xml" Id="Rcb9042d51425444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623323a8b2946ea" /><Relationship Type="http://schemas.openxmlformats.org/officeDocument/2006/relationships/notesMaster" Target="/ppt/notesMasters/notesMaster1.xml" Id="Rcb4f1e00b3e9475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55c6cc7f85d4eaa" /><Relationship Type="http://schemas.openxmlformats.org/officeDocument/2006/relationships/notesMaster" Target="/ppt/notesMasters/notesMaster1.xml" Id="Rd16496e4147b4a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43ebe43d51f4446" /><Relationship Type="http://schemas.openxmlformats.org/officeDocument/2006/relationships/notesMaster" Target="/ppt/notesMasters/notesMaster1.xml" Id="Rb3e40a8900bb43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bf6c33cdfb54875" /><Relationship Type="http://schemas.openxmlformats.org/officeDocument/2006/relationships/notesMaster" Target="/ppt/notesMasters/notesMaster1.xml" Id="R82923937310d409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590209079d147d3" /><Relationship Type="http://schemas.openxmlformats.org/officeDocument/2006/relationships/notesMaster" Target="/ppt/notesMasters/notesMaster1.xml" Id="Ra2e68060f5e7489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3132613ca354650" /><Relationship Type="http://schemas.openxmlformats.org/officeDocument/2006/relationships/notesMaster" Target="/ppt/notesMasters/notesMaster1.xml" Id="R12d4ea23be804a8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1b070623c5646bc" /><Relationship Type="http://schemas.openxmlformats.org/officeDocument/2006/relationships/notesMaster" Target="/ppt/notesMasters/notesMaster1.xml" Id="Rc969051ac9c1449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c3ba12c40fb43f5" /><Relationship Type="http://schemas.openxmlformats.org/officeDocument/2006/relationships/notesMaster" Target="/ppt/notesMasters/notesMaster1.xml" Id="R50b385145ba540f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124d431409248c4" /><Relationship Type="http://schemas.openxmlformats.org/officeDocument/2006/relationships/notesMaster" Target="/ppt/notesMasters/notesMaster1.xml" Id="Rca10bbbb329546f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c5b9b81931f4e83" /><Relationship Type="http://schemas.openxmlformats.org/officeDocument/2006/relationships/notesMaster" Target="/ppt/notesMasters/notesMaster1.xml" Id="R2024fd54c5324f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d9651432114a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1f8842383343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ad85bffc674b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9ea2310b1c46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3d45dcffe841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de85f173e948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C4FA83-26F3-4E50-8DAA-D6B7C79E9D6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628D9F-6CBE-420E-BAC8-F6CAE0ECD88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F741CF-FB3C-4EED-8D6F-C03504FDC415}"/>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34EB00-2184-4BD0-AD4E-48F5D05DECE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9BD912-29EC-4C14-9F2C-70B98F6C554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D60F5C-9BD1-4CF4-A7C6-73A66DE5578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AB1EDE-EDDB-4547-941D-1C65F798E74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1D927A-3AB0-4E8D-917B-49855CEF438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162A2C-E956-494A-B6A2-0555233DF64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7351C0-084A-409D-9CED-D4E3937D62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549d4613ac40e8" /><Relationship Type="http://schemas.openxmlformats.org/officeDocument/2006/relationships/slideLayout" Target="/ppt/slideLayouts/slideLayout1.xml" Id="Rcaaec9250bf748e6" /><Relationship Type="http://schemas.openxmlformats.org/officeDocument/2006/relationships/slideLayout" Target="/ppt/slideLayouts/slideLayout2.xml" Id="R803b5b0f84c64b0b" /><Relationship Type="http://schemas.openxmlformats.org/officeDocument/2006/relationships/slideLayout" Target="/ppt/slideLayouts/slideLayout3.xml" Id="Ra87e9df23ea94037" /><Relationship Type="http://schemas.openxmlformats.org/officeDocument/2006/relationships/slideLayout" Target="/ppt/slideLayouts/slideLayout4.xml" Id="R36cb04968a6d4f7b" /><Relationship Type="http://schemas.openxmlformats.org/officeDocument/2006/relationships/slideLayout" Target="/ppt/slideLayouts/slideLayout5.xml" Id="Rc18310158a564e35" /><Relationship Type="http://schemas.openxmlformats.org/officeDocument/2006/relationships/slideLayout" Target="/ppt/slideLayouts/slideLayout6.xml" Id="R09cef63d762b47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aec9250bf748e6"/>
    <p:sldLayoutId xmlns:r="http://schemas.openxmlformats.org/officeDocument/2006/relationships" id="2147483650" r:id="R803b5b0f84c64b0b"/>
    <p:sldLayoutId xmlns:r="http://schemas.openxmlformats.org/officeDocument/2006/relationships" id="2147483651" r:id="Ra87e9df23ea94037"/>
    <p:sldLayoutId xmlns:r="http://schemas.openxmlformats.org/officeDocument/2006/relationships" id="2147483652" r:id="R36cb04968a6d4f7b"/>
    <p:sldLayoutId xmlns:r="http://schemas.openxmlformats.org/officeDocument/2006/relationships" id="2147483653" r:id="Rc18310158a564e35"/>
    <p:sldLayoutId xmlns:r="http://schemas.openxmlformats.org/officeDocument/2006/relationships" id="2147483654" r:id="R09cef63d762b47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e15f99948f4a19" /><Relationship Type="http://schemas.openxmlformats.org/officeDocument/2006/relationships/image" Target="/ppt/media/image.png" Id="R0cb3462127ad4e4e" /><Relationship Type="http://schemas.openxmlformats.org/officeDocument/2006/relationships/image" Target="/ppt/media/image2.png" Id="Rfd5cb7cb77da45bc" /><Relationship Type="http://schemas.openxmlformats.org/officeDocument/2006/relationships/image" Target="/ppt/media/image3.png" Id="Rc654d66ca8cd4d44" /><Relationship Type="http://schemas.openxmlformats.org/officeDocument/2006/relationships/notesSlide" Target="/ppt/notesSlides/notesSlide1.xml" Id="Rff2b7e06e13942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e7a4dddf424a84" /><Relationship Type="http://schemas.openxmlformats.org/officeDocument/2006/relationships/image" Target="/ppt/media/image4.png" Id="Rd009be0ae1da44d4" /><Relationship Type="http://schemas.openxmlformats.org/officeDocument/2006/relationships/image" Target="/ppt/media/image5.png" Id="Ra4eb3ce96edf450d" /><Relationship Type="http://schemas.openxmlformats.org/officeDocument/2006/relationships/image" Target="/ppt/media/image6.png" Id="R2a7b0b811aa441f0" /><Relationship Type="http://schemas.openxmlformats.org/officeDocument/2006/relationships/notesSlide" Target="/ppt/notesSlides/notesSlide2.xml" Id="R84dcf4982c944e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f77cbc01f846ad" /><Relationship Type="http://schemas.openxmlformats.org/officeDocument/2006/relationships/image" Target="/ppt/media/image7.png" Id="R8b62a2219ae144df" /><Relationship Type="http://schemas.openxmlformats.org/officeDocument/2006/relationships/notesSlide" Target="/ppt/notesSlides/notesSlide3.xml" Id="Ra66799a60fae42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410f2b0844495d" /><Relationship Type="http://schemas.openxmlformats.org/officeDocument/2006/relationships/image" Target="/ppt/media/image8.png" Id="R582852227f2f462c" /><Relationship Type="http://schemas.openxmlformats.org/officeDocument/2006/relationships/image" Target="/ppt/media/image9.png" Id="Rdd8688172e5a4cd9" /><Relationship Type="http://schemas.openxmlformats.org/officeDocument/2006/relationships/notesSlide" Target="/ppt/notesSlides/notesSlide4.xml" Id="R1f5b154b2de94a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6f2f2cd5ea4faa" /><Relationship Type="http://schemas.openxmlformats.org/officeDocument/2006/relationships/image" Target="/ppt/media/image10.png" Id="R3794cedf666848af" /><Relationship Type="http://schemas.openxmlformats.org/officeDocument/2006/relationships/image" Target="/ppt/media/image11.png" Id="R47427e48aa7447a6" /><Relationship Type="http://schemas.openxmlformats.org/officeDocument/2006/relationships/notesSlide" Target="/ppt/notesSlides/notesSlide5.xml" Id="Rf2ec73af80f544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82feee382c34321" /><Relationship Type="http://schemas.openxmlformats.org/officeDocument/2006/relationships/image" Target="/ppt/media/image12.png" Id="R2d34e0f89de44c55" /><Relationship Type="http://schemas.openxmlformats.org/officeDocument/2006/relationships/image" Target="/ppt/media/image13.png" Id="R4cda2bde9f58431f" /><Relationship Type="http://schemas.openxmlformats.org/officeDocument/2006/relationships/notesSlide" Target="/ppt/notesSlides/notesSlide6.xml" Id="R7a155f0a7ceb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20325f394146fd" /><Relationship Type="http://schemas.openxmlformats.org/officeDocument/2006/relationships/image" Target="/ppt/media/image14.png" Id="R3a5a783677ef48a8" /><Relationship Type="http://schemas.openxmlformats.org/officeDocument/2006/relationships/image" Target="/ppt/media/image15.png" Id="Rc611037eff5c487c" /><Relationship Type="http://schemas.openxmlformats.org/officeDocument/2006/relationships/image" Target="/ppt/media/image16.png" Id="R2ee46ea663c44032" /><Relationship Type="http://schemas.openxmlformats.org/officeDocument/2006/relationships/image" Target="/ppt/media/image17.png" Id="R11ce665e7eed44cf" /><Relationship Type="http://schemas.openxmlformats.org/officeDocument/2006/relationships/notesSlide" Target="/ppt/notesSlides/notesSlide7.xml" Id="R722f0efbf60042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e7d4123667491a" /><Relationship Type="http://schemas.openxmlformats.org/officeDocument/2006/relationships/image" Target="/ppt/media/image18.png" Id="R10a9041cb3ad4b10" /><Relationship Type="http://schemas.openxmlformats.org/officeDocument/2006/relationships/image" Target="/ppt/media/image19.png" Id="Rd85cac45735a46f6" /><Relationship Type="http://schemas.openxmlformats.org/officeDocument/2006/relationships/image" Target="/ppt/media/image20.png" Id="R90d9ebd6170d4ec1" /><Relationship Type="http://schemas.openxmlformats.org/officeDocument/2006/relationships/image" Target="/ppt/media/image21.png" Id="Rf42e6c0a59774032" /><Relationship Type="http://schemas.openxmlformats.org/officeDocument/2006/relationships/notesSlide" Target="/ppt/notesSlides/notesSlide8.xml" Id="R256ba04c6bba44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a5413796d74ff9" /><Relationship Type="http://schemas.openxmlformats.org/officeDocument/2006/relationships/image" Target="/ppt/media/image22.png" Id="R9c06145c22344f74" /><Relationship Type="http://schemas.openxmlformats.org/officeDocument/2006/relationships/image" Target="/ppt/media/image23.png" Id="R102e0d0e9c9543b6" /><Relationship Type="http://schemas.openxmlformats.org/officeDocument/2006/relationships/notesSlide" Target="/ppt/notesSlides/notesSlide9.xml" Id="R375eceff25464e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53116e5a744cc8" /><Relationship Type="http://schemas.openxmlformats.org/officeDocument/2006/relationships/image" Target="/ppt/media/image24.png" Id="R724ea821bd944167" /><Relationship Type="http://schemas.openxmlformats.org/officeDocument/2006/relationships/image" Target="/ppt/media/image25.png" Id="Recf8fe436db1465b" /><Relationship Type="http://schemas.openxmlformats.org/officeDocument/2006/relationships/image" Target="/ppt/media/image26.png" Id="R663ea2f841004f34" /><Relationship Type="http://schemas.openxmlformats.org/officeDocument/2006/relationships/image" Target="/ppt/media/image27.png" Id="R1a83c449619f4661" /><Relationship Type="http://schemas.openxmlformats.org/officeDocument/2006/relationships/image" Target="/ppt/media/image28.png" Id="Rd5356920532e4c06" /><Relationship Type="http://schemas.openxmlformats.org/officeDocument/2006/relationships/notesSlide" Target="/ppt/notesSlides/notesSlide10.xml" Id="R361f4f38f1ee40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657ed964484f9f" /><Relationship Type="http://schemas.openxmlformats.org/officeDocument/2006/relationships/image" Target="/ppt/media/image29.png" Id="R407e08b08ea44999" /><Relationship Type="http://schemas.openxmlformats.org/officeDocument/2006/relationships/image" Target="/ppt/media/image30.png" Id="Rcf801bfde7724465" /><Relationship Type="http://schemas.openxmlformats.org/officeDocument/2006/relationships/image" Target="/ppt/media/image31.png" Id="Rc3b087148aea4e4d" /><Relationship Type="http://schemas.openxmlformats.org/officeDocument/2006/relationships/notesSlide" Target="/ppt/notesSlides/notesSlide11.xml" Id="Rb2039b76d20f4c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8fa1a76fd1e4fc1" /><Relationship Type="http://schemas.openxmlformats.org/officeDocument/2006/relationships/image" Target="/ppt/media/image32.png" Id="R2a7dd4cde6e74d6a" /><Relationship Type="http://schemas.openxmlformats.org/officeDocument/2006/relationships/image" Target="/ppt/media/image33.png" Id="R485b180d579946d6" /><Relationship Type="http://schemas.openxmlformats.org/officeDocument/2006/relationships/image" Target="/ppt/media/image34.png" Id="Rf2adb95a7f6d4b25" /><Relationship Type="http://schemas.openxmlformats.org/officeDocument/2006/relationships/notesSlide" Target="/ppt/notesSlides/notesSlide12.xml" Id="Rcd6bd3b42ad54e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e8bd71615e4a11" /><Relationship Type="http://schemas.openxmlformats.org/officeDocument/2006/relationships/image" Target="/ppt/media/image35.png" Id="R02867ab9683246a1" /><Relationship Type="http://schemas.openxmlformats.org/officeDocument/2006/relationships/notesSlide" Target="/ppt/notesSlides/notesSlide13.xml" Id="R5ab83c2e0b8e48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fee5bfe1ba94142" /><Relationship Type="http://schemas.openxmlformats.org/officeDocument/2006/relationships/image" Target="/ppt/media/image36.png" Id="R6df2a0a7941a484b" /><Relationship Type="http://schemas.openxmlformats.org/officeDocument/2006/relationships/image" Target="/ppt/media/image37.png" Id="R6f3820ea73034d51" /><Relationship Type="http://schemas.openxmlformats.org/officeDocument/2006/relationships/notesSlide" Target="/ppt/notesSlides/notesSlide14.xml" Id="Reaaa7f25e67f4a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e719895b87f4f4f" /><Relationship Type="http://schemas.openxmlformats.org/officeDocument/2006/relationships/image" Target="/ppt/media/image38.png" Id="Rb65318ad7c204f6b" /><Relationship Type="http://schemas.openxmlformats.org/officeDocument/2006/relationships/image" Target="/ppt/media/image39.png" Id="R79dcf4c4147a4e5c" /><Relationship Type="http://schemas.openxmlformats.org/officeDocument/2006/relationships/image" Target="/ppt/media/image40.png" Id="R07e3318fde774723" /><Relationship Type="http://schemas.openxmlformats.org/officeDocument/2006/relationships/notesSlide" Target="/ppt/notesSlides/notesSlide15.xml" Id="Rc756684b733547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7a5435947d4237" /><Relationship Type="http://schemas.openxmlformats.org/officeDocument/2006/relationships/image" Target="/ppt/media/image41.png" Id="Rdbdcf9f9a9c84fa4" /><Relationship Type="http://schemas.openxmlformats.org/officeDocument/2006/relationships/image" Target="/ppt/media/image42.png" Id="Rc0afe18bf29c4991" /><Relationship Type="http://schemas.openxmlformats.org/officeDocument/2006/relationships/image" Target="/ppt/media/image43.png" Id="R38c8725ae6874a73" /><Relationship Type="http://schemas.openxmlformats.org/officeDocument/2006/relationships/image" Target="/ppt/media/image44.png" Id="Rbb83d6111a0e4f51" /><Relationship Type="http://schemas.openxmlformats.org/officeDocument/2006/relationships/notesSlide" Target="/ppt/notesSlides/notesSlide16.xml" Id="Rd2dca8f6ba5c47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7828299dd9347f8" /><Relationship Type="http://schemas.openxmlformats.org/officeDocument/2006/relationships/image" Target="/ppt/media/image45.png" Id="R1db76d688a854779" /><Relationship Type="http://schemas.openxmlformats.org/officeDocument/2006/relationships/image" Target="/ppt/media/image46.png" Id="R5b61f5dcc8514d8c" /><Relationship Type="http://schemas.openxmlformats.org/officeDocument/2006/relationships/image" Target="/ppt/media/image47.png" Id="R1dcbaaee060548fc" /><Relationship Type="http://schemas.openxmlformats.org/officeDocument/2006/relationships/notesSlide" Target="/ppt/notesSlides/notesSlide17.xml" Id="R7aa6e01340e04b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e6c33ed280e40bb" /><Relationship Type="http://schemas.openxmlformats.org/officeDocument/2006/relationships/image" Target="/ppt/media/image48.png" Id="R83b4668561b949c5" /><Relationship Type="http://schemas.openxmlformats.org/officeDocument/2006/relationships/image" Target="/ppt/media/image49.png" Id="R735092cfd2f54e44" /><Relationship Type="http://schemas.openxmlformats.org/officeDocument/2006/relationships/image" Target="/ppt/media/image50.png" Id="R40804aa7e601495b" /><Relationship Type="http://schemas.openxmlformats.org/officeDocument/2006/relationships/image" Target="/ppt/media/image51.png" Id="R1c70bd00db254602" /><Relationship Type="http://schemas.openxmlformats.org/officeDocument/2006/relationships/notesSlide" Target="/ppt/notesSlides/notesSlide18.xml" Id="Rd9f5b49dcf1c47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e2afd7e1cbe4a45" /><Relationship Type="http://schemas.openxmlformats.org/officeDocument/2006/relationships/image" Target="/ppt/media/image52.png" Id="Rddb0ae2ea2024505" /><Relationship Type="http://schemas.openxmlformats.org/officeDocument/2006/relationships/image" Target="/ppt/media/image53.png" Id="R65f84e7c44c74c36" /><Relationship Type="http://schemas.openxmlformats.org/officeDocument/2006/relationships/image" Target="/ppt/media/image54.png" Id="R518aa69987d14253" /><Relationship Type="http://schemas.openxmlformats.org/officeDocument/2006/relationships/notesSlide" Target="/ppt/notesSlides/notesSlide19.xml" Id="Rda72b5c20bcd48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dcfff861b9e4957" /><Relationship Type="http://schemas.openxmlformats.org/officeDocument/2006/relationships/image" Target="/ppt/media/image55.png" Id="Rd5a3d07489fb4779" /><Relationship Type="http://schemas.openxmlformats.org/officeDocument/2006/relationships/image" Target="/ppt/media/image56.png" Id="Reef2d140665e4a58" /><Relationship Type="http://schemas.openxmlformats.org/officeDocument/2006/relationships/image" Target="/ppt/media/image57.png" Id="Re23252c698b44c80" /><Relationship Type="http://schemas.openxmlformats.org/officeDocument/2006/relationships/image" Target="/ppt/media/image58.png" Id="Rd99f953ad4654c44" /><Relationship Type="http://schemas.openxmlformats.org/officeDocument/2006/relationships/notesSlide" Target="/ppt/notesSlides/notesSlide20.xml" Id="R30f41554da6f45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25b01bc6cec438a" /><Relationship Type="http://schemas.openxmlformats.org/officeDocument/2006/relationships/image" Target="/ppt/media/image59.png" Id="Rbd7542abbf8f41db" /><Relationship Type="http://schemas.openxmlformats.org/officeDocument/2006/relationships/notesSlide" Target="/ppt/notesSlides/notesSlide21.xml" Id="R518cb6f2bdeb41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e0fd3ffcef94ae9" /><Relationship Type="http://schemas.openxmlformats.org/officeDocument/2006/relationships/image" Target="/ppt/media/image60.png" Id="R9de5a0d7b3824ff3" /><Relationship Type="http://schemas.openxmlformats.org/officeDocument/2006/relationships/image" Target="/ppt/media/image61.png" Id="R53aa3368a97840d8" /><Relationship Type="http://schemas.openxmlformats.org/officeDocument/2006/relationships/image" Target="/ppt/media/image62.png" Id="R79ebbcf7a4cd44c5" /><Relationship Type="http://schemas.openxmlformats.org/officeDocument/2006/relationships/notesSlide" Target="/ppt/notesSlides/notesSlide22.xml" Id="Rc8856d47687c4c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27c3ac8be664cd3" /><Relationship Type="http://schemas.openxmlformats.org/officeDocument/2006/relationships/image" Target="/ppt/media/image63.png" Id="R52b0cfb524ac464f" /><Relationship Type="http://schemas.openxmlformats.org/officeDocument/2006/relationships/image" Target="/ppt/media/image64.png" Id="Rfbfe3e7497074529" /><Relationship Type="http://schemas.openxmlformats.org/officeDocument/2006/relationships/image" Target="/ppt/media/image65.png" Id="R276fa0f904b94e4f" /><Relationship Type="http://schemas.openxmlformats.org/officeDocument/2006/relationships/image" Target="/ppt/media/image66.png" Id="Re73cde213e8f4fea" /><Relationship Type="http://schemas.openxmlformats.org/officeDocument/2006/relationships/notesSlide" Target="/ppt/notesSlides/notesSlide23.xml" Id="R29b2440e3e8c41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07ee99fbd054a96" /><Relationship Type="http://schemas.openxmlformats.org/officeDocument/2006/relationships/image" Target="/ppt/media/image67.png" Id="Rfc079b07a0f1425d" /><Relationship Type="http://schemas.openxmlformats.org/officeDocument/2006/relationships/image" Target="/ppt/media/image68.png" Id="Rca40cc30c4bc4824" /><Relationship Type="http://schemas.openxmlformats.org/officeDocument/2006/relationships/image" Target="/ppt/media/image69.png" Id="R7c11d0f85d064fc3" /><Relationship Type="http://schemas.openxmlformats.org/officeDocument/2006/relationships/notesSlide" Target="/ppt/notesSlides/notesSlide24.xml" Id="R6ccd5c845b444b2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50c6682d8cb476c" /><Relationship Type="http://schemas.openxmlformats.org/officeDocument/2006/relationships/image" Target="/ppt/media/image70.png" Id="R904f83a5cca74aa8" /><Relationship Type="http://schemas.openxmlformats.org/officeDocument/2006/relationships/image" Target="/ppt/media/image71.png" Id="R4ccc018be8474024" /><Relationship Type="http://schemas.openxmlformats.org/officeDocument/2006/relationships/notesSlide" Target="/ppt/notesSlides/notesSlide25.xml" Id="R16dee9fcdd33457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3c02b35aff74b90" /><Relationship Type="http://schemas.openxmlformats.org/officeDocument/2006/relationships/image" Target="/ppt/media/image72.png" Id="R800a27a234854681" /><Relationship Type="http://schemas.openxmlformats.org/officeDocument/2006/relationships/image" Target="/ppt/media/image73.png" Id="R8a627e9c88224ce4" /><Relationship Type="http://schemas.openxmlformats.org/officeDocument/2006/relationships/notesSlide" Target="/ppt/notesSlides/notesSlide26.xml" Id="Rdb224100a7b3488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b8d29c03c1f4e8c" /><Relationship Type="http://schemas.openxmlformats.org/officeDocument/2006/relationships/image" Target="/ppt/media/image74.png" Id="R8b14dc1ea00a4d42" /><Relationship Type="http://schemas.openxmlformats.org/officeDocument/2006/relationships/image" Target="/ppt/media/image75.png" Id="Rf9db63a319b64fb4" /><Relationship Type="http://schemas.openxmlformats.org/officeDocument/2006/relationships/notesSlide" Target="/ppt/notesSlides/notesSlide27.xml" Id="R988f603b5b4e4b0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b622b695d2452e" /><Relationship Type="http://schemas.openxmlformats.org/officeDocument/2006/relationships/image" Target="/ppt/media/image76.png" Id="Rc9d821b69a424802" /><Relationship Type="http://schemas.openxmlformats.org/officeDocument/2006/relationships/notesSlide" Target="/ppt/notesSlides/notesSlide28.xml" Id="R4e08fdffb3794b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f2defad9e7c4218" /><Relationship Type="http://schemas.openxmlformats.org/officeDocument/2006/relationships/image" Target="/ppt/media/image77.png" Id="Rfffb5ff74df34c8c" /><Relationship Type="http://schemas.openxmlformats.org/officeDocument/2006/relationships/notesSlide" Target="/ppt/notesSlides/notesSlide29.xml" Id="Rddb3d160e9c84c0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666b682f00842d0" /><Relationship Type="http://schemas.openxmlformats.org/officeDocument/2006/relationships/image" Target="/ppt/media/image78.png" Id="R01453fad9bbe4002" /><Relationship Type="http://schemas.openxmlformats.org/officeDocument/2006/relationships/notesSlide" Target="/ppt/notesSlides/notesSlide30.xml" Id="R4dce5c24676c44b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af208c40ebc440e" /><Relationship Type="http://schemas.openxmlformats.org/officeDocument/2006/relationships/image" Target="/ppt/media/image79.png" Id="R4c9d82243aa24caa" /><Relationship Type="http://schemas.openxmlformats.org/officeDocument/2006/relationships/notesSlide" Target="/ppt/notesSlides/notesSlide31.xml" Id="Rc1f01d7484b64ad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710cf5c068b49cd" /><Relationship Type="http://schemas.openxmlformats.org/officeDocument/2006/relationships/image" Target="/ppt/media/image80.png" Id="R09b85c32cfae4c4c" /><Relationship Type="http://schemas.openxmlformats.org/officeDocument/2006/relationships/image" Target="/ppt/media/image81.png" Id="R0a675d69c5f547d0" /><Relationship Type="http://schemas.openxmlformats.org/officeDocument/2006/relationships/image" Target="/ppt/media/image82.png" Id="R21f94f4c92b14209" /><Relationship Type="http://schemas.openxmlformats.org/officeDocument/2006/relationships/image" Target="/ppt/media/image83.png" Id="Ra01193cd18ea494c" /><Relationship Type="http://schemas.openxmlformats.org/officeDocument/2006/relationships/notesSlide" Target="/ppt/notesSlides/notesSlide32.xml" Id="R0970722f03d240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de59cbacd1c47f1" /><Relationship Type="http://schemas.openxmlformats.org/officeDocument/2006/relationships/image" Target="/ppt/media/image84.png" Id="Rb434017283f94b8a" /><Relationship Type="http://schemas.openxmlformats.org/officeDocument/2006/relationships/image" Target="/ppt/media/image85.png" Id="R69d450c33db3430f" /><Relationship Type="http://schemas.openxmlformats.org/officeDocument/2006/relationships/image" Target="/ppt/media/image86.png" Id="Rec244c5c4f2145e6" /><Relationship Type="http://schemas.openxmlformats.org/officeDocument/2006/relationships/notesSlide" Target="/ppt/notesSlides/notesSlide33.xml" Id="Ra2398a32e13e42d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959bc2b65f64b40" /><Relationship Type="http://schemas.openxmlformats.org/officeDocument/2006/relationships/image" Target="/ppt/media/image87.png" Id="Ra300a883f1514478" /><Relationship Type="http://schemas.openxmlformats.org/officeDocument/2006/relationships/image" Target="/ppt/media/image88.png" Id="R391eb04fca89404b" /><Relationship Type="http://schemas.openxmlformats.org/officeDocument/2006/relationships/notesSlide" Target="/ppt/notesSlides/notesSlide34.xml" Id="Rf53a949a017c46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412f14eb6fc40a5" /><Relationship Type="http://schemas.openxmlformats.org/officeDocument/2006/relationships/image" Target="/ppt/media/image89.png" Id="Rb9af4ed0cd5d4ca8" /><Relationship Type="http://schemas.openxmlformats.org/officeDocument/2006/relationships/image" Target="/ppt/media/image90.png" Id="R857aac1e72bd4e46" /><Relationship Type="http://schemas.openxmlformats.org/officeDocument/2006/relationships/notesSlide" Target="/ppt/notesSlides/notesSlide35.xml" Id="R151e23d988de4dc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c350e9e45b146ba" /><Relationship Type="http://schemas.openxmlformats.org/officeDocument/2006/relationships/image" Target="/ppt/media/image91.png" Id="Recd3586bb75246cc" /><Relationship Type="http://schemas.openxmlformats.org/officeDocument/2006/relationships/image" Target="/ppt/media/image92.png" Id="Rcc831053980445ee" /><Relationship Type="http://schemas.openxmlformats.org/officeDocument/2006/relationships/notesSlide" Target="/ppt/notesSlides/notesSlide36.xml" Id="Rf724869dce434c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9afa99365c14ab2" /><Relationship Type="http://schemas.openxmlformats.org/officeDocument/2006/relationships/image" Target="/ppt/media/image93.png" Id="R59eba4356c484d89" /><Relationship Type="http://schemas.openxmlformats.org/officeDocument/2006/relationships/image" Target="/ppt/media/image94.png" Id="R60c39b5a2f18468f" /><Relationship Type="http://schemas.openxmlformats.org/officeDocument/2006/relationships/image" Target="/ppt/media/image95.png" Id="Rf56cd6ad0c084706" /><Relationship Type="http://schemas.openxmlformats.org/officeDocument/2006/relationships/notesSlide" Target="/ppt/notesSlides/notesSlide37.xml" Id="Rcf5d9bb86a44491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e3fe0e7a137415d" /><Relationship Type="http://schemas.openxmlformats.org/officeDocument/2006/relationships/image" Target="/ppt/media/image96.png" Id="R80507090851a4d7a" /><Relationship Type="http://schemas.openxmlformats.org/officeDocument/2006/relationships/image" Target="/ppt/media/image97.png" Id="Rd1043a90f2cc41a0" /><Relationship Type="http://schemas.openxmlformats.org/officeDocument/2006/relationships/image" Target="/ppt/media/image98.png" Id="R88b5a6dd47684700" /><Relationship Type="http://schemas.openxmlformats.org/officeDocument/2006/relationships/image" Target="/ppt/media/image99.png" Id="R6bc3eb550e304bc5" /><Relationship Type="http://schemas.openxmlformats.org/officeDocument/2006/relationships/notesSlide" Target="/ppt/notesSlides/notesSlide38.xml" Id="R4a2894eb137e4fc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43c4e4eeeac4d9b" /><Relationship Type="http://schemas.openxmlformats.org/officeDocument/2006/relationships/image" Target="/ppt/media/image100.png" Id="R1d8f0247eccd4c16" /><Relationship Type="http://schemas.openxmlformats.org/officeDocument/2006/relationships/image" Target="/ppt/media/image101.png" Id="R159d6545039d4bc7" /><Relationship Type="http://schemas.openxmlformats.org/officeDocument/2006/relationships/notesSlide" Target="/ppt/notesSlides/notesSlide39.xml" Id="Rd134d00072c1439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f12d01cf28b48bd" /><Relationship Type="http://schemas.openxmlformats.org/officeDocument/2006/relationships/image" Target="/ppt/media/image102.png" Id="R0afb592d01104dec" /><Relationship Type="http://schemas.openxmlformats.org/officeDocument/2006/relationships/image" Target="/ppt/media/image103.png" Id="R6115344f07284124" /><Relationship Type="http://schemas.openxmlformats.org/officeDocument/2006/relationships/image" Target="/ppt/media/image104.png" Id="R10df3c0c1a044e6c" /><Relationship Type="http://schemas.openxmlformats.org/officeDocument/2006/relationships/notesSlide" Target="/ppt/notesSlides/notesSlide40.xml" Id="Rd8941aa9d242403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898bff73cff4e39" /><Relationship Type="http://schemas.openxmlformats.org/officeDocument/2006/relationships/image" Target="/ppt/media/image105.png" Id="Ra26de7b89c0b4532" /><Relationship Type="http://schemas.openxmlformats.org/officeDocument/2006/relationships/notesSlide" Target="/ppt/notesSlides/notesSlide41.xml" Id="R25dcb4cb2b21437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2cb0328237b4324" /><Relationship Type="http://schemas.openxmlformats.org/officeDocument/2006/relationships/image" Target="/ppt/media/image106.png" Id="R4ead9259d609477a" /><Relationship Type="http://schemas.openxmlformats.org/officeDocument/2006/relationships/image" Target="/ppt/media/image107.png" Id="Re623f3ce7c464d46" /><Relationship Type="http://schemas.openxmlformats.org/officeDocument/2006/relationships/notesSlide" Target="/ppt/notesSlides/notesSlide42.xml" Id="R715d6fe5d5f84af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6fb6e59106744b7" /><Relationship Type="http://schemas.openxmlformats.org/officeDocument/2006/relationships/image" Target="/ppt/media/image108.png" Id="R8f31d5cbd4654c88" /><Relationship Type="http://schemas.openxmlformats.org/officeDocument/2006/relationships/image" Target="/ppt/media/image109.png" Id="Rc60f73e124f34d59" /><Relationship Type="http://schemas.openxmlformats.org/officeDocument/2006/relationships/image" Target="/ppt/media/image110.png" Id="R9455d7b740df49bd" /><Relationship Type="http://schemas.openxmlformats.org/officeDocument/2006/relationships/image" Target="/ppt/media/image111.png" Id="R386d9868d3a84214" /><Relationship Type="http://schemas.openxmlformats.org/officeDocument/2006/relationships/notesSlide" Target="/ppt/notesSlides/notesSlide43.xml" Id="Re33674bab5a046a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8ad51efb92474c21" /><Relationship Type="http://schemas.openxmlformats.org/officeDocument/2006/relationships/image" Target="/ppt/media/image112.png" Id="Rf3f822cb93514d4e" /><Relationship Type="http://schemas.openxmlformats.org/officeDocument/2006/relationships/image" Target="/ppt/media/image113.png" Id="Re684e016a4d942b3" /><Relationship Type="http://schemas.openxmlformats.org/officeDocument/2006/relationships/notesSlide" Target="/ppt/notesSlides/notesSlide44.xml" Id="R49a6c279f0f44b4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e509289d9824c1e" /><Relationship Type="http://schemas.openxmlformats.org/officeDocument/2006/relationships/image" Target="/ppt/media/image114.png" Id="Ra542cd3d1fe34af2" /><Relationship Type="http://schemas.openxmlformats.org/officeDocument/2006/relationships/image" Target="/ppt/media/image115.png" Id="Re8cdad2c1efb410f" /><Relationship Type="http://schemas.openxmlformats.org/officeDocument/2006/relationships/notesSlide" Target="/ppt/notesSlides/notesSlide45.xml" Id="Rd691018c65b54cf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b2daf6075164c03" /><Relationship Type="http://schemas.openxmlformats.org/officeDocument/2006/relationships/image" Target="/ppt/media/image116.png" Id="R221bb40861a64298" /><Relationship Type="http://schemas.openxmlformats.org/officeDocument/2006/relationships/notesSlide" Target="/ppt/notesSlides/notesSlide46.xml" Id="Rd8e7773aa8d244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766ed47eb7b456a" /><Relationship Type="http://schemas.openxmlformats.org/officeDocument/2006/relationships/image" Target="/ppt/media/image117.png" Id="R4d7951c425f34646" /><Relationship Type="http://schemas.openxmlformats.org/officeDocument/2006/relationships/image" Target="/ppt/media/image118.png" Id="Ree9350f7dc984682" /><Relationship Type="http://schemas.openxmlformats.org/officeDocument/2006/relationships/notesSlide" Target="/ppt/notesSlides/notesSlide47.xml" Id="Rc77580a81e1846b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355dc14a80d4299" /><Relationship Type="http://schemas.openxmlformats.org/officeDocument/2006/relationships/image" Target="/ppt/media/image119.png" Id="R1885a3ee14ac492d" /><Relationship Type="http://schemas.openxmlformats.org/officeDocument/2006/relationships/notesSlide" Target="/ppt/notesSlides/notesSlide48.xml" Id="R3ffcf37acb46487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d9e7d6fbfe44231" /><Relationship Type="http://schemas.openxmlformats.org/officeDocument/2006/relationships/image" Target="/ppt/media/image120.png" Id="R5afb7a14df954085" /><Relationship Type="http://schemas.openxmlformats.org/officeDocument/2006/relationships/image" Target="/ppt/media/image121.png" Id="Rda66021ca7544197" /><Relationship Type="http://schemas.openxmlformats.org/officeDocument/2006/relationships/image" Target="/ppt/media/image122.png" Id="R7aec5ae2bfbf44f6" /><Relationship Type="http://schemas.openxmlformats.org/officeDocument/2006/relationships/image" Target="/ppt/media/image123.png" Id="Rb552f6a1f01e4db2" /><Relationship Type="http://schemas.openxmlformats.org/officeDocument/2006/relationships/notesSlide" Target="/ppt/notesSlides/notesSlide49.xml" Id="Ra1828504192248f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83bb12f3e2740cd" /><Relationship Type="http://schemas.openxmlformats.org/officeDocument/2006/relationships/image" Target="/ppt/media/image124.png" Id="Rea180978d96147d7" /><Relationship Type="http://schemas.openxmlformats.org/officeDocument/2006/relationships/image" Target="/ppt/media/image125.png" Id="R84d9d6f65382488e" /><Relationship Type="http://schemas.openxmlformats.org/officeDocument/2006/relationships/image" Target="/ppt/media/image126.png" Id="R605985451056416d" /><Relationship Type="http://schemas.openxmlformats.org/officeDocument/2006/relationships/image" Target="/ppt/media/image127.png" Id="Recc6cfca6e5b43ec" /><Relationship Type="http://schemas.openxmlformats.org/officeDocument/2006/relationships/notesSlide" Target="/ppt/notesSlides/notesSlide50.xml" Id="R4214941120a6485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b0630503586420d" /><Relationship Type="http://schemas.openxmlformats.org/officeDocument/2006/relationships/image" Target="/ppt/media/image128.png" Id="R4b36307857154eca" /><Relationship Type="http://schemas.openxmlformats.org/officeDocument/2006/relationships/notesSlide" Target="/ppt/notesSlides/notesSlide51.xml" Id="R6378fe40516f411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FDA93CA-AF57-4AC4-989C-35D6B86B461B}"/>
              </a:ext>
            </a:extLst>
          </p:cNvPr>
          <p:cNvPicPr>
            <a:picLocks xmlns:a="http://schemas.openxmlformats.org/drawingml/2006/main" noChangeAspect="1"/>
          </p:cNvPicPr>
          <p:nvPr/>
        </p:nvPicPr>
        <p:blipFill>
          <a:blip xmlns:r="http://schemas.openxmlformats.org/officeDocument/2006/relationships" xmlns:a="http://schemas.openxmlformats.org/drawingml/2006/main" r:embed="R0cb3462127ad4e4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64478F91-17C5-4083-AD32-28D19BB9511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859B6D1E-15B9-4A62-9A0B-756FCD6564EE}"/>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8C121DE3-3A17-4FC0-B4A3-5D9710026634}"/>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599FDFC1-17E1-4D40-9459-28CFDAE1840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0CA4C501-569B-4648-BFBB-8F36B71F89F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70F4A74F-2F5E-4C1A-9790-E7D3B09DFBA0}"/>
              </a:ext>
            </a:extLst>
          </p:cNvPr>
          <p:cNvPicPr>
            <a:picLocks xmlns:a="http://schemas.openxmlformats.org/drawingml/2006/main" noChangeAspect="1"/>
          </p:cNvPicPr>
          <p:nvPr/>
        </p:nvPicPr>
        <p:blipFill>
          <a:blip xmlns:r="http://schemas.openxmlformats.org/officeDocument/2006/relationships" xmlns:a="http://schemas.openxmlformats.org/drawingml/2006/main" r:embed="Rfd5cb7cb77da45b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95D1573-CD93-403B-BBEF-365414F1F99B}"/>
              </a:ext>
            </a:extLst>
          </p:cNvPr>
          <p:cNvPicPr>
            <a:picLocks xmlns:a="http://schemas.openxmlformats.org/drawingml/2006/main" noChangeAspect="1"/>
          </p:cNvPicPr>
          <p:nvPr/>
        </p:nvPicPr>
        <p:blipFill>
          <a:blip xmlns:r="http://schemas.openxmlformats.org/officeDocument/2006/relationships" xmlns:a="http://schemas.openxmlformats.org/drawingml/2006/main" r:embed="Rc654d66ca8cd4d44"/>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95974675-B0B0-4D9D-AECB-70DF88484C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41519686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F0BE635-CFD6-4150-BD50-74F026C733A8}"/>
              </a:ext>
            </a:extLst>
          </p:cNvPr>
          <p:cNvPicPr>
            <a:picLocks xmlns:a="http://schemas.openxmlformats.org/drawingml/2006/main" noChangeAspect="1"/>
          </p:cNvPicPr>
          <p:nvPr/>
        </p:nvPicPr>
        <p:blipFill>
          <a:blip xmlns:r="http://schemas.openxmlformats.org/officeDocument/2006/relationships" xmlns:a="http://schemas.openxmlformats.org/drawingml/2006/main" r:embed="Rd009be0ae1da44d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26A6BE0-215F-4C79-99CA-122BB844089F}"/>
              </a:ext>
            </a:extLst>
          </p:cNvPr>
          <p:cNvPicPr>
            <a:picLocks xmlns:a="http://schemas.openxmlformats.org/drawingml/2006/main" noChangeAspect="1"/>
          </p:cNvPicPr>
          <p:nvPr/>
        </p:nvPicPr>
        <p:blipFill>
          <a:blip xmlns:r="http://schemas.openxmlformats.org/officeDocument/2006/relationships" xmlns:a="http://schemas.openxmlformats.org/drawingml/2006/main" r:embed="Ra4eb3ce96edf450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505E82-105E-4E29-9A2F-F202951EB7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670E02-AC5F-461B-9825-6A1331A9192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836F21C4-CC29-4FCF-810C-B64BA961EA6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89C2FF-83CA-4376-974A-519E7EACC5E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CA49E0B5-67C2-4762-988C-06FA17D08C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37AA7DD3-CBC5-43E6-A2E8-BB4465B99CF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510E1C0-616F-488D-AB89-D6B6F21A9068}"/>
              </a:ext>
            </a:extLst>
          </p:cNvPr>
          <p:cNvPicPr>
            <a:picLocks xmlns:a="http://schemas.openxmlformats.org/drawingml/2006/main" noChangeAspect="1"/>
          </p:cNvPicPr>
          <p:nvPr/>
        </p:nvPicPr>
        <p:blipFill>
          <a:blip xmlns:r="http://schemas.openxmlformats.org/officeDocument/2006/relationships" xmlns:a="http://schemas.openxmlformats.org/drawingml/2006/main" r:embed="R2a7b0b811aa441f0"/>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753839126"/>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BBEA9E8-05BD-423A-A3D0-5BDE9748BD85}"/>
              </a:ext>
            </a:extLst>
          </p:cNvPr>
          <p:cNvPicPr>
            <a:picLocks xmlns:a="http://schemas.openxmlformats.org/drawingml/2006/main" noChangeAspect="1"/>
          </p:cNvPicPr>
          <p:nvPr/>
        </p:nvPicPr>
        <p:blipFill>
          <a:blip xmlns:r="http://schemas.openxmlformats.org/officeDocument/2006/relationships" xmlns:a="http://schemas.openxmlformats.org/drawingml/2006/main" r:embed="R8b62a2219ae144d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E340CA-56BA-41D4-9B0F-CE6611B3D5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32DEFA-B946-4EFA-8E3D-3DE06EFE5D5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35C07849-472D-46AC-9032-CDFFE4BFA682}"/>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BFE679A8-3A81-4C86-8B85-7F17DF6F93FF}"/>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E0C1D83-1AF5-4836-AE2A-C4221555B6A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13C702D9-7151-442B-8EEF-6FFFD3A2028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DB60F70-879D-4A1D-A008-A3DF9CD49DCB}"/>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2F96FF47-B720-4027-91E8-D8F478C9BE4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534CC2A0-86F3-4F5E-B90F-BE126FD6E467}"/>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47D8608-050B-4DF2-83ED-9C8FAA55750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099E7B9-5699-4F4E-AA6A-0854923EA300}"/>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CC48E7B7-B387-48B2-A641-A3479A3C48FC}"/>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8711AF2-5A52-4E08-BE79-08A0828A83F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34DD63D-E2DD-4EC9-B1C6-F690F433B63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034935319"/>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2F9AC05-3E8B-43BE-BA93-434A9EAE363A}"/>
              </a:ext>
            </a:extLst>
          </p:cNvPr>
          <p:cNvPicPr>
            <a:picLocks xmlns:a="http://schemas.openxmlformats.org/drawingml/2006/main" noChangeAspect="1"/>
          </p:cNvPicPr>
          <p:nvPr/>
        </p:nvPicPr>
        <p:blipFill>
          <a:blip xmlns:r="http://schemas.openxmlformats.org/officeDocument/2006/relationships" xmlns:a="http://schemas.openxmlformats.org/drawingml/2006/main" r:embed="R582852227f2f46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13F96A-E568-4C8A-A954-61F6542373E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5621A2-309D-4F07-82CA-79E48C4934AE}"/>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1B8D47A9-C44F-4959-89C5-C8D1CC9120CC}"/>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AF5663-0099-4E60-8B3F-414577693FD6}"/>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72EE3206-AA88-496D-BE4E-7A70C899176B}"/>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05485450-86C3-4551-AC22-ED7F09C72FC7}"/>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CE7EE6D-8A28-447A-ABD1-A1BE16629D4F}"/>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8D5D1C3-1CC5-4E7F-AE17-8D23704401F3}"/>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483BB7A-81B4-4C10-966C-9B14F5D0E175}"/>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D2CF58EA-CD7B-467F-AC08-1B9EC5A65ABE}"/>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A9A1A47-0920-4349-8FFB-538888B0878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AC49CD9F-4230-4766-BBC2-FE4676A8CB32}"/>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87D5CEB1-3DD6-4E9F-9497-347EDD97C87C}"/>
              </a:ext>
            </a:extLst>
          </p:cNvPr>
          <p:cNvPicPr>
            <a:picLocks xmlns:a="http://schemas.openxmlformats.org/drawingml/2006/main" noChangeAspect="1"/>
          </p:cNvPicPr>
          <p:nvPr/>
        </p:nvPicPr>
        <p:blipFill>
          <a:blip xmlns:r="http://schemas.openxmlformats.org/officeDocument/2006/relationships" xmlns:a="http://schemas.openxmlformats.org/drawingml/2006/main" r:embed="Rdd8688172e5a4cd9"/>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43070755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4855ACC-A990-473D-A45E-DF873CF97CF1}"/>
              </a:ext>
            </a:extLst>
          </p:cNvPr>
          <p:cNvPicPr>
            <a:picLocks xmlns:a="http://schemas.openxmlformats.org/drawingml/2006/main" noChangeAspect="1"/>
          </p:cNvPicPr>
          <p:nvPr/>
        </p:nvPicPr>
        <p:blipFill>
          <a:blip xmlns:r="http://schemas.openxmlformats.org/officeDocument/2006/relationships" xmlns:a="http://schemas.openxmlformats.org/drawingml/2006/main" r:embed="R3794cedf666848a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10A901C-3912-404F-84CD-BC26308961E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8D4E1DF-66E1-4EC6-A87E-6E7D1E880C6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973C1A2-58F2-4AF8-8AD7-7526454B16FA}"/>
              </a:ext>
            </a:extLst>
          </p:cNvPr>
          <p:cNvPicPr>
            <a:picLocks xmlns:a="http://schemas.openxmlformats.org/drawingml/2006/main" noChangeAspect="1"/>
          </p:cNvPicPr>
          <p:nvPr/>
        </p:nvPicPr>
        <p:blipFill>
          <a:blip xmlns:r="http://schemas.openxmlformats.org/officeDocument/2006/relationships" xmlns:a="http://schemas.openxmlformats.org/drawingml/2006/main" r:embed="R47427e48aa7447a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68508FA-EF72-4DC9-A807-85252235682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F9A6419-010A-4B5E-91CD-FF9151FECF0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F74CAD8A-BD0D-4A36-A7E7-E15F9AC3787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89790C3C-EA53-4CD2-BD67-C912B921115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1135167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B65FBB4-C8D6-4B6D-9D27-A05641C8E60F}"/>
              </a:ext>
            </a:extLst>
          </p:cNvPr>
          <p:cNvPicPr>
            <a:picLocks xmlns:a="http://schemas.openxmlformats.org/drawingml/2006/main" noChangeAspect="1"/>
          </p:cNvPicPr>
          <p:nvPr/>
        </p:nvPicPr>
        <p:blipFill>
          <a:blip xmlns:r="http://schemas.openxmlformats.org/officeDocument/2006/relationships" xmlns:a="http://schemas.openxmlformats.org/drawingml/2006/main" r:embed="R2d34e0f89de44c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EB25A3-78CC-4DFB-97F6-734711F8D1A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7B6657-302B-4E71-BEF9-98404FD529F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8DAC029-78CF-4C31-B3CD-3196A03A226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EC946AB-88E8-42FA-A838-676F347423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3F92D79-DC0C-46B2-BFC6-E574DAA956E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4A84E4CA-048E-43A1-99FF-4F6327153883}"/>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3A8DFF45-4BAC-47A4-8A54-073D27950745}"/>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20227C37-943A-4B79-AF3F-3EA437CC3160}"/>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98AD219A-AFF1-48CC-90CF-92A9AB5270CF}"/>
              </a:ext>
            </a:extLst>
          </p:cNvPr>
          <p:cNvPicPr>
            <a:picLocks xmlns:a="http://schemas.openxmlformats.org/drawingml/2006/main" noChangeAspect="1"/>
          </p:cNvPicPr>
          <p:nvPr/>
        </p:nvPicPr>
        <p:blipFill>
          <a:blip xmlns:r="http://schemas.openxmlformats.org/officeDocument/2006/relationships" xmlns:a="http://schemas.openxmlformats.org/drawingml/2006/main" r:embed="R4cda2bde9f58431f"/>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66586FD6-F4B6-4016-AC31-37437A46726D}"/>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54658332-F3BF-4EC7-B2E5-2B338EAA6A0C}"/>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26544D16-599D-4B1D-8A0A-9827AC58C8BF}"/>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106304128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51B1D5D-487E-4ABC-8134-E5491C3599D9}"/>
              </a:ext>
            </a:extLst>
          </p:cNvPr>
          <p:cNvPicPr>
            <a:picLocks xmlns:a="http://schemas.openxmlformats.org/drawingml/2006/main" noChangeAspect="1"/>
          </p:cNvPicPr>
          <p:nvPr/>
        </p:nvPicPr>
        <p:blipFill>
          <a:blip xmlns:r="http://schemas.openxmlformats.org/officeDocument/2006/relationships" xmlns:a="http://schemas.openxmlformats.org/drawingml/2006/main" r:embed="R3a5a783677ef48a8"/>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9795A45-8DEE-4EA8-B8F2-E02FE7A22D74}"/>
              </a:ext>
            </a:extLst>
          </p:cNvPr>
          <p:cNvPicPr>
            <a:picLocks xmlns:a="http://schemas.openxmlformats.org/drawingml/2006/main" noChangeAspect="1"/>
          </p:cNvPicPr>
          <p:nvPr/>
        </p:nvPicPr>
        <p:blipFill>
          <a:blip xmlns:r="http://schemas.openxmlformats.org/officeDocument/2006/relationships" xmlns:a="http://schemas.openxmlformats.org/drawingml/2006/main" r:embed="Rc611037eff5c48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574F04-9F9A-493A-AD00-B5F7E19A97C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DA12EF-69F1-4787-8B50-709D51AD11E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071D756-5EAA-4D40-850A-241116B3366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9318E2D-A973-46BA-9D7E-BC67DAF41C8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BD4736D-8274-4BA6-A8EC-8AE5D12526A6}"/>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266DB411-8F5B-41EB-9AAF-02C24FDF2121}"/>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22704AF4-458D-408B-91BF-14EC6A9B4985}"/>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13ED7B30-A926-4F3C-B1EF-298AC7D8F9F0}"/>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F550FB72-3003-4BC0-9CB1-E7E3B745D493}"/>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2F3DC3EF-A2C3-45C0-9275-44194E63A1C0}"/>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D65E3CBE-7E58-4B9E-9839-C310867AC778}"/>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16ADA989-9B40-4E34-A6A6-9D42EC22E4F5}"/>
              </a:ext>
            </a:extLst>
          </p:cNvPr>
          <p:cNvPicPr>
            <a:picLocks xmlns:a="http://schemas.openxmlformats.org/drawingml/2006/main" noChangeAspect="1"/>
          </p:cNvPicPr>
          <p:nvPr/>
        </p:nvPicPr>
        <p:blipFill>
          <a:blip xmlns:r="http://schemas.openxmlformats.org/officeDocument/2006/relationships" xmlns:a="http://schemas.openxmlformats.org/drawingml/2006/main" r:embed="R2ee46ea663c44032"/>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30341846-CE1C-49CC-80D3-DF78CF2FF2BE}"/>
              </a:ext>
            </a:extLst>
          </p:cNvPr>
          <p:cNvPicPr>
            <a:picLocks xmlns:a="http://schemas.openxmlformats.org/drawingml/2006/main" noChangeAspect="1"/>
          </p:cNvPicPr>
          <p:nvPr/>
        </p:nvPicPr>
        <p:blipFill>
          <a:blip xmlns:r="http://schemas.openxmlformats.org/officeDocument/2006/relationships" xmlns:a="http://schemas.openxmlformats.org/drawingml/2006/main" r:embed="R11ce665e7eed44cf"/>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F59AA7D-3D17-4DBF-9277-F56EB0ED99D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D6CB3A8-7B74-4C27-8490-BEC39DC4CFA7}"/>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064A08B-E029-4E98-8216-4962D4D08F03}"/>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DDBED947-898E-43A4-8B82-C250D9ED1EB9}"/>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8E383EC8-9FAC-48EE-B3A6-D88B7B33C242}"/>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742D5DB-8E70-466E-8761-E79D33874366}"/>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771631FB-92A6-47CA-A97E-4567FFD6D872}"/>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2FDE03D1-4BA0-42C1-8AC3-FCA9FA7737C5}"/>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0DF3EC33-AFAB-47BC-91E6-0065993AB113}"/>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52F7CA96-13D8-4F3F-8D15-CA9D18FFC6BD}"/>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79747726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FB61333-B8EA-4D17-9B1A-5EC19A1BA644}"/>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CAD8E6CA-43C9-4AED-AC70-A78872B3037A}"/>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5ADF5E5-34BE-428B-903C-AC07EE8575F6}"/>
              </a:ext>
            </a:extLst>
          </p:cNvPr>
          <p:cNvPicPr>
            <a:picLocks xmlns:a="http://schemas.openxmlformats.org/drawingml/2006/main" noChangeAspect="1"/>
          </p:cNvPicPr>
          <p:nvPr/>
        </p:nvPicPr>
        <p:blipFill>
          <a:blip xmlns:r="http://schemas.openxmlformats.org/officeDocument/2006/relationships" xmlns:a="http://schemas.openxmlformats.org/drawingml/2006/main" r:embed="R10a9041cb3ad4b1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303BCC-574F-4803-83D4-CB11471D18C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94DE5A-ADA6-4A53-A7C1-A51CDF33376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7C86B2E-B216-419B-BC7F-1D2411FC60C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EC8E5D5-44FE-4018-8D4A-761F49FA860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E8E534F0-8AE9-4B6F-B2F9-D0BB47DFAD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1CDE2E55-D33F-4493-886E-E74F074264EA}"/>
              </a:ext>
            </a:extLst>
          </p:cNvPr>
          <p:cNvPicPr>
            <a:picLocks xmlns:a="http://schemas.openxmlformats.org/drawingml/2006/main" noChangeAspect="1"/>
          </p:cNvPicPr>
          <p:nvPr/>
        </p:nvPicPr>
        <p:blipFill>
          <a:blip xmlns:r="http://schemas.openxmlformats.org/officeDocument/2006/relationships" xmlns:a="http://schemas.openxmlformats.org/drawingml/2006/main" r:embed="Rd85cac45735a46f6"/>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15F3ED3-3C3C-4187-AA6F-11C3DB34A12E}"/>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03FCA1A4-2414-4FFF-A0A6-6AACB153F40B}"/>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2BBA6B52-231C-4856-B4F1-66FFE805A693}"/>
              </a:ext>
            </a:extLst>
          </p:cNvPr>
          <p:cNvPicPr>
            <a:picLocks xmlns:a="http://schemas.openxmlformats.org/drawingml/2006/main" noChangeAspect="1"/>
          </p:cNvPicPr>
          <p:nvPr/>
        </p:nvPicPr>
        <p:blipFill>
          <a:blip xmlns:r="http://schemas.openxmlformats.org/officeDocument/2006/relationships" xmlns:a="http://schemas.openxmlformats.org/drawingml/2006/main" r:embed="R90d9ebd6170d4ec1"/>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A1DE0A35-A24A-4AB8-B9FA-892388C92532}"/>
              </a:ext>
            </a:extLst>
          </p:cNvPr>
          <p:cNvPicPr>
            <a:picLocks xmlns:a="http://schemas.openxmlformats.org/drawingml/2006/main" noChangeAspect="1"/>
          </p:cNvPicPr>
          <p:nvPr/>
        </p:nvPicPr>
        <p:blipFill>
          <a:blip xmlns:r="http://schemas.openxmlformats.org/officeDocument/2006/relationships" xmlns:a="http://schemas.openxmlformats.org/drawingml/2006/main" r:embed="Rf42e6c0a59774032"/>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9FA2374-AC6C-48AB-A9D0-281F2D0F6DB0}"/>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85DB9E3-B1C4-451F-90BC-24241AE1114F}"/>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F7457753-BC82-44B6-8406-9224929A6AA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66824751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64D5EBA1-8E54-4FB3-A565-FD8C0821792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ECE7F981-A13C-431E-8097-97AB94D1E10B}"/>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D618C64A-B7FD-42C4-A102-06D83DDDCC58}"/>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9C685E35-433B-4989-A468-7E46EC10ED92}"/>
              </a:ext>
            </a:extLst>
          </p:cNvPr>
          <p:cNvPicPr>
            <a:picLocks xmlns:a="http://schemas.openxmlformats.org/drawingml/2006/main" noChangeAspect="1"/>
          </p:cNvPicPr>
          <p:nvPr/>
        </p:nvPicPr>
        <p:blipFill>
          <a:blip xmlns:r="http://schemas.openxmlformats.org/officeDocument/2006/relationships" xmlns:a="http://schemas.openxmlformats.org/drawingml/2006/main" r:embed="R9c06145c22344f7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9C1D845-B88B-4F46-8D44-F4AFA05940F5}"/>
              </a:ext>
            </a:extLst>
          </p:cNvPr>
          <p:cNvPicPr>
            <a:picLocks xmlns:a="http://schemas.openxmlformats.org/drawingml/2006/main" noChangeAspect="1"/>
          </p:cNvPicPr>
          <p:nvPr/>
        </p:nvPicPr>
        <p:blipFill>
          <a:blip xmlns:r="http://schemas.openxmlformats.org/officeDocument/2006/relationships" xmlns:a="http://schemas.openxmlformats.org/drawingml/2006/main" r:embed="R102e0d0e9c9543b6"/>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E5FE07DA-C5F4-4D4C-8CA3-666E7A258D6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589428876"/>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9364BA47-B431-42EC-9A73-76EFD890EB66}"/>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903E1938-DCB9-4A24-ABB2-F5DA10667D52}"/>
              </a:ext>
            </a:extLst>
          </p:cNvPr>
          <p:cNvPicPr>
            <a:picLocks xmlns:a="http://schemas.openxmlformats.org/drawingml/2006/main" noChangeAspect="1"/>
          </p:cNvPicPr>
          <p:nvPr/>
        </p:nvPicPr>
        <p:blipFill>
          <a:blip xmlns:r="http://schemas.openxmlformats.org/officeDocument/2006/relationships" xmlns:a="http://schemas.openxmlformats.org/drawingml/2006/main" r:embed="R724ea821bd9441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B4D0E4-A6E8-4F0B-903D-3B58750E2E7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A70D8A-8C11-46C1-804A-401FC30F07E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E5F4307-5D8C-49FF-A5AC-F1B69BAA053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B41CC0-01AB-4116-857F-3E08CE208B9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E41128A-7D3E-4773-9784-3C81EBF4786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39F62A48-7B19-45B4-8F44-4507D464C49E}"/>
              </a:ext>
            </a:extLst>
          </p:cNvPr>
          <p:cNvPicPr>
            <a:picLocks xmlns:a="http://schemas.openxmlformats.org/drawingml/2006/main" noChangeAspect="1"/>
          </p:cNvPicPr>
          <p:nvPr/>
        </p:nvPicPr>
        <p:blipFill>
          <a:blip xmlns:r="http://schemas.openxmlformats.org/officeDocument/2006/relationships" xmlns:a="http://schemas.openxmlformats.org/drawingml/2006/main" r:embed="Recf8fe436db1465b"/>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220B9A1-0EA3-4BE7-AA5D-EC47F589759C}"/>
              </a:ext>
            </a:extLst>
          </p:cNvPr>
          <p:cNvPicPr>
            <a:picLocks xmlns:a="http://schemas.openxmlformats.org/drawingml/2006/main" noChangeAspect="1"/>
          </p:cNvPicPr>
          <p:nvPr/>
        </p:nvPicPr>
        <p:blipFill>
          <a:blip xmlns:r="http://schemas.openxmlformats.org/officeDocument/2006/relationships" xmlns:a="http://schemas.openxmlformats.org/drawingml/2006/main" r:embed="R663ea2f841004f34"/>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87D1C00-24AE-4434-BC4B-8CBA57EA12CD}"/>
              </a:ext>
            </a:extLst>
          </p:cNvPr>
          <p:cNvPicPr>
            <a:picLocks xmlns:a="http://schemas.openxmlformats.org/drawingml/2006/main" noChangeAspect="1"/>
          </p:cNvPicPr>
          <p:nvPr/>
        </p:nvPicPr>
        <p:blipFill>
          <a:blip xmlns:r="http://schemas.openxmlformats.org/officeDocument/2006/relationships" xmlns:a="http://schemas.openxmlformats.org/drawingml/2006/main" r:embed="R1a83c449619f4661"/>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242EC39-AF75-467B-9D2A-B24BE4FB0740}"/>
              </a:ext>
            </a:extLst>
          </p:cNvPr>
          <p:cNvPicPr>
            <a:picLocks xmlns:a="http://schemas.openxmlformats.org/drawingml/2006/main" noChangeAspect="1"/>
          </p:cNvPicPr>
          <p:nvPr/>
        </p:nvPicPr>
        <p:blipFill>
          <a:blip xmlns:r="http://schemas.openxmlformats.org/officeDocument/2006/relationships" xmlns:a="http://schemas.openxmlformats.org/drawingml/2006/main" r:embed="Rd5356920532e4c06"/>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750935502"/>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F55996F-56DC-4117-8F1F-9D5E1FF91714}"/>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C833D0C0-1789-48C1-89F5-FA7DDF7841BD}"/>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A5FE92B-F4F3-44B7-BA80-D1203AEE5533}"/>
              </a:ext>
            </a:extLst>
          </p:cNvPr>
          <p:cNvPicPr>
            <a:picLocks xmlns:a="http://schemas.openxmlformats.org/drawingml/2006/main" noChangeAspect="1"/>
          </p:cNvPicPr>
          <p:nvPr/>
        </p:nvPicPr>
        <p:blipFill>
          <a:blip xmlns:r="http://schemas.openxmlformats.org/officeDocument/2006/relationships" xmlns:a="http://schemas.openxmlformats.org/drawingml/2006/main" r:embed="R407e08b08ea449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A1DFAE-0BB1-4405-BCAE-16E3863CF2A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AC67E4-26D0-47B2-AAA8-B833C32BFE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7D24F42-8BC9-4A3B-A4AF-75C2BB4ADE4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E70005-ADBC-4B43-A10C-8D63F70BF0D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14621C3-4A2A-4B84-8987-14EBE51BF66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82DA69BD-1FF0-40E0-B086-CADC31620FD9}"/>
              </a:ext>
            </a:extLst>
          </p:cNvPr>
          <p:cNvPicPr>
            <a:picLocks xmlns:a="http://schemas.openxmlformats.org/drawingml/2006/main" noChangeAspect="1"/>
          </p:cNvPicPr>
          <p:nvPr/>
        </p:nvPicPr>
        <p:blipFill>
          <a:blip xmlns:r="http://schemas.openxmlformats.org/officeDocument/2006/relationships" xmlns:a="http://schemas.openxmlformats.org/drawingml/2006/main" r:embed="Rcf801bfde7724465"/>
          <a:stretch xmlns:a="http://schemas.openxmlformats.org/drawingml/2006/main"/>
        </p:blipFill>
        <p:spPr>
          <a:xfrm xmlns:a="http://schemas.openxmlformats.org/drawingml/2006/main">
            <a:off x="4637072" y="5381625"/>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ECBFE0E-5883-4A38-960B-3E3BBEACE891}"/>
              </a:ext>
            </a:extLst>
          </p:cNvPr>
          <p:cNvPicPr>
            <a:picLocks xmlns:a="http://schemas.openxmlformats.org/drawingml/2006/main" noChangeAspect="1"/>
          </p:cNvPicPr>
          <p:nvPr/>
        </p:nvPicPr>
        <p:blipFill>
          <a:blip xmlns:r="http://schemas.openxmlformats.org/officeDocument/2006/relationships" xmlns:a="http://schemas.openxmlformats.org/drawingml/2006/main" r:embed="Rc3b087148aea4e4d"/>
          <a:stretch xmlns:a="http://schemas.openxmlformats.org/drawingml/2006/main"/>
        </p:blipFill>
        <p:spPr>
          <a:xfrm xmlns:a="http://schemas.openxmlformats.org/drawingml/2006/main">
            <a:off x="4637072" y="7239000"/>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3EED386-9BFD-4933-A52C-9A654D047FAC}"/>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FFE5D0E7-2323-4D92-AB8C-AF356CF2EFDB}"/>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100C5A59-0FAA-40E8-93DF-E1B6B1ED550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769082668"/>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2281CB7-1E11-4DCF-AAB8-2492C5A81F5A}"/>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10EEDFEA-CA3E-454F-B456-738DBF46EA9C}"/>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C8DF2D8-AC6F-4986-AE69-FC1188A3A4C3}"/>
              </a:ext>
            </a:extLst>
          </p:cNvPr>
          <p:cNvPicPr>
            <a:picLocks xmlns:a="http://schemas.openxmlformats.org/drawingml/2006/main" noChangeAspect="1"/>
          </p:cNvPicPr>
          <p:nvPr/>
        </p:nvPicPr>
        <p:blipFill>
          <a:blip xmlns:r="http://schemas.openxmlformats.org/officeDocument/2006/relationships" xmlns:a="http://schemas.openxmlformats.org/drawingml/2006/main" r:embed="R2a7dd4cde6e74d6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6420ED-6F1C-4121-85DF-3BA880AAC51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B743B5-72A1-4977-B5F2-C8B0F651EF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178837F-86B1-4AE4-8297-CABE4D818CA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E2A33D0-3473-4C10-BCA6-9901B5D9AB2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F4F2C34-2282-457F-AE6C-E18C4353F3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66F28352-C8B7-4F5F-A41F-49BA48AA6F9B}"/>
              </a:ext>
            </a:extLst>
          </p:cNvPr>
          <p:cNvPicPr>
            <a:picLocks xmlns:a="http://schemas.openxmlformats.org/drawingml/2006/main" noChangeAspect="1"/>
          </p:cNvPicPr>
          <p:nvPr/>
        </p:nvPicPr>
        <p:blipFill>
          <a:blip xmlns:r="http://schemas.openxmlformats.org/officeDocument/2006/relationships" xmlns:a="http://schemas.openxmlformats.org/drawingml/2006/main" r:embed="R485b180d579946d6"/>
          <a:stretch xmlns:a="http://schemas.openxmlformats.org/drawingml/2006/main"/>
        </p:blipFill>
        <p:spPr>
          <a:xfrm xmlns:a="http://schemas.openxmlformats.org/drawingml/2006/main">
            <a:off x="3486626" y="5445258"/>
            <a:ext cx="11314748" cy="729984"/>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A7B020C-8E89-4F88-9F99-BE3CCC78F5B9}"/>
              </a:ext>
            </a:extLst>
          </p:cNvPr>
          <p:cNvPicPr>
            <a:picLocks xmlns:a="http://schemas.openxmlformats.org/drawingml/2006/main" noChangeAspect="1"/>
          </p:cNvPicPr>
          <p:nvPr/>
        </p:nvPicPr>
        <p:blipFill>
          <a:blip xmlns:r="http://schemas.openxmlformats.org/officeDocument/2006/relationships" xmlns:a="http://schemas.openxmlformats.org/drawingml/2006/main" r:embed="Rf2adb95a7f6d4b25"/>
          <a:stretch xmlns:a="http://schemas.openxmlformats.org/drawingml/2006/main"/>
        </p:blipFill>
        <p:spPr>
          <a:xfrm xmlns:a="http://schemas.openxmlformats.org/drawingml/2006/main">
            <a:off x="3286304" y="7307104"/>
            <a:ext cx="11715393" cy="720947"/>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10153EA-AC77-4903-89A4-6F1D943CD985}"/>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0918228D-55B5-4427-B3C0-A36F207ABB10}"/>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FD50940A-B735-4E3C-8AF9-CD3ADEFB4A6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58651207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2A313722-B942-4C9F-AEC1-49225CB4D9A0}"/>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1B3894C8-CD6A-48E8-A18B-4CE848C60780}"/>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EC71EC6D-725D-4EAC-B0C6-F284C295F1A7}"/>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AA94F9A2-5963-47B0-B822-7CE61D061F12}"/>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58292FE4-8753-40B2-92A8-E999EC298668}"/>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04B046F6-CAA6-4D3B-8219-7EB6DA5905FB}"/>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9FEFE645-45BF-454A-AB30-6FDE1A492923}"/>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81A89080-2F16-41AC-ABE3-C34E311364A2}"/>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8EF3D017-2CFD-4375-B452-A726A96BA6F4}"/>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B55003F3-0192-4E17-95D0-43C0A5DA3102}"/>
              </a:ext>
            </a:extLst>
          </p:cNvPr>
          <p:cNvPicPr>
            <a:picLocks xmlns:a="http://schemas.openxmlformats.org/drawingml/2006/main" noChangeAspect="1"/>
          </p:cNvPicPr>
          <p:nvPr/>
        </p:nvPicPr>
        <p:blipFill>
          <a:blip xmlns:r="http://schemas.openxmlformats.org/officeDocument/2006/relationships" xmlns:a="http://schemas.openxmlformats.org/drawingml/2006/main" r:embed="R02867ab9683246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CC1A6A-DB01-453F-9CD2-38E4A97FFA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AB3CDB-8572-435E-A3AB-03661D43B3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F6E6C07-0D61-4100-A48C-DCD81D5654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CD49764-7CF6-40BE-A6B5-686D5845255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E4484A5-05B3-4A9E-B81C-739B6EF091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D8476768-01BE-4F2E-8BC2-AC809DE72489}"/>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75C2ED23-0902-4939-9E5E-C248693F8A24}"/>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F74FE97A-E857-4179-BBA0-0DE82B108491}"/>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DFBC9FB7-EF18-400C-8670-81E2DF86FF48}"/>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5008BEC3-DEC7-4372-BC5F-B2F9D6ABFBC7}"/>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F82D86F4-0435-4ACB-BEE5-6B417BF5EB5B}"/>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B8246D94-2D4C-466D-9DEC-603114956CF0}"/>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181008A8-05EC-4EF9-913F-1E9B3AC2D255}"/>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99B65682-2339-454A-8724-8FBA46E37604}"/>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764C24D1-762B-42FF-83C0-2E60CD93B76A}"/>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2318889F-E981-472A-96E3-7192650B5089}"/>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D1D97B1F-741F-49C9-9C85-48832CBFEF77}"/>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226483597"/>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BDE0C5E-19F5-4C51-BA78-46861E941A71}"/>
              </a:ext>
            </a:extLst>
          </p:cNvPr>
          <p:cNvPicPr>
            <a:picLocks xmlns:a="http://schemas.openxmlformats.org/drawingml/2006/main" noChangeAspect="1"/>
          </p:cNvPicPr>
          <p:nvPr/>
        </p:nvPicPr>
        <p:blipFill>
          <a:blip xmlns:r="http://schemas.openxmlformats.org/officeDocument/2006/relationships" xmlns:a="http://schemas.openxmlformats.org/drawingml/2006/main" r:embed="R6df2a0a7941a484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8AB1386-1867-4983-A2E5-AF842217151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E56AA0C-5CED-41F5-AAF2-A877534752B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215C688-C67C-4BF8-BEB9-A5093F5E0443}"/>
              </a:ext>
            </a:extLst>
          </p:cNvPr>
          <p:cNvPicPr>
            <a:picLocks xmlns:a="http://schemas.openxmlformats.org/drawingml/2006/main" noChangeAspect="1"/>
          </p:cNvPicPr>
          <p:nvPr/>
        </p:nvPicPr>
        <p:blipFill>
          <a:blip xmlns:r="http://schemas.openxmlformats.org/officeDocument/2006/relationships" xmlns:a="http://schemas.openxmlformats.org/drawingml/2006/main" r:embed="R6f3820ea73034d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31BB9EEA-A498-4185-8E39-E854E97188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F14B19D-822C-41AE-8AB5-592CE24932B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0E0130E2-ED92-490F-A3B0-B49478E170D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4CA42F28-DABF-460D-9883-B275D29ADF9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067729183"/>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EC2B2707-A232-40DB-829F-0C5F9791B4BB}"/>
              </a:ext>
            </a:extLst>
          </p:cNvPr>
          <p:cNvPicPr>
            <a:picLocks xmlns:a="http://schemas.openxmlformats.org/drawingml/2006/main" noChangeAspect="1"/>
          </p:cNvPicPr>
          <p:nvPr/>
        </p:nvPicPr>
        <p:blipFill>
          <a:blip xmlns:r="http://schemas.openxmlformats.org/officeDocument/2006/relationships" xmlns:a="http://schemas.openxmlformats.org/drawingml/2006/main" r:embed="Rb65318ad7c204f6b"/>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D21BDA0F-AA32-42E6-AEBE-4F1E929D55EF}"/>
              </a:ext>
            </a:extLst>
          </p:cNvPr>
          <p:cNvPicPr>
            <a:picLocks xmlns:a="http://schemas.openxmlformats.org/drawingml/2006/main" noChangeAspect="1"/>
          </p:cNvPicPr>
          <p:nvPr/>
        </p:nvPicPr>
        <p:blipFill>
          <a:blip xmlns:r="http://schemas.openxmlformats.org/officeDocument/2006/relationships" xmlns:a="http://schemas.openxmlformats.org/drawingml/2006/main" r:embed="R79dcf4c4147a4e5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04A9A8-C166-476A-BE4C-5CBBEFD8C6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433EEC-CE84-42CB-9924-3A09102791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9EBA3D0-19BC-46A9-975F-EFDED658075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99103D8-4703-4E61-9966-43E3DD28C64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C0B9400D-1B1A-4485-A594-4E321EA533E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F8B2426C-BBCE-4144-8F90-E42E88359064}"/>
              </a:ext>
            </a:extLst>
          </p:cNvPr>
          <p:cNvPicPr>
            <a:picLocks xmlns:a="http://schemas.openxmlformats.org/drawingml/2006/main" noChangeAspect="1"/>
          </p:cNvPicPr>
          <p:nvPr/>
        </p:nvPicPr>
        <p:blipFill>
          <a:blip xmlns:r="http://schemas.openxmlformats.org/officeDocument/2006/relationships" xmlns:a="http://schemas.openxmlformats.org/drawingml/2006/main" r:embed="R07e3318fde774723"/>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5B7ED0C8-B33C-4B95-9985-8FC205F657E4}"/>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8BC143A-E52A-4F9E-B29C-96802FEB83CF}"/>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33892BB4-B03D-48C5-8F73-C70E3936F6CF}"/>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21E0A041-2BF9-4347-81C0-65C3EA41403E}"/>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59312BE3-CE45-41C3-A23B-5037F902A05E}"/>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557795C7-B22B-4D80-A23F-3485EC65D95D}"/>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33A903F3-10F0-4C8B-8770-3AFD81897EBA}"/>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0C2EB8C-50F3-4255-B4D2-1DE889A53BC4}"/>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31B250C8-0607-4B9F-990F-3015DE313EAA}"/>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3A3483BC-9AF1-4306-A564-C526CEB3D02E}"/>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17F7BB3C-BA67-4BFE-84D6-85FBDB4B081F}"/>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EFB63C9E-75A0-4920-9B6B-AF3E907B017D}"/>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86206004"/>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4E94F72-F837-4515-B872-B1451D502DFB}"/>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6571805-42C5-48F1-BA35-FEE22140A34C}"/>
              </a:ext>
            </a:extLst>
          </p:cNvPr>
          <p:cNvPicPr>
            <a:picLocks xmlns:a="http://schemas.openxmlformats.org/drawingml/2006/main" noChangeAspect="1"/>
          </p:cNvPicPr>
          <p:nvPr/>
        </p:nvPicPr>
        <p:blipFill>
          <a:blip xmlns:r="http://schemas.openxmlformats.org/officeDocument/2006/relationships" xmlns:a="http://schemas.openxmlformats.org/drawingml/2006/main" r:embed="Rdbdcf9f9a9c84fa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749DEC-ADCF-41F6-B660-1ACF4C630A5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E3D5836-334A-44CB-8A9A-BAFAA818FBD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5FBABA6-C09F-4D30-81A3-4BEFCA5D8E3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DF6BA50-660D-4B9C-A1EB-FA3ED923C90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BEDEF70-46F6-46CE-B687-EC76880B7D0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161A98AF-5533-4A42-AE87-5447DC6BF413}"/>
              </a:ext>
            </a:extLst>
          </p:cNvPr>
          <p:cNvPicPr>
            <a:picLocks xmlns:a="http://schemas.openxmlformats.org/drawingml/2006/main" noChangeAspect="1"/>
          </p:cNvPicPr>
          <p:nvPr/>
        </p:nvPicPr>
        <p:blipFill>
          <a:blip xmlns:r="http://schemas.openxmlformats.org/officeDocument/2006/relationships" xmlns:a="http://schemas.openxmlformats.org/drawingml/2006/main" r:embed="Rc0afe18bf29c4991"/>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2AA61A9-92BA-41ED-B879-7F3BDCA535E9}"/>
              </a:ext>
            </a:extLst>
          </p:cNvPr>
          <p:cNvPicPr>
            <a:picLocks xmlns:a="http://schemas.openxmlformats.org/drawingml/2006/main" noChangeAspect="1"/>
          </p:cNvPicPr>
          <p:nvPr/>
        </p:nvPicPr>
        <p:blipFill>
          <a:blip xmlns:r="http://schemas.openxmlformats.org/officeDocument/2006/relationships" xmlns:a="http://schemas.openxmlformats.org/drawingml/2006/main" r:embed="R38c8725ae6874a73"/>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04C2178-7BB9-4850-81CB-4868086A142C}"/>
              </a:ext>
            </a:extLst>
          </p:cNvPr>
          <p:cNvPicPr>
            <a:picLocks xmlns:a="http://schemas.openxmlformats.org/drawingml/2006/main" noChangeAspect="1"/>
          </p:cNvPicPr>
          <p:nvPr/>
        </p:nvPicPr>
        <p:blipFill>
          <a:blip xmlns:r="http://schemas.openxmlformats.org/officeDocument/2006/relationships" xmlns:a="http://schemas.openxmlformats.org/drawingml/2006/main" r:embed="Rbb83d6111a0e4f51"/>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00BE357-0331-40EF-9A68-FC5D9B6032DB}"/>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618EB3E8-841D-4F86-AFF3-1CBFB0FAE9D8}"/>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54200501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139C490-0BFC-4F5F-B7D0-41FF311436B2}"/>
              </a:ext>
            </a:extLst>
          </p:cNvPr>
          <p:cNvPicPr>
            <a:picLocks xmlns:a="http://schemas.openxmlformats.org/drawingml/2006/main" noChangeAspect="1"/>
          </p:cNvPicPr>
          <p:nvPr/>
        </p:nvPicPr>
        <p:blipFill>
          <a:blip xmlns:r="http://schemas.openxmlformats.org/officeDocument/2006/relationships" xmlns:a="http://schemas.openxmlformats.org/drawingml/2006/main" r:embed="R1db76d688a8547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7ACA2D-2ED9-43CF-BEF5-0ECC78BDCDE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46EFC7-50E2-4D19-B2E9-9AEF2D55CC2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ED430CB-D280-4756-80F4-47A548B335B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1CEB1F-2A6A-4B8F-9CD3-B2F325CE63D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300D2D4-319B-4D2A-9F68-FD928C31802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2282FAEC-390D-4B52-9AF3-C8EBE4ABE9A3}"/>
              </a:ext>
            </a:extLst>
          </p:cNvPr>
          <p:cNvPicPr>
            <a:picLocks xmlns:a="http://schemas.openxmlformats.org/drawingml/2006/main" noChangeAspect="1"/>
          </p:cNvPicPr>
          <p:nvPr/>
        </p:nvPicPr>
        <p:blipFill>
          <a:blip xmlns:r="http://schemas.openxmlformats.org/officeDocument/2006/relationships" xmlns:a="http://schemas.openxmlformats.org/drawingml/2006/main" r:embed="R5b61f5dcc8514d8c"/>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F60AC0B-672F-479E-AA40-CC2364BB3E87}"/>
              </a:ext>
            </a:extLst>
          </p:cNvPr>
          <p:cNvPicPr>
            <a:picLocks xmlns:a="http://schemas.openxmlformats.org/drawingml/2006/main" noChangeAspect="1"/>
          </p:cNvPicPr>
          <p:nvPr/>
        </p:nvPicPr>
        <p:blipFill>
          <a:blip xmlns:r="http://schemas.openxmlformats.org/officeDocument/2006/relationships" xmlns:a="http://schemas.openxmlformats.org/drawingml/2006/main" r:embed="R1dcbaaee060548fc"/>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C3F3D09-5B9D-4A39-B0F8-8D0880F64D0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공통 물질을 소거하고, 산소는 남은 양을 확인한다.</a:t>
            </a:r>
          </a:p>
        </p:txBody>
      </p:sp>
      <p:sp>
        <p:nvSpPr>
          <p:cNvPr id="12" name="공통 CO₂ 소거 표시">
            <a:extLst xmlns:a="http://schemas.openxmlformats.org/drawingml/2006/main">
              <a:ext uri="{FF2B5EF4-FFF2-40B4-BE49-F238E27FC236}">
                <a16:creationId xmlns:a16="http://schemas.microsoft.com/office/drawing/2014/main" id="{47A3AD84-AA26-460A-BA8D-1043BF6D9BA7}"/>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A21677F0-FEC1-40BD-9D04-F5A1268C7B7A}"/>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1EFD4A45-8E64-4457-B549-25298E7A5515}"/>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2D26500-CDA7-46BE-8E2E-A39B2D1C79C3}"/>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F8049259-07ED-458B-80FD-3D8D4D61EDBA}"/>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산소는 절반만 소거</a:t>
            </a:r>
          </a:p>
        </p:txBody>
      </p:sp>
      <p:sp>
        <p:nvSpPr>
          <p:cNvPr id="17" name="text">
            <a:extLst xmlns:a="http://schemas.openxmlformats.org/drawingml/2006/main">
              <a:ext uri="{FF2B5EF4-FFF2-40B4-BE49-F238E27FC236}">
                <a16:creationId xmlns:a16="http://schemas.microsoft.com/office/drawing/2014/main" id="{C3EE8A77-7799-4CAF-8B9F-2ABF177C8834}"/>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
        <p:nvSpPr>
          <p:cNvPr id="18" name="산소 공통 부분 소거 · 최종 절반 잔류">
            <a:extLst xmlns:a="http://schemas.openxmlformats.org/drawingml/2006/main">
              <a:ext uri="{FF2B5EF4-FFF2-40B4-BE49-F238E27FC236}">
                <a16:creationId xmlns:a16="http://schemas.microsoft.com/office/drawing/2014/main" id="{0580FF99-954E-435E-AD5A-D261B45EA47B}"/>
              </a:ext>
            </a:extLst>
          </p:cNvPr>
          <p:cNvSpPr>
            <a:spLocks xmlns:a="http://schemas.openxmlformats.org/drawingml/2006/main" noGrp="1"/>
          </p:cNvSpPr>
          <p:nvPr/>
        </p:nvSpPr>
        <p:spPr>
          <a:xfrm xmlns:a="http://schemas.openxmlformats.org/drawingml/2006/main">
            <a:off x="8896350" y="4438650"/>
            <a:ext cx="1104900" cy="400050"/>
          </a:xfrm>
          <a:custGeom xmlns:a="http://schemas.openxmlformats.org/drawingml/2006/main">
            <a:pathLst>
              <a:path w="1104900" h="400050">
                <a:moveTo>
                  <a:pt x="0" y="400050"/>
                </a:moveTo>
                <a:lnTo>
                  <a:pt x="1104900" y="0"/>
                </a:lnTo>
              </a:path>
            </a:pathLst>
          </a:custGeom>
          <a:noFill xmlns:a="http://schemas.openxmlformats.org/drawingml/2006/main"/>
          <a:ln xmlns:a="http://schemas.openxmlformats.org/drawingml/2006/main" w="28575">
            <a:solidFill>
              <a:srgbClr val="9FFF68"/>
            </a:solidFill>
          </a:ln>
        </p:spPr>
      </p:sp>
      <p:sp>
        <p:nvSpPr>
          <p:cNvPr id="19" name="산소 공통 부분 소거 · 최종 절반 잔류">
            <a:extLst xmlns:a="http://schemas.openxmlformats.org/drawingml/2006/main">
              <a:ext uri="{FF2B5EF4-FFF2-40B4-BE49-F238E27FC236}">
                <a16:creationId xmlns:a16="http://schemas.microsoft.com/office/drawing/2014/main" id="{DF07AB5E-E52B-43CF-A578-2FF2CA09AD71}"/>
              </a:ext>
            </a:extLst>
          </p:cNvPr>
          <p:cNvSpPr>
            <a:spLocks xmlns:a="http://schemas.openxmlformats.org/drawingml/2006/main" noGrp="1"/>
          </p:cNvSpPr>
          <p:nvPr/>
        </p:nvSpPr>
        <p:spPr>
          <a:xfrm xmlns:a="http://schemas.openxmlformats.org/drawingml/2006/main">
            <a:off x="8048625" y="5495925"/>
            <a:ext cx="1733550" cy="447675"/>
          </a:xfrm>
          <a:custGeom xmlns:a="http://schemas.openxmlformats.org/drawingml/2006/main">
            <a:pathLst>
              <a:path w="1733550" h="447675">
                <a:moveTo>
                  <a:pt x="0" y="447675"/>
                </a:moveTo>
                <a:lnTo>
                  <a:pt x="1733550"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006764875"/>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C40698B8-F399-4EC8-ADDA-F1BDBC724C6C}"/>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1C9E1DC-B7CC-4CA6-B476-9997E321FA14}"/>
              </a:ext>
            </a:extLst>
          </p:cNvPr>
          <p:cNvPicPr>
            <a:picLocks xmlns:a="http://schemas.openxmlformats.org/drawingml/2006/main" noChangeAspect="1"/>
          </p:cNvPicPr>
          <p:nvPr/>
        </p:nvPicPr>
        <p:blipFill>
          <a:blip xmlns:r="http://schemas.openxmlformats.org/officeDocument/2006/relationships" xmlns:a="http://schemas.openxmlformats.org/drawingml/2006/main" r:embed="R83b4668561b949c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440013-C79B-4B78-8D54-7DD3551133D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63E773-3317-4813-ACEF-CA2CA5F0D28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434560C-95AC-4D3D-AA07-D0F9BB8ECEF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10D4DDE-F808-4DA7-B073-42E6C821282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EE6C5B7-D57F-453D-A9EA-E5CE8F839D8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68FC43E3-7727-4EDC-AB5D-E3492B3B71A4}"/>
              </a:ext>
            </a:extLst>
          </p:cNvPr>
          <p:cNvPicPr>
            <a:picLocks xmlns:a="http://schemas.openxmlformats.org/drawingml/2006/main" noChangeAspect="1"/>
          </p:cNvPicPr>
          <p:nvPr/>
        </p:nvPicPr>
        <p:blipFill>
          <a:blip xmlns:r="http://schemas.openxmlformats.org/officeDocument/2006/relationships" xmlns:a="http://schemas.openxmlformats.org/drawingml/2006/main" r:embed="R735092cfd2f54e44"/>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8464499-C685-4A78-BB10-3531ABF10CDF}"/>
              </a:ext>
            </a:extLst>
          </p:cNvPr>
          <p:cNvPicPr>
            <a:picLocks xmlns:a="http://schemas.openxmlformats.org/drawingml/2006/main" noChangeAspect="1"/>
          </p:cNvPicPr>
          <p:nvPr/>
        </p:nvPicPr>
        <p:blipFill>
          <a:blip xmlns:r="http://schemas.openxmlformats.org/officeDocument/2006/relationships" xmlns:a="http://schemas.openxmlformats.org/drawingml/2006/main" r:embed="R40804aa7e601495b"/>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883105B-F25E-42E2-AB92-04918CA1E042}"/>
              </a:ext>
            </a:extLst>
          </p:cNvPr>
          <p:cNvPicPr>
            <a:picLocks xmlns:a="http://schemas.openxmlformats.org/drawingml/2006/main" noChangeAspect="1"/>
          </p:cNvPicPr>
          <p:nvPr/>
        </p:nvPicPr>
        <p:blipFill>
          <a:blip xmlns:r="http://schemas.openxmlformats.org/officeDocument/2006/relationships" xmlns:a="http://schemas.openxmlformats.org/drawingml/2006/main" r:embed="R1c70bd00db254602"/>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374271517"/>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FA68ADD-D3D1-46DB-BB38-1CD2840B5932}"/>
              </a:ext>
            </a:extLst>
          </p:cNvPr>
          <p:cNvPicPr>
            <a:picLocks xmlns:a="http://schemas.openxmlformats.org/drawingml/2006/main" noChangeAspect="1"/>
          </p:cNvPicPr>
          <p:nvPr/>
        </p:nvPicPr>
        <p:blipFill>
          <a:blip xmlns:r="http://schemas.openxmlformats.org/officeDocument/2006/relationships" xmlns:a="http://schemas.openxmlformats.org/drawingml/2006/main" r:embed="Rddb0ae2ea202450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3C5A7C-3D60-4D67-8769-0C4A3A2AD01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E729FB-CB31-4AF4-BEA7-B05C387DE6D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4D0950E-C62D-400F-A968-879AE2357C2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CE85E79-C65E-4CAD-B564-B286C7C019C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02A5310-BE1F-497E-99F6-9C1D8FA7793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601521D-6E93-4862-AF68-ADFF2C7ADDA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6E07DA85-4340-483C-A5CB-D8D208B9F94D}"/>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sp>
        <p:nvSpPr>
          <p:cNvPr id="10" name="간접 측정 방법">
            <a:extLst xmlns:a="http://schemas.openxmlformats.org/drawingml/2006/main">
              <a:ext uri="{FF2B5EF4-FFF2-40B4-BE49-F238E27FC236}">
                <a16:creationId xmlns:a16="http://schemas.microsoft.com/office/drawing/2014/main" id="{27A7C814-0281-4C2B-BBBC-B9E5177ACE1E}"/>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C74B96C-0772-40C9-A052-013C37036BF0}"/>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9C495F1-6D19-4236-B5EB-70590C8AEC29}"/>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CA15C9FE-227B-464C-9084-564D3208DFF4}"/>
              </a:ext>
            </a:extLst>
          </p:cNvPr>
          <p:cNvPicPr>
            <a:picLocks xmlns:a="http://schemas.openxmlformats.org/drawingml/2006/main" noChangeAspect="1"/>
          </p:cNvPicPr>
          <p:nvPr/>
        </p:nvPicPr>
        <p:blipFill>
          <a:blip xmlns:r="http://schemas.openxmlformats.org/officeDocument/2006/relationships" xmlns:a="http://schemas.openxmlformats.org/drawingml/2006/main" r:embed="R65f84e7c44c74c36"/>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6DBDCEC-9876-40DD-B547-42EEEF03B312}"/>
              </a:ext>
            </a:extLst>
          </p:cNvPr>
          <p:cNvPicPr>
            <a:picLocks xmlns:a="http://schemas.openxmlformats.org/drawingml/2006/main" noChangeAspect="1"/>
          </p:cNvPicPr>
          <p:nvPr/>
        </p:nvPicPr>
        <p:blipFill>
          <a:blip xmlns:r="http://schemas.openxmlformats.org/officeDocument/2006/relationships" xmlns:a="http://schemas.openxmlformats.org/drawingml/2006/main" r:embed="R518aa69987d14253"/>
          <a:srcRect xmlns:a="http://schemas.openxmlformats.org/drawingml/2006/main" l="0" t="0" r="24242" b="0"/>
          <a:stretch xmlns:a="http://schemas.openxmlformats.org/drawingml/2006/main"/>
        </p:blipFill>
        <p:spPr>
          <a:xfrm xmlns:a="http://schemas.openxmlformats.org/drawingml/2006/main">
            <a:off x="2276475" y="5581650"/>
            <a:ext cx="7328105" cy="1009650"/>
          </a:xfrm>
          <a:prstGeom xmlns:a="http://schemas.openxmlformats.org/drawingml/2006/main" prst="rect">
            <a:avLst/>
          </a:prstGeom>
        </p:spPr>
      </p:pic>
    </p:spTree>
    <p:extLst>
      <p:ext uri="{BB962C8B-B14F-4D97-AF65-F5344CB8AC3E}">
        <p14:creationId xmlns:p14="http://schemas.microsoft.com/office/powerpoint/2010/main" val="973359631"/>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6F0BCDBF-7A82-4DC2-81DA-7C3768756F90}"/>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95661BD-95D7-4D5C-9283-F8E81AD013C6}"/>
              </a:ext>
            </a:extLst>
          </p:cNvPr>
          <p:cNvPicPr>
            <a:picLocks xmlns:a="http://schemas.openxmlformats.org/drawingml/2006/main" noChangeAspect="1"/>
          </p:cNvPicPr>
          <p:nvPr/>
        </p:nvPicPr>
        <p:blipFill>
          <a:blip xmlns:r="http://schemas.openxmlformats.org/officeDocument/2006/relationships" xmlns:a="http://schemas.openxmlformats.org/drawingml/2006/main" r:embed="Rd5a3d07489fb47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7E4BD9-D202-47F4-843A-98E69849B8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6EB650-8CA2-4934-85BA-5E247FFED3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BDBCDBF-B7B4-4C79-BFB3-A87BC8CE4CB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2B6C436-70D5-4E34-9E54-80BDAD12824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4ECD374-DF48-4F8D-868D-0C7F2D87D30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A3DBFE99-1EBC-436D-8CD6-42F3BA7ECDBB}"/>
              </a:ext>
            </a:extLst>
          </p:cNvPr>
          <p:cNvPicPr>
            <a:picLocks xmlns:a="http://schemas.openxmlformats.org/drawingml/2006/main" noChangeAspect="1"/>
          </p:cNvPicPr>
          <p:nvPr/>
        </p:nvPicPr>
        <p:blipFill>
          <a:blip xmlns:r="http://schemas.openxmlformats.org/officeDocument/2006/relationships" xmlns:a="http://schemas.openxmlformats.org/drawingml/2006/main" r:embed="Reef2d140665e4a58"/>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0BE1C26-51C9-49CE-B832-30DF7B2EEA79}"/>
              </a:ext>
            </a:extLst>
          </p:cNvPr>
          <p:cNvPicPr>
            <a:picLocks xmlns:a="http://schemas.openxmlformats.org/drawingml/2006/main" noChangeAspect="1"/>
          </p:cNvPicPr>
          <p:nvPr/>
        </p:nvPicPr>
        <p:blipFill>
          <a:blip xmlns:r="http://schemas.openxmlformats.org/officeDocument/2006/relationships" xmlns:a="http://schemas.openxmlformats.org/drawingml/2006/main" r:embed="Re23252c698b44c80"/>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70A8C7E-0825-4F05-B6DE-7E0D47C867A5}"/>
              </a:ext>
            </a:extLst>
          </p:cNvPr>
          <p:cNvPicPr>
            <a:picLocks xmlns:a="http://schemas.openxmlformats.org/drawingml/2006/main" noChangeAspect="1"/>
          </p:cNvPicPr>
          <p:nvPr/>
        </p:nvPicPr>
        <p:blipFill>
          <a:blip xmlns:r="http://schemas.openxmlformats.org/officeDocument/2006/relationships" xmlns:a="http://schemas.openxmlformats.org/drawingml/2006/main" r:embed="Rd99f953ad4654c44"/>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E20A9DC1-8D52-4C2A-8D7C-412349BB584A}"/>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724F5A8E-460A-475B-BBB7-F12410727CD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553998922"/>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2DA8B8B5-6F0D-4D83-BF5B-B2AA18A94FA8}"/>
              </a:ext>
            </a:extLst>
          </p:cNvPr>
          <p:cNvPicPr>
            <a:picLocks xmlns:a="http://schemas.openxmlformats.org/drawingml/2006/main" noChangeAspect="1"/>
          </p:cNvPicPr>
          <p:nvPr/>
        </p:nvPicPr>
        <p:blipFill>
          <a:blip xmlns:r="http://schemas.openxmlformats.org/officeDocument/2006/relationships" xmlns:a="http://schemas.openxmlformats.org/drawingml/2006/main" r:embed="Rbd7542abbf8f41d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7F1521-552E-433C-97BC-69E886E038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BD809A-C29C-449C-A35F-56AE2E6C9A6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328A3E7-EB73-4B2E-A244-2628F845423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489DE5-8134-4619-8A65-CFB71CB4649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0743E820-06AB-40BD-B400-81B4A4924D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8911E650-CF68-4BBF-BA9E-C65003CD5136}"/>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9E0B15C5-CC44-486B-B31C-D9962EB96DE8}"/>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2892B3C-B00F-4CA6-9866-50D07B6A9E8A}"/>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1090C127-1D86-4823-9FC5-FF50C0EE3FDA}"/>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EE28AB03-E005-4444-95EB-9D62F7365C57}"/>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40277F78-FAF0-43FE-B675-BC92B418FAC7}"/>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3" name="text">
            <a:extLst xmlns:a="http://schemas.openxmlformats.org/drawingml/2006/main">
              <a:ext uri="{FF2B5EF4-FFF2-40B4-BE49-F238E27FC236}">
                <a16:creationId xmlns:a16="http://schemas.microsoft.com/office/drawing/2014/main" id="{AB707023-3A90-4C9E-B27C-1C7677E0C8EE}"/>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4FB60124-974A-4DD0-A3D4-D6BA50F37093}"/>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BC37B819-A3D4-40C2-98B7-A347286AAFBD}"/>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16FBF11A-A59F-4C65-A2AB-39CA883AA8A4}"/>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C89578E6-229F-479A-84F8-E3D67C2B6F7A}"/>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8E8ED4F1-52E0-428F-9AC7-893A007A0E5B}"/>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9" name="text">
            <a:extLst xmlns:a="http://schemas.openxmlformats.org/drawingml/2006/main">
              <a:ext uri="{FF2B5EF4-FFF2-40B4-BE49-F238E27FC236}">
                <a16:creationId xmlns:a16="http://schemas.microsoft.com/office/drawing/2014/main" id="{9D548A63-CDA2-4EC9-9629-E2399CFC63D0}"/>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B268FD8E-6257-426A-83E9-F498E207A82D}"/>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1C33A4E-670F-4D25-B23A-ABED1FE9F07B}"/>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4AA912F6-17C0-44E9-98A3-E3D7FE55A00C}"/>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EB0F5365-7C7D-463E-AF88-D84D13381DE7}"/>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315FBAD2-C21D-4872-960A-DC0B048599AE}"/>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25" name="text">
            <a:extLst xmlns:a="http://schemas.openxmlformats.org/drawingml/2006/main">
              <a:ext uri="{FF2B5EF4-FFF2-40B4-BE49-F238E27FC236}">
                <a16:creationId xmlns:a16="http://schemas.microsoft.com/office/drawing/2014/main" id="{B5D389F7-1BBE-4514-8C5F-A7FF8F25C0B3}"/>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F846BB4A-CAF7-45EC-9574-BE410A30EA33}"/>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1A1606E8-B0BB-49D1-94DA-D8E93F3AF4BC}"/>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E09570B9-4CA8-4D86-AC7C-8872880A424D}"/>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F9FF7412-6AE3-4333-BB41-B1F8A00D547D}"/>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745A8DA7-C2E0-4D6D-992B-DA8FF5C1D2EE}"/>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31" name="text">
            <a:extLst xmlns:a="http://schemas.openxmlformats.org/drawingml/2006/main">
              <a:ext uri="{FF2B5EF4-FFF2-40B4-BE49-F238E27FC236}">
                <a16:creationId xmlns:a16="http://schemas.microsoft.com/office/drawing/2014/main" id="{3CBF1355-C575-4C47-BACC-F0F5F11585D3}"/>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
        <p:nvSpPr>
          <p:cNvPr id="32" name="얇은 표면 반사">
            <a:extLst xmlns:a="http://schemas.openxmlformats.org/drawingml/2006/main">
              <a:ext uri="{FF2B5EF4-FFF2-40B4-BE49-F238E27FC236}">
                <a16:creationId xmlns:a16="http://schemas.microsoft.com/office/drawing/2014/main" id="{FAACE32C-8E47-4722-A3C5-BAAF0511D8DA}"/>
              </a:ext>
            </a:extLst>
          </p:cNvPr>
          <p:cNvSpPr>
            <a:spLocks xmlns:a="http://schemas.openxmlformats.org/drawingml/2006/main" noGrp="1"/>
          </p:cNvSpPr>
          <p:nvPr/>
        </p:nvSpPr>
        <p:spPr>
          <a:xfrm xmlns:a="http://schemas.openxmlformats.org/drawingml/2006/main">
            <a:off x="13239750" y="442912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3" name="얇은 표면 반사">
            <a:extLst xmlns:a="http://schemas.openxmlformats.org/drawingml/2006/main">
              <a:ext uri="{FF2B5EF4-FFF2-40B4-BE49-F238E27FC236}">
                <a16:creationId xmlns:a16="http://schemas.microsoft.com/office/drawing/2014/main" id="{C59BF880-5201-4B5B-A9CF-94F9B3ACDB2F}"/>
              </a:ext>
            </a:extLst>
          </p:cNvPr>
          <p:cNvSpPr>
            <a:spLocks xmlns:a="http://schemas.openxmlformats.org/drawingml/2006/main" noGrp="1"/>
          </p:cNvSpPr>
          <p:nvPr/>
        </p:nvSpPr>
        <p:spPr>
          <a:xfrm xmlns:a="http://schemas.openxmlformats.org/drawingml/2006/main">
            <a:off x="13239750" y="554355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4" name="얇은 표면 반사">
            <a:extLst xmlns:a="http://schemas.openxmlformats.org/drawingml/2006/main">
              <a:ext uri="{FF2B5EF4-FFF2-40B4-BE49-F238E27FC236}">
                <a16:creationId xmlns:a16="http://schemas.microsoft.com/office/drawing/2014/main" id="{00AAA568-F5E5-4BD5-8432-76D6613201AE}"/>
              </a:ext>
            </a:extLst>
          </p:cNvPr>
          <p:cNvSpPr>
            <a:spLocks xmlns:a="http://schemas.openxmlformats.org/drawingml/2006/main" noGrp="1"/>
          </p:cNvSpPr>
          <p:nvPr/>
        </p:nvSpPr>
        <p:spPr>
          <a:xfrm xmlns:a="http://schemas.openxmlformats.org/drawingml/2006/main">
            <a:off x="13239750" y="665797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5" name="얇은 표면 반사">
            <a:extLst xmlns:a="http://schemas.openxmlformats.org/drawingml/2006/main">
              <a:ext uri="{FF2B5EF4-FFF2-40B4-BE49-F238E27FC236}">
                <a16:creationId xmlns:a16="http://schemas.microsoft.com/office/drawing/2014/main" id="{75695787-F280-49B6-BDA8-C69DAB48648F}"/>
              </a:ext>
            </a:extLst>
          </p:cNvPr>
          <p:cNvSpPr>
            <a:spLocks xmlns:a="http://schemas.openxmlformats.org/drawingml/2006/main" noGrp="1"/>
          </p:cNvSpPr>
          <p:nvPr/>
        </p:nvSpPr>
        <p:spPr>
          <a:xfrm xmlns:a="http://schemas.openxmlformats.org/drawingml/2006/main">
            <a:off x="13239750" y="777240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Tree>
    <p:extLst>
      <p:ext uri="{BB962C8B-B14F-4D97-AF65-F5344CB8AC3E}">
        <p14:creationId xmlns:p14="http://schemas.microsoft.com/office/powerpoint/2010/main" val="1787134854"/>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AD26C806-5587-4912-9504-F1E90EA52725}"/>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2A5D9995-465A-49A9-8A79-1C48992B68CA}"/>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909A6881-6D28-4653-9D92-76969ECF3881}"/>
              </a:ext>
            </a:extLst>
          </p:cNvPr>
          <p:cNvPicPr>
            <a:picLocks xmlns:a="http://schemas.openxmlformats.org/drawingml/2006/main" noChangeAspect="1"/>
          </p:cNvPicPr>
          <p:nvPr/>
        </p:nvPicPr>
        <p:blipFill>
          <a:blip xmlns:r="http://schemas.openxmlformats.org/officeDocument/2006/relationships" xmlns:a="http://schemas.openxmlformats.org/drawingml/2006/main" r:embed="R9de5a0d7b3824ff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48A59C-4021-4AAC-BF0F-468F0B943AB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BBE89D-6121-4C8C-B4CA-CE54656A61E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C5D2CBD-A2E0-401E-A913-171E760250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8138701-55F8-4303-99B2-0AA89F156C6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6ECC7C0-9FE0-4459-8625-476F6A71A92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D5AB0A54-E670-4544-8B98-5D2A0A8335D7}"/>
              </a:ext>
            </a:extLst>
          </p:cNvPr>
          <p:cNvPicPr>
            <a:picLocks xmlns:a="http://schemas.openxmlformats.org/drawingml/2006/main" noChangeAspect="1"/>
          </p:cNvPicPr>
          <p:nvPr/>
        </p:nvPicPr>
        <p:blipFill>
          <a:blip xmlns:r="http://schemas.openxmlformats.org/officeDocument/2006/relationships" xmlns:a="http://schemas.openxmlformats.org/drawingml/2006/main" r:embed="R53aa3368a97840d8"/>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933F220-E193-4415-BDD9-AA16B5682FC0}"/>
              </a:ext>
            </a:extLst>
          </p:cNvPr>
          <p:cNvPicPr>
            <a:picLocks xmlns:a="http://schemas.openxmlformats.org/drawingml/2006/main" noChangeAspect="1"/>
          </p:cNvPicPr>
          <p:nvPr/>
        </p:nvPicPr>
        <p:blipFill>
          <a:blip xmlns:r="http://schemas.openxmlformats.org/officeDocument/2006/relationships" xmlns:a="http://schemas.openxmlformats.org/drawingml/2006/main" r:embed="R79ebbcf7a4cd44c5"/>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A27B42A3-A0F2-415A-8FC3-F2A511AA0AC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EC2504BE-DABC-49E7-8EB8-EBDA36ACCB14}"/>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A7BC27CB-5ADA-4517-A666-1777E5289D7B}"/>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89949616"/>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CB4A1CC1-D142-42A3-8438-5016DD878010}"/>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E62E02E9-14D2-4EC5-9789-02A761D530B7}"/>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7B0C75F-0BC8-498C-BE3D-44CE24268060}"/>
              </a:ext>
            </a:extLst>
          </p:cNvPr>
          <p:cNvPicPr>
            <a:picLocks xmlns:a="http://schemas.openxmlformats.org/drawingml/2006/main" noChangeAspect="1"/>
          </p:cNvPicPr>
          <p:nvPr/>
        </p:nvPicPr>
        <p:blipFill>
          <a:blip xmlns:r="http://schemas.openxmlformats.org/officeDocument/2006/relationships" xmlns:a="http://schemas.openxmlformats.org/drawingml/2006/main" r:embed="R52b0cfb524ac46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2499C0-3F66-49DD-B56A-4264323B30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919A5A-9019-43A4-BDBF-897201E7ADA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286C4AE-0FA3-43C2-8B41-399DE0A037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6C098D8-D9E9-4DC5-8AF5-FAF1ED1CA21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6EFE3BB-B021-406E-8E2B-DA235F3FA6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37570368-2448-499B-BDE6-AE32B7F09A81}"/>
              </a:ext>
            </a:extLst>
          </p:cNvPr>
          <p:cNvPicPr>
            <a:picLocks xmlns:a="http://schemas.openxmlformats.org/drawingml/2006/main" noChangeAspect="1"/>
          </p:cNvPicPr>
          <p:nvPr/>
        </p:nvPicPr>
        <p:blipFill>
          <a:blip xmlns:r="http://schemas.openxmlformats.org/officeDocument/2006/relationships" xmlns:a="http://schemas.openxmlformats.org/drawingml/2006/main" r:embed="Rfbfe3e7497074529"/>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81F141F-5E3E-441A-97F9-8B8836B3E537}"/>
              </a:ext>
            </a:extLst>
          </p:cNvPr>
          <p:cNvPicPr>
            <a:picLocks xmlns:a="http://schemas.openxmlformats.org/drawingml/2006/main" noChangeAspect="1"/>
          </p:cNvPicPr>
          <p:nvPr/>
        </p:nvPicPr>
        <p:blipFill>
          <a:blip xmlns:r="http://schemas.openxmlformats.org/officeDocument/2006/relationships" xmlns:a="http://schemas.openxmlformats.org/drawingml/2006/main" r:embed="R276fa0f904b94e4f"/>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46DD689-B291-4B7A-8899-00367579F7BC}"/>
              </a:ext>
            </a:extLst>
          </p:cNvPr>
          <p:cNvPicPr>
            <a:picLocks xmlns:a="http://schemas.openxmlformats.org/drawingml/2006/main" noChangeAspect="1"/>
          </p:cNvPicPr>
          <p:nvPr/>
        </p:nvPicPr>
        <p:blipFill>
          <a:blip xmlns:r="http://schemas.openxmlformats.org/officeDocument/2006/relationships" xmlns:a="http://schemas.openxmlformats.org/drawingml/2006/main" r:embed="Re73cde213e8f4fea"/>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E44B263-750F-4BE0-84FA-B6F0BEAAEF3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5B0CC4F0-5A35-47C9-9EC7-3A19E0B4C19D}"/>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AFEF6CD9-C22F-4BDB-B0F9-A731FF6E9FB4}"/>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39296688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D6C8970-47DF-4920-B7DF-3D2D2A6E0B20}"/>
              </a:ext>
            </a:extLst>
          </p:cNvPr>
          <p:cNvPicPr>
            <a:picLocks xmlns:a="http://schemas.openxmlformats.org/drawingml/2006/main" noChangeAspect="1"/>
          </p:cNvPicPr>
          <p:nvPr/>
        </p:nvPicPr>
        <p:blipFill>
          <a:blip xmlns:r="http://schemas.openxmlformats.org/officeDocument/2006/relationships" xmlns:a="http://schemas.openxmlformats.org/drawingml/2006/main" r:embed="Rfc079b07a0f142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E0D825-14C3-49DE-9EB5-0BF3AF02404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AAD151-FCEC-4492-8517-C2FB6B4629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95B22FC-4361-466C-80EE-0F3418BF914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450884F-62B9-4174-8B5C-F834F27318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C2AD3C3-256E-4154-A64B-AB3D648CB8E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18656013-A9B9-435F-A7FE-08F64C100725}"/>
              </a:ext>
            </a:extLst>
          </p:cNvPr>
          <p:cNvPicPr>
            <a:picLocks xmlns:a="http://schemas.openxmlformats.org/drawingml/2006/main" noChangeAspect="1"/>
          </p:cNvPicPr>
          <p:nvPr/>
        </p:nvPicPr>
        <p:blipFill>
          <a:blip xmlns:r="http://schemas.openxmlformats.org/officeDocument/2006/relationships" xmlns:a="http://schemas.openxmlformats.org/drawingml/2006/main" r:embed="Rca40cc30c4bc4824"/>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DEBEEFA-9459-486E-B9F9-2BEF7C347AF5}"/>
              </a:ext>
            </a:extLst>
          </p:cNvPr>
          <p:cNvPicPr>
            <a:picLocks xmlns:a="http://schemas.openxmlformats.org/drawingml/2006/main" noChangeAspect="1"/>
          </p:cNvPicPr>
          <p:nvPr/>
        </p:nvPicPr>
        <p:blipFill>
          <a:blip xmlns:r="http://schemas.openxmlformats.org/officeDocument/2006/relationships" xmlns:a="http://schemas.openxmlformats.org/drawingml/2006/main" r:embed="R7c11d0f85d064fc3"/>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45ABBC4-820E-4834-B184-487746C62A7D}"/>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2136066009"/>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76F8231-055F-401A-B251-F724AB3C1F4E}"/>
              </a:ext>
            </a:extLst>
          </p:cNvPr>
          <p:cNvPicPr>
            <a:picLocks xmlns:a="http://schemas.openxmlformats.org/drawingml/2006/main" noChangeAspect="1"/>
          </p:cNvPicPr>
          <p:nvPr/>
        </p:nvPicPr>
        <p:blipFill>
          <a:blip xmlns:r="http://schemas.openxmlformats.org/officeDocument/2006/relationships" xmlns:a="http://schemas.openxmlformats.org/drawingml/2006/main" r:embed="R904f83a5cca74aa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9910560-C167-422A-9FA9-E7B612F821A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AAF1369-320D-4C02-9B99-760FC529F94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9BC49F4-1E27-4978-AF3C-5DAE373D19B3}"/>
              </a:ext>
            </a:extLst>
          </p:cNvPr>
          <p:cNvPicPr>
            <a:picLocks xmlns:a="http://schemas.openxmlformats.org/drawingml/2006/main" noChangeAspect="1"/>
          </p:cNvPicPr>
          <p:nvPr/>
        </p:nvPicPr>
        <p:blipFill>
          <a:blip xmlns:r="http://schemas.openxmlformats.org/officeDocument/2006/relationships" xmlns:a="http://schemas.openxmlformats.org/drawingml/2006/main" r:embed="R4ccc018be84740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D404E01-EFCD-4ABC-8CD0-D9D287A2EC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32C0D9C4-FA6C-4316-B84B-6C76F1C9B7D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4C180D76-77B9-4F76-80FC-3476CC05721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9849DE8C-29AE-4CA9-9C6B-3D46B8F6922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266068549"/>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50154EC-4E6F-41BF-A4E0-1A6FED28CAD4}"/>
              </a:ext>
            </a:extLst>
          </p:cNvPr>
          <p:cNvPicPr>
            <a:picLocks xmlns:a="http://schemas.openxmlformats.org/drawingml/2006/main" noChangeAspect="1"/>
          </p:cNvPicPr>
          <p:nvPr/>
        </p:nvPicPr>
        <p:blipFill>
          <a:blip xmlns:r="http://schemas.openxmlformats.org/officeDocument/2006/relationships" xmlns:a="http://schemas.openxmlformats.org/drawingml/2006/main" r:embed="R800a27a23485468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28F9FB-7CB2-4B20-B09D-CB614D138C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FAAABC-315E-4549-9326-7E864157E87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33E4727-4632-4E32-B55E-B7905D3925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0718BA-D304-4B40-8809-257B55467AC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A912451-E6C6-4576-93E5-76A3D5F0832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BEB2222A-BBC5-40D8-94F7-72666041FFD7}"/>
              </a:ext>
            </a:extLst>
          </p:cNvPr>
          <p:cNvPicPr>
            <a:picLocks xmlns:a="http://schemas.openxmlformats.org/drawingml/2006/main" noChangeAspect="1"/>
          </p:cNvPicPr>
          <p:nvPr/>
        </p:nvPicPr>
        <p:blipFill>
          <a:blip xmlns:r="http://schemas.openxmlformats.org/officeDocument/2006/relationships" xmlns:a="http://schemas.openxmlformats.org/drawingml/2006/main" r:embed="R8a627e9c88224ce4"/>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43EF890-7921-4E22-8466-EFE1D97D377D}"/>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0F6654F8-0487-4ABA-AEBC-DFD0DA0DA94D}"/>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BB29FA44-7161-4074-A1A0-F163BDC2AB07}"/>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315774794"/>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96CA735D-E567-47B0-A54C-A5B64DEDB10B}"/>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F9374F72-1C71-440D-884D-065779D24844}"/>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41072084-336C-4096-B2EF-928E010DFE5E}"/>
              </a:ext>
            </a:extLst>
          </p:cNvPr>
          <p:cNvPicPr>
            <a:picLocks xmlns:a="http://schemas.openxmlformats.org/drawingml/2006/main" noChangeAspect="1"/>
          </p:cNvPicPr>
          <p:nvPr/>
        </p:nvPicPr>
        <p:blipFill>
          <a:blip xmlns:r="http://schemas.openxmlformats.org/officeDocument/2006/relationships" xmlns:a="http://schemas.openxmlformats.org/drawingml/2006/main" r:embed="R8b14dc1ea00a4d4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562DD0-DDA4-40F9-A72D-808562DE05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FB2A79-1EB2-4DCA-B8F2-D6DC171E0F5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98D70EF-A774-43E8-A579-AFE44B66BF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CDAB89-CA72-4BCC-B6ED-DCF11119233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68E8BBD-4A8B-4020-8256-C4FE51AE91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7F9FDDAC-D44A-4F3C-B8C4-FC10DECA45DE}"/>
              </a:ext>
            </a:extLst>
          </p:cNvPr>
          <p:cNvPicPr>
            <a:picLocks xmlns:a="http://schemas.openxmlformats.org/drawingml/2006/main" noChangeAspect="1"/>
          </p:cNvPicPr>
          <p:nvPr/>
        </p:nvPicPr>
        <p:blipFill>
          <a:blip xmlns:r="http://schemas.openxmlformats.org/officeDocument/2006/relationships" xmlns:a="http://schemas.openxmlformats.org/drawingml/2006/main" r:embed="Rf9db63a319b64fb4"/>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1833FEE-35B4-41CD-A1E0-EEF0DF98C4E7}"/>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35253515-1AD0-41C9-825B-5C5AFAE0C1D2}"/>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52A22A1A-4B21-4DBF-8A8F-8DC59934AEEE}"/>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82449011-B863-4F14-A99B-62C76E9C8100}"/>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45CE6042-BD53-41A0-830E-3753F5D29B6B}"/>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5DF6BCEB-423B-4072-A997-0719714EAAB1}"/>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71E6CD9-7733-4657-B3F1-04F00B5DD29B}"/>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597914494"/>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8A30620-DC25-4520-8276-9BADD5E1A7AE}"/>
              </a:ext>
            </a:extLst>
          </p:cNvPr>
          <p:cNvPicPr>
            <a:picLocks xmlns:a="http://schemas.openxmlformats.org/drawingml/2006/main" noChangeAspect="1"/>
          </p:cNvPicPr>
          <p:nvPr/>
        </p:nvPicPr>
        <p:blipFill>
          <a:blip xmlns:r="http://schemas.openxmlformats.org/officeDocument/2006/relationships" xmlns:a="http://schemas.openxmlformats.org/drawingml/2006/main" r:embed="Rc9d821b69a4248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3C1F11-165A-456F-8674-FEE2EEF95D8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6C2574-B1C7-4D3E-AFCB-AFA92E804E1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C67E962-8192-4551-8FF9-EAB4D4593AB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79216EB-BFA4-4232-AC4E-0A5BD04DE0A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ED64219-D1C8-412D-B07B-4DFB2BC02BB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8FBBA51D-7510-40D6-B7AA-926FFA55AE4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E109093-02CA-4ECA-AEA8-F1236F58CD02}"/>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7E05400-D102-4416-8EAD-E205FF714B02}"/>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571BB5B-7005-4357-90BD-6887854DB44B}"/>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7E2C7A9-E61C-4699-9733-5D1F9480C66F}"/>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DF9CDCC-14F7-4B06-9FB2-FFB9401A1992}"/>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0DEA3F8-1078-49C5-A6F7-769BB3446892}"/>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276587700"/>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E76EB00-025F-4A22-8CE9-C06A53B5F9E5}"/>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5182C8A2-BA8D-4AEC-A585-D9108247671A}"/>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EAC45B96-065B-4B16-AB5A-0A665B8FB77F}"/>
              </a:ext>
            </a:extLst>
          </p:cNvPr>
          <p:cNvPicPr>
            <a:picLocks xmlns:a="http://schemas.openxmlformats.org/drawingml/2006/main" noChangeAspect="1"/>
          </p:cNvPicPr>
          <p:nvPr/>
        </p:nvPicPr>
        <p:blipFill>
          <a:blip xmlns:r="http://schemas.openxmlformats.org/officeDocument/2006/relationships" xmlns:a="http://schemas.openxmlformats.org/drawingml/2006/main" r:embed="Rfffb5ff74df34c8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BC45EE-94B4-47EA-927E-4160C8C2B76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6496B3-5B7D-439E-BC95-8D3FF50191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609A389-6C9E-4EC3-80DF-7F771380B20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8716CC2-4868-4CD6-8A4B-5331DC952C7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50AA669-CC4A-4A9C-BB5D-2AADF7E35C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E6E0E760-A0AD-400D-B620-DA21F0829161}"/>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B36ED7E1-208F-4B8B-9B76-17A4F73433E0}"/>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2B916AD8-3FE0-4673-922A-A076E6B05663}"/>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E73164ED-12C0-44D8-85A5-084912740C74}"/>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Tree>
    <p:extLst>
      <p:ext uri="{BB962C8B-B14F-4D97-AF65-F5344CB8AC3E}">
        <p14:creationId xmlns:p14="http://schemas.microsoft.com/office/powerpoint/2010/main" val="1316785218"/>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9F00849-9FE5-4A2D-BFEF-B4A62970B2A9}"/>
              </a:ext>
            </a:extLst>
          </p:cNvPr>
          <p:cNvPicPr>
            <a:picLocks xmlns:a="http://schemas.openxmlformats.org/drawingml/2006/main" noChangeAspect="1"/>
          </p:cNvPicPr>
          <p:nvPr/>
        </p:nvPicPr>
        <p:blipFill>
          <a:blip xmlns:r="http://schemas.openxmlformats.org/officeDocument/2006/relationships" xmlns:a="http://schemas.openxmlformats.org/drawingml/2006/main" r:embed="R01453fad9bbe40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32F920-FBAD-4727-B73C-5DF145CF6A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3A7B1E-A427-42CB-A7FB-72A6EDAFEBE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E082F62-FD0F-4847-84C0-C72A949B9CE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C54EDD4-ED0B-4943-9CD6-643D28DB056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7CF73809-834C-48FC-9D9A-21BD33B999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3DBC703A-DC0E-48EF-945A-84F39BA8CA0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1C122636-BFA0-41B6-890A-DB7B4F97A40D}"/>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63F9737-71A0-4BD0-B279-0655F3838645}"/>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48D5DAA-E324-4507-8FBA-28C9927B7DBB}"/>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01012D5-E3FE-416C-8CE2-1708FDF09458}"/>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7A0004D-0426-4FF7-8521-B45D265F62EA}"/>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5CB5A1F-CFE9-4C31-AB54-F7E9672D9742}"/>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1906145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9B63000-FEF1-4158-9E7A-37BD13368C44}"/>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DC0AA80-141D-46AD-A90B-EC4EA6C0DCC6}"/>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7AA01F3-BFF3-429E-AD75-5D825DC1AB7A}"/>
              </a:ext>
            </a:extLst>
          </p:cNvPr>
          <p:cNvPicPr>
            <a:picLocks xmlns:a="http://schemas.openxmlformats.org/drawingml/2006/main" noChangeAspect="1"/>
          </p:cNvPicPr>
          <p:nvPr/>
        </p:nvPicPr>
        <p:blipFill>
          <a:blip xmlns:r="http://schemas.openxmlformats.org/officeDocument/2006/relationships" xmlns:a="http://schemas.openxmlformats.org/drawingml/2006/main" r:embed="R4c9d82243aa24c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FB57CD-2EA9-44C3-82A6-6154623746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4A0FAD-F63F-4AA0-B0D3-201B19DE0B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BE10F9-DCE4-4856-A573-DDC334EBA7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C07610-5AA0-4FE8-86BD-EBCEC56F99E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05A804D-EBF4-43F7-A1CC-001BC86571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8E29B3EF-D6C8-4893-B6F7-5752BBAFDC4A}"/>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AC72F8CD-F0FA-4388-9F2A-18477708E563}"/>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74BEC0A6-4CA9-4171-9D4B-9781C1F4970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1F7D8EBE-C102-4E72-A0A4-9AB495B7D1B8}"/>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1C01F752-F05A-4BFA-8322-9BE7FF7A9070}"/>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583307841"/>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65D745-96D1-47C4-91DF-3B797A4A4FC2}"/>
              </a:ext>
            </a:extLst>
          </p:cNvPr>
          <p:cNvPicPr>
            <a:picLocks xmlns:a="http://schemas.openxmlformats.org/drawingml/2006/main" noChangeAspect="1"/>
          </p:cNvPicPr>
          <p:nvPr/>
        </p:nvPicPr>
        <p:blipFill>
          <a:blip xmlns:r="http://schemas.openxmlformats.org/officeDocument/2006/relationships" xmlns:a="http://schemas.openxmlformats.org/drawingml/2006/main" r:embed="R09b85c32cfae4c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A447B2-EA2F-4520-9026-8DFBE199BB6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E996B8-BFC4-4D70-9C6B-BAC19A11491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52C5FE9-C54B-40A5-BFA1-4BBD3D88B0B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648FEE-9C37-42D8-9673-5146539C62F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0F273B1-AF38-4B8C-86BD-367D2AC12F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F74FB6AC-91B5-4199-A165-EBE935136DFE}"/>
              </a:ext>
            </a:extLst>
          </p:cNvPr>
          <p:cNvGraphicFramePr/>
          <p:nvPr/>
        </p:nvGraphicFramePr>
        <p:xfrm>
          <a:off xmlns:a="http://schemas.openxmlformats.org/drawingml/2006/main" x="7810500" y="4714875"/>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8A02A478-4EB8-45BA-B849-085514C958FF}"/>
              </a:ext>
            </a:extLst>
          </p:cNvPr>
          <p:cNvSpPr>
            <a:spLocks xmlns:a="http://schemas.openxmlformats.org/drawingml/2006/main" noGrp="1"/>
          </p:cNvSpPr>
          <p:nvPr/>
        </p:nvSpPr>
        <p:spPr>
          <a:xfrm xmlns:a="http://schemas.openxmlformats.org/drawingml/2006/main" rot="0">
            <a:off x="781050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836797D-CE76-47AF-8305-17FB34EA083A}"/>
              </a:ext>
            </a:extLst>
          </p:cNvPr>
          <p:cNvSpPr>
            <a:spLocks xmlns:a="http://schemas.openxmlformats.org/drawingml/2006/main" noGrp="1"/>
          </p:cNvSpPr>
          <p:nvPr/>
        </p:nvSpPr>
        <p:spPr>
          <a:xfrm xmlns:a="http://schemas.openxmlformats.org/drawingml/2006/main" rot="5400000">
            <a:off x="1647825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B5C523C-9B6E-4D56-B87D-D76CEC349052}"/>
              </a:ext>
            </a:extLst>
          </p:cNvPr>
          <p:cNvSpPr>
            <a:spLocks xmlns:a="http://schemas.openxmlformats.org/drawingml/2006/main" noGrp="1"/>
          </p:cNvSpPr>
          <p:nvPr/>
        </p:nvSpPr>
        <p:spPr>
          <a:xfrm xmlns:a="http://schemas.openxmlformats.org/drawingml/2006/main" rot="10800000">
            <a:off x="1647825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BB661092-4499-4121-B7AB-4CD78D11CFF9}"/>
              </a:ext>
            </a:extLst>
          </p:cNvPr>
          <p:cNvSpPr>
            <a:spLocks xmlns:a="http://schemas.openxmlformats.org/drawingml/2006/main" noGrp="1"/>
          </p:cNvSpPr>
          <p:nvPr/>
        </p:nvSpPr>
        <p:spPr>
          <a:xfrm xmlns:a="http://schemas.openxmlformats.org/drawingml/2006/main" rot="16200000">
            <a:off x="781050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7E21155D-C96B-45C4-88D7-F1F5D4FEDAA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a:solidFill>
                  <a:srgbClr val="BBBBBB"/>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DD352B1E-51DB-46E3-BC96-940EE300696B}"/>
              </a:ext>
            </a:extLst>
          </p:cNvPr>
          <p:cNvPicPr>
            <a:picLocks xmlns:a="http://schemas.openxmlformats.org/drawingml/2006/main" noChangeAspect="1"/>
          </p:cNvPicPr>
          <p:nvPr/>
        </p:nvPicPr>
        <p:blipFill>
          <a:blip xmlns:r="http://schemas.openxmlformats.org/officeDocument/2006/relationships" xmlns:a="http://schemas.openxmlformats.org/drawingml/2006/main" r:embed="R0a675d69c5f547d0"/>
          <a:stretch xmlns:a="http://schemas.openxmlformats.org/drawingml/2006/main"/>
        </p:blipFill>
        <p:spPr>
          <a:xfrm xmlns:a="http://schemas.openxmlformats.org/drawingml/2006/main">
            <a:off x="1571625" y="5019506"/>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BDE881F2-37D2-473B-907B-9C97E1024D06}"/>
              </a:ext>
            </a:extLst>
          </p:cNvPr>
          <p:cNvPicPr>
            <a:picLocks xmlns:a="http://schemas.openxmlformats.org/drawingml/2006/main" noChangeAspect="1"/>
          </p:cNvPicPr>
          <p:nvPr/>
        </p:nvPicPr>
        <p:blipFill>
          <a:blip xmlns:r="http://schemas.openxmlformats.org/officeDocument/2006/relationships" xmlns:a="http://schemas.openxmlformats.org/drawingml/2006/main" r:embed="R21f94f4c92b14209"/>
          <a:stretch xmlns:a="http://schemas.openxmlformats.org/drawingml/2006/main"/>
        </p:blipFill>
        <p:spPr>
          <a:xfrm xmlns:a="http://schemas.openxmlformats.org/drawingml/2006/main">
            <a:off x="4667250" y="5392645"/>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84449DB8-6B91-45B1-B9D2-EEC2FD136119}"/>
              </a:ext>
            </a:extLst>
          </p:cNvPr>
          <p:cNvSpPr>
            <a:spLocks xmlns:a="http://schemas.openxmlformats.org/drawingml/2006/main" noGrp="1"/>
          </p:cNvSpPr>
          <p:nvPr/>
        </p:nvSpPr>
        <p:spPr>
          <a:xfrm xmlns:a="http://schemas.openxmlformats.org/drawingml/2006/main">
            <a:off x="1905000"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7879FE91-5C7C-41F1-B98C-1329B7A19ACD}"/>
              </a:ext>
            </a:extLst>
          </p:cNvPr>
          <p:cNvSpPr>
            <a:spLocks xmlns:a="http://schemas.openxmlformats.org/drawingml/2006/main" noGrp="1"/>
          </p:cNvSpPr>
          <p:nvPr/>
        </p:nvSpPr>
        <p:spPr>
          <a:xfrm xmlns:a="http://schemas.openxmlformats.org/drawingml/2006/main">
            <a:off x="5000625"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
        <p:nvSpPr>
          <p:cNvPr id="21" name="text">
            <a:extLst xmlns:a="http://schemas.openxmlformats.org/drawingml/2006/main">
              <a:ext uri="{FF2B5EF4-FFF2-40B4-BE49-F238E27FC236}">
                <a16:creationId xmlns:a16="http://schemas.microsoft.com/office/drawing/2014/main" id="{4BA99E8E-BD39-41D0-B54E-754DF4D3A07F}"/>
              </a:ext>
            </a:extLst>
          </p:cNvPr>
          <p:cNvSpPr>
            <a:spLocks xmlns:a="http://schemas.openxmlformats.org/drawingml/2006/main" noGrp="1"/>
          </p:cNvSpPr>
          <p:nvPr/>
        </p:nvSpPr>
        <p:spPr>
          <a:xfrm xmlns:a="http://schemas.openxmlformats.org/drawingml/2006/main">
            <a:off x="9620250" y="81724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이 조건에서 더 안정한 기준 원소 물질</a:t>
            </a:r>
          </a:p>
        </p:txBody>
      </p:sp>
      <p:pic>
        <p:nvPicPr>
          <p:cNvPr id="22" name="">
            <a:extLst xmlns:a="http://schemas.openxmlformats.org/drawingml/2006/main">
              <a:ext uri="{FF2B5EF4-FFF2-40B4-BE49-F238E27FC236}">
                <a16:creationId xmlns:a16="http://schemas.microsoft.com/office/drawing/2014/main" id="{65E778B7-984E-42D4-BD79-A3FF881BFDA5}"/>
              </a:ext>
            </a:extLst>
          </p:cNvPr>
          <p:cNvPicPr>
            <a:picLocks xmlns:a="http://schemas.openxmlformats.org/drawingml/2006/main" noChangeAspect="1"/>
          </p:cNvPicPr>
          <p:nvPr/>
        </p:nvPicPr>
        <p:blipFill>
          <a:blip xmlns:r="http://schemas.openxmlformats.org/officeDocument/2006/relationships" xmlns:a="http://schemas.openxmlformats.org/drawingml/2006/main" r:embed="Ra01193cd18ea494c"/>
          <a:stretch xmlns:a="http://schemas.openxmlformats.org/drawingml/2006/main"/>
        </p:blipFill>
        <p:spPr>
          <a:xfrm xmlns:a="http://schemas.openxmlformats.org/drawingml/2006/main">
            <a:off x="8286750" y="7954005"/>
            <a:ext cx="1238250" cy="532140"/>
          </a:xfrm>
          <a:prstGeom xmlns:a="http://schemas.openxmlformats.org/drawingml/2006/main" prst="rect">
            <a:avLst/>
          </a:prstGeom>
        </p:spPr>
      </p:pic>
    </p:spTree>
    <p:extLst>
      <p:ext uri="{BB962C8B-B14F-4D97-AF65-F5344CB8AC3E}">
        <p14:creationId xmlns:p14="http://schemas.microsoft.com/office/powerpoint/2010/main" val="1189533780"/>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933B9FA8-841D-4771-A425-5D46057ED2E3}"/>
              </a:ext>
            </a:extLst>
          </p:cNvPr>
          <p:cNvSpPr>
            <a:spLocks xmlns:a="http://schemas.openxmlformats.org/drawingml/2006/main" noGrp="1"/>
          </p:cNvSpPr>
          <p:nvPr/>
        </p:nvSpPr>
        <p:spPr>
          <a:xfrm xmlns:a="http://schemas.openxmlformats.org/drawingml/2006/main">
            <a:off x="2095500" y="762000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AB1DB721-7A32-45AF-94CB-76ED4A7186D3}"/>
              </a:ext>
            </a:extLst>
          </p:cNvPr>
          <p:cNvSpPr>
            <a:spLocks xmlns:a="http://schemas.openxmlformats.org/drawingml/2006/main" noGrp="1"/>
          </p:cNvSpPr>
          <p:nvPr/>
        </p:nvSpPr>
        <p:spPr>
          <a:xfrm xmlns:a="http://schemas.openxmlformats.org/drawingml/2006/main">
            <a:off x="2095500" y="519112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16A0F5C8-50CA-4E34-B79F-DC0899AF1C53}"/>
              </a:ext>
            </a:extLst>
          </p:cNvPr>
          <p:cNvPicPr>
            <a:picLocks xmlns:a="http://schemas.openxmlformats.org/drawingml/2006/main" noChangeAspect="1"/>
          </p:cNvPicPr>
          <p:nvPr/>
        </p:nvPicPr>
        <p:blipFill>
          <a:blip xmlns:r="http://schemas.openxmlformats.org/officeDocument/2006/relationships" xmlns:a="http://schemas.openxmlformats.org/drawingml/2006/main" r:embed="Rb434017283f94b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9AF57B-B4F4-48FA-9D5E-DBF24D61DD6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BC76F5-191F-4D00-BEF8-4F771D1C5C9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0FB640A-C47F-45FB-8838-8167F09CE73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4B1BA21-163A-4C83-A3BE-A69551E36A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F2789A2-F57D-4CD0-A992-47ADDF8E82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BEBBCC0B-A8F8-4DCB-A369-833A23A3B06A}"/>
              </a:ext>
            </a:extLst>
          </p:cNvPr>
          <p:cNvPicPr>
            <a:picLocks xmlns:a="http://schemas.openxmlformats.org/drawingml/2006/main" noChangeAspect="1"/>
          </p:cNvPicPr>
          <p:nvPr/>
        </p:nvPicPr>
        <p:blipFill>
          <a:blip xmlns:r="http://schemas.openxmlformats.org/officeDocument/2006/relationships" xmlns:a="http://schemas.openxmlformats.org/drawingml/2006/main" r:embed="R69d450c33db3430f"/>
          <a:stretch xmlns:a="http://schemas.openxmlformats.org/drawingml/2006/main"/>
        </p:blipFill>
        <p:spPr>
          <a:xfrm xmlns:a="http://schemas.openxmlformats.org/drawingml/2006/main">
            <a:off x="4223957" y="5381627"/>
            <a:ext cx="9840087" cy="104774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024288D-CD13-4C8C-93E8-5F26C452D57A}"/>
              </a:ext>
            </a:extLst>
          </p:cNvPr>
          <p:cNvPicPr>
            <a:picLocks xmlns:a="http://schemas.openxmlformats.org/drawingml/2006/main" noChangeAspect="1"/>
          </p:cNvPicPr>
          <p:nvPr/>
        </p:nvPicPr>
        <p:blipFill>
          <a:blip xmlns:r="http://schemas.openxmlformats.org/officeDocument/2006/relationships" xmlns:a="http://schemas.openxmlformats.org/drawingml/2006/main" r:embed="Rec244c5c4f2145e6"/>
          <a:stretch xmlns:a="http://schemas.openxmlformats.org/drawingml/2006/main"/>
        </p:blipFill>
        <p:spPr>
          <a:xfrm xmlns:a="http://schemas.openxmlformats.org/drawingml/2006/main">
            <a:off x="4223957" y="7810502"/>
            <a:ext cx="9840087" cy="1047747"/>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A1EB0B12-3CD2-4975-BF41-6743E145AE34}"/>
              </a:ext>
            </a:extLst>
          </p:cNvPr>
          <p:cNvSpPr>
            <a:spLocks xmlns:a="http://schemas.openxmlformats.org/drawingml/2006/main" noGrp="1"/>
          </p:cNvSpPr>
          <p:nvPr/>
        </p:nvSpPr>
        <p:spPr>
          <a:xfrm xmlns:a="http://schemas.openxmlformats.org/drawingml/2006/main">
            <a:off x="2381250" y="457200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824185DD-4B28-45E7-A427-A16B9F0C6AA7}"/>
              </a:ext>
            </a:extLst>
          </p:cNvPr>
          <p:cNvSpPr>
            <a:spLocks xmlns:a="http://schemas.openxmlformats.org/drawingml/2006/main" noGrp="1"/>
          </p:cNvSpPr>
          <p:nvPr/>
        </p:nvSpPr>
        <p:spPr>
          <a:xfrm xmlns:a="http://schemas.openxmlformats.org/drawingml/2006/main">
            <a:off x="2381250" y="700087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51A27A77-89ED-458A-A65A-D18D18641D3F}"/>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09926162"/>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BDA53DE-61D3-4D97-80C3-BD5EC9705536}"/>
              </a:ext>
            </a:extLst>
          </p:cNvPr>
          <p:cNvPicPr>
            <a:picLocks xmlns:a="http://schemas.openxmlformats.org/drawingml/2006/main" noChangeAspect="1"/>
          </p:cNvPicPr>
          <p:nvPr/>
        </p:nvPicPr>
        <p:blipFill>
          <a:blip xmlns:r="http://schemas.openxmlformats.org/officeDocument/2006/relationships" xmlns:a="http://schemas.openxmlformats.org/drawingml/2006/main" r:embed="Ra300a883f151447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B2C98D-029B-4A8B-ABA4-8E07913A74F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BE817C-D441-4ACA-80BE-47D0CB1119F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4FF81DC-2DFC-466C-80D6-79DD47F699D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4988FCB-868B-42FA-874A-67D87EEDC6D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0EA6E04-EC16-480A-9DE7-D501DDEE1AB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75" b="1">
                <a:solidFill>
                  <a:srgbClr val="FFFFFF"/>
                </a:solidFill>
                <a:latin typeface="Pretendard"/>
                <a:ea typeface="Pretendard"/>
                <a:cs typeface="Pretendard"/>
              </a:defRPr>
            </a:defPPr>
            <a:lvl1pPr algn="ctr">
              <a:defRPr sz="4275" b="1">
                <a:solidFill>
                  <a:srgbClr val="FFFFFF"/>
                </a:solidFill>
                <a:latin typeface="Pretendard"/>
                <a:ea typeface="Pretendard"/>
                <a:cs typeface="Pretendard"/>
              </a:defRPr>
            </a:lvl1pPr>
            <a:lvl2pPr algn="ctr">
              <a:defRPr sz="4275" b="1">
                <a:solidFill>
                  <a:srgbClr val="FFFFFF"/>
                </a:solidFill>
                <a:latin typeface="Pretendard"/>
                <a:ea typeface="Pretendard"/>
                <a:cs typeface="Pretendard"/>
              </a:defRPr>
            </a:lvl2pPr>
            <a:lvl3pPr algn="ctr">
              <a:defRPr sz="4275" b="1">
                <a:solidFill>
                  <a:srgbClr val="FFFFFF"/>
                </a:solidFill>
                <a:latin typeface="Pretendard"/>
                <a:ea typeface="Pretendard"/>
                <a:cs typeface="Pretendard"/>
              </a:defRPr>
            </a:lvl3pPr>
            <a:lvl4pPr algn="ctr">
              <a:defRPr sz="4275" b="1">
                <a:solidFill>
                  <a:srgbClr val="FFFFFF"/>
                </a:solidFill>
                <a:latin typeface="Pretendard"/>
                <a:ea typeface="Pretendard"/>
                <a:cs typeface="Pretendard"/>
              </a:defRPr>
            </a:lvl4pPr>
            <a:lvl5pPr algn="ctr">
              <a:defRPr sz="4275" b="1">
                <a:solidFill>
                  <a:srgbClr val="FFFFFF"/>
                </a:solidFill>
                <a:latin typeface="Pretendard"/>
                <a:ea typeface="Pretendard"/>
                <a:cs typeface="Pretendard"/>
              </a:defRPr>
            </a:lvl5pPr>
            <a:lvl6pPr algn="ctr">
              <a:defRPr sz="4275" b="1">
                <a:solidFill>
                  <a:srgbClr val="FFFFFF"/>
                </a:solidFill>
                <a:latin typeface="Pretendard"/>
                <a:ea typeface="Pretendard"/>
                <a:cs typeface="Pretendard"/>
              </a:defRPr>
            </a:lvl6pPr>
            <a:lvl7pPr algn="ctr">
              <a:defRPr sz="4275" b="1">
                <a:solidFill>
                  <a:srgbClr val="FFFFFF"/>
                </a:solidFill>
                <a:latin typeface="Pretendard"/>
                <a:ea typeface="Pretendard"/>
                <a:cs typeface="Pretendard"/>
              </a:defRPr>
            </a:lvl7pPr>
            <a:lvl8pPr algn="ctr">
              <a:defRPr sz="4275" b="1">
                <a:solidFill>
                  <a:srgbClr val="FFFFFF"/>
                </a:solidFill>
                <a:latin typeface="Pretendard"/>
                <a:ea typeface="Pretendard"/>
                <a:cs typeface="Pretendard"/>
              </a:defRPr>
            </a:lvl8pPr>
            <a:lvl9pPr algn="ctr">
              <a:defRPr sz="4275" b="1">
                <a:solidFill>
                  <a:srgbClr val="FFFFFF"/>
                </a:solidFill>
                <a:latin typeface="Pretendard"/>
                <a:ea typeface="Pretendard"/>
                <a:cs typeface="Pretendard"/>
              </a:defRPr>
            </a:lvl9pPr>
          </a:lstStyle>
          <a:p xmlns:a="http://schemas.openxmlformats.org/drawingml/2006/main">
            <a:pPr algn="ctr">
              <a:defRPr sz="4275" b="1">
                <a:solidFill>
                  <a:srgbClr val="FFFFFF"/>
                </a:solidFill>
                <a:latin typeface="Pretendard"/>
                <a:ea typeface="Pretendard"/>
                <a:cs typeface="Pretendard"/>
              </a:defRPr>
            </a:pPr>
            <a:r>
              <a:rPr sz="4275" b="1">
                <a:solidFill>
                  <a:srgbClr val="FFFFFF"/>
                </a:solidFill>
                <a:latin typeface="Pretendard"/>
                <a:ea typeface="Pretendard"/>
                <a:cs typeface="Pretendard"/>
              </a:rPr>
              <a:t>세 과정을 합하면 메테인의 연소 반응이 된다.</a:t>
            </a:r>
          </a:p>
        </p:txBody>
      </p:sp>
      <p:pic>
        <p:nvPicPr>
          <p:cNvPr id="7" name="">
            <a:extLst xmlns:a="http://schemas.openxmlformats.org/drawingml/2006/main">
              <a:ext uri="{FF2B5EF4-FFF2-40B4-BE49-F238E27FC236}">
                <a16:creationId xmlns:a16="http://schemas.microsoft.com/office/drawing/2014/main" id="{A4D5D63F-81F9-45D3-AD6C-5E0A4F21F2EB}"/>
              </a:ext>
            </a:extLst>
          </p:cNvPr>
          <p:cNvPicPr>
            <a:picLocks xmlns:a="http://schemas.openxmlformats.org/drawingml/2006/main" noChangeAspect="1"/>
          </p:cNvPicPr>
          <p:nvPr/>
        </p:nvPicPr>
        <p:blipFill>
          <a:blip xmlns:r="http://schemas.openxmlformats.org/officeDocument/2006/relationships" xmlns:a="http://schemas.openxmlformats.org/drawingml/2006/main" r:embed="R391eb04fca89404b"/>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공통 물질 소거">
            <a:extLst xmlns:a="http://schemas.openxmlformats.org/drawingml/2006/main">
              <a:ext uri="{FF2B5EF4-FFF2-40B4-BE49-F238E27FC236}">
                <a16:creationId xmlns:a16="http://schemas.microsoft.com/office/drawing/2014/main" id="{96B29DF8-ACBA-4E3D-8E42-027CB931238A}"/>
              </a:ext>
            </a:extLst>
          </p:cNvPr>
          <p:cNvSpPr>
            <a:spLocks xmlns:a="http://schemas.openxmlformats.org/drawingml/2006/main" noGrp="1"/>
          </p:cNvSpPr>
          <p:nvPr/>
        </p:nvSpPr>
        <p:spPr>
          <a:xfrm xmlns:a="http://schemas.openxmlformats.org/drawingml/2006/main">
            <a:off x="6096000" y="4229100"/>
            <a:ext cx="1685925" cy="381000"/>
          </a:xfrm>
          <a:custGeom xmlns:a="http://schemas.openxmlformats.org/drawingml/2006/main">
            <a:pathLst>
              <a:path w="1685925" h="381000">
                <a:moveTo>
                  <a:pt x="0" y="381000"/>
                </a:moveTo>
                <a:lnTo>
                  <a:pt x="1685925" y="0"/>
                </a:lnTo>
              </a:path>
            </a:pathLst>
          </a:custGeom>
          <a:noFill xmlns:a="http://schemas.openxmlformats.org/drawingml/2006/main"/>
          <a:ln xmlns:a="http://schemas.openxmlformats.org/drawingml/2006/main" w="28575">
            <a:solidFill>
              <a:srgbClr val="9FFF68"/>
            </a:solidFill>
          </a:ln>
        </p:spPr>
      </p:sp>
      <p:sp>
        <p:nvSpPr>
          <p:cNvPr id="9" name="공통 물질 소거">
            <a:extLst xmlns:a="http://schemas.openxmlformats.org/drawingml/2006/main">
              <a:ext uri="{FF2B5EF4-FFF2-40B4-BE49-F238E27FC236}">
                <a16:creationId xmlns:a16="http://schemas.microsoft.com/office/drawing/2014/main" id="{66DF3CEC-7951-49EB-85F2-5D505D431700}"/>
              </a:ext>
            </a:extLst>
          </p:cNvPr>
          <p:cNvSpPr>
            <a:spLocks xmlns:a="http://schemas.openxmlformats.org/drawingml/2006/main" noGrp="1"/>
          </p:cNvSpPr>
          <p:nvPr/>
        </p:nvSpPr>
        <p:spPr>
          <a:xfrm xmlns:a="http://schemas.openxmlformats.org/drawingml/2006/main">
            <a:off x="3905250" y="5667375"/>
            <a:ext cx="1647825" cy="381000"/>
          </a:xfrm>
          <a:custGeom xmlns:a="http://schemas.openxmlformats.org/drawingml/2006/main">
            <a:pathLst>
              <a:path w="1647825" h="381000">
                <a:moveTo>
                  <a:pt x="0" y="381000"/>
                </a:moveTo>
                <a:lnTo>
                  <a:pt x="1647825" y="0"/>
                </a:lnTo>
              </a:path>
            </a:pathLst>
          </a:custGeom>
          <a:noFill xmlns:a="http://schemas.openxmlformats.org/drawingml/2006/main"/>
          <a:ln xmlns:a="http://schemas.openxmlformats.org/drawingml/2006/main" w="28575">
            <a:solidFill>
              <a:srgbClr val="9FFF68"/>
            </a:solidFill>
          </a:ln>
        </p:spPr>
      </p:sp>
      <p:sp>
        <p:nvSpPr>
          <p:cNvPr id="10" name="공통 물질 소거">
            <a:extLst xmlns:a="http://schemas.openxmlformats.org/drawingml/2006/main">
              <a:ext uri="{FF2B5EF4-FFF2-40B4-BE49-F238E27FC236}">
                <a16:creationId xmlns:a16="http://schemas.microsoft.com/office/drawing/2014/main" id="{244FCD35-8057-4E5B-8CC6-2163526A3255}"/>
              </a:ext>
            </a:extLst>
          </p:cNvPr>
          <p:cNvSpPr>
            <a:spLocks xmlns:a="http://schemas.openxmlformats.org/drawingml/2006/main" noGrp="1"/>
          </p:cNvSpPr>
          <p:nvPr/>
        </p:nvSpPr>
        <p:spPr>
          <a:xfrm xmlns:a="http://schemas.openxmlformats.org/drawingml/2006/main">
            <a:off x="8410575" y="4229100"/>
            <a:ext cx="1066800" cy="381000"/>
          </a:xfrm>
          <a:custGeom xmlns:a="http://schemas.openxmlformats.org/drawingml/2006/main">
            <a:pathLst>
              <a:path w="1066800" h="381000">
                <a:moveTo>
                  <a:pt x="0" y="381000"/>
                </a:moveTo>
                <a:lnTo>
                  <a:pt x="1066800" y="0"/>
                </a:lnTo>
              </a:path>
            </a:pathLst>
          </a:custGeom>
          <a:noFill xmlns:a="http://schemas.openxmlformats.org/drawingml/2006/main"/>
          <a:ln xmlns:a="http://schemas.openxmlformats.org/drawingml/2006/main" w="28575">
            <a:solidFill>
              <a:srgbClr val="9FFF68"/>
            </a:solidFill>
          </a:ln>
        </p:spPr>
      </p:sp>
      <p:sp>
        <p:nvSpPr>
          <p:cNvPr id="11" name="공통 물질 소거">
            <a:extLst xmlns:a="http://schemas.openxmlformats.org/drawingml/2006/main">
              <a:ext uri="{FF2B5EF4-FFF2-40B4-BE49-F238E27FC236}">
                <a16:creationId xmlns:a16="http://schemas.microsoft.com/office/drawing/2014/main" id="{92B5207C-F5A5-4F05-8D58-5A6AAC60ADAA}"/>
              </a:ext>
            </a:extLst>
          </p:cNvPr>
          <p:cNvSpPr>
            <a:spLocks xmlns:a="http://schemas.openxmlformats.org/drawingml/2006/main" noGrp="1"/>
          </p:cNvSpPr>
          <p:nvPr/>
        </p:nvSpPr>
        <p:spPr>
          <a:xfrm xmlns:a="http://schemas.openxmlformats.org/drawingml/2006/main">
            <a:off x="3905250" y="7115175"/>
            <a:ext cx="1076325" cy="381000"/>
          </a:xfrm>
          <a:custGeom xmlns:a="http://schemas.openxmlformats.org/drawingml/2006/main">
            <a:pathLst>
              <a:path w="1076325" h="381000">
                <a:moveTo>
                  <a:pt x="0" y="381000"/>
                </a:moveTo>
                <a:lnTo>
                  <a:pt x="1076325"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495803377"/>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4BA0AFAE-0044-45E4-8E7C-92116C97F0E4}"/>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6F59989-790D-483D-8B9A-9D4FAB771A77}"/>
              </a:ext>
            </a:extLst>
          </p:cNvPr>
          <p:cNvPicPr>
            <a:picLocks xmlns:a="http://schemas.openxmlformats.org/drawingml/2006/main" noChangeAspect="1"/>
          </p:cNvPicPr>
          <p:nvPr/>
        </p:nvPicPr>
        <p:blipFill>
          <a:blip xmlns:r="http://schemas.openxmlformats.org/officeDocument/2006/relationships" xmlns:a="http://schemas.openxmlformats.org/drawingml/2006/main" r:embed="Rb9af4ed0cd5d4c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9D2A39-A174-49A0-8987-F689A9B596A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6480F7-CA86-4551-A6EC-661729CA3A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A83BEE-33D6-44CB-BF2C-A7BDF10155C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929823-B97F-455D-BBAC-0E048A88613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FBAD302-D163-47F1-AE29-77319F719EC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9D7A692D-6C2F-44D6-A8BB-631A15276292}"/>
              </a:ext>
            </a:extLst>
          </p:cNvPr>
          <p:cNvPicPr>
            <a:picLocks xmlns:a="http://schemas.openxmlformats.org/drawingml/2006/main" noChangeAspect="1"/>
          </p:cNvPicPr>
          <p:nvPr/>
        </p:nvPicPr>
        <p:blipFill>
          <a:blip xmlns:r="http://schemas.openxmlformats.org/officeDocument/2006/relationships" xmlns:a="http://schemas.openxmlformats.org/drawingml/2006/main" r:embed="R857aac1e72bd4e46"/>
          <a:stretch xmlns:a="http://schemas.openxmlformats.org/drawingml/2006/main"/>
        </p:blipFill>
        <p:spPr>
          <a:xfrm xmlns:a="http://schemas.openxmlformats.org/drawingml/2006/main">
            <a:off x="4590381" y="4988719"/>
            <a:ext cx="9107333" cy="1500188"/>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8D0FA36-B22E-43E8-8E7E-D68A14BC8DF1}"/>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78007E4F-47BD-4512-BD91-1770777A530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F1491A4A-54B4-427F-A4EC-F9B4508371AD}"/>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DA93CD1-6166-4819-9016-14B1096C1759}"/>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1747706D-A0CC-4E57-9F9F-FEA0E2DBD57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823CDEDE-F7F5-4EEC-97B9-69B157F06E9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3AC2D263-148C-4637-B425-E94A35B7CE3C}"/>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AFF264AC-65F5-4060-A48B-53164FA1734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EDCEE94A-921F-4245-B003-8951EBF723B0}"/>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5CA21934-4311-4EE7-B5FB-FD43DE67D654}"/>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367724607"/>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319B452-6453-4130-8D71-2662FDA4E786}"/>
              </a:ext>
            </a:extLst>
          </p:cNvPr>
          <p:cNvPicPr>
            <a:picLocks xmlns:a="http://schemas.openxmlformats.org/drawingml/2006/main" noChangeAspect="1"/>
          </p:cNvPicPr>
          <p:nvPr/>
        </p:nvPicPr>
        <p:blipFill>
          <a:blip xmlns:r="http://schemas.openxmlformats.org/officeDocument/2006/relationships" xmlns:a="http://schemas.openxmlformats.org/drawingml/2006/main" r:embed="Recd3586bb75246c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F528CF-D784-4263-9ADD-0D99517CA83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033FD1-9B3A-48BA-94E5-2A546B644FD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A318EE-CF98-4AD7-A6CB-052E361C855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C2EF742-86AF-43C9-BCA7-694F27E78DB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E0ABEEB-FABD-434E-8A8F-F3CB1D1807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sp>
        <p:nvSpPr>
          <p:cNvPr id="15" name="text">
            <a:extLst xmlns:a="http://schemas.openxmlformats.org/drawingml/2006/main">
              <a:ext uri="{FF2B5EF4-FFF2-40B4-BE49-F238E27FC236}">
                <a16:creationId xmlns:a16="http://schemas.microsoft.com/office/drawing/2014/main" id="{2D192107-A2F0-4907-A6F7-6DDC5325665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6" name="수식 기호별 설명 바">
            <a:extLst xmlns:a="http://schemas.openxmlformats.org/drawingml/2006/main">
              <a:ext uri="{FF2B5EF4-FFF2-40B4-BE49-F238E27FC236}">
                <a16:creationId xmlns:a16="http://schemas.microsoft.com/office/drawing/2014/main" id="{355E57F7-891E-4205-9880-7D1416679535}"/>
              </a:ext>
            </a:extLst>
          </p:cNvPr>
          <p:cNvSpPr>
            <a:spLocks xmlns:a="http://schemas.openxmlformats.org/drawingml/2006/main" noGrp="1"/>
          </p:cNvSpPr>
          <p:nvPr/>
        </p:nvSpPr>
        <p:spPr>
          <a:xfrm xmlns:a="http://schemas.openxmlformats.org/drawingml/2006/main">
            <a:off x="20002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80C5E147-8BB1-4373-A017-95D890521EBF}"/>
              </a:ext>
            </a:extLst>
          </p:cNvPr>
          <p:cNvSpPr>
            <a:spLocks xmlns:a="http://schemas.openxmlformats.org/drawingml/2006/main" noGrp="1"/>
          </p:cNvSpPr>
          <p:nvPr/>
        </p:nvSpPr>
        <p:spPr>
          <a:xfrm xmlns:a="http://schemas.openxmlformats.org/drawingml/2006/main">
            <a:off x="21907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몰수 n</a:t>
            </a:r>
          </a:p>
        </p:txBody>
      </p:sp>
      <p:sp>
        <p:nvSpPr>
          <p:cNvPr id="18" name="text">
            <a:extLst xmlns:a="http://schemas.openxmlformats.org/drawingml/2006/main">
              <a:ext uri="{FF2B5EF4-FFF2-40B4-BE49-F238E27FC236}">
                <a16:creationId xmlns:a16="http://schemas.microsoft.com/office/drawing/2014/main" id="{8767BEA1-E105-4E8B-B761-1A6886CCA643}"/>
              </a:ext>
            </a:extLst>
          </p:cNvPr>
          <p:cNvSpPr>
            <a:spLocks xmlns:a="http://schemas.openxmlformats.org/drawingml/2006/main" noGrp="1"/>
          </p:cNvSpPr>
          <p:nvPr/>
        </p:nvSpPr>
        <p:spPr>
          <a:xfrm xmlns:a="http://schemas.openxmlformats.org/drawingml/2006/main">
            <a:off x="21907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반응 계수에 따른 물질의 양</a:t>
            </a:r>
          </a:p>
        </p:txBody>
      </p:sp>
      <p:sp>
        <p:nvSpPr>
          <p:cNvPr id="19" name="수식 기호별 설명 바">
            <a:extLst xmlns:a="http://schemas.openxmlformats.org/drawingml/2006/main">
              <a:ext uri="{FF2B5EF4-FFF2-40B4-BE49-F238E27FC236}">
                <a16:creationId xmlns:a16="http://schemas.microsoft.com/office/drawing/2014/main" id="{44EF1A67-7311-4D7E-9343-F7365A3AC91B}"/>
              </a:ext>
            </a:extLst>
          </p:cNvPr>
          <p:cNvSpPr>
            <a:spLocks xmlns:a="http://schemas.openxmlformats.org/drawingml/2006/main" noGrp="1"/>
          </p:cNvSpPr>
          <p:nvPr/>
        </p:nvSpPr>
        <p:spPr>
          <a:xfrm xmlns:a="http://schemas.openxmlformats.org/drawingml/2006/main">
            <a:off x="685800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BAE54963-5A80-4786-A83D-592AC3954029}"/>
              </a:ext>
            </a:extLst>
          </p:cNvPr>
          <p:cNvSpPr>
            <a:spLocks xmlns:a="http://schemas.openxmlformats.org/drawingml/2006/main" noGrp="1"/>
          </p:cNvSpPr>
          <p:nvPr/>
        </p:nvSpPr>
        <p:spPr>
          <a:xfrm xmlns:a="http://schemas.openxmlformats.org/drawingml/2006/main">
            <a:off x="704850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표준 생성 엔탈피</a:t>
            </a:r>
          </a:p>
        </p:txBody>
      </p:sp>
      <p:sp>
        <p:nvSpPr>
          <p:cNvPr id="21" name="text">
            <a:extLst xmlns:a="http://schemas.openxmlformats.org/drawingml/2006/main">
              <a:ext uri="{FF2B5EF4-FFF2-40B4-BE49-F238E27FC236}">
                <a16:creationId xmlns:a16="http://schemas.microsoft.com/office/drawing/2014/main" id="{631A4348-9B38-48EA-AF6F-2E3286F49894}"/>
              </a:ext>
            </a:extLst>
          </p:cNvPr>
          <p:cNvSpPr>
            <a:spLocks xmlns:a="http://schemas.openxmlformats.org/drawingml/2006/main" noGrp="1"/>
          </p:cNvSpPr>
          <p:nvPr/>
        </p:nvSpPr>
        <p:spPr>
          <a:xfrm xmlns:a="http://schemas.openxmlformats.org/drawingml/2006/main">
            <a:off x="704850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물질 1 mol이 생성될 때의 값</a:t>
            </a:r>
          </a:p>
        </p:txBody>
      </p:sp>
      <p:sp>
        <p:nvSpPr>
          <p:cNvPr id="22" name="수식 기호별 설명 바">
            <a:extLst xmlns:a="http://schemas.openxmlformats.org/drawingml/2006/main">
              <a:ext uri="{FF2B5EF4-FFF2-40B4-BE49-F238E27FC236}">
                <a16:creationId xmlns:a16="http://schemas.microsoft.com/office/drawing/2014/main" id="{6D4289E0-3997-455B-AF46-B01083789EB0}"/>
              </a:ext>
            </a:extLst>
          </p:cNvPr>
          <p:cNvSpPr>
            <a:spLocks xmlns:a="http://schemas.openxmlformats.org/drawingml/2006/main" noGrp="1"/>
          </p:cNvSpPr>
          <p:nvPr/>
        </p:nvSpPr>
        <p:spPr>
          <a:xfrm xmlns:a="http://schemas.openxmlformats.org/drawingml/2006/main">
            <a:off x="117157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6AADA604-7E84-4E44-A148-AD87B7054AE9}"/>
              </a:ext>
            </a:extLst>
          </p:cNvPr>
          <p:cNvSpPr>
            <a:spLocks xmlns:a="http://schemas.openxmlformats.org/drawingml/2006/main" noGrp="1"/>
          </p:cNvSpPr>
          <p:nvPr/>
        </p:nvSpPr>
        <p:spPr>
          <a:xfrm xmlns:a="http://schemas.openxmlformats.org/drawingml/2006/main">
            <a:off x="119062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 Σ</a:t>
            </a:r>
          </a:p>
        </p:txBody>
      </p:sp>
      <p:sp>
        <p:nvSpPr>
          <p:cNvPr id="24" name="text">
            <a:extLst xmlns:a="http://schemas.openxmlformats.org/drawingml/2006/main">
              <a:ext uri="{FF2B5EF4-FFF2-40B4-BE49-F238E27FC236}">
                <a16:creationId xmlns:a16="http://schemas.microsoft.com/office/drawing/2014/main" id="{0E84F6DB-45C9-47F4-BC46-E85F38253614}"/>
              </a:ext>
            </a:extLst>
          </p:cNvPr>
          <p:cNvSpPr>
            <a:spLocks xmlns:a="http://schemas.openxmlformats.org/drawingml/2006/main" noGrp="1"/>
          </p:cNvSpPr>
          <p:nvPr/>
        </p:nvSpPr>
        <p:spPr>
          <a:xfrm xmlns:a="http://schemas.openxmlformats.org/drawingml/2006/main">
            <a:off x="119062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각 물질의 곱을 모두 더함</a:t>
            </a:r>
          </a:p>
        </p:txBody>
      </p:sp>
      <p:pic>
        <p:nvPicPr>
          <p:cNvPr id="25" name="">
            <a:extLst xmlns:a="http://schemas.openxmlformats.org/drawingml/2006/main">
              <a:ext uri="{FF2B5EF4-FFF2-40B4-BE49-F238E27FC236}">
                <a16:creationId xmlns:a16="http://schemas.microsoft.com/office/drawing/2014/main" id="{185FFD66-6EB0-4780-ACD9-5A7690B4050B}"/>
              </a:ext>
            </a:extLst>
          </p:cNvPr>
          <p:cNvPicPr>
            <a:picLocks xmlns:a="http://schemas.openxmlformats.org/drawingml/2006/main" noChangeAspect="1"/>
          </p:cNvPicPr>
          <p:nvPr/>
        </p:nvPicPr>
        <p:blipFill>
          <a:blip xmlns:r="http://schemas.openxmlformats.org/officeDocument/2006/relationships" xmlns:a="http://schemas.openxmlformats.org/drawingml/2006/main" r:embed="Rcc831053980445ee"/>
          <a:srcRect xmlns:a="http://schemas.openxmlformats.org/drawingml/2006/main" l="3453" t="34530" r="4006" b="40608"/>
          <a:stretch xmlns:a="http://schemas.openxmlformats.org/drawingml/2006/main"/>
        </p:blipFill>
        <p:spPr>
          <a:xfrm xmlns:a="http://schemas.openxmlformats.org/drawingml/2006/main">
            <a:off x="2000250" y="6334125"/>
            <a:ext cx="14287500" cy="1279478"/>
          </a:xfrm>
          <a:prstGeom xmlns:a="http://schemas.openxmlformats.org/drawingml/2006/main" prst="rect">
            <a:avLst/>
          </a:prstGeom>
        </p:spPr>
      </p:pic>
      <p:sp>
        <p:nvSpPr>
          <p:cNvPr id="26" name="몰수 적용 설명 바">
            <a:extLst xmlns:a="http://schemas.openxmlformats.org/drawingml/2006/main">
              <a:ext uri="{FF2B5EF4-FFF2-40B4-BE49-F238E27FC236}">
                <a16:creationId xmlns:a16="http://schemas.microsoft.com/office/drawing/2014/main" id="{78587138-187B-43B9-BEBD-66E6FCDD6FD8}"/>
              </a:ext>
            </a:extLst>
          </p:cNvPr>
          <p:cNvSpPr>
            <a:spLocks xmlns:a="http://schemas.openxmlformats.org/drawingml/2006/main" noGrp="1"/>
          </p:cNvSpPr>
          <p:nvPr/>
        </p:nvSpPr>
        <p:spPr>
          <a:xfrm xmlns:a="http://schemas.openxmlformats.org/drawingml/2006/main">
            <a:off x="2381250" y="8001000"/>
            <a:ext cx="13525500" cy="809625"/>
          </a:xfrm>
          <a:prstGeom xmlns:a="http://schemas.openxmlformats.org/drawingml/2006/main" prst="roundRect">
            <a:avLst>
              <a:gd name="adj" fmla="val 18824"/>
            </a:avLst>
          </a:prstGeom>
          <a:solidFill xmlns:a="http://schemas.openxmlformats.org/drawingml/2006/main">
            <a:srgbClr val="1D2918"/>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37EA02B1-79FD-4D6E-99D4-DF2B68E83A03}"/>
              </a:ext>
            </a:extLst>
          </p:cNvPr>
          <p:cNvSpPr>
            <a:spLocks xmlns:a="http://schemas.openxmlformats.org/drawingml/2006/main" noGrp="1"/>
          </p:cNvSpPr>
          <p:nvPr/>
        </p:nvSpPr>
        <p:spPr>
          <a:xfrm xmlns:a="http://schemas.openxmlformats.org/drawingml/2006/main">
            <a:off x="2714625" y="8115300"/>
            <a:ext cx="1285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8" name="text">
            <a:extLst xmlns:a="http://schemas.openxmlformats.org/drawingml/2006/main">
              <a:ext uri="{FF2B5EF4-FFF2-40B4-BE49-F238E27FC236}">
                <a16:creationId xmlns:a16="http://schemas.microsoft.com/office/drawing/2014/main" id="{69EB0CCC-7AE8-4519-9E08-28AC735FF07A}"/>
              </a:ext>
            </a:extLst>
          </p:cNvPr>
          <p:cNvSpPr>
            <a:spLocks xmlns:a="http://schemas.openxmlformats.org/drawingml/2006/main" noGrp="1"/>
          </p:cNvSpPr>
          <p:nvPr/>
        </p:nvSpPr>
        <p:spPr>
          <a:xfrm xmlns:a="http://schemas.openxmlformats.org/drawingml/2006/main">
            <a:off x="2857500" y="9048750"/>
            <a:ext cx="1257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기준 원소 물질의 표준 생성 엔탈피는 0이다.</a:t>
            </a:r>
          </a:p>
        </p:txBody>
      </p:sp>
    </p:spTree>
    <p:extLst>
      <p:ext uri="{BB962C8B-B14F-4D97-AF65-F5344CB8AC3E}">
        <p14:creationId xmlns:p14="http://schemas.microsoft.com/office/powerpoint/2010/main" val="242862036"/>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00CED26-2FFD-463D-BF54-1F1B838984AB}"/>
              </a:ext>
            </a:extLst>
          </p:cNvPr>
          <p:cNvPicPr>
            <a:picLocks xmlns:a="http://schemas.openxmlformats.org/drawingml/2006/main" noChangeAspect="1"/>
          </p:cNvPicPr>
          <p:nvPr/>
        </p:nvPicPr>
        <p:blipFill>
          <a:blip xmlns:r="http://schemas.openxmlformats.org/officeDocument/2006/relationships" xmlns:a="http://schemas.openxmlformats.org/drawingml/2006/main" r:embed="R59eba4356c484d8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5B8424-78F3-4A24-AE18-3FB0A13176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BDBB82-E117-4AB7-BD7C-12B20167AEE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4D2093B-A65E-4BC0-84F1-6678AC917D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BEABAC-7334-4EA3-962D-DA01228916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6046064-7971-4DED-81A8-9C43313D94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2A5AF2C4-C2B0-46FE-8C1B-C1163B6B4C42}"/>
              </a:ext>
            </a:extLst>
          </p:cNvPr>
          <p:cNvPicPr>
            <a:picLocks xmlns:a="http://schemas.openxmlformats.org/drawingml/2006/main" noChangeAspect="1"/>
          </p:cNvPicPr>
          <p:nvPr/>
        </p:nvPicPr>
        <p:blipFill>
          <a:blip xmlns:r="http://schemas.openxmlformats.org/officeDocument/2006/relationships" xmlns:a="http://schemas.openxmlformats.org/drawingml/2006/main" r:embed="R60c39b5a2f18468f"/>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CC4ED67-78EC-4C16-B1A9-DBF5ABFAB09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8A87CC2-7F3D-4D4F-AC14-AAAC4CF57F8E}"/>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358D3A0-6BD3-4CF4-98FC-2C4C08B80E73}"/>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DC9A4D2-E5B2-4984-B8CC-8A15DAFE2A7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FFF9358-CA57-438D-8D3D-290B30F5B75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06292067-A502-41D3-A14E-D9C5AAD4895B}"/>
              </a:ext>
            </a:extLst>
          </p:cNvPr>
          <p:cNvPicPr>
            <a:picLocks xmlns:a="http://schemas.openxmlformats.org/drawingml/2006/main" noChangeAspect="1"/>
          </p:cNvPicPr>
          <p:nvPr/>
        </p:nvPicPr>
        <p:blipFill>
          <a:blip xmlns:r="http://schemas.openxmlformats.org/officeDocument/2006/relationships" xmlns:a="http://schemas.openxmlformats.org/drawingml/2006/main" r:embed="Rf56cd6ad0c084706"/>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772593736"/>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6CFFDE7-863A-49F5-897F-C14F1952F4AF}"/>
              </a:ext>
            </a:extLst>
          </p:cNvPr>
          <p:cNvPicPr>
            <a:picLocks xmlns:a="http://schemas.openxmlformats.org/drawingml/2006/main" noChangeAspect="1"/>
          </p:cNvPicPr>
          <p:nvPr/>
        </p:nvPicPr>
        <p:blipFill>
          <a:blip xmlns:r="http://schemas.openxmlformats.org/officeDocument/2006/relationships" xmlns:a="http://schemas.openxmlformats.org/drawingml/2006/main" r:embed="R80507090851a4d7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6086E1-B3D2-4EFC-A664-2EB874D9BEF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7C5D05-A794-4EA8-A04D-51FDF769AE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3A5C29-C32B-4E92-A5AB-AC8A0C7B56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4031A3C-CFFC-43C9-B76B-B2A16FEF4DA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A9703D5-8E9F-44EA-B9C2-B57A2CB27F5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47F82739-2294-4D14-9338-0964D97FA05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sp>
        <p:nvSpPr>
          <p:cNvPr id="12" name="">
            <a:extLst xmlns:a="http://schemas.openxmlformats.org/drawingml/2006/main">
              <a:ext uri="{FF2B5EF4-FFF2-40B4-BE49-F238E27FC236}">
                <a16:creationId xmlns:a16="http://schemas.microsoft.com/office/drawing/2014/main" id="{9817A23E-B38E-40DE-AAE9-58CF083318C8}"/>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DE25302-952F-4BD4-825B-7F756A6105C8}"/>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78095069-E21B-43BE-9522-358F69305D3A}"/>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AFD0DFE-7408-41DF-8F78-22A0E4517393}"/>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CE333D14-2775-42DD-8587-20BC9B2ED3BD}"/>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DA86436-6944-4A42-8459-75935CA47DD1}"/>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440D6E5B-72CE-4EAE-AE19-49D390F64FA7}"/>
              </a:ext>
            </a:extLst>
          </p:cNvPr>
          <p:cNvPicPr>
            <a:picLocks xmlns:a="http://schemas.openxmlformats.org/drawingml/2006/main" noChangeAspect="1"/>
          </p:cNvPicPr>
          <p:nvPr/>
        </p:nvPicPr>
        <p:blipFill>
          <a:blip xmlns:r="http://schemas.openxmlformats.org/officeDocument/2006/relationships" xmlns:a="http://schemas.openxmlformats.org/drawingml/2006/main" r:embed="Rd1043a90f2cc41a0"/>
          <a:srcRect xmlns:a="http://schemas.openxmlformats.org/drawingml/2006/main" l="0" t="14986" r="0" b="69346"/>
          <a:stretch xmlns:a="http://schemas.openxmlformats.org/drawingml/2006/main"/>
        </p:blipFill>
        <p:spPr>
          <a:xfrm xmlns:a="http://schemas.openxmlformats.org/drawingml/2006/main">
            <a:off x="3143250" y="5327015"/>
            <a:ext cx="11963908" cy="64262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AC38C050-7391-4D5B-B671-EC268E369D6B}"/>
              </a:ext>
            </a:extLst>
          </p:cNvPr>
          <p:cNvPicPr>
            <a:picLocks xmlns:a="http://schemas.openxmlformats.org/drawingml/2006/main" noChangeAspect="1"/>
          </p:cNvPicPr>
          <p:nvPr/>
        </p:nvPicPr>
        <p:blipFill>
          <a:blip xmlns:r="http://schemas.openxmlformats.org/officeDocument/2006/relationships" xmlns:a="http://schemas.openxmlformats.org/drawingml/2006/main" r:embed="R88b5a6dd47684700"/>
          <a:srcRect xmlns:a="http://schemas.openxmlformats.org/drawingml/2006/main" l="0" t="40872" r="0" b="42779"/>
          <a:stretch xmlns:a="http://schemas.openxmlformats.org/drawingml/2006/main"/>
        </p:blipFill>
        <p:spPr>
          <a:xfrm xmlns:a="http://schemas.openxmlformats.org/drawingml/2006/main">
            <a:off x="3143250" y="6546182"/>
            <a:ext cx="11806488" cy="66173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EFDC91A5-767B-40CC-892B-0F1993BCA740}"/>
              </a:ext>
            </a:extLst>
          </p:cNvPr>
          <p:cNvPicPr>
            <a:picLocks xmlns:a="http://schemas.openxmlformats.org/drawingml/2006/main" noChangeAspect="1"/>
          </p:cNvPicPr>
          <p:nvPr/>
        </p:nvPicPr>
        <p:blipFill>
          <a:blip xmlns:r="http://schemas.openxmlformats.org/officeDocument/2006/relationships" xmlns:a="http://schemas.openxmlformats.org/drawingml/2006/main" r:embed="R6bc3eb550e304bc5"/>
          <a:srcRect xmlns:a="http://schemas.openxmlformats.org/drawingml/2006/main" l="0" t="64033" r="0" b="8038"/>
          <a:stretch xmlns:a="http://schemas.openxmlformats.org/drawingml/2006/main"/>
        </p:blipFill>
        <p:spPr>
          <a:xfrm xmlns:a="http://schemas.openxmlformats.org/drawingml/2006/main">
            <a:off x="3143250" y="7518665"/>
            <a:ext cx="12462404" cy="1193271"/>
          </a:xfrm>
          <a:prstGeom xmlns:a="http://schemas.openxmlformats.org/drawingml/2006/main" prst="rect">
            <a:avLst/>
          </a:prstGeom>
        </p:spPr>
      </p:pic>
    </p:spTree>
    <p:extLst>
      <p:ext uri="{BB962C8B-B14F-4D97-AF65-F5344CB8AC3E}">
        <p14:creationId xmlns:p14="http://schemas.microsoft.com/office/powerpoint/2010/main" val="863166455"/>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559D33BC-F592-4B9A-A5B6-3E99C10AB6F1}"/>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E51F4B26-BFEC-42FF-BFB1-8CF4604859B8}"/>
              </a:ext>
            </a:extLst>
          </p:cNvPr>
          <p:cNvPicPr>
            <a:picLocks xmlns:a="http://schemas.openxmlformats.org/drawingml/2006/main" noChangeAspect="1"/>
          </p:cNvPicPr>
          <p:nvPr/>
        </p:nvPicPr>
        <p:blipFill>
          <a:blip xmlns:r="http://schemas.openxmlformats.org/officeDocument/2006/relationships" xmlns:a="http://schemas.openxmlformats.org/drawingml/2006/main" r:embed="R1d8f0247eccd4c1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B33722-C4B6-4E5B-BE01-9E23C4C00C7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A2C15D-1172-4063-A1D3-0A1B810069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2B4FFBC-488F-4F17-935C-49685A0D558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78F1B4-7C46-49B1-BCB8-1E6762A4AB9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815351C-C517-4153-A492-6BAFD84EFD4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F0FFB1C9-504F-4B53-91C0-A471AB6DBBC9}"/>
              </a:ext>
            </a:extLst>
          </p:cNvPr>
          <p:cNvPicPr>
            <a:picLocks xmlns:a="http://schemas.openxmlformats.org/drawingml/2006/main" noChangeAspect="1"/>
          </p:cNvPicPr>
          <p:nvPr/>
        </p:nvPicPr>
        <p:blipFill>
          <a:blip xmlns:r="http://schemas.openxmlformats.org/officeDocument/2006/relationships" xmlns:a="http://schemas.openxmlformats.org/drawingml/2006/main" r:embed="R159d6545039d4bc7"/>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AC79C14-B62B-4852-95E2-2FCE5AA58574}"/>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86C37734-1064-4C49-8F4D-8BB7FACF49AA}"/>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EB1B30EF-B21A-4214-A2E9-3DD52F3DD7E8}"/>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04A166C8-5C8C-4185-BFFB-1F35E49178B8}"/>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567276A6-EBB9-4F8E-B7E7-7B0E3E804AD5}"/>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C4EC1A75-4977-41D5-8F8B-F6594C5F88D2}"/>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B78972B8-1FAF-489B-BCED-66165606EC2B}"/>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738487329"/>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991CFDAB-9BBA-428E-B5BB-6ECED218470F}"/>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FD904F4-60E2-466E-A351-C1BA92AA5FD4}"/>
              </a:ext>
            </a:extLst>
          </p:cNvPr>
          <p:cNvPicPr>
            <a:picLocks xmlns:a="http://schemas.openxmlformats.org/drawingml/2006/main" noChangeAspect="1"/>
          </p:cNvPicPr>
          <p:nvPr/>
        </p:nvPicPr>
        <p:blipFill>
          <a:blip xmlns:r="http://schemas.openxmlformats.org/officeDocument/2006/relationships" xmlns:a="http://schemas.openxmlformats.org/drawingml/2006/main" r:embed="R0afb592d01104d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0EE3C3-C9CB-4D53-94DB-8B0B1478F9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0A06064-9F34-4844-B1B7-884ACE16F54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DA7612B-6CFC-4A32-98CA-CEE5EA2DE1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C98416-C271-4603-AA5F-27072EBFABC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6A3B861-3DE7-4562-A279-6564928C0FF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88CD9529-0BBA-4E41-BCB3-2FC63D913E64}"/>
              </a:ext>
            </a:extLst>
          </p:cNvPr>
          <p:cNvPicPr>
            <a:picLocks xmlns:a="http://schemas.openxmlformats.org/drawingml/2006/main" noChangeAspect="1"/>
          </p:cNvPicPr>
          <p:nvPr/>
        </p:nvPicPr>
        <p:blipFill>
          <a:blip xmlns:r="http://schemas.openxmlformats.org/officeDocument/2006/relationships" xmlns:a="http://schemas.openxmlformats.org/drawingml/2006/main" r:embed="R6115344f07284124"/>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28F246DE-7A27-4DF2-8499-CDD42D8D374D}"/>
              </a:ext>
            </a:extLst>
          </p:cNvPr>
          <p:cNvPicPr>
            <a:picLocks xmlns:a="http://schemas.openxmlformats.org/drawingml/2006/main" noChangeAspect="1"/>
          </p:cNvPicPr>
          <p:nvPr/>
        </p:nvPicPr>
        <p:blipFill>
          <a:blip xmlns:r="http://schemas.openxmlformats.org/officeDocument/2006/relationships" xmlns:a="http://schemas.openxmlformats.org/drawingml/2006/main" r:embed="R10df3c0c1a044e6c"/>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881546A2-55DB-4BA3-818C-7C11AD2F838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6DC83D9A-D80C-4AF0-AF26-5ADB5D925F4D}"/>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3294D6A0-ACC4-48E9-B28D-CC84E4A81C78}"/>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88865775-4B17-4182-A85B-5EF4079B24A5}"/>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AF14F0F3-0267-4DCB-BF92-9F75EAB8643D}"/>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5D1260D2-DF1B-402E-97B1-D5113E124995}"/>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5EF299BF-7611-4008-8AB3-C4E3892609D0}"/>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46CE0A0B-7B75-4C05-8B23-8F6F9D0C364B}"/>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27107AE-38D6-45EC-AC35-8D0E3773310D}"/>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A85E312E-167F-4651-ADBD-4EA6A7A65DDA}"/>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389223893"/>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639A504D-6548-48DC-AA98-724688EDDCDD}"/>
              </a:ext>
            </a:extLst>
          </p:cNvPr>
          <p:cNvSpPr>
            <a:spLocks xmlns:a="http://schemas.openxmlformats.org/drawingml/2006/main" noGrp="1"/>
          </p:cNvSpPr>
          <p:nvPr/>
        </p:nvSpPr>
        <p:spPr>
          <a:xfrm xmlns:a="http://schemas.openxmlformats.org/drawingml/2006/main">
            <a:off x="1186815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E224C82D-C1EE-4366-8FB7-E3F3F67B01DF}"/>
              </a:ext>
            </a:extLst>
          </p:cNvPr>
          <p:cNvSpPr>
            <a:spLocks xmlns:a="http://schemas.openxmlformats.org/drawingml/2006/main" noGrp="1"/>
          </p:cNvSpPr>
          <p:nvPr/>
        </p:nvSpPr>
        <p:spPr>
          <a:xfrm xmlns:a="http://schemas.openxmlformats.org/drawingml/2006/main">
            <a:off x="7038975"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1BBCEE47-ABC9-4FA4-A174-70CE350C28D2}"/>
              </a:ext>
            </a:extLst>
          </p:cNvPr>
          <p:cNvSpPr>
            <a:spLocks xmlns:a="http://schemas.openxmlformats.org/drawingml/2006/main" noGrp="1"/>
          </p:cNvSpPr>
          <p:nvPr/>
        </p:nvSpPr>
        <p:spPr>
          <a:xfrm xmlns:a="http://schemas.openxmlformats.org/drawingml/2006/main">
            <a:off x="220980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BA78E4F5-FBBB-474A-A266-CD3A9D66D2A3}"/>
              </a:ext>
            </a:extLst>
          </p:cNvPr>
          <p:cNvPicPr>
            <a:picLocks xmlns:a="http://schemas.openxmlformats.org/drawingml/2006/main" noChangeAspect="1"/>
          </p:cNvPicPr>
          <p:nvPr/>
        </p:nvPicPr>
        <p:blipFill>
          <a:blip xmlns:r="http://schemas.openxmlformats.org/officeDocument/2006/relationships" xmlns:a="http://schemas.openxmlformats.org/drawingml/2006/main" r:embed="Ra26de7b89c0b453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545A97-AFA2-4724-BFA6-3CB1CA8144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B68BDB-FCEB-4C58-A3AA-3B08587CB61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CC0A064-A284-4F38-A87A-754DC8128E6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392F033-1CEF-4516-9C5B-49283A0C971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78918402-5157-4181-8BAD-3663445E22F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F929BF39-CCE0-4F8C-84B7-C8551FE2010A}"/>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8F5350C5-6E6D-40A2-A947-ECC69E5DCDF6}"/>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800F45A7-9D79-470F-A1F2-3F04B62125EE}"/>
              </a:ext>
            </a:extLst>
          </p:cNvPr>
          <p:cNvSpPr>
            <a:spLocks xmlns:a="http://schemas.openxmlformats.org/drawingml/2006/main" noGrp="1"/>
          </p:cNvSpPr>
          <p:nvPr/>
        </p:nvSpPr>
        <p:spPr>
          <a:xfrm xmlns:a="http://schemas.openxmlformats.org/drawingml/2006/main">
            <a:off x="245745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5AE62A71-0233-4AB1-ACE7-C04F452FA3E0}"/>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6FD8560C-74D2-47C3-91D9-6729AC4B9BD9}"/>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F11DBDD6-F533-4605-81FB-FE3B2BA96775}"/>
              </a:ext>
            </a:extLst>
          </p:cNvPr>
          <p:cNvSpPr>
            <a:spLocks xmlns:a="http://schemas.openxmlformats.org/drawingml/2006/main" noGrp="1"/>
          </p:cNvSpPr>
          <p:nvPr/>
        </p:nvSpPr>
        <p:spPr>
          <a:xfrm xmlns:a="http://schemas.openxmlformats.org/drawingml/2006/main">
            <a:off x="7286625"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6EE9BF4A-F118-4E8B-815E-C459827F7C15}"/>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8C49E76B-E0B7-4E3C-B157-70838FBE1207}"/>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EAA04153-BBE8-446D-905B-A400021758E0}"/>
              </a:ext>
            </a:extLst>
          </p:cNvPr>
          <p:cNvSpPr>
            <a:spLocks xmlns:a="http://schemas.openxmlformats.org/drawingml/2006/main" noGrp="1"/>
          </p:cNvSpPr>
          <p:nvPr/>
        </p:nvSpPr>
        <p:spPr>
          <a:xfrm xmlns:a="http://schemas.openxmlformats.org/drawingml/2006/main">
            <a:off x="1211580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R06 p15 한 줄 정리 컨테이너">
            <a:extLst xmlns:a="http://schemas.openxmlformats.org/drawingml/2006/main">
              <a:ext uri="{FF2B5EF4-FFF2-40B4-BE49-F238E27FC236}">
                <a16:creationId xmlns:a16="http://schemas.microsoft.com/office/drawing/2014/main" id="{BD0FCC5F-48B2-4992-9FF4-531DBD8B54BA}"/>
              </a:ext>
            </a:extLst>
          </p:cNvPr>
          <p:cNvSpPr>
            <a:spLocks xmlns:a="http://schemas.openxmlformats.org/drawingml/2006/main" noGrp="1"/>
          </p:cNvSpPr>
          <p:nvPr/>
        </p:nvSpPr>
        <p:spPr>
          <a:xfrm xmlns:a="http://schemas.openxmlformats.org/drawingml/2006/main">
            <a:off x="3810000" y="8572500"/>
            <a:ext cx="10668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0" name="R06 p15 한 줄 정리 배지">
            <a:extLst xmlns:a="http://schemas.openxmlformats.org/drawingml/2006/main">
              <a:ext uri="{FF2B5EF4-FFF2-40B4-BE49-F238E27FC236}">
                <a16:creationId xmlns:a16="http://schemas.microsoft.com/office/drawing/2014/main" id="{F8257FDC-3326-42D0-99F4-AF48F0A15AB6}"/>
              </a:ext>
            </a:extLst>
          </p:cNvPr>
          <p:cNvSpPr>
            <a:spLocks xmlns:a="http://schemas.openxmlformats.org/drawingml/2006/main" noGrp="1"/>
          </p:cNvSpPr>
          <p:nvPr/>
        </p:nvSpPr>
        <p:spPr>
          <a:xfrm xmlns:a="http://schemas.openxmlformats.org/drawingml/2006/main">
            <a:off x="39624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E8F2315A-D2C1-4C7A-8EA4-63BB73999809}"/>
              </a:ext>
            </a:extLst>
          </p:cNvPr>
          <p:cNvSpPr>
            <a:spLocks xmlns:a="http://schemas.openxmlformats.org/drawingml/2006/main" noGrp="1"/>
          </p:cNvSpPr>
          <p:nvPr/>
        </p:nvSpPr>
        <p:spPr>
          <a:xfrm xmlns:a="http://schemas.openxmlformats.org/drawingml/2006/main">
            <a:off x="40386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2" name="text">
            <a:extLst xmlns:a="http://schemas.openxmlformats.org/drawingml/2006/main">
              <a:ext uri="{FF2B5EF4-FFF2-40B4-BE49-F238E27FC236}">
                <a16:creationId xmlns:a16="http://schemas.microsoft.com/office/drawing/2014/main" id="{160EFA64-BFC3-458F-8735-74194C97C5DC}"/>
              </a:ext>
            </a:extLst>
          </p:cNvPr>
          <p:cNvSpPr>
            <a:spLocks xmlns:a="http://schemas.openxmlformats.org/drawingml/2006/main" noGrp="1"/>
          </p:cNvSpPr>
          <p:nvPr/>
        </p:nvSpPr>
        <p:spPr>
          <a:xfrm xmlns:a="http://schemas.openxmlformats.org/drawingml/2006/main">
            <a:off x="5619750" y="8667750"/>
            <a:ext cx="864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729170196"/>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5FF2DCA-0748-4678-B495-C9BDBB5DFCFC}"/>
              </a:ext>
            </a:extLst>
          </p:cNvPr>
          <p:cNvPicPr>
            <a:picLocks xmlns:a="http://schemas.openxmlformats.org/drawingml/2006/main" noChangeAspect="1"/>
          </p:cNvPicPr>
          <p:nvPr/>
        </p:nvPicPr>
        <p:blipFill>
          <a:blip xmlns:r="http://schemas.openxmlformats.org/officeDocument/2006/relationships" xmlns:a="http://schemas.openxmlformats.org/drawingml/2006/main" r:embed="R4ead9259d609477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A58A834-9D90-4047-ACE3-16D21C54E45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925209BB-4DD8-4C80-A107-58540065610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E94DC71-16DB-4CC6-B7A7-73D01001F799}"/>
              </a:ext>
            </a:extLst>
          </p:cNvPr>
          <p:cNvPicPr>
            <a:picLocks xmlns:a="http://schemas.openxmlformats.org/drawingml/2006/main" noChangeAspect="1"/>
          </p:cNvPicPr>
          <p:nvPr/>
        </p:nvPicPr>
        <p:blipFill>
          <a:blip xmlns:r="http://schemas.openxmlformats.org/officeDocument/2006/relationships" xmlns:a="http://schemas.openxmlformats.org/drawingml/2006/main" r:embed="Re623f3ce7c464d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FBDC4476-1530-42A4-A4D3-DF69D28DDCD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893B9416-1395-4618-AF4B-96119D1DE93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C61F2CBF-62E7-490E-B535-719E02045DA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20F5B2D5-BC26-44B5-9392-085686412B3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706004677"/>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53EED925-44FE-4B35-A53F-F0A1C56FB27F}"/>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7FA15CEB-2F06-4592-904B-2ED5E5C0C0BD}"/>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DDDDF83-C8A9-4483-AE4B-6FC9BD678052}"/>
              </a:ext>
            </a:extLst>
          </p:cNvPr>
          <p:cNvPicPr>
            <a:picLocks xmlns:a="http://schemas.openxmlformats.org/drawingml/2006/main" noChangeAspect="1"/>
          </p:cNvPicPr>
          <p:nvPr/>
        </p:nvPicPr>
        <p:blipFill>
          <a:blip xmlns:r="http://schemas.openxmlformats.org/officeDocument/2006/relationships" xmlns:a="http://schemas.openxmlformats.org/drawingml/2006/main" r:embed="R8f31d5cbd4654c8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C84F97-F628-418D-9F02-54C136DD3FB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DED2A7-86C4-418F-ADE0-2002143229A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774A8AF-344C-4356-B3AF-43D2C0D51A6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29DF60-3EE3-4247-B97E-ECACC2C65D7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9313840-7A45-41F5-A1DC-3D6CE4FEB1D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2741ACCE-9255-4291-98A8-6492A56F1EE8}"/>
              </a:ext>
            </a:extLst>
          </p:cNvPr>
          <p:cNvPicPr>
            <a:picLocks xmlns:a="http://schemas.openxmlformats.org/drawingml/2006/main" noChangeAspect="1"/>
          </p:cNvPicPr>
          <p:nvPr/>
        </p:nvPicPr>
        <p:blipFill>
          <a:blip xmlns:r="http://schemas.openxmlformats.org/officeDocument/2006/relationships" xmlns:a="http://schemas.openxmlformats.org/drawingml/2006/main" r:embed="Rc60f73e124f34d59"/>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CFB54A5-D1E1-4C92-AD66-7E1E2877144D}"/>
              </a:ext>
            </a:extLst>
          </p:cNvPr>
          <p:cNvPicPr>
            <a:picLocks xmlns:a="http://schemas.openxmlformats.org/drawingml/2006/main" noChangeAspect="1"/>
          </p:cNvPicPr>
          <p:nvPr/>
        </p:nvPicPr>
        <p:blipFill>
          <a:blip xmlns:r="http://schemas.openxmlformats.org/officeDocument/2006/relationships" xmlns:a="http://schemas.openxmlformats.org/drawingml/2006/main" r:embed="R9455d7b740df49bd"/>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50A9842-AB79-4C7A-8592-2A53EC86DEEF}"/>
              </a:ext>
            </a:extLst>
          </p:cNvPr>
          <p:cNvPicPr>
            <a:picLocks xmlns:a="http://schemas.openxmlformats.org/drawingml/2006/main" noChangeAspect="1"/>
          </p:cNvPicPr>
          <p:nvPr/>
        </p:nvPicPr>
        <p:blipFill>
          <a:blip xmlns:r="http://schemas.openxmlformats.org/officeDocument/2006/relationships" xmlns:a="http://schemas.openxmlformats.org/drawingml/2006/main" r:embed="R386d9868d3a84214"/>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D85A02E-9949-479F-A444-C3147D629169}"/>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DDB04D95-628F-4E2A-8024-49CAE324411A}"/>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117155814"/>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1A40EFB6-63BB-4ABF-BC16-6092949132AE}"/>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0F036DC7-28D0-4AF7-BCE9-4CDDC1086B5D}"/>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547C4C04-00DB-4E89-A3C1-156A6023524D}"/>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6851967-1177-4032-9EDD-E3D8135033A1}"/>
              </a:ext>
            </a:extLst>
          </p:cNvPr>
          <p:cNvPicPr>
            <a:picLocks xmlns:a="http://schemas.openxmlformats.org/drawingml/2006/main" noChangeAspect="1"/>
          </p:cNvPicPr>
          <p:nvPr/>
        </p:nvPicPr>
        <p:blipFill>
          <a:blip xmlns:r="http://schemas.openxmlformats.org/officeDocument/2006/relationships" xmlns:a="http://schemas.openxmlformats.org/drawingml/2006/main" r:embed="Rf3f822cb93514d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CEFE17-4DB3-4393-99F5-E713F68DCF1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A6BB3B-70F7-4E34-B29C-012F1D21CE1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9508264-83C2-4B0E-9AC1-4799E5BCC4A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49D34B-1DF7-4209-BFCF-71DFCB1EA9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8D4FC356-73E7-4BD3-8603-6E7A267DD97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501D87A1-B216-4A82-B811-D2AB79CFAECF}"/>
              </a:ext>
            </a:extLst>
          </p:cNvPr>
          <p:cNvPicPr>
            <a:picLocks xmlns:a="http://schemas.openxmlformats.org/drawingml/2006/main" noChangeAspect="1"/>
          </p:cNvPicPr>
          <p:nvPr/>
        </p:nvPicPr>
        <p:blipFill>
          <a:blip xmlns:r="http://schemas.openxmlformats.org/officeDocument/2006/relationships" xmlns:a="http://schemas.openxmlformats.org/drawingml/2006/main" r:embed="Re684e016a4d942b3"/>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BFC41B4-A02D-4A1E-A021-4D9CE4D3E81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33B3519E-DDDE-4280-94BA-EA601F9ECEC6}"/>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67ACFA75-BF55-442B-8A94-C34143E33F3A}"/>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881BD11B-9550-4C41-BA96-E7B1AD82A4BD}"/>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117401B5-4B4C-4D4E-90AA-297AC07F3DBA}"/>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884507174"/>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17FD67EC-BDED-477B-A9E0-418C0DED06F4}"/>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BC8C0783-0A16-4B3C-9742-50F4CDC48D6F}"/>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BA4B2E63-5849-474C-91DC-B4DEC9030302}"/>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2356986-CEB7-47BB-A6A5-664D9B8C6570}"/>
              </a:ext>
            </a:extLst>
          </p:cNvPr>
          <p:cNvPicPr>
            <a:picLocks xmlns:a="http://schemas.openxmlformats.org/drawingml/2006/main" noChangeAspect="1"/>
          </p:cNvPicPr>
          <p:nvPr/>
        </p:nvPicPr>
        <p:blipFill>
          <a:blip xmlns:r="http://schemas.openxmlformats.org/officeDocument/2006/relationships" xmlns:a="http://schemas.openxmlformats.org/drawingml/2006/main" r:embed="Ra542cd3d1fe34af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6B4D74-0C2E-4C0F-8E39-1DA36C7AF4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1B3ECA-36B6-4035-9C11-4D8A58514B8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C113393-4073-4316-A0A1-7B2277592F5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CD89CC9-BDD9-4D29-9B0F-BBCAC8BE5D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981164F-BBE3-459D-BF45-4822E46725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8C6FB3BB-A84C-4B9D-8FD0-7361F1525D14}"/>
              </a:ext>
            </a:extLst>
          </p:cNvPr>
          <p:cNvPicPr>
            <a:picLocks xmlns:a="http://schemas.openxmlformats.org/drawingml/2006/main" noChangeAspect="1"/>
          </p:cNvPicPr>
          <p:nvPr/>
        </p:nvPicPr>
        <p:blipFill>
          <a:blip xmlns:r="http://schemas.openxmlformats.org/officeDocument/2006/relationships" xmlns:a="http://schemas.openxmlformats.org/drawingml/2006/main" r:embed="Re8cdad2c1efb410f"/>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BF784690-A7AF-4692-B7DE-91435B6631D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0C348AEE-DA57-4160-82BE-E873AD8AE1E2}"/>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EA4B9587-9C2A-448E-B029-516BCF1D6CDB}"/>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0D45FE8B-15DD-4538-98B9-042B75F0ADF1}"/>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D4D3CF83-22F2-405C-B9A0-7EF5593ADF0D}"/>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3358446B-04F4-4845-824E-94148B439388}"/>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B5BE6491-B124-4054-985F-790726F74403}"/>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81A01312-48D0-4ADC-AD1E-E17C9B2230F2}"/>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098196C9-FF9F-4320-94B3-1540195992CC}"/>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FCB45E5D-2207-4E50-B79A-5BF1AF115B9F}"/>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2015664198"/>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78EED49-95BC-47BD-AC8A-810D27F7653D}"/>
              </a:ext>
            </a:extLst>
          </p:cNvPr>
          <p:cNvPicPr>
            <a:picLocks xmlns:a="http://schemas.openxmlformats.org/drawingml/2006/main" noChangeAspect="1"/>
          </p:cNvPicPr>
          <p:nvPr/>
        </p:nvPicPr>
        <p:blipFill>
          <a:blip xmlns:r="http://schemas.openxmlformats.org/officeDocument/2006/relationships" xmlns:a="http://schemas.openxmlformats.org/drawingml/2006/main" r:embed="R221bb40861a6429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CB8E21-49CE-421B-A75B-E010EF44B5E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849915-87EC-42E6-8996-5F8C3B9AC7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6F7560C-B7A5-49A0-9598-1963E36E456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F950B8-2D84-4E0A-9B15-246E1E6BE86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5FCB223-27E0-429A-AF50-DCFCB72C3A2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EA1E6312-F213-4384-BACB-E741961EEC2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A85BF03-1D18-406B-8ECF-6555546E0B4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E64ED21-84BC-41E1-80CD-97B00416A7B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E291D0B-DAAE-42F3-B390-FBFEB4DC45B1}"/>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F8D35D3-BFA4-499C-9E69-6F6CE7D2DFBD}"/>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7C0191D-013D-4A2E-B9F2-BC085B7C45BA}"/>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429998034"/>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A4A821B-AE0D-4E9B-AD03-D8C85F5B34BE}"/>
              </a:ext>
            </a:extLst>
          </p:cNvPr>
          <p:cNvSpPr>
            <a:spLocks xmlns:a="http://schemas.openxmlformats.org/drawingml/2006/main" noGrp="1"/>
          </p:cNvSpPr>
          <p:nvPr/>
        </p:nvSpPr>
        <p:spPr>
          <a:xfrm xmlns:a="http://schemas.openxmlformats.org/drawingml/2006/main">
            <a:off x="2857500" y="5715000"/>
            <a:ext cx="12573000" cy="2952750"/>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2A3C34A-78F0-4182-998A-BC23A3A0854D}"/>
              </a:ext>
            </a:extLst>
          </p:cNvPr>
          <p:cNvPicPr>
            <a:picLocks xmlns:a="http://schemas.openxmlformats.org/drawingml/2006/main" noChangeAspect="1"/>
          </p:cNvPicPr>
          <p:nvPr/>
        </p:nvPicPr>
        <p:blipFill>
          <a:blip xmlns:r="http://schemas.openxmlformats.org/officeDocument/2006/relationships" xmlns:a="http://schemas.openxmlformats.org/drawingml/2006/main" r:embed="R4d7951c425f346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75A4D6-4653-4C59-9C77-0E5495DCFD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1553DCF-195F-4D95-97BB-3B9B872F7B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EA16D2D-B7A3-4C27-9DAE-DB61E7E1D8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2FFAA2C-4F40-4281-8DD2-815537BDD2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6E6BE2A-3C35-45B9-B423-A155B8F80BF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C39A9F17-60AE-4712-86FC-F5E50E53B703}"/>
              </a:ext>
            </a:extLst>
          </p:cNvPr>
          <p:cNvPicPr>
            <a:picLocks xmlns:a="http://schemas.openxmlformats.org/drawingml/2006/main" noChangeAspect="1"/>
          </p:cNvPicPr>
          <p:nvPr/>
        </p:nvPicPr>
        <p:blipFill>
          <a:blip xmlns:r="http://schemas.openxmlformats.org/officeDocument/2006/relationships" xmlns:a="http://schemas.openxmlformats.org/drawingml/2006/main" r:embed="Ree9350f7dc984682"/>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계산 순서 설명 바">
            <a:extLst xmlns:a="http://schemas.openxmlformats.org/drawingml/2006/main">
              <a:ext uri="{FF2B5EF4-FFF2-40B4-BE49-F238E27FC236}">
                <a16:creationId xmlns:a16="http://schemas.microsoft.com/office/drawing/2014/main" id="{06C8FECA-3554-47F0-9EAB-0C53CA0130B6}"/>
              </a:ext>
            </a:extLst>
          </p:cNvPr>
          <p:cNvSpPr>
            <a:spLocks xmlns:a="http://schemas.openxmlformats.org/drawingml/2006/main" noGrp="1"/>
          </p:cNvSpPr>
          <p:nvPr/>
        </p:nvSpPr>
        <p:spPr>
          <a:xfrm xmlns:a="http://schemas.openxmlformats.org/drawingml/2006/main">
            <a:off x="28575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2" name="계산 단계 번호">
            <a:extLst xmlns:a="http://schemas.openxmlformats.org/drawingml/2006/main">
              <a:ext uri="{FF2B5EF4-FFF2-40B4-BE49-F238E27FC236}">
                <a16:creationId xmlns:a16="http://schemas.microsoft.com/office/drawing/2014/main" id="{34E91CAA-AC3F-42A9-A2AC-96C4A302DF22}"/>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FEF03B1-E588-4029-A501-13C982483794}"/>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1</a:t>
            </a:r>
          </a:p>
        </p:txBody>
      </p:sp>
      <p:sp>
        <p:nvSpPr>
          <p:cNvPr id="14" name="text">
            <a:extLst xmlns:a="http://schemas.openxmlformats.org/drawingml/2006/main">
              <a:ext uri="{FF2B5EF4-FFF2-40B4-BE49-F238E27FC236}">
                <a16:creationId xmlns:a16="http://schemas.microsoft.com/office/drawing/2014/main" id="{4EDD256A-57B9-42B8-B0B8-78439F4CC773}"/>
              </a:ext>
            </a:extLst>
          </p:cNvPr>
          <p:cNvSpPr>
            <a:spLocks xmlns:a="http://schemas.openxmlformats.org/drawingml/2006/main" noGrp="1"/>
          </p:cNvSpPr>
          <p:nvPr/>
        </p:nvSpPr>
        <p:spPr>
          <a:xfrm xmlns:a="http://schemas.openxmlformats.org/drawingml/2006/main">
            <a:off x="36385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용액이 얻은 열</a:t>
            </a:r>
          </a:p>
        </p:txBody>
      </p:sp>
      <p:sp>
        <p:nvSpPr>
          <p:cNvPr id="15" name="계산 순서 설명 바">
            <a:extLst xmlns:a="http://schemas.openxmlformats.org/drawingml/2006/main">
              <a:ext uri="{FF2B5EF4-FFF2-40B4-BE49-F238E27FC236}">
                <a16:creationId xmlns:a16="http://schemas.microsoft.com/office/drawing/2014/main" id="{6020FD6B-5318-4384-8C3B-B735866C18F6}"/>
              </a:ext>
            </a:extLst>
          </p:cNvPr>
          <p:cNvSpPr>
            <a:spLocks xmlns:a="http://schemas.openxmlformats.org/drawingml/2006/main" noGrp="1"/>
          </p:cNvSpPr>
          <p:nvPr/>
        </p:nvSpPr>
        <p:spPr>
          <a:xfrm xmlns:a="http://schemas.openxmlformats.org/drawingml/2006/main">
            <a:off x="714375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6" name="계산 단계 번호">
            <a:extLst xmlns:a="http://schemas.openxmlformats.org/drawingml/2006/main">
              <a:ext uri="{FF2B5EF4-FFF2-40B4-BE49-F238E27FC236}">
                <a16:creationId xmlns:a16="http://schemas.microsoft.com/office/drawing/2014/main" id="{F1DC76F2-40FA-4D4C-B8D9-E86FB667225C}"/>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BD150BC-DB86-43FB-96A7-E86B8613E8F8}"/>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2</a:t>
            </a:r>
          </a:p>
        </p:txBody>
      </p:sp>
      <p:sp>
        <p:nvSpPr>
          <p:cNvPr id="18" name="text">
            <a:extLst xmlns:a="http://schemas.openxmlformats.org/drawingml/2006/main">
              <a:ext uri="{FF2B5EF4-FFF2-40B4-BE49-F238E27FC236}">
                <a16:creationId xmlns:a16="http://schemas.microsoft.com/office/drawing/2014/main" id="{7CC38632-3E29-45B8-B136-E731549017C9}"/>
              </a:ext>
            </a:extLst>
          </p:cNvPr>
          <p:cNvSpPr>
            <a:spLocks xmlns:a="http://schemas.openxmlformats.org/drawingml/2006/main" noGrp="1"/>
          </p:cNvSpPr>
          <p:nvPr/>
        </p:nvSpPr>
        <p:spPr>
          <a:xfrm xmlns:a="http://schemas.openxmlformats.org/drawingml/2006/main">
            <a:off x="792480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반응한 몰수</a:t>
            </a:r>
          </a:p>
        </p:txBody>
      </p:sp>
      <p:sp>
        <p:nvSpPr>
          <p:cNvPr id="19" name="계산 순서 설명 바">
            <a:extLst xmlns:a="http://schemas.openxmlformats.org/drawingml/2006/main">
              <a:ext uri="{FF2B5EF4-FFF2-40B4-BE49-F238E27FC236}">
                <a16:creationId xmlns:a16="http://schemas.microsoft.com/office/drawing/2014/main" id="{A7CCBEEE-6DAF-4957-906D-46A163D90924}"/>
              </a:ext>
            </a:extLst>
          </p:cNvPr>
          <p:cNvSpPr>
            <a:spLocks xmlns:a="http://schemas.openxmlformats.org/drawingml/2006/main" noGrp="1"/>
          </p:cNvSpPr>
          <p:nvPr/>
        </p:nvSpPr>
        <p:spPr>
          <a:xfrm xmlns:a="http://schemas.openxmlformats.org/drawingml/2006/main">
            <a:off x="114300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20" name="계산 단계 번호">
            <a:extLst xmlns:a="http://schemas.openxmlformats.org/drawingml/2006/main">
              <a:ext uri="{FF2B5EF4-FFF2-40B4-BE49-F238E27FC236}">
                <a16:creationId xmlns:a16="http://schemas.microsoft.com/office/drawing/2014/main" id="{5571E0A3-AAEB-4CC9-AC4A-DC106D2A24A5}"/>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6DB9AF7-D397-421A-B91D-4CB0C7D16A12}"/>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3</a:t>
            </a:r>
          </a:p>
        </p:txBody>
      </p:sp>
      <p:sp>
        <p:nvSpPr>
          <p:cNvPr id="22" name="text">
            <a:extLst xmlns:a="http://schemas.openxmlformats.org/drawingml/2006/main">
              <a:ext uri="{FF2B5EF4-FFF2-40B4-BE49-F238E27FC236}">
                <a16:creationId xmlns:a16="http://schemas.microsoft.com/office/drawing/2014/main" id="{A2116F99-7A1E-48AA-8218-3A47E8B5E303}"/>
              </a:ext>
            </a:extLst>
          </p:cNvPr>
          <p:cNvSpPr>
            <a:spLocks xmlns:a="http://schemas.openxmlformats.org/drawingml/2006/main" noGrp="1"/>
          </p:cNvSpPr>
          <p:nvPr/>
        </p:nvSpPr>
        <p:spPr>
          <a:xfrm xmlns:a="http://schemas.openxmlformats.org/drawingml/2006/main">
            <a:off x="122110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905692390"/>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40148CF-4118-49AC-8D15-9A812E205B24}"/>
              </a:ext>
            </a:extLst>
          </p:cNvPr>
          <p:cNvPicPr>
            <a:picLocks xmlns:a="http://schemas.openxmlformats.org/drawingml/2006/main" noChangeAspect="1"/>
          </p:cNvPicPr>
          <p:nvPr/>
        </p:nvPicPr>
        <p:blipFill>
          <a:blip xmlns:r="http://schemas.openxmlformats.org/officeDocument/2006/relationships" xmlns:a="http://schemas.openxmlformats.org/drawingml/2006/main" r:embed="R1885a3ee14ac492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02A11E-5A90-4102-A489-7C686B5CA5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246E1A-16F1-4BBE-92FB-9603A0207E4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1C670C6-545D-44D8-B555-CC9A7FA409C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CE5FD8-5C4A-451E-90C3-63C265AB8FA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C729339-8F3D-41B6-B3CB-CA16D26B892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A208A0B6-DA4D-4DAB-86A4-4354473C94B3}"/>
              </a:ext>
            </a:extLst>
          </p:cNvPr>
          <p:cNvGraphicFramePr/>
          <p:nvPr/>
        </p:nvGraphicFramePr>
        <p:xfrm>
          <a:off xmlns:a="http://schemas.openxmlformats.org/drawingml/2006/main" x="1828800" y="4924425"/>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30AA3E3-EE17-4AF3-B736-5E19C5C79B44}"/>
              </a:ext>
            </a:extLst>
          </p:cNvPr>
          <p:cNvSpPr>
            <a:spLocks xmlns:a="http://schemas.openxmlformats.org/drawingml/2006/main" noGrp="1"/>
          </p:cNvSpPr>
          <p:nvPr/>
        </p:nvSpPr>
        <p:spPr>
          <a:xfrm xmlns:a="http://schemas.openxmlformats.org/drawingml/2006/main" rot="0">
            <a:off x="1828800"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0FF24C7-9E78-4980-8BC2-4720024E3F0A}"/>
              </a:ext>
            </a:extLst>
          </p:cNvPr>
          <p:cNvSpPr>
            <a:spLocks xmlns:a="http://schemas.openxmlformats.org/drawingml/2006/main" noGrp="1"/>
          </p:cNvSpPr>
          <p:nvPr/>
        </p:nvSpPr>
        <p:spPr>
          <a:xfrm xmlns:a="http://schemas.openxmlformats.org/drawingml/2006/main" rot="5400000">
            <a:off x="16278225"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43D67B2-835C-4FC3-8033-83CEFA4875AD}"/>
              </a:ext>
            </a:extLst>
          </p:cNvPr>
          <p:cNvSpPr>
            <a:spLocks xmlns:a="http://schemas.openxmlformats.org/drawingml/2006/main" noGrp="1"/>
          </p:cNvSpPr>
          <p:nvPr/>
        </p:nvSpPr>
        <p:spPr>
          <a:xfrm xmlns:a="http://schemas.openxmlformats.org/drawingml/2006/main" rot="10800000">
            <a:off x="16278225"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5B7E8F9-280A-41C5-B928-C436D893EB53}"/>
              </a:ext>
            </a:extLst>
          </p:cNvPr>
          <p:cNvSpPr>
            <a:spLocks xmlns:a="http://schemas.openxmlformats.org/drawingml/2006/main" noGrp="1"/>
          </p:cNvSpPr>
          <p:nvPr/>
        </p:nvSpPr>
        <p:spPr>
          <a:xfrm xmlns:a="http://schemas.openxmlformats.org/drawingml/2006/main" rot="16200000">
            <a:off x="1828800"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1A0FCF8-E062-4057-AEDA-8BD13AC8BDB7}"/>
              </a:ext>
            </a:extLst>
          </p:cNvPr>
          <p:cNvSpPr>
            <a:spLocks xmlns:a="http://schemas.openxmlformats.org/drawingml/2006/main" noGrp="1"/>
          </p:cNvSpPr>
          <p:nvPr/>
        </p:nvSpPr>
        <p:spPr>
          <a:xfrm xmlns:a="http://schemas.openxmlformats.org/drawingml/2006/main">
            <a:off x="1828800" y="3829050"/>
            <a:ext cx="14639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353975380"/>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3D3D56C1-F011-45A2-BF60-6A56718B5FB4}"/>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886EDE10-2293-4B18-BFBF-B767FBF5F68B}"/>
              </a:ext>
            </a:extLst>
          </p:cNvPr>
          <p:cNvPicPr>
            <a:picLocks xmlns:a="http://schemas.openxmlformats.org/drawingml/2006/main" noChangeAspect="1"/>
          </p:cNvPicPr>
          <p:nvPr/>
        </p:nvPicPr>
        <p:blipFill>
          <a:blip xmlns:r="http://schemas.openxmlformats.org/officeDocument/2006/relationships" xmlns:a="http://schemas.openxmlformats.org/drawingml/2006/main" r:embed="R5afb7a14df95408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4114F6-917A-46A7-A9C9-EB931672A9B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242C1D-9AB5-4503-8044-A93255D3B43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D8E12D3-E825-4120-97EF-6D2BF8E7EF4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2CAE20-D2B3-43D1-B023-D5F8AA41190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1BC29EE-E7E4-42B5-A147-74AD0C96A8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A3310F3-E8FD-4C65-9E58-C98182A102B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sp>
        <p:nvSpPr>
          <p:cNvPr id="10" name="text">
            <a:extLst xmlns:a="http://schemas.openxmlformats.org/drawingml/2006/main">
              <a:ext uri="{FF2B5EF4-FFF2-40B4-BE49-F238E27FC236}">
                <a16:creationId xmlns:a16="http://schemas.microsoft.com/office/drawing/2014/main" id="{7DBD094A-F6C4-4C5F-BBB2-F8A6F47A25CE}"/>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88A07716-2B82-4C0A-BE34-7EEFE4A4DBEB}"/>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6DC4A9AF-F609-4025-ACA4-926DACCB8D78}"/>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CF42AFA1-3549-4669-B60E-AA0D93A2706A}"/>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E75B2ED8-58DD-4908-8BBE-68AC4352CC40}"/>
              </a:ext>
            </a:extLst>
          </p:cNvPr>
          <p:cNvPicPr>
            <a:picLocks xmlns:a="http://schemas.openxmlformats.org/drawingml/2006/main" noChangeAspect="1"/>
          </p:cNvPicPr>
          <p:nvPr/>
        </p:nvPicPr>
        <p:blipFill>
          <a:blip xmlns:r="http://schemas.openxmlformats.org/officeDocument/2006/relationships" xmlns:a="http://schemas.openxmlformats.org/drawingml/2006/main" r:embed="Rda66021ca7544197"/>
          <a:srcRect xmlns:a="http://schemas.openxmlformats.org/drawingml/2006/main" l="0" t="12058" r="0" b="62219"/>
          <a:stretch xmlns:a="http://schemas.openxmlformats.org/drawingml/2006/main"/>
        </p:blipFill>
        <p:spPr>
          <a:xfrm xmlns:a="http://schemas.openxmlformats.org/drawingml/2006/main">
            <a:off x="6191250" y="5222153"/>
            <a:ext cx="5827568" cy="461818"/>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A99E2D8-29C2-4D7F-911F-CE546C100E22}"/>
              </a:ext>
            </a:extLst>
          </p:cNvPr>
          <p:cNvPicPr>
            <a:picLocks xmlns:a="http://schemas.openxmlformats.org/drawingml/2006/main" noChangeAspect="1"/>
          </p:cNvPicPr>
          <p:nvPr/>
        </p:nvPicPr>
        <p:blipFill>
          <a:blip xmlns:r="http://schemas.openxmlformats.org/officeDocument/2006/relationships" xmlns:a="http://schemas.openxmlformats.org/drawingml/2006/main" r:embed="R7aec5ae2bfbf44f6"/>
          <a:srcRect xmlns:a="http://schemas.openxmlformats.org/drawingml/2006/main" l="0" t="44212" r="0" b="31672"/>
          <a:stretch xmlns:a="http://schemas.openxmlformats.org/drawingml/2006/main"/>
        </p:blipFill>
        <p:spPr>
          <a:xfrm xmlns:a="http://schemas.openxmlformats.org/drawingml/2006/main">
            <a:off x="6191250" y="6160510"/>
            <a:ext cx="5827568" cy="43295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DD9228EB-0E3A-4206-BC14-37F302E58590}"/>
              </a:ext>
            </a:extLst>
          </p:cNvPr>
          <p:cNvPicPr>
            <a:picLocks xmlns:a="http://schemas.openxmlformats.org/drawingml/2006/main" noChangeAspect="1"/>
          </p:cNvPicPr>
          <p:nvPr/>
        </p:nvPicPr>
        <p:blipFill>
          <a:blip xmlns:r="http://schemas.openxmlformats.org/officeDocument/2006/relationships" xmlns:a="http://schemas.openxmlformats.org/drawingml/2006/main" r:embed="Rb552f6a1f01e4db2"/>
          <a:srcRect xmlns:a="http://schemas.openxmlformats.org/drawingml/2006/main" l="0" t="72347" r="0" b="1125"/>
          <a:stretch xmlns:a="http://schemas.openxmlformats.org/drawingml/2006/main"/>
        </p:blipFill>
        <p:spPr>
          <a:xfrm xmlns:a="http://schemas.openxmlformats.org/drawingml/2006/main">
            <a:off x="6191250" y="7062788"/>
            <a:ext cx="5827568" cy="476250"/>
          </a:xfrm>
          <a:prstGeom xmlns:a="http://schemas.openxmlformats.org/drawingml/2006/main" prst="rect">
            <a:avLst/>
          </a:prstGeom>
        </p:spPr>
      </p:pic>
    </p:spTree>
    <p:extLst>
      <p:ext uri="{BB962C8B-B14F-4D97-AF65-F5344CB8AC3E}">
        <p14:creationId xmlns:p14="http://schemas.microsoft.com/office/powerpoint/2010/main" val="211605354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4F117CE3-7D5E-45D8-B65E-ACFDA42312BD}"/>
              </a:ext>
            </a:extLst>
          </p:cNvPr>
          <p:cNvPicPr>
            <a:picLocks xmlns:a="http://schemas.openxmlformats.org/drawingml/2006/main" noChangeAspect="1"/>
          </p:cNvPicPr>
          <p:nvPr/>
        </p:nvPicPr>
        <p:blipFill>
          <a:blip xmlns:r="http://schemas.openxmlformats.org/officeDocument/2006/relationships" xmlns:a="http://schemas.openxmlformats.org/drawingml/2006/main" r:embed="Rea180978d96147d7"/>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B9850AA-2121-4F8D-800C-E7B3DF93B50E}"/>
              </a:ext>
            </a:extLst>
          </p:cNvPr>
          <p:cNvPicPr>
            <a:picLocks xmlns:a="http://schemas.openxmlformats.org/drawingml/2006/main" noChangeAspect="1"/>
          </p:cNvPicPr>
          <p:nvPr/>
        </p:nvPicPr>
        <p:blipFill>
          <a:blip xmlns:r="http://schemas.openxmlformats.org/officeDocument/2006/relationships" xmlns:a="http://schemas.openxmlformats.org/drawingml/2006/main" r:embed="R84d9d6f65382488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D9B283-D7ED-44C2-9AEC-A505D76E6F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12DABD-595F-44AB-A430-0126999EA3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54AE695-0914-40E1-A35A-63B5205701E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DC6C419-48C2-4FE1-8C3F-1AA4F1B6F8C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03FC94E-1708-483D-AD28-25C9BD5F34DE}"/>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sp>
        <p:nvSpPr>
          <p:cNvPr id="8" name="text">
            <a:extLst xmlns:a="http://schemas.openxmlformats.org/drawingml/2006/main">
              <a:ext uri="{FF2B5EF4-FFF2-40B4-BE49-F238E27FC236}">
                <a16:creationId xmlns:a16="http://schemas.microsoft.com/office/drawing/2014/main" id="{C797A5BC-4FB5-4E16-9786-F7A6937A87A5}"/>
              </a:ext>
            </a:extLst>
          </p:cNvPr>
          <p:cNvSpPr>
            <a:spLocks xmlns:a="http://schemas.openxmlformats.org/drawingml/2006/main" noGrp="1"/>
          </p:cNvSpPr>
          <p:nvPr/>
        </p:nvSpPr>
        <p:spPr>
          <a:xfrm xmlns:a="http://schemas.openxmlformats.org/drawingml/2006/main">
            <a:off x="5715000" y="4143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6F4FB65C-85B2-49BE-AB71-0BB512DA80CA}"/>
              </a:ext>
            </a:extLst>
          </p:cNvPr>
          <p:cNvSpPr>
            <a:spLocks xmlns:a="http://schemas.openxmlformats.org/drawingml/2006/main" noGrp="1"/>
          </p:cNvSpPr>
          <p:nvPr/>
        </p:nvSpPr>
        <p:spPr>
          <a:xfrm xmlns:a="http://schemas.openxmlformats.org/drawingml/2006/main">
            <a:off x="5715000" y="4733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5914891E-B312-49FC-96AD-094B50EB65F2}"/>
              </a:ext>
            </a:extLst>
          </p:cNvPr>
          <p:cNvSpPr>
            <a:spLocks xmlns:a="http://schemas.openxmlformats.org/drawingml/2006/main" noGrp="1"/>
          </p:cNvSpPr>
          <p:nvPr/>
        </p:nvSpPr>
        <p:spPr>
          <a:xfrm xmlns:a="http://schemas.openxmlformats.org/drawingml/2006/main">
            <a:off x="5715000" y="58578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A48A0AB1-7E6B-4E60-B2FD-8A6DA9757251}"/>
              </a:ext>
            </a:extLst>
          </p:cNvPr>
          <p:cNvSpPr>
            <a:spLocks xmlns:a="http://schemas.openxmlformats.org/drawingml/2006/main" noGrp="1"/>
          </p:cNvSpPr>
          <p:nvPr/>
        </p:nvSpPr>
        <p:spPr>
          <a:xfrm xmlns:a="http://schemas.openxmlformats.org/drawingml/2006/main">
            <a:off x="5715000" y="64484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A1C56BCA-4EEF-4EF3-838E-061CFAC75181}"/>
              </a:ext>
            </a:extLst>
          </p:cNvPr>
          <p:cNvSpPr>
            <a:spLocks xmlns:a="http://schemas.openxmlformats.org/drawingml/2006/main" noGrp="1"/>
          </p:cNvSpPr>
          <p:nvPr/>
        </p:nvSpPr>
        <p:spPr>
          <a:xfrm xmlns:a="http://schemas.openxmlformats.org/drawingml/2006/main">
            <a:off x="5715000" y="7572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7831DE81-899B-459A-BDD3-F4800E2373D7}"/>
              </a:ext>
            </a:extLst>
          </p:cNvPr>
          <p:cNvSpPr>
            <a:spLocks xmlns:a="http://schemas.openxmlformats.org/drawingml/2006/main" noGrp="1"/>
          </p:cNvSpPr>
          <p:nvPr/>
        </p:nvSpPr>
        <p:spPr>
          <a:xfrm xmlns:a="http://schemas.openxmlformats.org/drawingml/2006/main">
            <a:off x="5715000" y="8162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알려진 </a:t>
            </a:r>
            <a:r>
              <a:rPr sz="2250">
                <a:solidFill>
                  <a:srgbClr val="EEEEEE"/>
                </a:solidFill>
                <a:latin typeface="Pretendard"/>
                <a:ea typeface="Pretendard"/>
                <a:cs typeface="Pretendard"/>
              </a:rPr>
              <a:t>Δ</a:t>
            </a:r>
            <a:r>
              <a:rPr sz="2250" i="1">
                <a:solidFill>
                  <a:srgbClr val="EEEEEE"/>
                </a:solidFill>
                <a:latin typeface="Pretendard"/>
                <a:ea typeface="Pretendard"/>
                <a:cs typeface="Pretendard"/>
              </a:rPr>
              <a:t>H</a:t>
            </a:r>
            <a:r>
              <a:rPr sz="2250">
                <a:solidFill>
                  <a:srgbClr val="EEEEEE"/>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BD6D491F-37D4-43BA-A285-F2A1F8342D5D}"/>
              </a:ext>
            </a:extLst>
          </p:cNvPr>
          <p:cNvPicPr>
            <a:picLocks xmlns:a="http://schemas.openxmlformats.org/drawingml/2006/main" noChangeAspect="1"/>
          </p:cNvPicPr>
          <p:nvPr/>
        </p:nvPicPr>
        <p:blipFill>
          <a:blip xmlns:r="http://schemas.openxmlformats.org/officeDocument/2006/relationships" xmlns:a="http://schemas.openxmlformats.org/drawingml/2006/main" r:embed="R605985451056416d"/>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AD65F455-D52F-47D5-960D-8BFBA5A9B2D0}"/>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00C69970-066A-419E-B356-269E87EBDA3C}"/>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D955C40-B05C-4E56-B4CF-555F61BA2538}"/>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44EE54DF-84CA-4C58-AF4B-FD664F34679D}"/>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DF6C888D-E005-4FDC-A9D5-D842DEDA2FCD}"/>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F578BAB-65F7-4A73-AF42-CCA05430D646}"/>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59BC836-D44B-462A-B8FE-6EDDF64DD285}"/>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0347853D-A2B0-48B4-B33A-93D4C0F5E495}"/>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555F0CD4-94F8-42B6-8C68-8EC7457D248D}"/>
              </a:ext>
            </a:extLst>
          </p:cNvPr>
          <p:cNvPicPr>
            <a:picLocks xmlns:a="http://schemas.openxmlformats.org/drawingml/2006/main" noChangeAspect="1"/>
          </p:cNvPicPr>
          <p:nvPr/>
        </p:nvPicPr>
        <p:blipFill>
          <a:blip xmlns:r="http://schemas.openxmlformats.org/officeDocument/2006/relationships" xmlns:a="http://schemas.openxmlformats.org/drawingml/2006/main" r:embed="Recc6cfca6e5b43ec"/>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
        <p:nvSpPr>
          <p:cNvPr id="26" name="칠판 내용 구분선">
            <a:extLst xmlns:a="http://schemas.openxmlformats.org/drawingml/2006/main">
              <a:ext uri="{FF2B5EF4-FFF2-40B4-BE49-F238E27FC236}">
                <a16:creationId xmlns:a16="http://schemas.microsoft.com/office/drawing/2014/main" id="{3BAC944E-D2B2-446C-9612-40E1152B5165}"/>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7" name="칠판 내용 구분선">
            <a:extLst xmlns:a="http://schemas.openxmlformats.org/drawingml/2006/main">
              <a:ext uri="{FF2B5EF4-FFF2-40B4-BE49-F238E27FC236}">
                <a16:creationId xmlns:a16="http://schemas.microsoft.com/office/drawing/2014/main" id="{86F994F0-2199-4157-845B-05F0FB84A6FF}"/>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505705264"/>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812352E4-AB23-457B-A458-84CF71E81FF5}"/>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9E6A57BC-487F-4F0B-8E78-EDD4F93817F9}"/>
              </a:ext>
            </a:extLst>
          </p:cNvPr>
          <p:cNvPicPr>
            <a:picLocks xmlns:a="http://schemas.openxmlformats.org/drawingml/2006/main" noChangeAspect="1"/>
          </p:cNvPicPr>
          <p:nvPr/>
        </p:nvPicPr>
        <p:blipFill>
          <a:blip xmlns:r="http://schemas.openxmlformats.org/officeDocument/2006/relationships" xmlns:a="http://schemas.openxmlformats.org/drawingml/2006/main" r:embed="R4b36307857154ec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EBB356-AE4A-4C2D-9E5E-D20F4364C7B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794D1F-F981-4A2A-A97A-B6AEE6E8C75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8260AEE-6B6B-4DFF-AEAA-C9C27E08425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B86A28F3-3030-4978-A326-27E3D25A4EB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651C1B29-BBAC-4242-B28E-2F87D5FBD9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C6FBB3DD-59E4-4E8D-8469-ADBF8590E975}"/>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7F611E9B-FFC4-4BC1-B9F0-2E4862E4E2A1}"/>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2C45BE16-592C-40A8-AF50-39D89CFE6768}"/>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336AF79B-F04D-49C6-992F-83B91ABEDA23}"/>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1E50F5F8-8B49-48EB-A691-FA6E72D59E6E}"/>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A414CE6D-FBCB-48A9-8D15-2F30024D27F1}"/>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2042A105-338C-470A-9BE7-E09248B57714}"/>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CE776F67-D7FF-4737-B11C-5FB178365133}"/>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BFF313F7-D8CB-4FBE-AEAA-E3C6FE6935B2}"/>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40631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2026-10-29T05:50:09.3230000Z</dcterms:created>
  <dcterms:modified xsi:type="dcterms:W3CDTF">2026-10-29T05:50:09.3230000Z</dcterms:modified>
</coreProperties>
</file>