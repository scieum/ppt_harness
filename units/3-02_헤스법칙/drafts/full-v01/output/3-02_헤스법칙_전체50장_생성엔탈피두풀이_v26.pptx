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9a210502d24757" /><Relationship Type="http://schemas.openxmlformats.org/officeDocument/2006/relationships/extended-properties" Target="/docProps/app.xml" Id="Rf232f531af384702" /><Relationship Type="http://schemas.openxmlformats.org/officeDocument/2006/relationships/officeDocument" Target="/ppt/presentation.xml" Id="R6b1f54e8c595434b" /></Relationships>
</file>

<file path=ppt/presentation.xml><?xml version="1.0" encoding="utf-8"?>
<p:presentation xmlns:p="http://schemas.openxmlformats.org/presentationml/2006/main">
  <p:sldMasterIdLst>
    <p:sldMasterId xmlns:r="http://schemas.openxmlformats.org/officeDocument/2006/relationships" id="2147483648" r:id="Reb2159cf31544a1b"/>
  </p:sldMasterIdLst>
  <p:notesMasterIdLst>
    <p:notesMasterId xmlns:r="http://schemas.openxmlformats.org/officeDocument/2006/relationships" r:id="R25057fac8f3147a9"/>
  </p:notesMasterIdLst>
  <p:sldIdLst>
    <p:sldId xmlns:r="http://schemas.openxmlformats.org/officeDocument/2006/relationships" id="256" r:id="R148a003d691b44a4"/>
    <p:sldId xmlns:r="http://schemas.openxmlformats.org/officeDocument/2006/relationships" id="257" r:id="R235c54b9cca14da3"/>
    <p:sldId xmlns:r="http://schemas.openxmlformats.org/officeDocument/2006/relationships" id="258" r:id="Rae60d63ab31141b1"/>
    <p:sldId xmlns:r="http://schemas.openxmlformats.org/officeDocument/2006/relationships" id="259" r:id="R2cadcf183f8c4791"/>
    <p:sldId xmlns:r="http://schemas.openxmlformats.org/officeDocument/2006/relationships" id="260" r:id="Ra32e3c74d00d465b"/>
    <p:sldId xmlns:r="http://schemas.openxmlformats.org/officeDocument/2006/relationships" id="261" r:id="Rcc17442b06ba491e"/>
    <p:sldId xmlns:r="http://schemas.openxmlformats.org/officeDocument/2006/relationships" id="262" r:id="R65ce9e0c1e47407f"/>
    <p:sldId xmlns:r="http://schemas.openxmlformats.org/officeDocument/2006/relationships" id="263" r:id="Rfff951d5f3c94509"/>
    <p:sldId xmlns:r="http://schemas.openxmlformats.org/officeDocument/2006/relationships" id="264" r:id="Rf863b2dde5d44d5f"/>
    <p:sldId xmlns:r="http://schemas.openxmlformats.org/officeDocument/2006/relationships" id="265" r:id="R95ae9074567c4591"/>
    <p:sldId xmlns:r="http://schemas.openxmlformats.org/officeDocument/2006/relationships" id="266" r:id="R4365fa63e66d466f"/>
    <p:sldId xmlns:r="http://schemas.openxmlformats.org/officeDocument/2006/relationships" id="267" r:id="R89399afb0a094c57"/>
    <p:sldId xmlns:r="http://schemas.openxmlformats.org/officeDocument/2006/relationships" id="268" r:id="Rdfca2cd668604cd6"/>
    <p:sldId xmlns:r="http://schemas.openxmlformats.org/officeDocument/2006/relationships" id="269" r:id="R3a787385f22046bb"/>
    <p:sldId xmlns:r="http://schemas.openxmlformats.org/officeDocument/2006/relationships" id="270" r:id="R1e94aba1319f4a6e"/>
    <p:sldId xmlns:r="http://schemas.openxmlformats.org/officeDocument/2006/relationships" id="271" r:id="R2ed370c195bb4ef2"/>
    <p:sldId xmlns:r="http://schemas.openxmlformats.org/officeDocument/2006/relationships" id="272" r:id="R42ffc56e4f34438f"/>
    <p:sldId xmlns:r="http://schemas.openxmlformats.org/officeDocument/2006/relationships" id="273" r:id="R2d60cf0a78094f24"/>
    <p:sldId xmlns:r="http://schemas.openxmlformats.org/officeDocument/2006/relationships" id="274" r:id="Rd43eae7ed0d84cd6"/>
    <p:sldId xmlns:r="http://schemas.openxmlformats.org/officeDocument/2006/relationships" id="275" r:id="R5c4d16a53e1744d9"/>
    <p:sldId xmlns:r="http://schemas.openxmlformats.org/officeDocument/2006/relationships" id="276" r:id="R9790d2bf7611403a"/>
    <p:sldId xmlns:r="http://schemas.openxmlformats.org/officeDocument/2006/relationships" id="277" r:id="R22472714197247e1"/>
    <p:sldId xmlns:r="http://schemas.openxmlformats.org/officeDocument/2006/relationships" id="278" r:id="R70f57863998c4b85"/>
    <p:sldId xmlns:r="http://schemas.openxmlformats.org/officeDocument/2006/relationships" id="279" r:id="Rf89e4b638e1c4db3"/>
    <p:sldId xmlns:r="http://schemas.openxmlformats.org/officeDocument/2006/relationships" id="280" r:id="Rc0021be09a6f4e88"/>
    <p:sldId xmlns:r="http://schemas.openxmlformats.org/officeDocument/2006/relationships" id="281" r:id="R4b880a8796fa4946"/>
    <p:sldId xmlns:r="http://schemas.openxmlformats.org/officeDocument/2006/relationships" id="282" r:id="R17777d2212814e6e"/>
    <p:sldId xmlns:r="http://schemas.openxmlformats.org/officeDocument/2006/relationships" id="283" r:id="Rb48c81f558874382"/>
    <p:sldId xmlns:r="http://schemas.openxmlformats.org/officeDocument/2006/relationships" id="284" r:id="R6424cc3775374ed5"/>
    <p:sldId xmlns:r="http://schemas.openxmlformats.org/officeDocument/2006/relationships" id="285" r:id="Rc3421a640db74713"/>
    <p:sldId xmlns:r="http://schemas.openxmlformats.org/officeDocument/2006/relationships" id="286" r:id="Re3850f83a8264114"/>
    <p:sldId xmlns:r="http://schemas.openxmlformats.org/officeDocument/2006/relationships" id="287" r:id="R9903ccfa09684b82"/>
    <p:sldId xmlns:r="http://schemas.openxmlformats.org/officeDocument/2006/relationships" id="288" r:id="R735f7366d11a46cf"/>
    <p:sldId xmlns:r="http://schemas.openxmlformats.org/officeDocument/2006/relationships" id="289" r:id="Rae2a61378e2a4a4b"/>
    <p:sldId xmlns:r="http://schemas.openxmlformats.org/officeDocument/2006/relationships" id="290" r:id="Ra6a1a67a698847e2"/>
    <p:sldId xmlns:r="http://schemas.openxmlformats.org/officeDocument/2006/relationships" id="291" r:id="R9848de44314247c0"/>
    <p:sldId xmlns:r="http://schemas.openxmlformats.org/officeDocument/2006/relationships" id="292" r:id="R9135411d6e334fe8"/>
    <p:sldId xmlns:r="http://schemas.openxmlformats.org/officeDocument/2006/relationships" id="293" r:id="Ra8fc4f4828b34568"/>
    <p:sldId xmlns:r="http://schemas.openxmlformats.org/officeDocument/2006/relationships" id="294" r:id="R90fc3ceb10874adf"/>
    <p:sldId xmlns:r="http://schemas.openxmlformats.org/officeDocument/2006/relationships" id="295" r:id="R5ddaa02732b942d9"/>
    <p:sldId xmlns:r="http://schemas.openxmlformats.org/officeDocument/2006/relationships" id="296" r:id="R58cee45927344e6f"/>
    <p:sldId xmlns:r="http://schemas.openxmlformats.org/officeDocument/2006/relationships" id="297" r:id="Rf3f0e609127f4776"/>
    <p:sldId xmlns:r="http://schemas.openxmlformats.org/officeDocument/2006/relationships" id="298" r:id="R74f1651aef5d4709"/>
    <p:sldId xmlns:r="http://schemas.openxmlformats.org/officeDocument/2006/relationships" id="299" r:id="Rfae539675a554356"/>
    <p:sldId xmlns:r="http://schemas.openxmlformats.org/officeDocument/2006/relationships" id="300" r:id="R8323f436fac64c5f"/>
    <p:sldId xmlns:r="http://schemas.openxmlformats.org/officeDocument/2006/relationships" id="301" r:id="Rb62f0c66178f4657"/>
    <p:sldId xmlns:r="http://schemas.openxmlformats.org/officeDocument/2006/relationships" id="302" r:id="R6d502f13495f4229"/>
    <p:sldId xmlns:r="http://schemas.openxmlformats.org/officeDocument/2006/relationships" id="303" r:id="R9b2b7b46c86f4d1d"/>
    <p:sldId xmlns:r="http://schemas.openxmlformats.org/officeDocument/2006/relationships" id="304" r:id="Rb3f0fa1f89f34494"/>
    <p:sldId xmlns:r="http://schemas.openxmlformats.org/officeDocument/2006/relationships" id="305" r:id="R6804012daafa4692"/>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d15269b32d4847" /><Relationship Type="http://schemas.openxmlformats.org/officeDocument/2006/relationships/slideMaster" Target="/ppt/slideMasters/slideMaster1.xml" Id="Reb2159cf31544a1b" /><Relationship Type="http://schemas.openxmlformats.org/officeDocument/2006/relationships/notesMaster" Target="/ppt/notesMasters/notesMaster1.xml" Id="R25057fac8f3147a9" /><Relationship Type="http://schemas.openxmlformats.org/officeDocument/2006/relationships/presProps" Target="/ppt/presProps.xml" Id="Rb72ade300add4b07" /><Relationship Type="http://schemas.openxmlformats.org/officeDocument/2006/relationships/tableStyles" Target="/ppt/tableStyles.xml" Id="Rd6d798c6d13e4fe9" /><Relationship Type="http://schemas.openxmlformats.org/officeDocument/2006/relationships/slide" Target="/ppt/slides/slide1.xml" Id="R148a003d691b44a4" /><Relationship Type="http://schemas.openxmlformats.org/officeDocument/2006/relationships/slide" Target="/ppt/slides/slide2.xml" Id="R235c54b9cca14da3" /><Relationship Type="http://schemas.openxmlformats.org/officeDocument/2006/relationships/slide" Target="/ppt/slides/slide3.xml" Id="Rae60d63ab31141b1" /><Relationship Type="http://schemas.openxmlformats.org/officeDocument/2006/relationships/slide" Target="/ppt/slides/slide4.xml" Id="R2cadcf183f8c4791" /><Relationship Type="http://schemas.openxmlformats.org/officeDocument/2006/relationships/slide" Target="/ppt/slides/slide5.xml" Id="Ra32e3c74d00d465b" /><Relationship Type="http://schemas.openxmlformats.org/officeDocument/2006/relationships/slide" Target="/ppt/slides/slide6.xml" Id="Rcc17442b06ba491e" /><Relationship Type="http://schemas.openxmlformats.org/officeDocument/2006/relationships/slide" Target="/ppt/slides/slide7.xml" Id="R65ce9e0c1e47407f" /><Relationship Type="http://schemas.openxmlformats.org/officeDocument/2006/relationships/slide" Target="/ppt/slides/slide8.xml" Id="Rfff951d5f3c94509" /><Relationship Type="http://schemas.openxmlformats.org/officeDocument/2006/relationships/slide" Target="/ppt/slides/slide9.xml" Id="Rf863b2dde5d44d5f" /><Relationship Type="http://schemas.openxmlformats.org/officeDocument/2006/relationships/slide" Target="/ppt/slides/slide10.xml" Id="R95ae9074567c4591" /><Relationship Type="http://schemas.openxmlformats.org/officeDocument/2006/relationships/slide" Target="/ppt/slides/slide11.xml" Id="R4365fa63e66d466f" /><Relationship Type="http://schemas.openxmlformats.org/officeDocument/2006/relationships/slide" Target="/ppt/slides/slide12.xml" Id="R89399afb0a094c57" /><Relationship Type="http://schemas.openxmlformats.org/officeDocument/2006/relationships/slide" Target="/ppt/slides/slide13.xml" Id="Rdfca2cd668604cd6" /><Relationship Type="http://schemas.openxmlformats.org/officeDocument/2006/relationships/slide" Target="/ppt/slides/slide14.xml" Id="R3a787385f22046bb" /><Relationship Type="http://schemas.openxmlformats.org/officeDocument/2006/relationships/slide" Target="/ppt/slides/slide15.xml" Id="R1e94aba1319f4a6e" /><Relationship Type="http://schemas.openxmlformats.org/officeDocument/2006/relationships/slide" Target="/ppt/slides/slide16.xml" Id="R2ed370c195bb4ef2" /><Relationship Type="http://schemas.openxmlformats.org/officeDocument/2006/relationships/slide" Target="/ppt/slides/slide17.xml" Id="R42ffc56e4f34438f" /><Relationship Type="http://schemas.openxmlformats.org/officeDocument/2006/relationships/slide" Target="/ppt/slides/slide18.xml" Id="R2d60cf0a78094f24" /><Relationship Type="http://schemas.openxmlformats.org/officeDocument/2006/relationships/slide" Target="/ppt/slides/slide19.xml" Id="Rd43eae7ed0d84cd6" /><Relationship Type="http://schemas.openxmlformats.org/officeDocument/2006/relationships/slide" Target="/ppt/slides/slide20.xml" Id="R5c4d16a53e1744d9" /><Relationship Type="http://schemas.openxmlformats.org/officeDocument/2006/relationships/slide" Target="/ppt/slides/slide21.xml" Id="R9790d2bf7611403a" /><Relationship Type="http://schemas.openxmlformats.org/officeDocument/2006/relationships/slide" Target="/ppt/slides/slide22.xml" Id="R22472714197247e1" /><Relationship Type="http://schemas.openxmlformats.org/officeDocument/2006/relationships/slide" Target="/ppt/slides/slide23.xml" Id="R70f57863998c4b85" /><Relationship Type="http://schemas.openxmlformats.org/officeDocument/2006/relationships/slide" Target="/ppt/slides/slide24.xml" Id="Rf89e4b638e1c4db3" /><Relationship Type="http://schemas.openxmlformats.org/officeDocument/2006/relationships/slide" Target="/ppt/slides/slide25.xml" Id="Rc0021be09a6f4e88" /><Relationship Type="http://schemas.openxmlformats.org/officeDocument/2006/relationships/slide" Target="/ppt/slides/slide26.xml" Id="R4b880a8796fa4946" /><Relationship Type="http://schemas.openxmlformats.org/officeDocument/2006/relationships/slide" Target="/ppt/slides/slide27.xml" Id="R17777d2212814e6e" /><Relationship Type="http://schemas.openxmlformats.org/officeDocument/2006/relationships/slide" Target="/ppt/slides/slide28.xml" Id="Rb48c81f558874382" /><Relationship Type="http://schemas.openxmlformats.org/officeDocument/2006/relationships/slide" Target="/ppt/slides/slide29.xml" Id="R6424cc3775374ed5" /><Relationship Type="http://schemas.openxmlformats.org/officeDocument/2006/relationships/slide" Target="/ppt/slides/slide30.xml" Id="Rc3421a640db74713" /><Relationship Type="http://schemas.openxmlformats.org/officeDocument/2006/relationships/slide" Target="/ppt/slides/slide31.xml" Id="Re3850f83a8264114" /><Relationship Type="http://schemas.openxmlformats.org/officeDocument/2006/relationships/slide" Target="/ppt/slides/slide32.xml" Id="R9903ccfa09684b82" /><Relationship Type="http://schemas.openxmlformats.org/officeDocument/2006/relationships/slide" Target="/ppt/slides/slide33.xml" Id="R735f7366d11a46cf" /><Relationship Type="http://schemas.openxmlformats.org/officeDocument/2006/relationships/slide" Target="/ppt/slides/slide34.xml" Id="Rae2a61378e2a4a4b" /><Relationship Type="http://schemas.openxmlformats.org/officeDocument/2006/relationships/slide" Target="/ppt/slides/slide35.xml" Id="Ra6a1a67a698847e2" /><Relationship Type="http://schemas.openxmlformats.org/officeDocument/2006/relationships/slide" Target="/ppt/slides/slide36.xml" Id="R9848de44314247c0" /><Relationship Type="http://schemas.openxmlformats.org/officeDocument/2006/relationships/slide" Target="/ppt/slides/slide37.xml" Id="R9135411d6e334fe8" /><Relationship Type="http://schemas.openxmlformats.org/officeDocument/2006/relationships/slide" Target="/ppt/slides/slide38.xml" Id="Ra8fc4f4828b34568" /><Relationship Type="http://schemas.openxmlformats.org/officeDocument/2006/relationships/slide" Target="/ppt/slides/slide39.xml" Id="R90fc3ceb10874adf" /><Relationship Type="http://schemas.openxmlformats.org/officeDocument/2006/relationships/slide" Target="/ppt/slides/slide40.xml" Id="R5ddaa02732b942d9" /><Relationship Type="http://schemas.openxmlformats.org/officeDocument/2006/relationships/slide" Target="/ppt/slides/slide41.xml" Id="R58cee45927344e6f" /><Relationship Type="http://schemas.openxmlformats.org/officeDocument/2006/relationships/slide" Target="/ppt/slides/slide42.xml" Id="Rf3f0e609127f4776" /><Relationship Type="http://schemas.openxmlformats.org/officeDocument/2006/relationships/slide" Target="/ppt/slides/slide43.xml" Id="R74f1651aef5d4709" /><Relationship Type="http://schemas.openxmlformats.org/officeDocument/2006/relationships/slide" Target="/ppt/slides/slide44.xml" Id="Rfae539675a554356" /><Relationship Type="http://schemas.openxmlformats.org/officeDocument/2006/relationships/slide" Target="/ppt/slides/slide45.xml" Id="R8323f436fac64c5f" /><Relationship Type="http://schemas.openxmlformats.org/officeDocument/2006/relationships/slide" Target="/ppt/slides/slide46.xml" Id="Rb62f0c66178f4657" /><Relationship Type="http://schemas.openxmlformats.org/officeDocument/2006/relationships/slide" Target="/ppt/slides/slide47.xml" Id="R6d502f13495f4229" /><Relationship Type="http://schemas.openxmlformats.org/officeDocument/2006/relationships/slide" Target="/ppt/slides/slide48.xml" Id="R9b2b7b46c86f4d1d" /><Relationship Type="http://schemas.openxmlformats.org/officeDocument/2006/relationships/slide" Target="/ppt/slides/slide49.xml" Id="Rb3f0fa1f89f34494" /><Relationship Type="http://schemas.openxmlformats.org/officeDocument/2006/relationships/slide" Target="/ppt/slides/slide50.xml" Id="R6804012daafa46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4ec3362e5d41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108c4d5f414db3" /><Relationship Type="http://schemas.openxmlformats.org/officeDocument/2006/relationships/notesMaster" Target="/ppt/notesMasters/notesMaster1.xml" Id="Rcda5c6ff06554a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54a301fdab49ab" /><Relationship Type="http://schemas.openxmlformats.org/officeDocument/2006/relationships/notesMaster" Target="/ppt/notesMasters/notesMaster1.xml" Id="R849a597af21e41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d0de37451347c4" /><Relationship Type="http://schemas.openxmlformats.org/officeDocument/2006/relationships/notesMaster" Target="/ppt/notesMasters/notesMaster1.xml" Id="R6ae8ab5e936844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3fcb9d8b5241b4" /><Relationship Type="http://schemas.openxmlformats.org/officeDocument/2006/relationships/notesMaster" Target="/ppt/notesMasters/notesMaster1.xml" Id="Re83e12c4c5874f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d2d9b870094516" /><Relationship Type="http://schemas.openxmlformats.org/officeDocument/2006/relationships/notesMaster" Target="/ppt/notesMasters/notesMaster1.xml" Id="R80bdc31237c644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a953eef5e944d5" /><Relationship Type="http://schemas.openxmlformats.org/officeDocument/2006/relationships/notesMaster" Target="/ppt/notesMasters/notesMaster1.xml" Id="Rbb3a78a9ffa84c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e888b7f3f64f8d" /><Relationship Type="http://schemas.openxmlformats.org/officeDocument/2006/relationships/notesMaster" Target="/ppt/notesMasters/notesMaster1.xml" Id="R52732c1c5b8148c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c83e65ab944c07" /><Relationship Type="http://schemas.openxmlformats.org/officeDocument/2006/relationships/notesMaster" Target="/ppt/notesMasters/notesMaster1.xml" Id="R37a99af4fb814f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9fce7ce385460b" /><Relationship Type="http://schemas.openxmlformats.org/officeDocument/2006/relationships/notesMaster" Target="/ppt/notesMasters/notesMaster1.xml" Id="Rf8c33995b42545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cddf81a89148d4" /><Relationship Type="http://schemas.openxmlformats.org/officeDocument/2006/relationships/notesMaster" Target="/ppt/notesMasters/notesMaster1.xml" Id="R2348d5ee811544e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71474c61364553" /><Relationship Type="http://schemas.openxmlformats.org/officeDocument/2006/relationships/notesMaster" Target="/ppt/notesMasters/notesMaster1.xml" Id="R33b9fca7c9b5459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cb97c1af6e4952" /><Relationship Type="http://schemas.openxmlformats.org/officeDocument/2006/relationships/notesMaster" Target="/ppt/notesMasters/notesMaster1.xml" Id="R857bebae5b1046e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7cb3dc9537e46d7" /><Relationship Type="http://schemas.openxmlformats.org/officeDocument/2006/relationships/notesMaster" Target="/ppt/notesMasters/notesMaster1.xml" Id="Ra300849a4869434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222629d4643478c" /><Relationship Type="http://schemas.openxmlformats.org/officeDocument/2006/relationships/notesMaster" Target="/ppt/notesMasters/notesMaster1.xml" Id="R19227e85a33b499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39bd106480243f2" /><Relationship Type="http://schemas.openxmlformats.org/officeDocument/2006/relationships/notesMaster" Target="/ppt/notesMasters/notesMaster1.xml" Id="R3f9c8e657f4f482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f854e86d74c4f71" /><Relationship Type="http://schemas.openxmlformats.org/officeDocument/2006/relationships/notesMaster" Target="/ppt/notesMasters/notesMaster1.xml" Id="Rb37e7d1a59d1499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2e5cee2fd804c43" /><Relationship Type="http://schemas.openxmlformats.org/officeDocument/2006/relationships/notesMaster" Target="/ppt/notesMasters/notesMaster1.xml" Id="Rbde44a4f5c51491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971088b89204fba" /><Relationship Type="http://schemas.openxmlformats.org/officeDocument/2006/relationships/notesMaster" Target="/ppt/notesMasters/notesMaster1.xml" Id="R7e06d40fcb7841e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40f01b10c534e4d" /><Relationship Type="http://schemas.openxmlformats.org/officeDocument/2006/relationships/notesMaster" Target="/ppt/notesMasters/notesMaster1.xml" Id="R04e967e766444c7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842223041454e6d" /><Relationship Type="http://schemas.openxmlformats.org/officeDocument/2006/relationships/notesMaster" Target="/ppt/notesMasters/notesMaster1.xml" Id="R6e0c1fba5ccc457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b205a081f8a4b8a" /><Relationship Type="http://schemas.openxmlformats.org/officeDocument/2006/relationships/notesMaster" Target="/ppt/notesMasters/notesMaster1.xml" Id="Rc2b41b1e53a84df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6cf103523db44b0" /><Relationship Type="http://schemas.openxmlformats.org/officeDocument/2006/relationships/notesMaster" Target="/ppt/notesMasters/notesMaster1.xml" Id="Rc69060fcbf344ad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531ed23f1b94596" /><Relationship Type="http://schemas.openxmlformats.org/officeDocument/2006/relationships/notesMaster" Target="/ppt/notesMasters/notesMaster1.xml" Id="R339e8170d6854e8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4be7ce3b5cc4691" /><Relationship Type="http://schemas.openxmlformats.org/officeDocument/2006/relationships/notesMaster" Target="/ppt/notesMasters/notesMaster1.xml" Id="R68ac907073f3468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88c38a14a2e4b04" /><Relationship Type="http://schemas.openxmlformats.org/officeDocument/2006/relationships/notesMaster" Target="/ppt/notesMasters/notesMaster1.xml" Id="R45f27425e5274a9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ee8bbc4f0004cf0" /><Relationship Type="http://schemas.openxmlformats.org/officeDocument/2006/relationships/notesMaster" Target="/ppt/notesMasters/notesMaster1.xml" Id="Rca5782d40005428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7e94e21a42d4ef4" /><Relationship Type="http://schemas.openxmlformats.org/officeDocument/2006/relationships/notesMaster" Target="/ppt/notesMasters/notesMaster1.xml" Id="R2036c27916e345c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243c8474d03472d" /><Relationship Type="http://schemas.openxmlformats.org/officeDocument/2006/relationships/notesMaster" Target="/ppt/notesMasters/notesMaster1.xml" Id="Rb73de643be0449d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121edd1753c47aa" /><Relationship Type="http://schemas.openxmlformats.org/officeDocument/2006/relationships/notesMaster" Target="/ppt/notesMasters/notesMaster1.xml" Id="R653ebfa05ad24c2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15ab35a08bc44fa" /><Relationship Type="http://schemas.openxmlformats.org/officeDocument/2006/relationships/notesMaster" Target="/ppt/notesMasters/notesMaster1.xml" Id="R9a46cc356e83475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846d8d57d284523" /><Relationship Type="http://schemas.openxmlformats.org/officeDocument/2006/relationships/notesMaster" Target="/ppt/notesMasters/notesMaster1.xml" Id="R09e8f25c02de401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5691f8553c54804" /><Relationship Type="http://schemas.openxmlformats.org/officeDocument/2006/relationships/notesMaster" Target="/ppt/notesMasters/notesMaster1.xml" Id="Rad934b6537bc49f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ae6ffc7a26542c8" /><Relationship Type="http://schemas.openxmlformats.org/officeDocument/2006/relationships/notesMaster" Target="/ppt/notesMasters/notesMaster1.xml" Id="R1191f340b8ae425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43d1686dbb64573" /><Relationship Type="http://schemas.openxmlformats.org/officeDocument/2006/relationships/notesMaster" Target="/ppt/notesMasters/notesMaster1.xml" Id="Rae5d869216c14d8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d93cc70ed464e0d" /><Relationship Type="http://schemas.openxmlformats.org/officeDocument/2006/relationships/notesMaster" Target="/ppt/notesMasters/notesMaster1.xml" Id="R796200d4ca0c43f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4772ea3736c40b6" /><Relationship Type="http://schemas.openxmlformats.org/officeDocument/2006/relationships/notesMaster" Target="/ppt/notesMasters/notesMaster1.xml" Id="R7f6c6b1c4c36444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45735f156754c40" /><Relationship Type="http://schemas.openxmlformats.org/officeDocument/2006/relationships/notesMaster" Target="/ppt/notesMasters/notesMaster1.xml" Id="R72f222f54756423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eabeca2c7234a32" /><Relationship Type="http://schemas.openxmlformats.org/officeDocument/2006/relationships/notesMaster" Target="/ppt/notesMasters/notesMaster1.xml" Id="R256588fc7c2b473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c46ce0935434883" /><Relationship Type="http://schemas.openxmlformats.org/officeDocument/2006/relationships/notesMaster" Target="/ppt/notesMasters/notesMaster1.xml" Id="Re91ad3412ba246e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ada2ea027ec4125" /><Relationship Type="http://schemas.openxmlformats.org/officeDocument/2006/relationships/notesMaster" Target="/ppt/notesMasters/notesMaster1.xml" Id="R93edcc47aab84f4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db76cccac0b4edb" /><Relationship Type="http://schemas.openxmlformats.org/officeDocument/2006/relationships/notesMaster" Target="/ppt/notesMasters/notesMaster1.xml" Id="Rca2e0a6f7cb1461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93a157ff72d4d3d" /><Relationship Type="http://schemas.openxmlformats.org/officeDocument/2006/relationships/notesMaster" Target="/ppt/notesMasters/notesMaster1.xml" Id="R828ebdec2bad4ce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20ab8c8d7d64ea7" /><Relationship Type="http://schemas.openxmlformats.org/officeDocument/2006/relationships/notesMaster" Target="/ppt/notesMasters/notesMaster1.xml" Id="Re6ec49404c7e479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d5ab7ad750a43cd" /><Relationship Type="http://schemas.openxmlformats.org/officeDocument/2006/relationships/notesMaster" Target="/ppt/notesMasters/notesMaster1.xml" Id="R3d592e77916a418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7ed947b066047bf" /><Relationship Type="http://schemas.openxmlformats.org/officeDocument/2006/relationships/notesMaster" Target="/ppt/notesMasters/notesMaster1.xml" Id="R69a5cb5b105140d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e733c7a500e4167" /><Relationship Type="http://schemas.openxmlformats.org/officeDocument/2006/relationships/notesMaster" Target="/ppt/notesMasters/notesMaster1.xml" Id="R7d40e85f1c34444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1320d48ac50476d" /><Relationship Type="http://schemas.openxmlformats.org/officeDocument/2006/relationships/notesMaster" Target="/ppt/notesMasters/notesMaster1.xml" Id="Rc826f65493b44b7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7b24ccd05e44dbf" /><Relationship Type="http://schemas.openxmlformats.org/officeDocument/2006/relationships/notesMaster" Target="/ppt/notesMasters/notesMaster1.xml" Id="R569cd711104a467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a4927ea2ca541c0" /><Relationship Type="http://schemas.openxmlformats.org/officeDocument/2006/relationships/notesMaster" Target="/ppt/notesMasters/notesMaster1.xml" Id="R1d6aeaaf640c4e5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3d904bd2bb343d4" /><Relationship Type="http://schemas.openxmlformats.org/officeDocument/2006/relationships/notesMaster" Target="/ppt/notesMasters/notesMaster1.xml" Id="Rc9bdaeb8e7764b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첨부 예시와 2022 완자121쪽을 대조. ① C(흑연)+2H2→CH4 ΔH1=-74.8kJ, ② C+O2→CO2 ΔH2=-393.5kJ, ③ H2+1/2O2→H2O(l) ΔH3=-285.8kJ. 이 번호와 값은 생성 반응 그대로이며 역반응·배수 변환 후 값으로 재정의하지 않는다. 원본크롭 assets/formation-v26/provenance.json. 총반응 천재86쪽 원본.</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지정 완자121쪽의 두 풀이를 함께 제시. 표준 생성 엔탈피: (ΔH2+2ΔH3)-ΔH1. 헤스 법칙: ②+2×③−①. 원래 생성반응의 ΔH1=-74.8,ΔH2=-393.5,ΔH3=-285.8kJ 유지. C(흑연) 및2H2 소거. 총 -890.3kJ. 이미지의 취소선·반응식·첨자 원본 보존.</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1f2f1906b24bc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8c4be56eee54e7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a61fc8a3cb9402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06d5cd03a454f3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6dd742e846f4e0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6cf20c865248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58B4AB-722C-4E55-B12E-83D5B7C81FFE}"/>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2766830-7D75-4D9A-B415-76DE6ABE4D1C}"/>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BC9023B-AD6E-4269-B2C8-A13FCD430C67}"/>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1E808D-4DA0-47D1-AE26-08EF6744BBE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285C4F8-18D4-4E92-A177-DCD91150A597}"/>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8541CB4-2B81-48DE-B96A-0B74277EE68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D77BA75-A4D9-4D5F-A158-D52A9D9AA7D8}"/>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F337A08-9F5F-4304-A153-D38BF8C6DB66}"/>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95EAAC-2FAD-42AC-AB28-7C57E063D4D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81EA5CD-8299-4237-80EC-602B4BD7DD5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855271cfe04a45" /><Relationship Type="http://schemas.openxmlformats.org/officeDocument/2006/relationships/slideLayout" Target="/ppt/slideLayouts/slideLayout1.xml" Id="Rab199fb599e547e0" /><Relationship Type="http://schemas.openxmlformats.org/officeDocument/2006/relationships/slideLayout" Target="/ppt/slideLayouts/slideLayout2.xml" Id="Rf22bba20fb114773" /><Relationship Type="http://schemas.openxmlformats.org/officeDocument/2006/relationships/slideLayout" Target="/ppt/slideLayouts/slideLayout3.xml" Id="Rc11614f4df0c47f4" /><Relationship Type="http://schemas.openxmlformats.org/officeDocument/2006/relationships/slideLayout" Target="/ppt/slideLayouts/slideLayout4.xml" Id="Ra391f7bb38d94461" /><Relationship Type="http://schemas.openxmlformats.org/officeDocument/2006/relationships/slideLayout" Target="/ppt/slideLayouts/slideLayout5.xml" Id="R3283d5ec7275480b" /><Relationship Type="http://schemas.openxmlformats.org/officeDocument/2006/relationships/slideLayout" Target="/ppt/slideLayouts/slideLayout6.xml" Id="Raca939a39e804e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199fb599e547e0"/>
    <p:sldLayoutId xmlns:r="http://schemas.openxmlformats.org/officeDocument/2006/relationships" id="2147483650" r:id="Rf22bba20fb114773"/>
    <p:sldLayoutId xmlns:r="http://schemas.openxmlformats.org/officeDocument/2006/relationships" id="2147483651" r:id="Rc11614f4df0c47f4"/>
    <p:sldLayoutId xmlns:r="http://schemas.openxmlformats.org/officeDocument/2006/relationships" id="2147483652" r:id="Ra391f7bb38d94461"/>
    <p:sldLayoutId xmlns:r="http://schemas.openxmlformats.org/officeDocument/2006/relationships" id="2147483653" r:id="R3283d5ec7275480b"/>
    <p:sldLayoutId xmlns:r="http://schemas.openxmlformats.org/officeDocument/2006/relationships" id="2147483654" r:id="Raca939a39e804e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d4e7345859a4d3e" /><Relationship Type="http://schemas.openxmlformats.org/officeDocument/2006/relationships/image" Target="/ppt/media/image.png" Id="Re1fbeb8665b44beb" /><Relationship Type="http://schemas.openxmlformats.org/officeDocument/2006/relationships/image" Target="/ppt/media/image2.png" Id="Re22c57f3e5ff4801" /><Relationship Type="http://schemas.openxmlformats.org/officeDocument/2006/relationships/image" Target="/ppt/media/image3.png" Id="Rc9e85ef444dd4e19" /><Relationship Type="http://schemas.openxmlformats.org/officeDocument/2006/relationships/notesSlide" Target="/ppt/notesSlides/notesSlide1.xml" Id="R271c4d74e5d742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99fa2ea0f854ef8" /><Relationship Type="http://schemas.openxmlformats.org/officeDocument/2006/relationships/image" Target="/ppt/media/image4.png" Id="R5d99a5dcd595476d" /><Relationship Type="http://schemas.openxmlformats.org/officeDocument/2006/relationships/image" Target="/ppt/media/image5.png" Id="R63d5c434a5284313" /><Relationship Type="http://schemas.openxmlformats.org/officeDocument/2006/relationships/notesSlide" Target="/ppt/notesSlides/notesSlide2.xml" Id="R473e91eef4da4e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86b03259eae4f94" /><Relationship Type="http://schemas.openxmlformats.org/officeDocument/2006/relationships/image" Target="/ppt/media/image6.png" Id="Rd73ec581b2c044a3" /><Relationship Type="http://schemas.openxmlformats.org/officeDocument/2006/relationships/notesSlide" Target="/ppt/notesSlides/notesSlide3.xml" Id="R78acd1ec459647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f682859438a4bd3" /><Relationship Type="http://schemas.openxmlformats.org/officeDocument/2006/relationships/image" Target="/ppt/media/image7.png" Id="Rfd2ab455f07a4cd2" /><Relationship Type="http://schemas.openxmlformats.org/officeDocument/2006/relationships/image" Target="/ppt/media/image8.png" Id="R7ed620642ed74448" /><Relationship Type="http://schemas.openxmlformats.org/officeDocument/2006/relationships/notesSlide" Target="/ppt/notesSlides/notesSlide4.xml" Id="R5b7c4b0472854cf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7dbd90b56b34568" /><Relationship Type="http://schemas.openxmlformats.org/officeDocument/2006/relationships/image" Target="/ppt/media/image9.png" Id="R523c74ee2f304197" /><Relationship Type="http://schemas.openxmlformats.org/officeDocument/2006/relationships/image" Target="/ppt/media/image10.png" Id="Rb5f0a66eeb7340d3" /><Relationship Type="http://schemas.openxmlformats.org/officeDocument/2006/relationships/notesSlide" Target="/ppt/notesSlides/notesSlide5.xml" Id="Rb632a095a7664c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cd9eb5cc3c54bff" /><Relationship Type="http://schemas.openxmlformats.org/officeDocument/2006/relationships/image" Target="/ppt/media/image11.png" Id="R31fd836ab9104127" /><Relationship Type="http://schemas.openxmlformats.org/officeDocument/2006/relationships/notesSlide" Target="/ppt/notesSlides/notesSlide6.xml" Id="Rfba668fbcd8d46b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a2476b74ed64131" /><Relationship Type="http://schemas.openxmlformats.org/officeDocument/2006/relationships/image" Target="/ppt/media/image12.png" Id="R3e938d8209cf41be" /><Relationship Type="http://schemas.openxmlformats.org/officeDocument/2006/relationships/image" Target="/ppt/media/image13.png" Id="R60743f1706f4462a" /><Relationship Type="http://schemas.openxmlformats.org/officeDocument/2006/relationships/image" Target="/ppt/media/image14.png" Id="Rbb912204a3f94cd0" /><Relationship Type="http://schemas.openxmlformats.org/officeDocument/2006/relationships/image" Target="/ppt/media/image15.png" Id="Re538b059032248e3" /><Relationship Type="http://schemas.openxmlformats.org/officeDocument/2006/relationships/notesSlide" Target="/ppt/notesSlides/notesSlide7.xml" Id="R22d1451f2efc49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7d6c648b7fc462e" /><Relationship Type="http://schemas.openxmlformats.org/officeDocument/2006/relationships/image" Target="/ppt/media/image16.png" Id="R1aa8bdc2f3aa4f44" /><Relationship Type="http://schemas.openxmlformats.org/officeDocument/2006/relationships/image" Target="/ppt/media/image17.png" Id="Rc9ebfd9abd264bc0" /><Relationship Type="http://schemas.openxmlformats.org/officeDocument/2006/relationships/notesSlide" Target="/ppt/notesSlides/notesSlide8.xml" Id="R009a3e88a34142b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ebade66c30c4fcd" /><Relationship Type="http://schemas.openxmlformats.org/officeDocument/2006/relationships/image" Target="/ppt/media/image18.png" Id="R90262bf7afd44869" /><Relationship Type="http://schemas.openxmlformats.org/officeDocument/2006/relationships/image" Target="/ppt/media/image19.png" Id="Rbf4ac806aa9b48b4" /><Relationship Type="http://schemas.openxmlformats.org/officeDocument/2006/relationships/image" Target="/ppt/media/image20.png" Id="R805b33c0a6074474" /><Relationship Type="http://schemas.openxmlformats.org/officeDocument/2006/relationships/image" Target="/ppt/media/image21.png" Id="R906c9847a08a428e" /><Relationship Type="http://schemas.openxmlformats.org/officeDocument/2006/relationships/notesSlide" Target="/ppt/notesSlides/notesSlide9.xml" Id="R2aecbab8a2a24a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fc2c71dd9254d9e" /><Relationship Type="http://schemas.openxmlformats.org/officeDocument/2006/relationships/image" Target="/ppt/media/image22.png" Id="Rf6f8e313a45741f8" /><Relationship Type="http://schemas.openxmlformats.org/officeDocument/2006/relationships/image" Target="/ppt/media/image23.png" Id="Re1e79adf2e424e38" /><Relationship Type="http://schemas.openxmlformats.org/officeDocument/2006/relationships/image" Target="/ppt/media/image24.png" Id="R8fa3ae27dff24155" /><Relationship Type="http://schemas.openxmlformats.org/officeDocument/2006/relationships/notesSlide" Target="/ppt/notesSlides/notesSlide10.xml" Id="Rafd27738f4b4430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95069d87cdb4d8c" /><Relationship Type="http://schemas.openxmlformats.org/officeDocument/2006/relationships/image" Target="/ppt/media/image25.png" Id="R7c94dbf65c30449a" /><Relationship Type="http://schemas.openxmlformats.org/officeDocument/2006/relationships/image" Target="/ppt/media/image26.png" Id="R8ec3fa4eb1094845" /><Relationship Type="http://schemas.openxmlformats.org/officeDocument/2006/relationships/image" Target="/ppt/media/image27.png" Id="R596011444425460c" /><Relationship Type="http://schemas.openxmlformats.org/officeDocument/2006/relationships/notesSlide" Target="/ppt/notesSlides/notesSlide11.xml" Id="R628651f6ae5d422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6e5800b38a7468b" /><Relationship Type="http://schemas.openxmlformats.org/officeDocument/2006/relationships/image" Target="/ppt/media/image28.png" Id="Rf0e364028c904755" /><Relationship Type="http://schemas.openxmlformats.org/officeDocument/2006/relationships/notesSlide" Target="/ppt/notesSlides/notesSlide12.xml" Id="R169c22f2e45946c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42060d03f684495" /><Relationship Type="http://schemas.openxmlformats.org/officeDocument/2006/relationships/image" Target="/ppt/media/image29.png" Id="R00cc2796f6e746a7" /><Relationship Type="http://schemas.openxmlformats.org/officeDocument/2006/relationships/image" Target="/ppt/media/image30.png" Id="Rd56941ab28834fab" /><Relationship Type="http://schemas.openxmlformats.org/officeDocument/2006/relationships/notesSlide" Target="/ppt/notesSlides/notesSlide13.xml" Id="R25f48634bb4f424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7b13073fff04d61" /><Relationship Type="http://schemas.openxmlformats.org/officeDocument/2006/relationships/image" Target="/ppt/media/image31.png" Id="R67e1e7e4c5414ffe" /><Relationship Type="http://schemas.openxmlformats.org/officeDocument/2006/relationships/image" Target="/ppt/media/image32.png" Id="R62128a0255644caa" /><Relationship Type="http://schemas.openxmlformats.org/officeDocument/2006/relationships/notesSlide" Target="/ppt/notesSlides/notesSlide14.xml" Id="R70a58084ef8c496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fc51ef698504034" /><Relationship Type="http://schemas.openxmlformats.org/officeDocument/2006/relationships/image" Target="/ppt/media/image33.png" Id="R5f6726eaae594209" /><Relationship Type="http://schemas.openxmlformats.org/officeDocument/2006/relationships/image" Target="/ppt/media/image34.png" Id="R2e0fe5983d404659" /><Relationship Type="http://schemas.openxmlformats.org/officeDocument/2006/relationships/image" Target="/ppt/media/image35.png" Id="Ref9cce3c568049c8" /><Relationship Type="http://schemas.openxmlformats.org/officeDocument/2006/relationships/image" Target="/ppt/media/image36.png" Id="Rbea68a32090d4730" /><Relationship Type="http://schemas.openxmlformats.org/officeDocument/2006/relationships/notesSlide" Target="/ppt/notesSlides/notesSlide15.xml" Id="R3317ad1928f44f2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d16b1c6263947ec" /><Relationship Type="http://schemas.openxmlformats.org/officeDocument/2006/relationships/image" Target="/ppt/media/image37.png" Id="Rccbb1db83e9c4de1" /><Relationship Type="http://schemas.openxmlformats.org/officeDocument/2006/relationships/image" Target="/ppt/media/image38.png" Id="Rf19d93e3debd41a5" /><Relationship Type="http://schemas.openxmlformats.org/officeDocument/2006/relationships/notesSlide" Target="/ppt/notesSlides/notesSlide16.xml" Id="Rdf856f9870d144d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0b1b525776742c3" /><Relationship Type="http://schemas.openxmlformats.org/officeDocument/2006/relationships/image" Target="/ppt/media/image39.png" Id="R88f3113f6c2f424c" /><Relationship Type="http://schemas.openxmlformats.org/officeDocument/2006/relationships/image" Target="/ppt/media/image40.png" Id="Rfee9d429c7f044fc" /><Relationship Type="http://schemas.openxmlformats.org/officeDocument/2006/relationships/image" Target="/ppt/media/image41.png" Id="Rf91beb9d2c7b4d6b" /><Relationship Type="http://schemas.openxmlformats.org/officeDocument/2006/relationships/notesSlide" Target="/ppt/notesSlides/notesSlide17.xml" Id="R269badc1b35e440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9a1c5fd644147e7" /><Relationship Type="http://schemas.openxmlformats.org/officeDocument/2006/relationships/image" Target="/ppt/media/image42.png" Id="R99191a5f05e247f8" /><Relationship Type="http://schemas.openxmlformats.org/officeDocument/2006/relationships/image" Target="/ppt/media/image43.png" Id="Raabfabab62354711" /><Relationship Type="http://schemas.openxmlformats.org/officeDocument/2006/relationships/image" Target="/ppt/media/image44.png" Id="R61d5a2c0bbd34354" /><Relationship Type="http://schemas.openxmlformats.org/officeDocument/2006/relationships/notesSlide" Target="/ppt/notesSlides/notesSlide18.xml" Id="R552c89d0d4d5467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49f628bf84e4251" /><Relationship Type="http://schemas.openxmlformats.org/officeDocument/2006/relationships/image" Target="/ppt/media/image45.png" Id="R39b6dfae30a4486d" /><Relationship Type="http://schemas.openxmlformats.org/officeDocument/2006/relationships/image" Target="/ppt/media/image46.png" Id="Reaebb4c31cf64d10" /><Relationship Type="http://schemas.openxmlformats.org/officeDocument/2006/relationships/image" Target="/ppt/media/image47.png" Id="R7441f084249b44c5" /><Relationship Type="http://schemas.openxmlformats.org/officeDocument/2006/relationships/notesSlide" Target="/ppt/notesSlides/notesSlide19.xml" Id="Rf79c11610a03435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19c286fe9664742" /><Relationship Type="http://schemas.openxmlformats.org/officeDocument/2006/relationships/image" Target="/ppt/media/image48.png" Id="R306c97bd13814cff" /><Relationship Type="http://schemas.openxmlformats.org/officeDocument/2006/relationships/notesSlide" Target="/ppt/notesSlides/notesSlide20.xml" Id="R3f763fb616ac49a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8b7700b50f34f8b" /><Relationship Type="http://schemas.openxmlformats.org/officeDocument/2006/relationships/image" Target="/ppt/media/image49.png" Id="R9cae8a9653a94843" /><Relationship Type="http://schemas.openxmlformats.org/officeDocument/2006/relationships/image" Target="/ppt/media/image50.png" Id="R6c317a1c6cb340bd" /><Relationship Type="http://schemas.openxmlformats.org/officeDocument/2006/relationships/image" Target="/ppt/media/image51.png" Id="R90515add769d4210" /><Relationship Type="http://schemas.openxmlformats.org/officeDocument/2006/relationships/notesSlide" Target="/ppt/notesSlides/notesSlide21.xml" Id="R74982eabdfbf4fb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e38ff22d964463f" /><Relationship Type="http://schemas.openxmlformats.org/officeDocument/2006/relationships/image" Target="/ppt/media/image52.png" Id="R4d24e048963748d0" /><Relationship Type="http://schemas.openxmlformats.org/officeDocument/2006/relationships/image" Target="/ppt/media/image53.png" Id="R06e40a0d936044f5" /><Relationship Type="http://schemas.openxmlformats.org/officeDocument/2006/relationships/image" Target="/ppt/media/image54.png" Id="R119000e8b3bd4373" /><Relationship Type="http://schemas.openxmlformats.org/officeDocument/2006/relationships/notesSlide" Target="/ppt/notesSlides/notesSlide22.xml" Id="R4dc78ab6ceb1431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2192069e6c94d63" /><Relationship Type="http://schemas.openxmlformats.org/officeDocument/2006/relationships/image" Target="/ppt/media/image55.png" Id="R003e2a52ab754b14" /><Relationship Type="http://schemas.openxmlformats.org/officeDocument/2006/relationships/image" Target="/ppt/media/image56.png" Id="R89a195088e4240c2" /><Relationship Type="http://schemas.openxmlformats.org/officeDocument/2006/relationships/notesSlide" Target="/ppt/notesSlides/notesSlide23.xml" Id="R36af6fe8fc774a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b14518bac68492e" /><Relationship Type="http://schemas.openxmlformats.org/officeDocument/2006/relationships/image" Target="/ppt/media/image57.png" Id="Redabb50e3e934991" /><Relationship Type="http://schemas.openxmlformats.org/officeDocument/2006/relationships/image" Target="/ppt/media/image58.png" Id="R424ce260521d4f4a" /><Relationship Type="http://schemas.openxmlformats.org/officeDocument/2006/relationships/notesSlide" Target="/ppt/notesSlides/notesSlide24.xml" Id="Ra6866537fdad49f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3c79de9350b4598" /><Relationship Type="http://schemas.openxmlformats.org/officeDocument/2006/relationships/image" Target="/ppt/media/image59.png" Id="R4c7679a1f25f4448" /><Relationship Type="http://schemas.openxmlformats.org/officeDocument/2006/relationships/image" Target="/ppt/media/image60.png" Id="R722507f084e44f6f" /><Relationship Type="http://schemas.openxmlformats.org/officeDocument/2006/relationships/notesSlide" Target="/ppt/notesSlides/notesSlide25.xml" Id="R1eea2c6b46e74b1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b0adc3db090451c" /><Relationship Type="http://schemas.openxmlformats.org/officeDocument/2006/relationships/image" Target="/ppt/media/image61.png" Id="R45a92e87913b4781" /><Relationship Type="http://schemas.openxmlformats.org/officeDocument/2006/relationships/notesSlide" Target="/ppt/notesSlides/notesSlide26.xml" Id="Rbf40a7b563d14fa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f90dd9c9c754b1c" /><Relationship Type="http://schemas.openxmlformats.org/officeDocument/2006/relationships/image" Target="/ppt/media/image62.png" Id="R91d58e34d9204207" /><Relationship Type="http://schemas.openxmlformats.org/officeDocument/2006/relationships/notesSlide" Target="/ppt/notesSlides/notesSlide27.xml" Id="Rfe474ba4ea9d4ae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d39dd32f0f94349" /><Relationship Type="http://schemas.openxmlformats.org/officeDocument/2006/relationships/image" Target="/ppt/media/image63.png" Id="R4728482a941b479e" /><Relationship Type="http://schemas.openxmlformats.org/officeDocument/2006/relationships/notesSlide" Target="/ppt/notesSlides/notesSlide28.xml" Id="Rf17b167427fc4ec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6a8dfe367fb64b88" /><Relationship Type="http://schemas.openxmlformats.org/officeDocument/2006/relationships/image" Target="/ppt/media/image64.png" Id="Rb73dd2d3e55e4485" /><Relationship Type="http://schemas.openxmlformats.org/officeDocument/2006/relationships/notesSlide" Target="/ppt/notesSlides/notesSlide29.xml" Id="R604c3b0a51894fd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0553970bc834ff0" /><Relationship Type="http://schemas.openxmlformats.org/officeDocument/2006/relationships/image" Target="/ppt/media/image65.png" Id="R1b79e734131041c5" /><Relationship Type="http://schemas.openxmlformats.org/officeDocument/2006/relationships/notesSlide" Target="/ppt/notesSlides/notesSlide30.xml" Id="R6be98a7cd0414a2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86bcf9693c0462f" /><Relationship Type="http://schemas.openxmlformats.org/officeDocument/2006/relationships/image" Target="/ppt/media/image66.png" Id="R4352e2302e884cf7" /><Relationship Type="http://schemas.openxmlformats.org/officeDocument/2006/relationships/image" Target="/ppt/media/image67.png" Id="Rcc2c35cb5680494b" /><Relationship Type="http://schemas.openxmlformats.org/officeDocument/2006/relationships/image" Target="/ppt/media/image68.png" Id="Rc9e653e6bfe44477" /><Relationship Type="http://schemas.openxmlformats.org/officeDocument/2006/relationships/notesSlide" Target="/ppt/notesSlides/notesSlide31.xml" Id="R7ce7cce31d33487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0e87ece9e5dc448c" /><Relationship Type="http://schemas.openxmlformats.org/officeDocument/2006/relationships/image" Target="/ppt/media/image69.png" Id="Raac8987796604c09" /><Relationship Type="http://schemas.openxmlformats.org/officeDocument/2006/relationships/image" Target="/ppt/media/image70.png" Id="R62527cb250924d0c" /><Relationship Type="http://schemas.openxmlformats.org/officeDocument/2006/relationships/image" Target="/ppt/media/image71.png" Id="R8c7e4356c09b41ba" /><Relationship Type="http://schemas.openxmlformats.org/officeDocument/2006/relationships/image" Target="/ppt/media/image72.png" Id="R454ff24fd75c448d" /><Relationship Type="http://schemas.openxmlformats.org/officeDocument/2006/relationships/image" Target="/ppt/media/image73.png" Id="Rfa87466a0c7341cc" /><Relationship Type="http://schemas.openxmlformats.org/officeDocument/2006/relationships/notesSlide" Target="/ppt/notesSlides/notesSlide32.xml" Id="R3849a858f87542f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5ccd3ab78af45b6" /><Relationship Type="http://schemas.openxmlformats.org/officeDocument/2006/relationships/image" Target="/ppt/media/image74.png" Id="R52d5d1d5d62247b5" /><Relationship Type="http://schemas.openxmlformats.org/officeDocument/2006/relationships/image" Target="/ppt/media/image75.png" Id="R8502ecb83bc84b59" /><Relationship Type="http://schemas.openxmlformats.org/officeDocument/2006/relationships/notesSlide" Target="/ppt/notesSlides/notesSlide33.xml" Id="Rfa18c80b71674bf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9c9cd8989f74ef7" /><Relationship Type="http://schemas.openxmlformats.org/officeDocument/2006/relationships/image" Target="/ppt/media/image76.png" Id="R9aac3d522d824662" /><Relationship Type="http://schemas.openxmlformats.org/officeDocument/2006/relationships/notesSlide" Target="/ppt/notesSlides/notesSlide34.xml" Id="R63e8e92a9f324fd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8b4c825160943b2" /><Relationship Type="http://schemas.openxmlformats.org/officeDocument/2006/relationships/image" Target="/ppt/media/image77.png" Id="R47c17480063645d2" /><Relationship Type="http://schemas.openxmlformats.org/officeDocument/2006/relationships/notesSlide" Target="/ppt/notesSlides/notesSlide35.xml" Id="R508e1716675642a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5274eeed62ab4037" /><Relationship Type="http://schemas.openxmlformats.org/officeDocument/2006/relationships/image" Target="/ppt/media/image78.png" Id="Rdf567e32160e454d" /><Relationship Type="http://schemas.openxmlformats.org/officeDocument/2006/relationships/image" Target="/ppt/media/image79.png" Id="Rae33be5ffe1d41fb" /><Relationship Type="http://schemas.openxmlformats.org/officeDocument/2006/relationships/notesSlide" Target="/ppt/notesSlides/notesSlide36.xml" Id="Rc4e2cfee58ff4f1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fac8f9699ecf456d" /><Relationship Type="http://schemas.openxmlformats.org/officeDocument/2006/relationships/image" Target="/ppt/media/image80.png" Id="R9f58f9cbcaab458a" /><Relationship Type="http://schemas.openxmlformats.org/officeDocument/2006/relationships/image" Target="/ppt/media/image81.png" Id="R2bc958170c394292" /><Relationship Type="http://schemas.openxmlformats.org/officeDocument/2006/relationships/image" Target="/ppt/media/image82.png" Id="R4835e31eba2e4882" /><Relationship Type="http://schemas.openxmlformats.org/officeDocument/2006/relationships/notesSlide" Target="/ppt/notesSlides/notesSlide37.xml" Id="R1ec9e2c330d3433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af666276918d444f" /><Relationship Type="http://schemas.openxmlformats.org/officeDocument/2006/relationships/image" Target="/ppt/media/image83.png" Id="R7b026badf0404efa" /><Relationship Type="http://schemas.openxmlformats.org/officeDocument/2006/relationships/image" Target="/ppt/media/image84.png" Id="Rdfaee1518e174e88" /><Relationship Type="http://schemas.openxmlformats.org/officeDocument/2006/relationships/notesSlide" Target="/ppt/notesSlides/notesSlide38.xml" Id="Rbd9a06f1f98046d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821603ec32af4d9f" /><Relationship Type="http://schemas.openxmlformats.org/officeDocument/2006/relationships/image" Target="/ppt/media/image85.png" Id="R5743c225da7b42e7" /><Relationship Type="http://schemas.openxmlformats.org/officeDocument/2006/relationships/image" Target="/ppt/media/image86.png" Id="Re3bb5fd3e8f54888" /><Relationship Type="http://schemas.openxmlformats.org/officeDocument/2006/relationships/image" Target="/ppt/media/image87.png" Id="R3ba73cdcb4c04bc2" /><Relationship Type="http://schemas.openxmlformats.org/officeDocument/2006/relationships/notesSlide" Target="/ppt/notesSlides/notesSlide39.xml" Id="R625d612f80df419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b02e2f3cc3c94037" /><Relationship Type="http://schemas.openxmlformats.org/officeDocument/2006/relationships/image" Target="/ppt/media/image88.png" Id="R8023d11e2a2442d7" /><Relationship Type="http://schemas.openxmlformats.org/officeDocument/2006/relationships/notesSlide" Target="/ppt/notesSlides/notesSlide40.xml" Id="R0c9a15093b484c1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b47c2a3619074ba4" /><Relationship Type="http://schemas.openxmlformats.org/officeDocument/2006/relationships/image" Target="/ppt/media/image89.png" Id="R40b7237d86004a82" /><Relationship Type="http://schemas.openxmlformats.org/officeDocument/2006/relationships/image" Target="/ppt/media/image90.png" Id="R591a298a94c540d8" /><Relationship Type="http://schemas.openxmlformats.org/officeDocument/2006/relationships/notesSlide" Target="/ppt/notesSlides/notesSlide41.xml" Id="R1312a3933e2e46f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f6492b0e5736433a" /><Relationship Type="http://schemas.openxmlformats.org/officeDocument/2006/relationships/image" Target="/ppt/media/image91.png" Id="R11c462abd89a432c" /><Relationship Type="http://schemas.openxmlformats.org/officeDocument/2006/relationships/image" Target="/ppt/media/image92.png" Id="Rcd3ba8df7d6f47e5" /><Relationship Type="http://schemas.openxmlformats.org/officeDocument/2006/relationships/image" Target="/ppt/media/image93.png" Id="Rbce7f19c142a47bd" /><Relationship Type="http://schemas.openxmlformats.org/officeDocument/2006/relationships/image" Target="/ppt/media/image94.png" Id="Rc258631d0344400a" /><Relationship Type="http://schemas.openxmlformats.org/officeDocument/2006/relationships/image" Target="/ppt/media/image95.png" Id="Rc7b55b950c6444d3" /><Relationship Type="http://schemas.openxmlformats.org/officeDocument/2006/relationships/notesSlide" Target="/ppt/notesSlides/notesSlide42.xml" Id="R52e44c9f519a40b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5dfcefc40e82482a" /><Relationship Type="http://schemas.openxmlformats.org/officeDocument/2006/relationships/image" Target="/ppt/media/image96.png" Id="Ra25ec52f34524939" /><Relationship Type="http://schemas.openxmlformats.org/officeDocument/2006/relationships/image" Target="/ppt/media/image97.png" Id="Rac4339b090b343cb" /><Relationship Type="http://schemas.openxmlformats.org/officeDocument/2006/relationships/image" Target="/ppt/media/image98.png" Id="R7f2eb1dfcf0a4719" /><Relationship Type="http://schemas.openxmlformats.org/officeDocument/2006/relationships/notesSlide" Target="/ppt/notesSlides/notesSlide43.xml" Id="Rbf4f4548702e415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7de669a6c5ba4795" /><Relationship Type="http://schemas.openxmlformats.org/officeDocument/2006/relationships/image" Target="/ppt/media/image99.png" Id="Re79e9e51c5ad4710" /><Relationship Type="http://schemas.openxmlformats.org/officeDocument/2006/relationships/notesSlide" Target="/ppt/notesSlides/notesSlide44.xml" Id="Rebba995845a3448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d968b336719c476d" /><Relationship Type="http://schemas.openxmlformats.org/officeDocument/2006/relationships/image" Target="/ppt/media/image100.png" Id="R19b5d8e289024309" /><Relationship Type="http://schemas.openxmlformats.org/officeDocument/2006/relationships/notesSlide" Target="/ppt/notesSlides/notesSlide45.xml" Id="R81d24f7b87f544f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47b62906beeb4af2" /><Relationship Type="http://schemas.openxmlformats.org/officeDocument/2006/relationships/image" Target="/ppt/media/image101.png" Id="Recb8a61e1cc84195" /><Relationship Type="http://schemas.openxmlformats.org/officeDocument/2006/relationships/notesSlide" Target="/ppt/notesSlides/notesSlide46.xml" Id="Raf3706d7bc6346b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14e70d8cf119426e" /><Relationship Type="http://schemas.openxmlformats.org/officeDocument/2006/relationships/image" Target="/ppt/media/image102.png" Id="R9b8b5f2a63cc4e51" /><Relationship Type="http://schemas.openxmlformats.org/officeDocument/2006/relationships/notesSlide" Target="/ppt/notesSlides/notesSlide47.xml" Id="R795c660bbb3e4223"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bb1fc773344146e6" /><Relationship Type="http://schemas.openxmlformats.org/officeDocument/2006/relationships/image" Target="/ppt/media/image103.png" Id="R7e0e50cd3b7645ec" /><Relationship Type="http://schemas.openxmlformats.org/officeDocument/2006/relationships/notesSlide" Target="/ppt/notesSlides/notesSlide48.xml" Id="R622fc75a5920417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27ccc48a1d864a33" /><Relationship Type="http://schemas.openxmlformats.org/officeDocument/2006/relationships/image" Target="/ppt/media/image104.png" Id="R15ef52dd73804f36" /><Relationship Type="http://schemas.openxmlformats.org/officeDocument/2006/relationships/image" Target="/ppt/media/image105.png" Id="R224bab78a5ca4a12" /><Relationship Type="http://schemas.openxmlformats.org/officeDocument/2006/relationships/image" Target="/ppt/media/image106.png" Id="Rb2b638b831e1424d" /><Relationship Type="http://schemas.openxmlformats.org/officeDocument/2006/relationships/image" Target="/ppt/media/image107.png" Id="Rc2d67366c3c44b09" /><Relationship Type="http://schemas.openxmlformats.org/officeDocument/2006/relationships/notesSlide" Target="/ppt/notesSlides/notesSlide49.xml" Id="R8f447caffdb4414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46a96ec4966f442d" /><Relationship Type="http://schemas.openxmlformats.org/officeDocument/2006/relationships/image" Target="/ppt/media/image108.png" Id="R76ccfa70e48a442d" /><Relationship Type="http://schemas.openxmlformats.org/officeDocument/2006/relationships/notesSlide" Target="/ppt/notesSlides/notesSlide50.xml" Id="R6a59aeff4e8c4160"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20DF682-B9AF-4F75-B85C-B02B66A50976}"/>
              </a:ext>
            </a:extLst>
          </p:cNvPr>
          <p:cNvPicPr>
            <a:picLocks xmlns:a="http://schemas.openxmlformats.org/drawingml/2006/main" noChangeAspect="1"/>
          </p:cNvPicPr>
          <p:nvPr/>
        </p:nvPicPr>
        <p:blipFill>
          <a:blip xmlns:r="http://schemas.openxmlformats.org/officeDocument/2006/relationships" xmlns:a="http://schemas.openxmlformats.org/drawingml/2006/main" r:embed="Re1fbeb8665b44beb"/>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2E0B0F20-CD36-4742-8343-ABA20BA32B6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694CDF76-1CA0-4BD0-8A62-089B748298BD}"/>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9455B0F4-B85F-459D-9C4C-D76826C68C31}"/>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B84688BD-20D2-422C-ABCF-86D9995E72BF}"/>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915E6967-24EC-4F1A-96E2-3DFE330F3908}"/>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75F7A5AD-1C89-4775-A387-A05CA73AE741}"/>
              </a:ext>
            </a:extLst>
          </p:cNvPr>
          <p:cNvPicPr>
            <a:picLocks xmlns:a="http://schemas.openxmlformats.org/drawingml/2006/main" noChangeAspect="1"/>
          </p:cNvPicPr>
          <p:nvPr/>
        </p:nvPicPr>
        <p:blipFill>
          <a:blip xmlns:r="http://schemas.openxmlformats.org/officeDocument/2006/relationships" xmlns:a="http://schemas.openxmlformats.org/drawingml/2006/main" r:embed="Re22c57f3e5ff480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96806FD4-45A3-4FB7-8A6D-B424735287A9}"/>
              </a:ext>
            </a:extLst>
          </p:cNvPr>
          <p:cNvPicPr>
            <a:picLocks xmlns:a="http://schemas.openxmlformats.org/drawingml/2006/main" noChangeAspect="1"/>
          </p:cNvPicPr>
          <p:nvPr/>
        </p:nvPicPr>
        <p:blipFill>
          <a:blip xmlns:r="http://schemas.openxmlformats.org/officeDocument/2006/relationships" xmlns:a="http://schemas.openxmlformats.org/drawingml/2006/main" r:embed="Rc9e85ef444dd4e19"/>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52F9B6A2-3D7C-425C-BF35-7DC6AC74585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20816787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482DAFE-7D02-4B36-89EF-4A77E2F33191}"/>
              </a:ext>
            </a:extLst>
          </p:cNvPr>
          <p:cNvPicPr>
            <a:picLocks xmlns:a="http://schemas.openxmlformats.org/drawingml/2006/main" noChangeAspect="1"/>
          </p:cNvPicPr>
          <p:nvPr/>
        </p:nvPicPr>
        <p:blipFill>
          <a:blip xmlns:r="http://schemas.openxmlformats.org/officeDocument/2006/relationships" xmlns:a="http://schemas.openxmlformats.org/drawingml/2006/main" r:embed="R5d99a5dcd595476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6933397-696D-43C9-B692-CFDEFE873E3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1D11B61-1252-4C4F-99D6-99E749E2BC4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31EF555E-73B9-4C4C-8EE0-BFAA7DDDCAB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81CD7DC-86A2-4370-AF6C-9ED9B112445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F46DF58B-5B55-45AF-8148-F327D1FDF87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1D109F30-663F-4D37-AD25-A80A6080DC37}"/>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E79A0BC7-65E0-405B-8E84-FA5D5CE305C2}"/>
              </a:ext>
            </a:extLst>
          </p:cNvPr>
          <p:cNvPicPr>
            <a:picLocks xmlns:a="http://schemas.openxmlformats.org/drawingml/2006/main" noChangeAspect="1"/>
          </p:cNvPicPr>
          <p:nvPr/>
        </p:nvPicPr>
        <p:blipFill>
          <a:blip xmlns:r="http://schemas.openxmlformats.org/officeDocument/2006/relationships" xmlns:a="http://schemas.openxmlformats.org/drawingml/2006/main" r:embed="R63d5c434a5284313"/>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2041094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6786763B-D784-457B-8AF2-546501A78A5C}"/>
              </a:ext>
            </a:extLst>
          </p:cNvPr>
          <p:cNvPicPr>
            <a:picLocks xmlns:a="http://schemas.openxmlformats.org/drawingml/2006/main" noChangeAspect="1"/>
          </p:cNvPicPr>
          <p:nvPr/>
        </p:nvPicPr>
        <p:blipFill>
          <a:blip xmlns:r="http://schemas.openxmlformats.org/officeDocument/2006/relationships" xmlns:a="http://schemas.openxmlformats.org/drawingml/2006/main" r:embed="Rd73ec581b2c044a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0C8D9BB-A033-4A24-9D76-8E90EF15162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D82C67E-BC4A-46FF-9AC9-BD2947BA1F47}"/>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FC4C6603-A351-4E1B-9FDA-2DFB8B083153}"/>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FB11456D-CD3B-475E-9F27-8EE58AA84F98}"/>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194DD211-7E8F-442F-8ABA-AD306F5022F4}"/>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845B6049-6E15-4EF0-860C-423F2C651D6B}"/>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462A7614-8255-4419-B303-A14839E989CA}"/>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F027F29C-B7FE-4927-966C-F0A4BE0BC4B6}"/>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BF2C8AA8-5B15-4D2C-A7AC-282792CA0279}"/>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B433476A-1E63-43FC-86C5-8583AFF9C91F}"/>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C2DAD753-E563-4C85-BD29-A0C32997B585}"/>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113C450B-048C-4FB9-9E3D-BE2E4E6BB0DF}"/>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4CAEA298-4217-47B5-ACC2-1F2EA9502E03}"/>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4AF74DB8-48AE-4C75-A0E3-2C2883F6E222}"/>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669515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FD1CB0BC-C378-4BDC-965A-4907D8A62AD7}"/>
              </a:ext>
            </a:extLst>
          </p:cNvPr>
          <p:cNvPicPr>
            <a:picLocks xmlns:a="http://schemas.openxmlformats.org/drawingml/2006/main" noChangeAspect="1"/>
          </p:cNvPicPr>
          <p:nvPr/>
        </p:nvPicPr>
        <p:blipFill>
          <a:blip xmlns:r="http://schemas.openxmlformats.org/officeDocument/2006/relationships" xmlns:a="http://schemas.openxmlformats.org/drawingml/2006/main" r:embed="Rfd2ab455f07a4cd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7A0225F-4FB5-4904-B53E-23D0D2EFD56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880178D-897D-4D15-B3D4-33199CF02258}"/>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5B0AAE11-1B44-4774-94D7-A7CC5DFDDC19}"/>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8BEDE97-2261-4312-9378-56FD5B5CB0B1}"/>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3F0FEEFB-58DE-408F-88C5-6AAD659F1280}"/>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364DB590-86C2-478A-9EAE-1AC35A487B90}"/>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1BC142B7-642D-4FA1-9043-EAAB681AE5FD}"/>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1616AD2F-BE3D-477C-9181-5155EB5D3184}"/>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C4556402-2193-4019-91B9-E6B988AD4348}"/>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1C250A15-2CDD-481C-83C4-1F8218737A30}"/>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4832045E-07B5-495E-AA4B-C6600C2BA7D9}"/>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6C201113-6A7F-486E-B497-A3A6B1211B0C}"/>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7543E58A-811C-42BD-894C-60AA5DFF5FFA}"/>
              </a:ext>
            </a:extLst>
          </p:cNvPr>
          <p:cNvPicPr>
            <a:picLocks xmlns:a="http://schemas.openxmlformats.org/drawingml/2006/main" noChangeAspect="1"/>
          </p:cNvPicPr>
          <p:nvPr/>
        </p:nvPicPr>
        <p:blipFill>
          <a:blip xmlns:r="http://schemas.openxmlformats.org/officeDocument/2006/relationships" xmlns:a="http://schemas.openxmlformats.org/drawingml/2006/main" r:embed="R7ed620642ed74448"/>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161718938"/>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F0F14E5-B316-435D-B764-5EDD64118956}"/>
              </a:ext>
            </a:extLst>
          </p:cNvPr>
          <p:cNvPicPr>
            <a:picLocks xmlns:a="http://schemas.openxmlformats.org/drawingml/2006/main" noChangeAspect="1"/>
          </p:cNvPicPr>
          <p:nvPr/>
        </p:nvPicPr>
        <p:blipFill>
          <a:blip xmlns:r="http://schemas.openxmlformats.org/officeDocument/2006/relationships" xmlns:a="http://schemas.openxmlformats.org/drawingml/2006/main" r:embed="R523c74ee2f304197"/>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BD4A8F00-7B48-4206-9D12-A3A77DEA565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8A5CDE30-3A93-4BD7-BC3F-289F17E8719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577283E3-AD2E-46AD-82FA-511108A7339D}"/>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4D59F0DF-0958-49F9-AAD8-E2CD39A5AF07}"/>
              </a:ext>
            </a:extLst>
          </p:cNvPr>
          <p:cNvPicPr>
            <a:picLocks xmlns:a="http://schemas.openxmlformats.org/drawingml/2006/main" noChangeAspect="1"/>
          </p:cNvPicPr>
          <p:nvPr/>
        </p:nvPicPr>
        <p:blipFill>
          <a:blip xmlns:r="http://schemas.openxmlformats.org/officeDocument/2006/relationships" xmlns:a="http://schemas.openxmlformats.org/drawingml/2006/main" r:embed="Rb5f0a66eeb7340d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69FDD971-6DA2-40E3-AB2E-86081FB6C34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8C4065FB-A358-4F4C-933D-C3DCE635FF17}"/>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8" name="text">
            <a:extLst xmlns:a="http://schemas.openxmlformats.org/drawingml/2006/main">
              <a:ext uri="{FF2B5EF4-FFF2-40B4-BE49-F238E27FC236}">
                <a16:creationId xmlns:a16="http://schemas.microsoft.com/office/drawing/2014/main" id="{1B5C52F0-D423-4079-90E8-5E65B81024D5}"/>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9" name="text">
            <a:extLst xmlns:a="http://schemas.openxmlformats.org/drawingml/2006/main">
              <a:ext uri="{FF2B5EF4-FFF2-40B4-BE49-F238E27FC236}">
                <a16:creationId xmlns:a16="http://schemas.microsoft.com/office/drawing/2014/main" id="{BCEE78E1-E3FD-4EDF-A08B-1BCCB93DB2C6}"/>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9254143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F623BE3-691A-4002-90AA-34A013555238}"/>
              </a:ext>
            </a:extLst>
          </p:cNvPr>
          <p:cNvPicPr>
            <a:picLocks xmlns:a="http://schemas.openxmlformats.org/drawingml/2006/main" noChangeAspect="1"/>
          </p:cNvPicPr>
          <p:nvPr/>
        </p:nvPicPr>
        <p:blipFill>
          <a:blip xmlns:r="http://schemas.openxmlformats.org/officeDocument/2006/relationships" xmlns:a="http://schemas.openxmlformats.org/drawingml/2006/main" r:embed="R31fd836ab910412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706D44E-2E39-4F7E-A202-677330FD552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8B4C795-7BDF-4D75-A2C7-5025959FB05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86C5C9C8-B9A4-46C6-8350-9139ADBC4C2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2D0878D-39E9-407C-940D-A290E262831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9A316322-9D8E-4DBC-A773-B64B8F8353DA}"/>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C7A4C353-3855-4D11-8305-B5D1A557623C}"/>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2C2BD124-49E5-4873-AA3B-01E065EB8484}"/>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AA19ED9A-7CC2-458A-BEC5-CC153B0CAAEB}"/>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6DCBFADC-959F-45A0-9CFD-B19112A2392E}"/>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9DCB9582-0D53-4564-9109-9F15F171DB83}"/>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6DF95819-68C7-45CB-839F-7CEB59C5DC9F}"/>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19676491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C719F481-9004-475D-8C16-C913F1D93344}"/>
              </a:ext>
            </a:extLst>
          </p:cNvPr>
          <p:cNvPicPr>
            <a:picLocks xmlns:a="http://schemas.openxmlformats.org/drawingml/2006/main" noChangeAspect="1"/>
          </p:cNvPicPr>
          <p:nvPr/>
        </p:nvPicPr>
        <p:blipFill>
          <a:blip xmlns:r="http://schemas.openxmlformats.org/officeDocument/2006/relationships" xmlns:a="http://schemas.openxmlformats.org/drawingml/2006/main" r:embed="R3e938d8209cf41b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D981B5C-BC4B-4F2F-A113-4845E5AF36E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FD01248-EB14-4FCA-BF8B-1CE7BB07A18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9338FD7D-6027-4875-BEE6-C4B7EF57DA8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9463EC3-94F7-44BD-B172-BDBA676BC8A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DF29F4D9-B914-477A-85A1-9ABD8EB73206}"/>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DBB395FD-EACA-4DBE-B502-373D5F64A97A}"/>
              </a:ext>
            </a:extLst>
          </p:cNvPr>
          <p:cNvPicPr>
            <a:picLocks xmlns:a="http://schemas.openxmlformats.org/drawingml/2006/main" noChangeAspect="1"/>
          </p:cNvPicPr>
          <p:nvPr/>
        </p:nvPicPr>
        <p:blipFill>
          <a:blip xmlns:r="http://schemas.openxmlformats.org/officeDocument/2006/relationships" xmlns:a="http://schemas.openxmlformats.org/drawingml/2006/main" r:embed="R60743f1706f4462a"/>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F658A19F-3BDD-44C0-8002-5A326396B807}"/>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703DB93D-CF7E-4742-900B-BD25768E7FAD}"/>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반응 전후의 종류와 상태를 같게 한다.</a:t>
            </a:r>
          </a:p>
        </p:txBody>
      </p:sp>
      <p:sp>
        <p:nvSpPr>
          <p:cNvPr id="10" name="text">
            <a:extLst xmlns:a="http://schemas.openxmlformats.org/drawingml/2006/main">
              <a:ext uri="{FF2B5EF4-FFF2-40B4-BE49-F238E27FC236}">
                <a16:creationId xmlns:a16="http://schemas.microsoft.com/office/drawing/2014/main" id="{BA7D43FE-73BB-4207-841C-BB67593CDD89}"/>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F2A0BCB8-3932-4BD8-B7F0-37E95203A3DB}"/>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물질의 양을 같게 한다.</a:t>
            </a:r>
          </a:p>
        </p:txBody>
      </p:sp>
      <p:sp>
        <p:nvSpPr>
          <p:cNvPr id="12" name="text">
            <a:extLst xmlns:a="http://schemas.openxmlformats.org/drawingml/2006/main">
              <a:ext uri="{FF2B5EF4-FFF2-40B4-BE49-F238E27FC236}">
                <a16:creationId xmlns:a16="http://schemas.microsoft.com/office/drawing/2014/main" id="{9B0AF494-78C8-42FE-ADD5-B82E04AEC6A6}"/>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8A4A721F-D0A1-440A-BDAA-988A4FAC4A9E}"/>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온도와 압력 조건을 같게 한다.</a:t>
            </a:r>
          </a:p>
        </p:txBody>
      </p:sp>
      <p:pic>
        <p:nvPicPr>
          <p:cNvPr id="14" name="">
            <a:extLst xmlns:a="http://schemas.openxmlformats.org/drawingml/2006/main">
              <a:ext uri="{FF2B5EF4-FFF2-40B4-BE49-F238E27FC236}">
                <a16:creationId xmlns:a16="http://schemas.microsoft.com/office/drawing/2014/main" id="{7A901325-6513-4A7A-A8EF-FB2A0D288A15}"/>
              </a:ext>
            </a:extLst>
          </p:cNvPr>
          <p:cNvPicPr>
            <a:picLocks xmlns:a="http://schemas.openxmlformats.org/drawingml/2006/main" noChangeAspect="1"/>
          </p:cNvPicPr>
          <p:nvPr/>
        </p:nvPicPr>
        <p:blipFill>
          <a:blip xmlns:r="http://schemas.openxmlformats.org/officeDocument/2006/relationships" xmlns:a="http://schemas.openxmlformats.org/drawingml/2006/main" r:embed="Rbb912204a3f94cd0"/>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75D583E8-C4AF-4429-B311-C4B9486BEF7F}"/>
              </a:ext>
            </a:extLst>
          </p:cNvPr>
          <p:cNvPicPr>
            <a:picLocks xmlns:a="http://schemas.openxmlformats.org/drawingml/2006/main" noChangeAspect="1"/>
          </p:cNvPicPr>
          <p:nvPr/>
        </p:nvPicPr>
        <p:blipFill>
          <a:blip xmlns:r="http://schemas.openxmlformats.org/officeDocument/2006/relationships" xmlns:a="http://schemas.openxmlformats.org/drawingml/2006/main" r:embed="Re538b059032248e3"/>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2A7C0C09-CB09-40CE-AF90-2F6CD7638BBE}"/>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AE27A871-CFFB-42B3-A188-55D92D05E1C5}"/>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1BEC9024-16DF-4E58-91F1-6B4D7D8AB420}"/>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경로만 다르게</a:t>
            </a:r>
          </a:p>
        </p:txBody>
      </p:sp>
      <p:sp>
        <p:nvSpPr>
          <p:cNvPr id="19" name="캐릭터 질문 2">
            <a:extLst xmlns:a="http://schemas.openxmlformats.org/drawingml/2006/main">
              <a:ext uri="{FF2B5EF4-FFF2-40B4-BE49-F238E27FC236}">
                <a16:creationId xmlns:a16="http://schemas.microsoft.com/office/drawing/2014/main" id="{A8ECAFDE-9A55-42DC-98C0-EBAC17BCEC47}"/>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비교해 볼까?</a:t>
            </a:r>
          </a:p>
        </p:txBody>
      </p:sp>
      <p:sp>
        <p:nvSpPr>
          <p:cNvPr id="20" name="참조 R03-22 여백 있는 말풍선">
            <a:extLst xmlns:a="http://schemas.openxmlformats.org/drawingml/2006/main">
              <a:ext uri="{FF2B5EF4-FFF2-40B4-BE49-F238E27FC236}">
                <a16:creationId xmlns:a16="http://schemas.microsoft.com/office/drawing/2014/main" id="{F5D6784C-EBE0-4EC6-B024-7335E0A17B22}"/>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A43C0C54-3E0F-48E1-A4C9-9592252AE2F5}"/>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5E9BF5CA-8DAC-400C-837B-AEC4435157D6}"/>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나머지 조건은</a:t>
            </a:r>
          </a:p>
        </p:txBody>
      </p:sp>
      <p:sp>
        <p:nvSpPr>
          <p:cNvPr id="23" name="캐릭터 질문 2">
            <a:extLst xmlns:a="http://schemas.openxmlformats.org/drawingml/2006/main">
              <a:ext uri="{FF2B5EF4-FFF2-40B4-BE49-F238E27FC236}">
                <a16:creationId xmlns:a16="http://schemas.microsoft.com/office/drawing/2014/main" id="{6C0144C6-011A-414E-8DA2-85512D182430}"/>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모두 같게!</a:t>
            </a:r>
          </a:p>
        </p:txBody>
      </p:sp>
    </p:spTree>
    <p:extLst>
      <p:ext uri="{BB962C8B-B14F-4D97-AF65-F5344CB8AC3E}">
        <p14:creationId xmlns:p14="http://schemas.microsoft.com/office/powerpoint/2010/main" val="15657570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2BB30FDC-5150-43B7-9ECB-25B73E856A8C}"/>
              </a:ext>
            </a:extLst>
          </p:cNvPr>
          <p:cNvPicPr>
            <a:picLocks xmlns:a="http://schemas.openxmlformats.org/drawingml/2006/main" noChangeAspect="1"/>
          </p:cNvPicPr>
          <p:nvPr/>
        </p:nvPicPr>
        <p:blipFill>
          <a:blip xmlns:r="http://schemas.openxmlformats.org/officeDocument/2006/relationships" xmlns:a="http://schemas.openxmlformats.org/drawingml/2006/main" r:embed="R1aa8bdc2f3aa4f4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4FCF4B1-D8AA-47B6-9FBB-D311D445A21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A6800E1-6203-40D5-90FB-96FDCA9E043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ECAF809-A6CA-4405-9EC6-7D4796FA17E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F4C4880-E45B-4754-A2AC-5C36761D573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147A6CA9-F08D-4CE4-B167-05F89CFEBC42}"/>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D8C33E27-36E2-4519-9295-301FF32853AB}"/>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B6B400A5-89FF-4A3D-92F2-4787CB4162F9}"/>
              </a:ext>
            </a:extLst>
          </p:cNvPr>
          <p:cNvPicPr>
            <a:picLocks xmlns:a="http://schemas.openxmlformats.org/drawingml/2006/main" noChangeAspect="1"/>
          </p:cNvPicPr>
          <p:nvPr/>
        </p:nvPicPr>
        <p:blipFill>
          <a:blip xmlns:r="http://schemas.openxmlformats.org/officeDocument/2006/relationships" xmlns:a="http://schemas.openxmlformats.org/drawingml/2006/main" r:embed="Rc9ebfd9abd264bc0"/>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3342A169-00EF-4302-9907-B44839DBA4B7}"/>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B45A9979-0FC9-4932-B360-690EAEF47EDB}"/>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a:t>Δ</a:t>
            </a:r>
            <a:r>
              <a:rPr sz="3600" i="1">
                <a:latin typeface="Pretendard"/>
                <a:ea typeface="Pretendard"/>
                <a:cs typeface="Pretendard"/>
              </a:rPr>
              <a:t>H</a:t>
            </a:r>
            <a:r>
              <a:rPr sz="3600"/>
              <a:t>₁ = −189.3 kJ</a:t>
            </a:r>
          </a:p>
        </p:txBody>
      </p:sp>
      <p:sp>
        <p:nvSpPr>
          <p:cNvPr id="11" name="text">
            <a:extLst xmlns:a="http://schemas.openxmlformats.org/drawingml/2006/main">
              <a:ext uri="{FF2B5EF4-FFF2-40B4-BE49-F238E27FC236}">
                <a16:creationId xmlns:a16="http://schemas.microsoft.com/office/drawing/2014/main" id="{ECB2ECB3-1529-47C3-88A4-58E26321AD70}"/>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49FBE90A-B46C-4D6E-A091-5B89C97189D0}"/>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a:t>Δ</a:t>
            </a:r>
            <a:r>
              <a:rPr sz="3600" i="1">
                <a:latin typeface="Pretendard"/>
                <a:ea typeface="Pretendard"/>
                <a:cs typeface="Pretendard"/>
              </a:rPr>
              <a:t>H</a:t>
            </a:r>
            <a:r>
              <a:rPr sz="3600"/>
              <a:t>₂ + </a:t>
            </a:r>
            <a:r>
              <a:rPr sz="3600"/>
              <a:t>Δ</a:t>
            </a:r>
            <a:r>
              <a:rPr sz="3600" i="1">
                <a:latin typeface="Pretendard"/>
                <a:ea typeface="Pretendard"/>
                <a:cs typeface="Pretendard"/>
              </a:rPr>
              <a:t>H</a:t>
            </a:r>
            <a:r>
              <a:rPr sz="3600"/>
              <a:t>₃</a:t>
            </a:r>
          </a:p>
        </p:txBody>
      </p:sp>
      <p:sp>
        <p:nvSpPr>
          <p:cNvPr id="13" name="text">
            <a:extLst xmlns:a="http://schemas.openxmlformats.org/drawingml/2006/main">
              <a:ext uri="{FF2B5EF4-FFF2-40B4-BE49-F238E27FC236}">
                <a16:creationId xmlns:a16="http://schemas.microsoft.com/office/drawing/2014/main" id="{2DA947C6-FC86-4898-BA86-65A635C19D36}"/>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807E7F29-DA94-4DA9-99D1-B95112DA4A0A}"/>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57962F"/>
                </a:solidFill>
                <a:latin typeface="Pretendard"/>
                <a:ea typeface="Pretendard"/>
                <a:cs typeface="Pretendard"/>
              </a:defRPr>
            </a:defPPr>
            <a:lvl1pPr algn="l">
              <a:defRPr sz="3600" b="1">
                <a:solidFill>
                  <a:srgbClr val="57962F"/>
                </a:solidFill>
                <a:latin typeface="Pretendard"/>
                <a:ea typeface="Pretendard"/>
                <a:cs typeface="Pretendard"/>
              </a:defRPr>
            </a:lvl1pPr>
            <a:lvl2pPr algn="l">
              <a:defRPr sz="3600" b="1">
                <a:solidFill>
                  <a:srgbClr val="57962F"/>
                </a:solidFill>
                <a:latin typeface="Pretendard"/>
                <a:ea typeface="Pretendard"/>
                <a:cs typeface="Pretendard"/>
              </a:defRPr>
            </a:lvl2pPr>
            <a:lvl3pPr algn="l">
              <a:defRPr sz="3600" b="1">
                <a:solidFill>
                  <a:srgbClr val="57962F"/>
                </a:solidFill>
                <a:latin typeface="Pretendard"/>
                <a:ea typeface="Pretendard"/>
                <a:cs typeface="Pretendard"/>
              </a:defRPr>
            </a:lvl3pPr>
            <a:lvl4pPr algn="l">
              <a:defRPr sz="3600" b="1">
                <a:solidFill>
                  <a:srgbClr val="57962F"/>
                </a:solidFill>
                <a:latin typeface="Pretendard"/>
                <a:ea typeface="Pretendard"/>
                <a:cs typeface="Pretendard"/>
              </a:defRPr>
            </a:lvl4pPr>
            <a:lvl5pPr algn="l">
              <a:defRPr sz="3600" b="1">
                <a:solidFill>
                  <a:srgbClr val="57962F"/>
                </a:solidFill>
                <a:latin typeface="Pretendard"/>
                <a:ea typeface="Pretendard"/>
                <a:cs typeface="Pretendard"/>
              </a:defRPr>
            </a:lvl5pPr>
            <a:lvl6pPr algn="l">
              <a:defRPr sz="3600" b="1">
                <a:solidFill>
                  <a:srgbClr val="57962F"/>
                </a:solidFill>
                <a:latin typeface="Pretendard"/>
                <a:ea typeface="Pretendard"/>
                <a:cs typeface="Pretendard"/>
              </a:defRPr>
            </a:lvl6pPr>
            <a:lvl7pPr algn="l">
              <a:defRPr sz="3600" b="1">
                <a:solidFill>
                  <a:srgbClr val="57962F"/>
                </a:solidFill>
                <a:latin typeface="Pretendard"/>
                <a:ea typeface="Pretendard"/>
                <a:cs typeface="Pretendard"/>
              </a:defRPr>
            </a:lvl7pPr>
            <a:lvl8pPr algn="l">
              <a:defRPr sz="3600" b="1">
                <a:solidFill>
                  <a:srgbClr val="57962F"/>
                </a:solidFill>
                <a:latin typeface="Pretendard"/>
                <a:ea typeface="Pretendard"/>
                <a:cs typeface="Pretendard"/>
              </a:defRPr>
            </a:lvl8pPr>
            <a:lvl9pPr algn="l">
              <a:defRPr sz="3600" b="1">
                <a:solidFill>
                  <a:srgbClr val="57962F"/>
                </a:solidFill>
                <a:latin typeface="Pretendard"/>
                <a:ea typeface="Pretendard"/>
                <a:cs typeface="Pretendard"/>
              </a:defRPr>
            </a:lvl9pPr>
          </a:lstStyle>
          <a:p xmlns:a="http://schemas.openxmlformats.org/drawingml/2006/main">
            <a:pPr algn="l">
              <a:defRPr sz="3600" b="1">
                <a:solidFill>
                  <a:srgbClr val="57962F"/>
                </a:solidFill>
                <a:latin typeface="Pretendard"/>
                <a:ea typeface="Pretendard"/>
                <a:cs typeface="Pretendard"/>
              </a:defRPr>
            </a:pPr>
            <a:r>
              <a:rPr sz="360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B6FE85E3-7755-4487-9476-FBD750D79319}"/>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75B429B9-7B5A-4B45-92A4-B5A5298B3A6B}"/>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rPr sz="3600"/>
              <a:t>Δ</a:t>
            </a:r>
            <a:r>
              <a:rPr sz="3600" i="1">
                <a:latin typeface="Pretendard"/>
                <a:ea typeface="Pretendard"/>
                <a:cs typeface="Pretendard"/>
              </a:rPr>
              <a:t>H</a:t>
            </a:r>
            <a:r>
              <a:rPr sz="3600"/>
              <a:t>₁ = </a:t>
            </a:r>
            <a:r>
              <a:rPr sz="3600"/>
              <a:t>Δ</a:t>
            </a:r>
            <a:r>
              <a:rPr sz="3600" i="1">
                <a:latin typeface="Pretendard"/>
                <a:ea typeface="Pretendard"/>
                <a:cs typeface="Pretendard"/>
              </a:rPr>
              <a:t>H</a:t>
            </a:r>
            <a:r>
              <a:rPr sz="3600"/>
              <a:t>₂ + </a:t>
            </a:r>
            <a:r>
              <a:rPr sz="3600"/>
              <a:t>Δ</a:t>
            </a:r>
            <a:r>
              <a:rPr sz="3600" i="1">
                <a:latin typeface="Pretendard"/>
                <a:ea typeface="Pretendard"/>
                <a:cs typeface="Pretendard"/>
              </a:rPr>
              <a:t>H</a:t>
            </a:r>
            <a:r>
              <a:rPr sz="3600"/>
              <a:t>₃</a:t>
            </a:r>
          </a:p>
        </p:txBody>
      </p:sp>
    </p:spTree>
    <p:extLst>
      <p:ext uri="{BB962C8B-B14F-4D97-AF65-F5344CB8AC3E}">
        <p14:creationId xmlns:p14="http://schemas.microsoft.com/office/powerpoint/2010/main" val="3704819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AB0E045-BE08-4CCB-B4A1-704B0B27909B}"/>
              </a:ext>
            </a:extLst>
          </p:cNvPr>
          <p:cNvPicPr>
            <a:picLocks xmlns:a="http://schemas.openxmlformats.org/drawingml/2006/main" noChangeAspect="1"/>
          </p:cNvPicPr>
          <p:nvPr/>
        </p:nvPicPr>
        <p:blipFill>
          <a:blip xmlns:r="http://schemas.openxmlformats.org/officeDocument/2006/relationships" xmlns:a="http://schemas.openxmlformats.org/drawingml/2006/main" r:embed="R90262bf7afd4486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F7F3008-2166-466B-9201-65B9A803854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9E6A41F-C170-443E-A5F2-457B0ABD21C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02C9844-C821-4ACC-80E5-07D2E471CE4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6067E33-E950-46DC-AAC7-3547322D6C3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A75557A5-2555-4CF9-92E0-B26A399A447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1DB906F4-1CC8-4CD5-AA90-C2B5E256F7D8}"/>
              </a:ext>
            </a:extLst>
          </p:cNvPr>
          <p:cNvPicPr>
            <a:picLocks xmlns:a="http://schemas.openxmlformats.org/drawingml/2006/main" noChangeAspect="1"/>
          </p:cNvPicPr>
          <p:nvPr/>
        </p:nvPicPr>
        <p:blipFill>
          <a:blip xmlns:r="http://schemas.openxmlformats.org/officeDocument/2006/relationships" xmlns:a="http://schemas.openxmlformats.org/drawingml/2006/main" r:embed="Rbf4ac806aa9b48b4"/>
          <a:stretch xmlns:a="http://schemas.openxmlformats.org/drawingml/2006/main"/>
        </p:blipFill>
        <p:spPr>
          <a:xfrm xmlns:a="http://schemas.openxmlformats.org/drawingml/2006/main">
            <a:off x="1905000" y="4922520"/>
            <a:ext cx="13844588" cy="81438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709A43D-FC7F-4416-9ED4-1FF4C60149E1}"/>
              </a:ext>
            </a:extLst>
          </p:cNvPr>
          <p:cNvPicPr>
            <a:picLocks xmlns:a="http://schemas.openxmlformats.org/drawingml/2006/main" noChangeAspect="1"/>
          </p:cNvPicPr>
          <p:nvPr/>
        </p:nvPicPr>
        <p:blipFill>
          <a:blip xmlns:r="http://schemas.openxmlformats.org/officeDocument/2006/relationships" xmlns:a="http://schemas.openxmlformats.org/drawingml/2006/main" r:embed="R805b33c0a6074474"/>
          <a:stretch xmlns:a="http://schemas.openxmlformats.org/drawingml/2006/main"/>
        </p:blipFill>
        <p:spPr>
          <a:xfrm xmlns:a="http://schemas.openxmlformats.org/drawingml/2006/main">
            <a:off x="1905000" y="5631656"/>
            <a:ext cx="15066169" cy="814388"/>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0D051465-2B69-42E6-A30C-3376FCC0C1F3}"/>
              </a:ext>
            </a:extLst>
          </p:cNvPr>
          <p:cNvSpPr>
            <a:spLocks xmlns:a="http://schemas.openxmlformats.org/drawingml/2006/main" noGrp="1"/>
          </p:cNvSpPr>
          <p:nvPr/>
        </p:nvSpPr>
        <p:spPr>
          <a:xfrm xmlns:a="http://schemas.openxmlformats.org/drawingml/2006/main">
            <a:off x="2219325" y="6560344"/>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B3F0E246-EB70-4842-9941-21A6221C9966}"/>
              </a:ext>
            </a:extLst>
          </p:cNvPr>
          <p:cNvPicPr>
            <a:picLocks xmlns:a="http://schemas.openxmlformats.org/drawingml/2006/main" noChangeAspect="1"/>
          </p:cNvPicPr>
          <p:nvPr/>
        </p:nvPicPr>
        <p:blipFill>
          <a:blip xmlns:r="http://schemas.openxmlformats.org/officeDocument/2006/relationships" xmlns:a="http://schemas.openxmlformats.org/drawingml/2006/main" r:embed="R906c9847a08a428e"/>
          <a:stretch xmlns:a="http://schemas.openxmlformats.org/drawingml/2006/main"/>
        </p:blipFill>
        <p:spPr>
          <a:xfrm xmlns:a="http://schemas.openxmlformats.org/drawingml/2006/main">
            <a:off x="1905000" y="6647498"/>
            <a:ext cx="13844588" cy="814388"/>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55124BB8-7EB5-41AC-A4E5-138CC9B6A4FE}"/>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CEBBC143-F340-4CD0-8422-0048EFB73AC1}"/>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19085933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A961901-78F6-4DFB-9F6D-943455422738}"/>
              </a:ext>
            </a:extLst>
          </p:cNvPr>
          <p:cNvPicPr>
            <a:picLocks xmlns:a="http://schemas.openxmlformats.org/drawingml/2006/main" noChangeAspect="1"/>
          </p:cNvPicPr>
          <p:nvPr/>
        </p:nvPicPr>
        <p:blipFill>
          <a:blip xmlns:r="http://schemas.openxmlformats.org/officeDocument/2006/relationships" xmlns:a="http://schemas.openxmlformats.org/drawingml/2006/main" r:embed="Rf6f8e313a45741f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8C643A0-F394-45A0-BCC7-50E79C8B5D2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6627992-ACAC-4AAB-B72F-4828B401F05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15473FC-1534-4C62-93F5-B79383262AB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A4CF6DA-32F3-4E6E-97DB-6A56F26B181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477373D9-2FF7-40A7-B977-BAE6BB522B7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7514AC20-33ED-48ED-8DAD-BE98CA9C11FF}"/>
              </a:ext>
            </a:extLst>
          </p:cNvPr>
          <p:cNvPicPr>
            <a:picLocks xmlns:a="http://schemas.openxmlformats.org/drawingml/2006/main" noChangeAspect="1"/>
          </p:cNvPicPr>
          <p:nvPr/>
        </p:nvPicPr>
        <p:blipFill>
          <a:blip xmlns:r="http://schemas.openxmlformats.org/officeDocument/2006/relationships" xmlns:a="http://schemas.openxmlformats.org/drawingml/2006/main" r:embed="Re1e79adf2e424e38"/>
          <a:stretch xmlns:a="http://schemas.openxmlformats.org/drawingml/2006/main"/>
        </p:blipFill>
        <p:spPr>
          <a:xfrm xmlns:a="http://schemas.openxmlformats.org/drawingml/2006/main">
            <a:off x="2247900" y="4866477"/>
            <a:ext cx="13811250" cy="1313499"/>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1EF32A0-151E-4B52-8262-5225CC662F2B}"/>
              </a:ext>
            </a:extLst>
          </p:cNvPr>
          <p:cNvPicPr>
            <a:picLocks xmlns:a="http://schemas.openxmlformats.org/drawingml/2006/main" noChangeAspect="1"/>
          </p:cNvPicPr>
          <p:nvPr/>
        </p:nvPicPr>
        <p:blipFill>
          <a:blip xmlns:r="http://schemas.openxmlformats.org/officeDocument/2006/relationships" xmlns:a="http://schemas.openxmlformats.org/drawingml/2006/main" r:embed="R8fa3ae27dff24155"/>
          <a:stretch xmlns:a="http://schemas.openxmlformats.org/drawingml/2006/main"/>
        </p:blipFill>
        <p:spPr>
          <a:xfrm xmlns:a="http://schemas.openxmlformats.org/drawingml/2006/main">
            <a:off x="2247900" y="6033818"/>
            <a:ext cx="13811250" cy="1313499"/>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8F38C45E-D150-4A7F-B8BF-384FD247F8AF}"/>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02391A5B-623C-4A05-80FE-E52AA9F7D195}"/>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
        <p:nvSpPr>
          <p:cNvPr id="11" name="text">
            <a:extLst xmlns:a="http://schemas.openxmlformats.org/drawingml/2006/main">
              <a:ext uri="{FF2B5EF4-FFF2-40B4-BE49-F238E27FC236}">
                <a16:creationId xmlns:a16="http://schemas.microsoft.com/office/drawing/2014/main" id="{1273B1ED-7DA8-4D16-8927-DC7693C88EB3}"/>
              </a:ext>
            </a:extLst>
          </p:cNvPr>
          <p:cNvSpPr>
            <a:spLocks xmlns:a="http://schemas.openxmlformats.org/drawingml/2006/main" noGrp="1"/>
          </p:cNvSpPr>
          <p:nvPr/>
        </p:nvSpPr>
        <p:spPr>
          <a:xfrm xmlns:a="http://schemas.openxmlformats.org/drawingml/2006/main">
            <a:off x="2286000" y="74866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계수 2배</a:t>
            </a:r>
          </a:p>
        </p:txBody>
      </p:sp>
      <p:sp>
        <p:nvSpPr>
          <p:cNvPr id="12" name="text">
            <a:extLst xmlns:a="http://schemas.openxmlformats.org/drawingml/2006/main">
              <a:ext uri="{FF2B5EF4-FFF2-40B4-BE49-F238E27FC236}">
                <a16:creationId xmlns:a16="http://schemas.microsoft.com/office/drawing/2014/main" id="{512FB3AC-E702-424C-A861-219EEE9DEC16}"/>
              </a:ext>
            </a:extLst>
          </p:cNvPr>
          <p:cNvSpPr>
            <a:spLocks xmlns:a="http://schemas.openxmlformats.org/drawingml/2006/main" noGrp="1"/>
          </p:cNvSpPr>
          <p:nvPr/>
        </p:nvSpPr>
        <p:spPr>
          <a:xfrm xmlns:a="http://schemas.openxmlformats.org/drawingml/2006/main">
            <a:off x="11477625" y="74866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t>Δ</a:t>
            </a:r>
            <a:r>
              <a:rPr i="1">
                <a:latin typeface="Pretendard"/>
                <a:ea typeface="Pretendard"/>
                <a:cs typeface="Pretendard"/>
              </a:rPr>
              <a:t>H</a:t>
            </a:r>
            <a:r>
              <a:t>도 2배</a:t>
            </a:r>
          </a:p>
        </p:txBody>
      </p:sp>
    </p:spTree>
    <p:extLst>
      <p:ext uri="{BB962C8B-B14F-4D97-AF65-F5344CB8AC3E}">
        <p14:creationId xmlns:p14="http://schemas.microsoft.com/office/powerpoint/2010/main" val="76966092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9EF8FAD-53B6-44D9-9128-C04DE0A5715E}"/>
              </a:ext>
            </a:extLst>
          </p:cNvPr>
          <p:cNvPicPr>
            <a:picLocks xmlns:a="http://schemas.openxmlformats.org/drawingml/2006/main" noChangeAspect="1"/>
          </p:cNvPicPr>
          <p:nvPr/>
        </p:nvPicPr>
        <p:blipFill>
          <a:blip xmlns:r="http://schemas.openxmlformats.org/officeDocument/2006/relationships" xmlns:a="http://schemas.openxmlformats.org/drawingml/2006/main" r:embed="R7c94dbf65c30449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E1E06D3-4664-4B98-86A1-3FFAEE01A5B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031EFB0-B5B4-41C0-9ECF-81A897C0535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5C9A9EAD-766C-42D2-9AE3-96D6453A45B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0E2B530-D9DE-45E5-83CD-3421001C24E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3CC1D004-EB05-4F20-91B2-97623FB57D3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2889B86F-61B3-42DB-9E51-1F0828D25274}"/>
              </a:ext>
            </a:extLst>
          </p:cNvPr>
          <p:cNvPicPr>
            <a:picLocks xmlns:a="http://schemas.openxmlformats.org/drawingml/2006/main" noChangeAspect="1"/>
          </p:cNvPicPr>
          <p:nvPr/>
        </p:nvPicPr>
        <p:blipFill>
          <a:blip xmlns:r="http://schemas.openxmlformats.org/officeDocument/2006/relationships" xmlns:a="http://schemas.openxmlformats.org/drawingml/2006/main" r:embed="R8ec3fa4eb1094845"/>
          <a:stretch xmlns:a="http://schemas.openxmlformats.org/drawingml/2006/main"/>
        </p:blipFill>
        <p:spPr>
          <a:xfrm xmlns:a="http://schemas.openxmlformats.org/drawingml/2006/main">
            <a:off x="2247929" y="5029187"/>
            <a:ext cx="13811193" cy="89104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8958CBD8-13AA-442F-AE2C-E85670DDCA9C}"/>
              </a:ext>
            </a:extLst>
          </p:cNvPr>
          <p:cNvPicPr>
            <a:picLocks xmlns:a="http://schemas.openxmlformats.org/drawingml/2006/main" noChangeAspect="1"/>
          </p:cNvPicPr>
          <p:nvPr/>
        </p:nvPicPr>
        <p:blipFill>
          <a:blip xmlns:r="http://schemas.openxmlformats.org/officeDocument/2006/relationships" xmlns:a="http://schemas.openxmlformats.org/drawingml/2006/main" r:embed="R596011444425460c"/>
          <a:stretch xmlns:a="http://schemas.openxmlformats.org/drawingml/2006/main"/>
        </p:blipFill>
        <p:spPr>
          <a:xfrm xmlns:a="http://schemas.openxmlformats.org/drawingml/2006/main">
            <a:off x="1332671" y="5997033"/>
            <a:ext cx="15622658" cy="961394"/>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BB7AD530-F8AF-4771-839E-591AFFC64FC7}"/>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98CF0143-4DBD-4FFA-972A-E9E7F8CE32E9}"/>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
        <p:nvSpPr>
          <p:cNvPr id="11" name="text">
            <a:extLst xmlns:a="http://schemas.openxmlformats.org/drawingml/2006/main">
              <a:ext uri="{FF2B5EF4-FFF2-40B4-BE49-F238E27FC236}">
                <a16:creationId xmlns:a16="http://schemas.microsoft.com/office/drawing/2014/main" id="{41905414-4A98-4D06-B92F-D1835B9E6F14}"/>
              </a:ext>
            </a:extLst>
          </p:cNvPr>
          <p:cNvSpPr>
            <a:spLocks xmlns:a="http://schemas.openxmlformats.org/drawingml/2006/main" noGrp="1"/>
          </p:cNvSpPr>
          <p:nvPr/>
        </p:nvSpPr>
        <p:spPr>
          <a:xfrm xmlns:a="http://schemas.openxmlformats.org/drawingml/2006/main">
            <a:off x="11430000" y="4593922"/>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발열 반응</a:t>
            </a:r>
          </a:p>
        </p:txBody>
      </p:sp>
      <p:sp>
        <p:nvSpPr>
          <p:cNvPr id="12" name="text">
            <a:extLst xmlns:a="http://schemas.openxmlformats.org/drawingml/2006/main">
              <a:ext uri="{FF2B5EF4-FFF2-40B4-BE49-F238E27FC236}">
                <a16:creationId xmlns:a16="http://schemas.microsoft.com/office/drawing/2014/main" id="{CC3C7612-8704-4DB3-8CA6-34EDDE48A285}"/>
              </a:ext>
            </a:extLst>
          </p:cNvPr>
          <p:cNvSpPr>
            <a:spLocks xmlns:a="http://schemas.openxmlformats.org/drawingml/2006/main" noGrp="1"/>
          </p:cNvSpPr>
          <p:nvPr/>
        </p:nvSpPr>
        <p:spPr>
          <a:xfrm xmlns:a="http://schemas.openxmlformats.org/drawingml/2006/main">
            <a:off x="11430000" y="6874178"/>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흡열 반응</a:t>
            </a:r>
          </a:p>
        </p:txBody>
      </p:sp>
    </p:spTree>
    <p:extLst>
      <p:ext uri="{BB962C8B-B14F-4D97-AF65-F5344CB8AC3E}">
        <p14:creationId xmlns:p14="http://schemas.microsoft.com/office/powerpoint/2010/main" val="17134892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423B6D49-D025-46BE-AC86-C794B93C7217}"/>
              </a:ext>
            </a:extLst>
          </p:cNvPr>
          <p:cNvPicPr>
            <a:picLocks xmlns:a="http://schemas.openxmlformats.org/drawingml/2006/main" noChangeAspect="1"/>
          </p:cNvPicPr>
          <p:nvPr/>
        </p:nvPicPr>
        <p:blipFill>
          <a:blip xmlns:r="http://schemas.openxmlformats.org/officeDocument/2006/relationships" xmlns:a="http://schemas.openxmlformats.org/drawingml/2006/main" r:embed="Rf0e364028c90475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D74C8B0-7F83-4C70-8E0C-5B76D40D10C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2625A27-4EA3-4897-8927-FA7366AC414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778ABF6E-A256-4EAD-9FDA-6CACD51163E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F120F53-4300-40D3-9FBC-5041182FCC3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AAE07BE8-D33A-4669-B270-418476F315C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944445D7-9922-4B8C-B39F-D851CB5F025A}"/>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5429250"/>
                <a:gridCol w="5905500"/>
              </a:tblGrid>
              <a:tr h="952500">
                <a:tc>
                  <a:txBody>
                    <a:bodyPr wrap="none" lIns="114300" tIns="114300" rIns="114300" bIns="114300"/>
                    <a:lstStyle/>
                    <a:p>
                      <a:pPr algn="ctr"/>
                      <a:r>
                        <a:rPr sz="315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각 </a:t>
                      </a: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90CA9001-7B6D-4F21-9E0B-C9E072608B7F}"/>
              </a:ext>
            </a:extLst>
          </p:cNvPr>
          <p:cNvSpPr>
            <a:spLocks xmlns:a="http://schemas.openxmlformats.org/drawingml/2006/main" noGrp="1"/>
          </p:cNvSpPr>
          <p:nvPr/>
        </p:nvSpPr>
        <p:spPr>
          <a:xfrm xmlns:a="http://schemas.openxmlformats.org/drawingml/2006/main" rot="0">
            <a:off x="34766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452931A4-AB95-43A0-A04B-0275A20532FE}"/>
              </a:ext>
            </a:extLst>
          </p:cNvPr>
          <p:cNvSpPr>
            <a:spLocks xmlns:a="http://schemas.openxmlformats.org/drawingml/2006/main" noGrp="1"/>
          </p:cNvSpPr>
          <p:nvPr/>
        </p:nvSpPr>
        <p:spPr>
          <a:xfrm xmlns:a="http://schemas.openxmlformats.org/drawingml/2006/main" rot="5400000">
            <a:off x="1462087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3692DBE-1DDC-466D-B5BF-F3B14C40D54F}"/>
              </a:ext>
            </a:extLst>
          </p:cNvPr>
          <p:cNvSpPr>
            <a:spLocks xmlns:a="http://schemas.openxmlformats.org/drawingml/2006/main" noGrp="1"/>
          </p:cNvSpPr>
          <p:nvPr/>
        </p:nvSpPr>
        <p:spPr>
          <a:xfrm xmlns:a="http://schemas.openxmlformats.org/drawingml/2006/main" rot="10800000">
            <a:off x="1462087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B36F509-D8F2-43A7-BA7D-2155A85F24F7}"/>
              </a:ext>
            </a:extLst>
          </p:cNvPr>
          <p:cNvSpPr>
            <a:spLocks xmlns:a="http://schemas.openxmlformats.org/drawingml/2006/main" noGrp="1"/>
          </p:cNvSpPr>
          <p:nvPr/>
        </p:nvSpPr>
        <p:spPr>
          <a:xfrm xmlns:a="http://schemas.openxmlformats.org/drawingml/2006/main" rot="16200000">
            <a:off x="347662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751001926"/>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3234A78-535F-4CA5-B2DC-BFE96B9B1036}"/>
              </a:ext>
            </a:extLst>
          </p:cNvPr>
          <p:cNvPicPr>
            <a:picLocks xmlns:a="http://schemas.openxmlformats.org/drawingml/2006/main" noChangeAspect="1"/>
          </p:cNvPicPr>
          <p:nvPr/>
        </p:nvPicPr>
        <p:blipFill>
          <a:blip xmlns:r="http://schemas.openxmlformats.org/officeDocument/2006/relationships" xmlns:a="http://schemas.openxmlformats.org/drawingml/2006/main" r:embed="R00cc2796f6e746a7"/>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11786CB1-C39E-4A73-932A-0F53FBE3A39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1C57B0E9-328E-4D97-94F4-7A129F7211A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177B0D15-A335-4B16-BD61-1E830463C4FD}"/>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B2444624-D4FF-4A14-AF41-597DF0A59FE7}"/>
              </a:ext>
            </a:extLst>
          </p:cNvPr>
          <p:cNvPicPr>
            <a:picLocks xmlns:a="http://schemas.openxmlformats.org/drawingml/2006/main" noChangeAspect="1"/>
          </p:cNvPicPr>
          <p:nvPr/>
        </p:nvPicPr>
        <p:blipFill>
          <a:blip xmlns:r="http://schemas.openxmlformats.org/officeDocument/2006/relationships" xmlns:a="http://schemas.openxmlformats.org/drawingml/2006/main" r:embed="Rd56941ab28834fa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69686382-86E9-40DA-82EE-11593E3C857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83A9E367-B5E5-43DB-B06B-A08766C402BD}"/>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8" name="text">
            <a:extLst xmlns:a="http://schemas.openxmlformats.org/drawingml/2006/main">
              <a:ext uri="{FF2B5EF4-FFF2-40B4-BE49-F238E27FC236}">
                <a16:creationId xmlns:a16="http://schemas.microsoft.com/office/drawing/2014/main" id="{D40D4E7E-B049-4C55-A0C3-8D312BE15A46}"/>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9" name="text">
            <a:extLst xmlns:a="http://schemas.openxmlformats.org/drawingml/2006/main">
              <a:ext uri="{FF2B5EF4-FFF2-40B4-BE49-F238E27FC236}">
                <a16:creationId xmlns:a16="http://schemas.microsoft.com/office/drawing/2014/main" id="{1DC968FF-8AB9-406E-B8B5-8139F1090217}"/>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63205167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38B576B4-FFC9-4ABD-9E17-77800CDCF2AA}"/>
              </a:ext>
            </a:extLst>
          </p:cNvPr>
          <p:cNvPicPr>
            <a:picLocks xmlns:a="http://schemas.openxmlformats.org/drawingml/2006/main" noChangeAspect="1"/>
          </p:cNvPicPr>
          <p:nvPr/>
        </p:nvPicPr>
        <p:blipFill>
          <a:blip xmlns:r="http://schemas.openxmlformats.org/officeDocument/2006/relationships" xmlns:a="http://schemas.openxmlformats.org/drawingml/2006/main" r:embed="R67e1e7e4c5414ff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E95D7CA-515A-422E-9A89-B598E0822ED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38940BE-8BF3-4BB5-B913-DCFE776D117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D024742-6D15-43C4-B458-1ED77AC1468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2814C29-0A67-433A-894C-560C296E5F7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B277368-C401-4D6A-8E9E-9253D33CC4D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pic>
        <p:nvPicPr>
          <p:cNvPr id="7" name="">
            <a:extLst xmlns:a="http://schemas.openxmlformats.org/drawingml/2006/main">
              <a:ext uri="{FF2B5EF4-FFF2-40B4-BE49-F238E27FC236}">
                <a16:creationId xmlns:a16="http://schemas.microsoft.com/office/drawing/2014/main" id="{B85D172B-5BCF-459C-9A5D-0A7B723D7F73}"/>
              </a:ext>
            </a:extLst>
          </p:cNvPr>
          <p:cNvPicPr>
            <a:picLocks xmlns:a="http://schemas.openxmlformats.org/drawingml/2006/main" noChangeAspect="1"/>
          </p:cNvPicPr>
          <p:nvPr/>
        </p:nvPicPr>
        <p:blipFill>
          <a:blip xmlns:r="http://schemas.openxmlformats.org/officeDocument/2006/relationships" xmlns:a="http://schemas.openxmlformats.org/drawingml/2006/main" r:embed="R62128a0255644caa"/>
          <a:stretch xmlns:a="http://schemas.openxmlformats.org/drawingml/2006/main"/>
        </p:blipFill>
        <p:spPr>
          <a:xfrm xmlns:a="http://schemas.openxmlformats.org/drawingml/2006/main">
            <a:off x="2503792" y="5238750"/>
            <a:ext cx="2755292" cy="4238625"/>
          </a:xfrm>
          <a:prstGeom xmlns:a="http://schemas.openxmlformats.org/drawingml/2006/main" prst="rect">
            <a:avLst/>
          </a:prstGeom>
        </p:spPr>
      </p:pic>
      <p:sp>
        <p:nvSpPr>
          <p:cNvPr id="8" name="참조 R03-22 여백 있는 말풍선">
            <a:extLst xmlns:a="http://schemas.openxmlformats.org/drawingml/2006/main">
              <a:ext uri="{FF2B5EF4-FFF2-40B4-BE49-F238E27FC236}">
                <a16:creationId xmlns:a16="http://schemas.microsoft.com/office/drawing/2014/main" id="{C770414D-0E73-4382-84C4-02363E6FD105}"/>
              </a:ext>
            </a:extLst>
          </p:cNvPr>
          <p:cNvSpPr>
            <a:spLocks xmlns:a="http://schemas.openxmlformats.org/drawingml/2006/main" noGrp="1"/>
          </p:cNvSpPr>
          <p:nvPr/>
        </p:nvSpPr>
        <p:spPr>
          <a:xfrm xmlns:a="http://schemas.openxmlformats.org/drawingml/2006/main">
            <a:off x="1524000" y="3714750"/>
            <a:ext cx="4524375" cy="1390650"/>
          </a:xfrm>
          <a:prstGeom xmlns:a="http://schemas.openxmlformats.org/drawingml/2006/main" prst="roundRect">
            <a:avLst>
              <a:gd name="adj" fmla="val 17808"/>
            </a:avLst>
          </a:prstGeom>
          <a:solidFill xmlns:a="http://schemas.openxmlformats.org/drawingml/2006/main">
            <a:srgbClr val="F5F5F5"/>
          </a:solidFill>
          <a:ln xmlns:a="http://schemas.openxmlformats.org/drawingml/2006/main" w="0">
            <a:noFill/>
          </a:ln>
        </p:spPr>
      </p:sp>
      <p:sp>
        <p:nvSpPr>
          <p:cNvPr id="9" name="인물 발화 연결 꼬리">
            <a:extLst xmlns:a="http://schemas.openxmlformats.org/drawingml/2006/main">
              <a:ext uri="{FF2B5EF4-FFF2-40B4-BE49-F238E27FC236}">
                <a16:creationId xmlns:a16="http://schemas.microsoft.com/office/drawing/2014/main" id="{7B319463-3BC8-4890-B427-23E975F00D81}"/>
              </a:ext>
            </a:extLst>
          </p:cNvPr>
          <p:cNvSpPr>
            <a:spLocks xmlns:a="http://schemas.openxmlformats.org/drawingml/2006/main" noGrp="1"/>
          </p:cNvSpPr>
          <p:nvPr/>
        </p:nvSpPr>
        <p:spPr>
          <a:xfrm xmlns:a="http://schemas.openxmlformats.org/drawingml/2006/main">
            <a:off x="3786188" y="50958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0" name="캐릭터 질문 1">
            <a:extLst xmlns:a="http://schemas.openxmlformats.org/drawingml/2006/main">
              <a:ext uri="{FF2B5EF4-FFF2-40B4-BE49-F238E27FC236}">
                <a16:creationId xmlns:a16="http://schemas.microsoft.com/office/drawing/2014/main" id="{E12B0154-945A-4E30-A9DB-983DC35EA374}"/>
              </a:ext>
            </a:extLst>
          </p:cNvPr>
          <p:cNvSpPr>
            <a:spLocks xmlns:a="http://schemas.openxmlformats.org/drawingml/2006/main" noGrp="1"/>
          </p:cNvSpPr>
          <p:nvPr/>
        </p:nvSpPr>
        <p:spPr>
          <a:xfrm xmlns:a="http://schemas.openxmlformats.org/drawingml/2006/main">
            <a:off x="1752600" y="3943350"/>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CO만 생길 때의 열을</a:t>
            </a:r>
          </a:p>
        </p:txBody>
      </p:sp>
      <p:sp>
        <p:nvSpPr>
          <p:cNvPr id="11" name="캐릭터 질문 2">
            <a:extLst xmlns:a="http://schemas.openxmlformats.org/drawingml/2006/main">
              <a:ext uri="{FF2B5EF4-FFF2-40B4-BE49-F238E27FC236}">
                <a16:creationId xmlns:a16="http://schemas.microsoft.com/office/drawing/2014/main" id="{0F7425C2-EFF6-49F1-B50A-DA8CC3797ACE}"/>
              </a:ext>
            </a:extLst>
          </p:cNvPr>
          <p:cNvSpPr>
            <a:spLocks xmlns:a="http://schemas.openxmlformats.org/drawingml/2006/main" noGrp="1"/>
          </p:cNvSpPr>
          <p:nvPr/>
        </p:nvSpPr>
        <p:spPr>
          <a:xfrm xmlns:a="http://schemas.openxmlformats.org/drawingml/2006/main">
            <a:off x="1752600" y="4410075"/>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어떻게 구할까?</a:t>
            </a:r>
          </a:p>
        </p:txBody>
      </p:sp>
      <p:sp>
        <p:nvSpPr>
          <p:cNvPr id="12" name="R04-33 표제와 해석 영역">
            <a:extLst xmlns:a="http://schemas.openxmlformats.org/drawingml/2006/main">
              <a:ext uri="{FF2B5EF4-FFF2-40B4-BE49-F238E27FC236}">
                <a16:creationId xmlns:a16="http://schemas.microsoft.com/office/drawing/2014/main" id="{2E0500D7-65AB-47F3-AAC4-D58CB7E0F0DA}"/>
              </a:ext>
            </a:extLst>
          </p:cNvPr>
          <p:cNvSpPr>
            <a:spLocks xmlns:a="http://schemas.openxmlformats.org/drawingml/2006/main" noGrp="1"/>
          </p:cNvSpPr>
          <p:nvPr/>
        </p:nvSpPr>
        <p:spPr>
          <a:xfrm xmlns:a="http://schemas.openxmlformats.org/drawingml/2006/main">
            <a:off x="6905625" y="390525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3" name="rich">
            <a:extLst xmlns:a="http://schemas.openxmlformats.org/drawingml/2006/main">
              <a:ext uri="{FF2B5EF4-FFF2-40B4-BE49-F238E27FC236}">
                <a16:creationId xmlns:a16="http://schemas.microsoft.com/office/drawing/2014/main" id="{8900FE4F-905C-43D0-BBAA-211121A524AE}"/>
              </a:ext>
            </a:extLst>
          </p:cNvPr>
          <p:cNvSpPr>
            <a:spLocks xmlns:a="http://schemas.openxmlformats.org/drawingml/2006/main" noGrp="1"/>
          </p:cNvSpPr>
          <p:nvPr/>
        </p:nvSpPr>
        <p:spPr>
          <a:xfrm xmlns:a="http://schemas.openxmlformats.org/drawingml/2006/main">
            <a:off x="7210425" y="406717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함께 생성될 수 있는 CO₂</a:t>
            </a:r>
          </a:p>
        </p:txBody>
      </p:sp>
      <p:sp>
        <p:nvSpPr>
          <p:cNvPr id="14" name="rich">
            <a:extLst xmlns:a="http://schemas.openxmlformats.org/drawingml/2006/main">
              <a:ext uri="{FF2B5EF4-FFF2-40B4-BE49-F238E27FC236}">
                <a16:creationId xmlns:a16="http://schemas.microsoft.com/office/drawing/2014/main" id="{A2CD5AD3-FA98-4B89-9EF1-91334BFA3D92}"/>
              </a:ext>
            </a:extLst>
          </p:cNvPr>
          <p:cNvSpPr>
            <a:spLocks xmlns:a="http://schemas.openxmlformats.org/drawingml/2006/main" noGrp="1"/>
          </p:cNvSpPr>
          <p:nvPr/>
        </p:nvSpPr>
        <p:spPr>
          <a:xfrm xmlns:a="http://schemas.openxmlformats.org/drawingml/2006/main">
            <a:off x="7210425" y="469582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탄소가 불완전 연소할 때 CO₂도 생성될 수 있다.</a:t>
            </a:r>
          </a:p>
        </p:txBody>
      </p:sp>
      <p:sp>
        <p:nvSpPr>
          <p:cNvPr id="15" name="R04-33 표제와 해석 영역">
            <a:extLst xmlns:a="http://schemas.openxmlformats.org/drawingml/2006/main">
              <a:ext uri="{FF2B5EF4-FFF2-40B4-BE49-F238E27FC236}">
                <a16:creationId xmlns:a16="http://schemas.microsoft.com/office/drawing/2014/main" id="{64292CD5-3FBC-47A4-9B9C-9F1420C8BF23}"/>
              </a:ext>
            </a:extLst>
          </p:cNvPr>
          <p:cNvSpPr>
            <a:spLocks xmlns:a="http://schemas.openxmlformats.org/drawingml/2006/main" noGrp="1"/>
          </p:cNvSpPr>
          <p:nvPr/>
        </p:nvSpPr>
        <p:spPr>
          <a:xfrm xmlns:a="http://schemas.openxmlformats.org/drawingml/2006/main">
            <a:off x="6905625" y="5724525"/>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A141F235-48FD-497B-B5ED-8F69CFACA794}"/>
              </a:ext>
            </a:extLst>
          </p:cNvPr>
          <p:cNvSpPr>
            <a:spLocks xmlns:a="http://schemas.openxmlformats.org/drawingml/2006/main" noGrp="1"/>
          </p:cNvSpPr>
          <p:nvPr/>
        </p:nvSpPr>
        <p:spPr>
          <a:xfrm xmlns:a="http://schemas.openxmlformats.org/drawingml/2006/main">
            <a:off x="7210425" y="5886450"/>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따로 측정하기 어려운 열</a:t>
            </a:r>
          </a:p>
        </p:txBody>
      </p:sp>
      <p:sp>
        <p:nvSpPr>
          <p:cNvPr id="17" name="rich">
            <a:extLst xmlns:a="http://schemas.openxmlformats.org/drawingml/2006/main">
              <a:ext uri="{FF2B5EF4-FFF2-40B4-BE49-F238E27FC236}">
                <a16:creationId xmlns:a16="http://schemas.microsoft.com/office/drawing/2014/main" id="{B46BE62E-8CDD-49DC-85A2-B9DC8B0C068D}"/>
              </a:ext>
            </a:extLst>
          </p:cNvPr>
          <p:cNvSpPr>
            <a:spLocks xmlns:a="http://schemas.openxmlformats.org/drawingml/2006/main" noGrp="1"/>
          </p:cNvSpPr>
          <p:nvPr/>
        </p:nvSpPr>
        <p:spPr>
          <a:xfrm xmlns:a="http://schemas.openxmlformats.org/drawingml/2006/main">
            <a:off x="7210425" y="6515100"/>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CO만 생성되는 반응의 열을 분리하기 어렵다.</a:t>
            </a:r>
          </a:p>
        </p:txBody>
      </p:sp>
      <p:sp>
        <p:nvSpPr>
          <p:cNvPr id="18" name="R04-33 표제와 해석 영역">
            <a:extLst xmlns:a="http://schemas.openxmlformats.org/drawingml/2006/main">
              <a:ext uri="{FF2B5EF4-FFF2-40B4-BE49-F238E27FC236}">
                <a16:creationId xmlns:a16="http://schemas.microsoft.com/office/drawing/2014/main" id="{3F914F84-991E-4D55-A4A2-C9C7A17A2306}"/>
              </a:ext>
            </a:extLst>
          </p:cNvPr>
          <p:cNvSpPr>
            <a:spLocks xmlns:a="http://schemas.openxmlformats.org/drawingml/2006/main" noGrp="1"/>
          </p:cNvSpPr>
          <p:nvPr/>
        </p:nvSpPr>
        <p:spPr>
          <a:xfrm xmlns:a="http://schemas.openxmlformats.org/drawingml/2006/main">
            <a:off x="6905625" y="754380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9" name="rich">
            <a:extLst xmlns:a="http://schemas.openxmlformats.org/drawingml/2006/main">
              <a:ext uri="{FF2B5EF4-FFF2-40B4-BE49-F238E27FC236}">
                <a16:creationId xmlns:a16="http://schemas.microsoft.com/office/drawing/2014/main" id="{D53431A4-AB4F-4469-B741-6F6EA775A0D8}"/>
              </a:ext>
            </a:extLst>
          </p:cNvPr>
          <p:cNvSpPr>
            <a:spLocks xmlns:a="http://schemas.openxmlformats.org/drawingml/2006/main" noGrp="1"/>
          </p:cNvSpPr>
          <p:nvPr/>
        </p:nvSpPr>
        <p:spPr>
          <a:xfrm xmlns:a="http://schemas.openxmlformats.org/drawingml/2006/main">
            <a:off x="7210425" y="770572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다른 반응을 이용한 간접 측정</a:t>
            </a:r>
          </a:p>
        </p:txBody>
      </p:sp>
      <p:sp>
        <p:nvSpPr>
          <p:cNvPr id="20" name="rich">
            <a:extLst xmlns:a="http://schemas.openxmlformats.org/drawingml/2006/main">
              <a:ext uri="{FF2B5EF4-FFF2-40B4-BE49-F238E27FC236}">
                <a16:creationId xmlns:a16="http://schemas.microsoft.com/office/drawing/2014/main" id="{F7267BFD-C668-4B27-87FD-7922AD3BEC96}"/>
              </a:ext>
            </a:extLst>
          </p:cNvPr>
          <p:cNvSpPr>
            <a:spLocks xmlns:a="http://schemas.openxmlformats.org/drawingml/2006/main" noGrp="1"/>
          </p:cNvSpPr>
          <p:nvPr/>
        </p:nvSpPr>
        <p:spPr>
          <a:xfrm xmlns:a="http://schemas.openxmlformats.org/drawingml/2006/main">
            <a:off x="7210425" y="833437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이미 알고 있는 반응의 </a:t>
            </a:r>
            <a:r>
              <a:t>Δ</a:t>
            </a:r>
            <a:r>
              <a:rPr i="1">
                <a:latin typeface="Pretendard"/>
                <a:ea typeface="Pretendard"/>
                <a:cs typeface="Pretendard"/>
              </a:rPr>
              <a:t>H</a:t>
            </a:r>
            <a:r>
              <a:t>로 구한다.</a:t>
            </a:r>
          </a:p>
        </p:txBody>
      </p:sp>
    </p:spTree>
    <p:extLst>
      <p:ext uri="{BB962C8B-B14F-4D97-AF65-F5344CB8AC3E}">
        <p14:creationId xmlns:p14="http://schemas.microsoft.com/office/powerpoint/2010/main" val="79387042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516F5E96-24E4-45CB-9F16-DEC4DD79E6E9}"/>
              </a:ext>
            </a:extLst>
          </p:cNvPr>
          <p:cNvPicPr>
            <a:picLocks xmlns:a="http://schemas.openxmlformats.org/drawingml/2006/main" noChangeAspect="1"/>
          </p:cNvPicPr>
          <p:nvPr/>
        </p:nvPicPr>
        <p:blipFill>
          <a:blip xmlns:r="http://schemas.openxmlformats.org/officeDocument/2006/relationships" xmlns:a="http://schemas.openxmlformats.org/drawingml/2006/main" r:embed="R5f6726eaae59420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C69AF42-D994-4DCF-80A8-C0C4F4EB302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A2E1E0A-A726-4069-B09A-4AB1073814B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CF4001F-7698-4B88-895C-3D28C0452FF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CEC2790-5D24-403C-B55A-641702B7EE7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67FE4F59-FB6E-4644-867E-F91D4E82A8C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52EAD312-A07D-4D98-80E3-15666A81F1BA}"/>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E367FEE3-500C-4CA7-8ECA-B48EC03091F6}"/>
              </a:ext>
            </a:extLst>
          </p:cNvPr>
          <p:cNvPicPr>
            <a:picLocks xmlns:a="http://schemas.openxmlformats.org/drawingml/2006/main" noChangeAspect="1"/>
          </p:cNvPicPr>
          <p:nvPr/>
        </p:nvPicPr>
        <p:blipFill>
          <a:blip xmlns:r="http://schemas.openxmlformats.org/officeDocument/2006/relationships" xmlns:a="http://schemas.openxmlformats.org/drawingml/2006/main" r:embed="R2e0fe5983d404659"/>
          <a:stretch xmlns:a="http://schemas.openxmlformats.org/drawingml/2006/main"/>
        </p:blipFill>
        <p:spPr>
          <a:xfrm xmlns:a="http://schemas.openxmlformats.org/drawingml/2006/main">
            <a:off x="2505075" y="4423479"/>
            <a:ext cx="11577161" cy="1178576"/>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56B6AAB-1490-475C-9D3E-C7C0088C3294}"/>
              </a:ext>
            </a:extLst>
          </p:cNvPr>
          <p:cNvPicPr>
            <a:picLocks xmlns:a="http://schemas.openxmlformats.org/drawingml/2006/main" noChangeAspect="1"/>
          </p:cNvPicPr>
          <p:nvPr/>
        </p:nvPicPr>
        <p:blipFill>
          <a:blip xmlns:r="http://schemas.openxmlformats.org/officeDocument/2006/relationships" xmlns:a="http://schemas.openxmlformats.org/drawingml/2006/main" r:embed="Ref9cce3c568049c8"/>
          <a:stretch xmlns:a="http://schemas.openxmlformats.org/drawingml/2006/main"/>
        </p:blipFill>
        <p:spPr>
          <a:xfrm xmlns:a="http://schemas.openxmlformats.org/drawingml/2006/main">
            <a:off x="2505415" y="5930080"/>
            <a:ext cx="13191445" cy="80295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0F27281B-6088-41F3-B062-7721693390B8}"/>
              </a:ext>
            </a:extLst>
          </p:cNvPr>
          <p:cNvPicPr>
            <a:picLocks xmlns:a="http://schemas.openxmlformats.org/drawingml/2006/main" noChangeAspect="1"/>
          </p:cNvPicPr>
          <p:nvPr/>
        </p:nvPicPr>
        <p:blipFill>
          <a:blip xmlns:r="http://schemas.openxmlformats.org/officeDocument/2006/relationships" xmlns:a="http://schemas.openxmlformats.org/drawingml/2006/main" r:embed="Rbea68a32090d4730"/>
          <a:stretch xmlns:a="http://schemas.openxmlformats.org/drawingml/2006/main"/>
        </p:blipFill>
        <p:spPr>
          <a:xfrm xmlns:a="http://schemas.openxmlformats.org/drawingml/2006/main">
            <a:off x="2506108" y="6853749"/>
            <a:ext cx="13190060" cy="1178243"/>
          </a:xfrm>
          <a:prstGeom xmlns:a="http://schemas.openxmlformats.org/drawingml/2006/main" prst="rect">
            <a:avLst/>
          </a:prstGeom>
        </p:spPr>
      </p:pic>
    </p:spTree>
    <p:extLst>
      <p:ext uri="{BB962C8B-B14F-4D97-AF65-F5344CB8AC3E}">
        <p14:creationId xmlns:p14="http://schemas.microsoft.com/office/powerpoint/2010/main" val="28265597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EAC665FF-14F3-4B26-9A8E-01B7DC939B54}"/>
              </a:ext>
            </a:extLst>
          </p:cNvPr>
          <p:cNvPicPr>
            <a:picLocks xmlns:a="http://schemas.openxmlformats.org/drawingml/2006/main" noChangeAspect="1"/>
          </p:cNvPicPr>
          <p:nvPr/>
        </p:nvPicPr>
        <p:blipFill>
          <a:blip xmlns:r="http://schemas.openxmlformats.org/officeDocument/2006/relationships" xmlns:a="http://schemas.openxmlformats.org/drawingml/2006/main" r:embed="Rccbb1db83e9c4de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0534688-6480-48E4-899E-7E15F53FA3C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43D2084-04DD-4EC5-8D7B-EC24726ECE2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36FDAF3-94C7-4C73-9C01-59FB8E7E769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FC0FF13-FB8F-4995-BC9E-C7397CDD4FE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DD658E1-5A1B-4693-A32E-64727FC9452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AC508459-533D-41FB-9015-D46427B04B07}"/>
              </a:ext>
            </a:extLst>
          </p:cNvPr>
          <p:cNvPicPr>
            <a:picLocks xmlns:a="http://schemas.openxmlformats.org/drawingml/2006/main" noChangeAspect="1"/>
          </p:cNvPicPr>
          <p:nvPr/>
        </p:nvPicPr>
        <p:blipFill>
          <a:blip xmlns:r="http://schemas.openxmlformats.org/officeDocument/2006/relationships" xmlns:a="http://schemas.openxmlformats.org/drawingml/2006/main" r:embed="Rf19d93e3debd41a5"/>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CA423EB5-BB2E-450F-87A6-75E109149E9B}"/>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30C81F47-D024-4F62-90AA-69CB78CAEA7F}"/>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A269EBA5-4CE3-441D-BD3F-C05D97B4EB39}"/>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22396879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11B46C46-F223-4AE4-BAD4-48BB09162A45}"/>
              </a:ext>
            </a:extLst>
          </p:cNvPr>
          <p:cNvPicPr>
            <a:picLocks xmlns:a="http://schemas.openxmlformats.org/drawingml/2006/main" noChangeAspect="1"/>
          </p:cNvPicPr>
          <p:nvPr/>
        </p:nvPicPr>
        <p:blipFill>
          <a:blip xmlns:r="http://schemas.openxmlformats.org/officeDocument/2006/relationships" xmlns:a="http://schemas.openxmlformats.org/drawingml/2006/main" r:embed="R88f3113f6c2f424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D241CD2-02CC-4AA1-B1B9-B0262A323B8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C3D0EBB-EB0A-460D-BC9E-B90E673AB69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3EE4E08-0570-4F42-BCAD-A1FA724F909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368A03D-EDBD-4BEB-A3A7-FABB2DE51C6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29E9982-01C5-4F91-BE73-DD8754BBB84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2525E765-0434-438F-A874-EABF3750BD61}"/>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65EAEBA5-64F4-4ABB-8D81-3307544BC860}"/>
              </a:ext>
            </a:extLst>
          </p:cNvPr>
          <p:cNvPicPr>
            <a:picLocks xmlns:a="http://schemas.openxmlformats.org/drawingml/2006/main" noChangeAspect="1"/>
          </p:cNvPicPr>
          <p:nvPr/>
        </p:nvPicPr>
        <p:blipFill>
          <a:blip xmlns:r="http://schemas.openxmlformats.org/officeDocument/2006/relationships" xmlns:a="http://schemas.openxmlformats.org/drawingml/2006/main" r:embed="Rfee9d429c7f044fc"/>
          <a:stretch xmlns:a="http://schemas.openxmlformats.org/drawingml/2006/main"/>
        </p:blipFill>
        <p:spPr>
          <a:xfrm xmlns:a="http://schemas.openxmlformats.org/drawingml/2006/main">
            <a:off x="2505415" y="5309931"/>
            <a:ext cx="13191445" cy="802958"/>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16D7E5F0-8F8F-43B4-9B5C-909FD6C48630}"/>
              </a:ext>
            </a:extLst>
          </p:cNvPr>
          <p:cNvPicPr>
            <a:picLocks xmlns:a="http://schemas.openxmlformats.org/drawingml/2006/main" noChangeAspect="1"/>
          </p:cNvPicPr>
          <p:nvPr/>
        </p:nvPicPr>
        <p:blipFill>
          <a:blip xmlns:r="http://schemas.openxmlformats.org/officeDocument/2006/relationships" xmlns:a="http://schemas.openxmlformats.org/drawingml/2006/main" r:embed="Rf91beb9d2c7b4d6b"/>
          <a:stretch xmlns:a="http://schemas.openxmlformats.org/drawingml/2006/main"/>
        </p:blipFill>
        <p:spPr>
          <a:xfrm xmlns:a="http://schemas.openxmlformats.org/drawingml/2006/main">
            <a:off x="2506108" y="6233600"/>
            <a:ext cx="13190060" cy="1178243"/>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A302A0DA-055A-4E95-AEA2-8D7426E64744}"/>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935B708B-8FEB-46D9-BD51-D0C175166A5F}"/>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119322938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DECCF9D-79D6-404F-A01D-6AA439423836}"/>
              </a:ext>
            </a:extLst>
          </p:cNvPr>
          <p:cNvPicPr>
            <a:picLocks xmlns:a="http://schemas.openxmlformats.org/drawingml/2006/main" noChangeAspect="1"/>
          </p:cNvPicPr>
          <p:nvPr/>
        </p:nvPicPr>
        <p:blipFill>
          <a:blip xmlns:r="http://schemas.openxmlformats.org/officeDocument/2006/relationships" xmlns:a="http://schemas.openxmlformats.org/drawingml/2006/main" r:embed="R99191a5f05e247f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E4557C2-A37D-4EF7-A4E9-3978C098184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4404E67-1821-4F0C-B355-7B224091C26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52B1642-3F55-4764-BDA7-2613D353BE1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C2808FB-971D-477D-B8E5-1D2ADEF8589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F8D7C86-5903-46E9-BA7C-AF25CC55953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527C07DD-1ED1-453F-AC0A-E3EA39CD6F2F}"/>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20173619-992A-4A87-9674-FAD754A07406}"/>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3951BE84-912A-4D33-942B-C79B9B6A186E}"/>
              </a:ext>
            </a:extLst>
          </p:cNvPr>
          <p:cNvPicPr>
            <a:picLocks xmlns:a="http://schemas.openxmlformats.org/drawingml/2006/main" noChangeAspect="1"/>
          </p:cNvPicPr>
          <p:nvPr/>
        </p:nvPicPr>
        <p:blipFill>
          <a:blip xmlns:r="http://schemas.openxmlformats.org/officeDocument/2006/relationships" xmlns:a="http://schemas.openxmlformats.org/drawingml/2006/main" r:embed="Raabfabab62354711"/>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2E5A530F-5B88-476F-8C0A-D3ECD830F2CD}"/>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B5491715-57AA-45E9-B046-6737788EEABE}"/>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rPr sz="3150" b="0">
                <a:solidFill>
                  <a:srgbClr val="000000"/>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EDAE192F-53D2-475E-AA8B-192F13A4B47A}"/>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62BD0930-CF99-4892-976D-83BA5648FECF}"/>
              </a:ext>
            </a:extLst>
          </p:cNvPr>
          <p:cNvPicPr>
            <a:picLocks xmlns:a="http://schemas.openxmlformats.org/drawingml/2006/main" noChangeAspect="1"/>
          </p:cNvPicPr>
          <p:nvPr/>
        </p:nvPicPr>
        <p:blipFill>
          <a:blip xmlns:r="http://schemas.openxmlformats.org/officeDocument/2006/relationships" xmlns:a="http://schemas.openxmlformats.org/drawingml/2006/main" r:embed="R61d5a2c0bbd34354"/>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133474273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C245FE9-F5FA-4B88-987F-D70CDB36989D}"/>
              </a:ext>
            </a:extLst>
          </p:cNvPr>
          <p:cNvPicPr>
            <a:picLocks xmlns:a="http://schemas.openxmlformats.org/drawingml/2006/main" noChangeAspect="1"/>
          </p:cNvPicPr>
          <p:nvPr/>
        </p:nvPicPr>
        <p:blipFill>
          <a:blip xmlns:r="http://schemas.openxmlformats.org/officeDocument/2006/relationships" xmlns:a="http://schemas.openxmlformats.org/drawingml/2006/main" r:embed="R39b6dfae30a4486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94ACF87-EE21-431F-BA5E-4010C4DC687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6664F1A-D7A8-4665-B8CE-C2E3EDBA0AA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1E77B1F-4D6D-45C3-8E41-87A778A1BEC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863F4F6-B768-467A-A526-3E0FD586884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5CA05E9-D033-40D1-A9DE-7BF617F8962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연소열의 차이로 구한다</a:t>
            </a:r>
          </a:p>
        </p:txBody>
      </p:sp>
      <p:sp>
        <p:nvSpPr>
          <p:cNvPr id="7" name="text">
            <a:extLst xmlns:a="http://schemas.openxmlformats.org/drawingml/2006/main">
              <a:ext uri="{FF2B5EF4-FFF2-40B4-BE49-F238E27FC236}">
                <a16:creationId xmlns:a16="http://schemas.microsoft.com/office/drawing/2014/main" id="{A8713CF9-DA78-4C62-A7A4-B4882800CA1B}"/>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25 °C, 1기압에서 같은 생성물 CO₂가 생기는 두 연소 반응을 비교한다.</a:t>
            </a:r>
          </a:p>
        </p:txBody>
      </p:sp>
      <p:pic>
        <p:nvPicPr>
          <p:cNvPr id="8" name="">
            <a:extLst xmlns:a="http://schemas.openxmlformats.org/drawingml/2006/main">
              <a:ext uri="{FF2B5EF4-FFF2-40B4-BE49-F238E27FC236}">
                <a16:creationId xmlns:a16="http://schemas.microsoft.com/office/drawing/2014/main" id="{B65FA925-1575-4F9F-B0B6-22B11EFE6FFD}"/>
              </a:ext>
            </a:extLst>
          </p:cNvPr>
          <p:cNvPicPr>
            <a:picLocks xmlns:a="http://schemas.openxmlformats.org/drawingml/2006/main" noChangeAspect="1"/>
          </p:cNvPicPr>
          <p:nvPr/>
        </p:nvPicPr>
        <p:blipFill>
          <a:blip xmlns:r="http://schemas.openxmlformats.org/officeDocument/2006/relationships" xmlns:a="http://schemas.openxmlformats.org/drawingml/2006/main" r:embed="Reaebb4c31cf64d10"/>
          <a:stretch xmlns:a="http://schemas.openxmlformats.org/drawingml/2006/main"/>
        </p:blipFill>
        <p:spPr>
          <a:xfrm xmlns:a="http://schemas.openxmlformats.org/drawingml/2006/main">
            <a:off x="1905000" y="5220667"/>
            <a:ext cx="11858625" cy="90294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A42DC7CD-4E91-4E23-9FEE-E00B2465D43B}"/>
              </a:ext>
            </a:extLst>
          </p:cNvPr>
          <p:cNvPicPr>
            <a:picLocks xmlns:a="http://schemas.openxmlformats.org/drawingml/2006/main" noChangeAspect="1"/>
          </p:cNvPicPr>
          <p:nvPr/>
        </p:nvPicPr>
        <p:blipFill>
          <a:blip xmlns:r="http://schemas.openxmlformats.org/officeDocument/2006/relationships" xmlns:a="http://schemas.openxmlformats.org/drawingml/2006/main" r:embed="R7441f084249b44c5"/>
          <a:stretch xmlns:a="http://schemas.openxmlformats.org/drawingml/2006/main"/>
        </p:blipFill>
        <p:spPr>
          <a:xfrm xmlns:a="http://schemas.openxmlformats.org/drawingml/2006/main">
            <a:off x="1905000" y="6354068"/>
            <a:ext cx="14449425" cy="90308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B253061D-6B5E-40E3-8885-A582C0E5BEE2}"/>
              </a:ext>
            </a:extLst>
          </p:cNvPr>
          <p:cNvSpPr>
            <a:spLocks xmlns:a="http://schemas.openxmlformats.org/drawingml/2006/main" noGrp="1"/>
          </p:cNvSpPr>
          <p:nvPr/>
        </p:nvSpPr>
        <p:spPr>
          <a:xfrm xmlns:a="http://schemas.openxmlformats.org/drawingml/2006/main">
            <a:off x="2000250" y="762000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위 식에서 아래 식을 빼면 흑연 → 다이아몬드 반응이 된다.</a:t>
            </a:r>
          </a:p>
        </p:txBody>
      </p:sp>
      <p:sp>
        <p:nvSpPr>
          <p:cNvPr id="11" name="해석·결론">
            <a:extLst xmlns:a="http://schemas.openxmlformats.org/drawingml/2006/main">
              <a:ext uri="{FF2B5EF4-FFF2-40B4-BE49-F238E27FC236}">
                <a16:creationId xmlns:a16="http://schemas.microsoft.com/office/drawing/2014/main" id="{07D0A81F-9E3D-4469-9513-A5FEF39EB16E}"/>
              </a:ext>
            </a:extLst>
          </p:cNvPr>
          <p:cNvSpPr>
            <a:spLocks xmlns:a="http://schemas.openxmlformats.org/drawingml/2006/main" noGrp="1"/>
          </p:cNvSpPr>
          <p:nvPr/>
        </p:nvSpPr>
        <p:spPr>
          <a:xfrm xmlns:a="http://schemas.openxmlformats.org/drawingml/2006/main">
            <a:off x="1828800" y="85248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77A5B43A-BCD5-4282-8E1B-5996BE1BA164}"/>
              </a:ext>
            </a:extLst>
          </p:cNvPr>
          <p:cNvSpPr>
            <a:spLocks xmlns:a="http://schemas.openxmlformats.org/drawingml/2006/main" noGrp="1"/>
          </p:cNvSpPr>
          <p:nvPr/>
        </p:nvSpPr>
        <p:spPr>
          <a:xfrm xmlns:a="http://schemas.openxmlformats.org/drawingml/2006/main">
            <a:off x="2143125" y="86010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−393.5 − (−395.4) = +1.9 kJ</a:t>
            </a:r>
          </a:p>
        </p:txBody>
      </p:sp>
    </p:spTree>
    <p:extLst>
      <p:ext uri="{BB962C8B-B14F-4D97-AF65-F5344CB8AC3E}">
        <p14:creationId xmlns:p14="http://schemas.microsoft.com/office/powerpoint/2010/main" val="155657458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263F76DB-66C6-4C66-A5FF-0564D0540B1B}"/>
              </a:ext>
            </a:extLst>
          </p:cNvPr>
          <p:cNvPicPr>
            <a:picLocks xmlns:a="http://schemas.openxmlformats.org/drawingml/2006/main" noChangeAspect="1"/>
          </p:cNvPicPr>
          <p:nvPr/>
        </p:nvPicPr>
        <p:blipFill>
          <a:blip xmlns:r="http://schemas.openxmlformats.org/officeDocument/2006/relationships" xmlns:a="http://schemas.openxmlformats.org/drawingml/2006/main" r:embed="R306c97bd13814cf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347E44E-4E58-44E5-94D3-8528C434238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D906ACB-4049-46E8-8F14-332F42551C8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F62D6F3-1E74-4BED-A479-4F2332F67D3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6DE368A-F23E-4B34-B15E-1332382378A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C7D45AEF-1AA5-4483-9820-0EA0825C413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R05-29 번호 표제 상자">
            <a:extLst xmlns:a="http://schemas.openxmlformats.org/drawingml/2006/main">
              <a:ext uri="{FF2B5EF4-FFF2-40B4-BE49-F238E27FC236}">
                <a16:creationId xmlns:a16="http://schemas.microsoft.com/office/drawing/2014/main" id="{D68950E9-726B-4EA3-BF22-7C82ACBE4CBC}"/>
              </a:ext>
            </a:extLst>
          </p:cNvPr>
          <p:cNvSpPr>
            <a:spLocks xmlns:a="http://schemas.openxmlformats.org/drawingml/2006/main" noGrp="1"/>
          </p:cNvSpPr>
          <p:nvPr/>
        </p:nvSpPr>
        <p:spPr>
          <a:xfrm xmlns:a="http://schemas.openxmlformats.org/drawingml/2006/main">
            <a:off x="1905000" y="41338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D0C47BFD-4D86-4FCA-8DB5-FCEAFF80D230}"/>
              </a:ext>
            </a:extLst>
          </p:cNvPr>
          <p:cNvSpPr>
            <a:spLocks xmlns:a="http://schemas.openxmlformats.org/drawingml/2006/main" noGrp="1"/>
          </p:cNvSpPr>
          <p:nvPr/>
        </p:nvSpPr>
        <p:spPr>
          <a:xfrm xmlns:a="http://schemas.openxmlformats.org/drawingml/2006/main">
            <a:off x="2133600" y="43624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B7D61E64-6B60-4353-A09E-C461ADD396F6}"/>
              </a:ext>
            </a:extLst>
          </p:cNvPr>
          <p:cNvSpPr>
            <a:spLocks xmlns:a="http://schemas.openxmlformats.org/drawingml/2006/main" noGrp="1"/>
          </p:cNvSpPr>
          <p:nvPr/>
        </p:nvSpPr>
        <p:spPr>
          <a:xfrm xmlns:a="http://schemas.openxmlformats.org/drawingml/2006/main">
            <a:off x="2952750" y="43243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목표식 확인</a:t>
            </a:r>
          </a:p>
        </p:txBody>
      </p:sp>
      <p:sp>
        <p:nvSpPr>
          <p:cNvPr id="10" name="R05-29 대응 설명 상자">
            <a:extLst xmlns:a="http://schemas.openxmlformats.org/drawingml/2006/main">
              <a:ext uri="{FF2B5EF4-FFF2-40B4-BE49-F238E27FC236}">
                <a16:creationId xmlns:a16="http://schemas.microsoft.com/office/drawing/2014/main" id="{B2A316E5-C72F-4901-9B65-CEBD6D0F9DF4}"/>
              </a:ext>
            </a:extLst>
          </p:cNvPr>
          <p:cNvSpPr>
            <a:spLocks xmlns:a="http://schemas.openxmlformats.org/drawingml/2006/main" noGrp="1"/>
          </p:cNvSpPr>
          <p:nvPr/>
        </p:nvSpPr>
        <p:spPr>
          <a:xfrm xmlns:a="http://schemas.openxmlformats.org/drawingml/2006/main">
            <a:off x="6581775" y="41338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8F6D6251-AB7C-4AB5-985F-CD2ACEE63E78}"/>
              </a:ext>
            </a:extLst>
          </p:cNvPr>
          <p:cNvSpPr>
            <a:spLocks xmlns:a="http://schemas.openxmlformats.org/drawingml/2006/main" noGrp="1"/>
          </p:cNvSpPr>
          <p:nvPr/>
        </p:nvSpPr>
        <p:spPr>
          <a:xfrm xmlns:a="http://schemas.openxmlformats.org/drawingml/2006/main">
            <a:off x="6905625" y="43243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구하려는 반응의 물질·위치·계수를 확인한다.</a:t>
            </a:r>
          </a:p>
        </p:txBody>
      </p:sp>
      <p:sp>
        <p:nvSpPr>
          <p:cNvPr id="12" name="R05-29 번호 표제 상자">
            <a:extLst xmlns:a="http://schemas.openxmlformats.org/drawingml/2006/main">
              <a:ext uri="{FF2B5EF4-FFF2-40B4-BE49-F238E27FC236}">
                <a16:creationId xmlns:a16="http://schemas.microsoft.com/office/drawing/2014/main" id="{3289ABF3-187F-4613-B0B6-5B43475E671C}"/>
              </a:ext>
            </a:extLst>
          </p:cNvPr>
          <p:cNvSpPr>
            <a:spLocks xmlns:a="http://schemas.openxmlformats.org/drawingml/2006/main" noGrp="1"/>
          </p:cNvSpPr>
          <p:nvPr/>
        </p:nvSpPr>
        <p:spPr>
          <a:xfrm xmlns:a="http://schemas.openxmlformats.org/drawingml/2006/main">
            <a:off x="1905000" y="54102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AA809294-4B87-49D0-9C90-AC9865901850}"/>
              </a:ext>
            </a:extLst>
          </p:cNvPr>
          <p:cNvSpPr>
            <a:spLocks xmlns:a="http://schemas.openxmlformats.org/drawingml/2006/main" noGrp="1"/>
          </p:cNvSpPr>
          <p:nvPr/>
        </p:nvSpPr>
        <p:spPr>
          <a:xfrm xmlns:a="http://schemas.openxmlformats.org/drawingml/2006/main">
            <a:off x="2133600" y="56388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02</a:t>
            </a:r>
          </a:p>
        </p:txBody>
      </p:sp>
      <p:sp>
        <p:nvSpPr>
          <p:cNvPr id="14" name="rich">
            <a:extLst xmlns:a="http://schemas.openxmlformats.org/drawingml/2006/main">
              <a:ext uri="{FF2B5EF4-FFF2-40B4-BE49-F238E27FC236}">
                <a16:creationId xmlns:a16="http://schemas.microsoft.com/office/drawing/2014/main" id="{468AD12F-9234-47EF-B771-28B0C8EF7190}"/>
              </a:ext>
            </a:extLst>
          </p:cNvPr>
          <p:cNvSpPr>
            <a:spLocks xmlns:a="http://schemas.openxmlformats.org/drawingml/2006/main" noGrp="1"/>
          </p:cNvSpPr>
          <p:nvPr/>
        </p:nvSpPr>
        <p:spPr>
          <a:xfrm xmlns:a="http://schemas.openxmlformats.org/drawingml/2006/main">
            <a:off x="2952750" y="56007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방향·계수 조절</a:t>
            </a:r>
          </a:p>
        </p:txBody>
      </p:sp>
      <p:sp>
        <p:nvSpPr>
          <p:cNvPr id="15" name="R05-29 대응 설명 상자">
            <a:extLst xmlns:a="http://schemas.openxmlformats.org/drawingml/2006/main">
              <a:ext uri="{FF2B5EF4-FFF2-40B4-BE49-F238E27FC236}">
                <a16:creationId xmlns:a16="http://schemas.microsoft.com/office/drawing/2014/main" id="{7FBBAA7A-BD3E-4654-A415-9BA021E1B89A}"/>
              </a:ext>
            </a:extLst>
          </p:cNvPr>
          <p:cNvSpPr>
            <a:spLocks xmlns:a="http://schemas.openxmlformats.org/drawingml/2006/main" noGrp="1"/>
          </p:cNvSpPr>
          <p:nvPr/>
        </p:nvSpPr>
        <p:spPr>
          <a:xfrm xmlns:a="http://schemas.openxmlformats.org/drawingml/2006/main">
            <a:off x="6581775" y="54102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6D30434A-4155-4BEB-84C8-C2241C82588F}"/>
              </a:ext>
            </a:extLst>
          </p:cNvPr>
          <p:cNvSpPr>
            <a:spLocks xmlns:a="http://schemas.openxmlformats.org/drawingml/2006/main" noGrp="1"/>
          </p:cNvSpPr>
          <p:nvPr/>
        </p:nvSpPr>
        <p:spPr>
          <a:xfrm xmlns:a="http://schemas.openxmlformats.org/drawingml/2006/main">
            <a:off x="6905625" y="56007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R05-29 번호 표제 상자">
            <a:extLst xmlns:a="http://schemas.openxmlformats.org/drawingml/2006/main">
              <a:ext uri="{FF2B5EF4-FFF2-40B4-BE49-F238E27FC236}">
                <a16:creationId xmlns:a16="http://schemas.microsoft.com/office/drawing/2014/main" id="{63928DDF-5C44-4C64-9075-89B86740B27C}"/>
              </a:ext>
            </a:extLst>
          </p:cNvPr>
          <p:cNvSpPr>
            <a:spLocks xmlns:a="http://schemas.openxmlformats.org/drawingml/2006/main" noGrp="1"/>
          </p:cNvSpPr>
          <p:nvPr/>
        </p:nvSpPr>
        <p:spPr>
          <a:xfrm xmlns:a="http://schemas.openxmlformats.org/drawingml/2006/main">
            <a:off x="1905000" y="66865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E8A73D99-6B32-47CE-ADCD-8EB6DB0B28FF}"/>
              </a:ext>
            </a:extLst>
          </p:cNvPr>
          <p:cNvSpPr>
            <a:spLocks xmlns:a="http://schemas.openxmlformats.org/drawingml/2006/main" noGrp="1"/>
          </p:cNvSpPr>
          <p:nvPr/>
        </p:nvSpPr>
        <p:spPr>
          <a:xfrm xmlns:a="http://schemas.openxmlformats.org/drawingml/2006/main">
            <a:off x="2133600" y="69151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03</a:t>
            </a:r>
          </a:p>
        </p:txBody>
      </p:sp>
      <p:sp>
        <p:nvSpPr>
          <p:cNvPr id="19" name="rich">
            <a:extLst xmlns:a="http://schemas.openxmlformats.org/drawingml/2006/main">
              <a:ext uri="{FF2B5EF4-FFF2-40B4-BE49-F238E27FC236}">
                <a16:creationId xmlns:a16="http://schemas.microsoft.com/office/drawing/2014/main" id="{0ECD84A2-0E4E-445E-B3D7-0FCE55E47E97}"/>
              </a:ext>
            </a:extLst>
          </p:cNvPr>
          <p:cNvSpPr>
            <a:spLocks xmlns:a="http://schemas.openxmlformats.org/drawingml/2006/main" noGrp="1"/>
          </p:cNvSpPr>
          <p:nvPr/>
        </p:nvSpPr>
        <p:spPr>
          <a:xfrm xmlns:a="http://schemas.openxmlformats.org/drawingml/2006/main">
            <a:off x="2952750" y="68770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중간 물질 소거</a:t>
            </a:r>
          </a:p>
        </p:txBody>
      </p:sp>
      <p:sp>
        <p:nvSpPr>
          <p:cNvPr id="20" name="R05-29 대응 설명 상자">
            <a:extLst xmlns:a="http://schemas.openxmlformats.org/drawingml/2006/main">
              <a:ext uri="{FF2B5EF4-FFF2-40B4-BE49-F238E27FC236}">
                <a16:creationId xmlns:a16="http://schemas.microsoft.com/office/drawing/2014/main" id="{BB553D9D-8BAC-45B0-ACB4-A113CA6840FB}"/>
              </a:ext>
            </a:extLst>
          </p:cNvPr>
          <p:cNvSpPr>
            <a:spLocks xmlns:a="http://schemas.openxmlformats.org/drawingml/2006/main" noGrp="1"/>
          </p:cNvSpPr>
          <p:nvPr/>
        </p:nvSpPr>
        <p:spPr>
          <a:xfrm xmlns:a="http://schemas.openxmlformats.org/drawingml/2006/main">
            <a:off x="6581775" y="66865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1" name="rich">
            <a:extLst xmlns:a="http://schemas.openxmlformats.org/drawingml/2006/main">
              <a:ext uri="{FF2B5EF4-FFF2-40B4-BE49-F238E27FC236}">
                <a16:creationId xmlns:a16="http://schemas.microsoft.com/office/drawing/2014/main" id="{E74F98D7-21EF-47FC-9220-234D8E029275}"/>
              </a:ext>
            </a:extLst>
          </p:cNvPr>
          <p:cNvSpPr>
            <a:spLocks xmlns:a="http://schemas.openxmlformats.org/drawingml/2006/main" noGrp="1"/>
          </p:cNvSpPr>
          <p:nvPr/>
        </p:nvSpPr>
        <p:spPr>
          <a:xfrm xmlns:a="http://schemas.openxmlformats.org/drawingml/2006/main">
            <a:off x="6905625" y="68770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종류·상태·양이 같은 항을 소거한다.</a:t>
            </a:r>
          </a:p>
        </p:txBody>
      </p:sp>
      <p:sp>
        <p:nvSpPr>
          <p:cNvPr id="22" name="R05-29 번호 표제 상자">
            <a:extLst xmlns:a="http://schemas.openxmlformats.org/drawingml/2006/main">
              <a:ext uri="{FF2B5EF4-FFF2-40B4-BE49-F238E27FC236}">
                <a16:creationId xmlns:a16="http://schemas.microsoft.com/office/drawing/2014/main" id="{A9FC1095-BAE6-4A18-9247-B25E82E70213}"/>
              </a:ext>
            </a:extLst>
          </p:cNvPr>
          <p:cNvSpPr>
            <a:spLocks xmlns:a="http://schemas.openxmlformats.org/drawingml/2006/main" noGrp="1"/>
          </p:cNvSpPr>
          <p:nvPr/>
        </p:nvSpPr>
        <p:spPr>
          <a:xfrm xmlns:a="http://schemas.openxmlformats.org/drawingml/2006/main">
            <a:off x="1905000" y="79629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17B54672-096E-46B3-8286-14F2E572A23C}"/>
              </a:ext>
            </a:extLst>
          </p:cNvPr>
          <p:cNvSpPr>
            <a:spLocks xmlns:a="http://schemas.openxmlformats.org/drawingml/2006/main" noGrp="1"/>
          </p:cNvSpPr>
          <p:nvPr/>
        </p:nvSpPr>
        <p:spPr>
          <a:xfrm xmlns:a="http://schemas.openxmlformats.org/drawingml/2006/main">
            <a:off x="2133600" y="81915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04</a:t>
            </a:r>
          </a:p>
        </p:txBody>
      </p:sp>
      <p:sp>
        <p:nvSpPr>
          <p:cNvPr id="24" name="rich">
            <a:extLst xmlns:a="http://schemas.openxmlformats.org/drawingml/2006/main">
              <a:ext uri="{FF2B5EF4-FFF2-40B4-BE49-F238E27FC236}">
                <a16:creationId xmlns:a16="http://schemas.microsoft.com/office/drawing/2014/main" id="{C58BD7FB-F544-4EEB-AF49-4CE9762B0C93}"/>
              </a:ext>
            </a:extLst>
          </p:cNvPr>
          <p:cNvSpPr>
            <a:spLocks xmlns:a="http://schemas.openxmlformats.org/drawingml/2006/main" noGrp="1"/>
          </p:cNvSpPr>
          <p:nvPr/>
        </p:nvSpPr>
        <p:spPr>
          <a:xfrm xmlns:a="http://schemas.openxmlformats.org/drawingml/2006/main">
            <a:off x="2952750" y="81534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Δ</a:t>
            </a:r>
            <a:r>
              <a:rPr i="1">
                <a:latin typeface="Pretendard"/>
                <a:ea typeface="Pretendard"/>
                <a:cs typeface="Pretendard"/>
              </a:rPr>
              <a:t>H</a:t>
            </a:r>
            <a:r>
              <a:t> 계산·검산</a:t>
            </a:r>
          </a:p>
        </p:txBody>
      </p:sp>
      <p:sp>
        <p:nvSpPr>
          <p:cNvPr id="25" name="R05-29 대응 설명 상자">
            <a:extLst xmlns:a="http://schemas.openxmlformats.org/drawingml/2006/main">
              <a:ext uri="{FF2B5EF4-FFF2-40B4-BE49-F238E27FC236}">
                <a16:creationId xmlns:a16="http://schemas.microsoft.com/office/drawing/2014/main" id="{A7E66228-DC41-4AC4-877A-326C2271A018}"/>
              </a:ext>
            </a:extLst>
          </p:cNvPr>
          <p:cNvSpPr>
            <a:spLocks xmlns:a="http://schemas.openxmlformats.org/drawingml/2006/main" noGrp="1"/>
          </p:cNvSpPr>
          <p:nvPr/>
        </p:nvSpPr>
        <p:spPr>
          <a:xfrm xmlns:a="http://schemas.openxmlformats.org/drawingml/2006/main">
            <a:off x="6581775" y="79629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6" name="rich">
            <a:extLst xmlns:a="http://schemas.openxmlformats.org/drawingml/2006/main">
              <a:ext uri="{FF2B5EF4-FFF2-40B4-BE49-F238E27FC236}">
                <a16:creationId xmlns:a16="http://schemas.microsoft.com/office/drawing/2014/main" id="{276BDD81-48C9-4B86-8742-879F859FF75B}"/>
              </a:ext>
            </a:extLst>
          </p:cNvPr>
          <p:cNvSpPr>
            <a:spLocks xmlns:a="http://schemas.openxmlformats.org/drawingml/2006/main" noGrp="1"/>
          </p:cNvSpPr>
          <p:nvPr/>
        </p:nvSpPr>
        <p:spPr>
          <a:xfrm xmlns:a="http://schemas.openxmlformats.org/drawingml/2006/main">
            <a:off x="6905625" y="81534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남은 반응식과 부호·단위를 확인한다.</a:t>
            </a:r>
          </a:p>
        </p:txBody>
      </p:sp>
    </p:spTree>
    <p:extLst>
      <p:ext uri="{BB962C8B-B14F-4D97-AF65-F5344CB8AC3E}">
        <p14:creationId xmlns:p14="http://schemas.microsoft.com/office/powerpoint/2010/main" val="62768574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E6753381-87A5-43A1-8581-40B142E00391}"/>
              </a:ext>
            </a:extLst>
          </p:cNvPr>
          <p:cNvPicPr>
            <a:picLocks xmlns:a="http://schemas.openxmlformats.org/drawingml/2006/main" noChangeAspect="1"/>
          </p:cNvPicPr>
          <p:nvPr/>
        </p:nvPicPr>
        <p:blipFill>
          <a:blip xmlns:r="http://schemas.openxmlformats.org/officeDocument/2006/relationships" xmlns:a="http://schemas.openxmlformats.org/drawingml/2006/main" r:embed="R9cae8a9653a9484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E0D60ED-9A80-4D78-9052-00CE5DE3980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AE0C97D-1346-4C21-9977-21071EF6A0E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770A22A-7E49-4C08-9792-D8462B2E315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27BAFD4-6521-4080-B860-647B05915DE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298ADCC2-E2AE-4486-A631-9D274D2962A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6D675045-E608-4437-8821-8A6F4A7B7AC0}"/>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b="0">
                <a:solidFill>
                  <a:srgbClr val="777777"/>
                </a:solidFill>
              </a:rPr>
              <a:t>다음 두 반응을 이용하여 목표 반응의 </a:t>
            </a:r>
            <a:r>
              <a:rPr b="0">
                <a:solidFill>
                  <a:srgbClr val="777777"/>
                </a:solidFill>
              </a:rPr>
              <a:t>Δ</a:t>
            </a:r>
            <a:r>
              <a:rPr b="0" i="1">
                <a:solidFill>
                  <a:srgbClr val="777777"/>
                </a:solidFill>
                <a:latin typeface="Pretendard"/>
                <a:ea typeface="Pretendard"/>
                <a:cs typeface="Pretendard"/>
              </a:rPr>
              <a:t>H</a:t>
            </a:r>
            <a:r>
              <a:rPr b="0">
                <a:solidFill>
                  <a:srgbClr val="777777"/>
                </a:solidFill>
              </a:rPr>
              <a:t>를 구하시오.</a:t>
            </a:r>
          </a:p>
        </p:txBody>
      </p:sp>
      <p:pic>
        <p:nvPicPr>
          <p:cNvPr id="8" name="">
            <a:extLst xmlns:a="http://schemas.openxmlformats.org/drawingml/2006/main">
              <a:ext uri="{FF2B5EF4-FFF2-40B4-BE49-F238E27FC236}">
                <a16:creationId xmlns:a16="http://schemas.microsoft.com/office/drawing/2014/main" id="{12497543-1878-4D1A-9791-851415B4CC30}"/>
              </a:ext>
            </a:extLst>
          </p:cNvPr>
          <p:cNvPicPr>
            <a:picLocks xmlns:a="http://schemas.openxmlformats.org/drawingml/2006/main" noChangeAspect="1"/>
          </p:cNvPicPr>
          <p:nvPr/>
        </p:nvPicPr>
        <p:blipFill>
          <a:blip xmlns:r="http://schemas.openxmlformats.org/officeDocument/2006/relationships" xmlns:a="http://schemas.openxmlformats.org/drawingml/2006/main" r:embed="R6c317a1c6cb340bd"/>
          <a:stretch xmlns:a="http://schemas.openxmlformats.org/drawingml/2006/main"/>
        </p:blipFill>
        <p:spPr>
          <a:xfrm xmlns:a="http://schemas.openxmlformats.org/drawingml/2006/main">
            <a:off x="2395728" y="4546473"/>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63A49633-90FF-48FD-BE94-58D64DA5C3E8}"/>
              </a:ext>
            </a:extLst>
          </p:cNvPr>
          <p:cNvSpPr>
            <a:spLocks xmlns:a="http://schemas.openxmlformats.org/drawingml/2006/main" noGrp="1"/>
          </p:cNvSpPr>
          <p:nvPr/>
        </p:nvSpPr>
        <p:spPr>
          <a:xfrm xmlns:a="http://schemas.openxmlformats.org/drawingml/2006/main">
            <a:off x="2247900" y="6957441"/>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B73B981F-6D08-47D9-B5C6-BA0FDA4E48F2}"/>
              </a:ext>
            </a:extLst>
          </p:cNvPr>
          <p:cNvPicPr>
            <a:picLocks xmlns:a="http://schemas.openxmlformats.org/drawingml/2006/main" noChangeAspect="1"/>
          </p:cNvPicPr>
          <p:nvPr/>
        </p:nvPicPr>
        <p:blipFill>
          <a:blip xmlns:r="http://schemas.openxmlformats.org/officeDocument/2006/relationships" xmlns:a="http://schemas.openxmlformats.org/drawingml/2006/main" r:embed="R90515add769d4210"/>
          <a:stretch xmlns:a="http://schemas.openxmlformats.org/drawingml/2006/main"/>
        </p:blipFill>
        <p:spPr>
          <a:xfrm xmlns:a="http://schemas.openxmlformats.org/drawingml/2006/main">
            <a:off x="5619750" y="6627495"/>
            <a:ext cx="11782044" cy="1549908"/>
          </a:xfrm>
          <a:prstGeom xmlns:a="http://schemas.openxmlformats.org/drawingml/2006/main" prst="rect">
            <a:avLst/>
          </a:prstGeom>
        </p:spPr>
      </p:pic>
    </p:spTree>
    <p:extLst>
      <p:ext uri="{BB962C8B-B14F-4D97-AF65-F5344CB8AC3E}">
        <p14:creationId xmlns:p14="http://schemas.microsoft.com/office/powerpoint/2010/main" val="167134274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E5374CC-3B75-48F8-8D34-A3EDE41EE20F}"/>
              </a:ext>
            </a:extLst>
          </p:cNvPr>
          <p:cNvPicPr>
            <a:picLocks xmlns:a="http://schemas.openxmlformats.org/drawingml/2006/main" noChangeAspect="1"/>
          </p:cNvPicPr>
          <p:nvPr/>
        </p:nvPicPr>
        <p:blipFill>
          <a:blip xmlns:r="http://schemas.openxmlformats.org/officeDocument/2006/relationships" xmlns:a="http://schemas.openxmlformats.org/drawingml/2006/main" r:embed="R4d24e048963748d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9AB55A2-18DD-4140-A51C-ADA0155530C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E7F3F8C-3D96-42CB-9143-6E13EC57CD3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68D5ADC-37A8-4D4E-85B5-76B0D64A8C6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7312B52-4778-4584-857E-1993DF95F4E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56B11750-DE88-4B64-ACAB-02FB931A091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C39120A7-267A-4223-9D95-A4A9E672253C}"/>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F387A1A8-876D-406D-B50E-C9CBCF7C9EAA}"/>
              </a:ext>
            </a:extLst>
          </p:cNvPr>
          <p:cNvPicPr>
            <a:picLocks xmlns:a="http://schemas.openxmlformats.org/drawingml/2006/main" noChangeAspect="1"/>
          </p:cNvPicPr>
          <p:nvPr/>
        </p:nvPicPr>
        <p:blipFill>
          <a:blip xmlns:r="http://schemas.openxmlformats.org/officeDocument/2006/relationships" xmlns:a="http://schemas.openxmlformats.org/drawingml/2006/main" r:embed="R06e40a0d936044f5"/>
          <a:stretch xmlns:a="http://schemas.openxmlformats.org/drawingml/2006/main"/>
        </p:blipFill>
        <p:spPr>
          <a:xfrm xmlns:a="http://schemas.openxmlformats.org/drawingml/2006/main">
            <a:off x="2395728" y="4594098"/>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7AD705D-C04C-41BE-8E96-01A941775703}"/>
              </a:ext>
            </a:extLst>
          </p:cNvPr>
          <p:cNvPicPr>
            <a:picLocks xmlns:a="http://schemas.openxmlformats.org/drawingml/2006/main" noChangeAspect="1"/>
          </p:cNvPicPr>
          <p:nvPr/>
        </p:nvPicPr>
        <p:blipFill>
          <a:blip xmlns:r="http://schemas.openxmlformats.org/officeDocument/2006/relationships" xmlns:a="http://schemas.openxmlformats.org/drawingml/2006/main" r:embed="R119000e8b3bd4373"/>
          <a:stretch xmlns:a="http://schemas.openxmlformats.org/drawingml/2006/main"/>
        </p:blipFill>
        <p:spPr>
          <a:xfrm xmlns:a="http://schemas.openxmlformats.org/drawingml/2006/main">
            <a:off x="3252978" y="657987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3913E186-25AB-4FB1-9A1F-88E30B15140F}"/>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BB436E91-3335-427F-B194-AD26283D1944}"/>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145821342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EF795DD-3B1C-4A10-B673-024C81DB3462}"/>
              </a:ext>
            </a:extLst>
          </p:cNvPr>
          <p:cNvPicPr>
            <a:picLocks xmlns:a="http://schemas.openxmlformats.org/drawingml/2006/main" noChangeAspect="1"/>
          </p:cNvPicPr>
          <p:nvPr/>
        </p:nvPicPr>
        <p:blipFill>
          <a:blip xmlns:r="http://schemas.openxmlformats.org/officeDocument/2006/relationships" xmlns:a="http://schemas.openxmlformats.org/drawingml/2006/main" r:embed="R003e2a52ab754b1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61F41BD-F85A-4F4B-A0DA-8C703834B7D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8B40C2D-8F02-4399-BD5E-EE9B51850F0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6C2AB45-2745-4D07-890B-DFA9C563520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193E027-2AFA-4A0F-9B6F-8BBA5FB61FE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33513C0E-0F78-4F35-95A1-B5C119AF0CC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DA9CCBAA-D4F5-4A82-A606-0CE1DDF94F79}"/>
              </a:ext>
            </a:extLst>
          </p:cNvPr>
          <p:cNvPicPr>
            <a:picLocks xmlns:a="http://schemas.openxmlformats.org/drawingml/2006/main" noChangeAspect="1"/>
          </p:cNvPicPr>
          <p:nvPr/>
        </p:nvPicPr>
        <p:blipFill>
          <a:blip xmlns:r="http://schemas.openxmlformats.org/officeDocument/2006/relationships" xmlns:a="http://schemas.openxmlformats.org/drawingml/2006/main" r:embed="R89a195088e4240c2"/>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BDAFE277-D4FB-4D04-B1E9-53142786C5A7}"/>
              </a:ext>
            </a:extLst>
          </p:cNvPr>
          <p:cNvSpPr>
            <a:spLocks xmlns:a="http://schemas.openxmlformats.org/drawingml/2006/main" noGrp="1"/>
          </p:cNvSpPr>
          <p:nvPr/>
        </p:nvSpPr>
        <p:spPr>
          <a:xfrm xmlns:a="http://schemas.openxmlformats.org/drawingml/2006/main">
            <a:off x="10668000" y="4857750"/>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5001898C-55AC-4ABD-8BAF-6C5EEAFEB7A3}"/>
              </a:ext>
            </a:extLst>
          </p:cNvPr>
          <p:cNvSpPr>
            <a:spLocks xmlns:a="http://schemas.openxmlformats.org/drawingml/2006/main" noGrp="1"/>
          </p:cNvSpPr>
          <p:nvPr/>
        </p:nvSpPr>
        <p:spPr>
          <a:xfrm xmlns:a="http://schemas.openxmlformats.org/drawingml/2006/main">
            <a:off x="10668000" y="55435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D40F5253-B9FF-452E-8157-E39F5B13BF7D}"/>
              </a:ext>
            </a:extLst>
          </p:cNvPr>
          <p:cNvSpPr>
            <a:spLocks xmlns:a="http://schemas.openxmlformats.org/drawingml/2006/main" noGrp="1"/>
          </p:cNvSpPr>
          <p:nvPr/>
        </p:nvSpPr>
        <p:spPr>
          <a:xfrm xmlns:a="http://schemas.openxmlformats.org/drawingml/2006/main">
            <a:off x="10668000" y="6838950"/>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07B71D27-A5C3-4089-803D-873F5D70BF3B}"/>
              </a:ext>
            </a:extLst>
          </p:cNvPr>
          <p:cNvSpPr>
            <a:spLocks xmlns:a="http://schemas.openxmlformats.org/drawingml/2006/main" noGrp="1"/>
          </p:cNvSpPr>
          <p:nvPr/>
        </p:nvSpPr>
        <p:spPr>
          <a:xfrm xmlns:a="http://schemas.openxmlformats.org/drawingml/2006/main">
            <a:off x="10668000" y="75247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030376719"/>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13CD783-AD48-43E7-8CD6-1DF83D86C0F6}"/>
              </a:ext>
            </a:extLst>
          </p:cNvPr>
          <p:cNvPicPr>
            <a:picLocks xmlns:a="http://schemas.openxmlformats.org/drawingml/2006/main" noChangeAspect="1"/>
          </p:cNvPicPr>
          <p:nvPr/>
        </p:nvPicPr>
        <p:blipFill>
          <a:blip xmlns:r="http://schemas.openxmlformats.org/officeDocument/2006/relationships" xmlns:a="http://schemas.openxmlformats.org/drawingml/2006/main" r:embed="Redabb50e3e934991"/>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49E27E41-62C9-4A7E-A57F-B06534018A1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2D620985-6527-4747-A042-9DCAE0CDCDE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F30A86E8-449A-4946-9A9C-0341184CB2D5}"/>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AB319DEF-03EB-4A73-8481-D6357F1333FD}"/>
              </a:ext>
            </a:extLst>
          </p:cNvPr>
          <p:cNvPicPr>
            <a:picLocks xmlns:a="http://schemas.openxmlformats.org/drawingml/2006/main" noChangeAspect="1"/>
          </p:cNvPicPr>
          <p:nvPr/>
        </p:nvPicPr>
        <p:blipFill>
          <a:blip xmlns:r="http://schemas.openxmlformats.org/officeDocument/2006/relationships" xmlns:a="http://schemas.openxmlformats.org/drawingml/2006/main" r:embed="R424ce260521d4f4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DD0F7E75-3375-4853-90C1-B00DC3E3462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BFBC1737-0B83-49A0-A2FD-3E540C226B39}"/>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8" name="text">
            <a:extLst xmlns:a="http://schemas.openxmlformats.org/drawingml/2006/main">
              <a:ext uri="{FF2B5EF4-FFF2-40B4-BE49-F238E27FC236}">
                <a16:creationId xmlns:a16="http://schemas.microsoft.com/office/drawing/2014/main" id="{32FF7E2D-0D76-4599-B390-26CAC01243AC}"/>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9" name="text">
            <a:extLst xmlns:a="http://schemas.openxmlformats.org/drawingml/2006/main">
              <a:ext uri="{FF2B5EF4-FFF2-40B4-BE49-F238E27FC236}">
                <a16:creationId xmlns:a16="http://schemas.microsoft.com/office/drawing/2014/main" id="{DBE15EE8-9F2E-4089-8E5F-A72E5015F73A}"/>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98844908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379325E2-C039-4270-A50F-BD9B0BB95B72}"/>
              </a:ext>
            </a:extLst>
          </p:cNvPr>
          <p:cNvPicPr>
            <a:picLocks xmlns:a="http://schemas.openxmlformats.org/drawingml/2006/main" noChangeAspect="1"/>
          </p:cNvPicPr>
          <p:nvPr/>
        </p:nvPicPr>
        <p:blipFill>
          <a:blip xmlns:r="http://schemas.openxmlformats.org/officeDocument/2006/relationships" xmlns:a="http://schemas.openxmlformats.org/drawingml/2006/main" r:embed="R4c7679a1f25f444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1E4DC59-3878-4A19-B814-F55D6721F16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890634E-FCCC-4012-BBA8-7BEB7FAF5A0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A926D8D-0867-4C67-9EA7-B2F0595F2C7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D000EFA-ABBD-4D93-BED3-9936EA4D56E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B29ECF5-427B-4821-A93C-09989E10C76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7BEA7708-AC70-48BA-8B53-1424B6C203C9}"/>
              </a:ext>
            </a:extLst>
          </p:cNvPr>
          <p:cNvSpPr>
            <a:spLocks xmlns:a="http://schemas.openxmlformats.org/drawingml/2006/main" noGrp="1"/>
          </p:cNvSpPr>
          <p:nvPr/>
        </p:nvSpPr>
        <p:spPr>
          <a:xfrm xmlns:a="http://schemas.openxmlformats.org/drawingml/2006/main">
            <a:off x="1524000" y="3667125"/>
            <a:ext cx="15240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777777"/>
                </a:solidFill>
                <a:latin typeface="Pretendard"/>
                <a:ea typeface="Pretendard"/>
                <a:cs typeface="Pretendard"/>
              </a:defRPr>
            </a:defPPr>
            <a:lvl1pPr algn="ctr">
              <a:defRPr sz="2550" b="0">
                <a:solidFill>
                  <a:srgbClr val="777777"/>
                </a:solidFill>
                <a:latin typeface="Pretendard"/>
                <a:ea typeface="Pretendard"/>
                <a:cs typeface="Pretendard"/>
              </a:defRPr>
            </a:lvl1pPr>
            <a:lvl2pPr algn="ctr">
              <a:defRPr sz="2550" b="0">
                <a:solidFill>
                  <a:srgbClr val="777777"/>
                </a:solidFill>
                <a:latin typeface="Pretendard"/>
                <a:ea typeface="Pretendard"/>
                <a:cs typeface="Pretendard"/>
              </a:defRPr>
            </a:lvl2pPr>
            <a:lvl3pPr algn="ctr">
              <a:defRPr sz="2550" b="0">
                <a:solidFill>
                  <a:srgbClr val="777777"/>
                </a:solidFill>
                <a:latin typeface="Pretendard"/>
                <a:ea typeface="Pretendard"/>
                <a:cs typeface="Pretendard"/>
              </a:defRPr>
            </a:lvl3pPr>
            <a:lvl4pPr algn="ctr">
              <a:defRPr sz="2550" b="0">
                <a:solidFill>
                  <a:srgbClr val="777777"/>
                </a:solidFill>
                <a:latin typeface="Pretendard"/>
                <a:ea typeface="Pretendard"/>
                <a:cs typeface="Pretendard"/>
              </a:defRPr>
            </a:lvl4pPr>
            <a:lvl5pPr algn="ctr">
              <a:defRPr sz="2550" b="0">
                <a:solidFill>
                  <a:srgbClr val="777777"/>
                </a:solidFill>
                <a:latin typeface="Pretendard"/>
                <a:ea typeface="Pretendard"/>
                <a:cs typeface="Pretendard"/>
              </a:defRPr>
            </a:lvl5pPr>
            <a:lvl6pPr algn="ctr">
              <a:defRPr sz="2550" b="0">
                <a:solidFill>
                  <a:srgbClr val="777777"/>
                </a:solidFill>
                <a:latin typeface="Pretendard"/>
                <a:ea typeface="Pretendard"/>
                <a:cs typeface="Pretendard"/>
              </a:defRPr>
            </a:lvl6pPr>
            <a:lvl7pPr algn="ctr">
              <a:defRPr sz="2550" b="0">
                <a:solidFill>
                  <a:srgbClr val="777777"/>
                </a:solidFill>
                <a:latin typeface="Pretendard"/>
                <a:ea typeface="Pretendard"/>
                <a:cs typeface="Pretendard"/>
              </a:defRPr>
            </a:lvl7pPr>
            <a:lvl8pPr algn="ctr">
              <a:defRPr sz="2550" b="0">
                <a:solidFill>
                  <a:srgbClr val="777777"/>
                </a:solidFill>
                <a:latin typeface="Pretendard"/>
                <a:ea typeface="Pretendard"/>
                <a:cs typeface="Pretendard"/>
              </a:defRPr>
            </a:lvl8pPr>
            <a:lvl9pPr algn="ctr">
              <a:defRPr sz="2550" b="0">
                <a:solidFill>
                  <a:srgbClr val="777777"/>
                </a:solidFill>
                <a:latin typeface="Pretendard"/>
                <a:ea typeface="Pretendard"/>
                <a:cs typeface="Pretendard"/>
              </a:defRPr>
            </a:lvl9pPr>
          </a:lstStyle>
          <a:p xmlns:a="http://schemas.openxmlformats.org/drawingml/2006/main">
            <a:pPr algn="ctr">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표준 상태에서 가장 안정한 원소 물질로부터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BE662519-358F-4DC8-A0FA-5AF5A5AD0ADA}"/>
              </a:ext>
            </a:extLst>
          </p:cNvPr>
          <p:cNvPicPr>
            <a:picLocks xmlns:a="http://schemas.openxmlformats.org/drawingml/2006/main" noChangeAspect="1"/>
          </p:cNvPicPr>
          <p:nvPr/>
        </p:nvPicPr>
        <p:blipFill>
          <a:blip xmlns:r="http://schemas.openxmlformats.org/officeDocument/2006/relationships" xmlns:a="http://schemas.openxmlformats.org/drawingml/2006/main" r:embed="R722507f084e44f6f"/>
          <a:stretch xmlns:a="http://schemas.openxmlformats.org/drawingml/2006/main"/>
        </p:blipFill>
        <p:spPr>
          <a:xfrm xmlns:a="http://schemas.openxmlformats.org/drawingml/2006/main">
            <a:off x="3476986" y="4733925"/>
            <a:ext cx="11334028" cy="1206818"/>
          </a:xfrm>
          <a:prstGeom xmlns:a="http://schemas.openxmlformats.org/drawingml/2006/main" prst="rect">
            <a:avLst/>
          </a:prstGeom>
        </p:spPr>
      </p:pic>
      <p:sp>
        <p:nvSpPr>
          <p:cNvPr id="9" name="rich">
            <a:extLst xmlns:a="http://schemas.openxmlformats.org/drawingml/2006/main">
              <a:ext uri="{FF2B5EF4-FFF2-40B4-BE49-F238E27FC236}">
                <a16:creationId xmlns:a16="http://schemas.microsoft.com/office/drawing/2014/main" id="{784435C9-21AD-40D0-98DF-F32BBCEEE2BB}"/>
              </a:ext>
            </a:extLst>
          </p:cNvPr>
          <p:cNvSpPr>
            <a:spLocks xmlns:a="http://schemas.openxmlformats.org/drawingml/2006/main" noGrp="1"/>
          </p:cNvSpPr>
          <p:nvPr/>
        </p:nvSpPr>
        <p:spPr>
          <a:xfrm xmlns:a="http://schemas.openxmlformats.org/drawingml/2006/main">
            <a:off x="3790950" y="67151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생성되는 물질 </a:t>
            </a:r>
            <a:r>
              <a:rPr b="1">
                <a:solidFill>
                  <a:srgbClr val="57962F"/>
                </a:solidFill>
              </a:rPr>
              <a:t>1 mol</a:t>
            </a:r>
            <a:r>
              <a:t>을 기준으로 나타낸다.</a:t>
            </a:r>
          </a:p>
        </p:txBody>
      </p:sp>
      <p:sp>
        <p:nvSpPr>
          <p:cNvPr id="10" name="rich">
            <a:extLst xmlns:a="http://schemas.openxmlformats.org/drawingml/2006/main">
              <a:ext uri="{FF2B5EF4-FFF2-40B4-BE49-F238E27FC236}">
                <a16:creationId xmlns:a16="http://schemas.microsoft.com/office/drawing/2014/main" id="{012475A8-3FDB-40A5-84A0-6CD9EE3E3668}"/>
              </a:ext>
            </a:extLst>
          </p:cNvPr>
          <p:cNvSpPr>
            <a:spLocks xmlns:a="http://schemas.openxmlformats.org/drawingml/2006/main" noGrp="1"/>
          </p:cNvSpPr>
          <p:nvPr/>
        </p:nvSpPr>
        <p:spPr>
          <a:xfrm xmlns:a="http://schemas.openxmlformats.org/drawingml/2006/main">
            <a:off x="3790950" y="77343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000000"/>
                </a:solidFill>
                <a:latin typeface="Pretendard"/>
                <a:ea typeface="Pretendard"/>
                <a:cs typeface="Pretendard"/>
              </a:defRPr>
            </a:defPPr>
            <a:lvl1pPr algn="l">
              <a:defRPr sz="3225" b="0">
                <a:solidFill>
                  <a:srgbClr val="000000"/>
                </a:solidFill>
                <a:latin typeface="Pretendard"/>
                <a:ea typeface="Pretendard"/>
                <a:cs typeface="Pretendard"/>
              </a:defRPr>
            </a:lvl1pPr>
            <a:lvl2pPr algn="l">
              <a:defRPr sz="3225" b="0">
                <a:solidFill>
                  <a:srgbClr val="000000"/>
                </a:solidFill>
                <a:latin typeface="Pretendard"/>
                <a:ea typeface="Pretendard"/>
                <a:cs typeface="Pretendard"/>
              </a:defRPr>
            </a:lvl2pPr>
            <a:lvl3pPr algn="l">
              <a:defRPr sz="3225" b="0">
                <a:solidFill>
                  <a:srgbClr val="000000"/>
                </a:solidFill>
                <a:latin typeface="Pretendard"/>
                <a:ea typeface="Pretendard"/>
                <a:cs typeface="Pretendard"/>
              </a:defRPr>
            </a:lvl3pPr>
            <a:lvl4pPr algn="l">
              <a:defRPr sz="3225" b="0">
                <a:solidFill>
                  <a:srgbClr val="000000"/>
                </a:solidFill>
                <a:latin typeface="Pretendard"/>
                <a:ea typeface="Pretendard"/>
                <a:cs typeface="Pretendard"/>
              </a:defRPr>
            </a:lvl4pPr>
            <a:lvl5pPr algn="l">
              <a:defRPr sz="3225" b="0">
                <a:solidFill>
                  <a:srgbClr val="000000"/>
                </a:solidFill>
                <a:latin typeface="Pretendard"/>
                <a:ea typeface="Pretendard"/>
                <a:cs typeface="Pretendard"/>
              </a:defRPr>
            </a:lvl5pPr>
            <a:lvl6pPr algn="l">
              <a:defRPr sz="3225" b="0">
                <a:solidFill>
                  <a:srgbClr val="000000"/>
                </a:solidFill>
                <a:latin typeface="Pretendard"/>
                <a:ea typeface="Pretendard"/>
                <a:cs typeface="Pretendard"/>
              </a:defRPr>
            </a:lvl6pPr>
            <a:lvl7pPr algn="l">
              <a:defRPr sz="3225" b="0">
                <a:solidFill>
                  <a:srgbClr val="000000"/>
                </a:solidFill>
                <a:latin typeface="Pretendard"/>
                <a:ea typeface="Pretendard"/>
                <a:cs typeface="Pretendard"/>
              </a:defRPr>
            </a:lvl7pPr>
            <a:lvl8pPr algn="l">
              <a:defRPr sz="3225" b="0">
                <a:solidFill>
                  <a:srgbClr val="000000"/>
                </a:solidFill>
                <a:latin typeface="Pretendard"/>
                <a:ea typeface="Pretendard"/>
                <a:cs typeface="Pretendard"/>
              </a:defRPr>
            </a:lvl8pPr>
            <a:lvl9pPr algn="l">
              <a:defRPr sz="3225" b="0">
                <a:solidFill>
                  <a:srgbClr val="000000"/>
                </a:solidFill>
                <a:latin typeface="Pretendard"/>
                <a:ea typeface="Pretendard"/>
                <a:cs typeface="Pretendard"/>
              </a:defRPr>
            </a:lvl9pPr>
          </a:lstStyle>
          <a:p xmlns:a="http://schemas.openxmlformats.org/drawingml/2006/main">
            <a:pPr algn="l">
              <a:defRPr sz="3225" b="0">
                <a:solidFill>
                  <a:srgbClr val="000000"/>
                </a:solidFill>
                <a:latin typeface="Pretendard"/>
                <a:ea typeface="Pretendard"/>
                <a:cs typeface="Pretendard"/>
              </a:defRPr>
            </a:pPr>
            <a:r>
              <a:t>H₂O</a:t>
            </a:r>
            <a:r>
              <a:t>(</a:t>
            </a:r>
            <a:r>
              <a:rPr i="1">
                <a:latin typeface="Pretendard"/>
                <a:ea typeface="Pretendard"/>
                <a:cs typeface="Pretendard"/>
              </a:rPr>
              <a:t>l</a:t>
            </a:r>
            <a:r>
              <a:t>)의 표준 생성 엔탈피는</a:t>
            </a:r>
          </a:p>
        </p:txBody>
      </p:sp>
      <p:sp>
        <p:nvSpPr>
          <p:cNvPr id="11" name="text">
            <a:extLst xmlns:a="http://schemas.openxmlformats.org/drawingml/2006/main">
              <a:ext uri="{FF2B5EF4-FFF2-40B4-BE49-F238E27FC236}">
                <a16:creationId xmlns:a16="http://schemas.microsoft.com/office/drawing/2014/main" id="{45C0CE3C-54B6-42FC-AA80-B1A89C3302E6}"/>
              </a:ext>
            </a:extLst>
          </p:cNvPr>
          <p:cNvSpPr>
            <a:spLocks xmlns:a="http://schemas.openxmlformats.org/drawingml/2006/main" noGrp="1"/>
          </p:cNvSpPr>
          <p:nvPr/>
        </p:nvSpPr>
        <p:spPr>
          <a:xfrm xmlns:a="http://schemas.openxmlformats.org/drawingml/2006/main">
            <a:off x="3790950" y="83820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650" b="1">
                <a:solidFill>
                  <a:srgbClr val="57962F"/>
                </a:solidFill>
                <a:latin typeface="Pretendard"/>
                <a:ea typeface="Pretendard"/>
                <a:cs typeface="Pretendard"/>
              </a:defRPr>
            </a:defPPr>
            <a:lvl1pPr algn="l">
              <a:defRPr sz="4650" b="1">
                <a:solidFill>
                  <a:srgbClr val="57962F"/>
                </a:solidFill>
                <a:latin typeface="Pretendard"/>
                <a:ea typeface="Pretendard"/>
                <a:cs typeface="Pretendard"/>
              </a:defRPr>
            </a:lvl1pPr>
            <a:lvl2pPr algn="l">
              <a:defRPr sz="4650" b="1">
                <a:solidFill>
                  <a:srgbClr val="57962F"/>
                </a:solidFill>
                <a:latin typeface="Pretendard"/>
                <a:ea typeface="Pretendard"/>
                <a:cs typeface="Pretendard"/>
              </a:defRPr>
            </a:lvl2pPr>
            <a:lvl3pPr algn="l">
              <a:defRPr sz="4650" b="1">
                <a:solidFill>
                  <a:srgbClr val="57962F"/>
                </a:solidFill>
                <a:latin typeface="Pretendard"/>
                <a:ea typeface="Pretendard"/>
                <a:cs typeface="Pretendard"/>
              </a:defRPr>
            </a:lvl3pPr>
            <a:lvl4pPr algn="l">
              <a:defRPr sz="4650" b="1">
                <a:solidFill>
                  <a:srgbClr val="57962F"/>
                </a:solidFill>
                <a:latin typeface="Pretendard"/>
                <a:ea typeface="Pretendard"/>
                <a:cs typeface="Pretendard"/>
              </a:defRPr>
            </a:lvl4pPr>
            <a:lvl5pPr algn="l">
              <a:defRPr sz="4650" b="1">
                <a:solidFill>
                  <a:srgbClr val="57962F"/>
                </a:solidFill>
                <a:latin typeface="Pretendard"/>
                <a:ea typeface="Pretendard"/>
                <a:cs typeface="Pretendard"/>
              </a:defRPr>
            </a:lvl5pPr>
            <a:lvl6pPr algn="l">
              <a:defRPr sz="4650" b="1">
                <a:solidFill>
                  <a:srgbClr val="57962F"/>
                </a:solidFill>
                <a:latin typeface="Pretendard"/>
                <a:ea typeface="Pretendard"/>
                <a:cs typeface="Pretendard"/>
              </a:defRPr>
            </a:lvl6pPr>
            <a:lvl7pPr algn="l">
              <a:defRPr sz="4650" b="1">
                <a:solidFill>
                  <a:srgbClr val="57962F"/>
                </a:solidFill>
                <a:latin typeface="Pretendard"/>
                <a:ea typeface="Pretendard"/>
                <a:cs typeface="Pretendard"/>
              </a:defRPr>
            </a:lvl7pPr>
            <a:lvl8pPr algn="l">
              <a:defRPr sz="4650" b="1">
                <a:solidFill>
                  <a:srgbClr val="57962F"/>
                </a:solidFill>
                <a:latin typeface="Pretendard"/>
                <a:ea typeface="Pretendard"/>
                <a:cs typeface="Pretendard"/>
              </a:defRPr>
            </a:lvl8pPr>
            <a:lvl9pPr algn="l">
              <a:defRPr sz="4650" b="1">
                <a:solidFill>
                  <a:srgbClr val="57962F"/>
                </a:solidFill>
                <a:latin typeface="Pretendard"/>
                <a:ea typeface="Pretendard"/>
                <a:cs typeface="Pretendard"/>
              </a:defRPr>
            </a:lvl9pPr>
          </a:lstStyle>
          <a:p xmlns:a="http://schemas.openxmlformats.org/drawingml/2006/main">
            <a:pPr algn="l">
              <a:defRPr sz="4650" b="1">
                <a:solidFill>
                  <a:srgbClr val="57962F"/>
                </a:solidFill>
                <a:latin typeface="Pretendard"/>
                <a:ea typeface="Pretendard"/>
                <a:cs typeface="Pretendard"/>
              </a:defRPr>
            </a:pPr>
            <a:r>
              <a:rPr sz="4650" b="1">
                <a:solidFill>
                  <a:srgbClr val="57962F"/>
                </a:solidFill>
                <a:latin typeface="Pretendard"/>
                <a:ea typeface="Pretendard"/>
                <a:cs typeface="Pretendard"/>
              </a:rPr>
              <a:t>−285.8 kJ/mol</a:t>
            </a:r>
          </a:p>
        </p:txBody>
      </p:sp>
    </p:spTree>
    <p:extLst>
      <p:ext uri="{BB962C8B-B14F-4D97-AF65-F5344CB8AC3E}">
        <p14:creationId xmlns:p14="http://schemas.microsoft.com/office/powerpoint/2010/main" val="21062937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7A442652-636D-4554-872B-592E5952D5AE}"/>
              </a:ext>
            </a:extLst>
          </p:cNvPr>
          <p:cNvPicPr>
            <a:picLocks xmlns:a="http://schemas.openxmlformats.org/drawingml/2006/main" noChangeAspect="1"/>
          </p:cNvPicPr>
          <p:nvPr/>
        </p:nvPicPr>
        <p:blipFill>
          <a:blip xmlns:r="http://schemas.openxmlformats.org/officeDocument/2006/relationships" xmlns:a="http://schemas.openxmlformats.org/drawingml/2006/main" r:embed="R45a92e87913b478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7E1C1E5-3206-4E24-9E29-11EC8AE6989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678FB5D-2A0F-49DB-9CAE-69E4F85A2A6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11DD598-5CF4-4C3E-885B-67B8A52B352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DFE8EFA-E3C6-4F73-84CE-AC45214365C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01E7F7E9-5A2D-4E2C-8857-6BBAD7D5079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아래첨자 f와 윗첨자 °의 뜻</a:t>
            </a:r>
          </a:p>
        </p:txBody>
      </p:sp>
      <p:sp>
        <p:nvSpPr>
          <p:cNvPr id="7" name="text">
            <a:extLst xmlns:a="http://schemas.openxmlformats.org/drawingml/2006/main">
              <a:ext uri="{FF2B5EF4-FFF2-40B4-BE49-F238E27FC236}">
                <a16:creationId xmlns:a16="http://schemas.microsoft.com/office/drawing/2014/main" id="{F15911DC-1D24-442B-8833-A48535D525EF}"/>
              </a:ext>
            </a:extLst>
          </p:cNvPr>
          <p:cNvSpPr>
            <a:spLocks xmlns:a="http://schemas.openxmlformats.org/drawingml/2006/main" noGrp="1"/>
          </p:cNvSpPr>
          <p:nvPr/>
        </p:nvSpPr>
        <p:spPr>
          <a:xfrm xmlns:a="http://schemas.openxmlformats.org/drawingml/2006/main">
            <a:off x="2905125" y="4191000"/>
            <a:ext cx="114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875" b="1">
                <a:solidFill>
                  <a:srgbClr val="57962F"/>
                </a:solidFill>
                <a:latin typeface="Pretendard"/>
                <a:ea typeface="Pretendard"/>
                <a:cs typeface="Pretendard"/>
              </a:defRPr>
            </a:defPPr>
            <a:lvl1pPr algn="l">
              <a:defRPr sz="10875" b="1">
                <a:solidFill>
                  <a:srgbClr val="57962F"/>
                </a:solidFill>
                <a:latin typeface="Pretendard"/>
                <a:ea typeface="Pretendard"/>
                <a:cs typeface="Pretendard"/>
              </a:defRPr>
            </a:lvl1pPr>
            <a:lvl2pPr algn="l">
              <a:defRPr sz="10875" b="1">
                <a:solidFill>
                  <a:srgbClr val="57962F"/>
                </a:solidFill>
                <a:latin typeface="Pretendard"/>
                <a:ea typeface="Pretendard"/>
                <a:cs typeface="Pretendard"/>
              </a:defRPr>
            </a:lvl2pPr>
            <a:lvl3pPr algn="l">
              <a:defRPr sz="10875" b="1">
                <a:solidFill>
                  <a:srgbClr val="57962F"/>
                </a:solidFill>
                <a:latin typeface="Pretendard"/>
                <a:ea typeface="Pretendard"/>
                <a:cs typeface="Pretendard"/>
              </a:defRPr>
            </a:lvl3pPr>
            <a:lvl4pPr algn="l">
              <a:defRPr sz="10875" b="1">
                <a:solidFill>
                  <a:srgbClr val="57962F"/>
                </a:solidFill>
                <a:latin typeface="Pretendard"/>
                <a:ea typeface="Pretendard"/>
                <a:cs typeface="Pretendard"/>
              </a:defRPr>
            </a:lvl4pPr>
            <a:lvl5pPr algn="l">
              <a:defRPr sz="10875" b="1">
                <a:solidFill>
                  <a:srgbClr val="57962F"/>
                </a:solidFill>
                <a:latin typeface="Pretendard"/>
                <a:ea typeface="Pretendard"/>
                <a:cs typeface="Pretendard"/>
              </a:defRPr>
            </a:lvl5pPr>
            <a:lvl6pPr algn="l">
              <a:defRPr sz="10875" b="1">
                <a:solidFill>
                  <a:srgbClr val="57962F"/>
                </a:solidFill>
                <a:latin typeface="Pretendard"/>
                <a:ea typeface="Pretendard"/>
                <a:cs typeface="Pretendard"/>
              </a:defRPr>
            </a:lvl6pPr>
            <a:lvl7pPr algn="l">
              <a:defRPr sz="10875" b="1">
                <a:solidFill>
                  <a:srgbClr val="57962F"/>
                </a:solidFill>
                <a:latin typeface="Pretendard"/>
                <a:ea typeface="Pretendard"/>
                <a:cs typeface="Pretendard"/>
              </a:defRPr>
            </a:lvl7pPr>
            <a:lvl8pPr algn="l">
              <a:defRPr sz="10875" b="1">
                <a:solidFill>
                  <a:srgbClr val="57962F"/>
                </a:solidFill>
                <a:latin typeface="Pretendard"/>
                <a:ea typeface="Pretendard"/>
                <a:cs typeface="Pretendard"/>
              </a:defRPr>
            </a:lvl8pPr>
            <a:lvl9pPr algn="l">
              <a:defRPr sz="10875" b="1">
                <a:solidFill>
                  <a:srgbClr val="57962F"/>
                </a:solidFill>
                <a:latin typeface="Pretendard"/>
                <a:ea typeface="Pretendard"/>
                <a:cs typeface="Pretendard"/>
              </a:defRPr>
            </a:lvl9pPr>
          </a:lstStyle>
          <a:p xmlns:a="http://schemas.openxmlformats.org/drawingml/2006/main">
            <a:pPr algn="l">
              <a:defRPr sz="10875" b="1">
                <a:solidFill>
                  <a:srgbClr val="57962F"/>
                </a:solidFill>
                <a:latin typeface="Pretendard"/>
                <a:ea typeface="Pretendard"/>
                <a:cs typeface="Pretendard"/>
              </a:defRPr>
            </a:pPr>
            <a:r>
              <a:rPr sz="10875" b="1">
                <a:solidFill>
                  <a:srgbClr val="57962F"/>
                </a:solidFill>
                <a:latin typeface="Pretendard"/>
                <a:ea typeface="Pretendard"/>
                <a:cs typeface="Pretendard"/>
              </a:rPr>
              <a:t>Δ</a:t>
            </a:r>
          </a:p>
        </p:txBody>
      </p:sp>
      <p:sp>
        <p:nvSpPr>
          <p:cNvPr id="8" name="rich">
            <a:extLst xmlns:a="http://schemas.openxmlformats.org/drawingml/2006/main">
              <a:ext uri="{FF2B5EF4-FFF2-40B4-BE49-F238E27FC236}">
                <a16:creationId xmlns:a16="http://schemas.microsoft.com/office/drawing/2014/main" id="{8D34EABF-70C5-49E4-B986-813936F27141}"/>
              </a:ext>
            </a:extLst>
          </p:cNvPr>
          <p:cNvSpPr>
            <a:spLocks xmlns:a="http://schemas.openxmlformats.org/drawingml/2006/main" noGrp="1"/>
          </p:cNvSpPr>
          <p:nvPr/>
        </p:nvSpPr>
        <p:spPr>
          <a:xfrm xmlns:a="http://schemas.openxmlformats.org/drawingml/2006/main">
            <a:off x="3857625" y="4191000"/>
            <a:ext cx="1381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875" b="1">
                <a:solidFill>
                  <a:srgbClr val="57962F"/>
                </a:solidFill>
                <a:latin typeface="Pretendard"/>
                <a:ea typeface="Pretendard"/>
                <a:cs typeface="Pretendard"/>
              </a:defRPr>
            </a:defPPr>
            <a:lvl1pPr algn="l">
              <a:defRPr sz="10875" b="1">
                <a:solidFill>
                  <a:srgbClr val="57962F"/>
                </a:solidFill>
                <a:latin typeface="Pretendard"/>
                <a:ea typeface="Pretendard"/>
                <a:cs typeface="Pretendard"/>
              </a:defRPr>
            </a:lvl1pPr>
            <a:lvl2pPr algn="l">
              <a:defRPr sz="10875" b="1">
                <a:solidFill>
                  <a:srgbClr val="57962F"/>
                </a:solidFill>
                <a:latin typeface="Pretendard"/>
                <a:ea typeface="Pretendard"/>
                <a:cs typeface="Pretendard"/>
              </a:defRPr>
            </a:lvl2pPr>
            <a:lvl3pPr algn="l">
              <a:defRPr sz="10875" b="1">
                <a:solidFill>
                  <a:srgbClr val="57962F"/>
                </a:solidFill>
                <a:latin typeface="Pretendard"/>
                <a:ea typeface="Pretendard"/>
                <a:cs typeface="Pretendard"/>
              </a:defRPr>
            </a:lvl3pPr>
            <a:lvl4pPr algn="l">
              <a:defRPr sz="10875" b="1">
                <a:solidFill>
                  <a:srgbClr val="57962F"/>
                </a:solidFill>
                <a:latin typeface="Pretendard"/>
                <a:ea typeface="Pretendard"/>
                <a:cs typeface="Pretendard"/>
              </a:defRPr>
            </a:lvl4pPr>
            <a:lvl5pPr algn="l">
              <a:defRPr sz="10875" b="1">
                <a:solidFill>
                  <a:srgbClr val="57962F"/>
                </a:solidFill>
                <a:latin typeface="Pretendard"/>
                <a:ea typeface="Pretendard"/>
                <a:cs typeface="Pretendard"/>
              </a:defRPr>
            </a:lvl5pPr>
            <a:lvl6pPr algn="l">
              <a:defRPr sz="10875" b="1">
                <a:solidFill>
                  <a:srgbClr val="57962F"/>
                </a:solidFill>
                <a:latin typeface="Pretendard"/>
                <a:ea typeface="Pretendard"/>
                <a:cs typeface="Pretendard"/>
              </a:defRPr>
            </a:lvl6pPr>
            <a:lvl7pPr algn="l">
              <a:defRPr sz="10875" b="1">
                <a:solidFill>
                  <a:srgbClr val="57962F"/>
                </a:solidFill>
                <a:latin typeface="Pretendard"/>
                <a:ea typeface="Pretendard"/>
                <a:cs typeface="Pretendard"/>
              </a:defRPr>
            </a:lvl7pPr>
            <a:lvl8pPr algn="l">
              <a:defRPr sz="10875" b="1">
                <a:solidFill>
                  <a:srgbClr val="57962F"/>
                </a:solidFill>
                <a:latin typeface="Pretendard"/>
                <a:ea typeface="Pretendard"/>
                <a:cs typeface="Pretendard"/>
              </a:defRPr>
            </a:lvl8pPr>
            <a:lvl9pPr algn="l">
              <a:defRPr sz="10875" b="1">
                <a:solidFill>
                  <a:srgbClr val="57962F"/>
                </a:solidFill>
                <a:latin typeface="Pretendard"/>
                <a:ea typeface="Pretendard"/>
                <a:cs typeface="Pretendard"/>
              </a:defRPr>
            </a:lvl9pPr>
          </a:lstStyle>
          <a:p xmlns:a="http://schemas.openxmlformats.org/drawingml/2006/main">
            <a:pPr algn="l">
              <a:defRPr sz="10875" b="1">
                <a:solidFill>
                  <a:srgbClr val="57962F"/>
                </a:solidFill>
                <a:latin typeface="Pretendard"/>
                <a:ea typeface="Pretendard"/>
                <a:cs typeface="Pretendard"/>
              </a:defRPr>
            </a:pPr>
            <a:r>
              <a:rPr i="1">
                <a:latin typeface="Pretendard"/>
                <a:ea typeface="Pretendard"/>
                <a:cs typeface="Pretendard"/>
              </a:rPr>
              <a:t>H</a:t>
            </a:r>
          </a:p>
        </p:txBody>
      </p:sp>
      <p:sp>
        <p:nvSpPr>
          <p:cNvPr id="9" name="text">
            <a:extLst xmlns:a="http://schemas.openxmlformats.org/drawingml/2006/main">
              <a:ext uri="{FF2B5EF4-FFF2-40B4-BE49-F238E27FC236}">
                <a16:creationId xmlns:a16="http://schemas.microsoft.com/office/drawing/2014/main" id="{EEA00BE5-B75C-4B54-847F-64D6CFB3F04E}"/>
              </a:ext>
            </a:extLst>
          </p:cNvPr>
          <p:cNvSpPr>
            <a:spLocks xmlns:a="http://schemas.openxmlformats.org/drawingml/2006/main" noGrp="1"/>
          </p:cNvSpPr>
          <p:nvPr/>
        </p:nvSpPr>
        <p:spPr>
          <a:xfrm xmlns:a="http://schemas.openxmlformats.org/drawingml/2006/main">
            <a:off x="5019675" y="5314950"/>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75" b="0">
                <a:solidFill>
                  <a:srgbClr val="57962F"/>
                </a:solidFill>
                <a:latin typeface="Pretendard"/>
                <a:ea typeface="Pretendard"/>
                <a:cs typeface="Pretendard"/>
              </a:defRPr>
            </a:defPPr>
            <a:lvl1pPr algn="l">
              <a:defRPr sz="3975" b="0">
                <a:solidFill>
                  <a:srgbClr val="57962F"/>
                </a:solidFill>
                <a:latin typeface="Pretendard"/>
                <a:ea typeface="Pretendard"/>
                <a:cs typeface="Pretendard"/>
              </a:defRPr>
            </a:lvl1pPr>
            <a:lvl2pPr algn="l">
              <a:defRPr sz="3975" b="0">
                <a:solidFill>
                  <a:srgbClr val="57962F"/>
                </a:solidFill>
                <a:latin typeface="Pretendard"/>
                <a:ea typeface="Pretendard"/>
                <a:cs typeface="Pretendard"/>
              </a:defRPr>
            </a:lvl2pPr>
            <a:lvl3pPr algn="l">
              <a:defRPr sz="3975" b="0">
                <a:solidFill>
                  <a:srgbClr val="57962F"/>
                </a:solidFill>
                <a:latin typeface="Pretendard"/>
                <a:ea typeface="Pretendard"/>
                <a:cs typeface="Pretendard"/>
              </a:defRPr>
            </a:lvl3pPr>
            <a:lvl4pPr algn="l">
              <a:defRPr sz="3975" b="0">
                <a:solidFill>
                  <a:srgbClr val="57962F"/>
                </a:solidFill>
                <a:latin typeface="Pretendard"/>
                <a:ea typeface="Pretendard"/>
                <a:cs typeface="Pretendard"/>
              </a:defRPr>
            </a:lvl4pPr>
            <a:lvl5pPr algn="l">
              <a:defRPr sz="3975" b="0">
                <a:solidFill>
                  <a:srgbClr val="57962F"/>
                </a:solidFill>
                <a:latin typeface="Pretendard"/>
                <a:ea typeface="Pretendard"/>
                <a:cs typeface="Pretendard"/>
              </a:defRPr>
            </a:lvl5pPr>
            <a:lvl6pPr algn="l">
              <a:defRPr sz="3975" b="0">
                <a:solidFill>
                  <a:srgbClr val="57962F"/>
                </a:solidFill>
                <a:latin typeface="Pretendard"/>
                <a:ea typeface="Pretendard"/>
                <a:cs typeface="Pretendard"/>
              </a:defRPr>
            </a:lvl6pPr>
            <a:lvl7pPr algn="l">
              <a:defRPr sz="3975" b="0">
                <a:solidFill>
                  <a:srgbClr val="57962F"/>
                </a:solidFill>
                <a:latin typeface="Pretendard"/>
                <a:ea typeface="Pretendard"/>
                <a:cs typeface="Pretendard"/>
              </a:defRPr>
            </a:lvl7pPr>
            <a:lvl8pPr algn="l">
              <a:defRPr sz="3975" b="0">
                <a:solidFill>
                  <a:srgbClr val="57962F"/>
                </a:solidFill>
                <a:latin typeface="Pretendard"/>
                <a:ea typeface="Pretendard"/>
                <a:cs typeface="Pretendard"/>
              </a:defRPr>
            </a:lvl8pPr>
            <a:lvl9pPr algn="l">
              <a:defRPr sz="3975" b="0">
                <a:solidFill>
                  <a:srgbClr val="57962F"/>
                </a:solidFill>
                <a:latin typeface="Pretendard"/>
                <a:ea typeface="Pretendard"/>
                <a:cs typeface="Pretendard"/>
              </a:defRPr>
            </a:lvl9pPr>
          </a:lstStyle>
          <a:p xmlns:a="http://schemas.openxmlformats.org/drawingml/2006/main">
            <a:pPr algn="l">
              <a:defRPr sz="3975" b="0">
                <a:solidFill>
                  <a:srgbClr val="57962F"/>
                </a:solidFill>
                <a:latin typeface="Pretendard"/>
                <a:ea typeface="Pretendard"/>
                <a:cs typeface="Pretendard"/>
              </a:defRPr>
            </a:pPr>
            <a:r>
              <a:rPr sz="3975" b="0">
                <a:solidFill>
                  <a:srgbClr val="57962F"/>
                </a:solidFill>
                <a:latin typeface="Pretendard"/>
                <a:ea typeface="Pretendard"/>
                <a:cs typeface="Pretendard"/>
              </a:rPr>
              <a:t>f</a:t>
            </a:r>
          </a:p>
        </p:txBody>
      </p:sp>
      <p:sp>
        <p:nvSpPr>
          <p:cNvPr id="10" name="text">
            <a:extLst xmlns:a="http://schemas.openxmlformats.org/drawingml/2006/main">
              <a:ext uri="{FF2B5EF4-FFF2-40B4-BE49-F238E27FC236}">
                <a16:creationId xmlns:a16="http://schemas.microsoft.com/office/drawing/2014/main" id="{12ABAEC3-8686-4F34-A3C3-5277485FF763}"/>
              </a:ext>
            </a:extLst>
          </p:cNvPr>
          <p:cNvSpPr>
            <a:spLocks xmlns:a="http://schemas.openxmlformats.org/drawingml/2006/main" noGrp="1"/>
          </p:cNvSpPr>
          <p:nvPr/>
        </p:nvSpPr>
        <p:spPr>
          <a:xfrm xmlns:a="http://schemas.openxmlformats.org/drawingml/2006/main">
            <a:off x="5019675" y="4286250"/>
            <a:ext cx="619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250" b="0">
                <a:solidFill>
                  <a:srgbClr val="57962F"/>
                </a:solidFill>
                <a:latin typeface="Pretendard"/>
                <a:ea typeface="Pretendard"/>
                <a:cs typeface="Pretendard"/>
              </a:defRPr>
            </a:defPPr>
            <a:lvl1pPr algn="l">
              <a:defRPr sz="5250" b="0">
                <a:solidFill>
                  <a:srgbClr val="57962F"/>
                </a:solidFill>
                <a:latin typeface="Pretendard"/>
                <a:ea typeface="Pretendard"/>
                <a:cs typeface="Pretendard"/>
              </a:defRPr>
            </a:lvl1pPr>
            <a:lvl2pPr algn="l">
              <a:defRPr sz="5250" b="0">
                <a:solidFill>
                  <a:srgbClr val="57962F"/>
                </a:solidFill>
                <a:latin typeface="Pretendard"/>
                <a:ea typeface="Pretendard"/>
                <a:cs typeface="Pretendard"/>
              </a:defRPr>
            </a:lvl2pPr>
            <a:lvl3pPr algn="l">
              <a:defRPr sz="5250" b="0">
                <a:solidFill>
                  <a:srgbClr val="57962F"/>
                </a:solidFill>
                <a:latin typeface="Pretendard"/>
                <a:ea typeface="Pretendard"/>
                <a:cs typeface="Pretendard"/>
              </a:defRPr>
            </a:lvl3pPr>
            <a:lvl4pPr algn="l">
              <a:defRPr sz="5250" b="0">
                <a:solidFill>
                  <a:srgbClr val="57962F"/>
                </a:solidFill>
                <a:latin typeface="Pretendard"/>
                <a:ea typeface="Pretendard"/>
                <a:cs typeface="Pretendard"/>
              </a:defRPr>
            </a:lvl4pPr>
            <a:lvl5pPr algn="l">
              <a:defRPr sz="5250" b="0">
                <a:solidFill>
                  <a:srgbClr val="57962F"/>
                </a:solidFill>
                <a:latin typeface="Pretendard"/>
                <a:ea typeface="Pretendard"/>
                <a:cs typeface="Pretendard"/>
              </a:defRPr>
            </a:lvl5pPr>
            <a:lvl6pPr algn="l">
              <a:defRPr sz="5250" b="0">
                <a:solidFill>
                  <a:srgbClr val="57962F"/>
                </a:solidFill>
                <a:latin typeface="Pretendard"/>
                <a:ea typeface="Pretendard"/>
                <a:cs typeface="Pretendard"/>
              </a:defRPr>
            </a:lvl6pPr>
            <a:lvl7pPr algn="l">
              <a:defRPr sz="5250" b="0">
                <a:solidFill>
                  <a:srgbClr val="57962F"/>
                </a:solidFill>
                <a:latin typeface="Pretendard"/>
                <a:ea typeface="Pretendard"/>
                <a:cs typeface="Pretendard"/>
              </a:defRPr>
            </a:lvl7pPr>
            <a:lvl8pPr algn="l">
              <a:defRPr sz="5250" b="0">
                <a:solidFill>
                  <a:srgbClr val="57962F"/>
                </a:solidFill>
                <a:latin typeface="Pretendard"/>
                <a:ea typeface="Pretendard"/>
                <a:cs typeface="Pretendard"/>
              </a:defRPr>
            </a:lvl8pPr>
            <a:lvl9pPr algn="l">
              <a:defRPr sz="5250" b="0">
                <a:solidFill>
                  <a:srgbClr val="57962F"/>
                </a:solidFill>
                <a:latin typeface="Pretendard"/>
                <a:ea typeface="Pretendard"/>
                <a:cs typeface="Pretendard"/>
              </a:defRPr>
            </a:lvl9pPr>
          </a:lstStyle>
          <a:p xmlns:a="http://schemas.openxmlformats.org/drawingml/2006/main">
            <a:pPr algn="l">
              <a:defRPr sz="5250" b="0">
                <a:solidFill>
                  <a:srgbClr val="57962F"/>
                </a:solidFill>
                <a:latin typeface="Pretendard"/>
                <a:ea typeface="Pretendard"/>
                <a:cs typeface="Pretendard"/>
              </a:defRPr>
            </a:pPr>
            <a:r>
              <a:rPr sz="5250" b="0">
                <a:solidFill>
                  <a:srgbClr val="57962F"/>
                </a:solidFill>
                <a:latin typeface="Pretendard"/>
                <a:ea typeface="Pretendard"/>
                <a:cs typeface="Pretendard"/>
              </a:rPr>
              <a:t>°</a:t>
            </a:r>
          </a:p>
        </p:txBody>
      </p:sp>
      <p:sp>
        <p:nvSpPr>
          <p:cNvPr id="11" name="R04-33 표제와 해석 영역">
            <a:extLst xmlns:a="http://schemas.openxmlformats.org/drawingml/2006/main">
              <a:ext uri="{FF2B5EF4-FFF2-40B4-BE49-F238E27FC236}">
                <a16:creationId xmlns:a16="http://schemas.microsoft.com/office/drawing/2014/main" id="{C6B36880-08E6-46A6-A521-41FC8BD9E147}"/>
              </a:ext>
            </a:extLst>
          </p:cNvPr>
          <p:cNvSpPr>
            <a:spLocks xmlns:a="http://schemas.openxmlformats.org/drawingml/2006/main" noGrp="1"/>
          </p:cNvSpPr>
          <p:nvPr/>
        </p:nvSpPr>
        <p:spPr>
          <a:xfrm xmlns:a="http://schemas.openxmlformats.org/drawingml/2006/main">
            <a:off x="7143750" y="4048125"/>
            <a:ext cx="9715500" cy="1638300"/>
          </a:xfrm>
          <a:prstGeom xmlns:a="http://schemas.openxmlformats.org/drawingml/2006/main" prst="roundRect">
            <a:avLst>
              <a:gd name="adj" fmla="val 11628"/>
            </a:avLst>
          </a:prstGeom>
          <a:solidFill xmlns:a="http://schemas.openxmlformats.org/drawingml/2006/main">
            <a:srgbClr val="F5F5F5"/>
          </a:solidFill>
          <a:ln xmlns:a="http://schemas.openxmlformats.org/drawingml/2006/main" w="0">
            <a:noFill/>
          </a:ln>
        </p:spPr>
      </p:sp>
      <p:sp>
        <p:nvSpPr>
          <p:cNvPr id="12" name="rich">
            <a:extLst xmlns:a="http://schemas.openxmlformats.org/drawingml/2006/main">
              <a:ext uri="{FF2B5EF4-FFF2-40B4-BE49-F238E27FC236}">
                <a16:creationId xmlns:a16="http://schemas.microsoft.com/office/drawing/2014/main" id="{27072382-5050-4F9B-9628-B4AD39010383}"/>
              </a:ext>
            </a:extLst>
          </p:cNvPr>
          <p:cNvSpPr>
            <a:spLocks xmlns:a="http://schemas.openxmlformats.org/drawingml/2006/main" noGrp="1"/>
          </p:cNvSpPr>
          <p:nvPr/>
        </p:nvSpPr>
        <p:spPr>
          <a:xfrm xmlns:a="http://schemas.openxmlformats.org/drawingml/2006/main">
            <a:off x="7448550" y="4210050"/>
            <a:ext cx="9105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f : formation, 생성</a:t>
            </a:r>
          </a:p>
        </p:txBody>
      </p:sp>
      <p:sp>
        <p:nvSpPr>
          <p:cNvPr id="13" name="rich">
            <a:extLst xmlns:a="http://schemas.openxmlformats.org/drawingml/2006/main">
              <a:ext uri="{FF2B5EF4-FFF2-40B4-BE49-F238E27FC236}">
                <a16:creationId xmlns:a16="http://schemas.microsoft.com/office/drawing/2014/main" id="{D145337E-196C-470F-B324-219CE669125A}"/>
              </a:ext>
            </a:extLst>
          </p:cNvPr>
          <p:cNvSpPr>
            <a:spLocks xmlns:a="http://schemas.openxmlformats.org/drawingml/2006/main" noGrp="1"/>
          </p:cNvSpPr>
          <p:nvPr/>
        </p:nvSpPr>
        <p:spPr>
          <a:xfrm xmlns:a="http://schemas.openxmlformats.org/drawingml/2006/main">
            <a:off x="7448550" y="4838700"/>
            <a:ext cx="9105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원소 물질로부터 생성되는 반응임을 나타낸다.</a:t>
            </a:r>
          </a:p>
        </p:txBody>
      </p:sp>
      <p:sp>
        <p:nvSpPr>
          <p:cNvPr id="14" name="R04-33 표제와 해석 영역">
            <a:extLst xmlns:a="http://schemas.openxmlformats.org/drawingml/2006/main">
              <a:ext uri="{FF2B5EF4-FFF2-40B4-BE49-F238E27FC236}">
                <a16:creationId xmlns:a16="http://schemas.microsoft.com/office/drawing/2014/main" id="{E156B78A-DD61-4450-B150-510529C483AA}"/>
              </a:ext>
            </a:extLst>
          </p:cNvPr>
          <p:cNvSpPr>
            <a:spLocks xmlns:a="http://schemas.openxmlformats.org/drawingml/2006/main" noGrp="1"/>
          </p:cNvSpPr>
          <p:nvPr/>
        </p:nvSpPr>
        <p:spPr>
          <a:xfrm xmlns:a="http://schemas.openxmlformats.org/drawingml/2006/main">
            <a:off x="7143750" y="5953125"/>
            <a:ext cx="9715500" cy="1638300"/>
          </a:xfrm>
          <a:prstGeom xmlns:a="http://schemas.openxmlformats.org/drawingml/2006/main" prst="roundRect">
            <a:avLst>
              <a:gd name="adj" fmla="val 11628"/>
            </a:avLst>
          </a:prstGeom>
          <a:solidFill xmlns:a="http://schemas.openxmlformats.org/drawingml/2006/main">
            <a:srgbClr val="F5F5F5"/>
          </a:solidFill>
          <a:ln xmlns:a="http://schemas.openxmlformats.org/drawingml/2006/main" w="0">
            <a:noFill/>
          </a:ln>
        </p:spPr>
      </p:sp>
      <p:sp>
        <p:nvSpPr>
          <p:cNvPr id="15" name="rich">
            <a:extLst xmlns:a="http://schemas.openxmlformats.org/drawingml/2006/main">
              <a:ext uri="{FF2B5EF4-FFF2-40B4-BE49-F238E27FC236}">
                <a16:creationId xmlns:a16="http://schemas.microsoft.com/office/drawing/2014/main" id="{F0AF6D80-D29C-4528-9A72-FA0FF891301A}"/>
              </a:ext>
            </a:extLst>
          </p:cNvPr>
          <p:cNvSpPr>
            <a:spLocks xmlns:a="http://schemas.openxmlformats.org/drawingml/2006/main" noGrp="1"/>
          </p:cNvSpPr>
          <p:nvPr/>
        </p:nvSpPr>
        <p:spPr>
          <a:xfrm xmlns:a="http://schemas.openxmlformats.org/drawingml/2006/main">
            <a:off x="7448550" y="6115050"/>
            <a:ext cx="9105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 : 표준 상태</a:t>
            </a:r>
          </a:p>
        </p:txBody>
      </p:sp>
      <p:sp>
        <p:nvSpPr>
          <p:cNvPr id="16" name="rich">
            <a:extLst xmlns:a="http://schemas.openxmlformats.org/drawingml/2006/main">
              <a:ext uri="{FF2B5EF4-FFF2-40B4-BE49-F238E27FC236}">
                <a16:creationId xmlns:a16="http://schemas.microsoft.com/office/drawing/2014/main" id="{46563EC9-A74A-4755-884F-79EC3679BFEE}"/>
              </a:ext>
            </a:extLst>
          </p:cNvPr>
          <p:cNvSpPr>
            <a:spLocks xmlns:a="http://schemas.openxmlformats.org/drawingml/2006/main" noGrp="1"/>
          </p:cNvSpPr>
          <p:nvPr/>
        </p:nvSpPr>
        <p:spPr>
          <a:xfrm xmlns:a="http://schemas.openxmlformats.org/drawingml/2006/main">
            <a:off x="7448550" y="6743700"/>
            <a:ext cx="9105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반응 물질이 표준 상태에 있음을 나타낸다.</a:t>
            </a:r>
          </a:p>
        </p:txBody>
      </p:sp>
      <p:sp>
        <p:nvSpPr>
          <p:cNvPr id="17" name="text">
            <a:extLst xmlns:a="http://schemas.openxmlformats.org/drawingml/2006/main">
              <a:ext uri="{FF2B5EF4-FFF2-40B4-BE49-F238E27FC236}">
                <a16:creationId xmlns:a16="http://schemas.microsoft.com/office/drawing/2014/main" id="{7F64FE30-C2B8-4C9F-8034-EF0F2BAFF368}"/>
              </a:ext>
            </a:extLst>
          </p:cNvPr>
          <p:cNvSpPr>
            <a:spLocks xmlns:a="http://schemas.openxmlformats.org/drawingml/2006/main" noGrp="1"/>
          </p:cNvSpPr>
          <p:nvPr/>
        </p:nvSpPr>
        <p:spPr>
          <a:xfrm xmlns:a="http://schemas.openxmlformats.org/drawingml/2006/main">
            <a:off x="2286000" y="6410325"/>
            <a:ext cx="3905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898989"/>
                </a:solidFill>
                <a:latin typeface="Pretendard"/>
                <a:ea typeface="Pretendard"/>
                <a:cs typeface="Pretendard"/>
              </a:defRPr>
            </a:defPPr>
            <a:lvl1pPr algn="ctr">
              <a:defRPr sz="2550" b="0">
                <a:solidFill>
                  <a:srgbClr val="898989"/>
                </a:solidFill>
                <a:latin typeface="Pretendard"/>
                <a:ea typeface="Pretendard"/>
                <a:cs typeface="Pretendard"/>
              </a:defRPr>
            </a:lvl1pPr>
            <a:lvl2pPr algn="ctr">
              <a:defRPr sz="2550" b="0">
                <a:solidFill>
                  <a:srgbClr val="898989"/>
                </a:solidFill>
                <a:latin typeface="Pretendard"/>
                <a:ea typeface="Pretendard"/>
                <a:cs typeface="Pretendard"/>
              </a:defRPr>
            </a:lvl2pPr>
            <a:lvl3pPr algn="ctr">
              <a:defRPr sz="2550" b="0">
                <a:solidFill>
                  <a:srgbClr val="898989"/>
                </a:solidFill>
                <a:latin typeface="Pretendard"/>
                <a:ea typeface="Pretendard"/>
                <a:cs typeface="Pretendard"/>
              </a:defRPr>
            </a:lvl3pPr>
            <a:lvl4pPr algn="ctr">
              <a:defRPr sz="2550" b="0">
                <a:solidFill>
                  <a:srgbClr val="898989"/>
                </a:solidFill>
                <a:latin typeface="Pretendard"/>
                <a:ea typeface="Pretendard"/>
                <a:cs typeface="Pretendard"/>
              </a:defRPr>
            </a:lvl4pPr>
            <a:lvl5pPr algn="ctr">
              <a:defRPr sz="2550" b="0">
                <a:solidFill>
                  <a:srgbClr val="898989"/>
                </a:solidFill>
                <a:latin typeface="Pretendard"/>
                <a:ea typeface="Pretendard"/>
                <a:cs typeface="Pretendard"/>
              </a:defRPr>
            </a:lvl5pPr>
            <a:lvl6pPr algn="ctr">
              <a:defRPr sz="2550" b="0">
                <a:solidFill>
                  <a:srgbClr val="898989"/>
                </a:solidFill>
                <a:latin typeface="Pretendard"/>
                <a:ea typeface="Pretendard"/>
                <a:cs typeface="Pretendard"/>
              </a:defRPr>
            </a:lvl6pPr>
            <a:lvl7pPr algn="ctr">
              <a:defRPr sz="2550" b="0">
                <a:solidFill>
                  <a:srgbClr val="898989"/>
                </a:solidFill>
                <a:latin typeface="Pretendard"/>
                <a:ea typeface="Pretendard"/>
                <a:cs typeface="Pretendard"/>
              </a:defRPr>
            </a:lvl7pPr>
            <a:lvl8pPr algn="ctr">
              <a:defRPr sz="2550" b="0">
                <a:solidFill>
                  <a:srgbClr val="898989"/>
                </a:solidFill>
                <a:latin typeface="Pretendard"/>
                <a:ea typeface="Pretendard"/>
                <a:cs typeface="Pretendard"/>
              </a:defRPr>
            </a:lvl8pPr>
            <a:lvl9pPr algn="ctr">
              <a:defRPr sz="2550" b="0">
                <a:solidFill>
                  <a:srgbClr val="898989"/>
                </a:solidFill>
                <a:latin typeface="Pretendard"/>
                <a:ea typeface="Pretendard"/>
                <a:cs typeface="Pretendard"/>
              </a:defRPr>
            </a:lvl9pPr>
          </a:lstStyle>
          <a:p xmlns:a="http://schemas.openxmlformats.org/drawingml/2006/main">
            <a:pPr algn="ctr">
              <a:defRPr sz="2550" b="0">
                <a:solidFill>
                  <a:srgbClr val="898989"/>
                </a:solidFill>
                <a:latin typeface="Pretendard"/>
                <a:ea typeface="Pretendard"/>
                <a:cs typeface="Pretendard"/>
              </a:defRPr>
            </a:pPr>
            <a:r>
              <a:rPr sz="2550" b="0">
                <a:solidFill>
                  <a:srgbClr val="898989"/>
                </a:solidFill>
                <a:latin typeface="Pretendard"/>
                <a:ea typeface="Pretendard"/>
                <a:cs typeface="Pretendard"/>
              </a:rPr>
              <a:t>아래첨자·윗첨자도 기호의 일부</a:t>
            </a:r>
          </a:p>
        </p:txBody>
      </p:sp>
      <p:sp>
        <p:nvSpPr>
          <p:cNvPr id="18" name="해석·결론">
            <a:extLst xmlns:a="http://schemas.openxmlformats.org/drawingml/2006/main">
              <a:ext uri="{FF2B5EF4-FFF2-40B4-BE49-F238E27FC236}">
                <a16:creationId xmlns:a16="http://schemas.microsoft.com/office/drawing/2014/main" id="{0BBE2CFE-2AEA-4B43-ADBD-C0DADB45A70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9" name="반응식·수식">
            <a:extLst xmlns:a="http://schemas.openxmlformats.org/drawingml/2006/main">
              <a:ext uri="{FF2B5EF4-FFF2-40B4-BE49-F238E27FC236}">
                <a16:creationId xmlns:a16="http://schemas.microsoft.com/office/drawing/2014/main" id="{04FCC8F0-31B7-403C-A53A-0D0F03E9B79C}"/>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 1 mol을 기준으로 하므로 단위는 kJ/mol</a:t>
            </a:r>
          </a:p>
        </p:txBody>
      </p:sp>
    </p:spTree>
    <p:extLst>
      <p:ext uri="{BB962C8B-B14F-4D97-AF65-F5344CB8AC3E}">
        <p14:creationId xmlns:p14="http://schemas.microsoft.com/office/powerpoint/2010/main" val="34850218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06A2CE5-BDFE-4C66-8339-E7BABB861F25}"/>
              </a:ext>
            </a:extLst>
          </p:cNvPr>
          <p:cNvPicPr>
            <a:picLocks xmlns:a="http://schemas.openxmlformats.org/drawingml/2006/main" noChangeAspect="1"/>
          </p:cNvPicPr>
          <p:nvPr/>
        </p:nvPicPr>
        <p:blipFill>
          <a:blip xmlns:r="http://schemas.openxmlformats.org/officeDocument/2006/relationships" xmlns:a="http://schemas.openxmlformats.org/drawingml/2006/main" r:embed="R91d58e34d920420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5521103-B956-404E-A2C3-17F43F960F7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1EDC11B-8705-4F41-A029-FED86BF5EF2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1ACB2D2-7FB4-418B-8E52-1E3069132F1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0C4E536-F6D7-4038-948B-37B22148F13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2D8278C0-47F6-4D6C-8522-06F05AEE143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AF4C040A-D53B-441D-B9F8-5675A34FF3A1}"/>
              </a:ext>
            </a:extLst>
          </p:cNvPr>
          <p:cNvSpPr>
            <a:spLocks xmlns:a="http://schemas.openxmlformats.org/drawingml/2006/main" noGrp="1"/>
          </p:cNvSpPr>
          <p:nvPr/>
        </p:nvSpPr>
        <p:spPr>
          <a:xfrm xmlns:a="http://schemas.openxmlformats.org/drawingml/2006/main">
            <a:off x="1428750" y="36671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898989"/>
                </a:solidFill>
                <a:latin typeface="Pretendard"/>
                <a:ea typeface="Pretendard"/>
                <a:cs typeface="Pretendard"/>
              </a:defRPr>
            </a:defPPr>
            <a:lvl1pPr algn="ctr">
              <a:defRPr sz="2850" b="0">
                <a:solidFill>
                  <a:srgbClr val="898989"/>
                </a:solidFill>
                <a:latin typeface="Pretendard"/>
                <a:ea typeface="Pretendard"/>
                <a:cs typeface="Pretendard"/>
              </a:defRPr>
            </a:lvl1pPr>
            <a:lvl2pPr algn="ctr">
              <a:defRPr sz="2850" b="0">
                <a:solidFill>
                  <a:srgbClr val="898989"/>
                </a:solidFill>
                <a:latin typeface="Pretendard"/>
                <a:ea typeface="Pretendard"/>
                <a:cs typeface="Pretendard"/>
              </a:defRPr>
            </a:lvl2pPr>
            <a:lvl3pPr algn="ctr">
              <a:defRPr sz="2850" b="0">
                <a:solidFill>
                  <a:srgbClr val="898989"/>
                </a:solidFill>
                <a:latin typeface="Pretendard"/>
                <a:ea typeface="Pretendard"/>
                <a:cs typeface="Pretendard"/>
              </a:defRPr>
            </a:lvl3pPr>
            <a:lvl4pPr algn="ctr">
              <a:defRPr sz="2850" b="0">
                <a:solidFill>
                  <a:srgbClr val="898989"/>
                </a:solidFill>
                <a:latin typeface="Pretendard"/>
                <a:ea typeface="Pretendard"/>
                <a:cs typeface="Pretendard"/>
              </a:defRPr>
            </a:lvl4pPr>
            <a:lvl5pPr algn="ctr">
              <a:defRPr sz="2850" b="0">
                <a:solidFill>
                  <a:srgbClr val="898989"/>
                </a:solidFill>
                <a:latin typeface="Pretendard"/>
                <a:ea typeface="Pretendard"/>
                <a:cs typeface="Pretendard"/>
              </a:defRPr>
            </a:lvl5pPr>
            <a:lvl6pPr algn="ctr">
              <a:defRPr sz="2850" b="0">
                <a:solidFill>
                  <a:srgbClr val="898989"/>
                </a:solidFill>
                <a:latin typeface="Pretendard"/>
                <a:ea typeface="Pretendard"/>
                <a:cs typeface="Pretendard"/>
              </a:defRPr>
            </a:lvl6pPr>
            <a:lvl7pPr algn="ctr">
              <a:defRPr sz="2850" b="0">
                <a:solidFill>
                  <a:srgbClr val="898989"/>
                </a:solidFill>
                <a:latin typeface="Pretendard"/>
                <a:ea typeface="Pretendard"/>
                <a:cs typeface="Pretendard"/>
              </a:defRPr>
            </a:lvl7pPr>
            <a:lvl8pPr algn="ctr">
              <a:defRPr sz="2850" b="0">
                <a:solidFill>
                  <a:srgbClr val="898989"/>
                </a:solidFill>
                <a:latin typeface="Pretendard"/>
                <a:ea typeface="Pretendard"/>
                <a:cs typeface="Pretendard"/>
              </a:defRPr>
            </a:lvl8pPr>
            <a:lvl9pPr algn="ctr">
              <a:defRPr sz="2850" b="0">
                <a:solidFill>
                  <a:srgbClr val="898989"/>
                </a:solidFill>
                <a:latin typeface="Pretendard"/>
                <a:ea typeface="Pretendard"/>
                <a:cs typeface="Pretendard"/>
              </a:defRPr>
            </a:lvl9pPr>
          </a:lstStyle>
          <a:p xmlns:a="http://schemas.openxmlformats.org/drawingml/2006/main">
            <a:pPr algn="ctr">
              <a:defRPr sz="2850" b="0">
                <a:solidFill>
                  <a:srgbClr val="898989"/>
                </a:solidFill>
                <a:latin typeface="Pretendard"/>
                <a:ea typeface="Pretendard"/>
                <a:cs typeface="Pretendard"/>
              </a:defRPr>
            </a:pPr>
            <a:r>
              <a:rPr sz="2850" b="0">
                <a:solidFill>
                  <a:srgbClr val="898989"/>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1DD36D84-34CA-4679-8802-1070D7D3F44D}"/>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9ED03630-58F7-453F-8734-3DC415560E89}"/>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009FC18-E255-4128-8D84-DF4EF1D3EC94}"/>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431F2C0D-E18F-44BD-90E2-4D8F85E0F1DC}"/>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C45066AE-9ACE-4D65-A863-C4B664CCC4FF}"/>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3B056461-B41F-486B-93A8-8C46D71E4BAA}"/>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57962F"/>
                </a:solidFill>
                <a:latin typeface="Pretendard"/>
                <a:ea typeface="Pretendard"/>
                <a:cs typeface="Pretendard"/>
              </a:defRPr>
            </a:defPPr>
            <a:lvl1pPr algn="ctr">
              <a:defRPr sz="3000" b="1">
                <a:solidFill>
                  <a:srgbClr val="57962F"/>
                </a:solidFill>
                <a:latin typeface="Pretendard"/>
                <a:ea typeface="Pretendard"/>
                <a:cs typeface="Pretendard"/>
              </a:defRPr>
            </a:lvl1pPr>
            <a:lvl2pPr algn="ctr">
              <a:defRPr sz="3000" b="1">
                <a:solidFill>
                  <a:srgbClr val="57962F"/>
                </a:solidFill>
                <a:latin typeface="Pretendard"/>
                <a:ea typeface="Pretendard"/>
                <a:cs typeface="Pretendard"/>
              </a:defRPr>
            </a:lvl2pPr>
            <a:lvl3pPr algn="ctr">
              <a:defRPr sz="3000" b="1">
                <a:solidFill>
                  <a:srgbClr val="57962F"/>
                </a:solidFill>
                <a:latin typeface="Pretendard"/>
                <a:ea typeface="Pretendard"/>
                <a:cs typeface="Pretendard"/>
              </a:defRPr>
            </a:lvl3pPr>
            <a:lvl4pPr algn="ctr">
              <a:defRPr sz="3000" b="1">
                <a:solidFill>
                  <a:srgbClr val="57962F"/>
                </a:solidFill>
                <a:latin typeface="Pretendard"/>
                <a:ea typeface="Pretendard"/>
                <a:cs typeface="Pretendard"/>
              </a:defRPr>
            </a:lvl4pPr>
            <a:lvl5pPr algn="ctr">
              <a:defRPr sz="3000" b="1">
                <a:solidFill>
                  <a:srgbClr val="57962F"/>
                </a:solidFill>
                <a:latin typeface="Pretendard"/>
                <a:ea typeface="Pretendard"/>
                <a:cs typeface="Pretendard"/>
              </a:defRPr>
            </a:lvl5pPr>
            <a:lvl6pPr algn="ctr">
              <a:defRPr sz="3000" b="1">
                <a:solidFill>
                  <a:srgbClr val="57962F"/>
                </a:solidFill>
                <a:latin typeface="Pretendard"/>
                <a:ea typeface="Pretendard"/>
                <a:cs typeface="Pretendard"/>
              </a:defRPr>
            </a:lvl6pPr>
            <a:lvl7pPr algn="ctr">
              <a:defRPr sz="3000" b="1">
                <a:solidFill>
                  <a:srgbClr val="57962F"/>
                </a:solidFill>
                <a:latin typeface="Pretendard"/>
                <a:ea typeface="Pretendard"/>
                <a:cs typeface="Pretendard"/>
              </a:defRPr>
            </a:lvl7pPr>
            <a:lvl8pPr algn="ctr">
              <a:defRPr sz="3000" b="1">
                <a:solidFill>
                  <a:srgbClr val="57962F"/>
                </a:solidFill>
                <a:latin typeface="Pretendard"/>
                <a:ea typeface="Pretendard"/>
                <a:cs typeface="Pretendard"/>
              </a:defRPr>
            </a:lvl8pPr>
            <a:lvl9pPr algn="ctr">
              <a:defRPr sz="3000" b="1">
                <a:solidFill>
                  <a:srgbClr val="57962F"/>
                </a:solidFill>
                <a:latin typeface="Pretendard"/>
                <a:ea typeface="Pretendard"/>
                <a:cs typeface="Pretendard"/>
              </a:defRPr>
            </a:lvl9pPr>
          </a:lstStyle>
          <a:p xmlns:a="http://schemas.openxmlformats.org/drawingml/2006/main">
            <a:pPr algn="ctr">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1 M = 용액 1 L에 용질 1 mol이 들어 있는 농도</a:t>
            </a:r>
          </a:p>
        </p:txBody>
      </p:sp>
    </p:spTree>
    <p:extLst>
      <p:ext uri="{BB962C8B-B14F-4D97-AF65-F5344CB8AC3E}">
        <p14:creationId xmlns:p14="http://schemas.microsoft.com/office/powerpoint/2010/main" val="203829172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D51F11E6-458A-4A49-AB9E-7B3BEBABDF4A}"/>
              </a:ext>
            </a:extLst>
          </p:cNvPr>
          <p:cNvPicPr>
            <a:picLocks xmlns:a="http://schemas.openxmlformats.org/drawingml/2006/main" noChangeAspect="1"/>
          </p:cNvPicPr>
          <p:nvPr/>
        </p:nvPicPr>
        <p:blipFill>
          <a:blip xmlns:r="http://schemas.openxmlformats.org/officeDocument/2006/relationships" xmlns:a="http://schemas.openxmlformats.org/drawingml/2006/main" r:embed="R4728482a941b479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153BE70-9B6F-4426-A0EF-FE83C3DAF34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64DFAFD-7336-4CB9-86E4-7AE36467061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5CE2F08-08D2-47CE-9B3D-A2D0DBCCE77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5617111-84A1-4F3E-B6B8-0D45445A4D9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E15AAF49-D87E-4D49-86E2-782F6EAFCEB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상태가 곧 25°C인 것은 아니다</a:t>
            </a:r>
          </a:p>
        </p:txBody>
      </p:sp>
      <p:sp>
        <p:nvSpPr>
          <p:cNvPr id="7" name="R04-33 표제와 해석 영역">
            <a:extLst xmlns:a="http://schemas.openxmlformats.org/drawingml/2006/main">
              <a:ext uri="{FF2B5EF4-FFF2-40B4-BE49-F238E27FC236}">
                <a16:creationId xmlns:a16="http://schemas.microsoft.com/office/drawing/2014/main" id="{C7D665DD-DC0D-4695-9DF0-E744E4AC4B18}"/>
              </a:ext>
            </a:extLst>
          </p:cNvPr>
          <p:cNvSpPr>
            <a:spLocks xmlns:a="http://schemas.openxmlformats.org/drawingml/2006/main" noGrp="1"/>
          </p:cNvSpPr>
          <p:nvPr/>
        </p:nvSpPr>
        <p:spPr>
          <a:xfrm xmlns:a="http://schemas.openxmlformats.org/drawingml/2006/main">
            <a:off x="2190750" y="4095750"/>
            <a:ext cx="13906500" cy="1666875"/>
          </a:xfrm>
          <a:prstGeom xmlns:a="http://schemas.openxmlformats.org/drawingml/2006/main" prst="roundRect">
            <a:avLst>
              <a:gd name="adj" fmla="val 11429"/>
            </a:avLst>
          </a:prstGeom>
          <a:solidFill xmlns:a="http://schemas.openxmlformats.org/drawingml/2006/main">
            <a:srgbClr val="F5F5F5"/>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C3425651-1FBE-4D1E-86FA-54D5F59FA9BE}"/>
              </a:ext>
            </a:extLst>
          </p:cNvPr>
          <p:cNvSpPr>
            <a:spLocks xmlns:a="http://schemas.openxmlformats.org/drawingml/2006/main" noGrp="1"/>
          </p:cNvSpPr>
          <p:nvPr/>
        </p:nvSpPr>
        <p:spPr>
          <a:xfrm xmlns:a="http://schemas.openxmlformats.org/drawingml/2006/main">
            <a:off x="2495550" y="4257675"/>
            <a:ext cx="13296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표준 상태의 표시 °</a:t>
            </a:r>
          </a:p>
        </p:txBody>
      </p:sp>
      <p:sp>
        <p:nvSpPr>
          <p:cNvPr id="9" name="rich">
            <a:extLst xmlns:a="http://schemas.openxmlformats.org/drawingml/2006/main">
              <a:ext uri="{FF2B5EF4-FFF2-40B4-BE49-F238E27FC236}">
                <a16:creationId xmlns:a16="http://schemas.microsoft.com/office/drawing/2014/main" id="{E15714A4-EEDD-45A9-A0F5-A5D402D06D42}"/>
              </a:ext>
            </a:extLst>
          </p:cNvPr>
          <p:cNvSpPr>
            <a:spLocks xmlns:a="http://schemas.openxmlformats.org/drawingml/2006/main" noGrp="1"/>
          </p:cNvSpPr>
          <p:nvPr/>
        </p:nvSpPr>
        <p:spPr>
          <a:xfrm xmlns:a="http://schemas.openxmlformats.org/drawingml/2006/main">
            <a:off x="2495550" y="4886325"/>
            <a:ext cx="13296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°는 특정한 온도를 뜻하는 기호가 아니다.</a:t>
            </a:r>
          </a:p>
        </p:txBody>
      </p:sp>
      <p:sp>
        <p:nvSpPr>
          <p:cNvPr id="10" name="R04-33 표제와 해석 영역">
            <a:extLst xmlns:a="http://schemas.openxmlformats.org/drawingml/2006/main">
              <a:ext uri="{FF2B5EF4-FFF2-40B4-BE49-F238E27FC236}">
                <a16:creationId xmlns:a16="http://schemas.microsoft.com/office/drawing/2014/main" id="{C180CC26-656E-47B5-A8B6-B329DE19B8B2}"/>
              </a:ext>
            </a:extLst>
          </p:cNvPr>
          <p:cNvSpPr>
            <a:spLocks xmlns:a="http://schemas.openxmlformats.org/drawingml/2006/main" noGrp="1"/>
          </p:cNvSpPr>
          <p:nvPr/>
        </p:nvSpPr>
        <p:spPr>
          <a:xfrm xmlns:a="http://schemas.openxmlformats.org/drawingml/2006/main">
            <a:off x="2190750" y="6048375"/>
            <a:ext cx="13906500" cy="1666875"/>
          </a:xfrm>
          <a:prstGeom xmlns:a="http://schemas.openxmlformats.org/drawingml/2006/main" prst="roundRect">
            <a:avLst>
              <a:gd name="adj" fmla="val 11429"/>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B5B3EBED-6CC2-4A6B-868A-C4205734C413}"/>
              </a:ext>
            </a:extLst>
          </p:cNvPr>
          <p:cNvSpPr>
            <a:spLocks xmlns:a="http://schemas.openxmlformats.org/drawingml/2006/main" noGrp="1"/>
          </p:cNvSpPr>
          <p:nvPr/>
        </p:nvSpPr>
        <p:spPr>
          <a:xfrm xmlns:a="http://schemas.openxmlformats.org/drawingml/2006/main">
            <a:off x="2495550" y="6210300"/>
            <a:ext cx="13296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온도는 자료와 함께 확인</a:t>
            </a:r>
          </a:p>
        </p:txBody>
      </p:sp>
      <p:sp>
        <p:nvSpPr>
          <p:cNvPr id="12" name="rich">
            <a:extLst xmlns:a="http://schemas.openxmlformats.org/drawingml/2006/main">
              <a:ext uri="{FF2B5EF4-FFF2-40B4-BE49-F238E27FC236}">
                <a16:creationId xmlns:a16="http://schemas.microsoft.com/office/drawing/2014/main" id="{27596B41-D31B-413D-930F-AABBF7854CD3}"/>
              </a:ext>
            </a:extLst>
          </p:cNvPr>
          <p:cNvSpPr>
            <a:spLocks xmlns:a="http://schemas.openxmlformats.org/drawingml/2006/main" noGrp="1"/>
          </p:cNvSpPr>
          <p:nvPr/>
        </p:nvSpPr>
        <p:spPr>
          <a:xfrm xmlns:a="http://schemas.openxmlformats.org/drawingml/2006/main">
            <a:off x="2495550" y="6838950"/>
            <a:ext cx="13296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생성 엔탈피 값은 온도에 따라 달라질 수 있다.</a:t>
            </a:r>
          </a:p>
        </p:txBody>
      </p:sp>
      <p:sp>
        <p:nvSpPr>
          <p:cNvPr id="13" name="해석·결론">
            <a:extLst xmlns:a="http://schemas.openxmlformats.org/drawingml/2006/main">
              <a:ext uri="{FF2B5EF4-FFF2-40B4-BE49-F238E27FC236}">
                <a16:creationId xmlns:a16="http://schemas.microsoft.com/office/drawing/2014/main" id="{BA258232-4D88-46E1-93AD-EF02AA31FC60}"/>
              </a:ext>
            </a:extLst>
          </p:cNvPr>
          <p:cNvSpPr>
            <a:spLocks xmlns:a="http://schemas.openxmlformats.org/drawingml/2006/main" noGrp="1"/>
          </p:cNvSpPr>
          <p:nvPr/>
        </p:nvSpPr>
        <p:spPr>
          <a:xfrm xmlns:a="http://schemas.openxmlformats.org/drawingml/2006/main">
            <a:off x="1828800" y="82391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0D952FBE-EDFB-4E67-A420-3CD332902603}"/>
              </a:ext>
            </a:extLst>
          </p:cNvPr>
          <p:cNvSpPr>
            <a:spLocks xmlns:a="http://schemas.openxmlformats.org/drawingml/2006/main" noGrp="1"/>
          </p:cNvSpPr>
          <p:nvPr/>
        </p:nvSpPr>
        <p:spPr>
          <a:xfrm xmlns:a="http://schemas.openxmlformats.org/drawingml/2006/main">
            <a:off x="2143125" y="83153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이 수업의 완자 예제: 25°C, 1기압에서의 자료</a:t>
            </a:r>
          </a:p>
        </p:txBody>
      </p:sp>
    </p:spTree>
    <p:extLst>
      <p:ext uri="{BB962C8B-B14F-4D97-AF65-F5344CB8AC3E}">
        <p14:creationId xmlns:p14="http://schemas.microsoft.com/office/powerpoint/2010/main" val="29190015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2AC3D4D-533A-45A8-B917-F4DFED2AD75B}"/>
              </a:ext>
            </a:extLst>
          </p:cNvPr>
          <p:cNvPicPr>
            <a:picLocks xmlns:a="http://schemas.openxmlformats.org/drawingml/2006/main" noChangeAspect="1"/>
          </p:cNvPicPr>
          <p:nvPr/>
        </p:nvPicPr>
        <p:blipFill>
          <a:blip xmlns:r="http://schemas.openxmlformats.org/officeDocument/2006/relationships" xmlns:a="http://schemas.openxmlformats.org/drawingml/2006/main" r:embed="Rb73dd2d3e55e448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11BB4E4-85F8-4820-BC19-F81B67C437D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E05158C-AC93-4ECE-B749-8030D1EEB4C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2486D4E-4CC0-48D8-889E-3A5C57045D1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9598873-C099-4860-84B8-71B43922488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6CFBB2D6-C08C-425E-A837-CFCAF38C5EA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F12B81B0-7D55-4846-BC20-6815DC9FDC24}"/>
              </a:ext>
            </a:extLst>
          </p:cNvPr>
          <p:cNvGraphicFramePr/>
          <p:nvPr/>
        </p:nvGraphicFramePr>
        <p:xfrm>
          <a:off xmlns:a="http://schemas.openxmlformats.org/drawingml/2006/main" x="3476625" y="4238625"/>
          <a:ext xmlns:a="http://schemas.openxmlformats.org/drawingml/2006/main" cx="11334750" cy="3810000"/>
        </p:xfrm>
        <a:graphic xmlns:a="http://schemas.openxmlformats.org/drawingml/2006/main">
          <a:graphicData uri="http://schemas.openxmlformats.org/drawingml/2006/table">
            <a:tbl>
              <a:tblPr/>
              <a:tblGrid>
                <a:gridCol w="4762500"/>
                <a:gridCol w="6572250"/>
              </a:tblGrid>
              <a:tr h="952500">
                <a:tc>
                  <a:txBody>
                    <a:bodyPr wrap="none" lIns="114300" tIns="114300" rIns="114300" bIns="114300"/>
                    <a:lstStyle/>
                    <a:p>
                      <a:pPr algn="ctr"/>
                      <a:r>
                        <a:rPr sz="315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C</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s</a:t>
                      </a:r>
                      <a:r>
                        <a:rPr sz="315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H₂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O₂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78927AF9-E34B-4D1E-9CF9-B417300556FE}"/>
              </a:ext>
            </a:extLst>
          </p:cNvPr>
          <p:cNvSpPr>
            <a:spLocks xmlns:a="http://schemas.openxmlformats.org/drawingml/2006/main" noGrp="1"/>
          </p:cNvSpPr>
          <p:nvPr/>
        </p:nvSpPr>
        <p:spPr>
          <a:xfrm xmlns:a="http://schemas.openxmlformats.org/drawingml/2006/main" rot="0">
            <a:off x="34766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14509166-4AA0-45C4-A9F5-D2784B0595AC}"/>
              </a:ext>
            </a:extLst>
          </p:cNvPr>
          <p:cNvSpPr>
            <a:spLocks xmlns:a="http://schemas.openxmlformats.org/drawingml/2006/main" noGrp="1"/>
          </p:cNvSpPr>
          <p:nvPr/>
        </p:nvSpPr>
        <p:spPr>
          <a:xfrm xmlns:a="http://schemas.openxmlformats.org/drawingml/2006/main" rot="5400000">
            <a:off x="1462087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8D2ACE9-B067-449F-8797-E2626CE98665}"/>
              </a:ext>
            </a:extLst>
          </p:cNvPr>
          <p:cNvSpPr>
            <a:spLocks xmlns:a="http://schemas.openxmlformats.org/drawingml/2006/main" noGrp="1"/>
          </p:cNvSpPr>
          <p:nvPr/>
        </p:nvSpPr>
        <p:spPr>
          <a:xfrm xmlns:a="http://schemas.openxmlformats.org/drawingml/2006/main" rot="10800000">
            <a:off x="14620875"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1775C96-1388-4ED4-ADF8-5C03A93F7583}"/>
              </a:ext>
            </a:extLst>
          </p:cNvPr>
          <p:cNvSpPr>
            <a:spLocks xmlns:a="http://schemas.openxmlformats.org/drawingml/2006/main" noGrp="1"/>
          </p:cNvSpPr>
          <p:nvPr/>
        </p:nvSpPr>
        <p:spPr>
          <a:xfrm xmlns:a="http://schemas.openxmlformats.org/drawingml/2006/main" rot="16200000">
            <a:off x="3476625"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BF14368C-1603-4217-AED8-DF3F46DAAC5E}"/>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7AA07E71-8037-4693-84E1-9F2B76357E23}"/>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188592255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4AC302CD-CC10-4978-9F27-5C4B0FC6D7CE}"/>
              </a:ext>
            </a:extLst>
          </p:cNvPr>
          <p:cNvPicPr>
            <a:picLocks xmlns:a="http://schemas.openxmlformats.org/drawingml/2006/main" noChangeAspect="1"/>
          </p:cNvPicPr>
          <p:nvPr/>
        </p:nvPicPr>
        <p:blipFill>
          <a:blip xmlns:r="http://schemas.openxmlformats.org/officeDocument/2006/relationships" xmlns:a="http://schemas.openxmlformats.org/drawingml/2006/main" r:embed="R1b79e734131041c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C0B172C-4F55-409D-9EFD-7FB7EB52801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2471534-BEC8-4146-8134-FA70E482252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4B1EDDD-F28B-4325-A0C1-9AE0FFDFACF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ED655DA-3E85-4D67-A903-83CC19AF2A3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3619514B-2F92-40E1-A8DB-A3E2733D061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원소의 생성 엔탈피는 왜 0일까?</a:t>
            </a:r>
          </a:p>
        </p:txBody>
      </p:sp>
      <p:sp>
        <p:nvSpPr>
          <p:cNvPr id="7" name="R04-33 표제와 해석 영역">
            <a:extLst xmlns:a="http://schemas.openxmlformats.org/drawingml/2006/main">
              <a:ext uri="{FF2B5EF4-FFF2-40B4-BE49-F238E27FC236}">
                <a16:creationId xmlns:a16="http://schemas.microsoft.com/office/drawing/2014/main" id="{2543A41A-EDAF-4407-AC62-36CE303F1A1B}"/>
              </a:ext>
            </a:extLst>
          </p:cNvPr>
          <p:cNvSpPr>
            <a:spLocks xmlns:a="http://schemas.openxmlformats.org/drawingml/2006/main" noGrp="1"/>
          </p:cNvSpPr>
          <p:nvPr/>
        </p:nvSpPr>
        <p:spPr>
          <a:xfrm xmlns:a="http://schemas.openxmlformats.org/drawingml/2006/main">
            <a:off x="1828800" y="4000500"/>
            <a:ext cx="1463992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339057AF-35BC-4A57-8DCE-A91F14FF42A7}"/>
              </a:ext>
            </a:extLst>
          </p:cNvPr>
          <p:cNvSpPr>
            <a:spLocks xmlns:a="http://schemas.openxmlformats.org/drawingml/2006/main" noGrp="1"/>
          </p:cNvSpPr>
          <p:nvPr/>
        </p:nvSpPr>
        <p:spPr>
          <a:xfrm xmlns:a="http://schemas.openxmlformats.org/drawingml/2006/main">
            <a:off x="2133600" y="4162425"/>
            <a:ext cx="140303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가장 안정한 원소 물질을 기준으로</a:t>
            </a:r>
          </a:p>
        </p:txBody>
      </p:sp>
      <p:sp>
        <p:nvSpPr>
          <p:cNvPr id="9" name="rich">
            <a:extLst xmlns:a="http://schemas.openxmlformats.org/drawingml/2006/main">
              <a:ext uri="{FF2B5EF4-FFF2-40B4-BE49-F238E27FC236}">
                <a16:creationId xmlns:a16="http://schemas.microsoft.com/office/drawing/2014/main" id="{EFA46579-35A7-4A0C-9799-A2CCC9C1B249}"/>
              </a:ext>
            </a:extLst>
          </p:cNvPr>
          <p:cNvSpPr>
            <a:spLocks xmlns:a="http://schemas.openxmlformats.org/drawingml/2006/main" noGrp="1"/>
          </p:cNvSpPr>
          <p:nvPr/>
        </p:nvSpPr>
        <p:spPr>
          <a:xfrm xmlns:a="http://schemas.openxmlformats.org/drawingml/2006/main">
            <a:off x="2133600" y="4791075"/>
            <a:ext cx="140303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같은 온도·압력에서 가장 안정한 형태를 기준 원소 물질로 정한다.</a:t>
            </a:r>
          </a:p>
        </p:txBody>
      </p:sp>
      <p:sp>
        <p:nvSpPr>
          <p:cNvPr id="10" name="R04-33 표제와 해석 영역">
            <a:extLst xmlns:a="http://schemas.openxmlformats.org/drawingml/2006/main">
              <a:ext uri="{FF2B5EF4-FFF2-40B4-BE49-F238E27FC236}">
                <a16:creationId xmlns:a16="http://schemas.microsoft.com/office/drawing/2014/main" id="{70C3B78D-06E6-4914-AC6D-E81E63BE22B5}"/>
              </a:ext>
            </a:extLst>
          </p:cNvPr>
          <p:cNvSpPr>
            <a:spLocks xmlns:a="http://schemas.openxmlformats.org/drawingml/2006/main" noGrp="1"/>
          </p:cNvSpPr>
          <p:nvPr/>
        </p:nvSpPr>
        <p:spPr>
          <a:xfrm xmlns:a="http://schemas.openxmlformats.org/drawingml/2006/main">
            <a:off x="1828800" y="5791200"/>
            <a:ext cx="1463992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7FDD6EB5-EF66-4A08-84C3-BEC3D884320C}"/>
              </a:ext>
            </a:extLst>
          </p:cNvPr>
          <p:cNvSpPr>
            <a:spLocks xmlns:a="http://schemas.openxmlformats.org/drawingml/2006/main" noGrp="1"/>
          </p:cNvSpPr>
          <p:nvPr/>
        </p:nvSpPr>
        <p:spPr>
          <a:xfrm xmlns:a="http://schemas.openxmlformats.org/drawingml/2006/main">
            <a:off x="2133600" y="5953125"/>
            <a:ext cx="140303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기준 물질에서 같은 물질로</a:t>
            </a:r>
          </a:p>
        </p:txBody>
      </p:sp>
      <p:sp>
        <p:nvSpPr>
          <p:cNvPr id="12" name="rich">
            <a:extLst xmlns:a="http://schemas.openxmlformats.org/drawingml/2006/main">
              <a:ext uri="{FF2B5EF4-FFF2-40B4-BE49-F238E27FC236}">
                <a16:creationId xmlns:a16="http://schemas.microsoft.com/office/drawing/2014/main" id="{BA895195-A118-4950-BAE1-4FA4B7B7A43C}"/>
              </a:ext>
            </a:extLst>
          </p:cNvPr>
          <p:cNvSpPr>
            <a:spLocks xmlns:a="http://schemas.openxmlformats.org/drawingml/2006/main" noGrp="1"/>
          </p:cNvSpPr>
          <p:nvPr/>
        </p:nvSpPr>
        <p:spPr>
          <a:xfrm xmlns:a="http://schemas.openxmlformats.org/drawingml/2006/main">
            <a:off x="2133600" y="6581775"/>
            <a:ext cx="140303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처음과 나중 상태가 같으므로 생성 과정의 엔탈피 변화는 0이다.</a:t>
            </a:r>
          </a:p>
        </p:txBody>
      </p:sp>
      <p:sp>
        <p:nvSpPr>
          <p:cNvPr id="13" name="기준값과 절대값 구분">
            <a:extLst xmlns:a="http://schemas.openxmlformats.org/drawingml/2006/main">
              <a:ext uri="{FF2B5EF4-FFF2-40B4-BE49-F238E27FC236}">
                <a16:creationId xmlns:a16="http://schemas.microsoft.com/office/drawing/2014/main" id="{68DFD068-38D7-41BA-98A8-18707936413E}"/>
              </a:ext>
            </a:extLst>
          </p:cNvPr>
          <p:cNvSpPr>
            <a:spLocks xmlns:a="http://schemas.openxmlformats.org/drawingml/2006/main" noGrp="1"/>
          </p:cNvSpPr>
          <p:nvPr/>
        </p:nvSpPr>
        <p:spPr>
          <a:xfrm xmlns:a="http://schemas.openxmlformats.org/drawingml/2006/main">
            <a:off x="1828800" y="7753350"/>
            <a:ext cx="14639925" cy="1409700"/>
          </a:xfrm>
          <a:prstGeom xmlns:a="http://schemas.openxmlformats.org/drawingml/2006/main" prst="roundRect">
            <a:avLst>
              <a:gd name="adj" fmla="val 13514"/>
            </a:avLst>
          </a:prstGeom>
          <a:solidFill xmlns:a="http://schemas.openxmlformats.org/drawingml/2006/main">
            <a:srgbClr val="303030"/>
          </a:solidFill>
          <a:ln xmlns:a="http://schemas.openxmlformats.org/drawingml/2006/main" w="0">
            <a:noFill/>
          </a:ln>
        </p:spPr>
      </p:sp>
      <p:sp>
        <p:nvSpPr>
          <p:cNvPr id="14" name="rich">
            <a:extLst xmlns:a="http://schemas.openxmlformats.org/drawingml/2006/main">
              <a:ext uri="{FF2B5EF4-FFF2-40B4-BE49-F238E27FC236}">
                <a16:creationId xmlns:a16="http://schemas.microsoft.com/office/drawing/2014/main" id="{0CE0BAB6-D524-4557-ADAD-E0F2972359B2}"/>
              </a:ext>
            </a:extLst>
          </p:cNvPr>
          <p:cNvSpPr>
            <a:spLocks xmlns:a="http://schemas.openxmlformats.org/drawingml/2006/main" noGrp="1"/>
          </p:cNvSpPr>
          <p:nvPr/>
        </p:nvSpPr>
        <p:spPr>
          <a:xfrm xmlns:a="http://schemas.openxmlformats.org/drawingml/2006/main">
            <a:off x="2286000" y="7905750"/>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0">
                <a:solidFill>
                  <a:srgbClr val="FFFFFF"/>
                </a:solidFill>
                <a:latin typeface="Pretendard"/>
                <a:ea typeface="Pretendard"/>
                <a:cs typeface="Pretendard"/>
              </a:defRPr>
            </a:defPPr>
            <a:lvl1pPr algn="ctr">
              <a:defRPr sz="3450" b="0">
                <a:solidFill>
                  <a:srgbClr val="FFFFFF"/>
                </a:solidFill>
                <a:latin typeface="Pretendard"/>
                <a:ea typeface="Pretendard"/>
                <a:cs typeface="Pretendard"/>
              </a:defRPr>
            </a:lvl1pPr>
            <a:lvl2pPr algn="ctr">
              <a:defRPr sz="3450" b="0">
                <a:solidFill>
                  <a:srgbClr val="FFFFFF"/>
                </a:solidFill>
                <a:latin typeface="Pretendard"/>
                <a:ea typeface="Pretendard"/>
                <a:cs typeface="Pretendard"/>
              </a:defRPr>
            </a:lvl2pPr>
            <a:lvl3pPr algn="ctr">
              <a:defRPr sz="3450" b="0">
                <a:solidFill>
                  <a:srgbClr val="FFFFFF"/>
                </a:solidFill>
                <a:latin typeface="Pretendard"/>
                <a:ea typeface="Pretendard"/>
                <a:cs typeface="Pretendard"/>
              </a:defRPr>
            </a:lvl3pPr>
            <a:lvl4pPr algn="ctr">
              <a:defRPr sz="3450" b="0">
                <a:solidFill>
                  <a:srgbClr val="FFFFFF"/>
                </a:solidFill>
                <a:latin typeface="Pretendard"/>
                <a:ea typeface="Pretendard"/>
                <a:cs typeface="Pretendard"/>
              </a:defRPr>
            </a:lvl4pPr>
            <a:lvl5pPr algn="ctr">
              <a:defRPr sz="3450" b="0">
                <a:solidFill>
                  <a:srgbClr val="FFFFFF"/>
                </a:solidFill>
                <a:latin typeface="Pretendard"/>
                <a:ea typeface="Pretendard"/>
                <a:cs typeface="Pretendard"/>
              </a:defRPr>
            </a:lvl5pPr>
            <a:lvl6pPr algn="ctr">
              <a:defRPr sz="3450" b="0">
                <a:solidFill>
                  <a:srgbClr val="FFFFFF"/>
                </a:solidFill>
                <a:latin typeface="Pretendard"/>
                <a:ea typeface="Pretendard"/>
                <a:cs typeface="Pretendard"/>
              </a:defRPr>
            </a:lvl6pPr>
            <a:lvl7pPr algn="ctr">
              <a:defRPr sz="3450" b="0">
                <a:solidFill>
                  <a:srgbClr val="FFFFFF"/>
                </a:solidFill>
                <a:latin typeface="Pretendard"/>
                <a:ea typeface="Pretendard"/>
                <a:cs typeface="Pretendard"/>
              </a:defRPr>
            </a:lvl7pPr>
            <a:lvl8pPr algn="ctr">
              <a:defRPr sz="3450" b="0">
                <a:solidFill>
                  <a:srgbClr val="FFFFFF"/>
                </a:solidFill>
                <a:latin typeface="Pretendard"/>
                <a:ea typeface="Pretendard"/>
                <a:cs typeface="Pretendard"/>
              </a:defRPr>
            </a:lvl8pPr>
            <a:lvl9pPr algn="ctr">
              <a:defRPr sz="3450" b="0">
                <a:solidFill>
                  <a:srgbClr val="FFFFFF"/>
                </a:solidFill>
                <a:latin typeface="Pretendard"/>
                <a:ea typeface="Pretendard"/>
                <a:cs typeface="Pretendard"/>
              </a:defRPr>
            </a:lvl9pPr>
          </a:lstStyle>
          <a:p xmlns:a="http://schemas.openxmlformats.org/drawingml/2006/main">
            <a:pPr algn="ctr">
              <a:defRPr sz="3450" b="0">
                <a:solidFill>
                  <a:srgbClr val="FFFFFF"/>
                </a:solidFill>
                <a:latin typeface="Pretendard"/>
                <a:ea typeface="Pretendard"/>
                <a:cs typeface="Pretendard"/>
              </a:defRPr>
            </a:pPr>
            <a:r>
              <a:t>0은 </a:t>
            </a:r>
            <a:r>
              <a:rPr b="1">
                <a:solidFill>
                  <a:srgbClr val="9FFF68"/>
                </a:solidFill>
              </a:rPr>
              <a:t>생성 엔탈피의 기준값</a:t>
            </a:r>
            <a:r>
              <a:t>이다.</a:t>
            </a:r>
          </a:p>
        </p:txBody>
      </p:sp>
      <p:sp>
        <p:nvSpPr>
          <p:cNvPr id="15" name="text">
            <a:extLst xmlns:a="http://schemas.openxmlformats.org/drawingml/2006/main">
              <a:ext uri="{FF2B5EF4-FFF2-40B4-BE49-F238E27FC236}">
                <a16:creationId xmlns:a16="http://schemas.microsoft.com/office/drawing/2014/main" id="{FBD606C5-AD2F-42FD-B460-882796F7E2D8}"/>
              </a:ext>
            </a:extLst>
          </p:cNvPr>
          <p:cNvSpPr>
            <a:spLocks xmlns:a="http://schemas.openxmlformats.org/drawingml/2006/main" noGrp="1"/>
          </p:cNvSpPr>
          <p:nvPr/>
        </p:nvSpPr>
        <p:spPr>
          <a:xfrm xmlns:a="http://schemas.openxmlformats.org/drawingml/2006/main">
            <a:off x="2286000" y="8515350"/>
            <a:ext cx="1371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FFFFFF"/>
                </a:solidFill>
                <a:latin typeface="Pretendard"/>
                <a:ea typeface="Pretendard"/>
                <a:cs typeface="Pretendard"/>
              </a:defRPr>
            </a:defPPr>
            <a:lvl1pPr algn="ctr">
              <a:defRPr sz="2850" b="0">
                <a:solidFill>
                  <a:srgbClr val="FFFFFF"/>
                </a:solidFill>
                <a:latin typeface="Pretendard"/>
                <a:ea typeface="Pretendard"/>
                <a:cs typeface="Pretendard"/>
              </a:defRPr>
            </a:lvl1pPr>
            <a:lvl2pPr algn="ctr">
              <a:defRPr sz="2850" b="0">
                <a:solidFill>
                  <a:srgbClr val="FFFFFF"/>
                </a:solidFill>
                <a:latin typeface="Pretendard"/>
                <a:ea typeface="Pretendard"/>
                <a:cs typeface="Pretendard"/>
              </a:defRPr>
            </a:lvl2pPr>
            <a:lvl3pPr algn="ctr">
              <a:defRPr sz="2850" b="0">
                <a:solidFill>
                  <a:srgbClr val="FFFFFF"/>
                </a:solidFill>
                <a:latin typeface="Pretendard"/>
                <a:ea typeface="Pretendard"/>
                <a:cs typeface="Pretendard"/>
              </a:defRPr>
            </a:lvl3pPr>
            <a:lvl4pPr algn="ctr">
              <a:defRPr sz="2850" b="0">
                <a:solidFill>
                  <a:srgbClr val="FFFFFF"/>
                </a:solidFill>
                <a:latin typeface="Pretendard"/>
                <a:ea typeface="Pretendard"/>
                <a:cs typeface="Pretendard"/>
              </a:defRPr>
            </a:lvl4pPr>
            <a:lvl5pPr algn="ctr">
              <a:defRPr sz="2850" b="0">
                <a:solidFill>
                  <a:srgbClr val="FFFFFF"/>
                </a:solidFill>
                <a:latin typeface="Pretendard"/>
                <a:ea typeface="Pretendard"/>
                <a:cs typeface="Pretendard"/>
              </a:defRPr>
            </a:lvl5pPr>
            <a:lvl6pPr algn="ctr">
              <a:defRPr sz="2850" b="0">
                <a:solidFill>
                  <a:srgbClr val="FFFFFF"/>
                </a:solidFill>
                <a:latin typeface="Pretendard"/>
                <a:ea typeface="Pretendard"/>
                <a:cs typeface="Pretendard"/>
              </a:defRPr>
            </a:lvl6pPr>
            <a:lvl7pPr algn="ctr">
              <a:defRPr sz="2850" b="0">
                <a:solidFill>
                  <a:srgbClr val="FFFFFF"/>
                </a:solidFill>
                <a:latin typeface="Pretendard"/>
                <a:ea typeface="Pretendard"/>
                <a:cs typeface="Pretendard"/>
              </a:defRPr>
            </a:lvl7pPr>
            <a:lvl8pPr algn="ctr">
              <a:defRPr sz="2850" b="0">
                <a:solidFill>
                  <a:srgbClr val="FFFFFF"/>
                </a:solidFill>
                <a:latin typeface="Pretendard"/>
                <a:ea typeface="Pretendard"/>
                <a:cs typeface="Pretendard"/>
              </a:defRPr>
            </a:lvl8pPr>
            <a:lvl9pPr algn="ctr">
              <a:defRPr sz="2850" b="0">
                <a:solidFill>
                  <a:srgbClr val="FFFFFF"/>
                </a:solidFill>
                <a:latin typeface="Pretendard"/>
                <a:ea typeface="Pretendard"/>
                <a:cs typeface="Pretendard"/>
              </a:defRPr>
            </a:lvl9pPr>
          </a:lstStyle>
          <a:p xmlns:a="http://schemas.openxmlformats.org/drawingml/2006/main">
            <a:pPr algn="ctr">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그 물질 자체의 엔탈피가 없다는 뜻은 아니다.</a:t>
            </a:r>
          </a:p>
        </p:txBody>
      </p:sp>
    </p:spTree>
    <p:extLst>
      <p:ext uri="{BB962C8B-B14F-4D97-AF65-F5344CB8AC3E}">
        <p14:creationId xmlns:p14="http://schemas.microsoft.com/office/powerpoint/2010/main" val="57947714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357FAC32-3C5A-4B80-B191-B5FDA74ED07F}"/>
              </a:ext>
            </a:extLst>
          </p:cNvPr>
          <p:cNvPicPr>
            <a:picLocks xmlns:a="http://schemas.openxmlformats.org/drawingml/2006/main" noChangeAspect="1"/>
          </p:cNvPicPr>
          <p:nvPr/>
        </p:nvPicPr>
        <p:blipFill>
          <a:blip xmlns:r="http://schemas.openxmlformats.org/officeDocument/2006/relationships" xmlns:a="http://schemas.openxmlformats.org/drawingml/2006/main" r:embed="R4352e2302e884cf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7A0D6FD-B9FE-4844-BAE6-FCFE0D81597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51761FC-99CF-4A88-BFEE-C9C15653207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A1F754F-97D2-46E1-A7EC-63C154FB9C0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D9B9270-D3B9-4969-B802-719078AA981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6415D161-4B39-4616-ABF5-1B5CCE1EFAA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탄소라도 기준값은 다르다</a:t>
            </a:r>
          </a:p>
        </p:txBody>
      </p:sp>
      <p:pic>
        <p:nvPicPr>
          <p:cNvPr id="7" name="">
            <a:extLst xmlns:a="http://schemas.openxmlformats.org/drawingml/2006/main">
              <a:ext uri="{FF2B5EF4-FFF2-40B4-BE49-F238E27FC236}">
                <a16:creationId xmlns:a16="http://schemas.microsoft.com/office/drawing/2014/main" id="{D9FEE765-8AAD-4EE8-8483-5B0863D9D8F5}"/>
              </a:ext>
            </a:extLst>
          </p:cNvPr>
          <p:cNvPicPr>
            <a:picLocks xmlns:a="http://schemas.openxmlformats.org/drawingml/2006/main" noChangeAspect="1"/>
          </p:cNvPicPr>
          <p:nvPr/>
        </p:nvPicPr>
        <p:blipFill>
          <a:blip xmlns:r="http://schemas.openxmlformats.org/officeDocument/2006/relationships" xmlns:a="http://schemas.openxmlformats.org/drawingml/2006/main" r:embed="Rcc2c35cb5680494b"/>
          <a:stretch xmlns:a="http://schemas.openxmlformats.org/drawingml/2006/main"/>
        </p:blipFill>
        <p:spPr>
          <a:xfrm xmlns:a="http://schemas.openxmlformats.org/drawingml/2006/main">
            <a:off x="1476375" y="4218214"/>
            <a:ext cx="2857500" cy="394607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C10050F5-E5F5-4695-A998-915680743DFC}"/>
              </a:ext>
            </a:extLst>
          </p:cNvPr>
          <p:cNvPicPr>
            <a:picLocks xmlns:a="http://schemas.openxmlformats.org/drawingml/2006/main" noChangeAspect="1"/>
          </p:cNvPicPr>
          <p:nvPr/>
        </p:nvPicPr>
        <p:blipFill>
          <a:blip xmlns:r="http://schemas.openxmlformats.org/officeDocument/2006/relationships" xmlns:a="http://schemas.openxmlformats.org/drawingml/2006/main" r:embed="Rc9e653e6bfe44477"/>
          <a:stretch xmlns:a="http://schemas.openxmlformats.org/drawingml/2006/main"/>
        </p:blipFill>
        <p:spPr>
          <a:xfrm xmlns:a="http://schemas.openxmlformats.org/drawingml/2006/main">
            <a:off x="4476750" y="4192253"/>
            <a:ext cx="2619375" cy="3997993"/>
          </a:xfrm>
          <a:prstGeom xmlns:a="http://schemas.openxmlformats.org/drawingml/2006/main" prst="rect">
            <a:avLst/>
          </a:prstGeom>
        </p:spPr>
      </p:pic>
      <p:graphicFrame>
        <p:nvGraphicFramePr>
          <p:cNvPr id="9" name="">
            <a:extLst xmlns:a="http://schemas.openxmlformats.org/drawingml/2006/main">
              <a:ext uri="{FF2B5EF4-FFF2-40B4-BE49-F238E27FC236}">
                <a16:creationId xmlns:a16="http://schemas.microsoft.com/office/drawing/2014/main" id="{0894770D-4109-439C-8D21-345ED2C24525}"/>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DE8E6C7C-C283-45DF-90E0-601DB7DC7FC6}"/>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F8F028D-5440-4EEC-A069-2D73F99C3E5A}"/>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837D9F6C-6A16-4AE9-BF21-67CFEE1826B3}"/>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FDD3CF9E-5479-49FE-B6CD-F71EE25DE7FB}"/>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0217968E-DDDC-4D03-9618-ACAF8F52E8D9}"/>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57962F"/>
                </a:solidFill>
                <a:latin typeface="Pretendard"/>
                <a:ea typeface="Pretendard"/>
                <a:cs typeface="Pretendard"/>
              </a:defRPr>
            </a:defPPr>
            <a:lvl1pPr algn="l">
              <a:defRPr sz="2700" b="1">
                <a:solidFill>
                  <a:srgbClr val="57962F"/>
                </a:solidFill>
                <a:latin typeface="Pretendard"/>
                <a:ea typeface="Pretendard"/>
                <a:cs typeface="Pretendard"/>
              </a:defRPr>
            </a:lvl1pPr>
            <a:lvl2pPr algn="l">
              <a:defRPr sz="2700" b="1">
                <a:solidFill>
                  <a:srgbClr val="57962F"/>
                </a:solidFill>
                <a:latin typeface="Pretendard"/>
                <a:ea typeface="Pretendard"/>
                <a:cs typeface="Pretendard"/>
              </a:defRPr>
            </a:lvl2pPr>
            <a:lvl3pPr algn="l">
              <a:defRPr sz="2700" b="1">
                <a:solidFill>
                  <a:srgbClr val="57962F"/>
                </a:solidFill>
                <a:latin typeface="Pretendard"/>
                <a:ea typeface="Pretendard"/>
                <a:cs typeface="Pretendard"/>
              </a:defRPr>
            </a:lvl3pPr>
            <a:lvl4pPr algn="l">
              <a:defRPr sz="2700" b="1">
                <a:solidFill>
                  <a:srgbClr val="57962F"/>
                </a:solidFill>
                <a:latin typeface="Pretendard"/>
                <a:ea typeface="Pretendard"/>
                <a:cs typeface="Pretendard"/>
              </a:defRPr>
            </a:lvl4pPr>
            <a:lvl5pPr algn="l">
              <a:defRPr sz="2700" b="1">
                <a:solidFill>
                  <a:srgbClr val="57962F"/>
                </a:solidFill>
                <a:latin typeface="Pretendard"/>
                <a:ea typeface="Pretendard"/>
                <a:cs typeface="Pretendard"/>
              </a:defRPr>
            </a:lvl5pPr>
            <a:lvl6pPr algn="l">
              <a:defRPr sz="2700" b="1">
                <a:solidFill>
                  <a:srgbClr val="57962F"/>
                </a:solidFill>
                <a:latin typeface="Pretendard"/>
                <a:ea typeface="Pretendard"/>
                <a:cs typeface="Pretendard"/>
              </a:defRPr>
            </a:lvl6pPr>
            <a:lvl7pPr algn="l">
              <a:defRPr sz="2700" b="1">
                <a:solidFill>
                  <a:srgbClr val="57962F"/>
                </a:solidFill>
                <a:latin typeface="Pretendard"/>
                <a:ea typeface="Pretendard"/>
                <a:cs typeface="Pretendard"/>
              </a:defRPr>
            </a:lvl7pPr>
            <a:lvl8pPr algn="l">
              <a:defRPr sz="2700" b="1">
                <a:solidFill>
                  <a:srgbClr val="57962F"/>
                </a:solidFill>
                <a:latin typeface="Pretendard"/>
                <a:ea typeface="Pretendard"/>
                <a:cs typeface="Pretendard"/>
              </a:defRPr>
            </a:lvl8pPr>
            <a:lvl9pPr algn="l">
              <a:defRPr sz="2700" b="1">
                <a:solidFill>
                  <a:srgbClr val="57962F"/>
                </a:solidFill>
                <a:latin typeface="Pretendard"/>
                <a:ea typeface="Pretendard"/>
                <a:cs typeface="Pretendard"/>
              </a:defRPr>
            </a:lvl9pPr>
          </a:lstStyle>
          <a:p xmlns:a="http://schemas.openxmlformats.org/drawingml/2006/main">
            <a:pPr algn="l">
              <a:defRPr sz="2700" b="1">
                <a:solidFill>
                  <a:srgbClr val="57962F"/>
                </a:solidFill>
                <a:latin typeface="Pretendard"/>
                <a:ea typeface="Pretendard"/>
                <a:cs typeface="Pretendard"/>
              </a:defRPr>
            </a:pPr>
            <a:r>
              <a:rPr sz="2700" b="1">
                <a:solidFill>
                  <a:srgbClr val="57962F"/>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CD76BC7C-654B-4E66-8D80-6895D2882D83}"/>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3D1F2A83-DE32-4525-A725-4854B0D89BB8}"/>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원소 물질이어도, 다른 동소체의 값까지 0은 아니다.</a:t>
            </a:r>
          </a:p>
        </p:txBody>
      </p:sp>
    </p:spTree>
    <p:extLst>
      <p:ext uri="{BB962C8B-B14F-4D97-AF65-F5344CB8AC3E}">
        <p14:creationId xmlns:p14="http://schemas.microsoft.com/office/powerpoint/2010/main" val="79189970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7399FB1E-4117-4304-91E6-5E3A4B43D907}"/>
              </a:ext>
            </a:extLst>
          </p:cNvPr>
          <p:cNvPicPr>
            <a:picLocks xmlns:a="http://schemas.openxmlformats.org/drawingml/2006/main" noChangeAspect="1"/>
          </p:cNvPicPr>
          <p:nvPr/>
        </p:nvPicPr>
        <p:blipFill>
          <a:blip xmlns:r="http://schemas.openxmlformats.org/officeDocument/2006/relationships" xmlns:a="http://schemas.openxmlformats.org/drawingml/2006/main" r:embed="Raac8987796604c0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5A2271D-540D-4157-A739-17C2035918A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A14EB20-0969-411A-A7FC-53D92C5DF70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57465F1-0826-48CD-8D0B-B5D30F672EF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5B0D8D2-CE40-4211-8B78-9961E1C5CCD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0C01457D-7FB7-40DA-B01A-4437F959AC7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2B2E4A72-847C-425B-8D7D-3C009F64B93F}"/>
              </a:ext>
            </a:extLst>
          </p:cNvPr>
          <p:cNvPicPr>
            <a:picLocks xmlns:a="http://schemas.openxmlformats.org/drawingml/2006/main" noChangeAspect="1"/>
          </p:cNvPicPr>
          <p:nvPr/>
        </p:nvPicPr>
        <p:blipFill>
          <a:blip xmlns:r="http://schemas.openxmlformats.org/officeDocument/2006/relationships" xmlns:a="http://schemas.openxmlformats.org/drawingml/2006/main" r:embed="R62527cb250924d0c"/>
          <a:stretch xmlns:a="http://schemas.openxmlformats.org/drawingml/2006/main"/>
        </p:blipFill>
        <p:spPr>
          <a:xfrm xmlns:a="http://schemas.openxmlformats.org/drawingml/2006/main">
            <a:off x="2444353" y="4574381"/>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C953A546-CC2C-4010-B8BB-CA206379B75B}"/>
              </a:ext>
            </a:extLst>
          </p:cNvPr>
          <p:cNvPicPr>
            <a:picLocks xmlns:a="http://schemas.openxmlformats.org/drawingml/2006/main" noChangeAspect="1"/>
          </p:cNvPicPr>
          <p:nvPr/>
        </p:nvPicPr>
        <p:blipFill>
          <a:blip xmlns:r="http://schemas.openxmlformats.org/officeDocument/2006/relationships" xmlns:a="http://schemas.openxmlformats.org/drawingml/2006/main" r:embed="R8c7e4356c09b41ba"/>
          <a:stretch xmlns:a="http://schemas.openxmlformats.org/drawingml/2006/main"/>
        </p:blipFill>
        <p:spPr>
          <a:xfrm xmlns:a="http://schemas.openxmlformats.org/drawingml/2006/main">
            <a:off x="2444353" y="6165056"/>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371DD170-087A-49EC-941D-92C954CD6559}"/>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2C330F37-DCC9-453F-98C8-68BCEC79FC82}"/>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
        <p:nvSpPr>
          <p:cNvPr id="11" name="text">
            <a:extLst xmlns:a="http://schemas.openxmlformats.org/drawingml/2006/main">
              <a:ext uri="{FF2B5EF4-FFF2-40B4-BE49-F238E27FC236}">
                <a16:creationId xmlns:a16="http://schemas.microsoft.com/office/drawing/2014/main" id="{9D361589-420D-4AC0-9ECF-6FB39945CF8A}"/>
              </a:ext>
            </a:extLst>
          </p:cNvPr>
          <p:cNvSpPr>
            <a:spLocks xmlns:a="http://schemas.openxmlformats.org/drawingml/2006/main" noGrp="1"/>
          </p:cNvSpPr>
          <p:nvPr/>
        </p:nvSpPr>
        <p:spPr>
          <a:xfrm xmlns:a="http://schemas.openxmlformats.org/drawingml/2006/main">
            <a:off x="10572750" y="4236244"/>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액체 물</a:t>
            </a:r>
          </a:p>
        </p:txBody>
      </p:sp>
      <p:pic>
        <p:nvPicPr>
          <p:cNvPr id="12" name="">
            <a:extLst xmlns:a="http://schemas.openxmlformats.org/drawingml/2006/main">
              <a:ext uri="{FF2B5EF4-FFF2-40B4-BE49-F238E27FC236}">
                <a16:creationId xmlns:a16="http://schemas.microsoft.com/office/drawing/2014/main" id="{096C4A6A-A607-4BD2-903C-66C1DAFC85A5}"/>
              </a:ext>
            </a:extLst>
          </p:cNvPr>
          <p:cNvPicPr>
            <a:picLocks xmlns:a="http://schemas.openxmlformats.org/drawingml/2006/main" noChangeAspect="1"/>
          </p:cNvPicPr>
          <p:nvPr/>
        </p:nvPicPr>
        <p:blipFill>
          <a:blip xmlns:r="http://schemas.openxmlformats.org/officeDocument/2006/relationships" xmlns:a="http://schemas.openxmlformats.org/drawingml/2006/main" r:embed="R454ff24fd75c448d"/>
          <a:stretch xmlns:a="http://schemas.openxmlformats.org/drawingml/2006/main"/>
        </p:blipFill>
        <p:spPr>
          <a:xfrm xmlns:a="http://schemas.openxmlformats.org/drawingml/2006/main">
            <a:off x="9486900" y="4617244"/>
            <a:ext cx="1085850" cy="57150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1A4CA18D-44B1-40D7-A8A1-2035098DBB8A}"/>
              </a:ext>
            </a:extLst>
          </p:cNvPr>
          <p:cNvSpPr>
            <a:spLocks xmlns:a="http://schemas.openxmlformats.org/drawingml/2006/main" noGrp="1"/>
          </p:cNvSpPr>
          <p:nvPr/>
        </p:nvSpPr>
        <p:spPr>
          <a:xfrm xmlns:a="http://schemas.openxmlformats.org/drawingml/2006/main">
            <a:off x="10572750" y="57912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수증기</a:t>
            </a:r>
          </a:p>
        </p:txBody>
      </p:sp>
      <p:pic>
        <p:nvPicPr>
          <p:cNvPr id="14" name="">
            <a:extLst xmlns:a="http://schemas.openxmlformats.org/drawingml/2006/main">
              <a:ext uri="{FF2B5EF4-FFF2-40B4-BE49-F238E27FC236}">
                <a16:creationId xmlns:a16="http://schemas.microsoft.com/office/drawing/2014/main" id="{5DFF8C3A-A4EC-48BD-91C7-C9BBEF65952D}"/>
              </a:ext>
            </a:extLst>
          </p:cNvPr>
          <p:cNvPicPr>
            <a:picLocks xmlns:a="http://schemas.openxmlformats.org/drawingml/2006/main" noChangeAspect="1"/>
          </p:cNvPicPr>
          <p:nvPr/>
        </p:nvPicPr>
        <p:blipFill>
          <a:blip xmlns:r="http://schemas.openxmlformats.org/officeDocument/2006/relationships" xmlns:a="http://schemas.openxmlformats.org/drawingml/2006/main" r:embed="Rfa87466a0c7341cc"/>
          <a:stretch xmlns:a="http://schemas.openxmlformats.org/drawingml/2006/main"/>
        </p:blipFill>
        <p:spPr>
          <a:xfrm xmlns:a="http://schemas.openxmlformats.org/drawingml/2006/main">
            <a:off x="9486900" y="6172200"/>
            <a:ext cx="1085850" cy="571500"/>
          </a:xfrm>
          <a:prstGeom xmlns:a="http://schemas.openxmlformats.org/drawingml/2006/main" prst="rect">
            <a:avLst/>
          </a:prstGeom>
        </p:spPr>
      </p:pic>
    </p:spTree>
    <p:extLst>
      <p:ext uri="{BB962C8B-B14F-4D97-AF65-F5344CB8AC3E}">
        <p14:creationId xmlns:p14="http://schemas.microsoft.com/office/powerpoint/2010/main" val="173936150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DA4B830-305C-4EAD-A8F7-7B2B56C9D5CC}"/>
              </a:ext>
            </a:extLst>
          </p:cNvPr>
          <p:cNvPicPr>
            <a:picLocks xmlns:a="http://schemas.openxmlformats.org/drawingml/2006/main" noChangeAspect="1"/>
          </p:cNvPicPr>
          <p:nvPr/>
        </p:nvPicPr>
        <p:blipFill>
          <a:blip xmlns:r="http://schemas.openxmlformats.org/officeDocument/2006/relationships" xmlns:a="http://schemas.openxmlformats.org/drawingml/2006/main" r:embed="R52d5d1d5d62247b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182D0C3-57AA-487F-95BF-06279B80BDA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2CB7548-88F4-48A7-8305-BF54C9958E2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9A2FB7B-873F-4168-8618-C62E3B2F999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B5F38C5-D29E-438F-9BDF-6AE70DCD201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17011D6C-D7FC-4237-BDBB-DDA438270CC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1B142253-3815-4527-B2A4-0FE67E42D162}"/>
              </a:ext>
            </a:extLst>
          </p:cNvPr>
          <p:cNvPicPr>
            <a:picLocks xmlns:a="http://schemas.openxmlformats.org/drawingml/2006/main" noChangeAspect="1"/>
          </p:cNvPicPr>
          <p:nvPr/>
        </p:nvPicPr>
        <p:blipFill>
          <a:blip xmlns:r="http://schemas.openxmlformats.org/officeDocument/2006/relationships" xmlns:a="http://schemas.openxmlformats.org/drawingml/2006/main" r:embed="R8502ecb83bc84b59"/>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94353640-EA02-4670-ABF9-1A3F3D4EE54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8EBCCC12-E910-41B6-AE43-DCED589AB44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131641976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872CBE5-1397-43FF-9943-8885D5340AC2}"/>
              </a:ext>
            </a:extLst>
          </p:cNvPr>
          <p:cNvPicPr>
            <a:picLocks xmlns:a="http://schemas.openxmlformats.org/drawingml/2006/main" noChangeAspect="1"/>
          </p:cNvPicPr>
          <p:nvPr/>
        </p:nvPicPr>
        <p:blipFill>
          <a:blip xmlns:r="http://schemas.openxmlformats.org/officeDocument/2006/relationships" xmlns:a="http://schemas.openxmlformats.org/drawingml/2006/main" r:embed="R9aac3d522d82466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5F34B3E-C3CC-4D64-89C5-C3D41DC8D44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9EC9DCE-0A38-48DC-A327-B6201CB907B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FDE8C8A-E5FC-4208-9A04-40385C95468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2F38369-BB3C-4B67-9086-470C63E3EC6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F61E0C95-689A-48F1-97D4-C83990D1942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04-33 관계식 강조 상자">
            <a:extLst xmlns:a="http://schemas.openxmlformats.org/drawingml/2006/main">
              <a:ext uri="{FF2B5EF4-FFF2-40B4-BE49-F238E27FC236}">
                <a16:creationId xmlns:a16="http://schemas.microsoft.com/office/drawing/2014/main" id="{EC2511FB-5B2F-4556-90CE-1043C9898F5A}"/>
              </a:ext>
            </a:extLst>
          </p:cNvPr>
          <p:cNvSpPr>
            <a:spLocks xmlns:a="http://schemas.openxmlformats.org/drawingml/2006/main" noGrp="1"/>
          </p:cNvSpPr>
          <p:nvPr/>
        </p:nvSpPr>
        <p:spPr>
          <a:xfrm xmlns:a="http://schemas.openxmlformats.org/drawingml/2006/main">
            <a:off x="3448050" y="3914775"/>
            <a:ext cx="11382375" cy="2162175"/>
          </a:xfrm>
          <a:prstGeom xmlns:a="http://schemas.openxmlformats.org/drawingml/2006/main" prst="roundRect">
            <a:avLst>
              <a:gd name="adj" fmla="val 10573"/>
            </a:avLst>
          </a:prstGeom>
          <a:solidFill xmlns:a="http://schemas.openxmlformats.org/drawingml/2006/main">
            <a:srgbClr val="303030"/>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EA23E7C9-4370-4694-8A3D-08B47D235CA1}"/>
              </a:ext>
            </a:extLst>
          </p:cNvPr>
          <p:cNvSpPr>
            <a:spLocks xmlns:a="http://schemas.openxmlformats.org/drawingml/2006/main" noGrp="1"/>
          </p:cNvSpPr>
          <p:nvPr/>
        </p:nvSpPr>
        <p:spPr>
          <a:xfrm xmlns:a="http://schemas.openxmlformats.org/drawingml/2006/main">
            <a:off x="3829050" y="41243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9FFF68"/>
                </a:solidFill>
                <a:latin typeface="Pretendard"/>
                <a:ea typeface="Pretendard"/>
                <a:cs typeface="Pretendard"/>
              </a:defRPr>
            </a:defPPr>
            <a:lvl1pPr algn="l">
              <a:defRPr sz="4200" b="1">
                <a:solidFill>
                  <a:srgbClr val="9FFF68"/>
                </a:solidFill>
                <a:latin typeface="Pretendard"/>
                <a:ea typeface="Pretendard"/>
                <a:cs typeface="Pretendard"/>
              </a:defRPr>
            </a:lvl1pPr>
            <a:lvl2pPr algn="l">
              <a:defRPr sz="4200" b="1">
                <a:solidFill>
                  <a:srgbClr val="9FFF68"/>
                </a:solidFill>
                <a:latin typeface="Pretendard"/>
                <a:ea typeface="Pretendard"/>
                <a:cs typeface="Pretendard"/>
              </a:defRPr>
            </a:lvl2pPr>
            <a:lvl3pPr algn="l">
              <a:defRPr sz="4200" b="1">
                <a:solidFill>
                  <a:srgbClr val="9FFF68"/>
                </a:solidFill>
                <a:latin typeface="Pretendard"/>
                <a:ea typeface="Pretendard"/>
                <a:cs typeface="Pretendard"/>
              </a:defRPr>
            </a:lvl3pPr>
            <a:lvl4pPr algn="l">
              <a:defRPr sz="4200" b="1">
                <a:solidFill>
                  <a:srgbClr val="9FFF68"/>
                </a:solidFill>
                <a:latin typeface="Pretendard"/>
                <a:ea typeface="Pretendard"/>
                <a:cs typeface="Pretendard"/>
              </a:defRPr>
            </a:lvl4pPr>
            <a:lvl5pPr algn="l">
              <a:defRPr sz="4200" b="1">
                <a:solidFill>
                  <a:srgbClr val="9FFF68"/>
                </a:solidFill>
                <a:latin typeface="Pretendard"/>
                <a:ea typeface="Pretendard"/>
                <a:cs typeface="Pretendard"/>
              </a:defRPr>
            </a:lvl5pPr>
            <a:lvl6pPr algn="l">
              <a:defRPr sz="4200" b="1">
                <a:solidFill>
                  <a:srgbClr val="9FFF68"/>
                </a:solidFill>
                <a:latin typeface="Pretendard"/>
                <a:ea typeface="Pretendard"/>
                <a:cs typeface="Pretendard"/>
              </a:defRPr>
            </a:lvl6pPr>
            <a:lvl7pPr algn="l">
              <a:defRPr sz="4200" b="1">
                <a:solidFill>
                  <a:srgbClr val="9FFF68"/>
                </a:solidFill>
                <a:latin typeface="Pretendard"/>
                <a:ea typeface="Pretendard"/>
                <a:cs typeface="Pretendard"/>
              </a:defRPr>
            </a:lvl7pPr>
            <a:lvl8pPr algn="l">
              <a:defRPr sz="4200" b="1">
                <a:solidFill>
                  <a:srgbClr val="9FFF68"/>
                </a:solidFill>
                <a:latin typeface="Pretendard"/>
                <a:ea typeface="Pretendard"/>
                <a:cs typeface="Pretendard"/>
              </a:defRPr>
            </a:lvl8pPr>
            <a:lvl9pPr algn="l">
              <a:defRPr sz="4200" b="1">
                <a:solidFill>
                  <a:srgbClr val="9FFF68"/>
                </a:solidFill>
                <a:latin typeface="Pretendard"/>
                <a:ea typeface="Pretendard"/>
                <a:cs typeface="Pretendard"/>
              </a:defRPr>
            </a:lvl9pPr>
          </a:lstStyle>
          <a:p xmlns:a="http://schemas.openxmlformats.org/drawingml/2006/main">
            <a:pPr algn="l">
              <a:defRPr sz="4200" b="1">
                <a:solidFill>
                  <a:srgbClr val="9FFF68"/>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9" name="text">
            <a:extLst xmlns:a="http://schemas.openxmlformats.org/drawingml/2006/main">
              <a:ext uri="{FF2B5EF4-FFF2-40B4-BE49-F238E27FC236}">
                <a16:creationId xmlns:a16="http://schemas.microsoft.com/office/drawing/2014/main" id="{3CE30F9C-CBA9-43A4-BE98-DE9C4408E9CB}"/>
              </a:ext>
            </a:extLst>
          </p:cNvPr>
          <p:cNvSpPr>
            <a:spLocks xmlns:a="http://schemas.openxmlformats.org/drawingml/2006/main" noGrp="1"/>
          </p:cNvSpPr>
          <p:nvPr/>
        </p:nvSpPr>
        <p:spPr>
          <a:xfrm xmlns:a="http://schemas.openxmlformats.org/drawingml/2006/main">
            <a:off x="5143500" y="5029200"/>
            <a:ext cx="923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FFFFFF"/>
                </a:solidFill>
                <a:latin typeface="Pretendard"/>
                <a:ea typeface="Pretendard"/>
                <a:cs typeface="Pretendard"/>
              </a:defRPr>
            </a:defPPr>
            <a:lvl1pPr algn="l">
              <a:defRPr sz="4200" b="1">
                <a:solidFill>
                  <a:srgbClr val="FFFFFF"/>
                </a:solidFill>
                <a:latin typeface="Pretendard"/>
                <a:ea typeface="Pretendard"/>
                <a:cs typeface="Pretendard"/>
              </a:defRPr>
            </a:lvl1pPr>
            <a:lvl2pPr algn="l">
              <a:defRPr sz="4200" b="1">
                <a:solidFill>
                  <a:srgbClr val="FFFFFF"/>
                </a:solidFill>
                <a:latin typeface="Pretendard"/>
                <a:ea typeface="Pretendard"/>
                <a:cs typeface="Pretendard"/>
              </a:defRPr>
            </a:lvl2pPr>
            <a:lvl3pPr algn="l">
              <a:defRPr sz="4200" b="1">
                <a:solidFill>
                  <a:srgbClr val="FFFFFF"/>
                </a:solidFill>
                <a:latin typeface="Pretendard"/>
                <a:ea typeface="Pretendard"/>
                <a:cs typeface="Pretendard"/>
              </a:defRPr>
            </a:lvl3pPr>
            <a:lvl4pPr algn="l">
              <a:defRPr sz="4200" b="1">
                <a:solidFill>
                  <a:srgbClr val="FFFFFF"/>
                </a:solidFill>
                <a:latin typeface="Pretendard"/>
                <a:ea typeface="Pretendard"/>
                <a:cs typeface="Pretendard"/>
              </a:defRPr>
            </a:lvl4pPr>
            <a:lvl5pPr algn="l">
              <a:defRPr sz="4200" b="1">
                <a:solidFill>
                  <a:srgbClr val="FFFFFF"/>
                </a:solidFill>
                <a:latin typeface="Pretendard"/>
                <a:ea typeface="Pretendard"/>
                <a:cs typeface="Pretendard"/>
              </a:defRPr>
            </a:lvl5pPr>
            <a:lvl6pPr algn="l">
              <a:defRPr sz="4200" b="1">
                <a:solidFill>
                  <a:srgbClr val="FFFFFF"/>
                </a:solidFill>
                <a:latin typeface="Pretendard"/>
                <a:ea typeface="Pretendard"/>
                <a:cs typeface="Pretendard"/>
              </a:defRPr>
            </a:lvl6pPr>
            <a:lvl7pPr algn="l">
              <a:defRPr sz="4200" b="1">
                <a:solidFill>
                  <a:srgbClr val="FFFFFF"/>
                </a:solidFill>
                <a:latin typeface="Pretendard"/>
                <a:ea typeface="Pretendard"/>
                <a:cs typeface="Pretendard"/>
              </a:defRPr>
            </a:lvl7pPr>
            <a:lvl8pPr algn="l">
              <a:defRPr sz="4200" b="1">
                <a:solidFill>
                  <a:srgbClr val="FFFFFF"/>
                </a:solidFill>
                <a:latin typeface="Pretendard"/>
                <a:ea typeface="Pretendard"/>
                <a:cs typeface="Pretendard"/>
              </a:defRPr>
            </a:lvl8pPr>
            <a:lvl9pPr algn="l">
              <a:defRPr sz="4200" b="1">
                <a:solidFill>
                  <a:srgbClr val="FFFFFF"/>
                </a:solidFill>
                <a:latin typeface="Pretendard"/>
                <a:ea typeface="Pretendard"/>
                <a:cs typeface="Pretendard"/>
              </a:defRPr>
            </a:lvl9pPr>
          </a:lstStyle>
          <a:p xmlns:a="http://schemas.openxmlformats.org/drawingml/2006/main">
            <a:pPr algn="l">
              <a:defRPr sz="4200" b="1">
                <a:solidFill>
                  <a:srgbClr val="FFFFFF"/>
                </a:solidFill>
                <a:latin typeface="Pretendard"/>
                <a:ea typeface="Pretendard"/>
                <a:cs typeface="Pretendard"/>
              </a:defRPr>
            </a:pPr>
            <a:r>
              <a:rPr sz="4200" b="1">
                <a:solidFill>
                  <a:srgbClr val="FFFFFF"/>
                </a:solidFill>
                <a:latin typeface="Pretendard"/>
                <a:ea typeface="Pretendard"/>
                <a:cs typeface="Pretendard"/>
              </a:rPr>
              <a:t>− 반응물의 표준 생성 엔탈피 합</a:t>
            </a:r>
          </a:p>
        </p:txBody>
      </p:sp>
      <p:sp>
        <p:nvSpPr>
          <p:cNvPr id="10" name="R04-33 표제와 해석 영역">
            <a:extLst xmlns:a="http://schemas.openxmlformats.org/drawingml/2006/main">
              <a:ext uri="{FF2B5EF4-FFF2-40B4-BE49-F238E27FC236}">
                <a16:creationId xmlns:a16="http://schemas.microsoft.com/office/drawing/2014/main" id="{EC10D150-4878-4BEB-9296-EA472EBCFC2D}"/>
              </a:ext>
            </a:extLst>
          </p:cNvPr>
          <p:cNvSpPr>
            <a:spLocks xmlns:a="http://schemas.openxmlformats.org/drawingml/2006/main" noGrp="1"/>
          </p:cNvSpPr>
          <p:nvPr/>
        </p:nvSpPr>
        <p:spPr>
          <a:xfrm xmlns:a="http://schemas.openxmlformats.org/drawingml/2006/main">
            <a:off x="3448050" y="6496050"/>
            <a:ext cx="1138237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BD572F4F-D37D-4F8B-91DC-3EACA2E35155}"/>
              </a:ext>
            </a:extLst>
          </p:cNvPr>
          <p:cNvSpPr>
            <a:spLocks xmlns:a="http://schemas.openxmlformats.org/drawingml/2006/main" noGrp="1"/>
          </p:cNvSpPr>
          <p:nvPr/>
        </p:nvSpPr>
        <p:spPr>
          <a:xfrm xmlns:a="http://schemas.openxmlformats.org/drawingml/2006/main">
            <a:off x="3752850" y="6657975"/>
            <a:ext cx="10772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각 물질의 반응 계수</a:t>
            </a:r>
          </a:p>
        </p:txBody>
      </p:sp>
      <p:sp>
        <p:nvSpPr>
          <p:cNvPr id="12" name="rich">
            <a:extLst xmlns:a="http://schemas.openxmlformats.org/drawingml/2006/main">
              <a:ext uri="{FF2B5EF4-FFF2-40B4-BE49-F238E27FC236}">
                <a16:creationId xmlns:a16="http://schemas.microsoft.com/office/drawing/2014/main" id="{F05E6B00-E989-4689-977E-EFF34825821C}"/>
              </a:ext>
            </a:extLst>
          </p:cNvPr>
          <p:cNvSpPr>
            <a:spLocks xmlns:a="http://schemas.openxmlformats.org/drawingml/2006/main" noGrp="1"/>
          </p:cNvSpPr>
          <p:nvPr/>
        </p:nvSpPr>
        <p:spPr>
          <a:xfrm xmlns:a="http://schemas.openxmlformats.org/drawingml/2006/main">
            <a:off x="3752850" y="7286625"/>
            <a:ext cx="10772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표의 값에 반응 계수를 곱한다.</a:t>
            </a:r>
          </a:p>
        </p:txBody>
      </p:sp>
      <p:sp>
        <p:nvSpPr>
          <p:cNvPr id="13" name="text">
            <a:extLst xmlns:a="http://schemas.openxmlformats.org/drawingml/2006/main">
              <a:ext uri="{FF2B5EF4-FFF2-40B4-BE49-F238E27FC236}">
                <a16:creationId xmlns:a16="http://schemas.microsoft.com/office/drawing/2014/main" id="{BB9C8547-1A6E-440B-9512-DD913848579E}"/>
              </a:ext>
            </a:extLst>
          </p:cNvPr>
          <p:cNvSpPr>
            <a:spLocks xmlns:a="http://schemas.openxmlformats.org/drawingml/2006/main" noGrp="1"/>
          </p:cNvSpPr>
          <p:nvPr/>
        </p:nvSpPr>
        <p:spPr>
          <a:xfrm xmlns:a="http://schemas.openxmlformats.org/drawingml/2006/main">
            <a:off x="3971925" y="86772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88378270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BDACFB7-69F2-439F-9C28-A55331A1096C}"/>
              </a:ext>
            </a:extLst>
          </p:cNvPr>
          <p:cNvPicPr>
            <a:picLocks xmlns:a="http://schemas.openxmlformats.org/drawingml/2006/main" noChangeAspect="1"/>
          </p:cNvPicPr>
          <p:nvPr/>
        </p:nvPicPr>
        <p:blipFill>
          <a:blip xmlns:r="http://schemas.openxmlformats.org/officeDocument/2006/relationships" xmlns:a="http://schemas.openxmlformats.org/drawingml/2006/main" r:embed="R47c17480063645d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D74F78D-1A02-4664-9F6B-20C4F048050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4E88591-1BD5-450D-A382-4D41CE911F0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9507B9F-010B-44A8-ADFB-366C025AC9A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50E55D3-3B5E-4B73-963E-E8B9EFB57A6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C4BE8A8-F078-41A5-8025-ED4B4658C07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표의 값에 반응 계수를 곱한다</a:t>
            </a:r>
          </a:p>
        </p:txBody>
      </p:sp>
      <p:sp>
        <p:nvSpPr>
          <p:cNvPr id="7" name="text">
            <a:extLst xmlns:a="http://schemas.openxmlformats.org/drawingml/2006/main">
              <a:ext uri="{FF2B5EF4-FFF2-40B4-BE49-F238E27FC236}">
                <a16:creationId xmlns:a16="http://schemas.microsoft.com/office/drawing/2014/main" id="{16A27C66-03A5-4D04-87A1-AB984E302553}"/>
              </a:ext>
            </a:extLst>
          </p:cNvPr>
          <p:cNvSpPr>
            <a:spLocks xmlns:a="http://schemas.openxmlformats.org/drawingml/2006/main" noGrp="1"/>
          </p:cNvSpPr>
          <p:nvPr/>
        </p:nvSpPr>
        <p:spPr>
          <a:xfrm xmlns:a="http://schemas.openxmlformats.org/drawingml/2006/main">
            <a:off x="1714500" y="3676650"/>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25" b="0">
                <a:solidFill>
                  <a:srgbClr val="898989"/>
                </a:solidFill>
                <a:latin typeface="Pretendard"/>
                <a:ea typeface="Pretendard"/>
                <a:cs typeface="Pretendard"/>
              </a:defRPr>
            </a:defPPr>
            <a:lvl1pPr algn="ctr">
              <a:defRPr sz="2925" b="0">
                <a:solidFill>
                  <a:srgbClr val="898989"/>
                </a:solidFill>
                <a:latin typeface="Pretendard"/>
                <a:ea typeface="Pretendard"/>
                <a:cs typeface="Pretendard"/>
              </a:defRPr>
            </a:lvl1pPr>
            <a:lvl2pPr algn="ctr">
              <a:defRPr sz="2925" b="0">
                <a:solidFill>
                  <a:srgbClr val="898989"/>
                </a:solidFill>
                <a:latin typeface="Pretendard"/>
                <a:ea typeface="Pretendard"/>
                <a:cs typeface="Pretendard"/>
              </a:defRPr>
            </a:lvl2pPr>
            <a:lvl3pPr algn="ctr">
              <a:defRPr sz="2925" b="0">
                <a:solidFill>
                  <a:srgbClr val="898989"/>
                </a:solidFill>
                <a:latin typeface="Pretendard"/>
                <a:ea typeface="Pretendard"/>
                <a:cs typeface="Pretendard"/>
              </a:defRPr>
            </a:lvl3pPr>
            <a:lvl4pPr algn="ctr">
              <a:defRPr sz="2925" b="0">
                <a:solidFill>
                  <a:srgbClr val="898989"/>
                </a:solidFill>
                <a:latin typeface="Pretendard"/>
                <a:ea typeface="Pretendard"/>
                <a:cs typeface="Pretendard"/>
              </a:defRPr>
            </a:lvl4pPr>
            <a:lvl5pPr algn="ctr">
              <a:defRPr sz="2925" b="0">
                <a:solidFill>
                  <a:srgbClr val="898989"/>
                </a:solidFill>
                <a:latin typeface="Pretendard"/>
                <a:ea typeface="Pretendard"/>
                <a:cs typeface="Pretendard"/>
              </a:defRPr>
            </a:lvl5pPr>
            <a:lvl6pPr algn="ctr">
              <a:defRPr sz="2925" b="0">
                <a:solidFill>
                  <a:srgbClr val="898989"/>
                </a:solidFill>
                <a:latin typeface="Pretendard"/>
                <a:ea typeface="Pretendard"/>
                <a:cs typeface="Pretendard"/>
              </a:defRPr>
            </a:lvl6pPr>
            <a:lvl7pPr algn="ctr">
              <a:defRPr sz="2925" b="0">
                <a:solidFill>
                  <a:srgbClr val="898989"/>
                </a:solidFill>
                <a:latin typeface="Pretendard"/>
                <a:ea typeface="Pretendard"/>
                <a:cs typeface="Pretendard"/>
              </a:defRPr>
            </a:lvl7pPr>
            <a:lvl8pPr algn="ctr">
              <a:defRPr sz="2925" b="0">
                <a:solidFill>
                  <a:srgbClr val="898989"/>
                </a:solidFill>
                <a:latin typeface="Pretendard"/>
                <a:ea typeface="Pretendard"/>
                <a:cs typeface="Pretendard"/>
              </a:defRPr>
            </a:lvl8pPr>
            <a:lvl9pPr algn="ctr">
              <a:defRPr sz="2925" b="0">
                <a:solidFill>
                  <a:srgbClr val="898989"/>
                </a:solidFill>
                <a:latin typeface="Pretendard"/>
                <a:ea typeface="Pretendard"/>
                <a:cs typeface="Pretendard"/>
              </a:defRPr>
            </a:lvl9pPr>
          </a:lstStyle>
          <a:p xmlns:a="http://schemas.openxmlformats.org/drawingml/2006/main">
            <a:pPr algn="ctr">
              <a:defRPr sz="2925" b="0">
                <a:solidFill>
                  <a:srgbClr val="898989"/>
                </a:solidFill>
                <a:latin typeface="Pretendard"/>
                <a:ea typeface="Pretendard"/>
                <a:cs typeface="Pretendard"/>
              </a:defRPr>
            </a:pPr>
            <a:r>
              <a:rPr sz="2925" b="0">
                <a:solidFill>
                  <a:srgbClr val="898989"/>
                </a:solidFill>
                <a:latin typeface="Pretendard"/>
                <a:ea typeface="Pretendard"/>
                <a:cs typeface="Pretendard"/>
              </a:rPr>
              <a:t>표의 생성 엔탈피 값은 물질 1 mol을 기준으로 한다.</a:t>
            </a:r>
          </a:p>
        </p:txBody>
      </p:sp>
      <p:sp>
        <p:nvSpPr>
          <p:cNvPr id="8" name="계수를 포함한 계산 관계">
            <a:extLst xmlns:a="http://schemas.openxmlformats.org/drawingml/2006/main">
              <a:ext uri="{FF2B5EF4-FFF2-40B4-BE49-F238E27FC236}">
                <a16:creationId xmlns:a16="http://schemas.microsoft.com/office/drawing/2014/main" id="{512A3200-7AB0-4BD2-844F-3C5C8ACE6785}"/>
              </a:ext>
            </a:extLst>
          </p:cNvPr>
          <p:cNvSpPr>
            <a:spLocks xmlns:a="http://schemas.openxmlformats.org/drawingml/2006/main" noGrp="1"/>
          </p:cNvSpPr>
          <p:nvPr/>
        </p:nvSpPr>
        <p:spPr>
          <a:xfrm xmlns:a="http://schemas.openxmlformats.org/drawingml/2006/main">
            <a:off x="1828800" y="4686300"/>
            <a:ext cx="14639925" cy="1962150"/>
          </a:xfrm>
          <a:prstGeom xmlns:a="http://schemas.openxmlformats.org/drawingml/2006/main" prst="roundRect">
            <a:avLst>
              <a:gd name="adj" fmla="val 10680"/>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5174AA56-C186-46C3-B0FC-DCBF31A32B61}"/>
              </a:ext>
            </a:extLst>
          </p:cNvPr>
          <p:cNvSpPr>
            <a:spLocks xmlns:a="http://schemas.openxmlformats.org/drawingml/2006/main" noGrp="1"/>
          </p:cNvSpPr>
          <p:nvPr/>
        </p:nvSpPr>
        <p:spPr>
          <a:xfrm xmlns:a="http://schemas.openxmlformats.org/drawingml/2006/main">
            <a:off x="2286000" y="4876800"/>
            <a:ext cx="13668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9FFF68"/>
                </a:solidFill>
                <a:latin typeface="Pretendard"/>
                <a:ea typeface="Pretendard"/>
                <a:cs typeface="Pretendard"/>
              </a:defRPr>
            </a:defPPr>
            <a:lvl1pPr algn="l">
              <a:defRPr sz="3750" b="1">
                <a:solidFill>
                  <a:srgbClr val="9FFF68"/>
                </a:solidFill>
                <a:latin typeface="Pretendard"/>
                <a:ea typeface="Pretendard"/>
                <a:cs typeface="Pretendard"/>
              </a:defRPr>
            </a:lvl1pPr>
            <a:lvl2pPr algn="l">
              <a:defRPr sz="3750" b="1">
                <a:solidFill>
                  <a:srgbClr val="9FFF68"/>
                </a:solidFill>
                <a:latin typeface="Pretendard"/>
                <a:ea typeface="Pretendard"/>
                <a:cs typeface="Pretendard"/>
              </a:defRPr>
            </a:lvl2pPr>
            <a:lvl3pPr algn="l">
              <a:defRPr sz="3750" b="1">
                <a:solidFill>
                  <a:srgbClr val="9FFF68"/>
                </a:solidFill>
                <a:latin typeface="Pretendard"/>
                <a:ea typeface="Pretendard"/>
                <a:cs typeface="Pretendard"/>
              </a:defRPr>
            </a:lvl3pPr>
            <a:lvl4pPr algn="l">
              <a:defRPr sz="3750" b="1">
                <a:solidFill>
                  <a:srgbClr val="9FFF68"/>
                </a:solidFill>
                <a:latin typeface="Pretendard"/>
                <a:ea typeface="Pretendard"/>
                <a:cs typeface="Pretendard"/>
              </a:defRPr>
            </a:lvl4pPr>
            <a:lvl5pPr algn="l">
              <a:defRPr sz="3750" b="1">
                <a:solidFill>
                  <a:srgbClr val="9FFF68"/>
                </a:solidFill>
                <a:latin typeface="Pretendard"/>
                <a:ea typeface="Pretendard"/>
                <a:cs typeface="Pretendard"/>
              </a:defRPr>
            </a:lvl5pPr>
            <a:lvl6pPr algn="l">
              <a:defRPr sz="3750" b="1">
                <a:solidFill>
                  <a:srgbClr val="9FFF68"/>
                </a:solidFill>
                <a:latin typeface="Pretendard"/>
                <a:ea typeface="Pretendard"/>
                <a:cs typeface="Pretendard"/>
              </a:defRPr>
            </a:lvl6pPr>
            <a:lvl7pPr algn="l">
              <a:defRPr sz="3750" b="1">
                <a:solidFill>
                  <a:srgbClr val="9FFF68"/>
                </a:solidFill>
                <a:latin typeface="Pretendard"/>
                <a:ea typeface="Pretendard"/>
                <a:cs typeface="Pretendard"/>
              </a:defRPr>
            </a:lvl7pPr>
            <a:lvl8pPr algn="l">
              <a:defRPr sz="3750" b="1">
                <a:solidFill>
                  <a:srgbClr val="9FFF68"/>
                </a:solidFill>
                <a:latin typeface="Pretendard"/>
                <a:ea typeface="Pretendard"/>
                <a:cs typeface="Pretendard"/>
              </a:defRPr>
            </a:lvl8pPr>
            <a:lvl9pPr algn="l">
              <a:defRPr sz="3750" b="1">
                <a:solidFill>
                  <a:srgbClr val="9FFF68"/>
                </a:solidFill>
                <a:latin typeface="Pretendard"/>
                <a:ea typeface="Pretendard"/>
                <a:cs typeface="Pretendard"/>
              </a:defRPr>
            </a:lvl9pPr>
          </a:lstStyle>
          <a:p xmlns:a="http://schemas.openxmlformats.org/drawingml/2006/main">
            <a:pPr algn="l">
              <a:defRPr sz="3750" b="1">
                <a:solidFill>
                  <a:srgbClr val="9FFF68"/>
                </a:solidFill>
                <a:latin typeface="Pretendard"/>
                <a:ea typeface="Pretendard"/>
                <a:cs typeface="Pretendard"/>
              </a:defRPr>
            </a:pPr>
            <a:r>
              <a:t>Δ</a:t>
            </a:r>
            <a:r>
              <a:rPr i="1">
                <a:latin typeface="Pretendard"/>
                <a:ea typeface="Pretendard"/>
                <a:cs typeface="Pretendard"/>
              </a:rPr>
              <a:t>H</a:t>
            </a:r>
            <a:r>
              <a:t> = Σ(생성물의 계수 × 표준 생성 엔탈피)</a:t>
            </a:r>
          </a:p>
        </p:txBody>
      </p:sp>
      <p:sp>
        <p:nvSpPr>
          <p:cNvPr id="10" name="text">
            <a:extLst xmlns:a="http://schemas.openxmlformats.org/drawingml/2006/main">
              <a:ext uri="{FF2B5EF4-FFF2-40B4-BE49-F238E27FC236}">
                <a16:creationId xmlns:a16="http://schemas.microsoft.com/office/drawing/2014/main" id="{BC5D7CA6-CDDE-49E2-BFA6-0F5E5A3DD09C}"/>
              </a:ext>
            </a:extLst>
          </p:cNvPr>
          <p:cNvSpPr>
            <a:spLocks xmlns:a="http://schemas.openxmlformats.org/drawingml/2006/main" noGrp="1"/>
          </p:cNvSpPr>
          <p:nvPr/>
        </p:nvSpPr>
        <p:spPr>
          <a:xfrm xmlns:a="http://schemas.openxmlformats.org/drawingml/2006/main">
            <a:off x="3743325" y="5743575"/>
            <a:ext cx="1219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FFFFFF"/>
                </a:solidFill>
                <a:latin typeface="Pretendard"/>
                <a:ea typeface="Pretendard"/>
                <a:cs typeface="Pretendard"/>
              </a:defRPr>
            </a:defPPr>
            <a:lvl1pPr algn="l">
              <a:defRPr sz="3750" b="1">
                <a:solidFill>
                  <a:srgbClr val="FFFFFF"/>
                </a:solidFill>
                <a:latin typeface="Pretendard"/>
                <a:ea typeface="Pretendard"/>
                <a:cs typeface="Pretendard"/>
              </a:defRPr>
            </a:lvl1pPr>
            <a:lvl2pPr algn="l">
              <a:defRPr sz="3750" b="1">
                <a:solidFill>
                  <a:srgbClr val="FFFFFF"/>
                </a:solidFill>
                <a:latin typeface="Pretendard"/>
                <a:ea typeface="Pretendard"/>
                <a:cs typeface="Pretendard"/>
              </a:defRPr>
            </a:lvl2pPr>
            <a:lvl3pPr algn="l">
              <a:defRPr sz="3750" b="1">
                <a:solidFill>
                  <a:srgbClr val="FFFFFF"/>
                </a:solidFill>
                <a:latin typeface="Pretendard"/>
                <a:ea typeface="Pretendard"/>
                <a:cs typeface="Pretendard"/>
              </a:defRPr>
            </a:lvl3pPr>
            <a:lvl4pPr algn="l">
              <a:defRPr sz="3750" b="1">
                <a:solidFill>
                  <a:srgbClr val="FFFFFF"/>
                </a:solidFill>
                <a:latin typeface="Pretendard"/>
                <a:ea typeface="Pretendard"/>
                <a:cs typeface="Pretendard"/>
              </a:defRPr>
            </a:lvl4pPr>
            <a:lvl5pPr algn="l">
              <a:defRPr sz="3750" b="1">
                <a:solidFill>
                  <a:srgbClr val="FFFFFF"/>
                </a:solidFill>
                <a:latin typeface="Pretendard"/>
                <a:ea typeface="Pretendard"/>
                <a:cs typeface="Pretendard"/>
              </a:defRPr>
            </a:lvl5pPr>
            <a:lvl6pPr algn="l">
              <a:defRPr sz="3750" b="1">
                <a:solidFill>
                  <a:srgbClr val="FFFFFF"/>
                </a:solidFill>
                <a:latin typeface="Pretendard"/>
                <a:ea typeface="Pretendard"/>
                <a:cs typeface="Pretendard"/>
              </a:defRPr>
            </a:lvl6pPr>
            <a:lvl7pPr algn="l">
              <a:defRPr sz="3750" b="1">
                <a:solidFill>
                  <a:srgbClr val="FFFFFF"/>
                </a:solidFill>
                <a:latin typeface="Pretendard"/>
                <a:ea typeface="Pretendard"/>
                <a:cs typeface="Pretendard"/>
              </a:defRPr>
            </a:lvl7pPr>
            <a:lvl8pPr algn="l">
              <a:defRPr sz="3750" b="1">
                <a:solidFill>
                  <a:srgbClr val="FFFFFF"/>
                </a:solidFill>
                <a:latin typeface="Pretendard"/>
                <a:ea typeface="Pretendard"/>
                <a:cs typeface="Pretendard"/>
              </a:defRPr>
            </a:lvl8pPr>
            <a:lvl9pPr algn="l">
              <a:defRPr sz="3750" b="1">
                <a:solidFill>
                  <a:srgbClr val="FFFFFF"/>
                </a:solidFill>
                <a:latin typeface="Pretendard"/>
                <a:ea typeface="Pretendard"/>
                <a:cs typeface="Pretendard"/>
              </a:defRPr>
            </a:lvl9pPr>
          </a:lstStyle>
          <a:p xmlns:a="http://schemas.openxmlformats.org/drawingml/2006/main">
            <a:pPr algn="l">
              <a:defRPr sz="3750" b="1">
                <a:solidFill>
                  <a:srgbClr val="FFFFFF"/>
                </a:solidFill>
                <a:latin typeface="Pretendard"/>
                <a:ea typeface="Pretendard"/>
                <a:cs typeface="Pretendard"/>
              </a:defRPr>
            </a:pPr>
            <a:r>
              <a:rPr sz="3750" b="1">
                <a:solidFill>
                  <a:srgbClr val="FFFFFF"/>
                </a:solidFill>
                <a:latin typeface="Pretendard"/>
                <a:ea typeface="Pretendard"/>
                <a:cs typeface="Pretendard"/>
              </a:rPr>
              <a:t>− Σ(반응물의 계수 × 표준 생성 엔탈피)</a:t>
            </a:r>
          </a:p>
        </p:txBody>
      </p:sp>
      <p:sp>
        <p:nvSpPr>
          <p:cNvPr id="11" name="text">
            <a:extLst xmlns:a="http://schemas.openxmlformats.org/drawingml/2006/main">
              <a:ext uri="{FF2B5EF4-FFF2-40B4-BE49-F238E27FC236}">
                <a16:creationId xmlns:a16="http://schemas.microsoft.com/office/drawing/2014/main" id="{05975846-5398-49E6-AACF-EFE078AC2B7D}"/>
              </a:ext>
            </a:extLst>
          </p:cNvPr>
          <p:cNvSpPr>
            <a:spLocks xmlns:a="http://schemas.openxmlformats.org/drawingml/2006/main" noGrp="1"/>
          </p:cNvSpPr>
          <p:nvPr/>
        </p:nvSpPr>
        <p:spPr>
          <a:xfrm xmlns:a="http://schemas.openxmlformats.org/drawingml/2006/main">
            <a:off x="2286000" y="708660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0">
                <a:solidFill>
                  <a:srgbClr val="898989"/>
                </a:solidFill>
                <a:latin typeface="Pretendard"/>
                <a:ea typeface="Pretendard"/>
                <a:cs typeface="Pretendard"/>
              </a:defRPr>
            </a:defPPr>
            <a:lvl1pPr algn="ctr">
              <a:defRPr sz="3000" b="0">
                <a:solidFill>
                  <a:srgbClr val="898989"/>
                </a:solidFill>
                <a:latin typeface="Pretendard"/>
                <a:ea typeface="Pretendard"/>
                <a:cs typeface="Pretendard"/>
              </a:defRPr>
            </a:lvl1pPr>
            <a:lvl2pPr algn="ctr">
              <a:defRPr sz="3000" b="0">
                <a:solidFill>
                  <a:srgbClr val="898989"/>
                </a:solidFill>
                <a:latin typeface="Pretendard"/>
                <a:ea typeface="Pretendard"/>
                <a:cs typeface="Pretendard"/>
              </a:defRPr>
            </a:lvl2pPr>
            <a:lvl3pPr algn="ctr">
              <a:defRPr sz="3000" b="0">
                <a:solidFill>
                  <a:srgbClr val="898989"/>
                </a:solidFill>
                <a:latin typeface="Pretendard"/>
                <a:ea typeface="Pretendard"/>
                <a:cs typeface="Pretendard"/>
              </a:defRPr>
            </a:lvl3pPr>
            <a:lvl4pPr algn="ctr">
              <a:defRPr sz="3000" b="0">
                <a:solidFill>
                  <a:srgbClr val="898989"/>
                </a:solidFill>
                <a:latin typeface="Pretendard"/>
                <a:ea typeface="Pretendard"/>
                <a:cs typeface="Pretendard"/>
              </a:defRPr>
            </a:lvl4pPr>
            <a:lvl5pPr algn="ctr">
              <a:defRPr sz="3000" b="0">
                <a:solidFill>
                  <a:srgbClr val="898989"/>
                </a:solidFill>
                <a:latin typeface="Pretendard"/>
                <a:ea typeface="Pretendard"/>
                <a:cs typeface="Pretendard"/>
              </a:defRPr>
            </a:lvl5pPr>
            <a:lvl6pPr algn="ctr">
              <a:defRPr sz="3000" b="0">
                <a:solidFill>
                  <a:srgbClr val="898989"/>
                </a:solidFill>
                <a:latin typeface="Pretendard"/>
                <a:ea typeface="Pretendard"/>
                <a:cs typeface="Pretendard"/>
              </a:defRPr>
            </a:lvl6pPr>
            <a:lvl7pPr algn="ctr">
              <a:defRPr sz="3000" b="0">
                <a:solidFill>
                  <a:srgbClr val="898989"/>
                </a:solidFill>
                <a:latin typeface="Pretendard"/>
                <a:ea typeface="Pretendard"/>
                <a:cs typeface="Pretendard"/>
              </a:defRPr>
            </a:lvl7pPr>
            <a:lvl8pPr algn="ctr">
              <a:defRPr sz="3000" b="0">
                <a:solidFill>
                  <a:srgbClr val="898989"/>
                </a:solidFill>
                <a:latin typeface="Pretendard"/>
                <a:ea typeface="Pretendard"/>
                <a:cs typeface="Pretendard"/>
              </a:defRPr>
            </a:lvl8pPr>
            <a:lvl9pPr algn="ctr">
              <a:defRPr sz="3000" b="0">
                <a:solidFill>
                  <a:srgbClr val="898989"/>
                </a:solidFill>
                <a:latin typeface="Pretendard"/>
                <a:ea typeface="Pretendard"/>
                <a:cs typeface="Pretendard"/>
              </a:defRPr>
            </a:lvl9pPr>
          </a:lstStyle>
          <a:p xmlns:a="http://schemas.openxmlformats.org/drawingml/2006/main">
            <a:pPr algn="ctr">
              <a:defRPr sz="3000" b="0">
                <a:solidFill>
                  <a:srgbClr val="898989"/>
                </a:solidFill>
                <a:latin typeface="Pretendard"/>
                <a:ea typeface="Pretendard"/>
                <a:cs typeface="Pretendard"/>
              </a:defRPr>
            </a:pPr>
            <a:r>
              <a:rPr sz="3000" b="0">
                <a:solidFill>
                  <a:srgbClr val="898989"/>
                </a:solidFill>
                <a:latin typeface="Pretendard"/>
                <a:ea typeface="Pretendard"/>
                <a:cs typeface="Pretendard"/>
              </a:rPr>
              <a:t>Σ : 각 물질의 값을 모두 더한다는 뜻</a:t>
            </a:r>
          </a:p>
        </p:txBody>
      </p:sp>
      <p:sp>
        <p:nvSpPr>
          <p:cNvPr id="12" name="설명·계산 행 1">
            <a:extLst xmlns:a="http://schemas.openxmlformats.org/drawingml/2006/main">
              <a:ext uri="{FF2B5EF4-FFF2-40B4-BE49-F238E27FC236}">
                <a16:creationId xmlns:a16="http://schemas.microsoft.com/office/drawing/2014/main" id="{2CB01773-4A94-434B-AB15-8EF34D21779F}"/>
              </a:ext>
            </a:extLst>
          </p:cNvPr>
          <p:cNvSpPr>
            <a:spLocks xmlns:a="http://schemas.openxmlformats.org/drawingml/2006/main" noGrp="1"/>
          </p:cNvSpPr>
          <p:nvPr/>
        </p:nvSpPr>
        <p:spPr>
          <a:xfrm xmlns:a="http://schemas.openxmlformats.org/drawingml/2006/main">
            <a:off x="1828800" y="80105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1">
            <a:extLst xmlns:a="http://schemas.openxmlformats.org/drawingml/2006/main">
              <a:ext uri="{FF2B5EF4-FFF2-40B4-BE49-F238E27FC236}">
                <a16:creationId xmlns:a16="http://schemas.microsoft.com/office/drawing/2014/main" id="{6E4A0493-002A-4BB3-8294-CDC7E1110B74}"/>
              </a:ext>
            </a:extLst>
          </p:cNvPr>
          <p:cNvSpPr>
            <a:spLocks xmlns:a="http://schemas.openxmlformats.org/drawingml/2006/main" noGrp="1"/>
          </p:cNvSpPr>
          <p:nvPr/>
        </p:nvSpPr>
        <p:spPr>
          <a:xfrm xmlns:a="http://schemas.openxmlformats.org/drawingml/2006/main">
            <a:off x="2476500" y="82581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109570344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AC56C1C1-B847-4D0A-85E0-0DCB5D9E7D31}"/>
              </a:ext>
            </a:extLst>
          </p:cNvPr>
          <p:cNvPicPr>
            <a:picLocks xmlns:a="http://schemas.openxmlformats.org/drawingml/2006/main" noChangeAspect="1"/>
          </p:cNvPicPr>
          <p:nvPr/>
        </p:nvPicPr>
        <p:blipFill>
          <a:blip xmlns:r="http://schemas.openxmlformats.org/officeDocument/2006/relationships" xmlns:a="http://schemas.openxmlformats.org/drawingml/2006/main" r:embed="Rdf567e32160e454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4C92007-3C52-414B-9670-C5EBD8F45A9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14CBC3E-BBCD-4DE8-8BE5-5B0021F4063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281F962-77E0-4B09-989B-4BD049BE715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5FD598A-6E59-4371-9716-5E298B7F555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B4123B2-CD6C-4218-9FA2-7DFAE8847E3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2EBD7F3E-1530-4765-832A-35CB3E90C421}"/>
              </a:ext>
            </a:extLst>
          </p:cNvPr>
          <p:cNvPicPr>
            <a:picLocks xmlns:a="http://schemas.openxmlformats.org/drawingml/2006/main" noChangeAspect="1"/>
          </p:cNvPicPr>
          <p:nvPr/>
        </p:nvPicPr>
        <p:blipFill>
          <a:blip xmlns:r="http://schemas.openxmlformats.org/officeDocument/2006/relationships" xmlns:a="http://schemas.openxmlformats.org/drawingml/2006/main" r:embed="Rae33be5ffe1d41fb"/>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14062F63-C8C0-4760-ADC3-EB69870531A1}"/>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1864D4EB-82B2-4445-B9E9-371CC4BABEF6}"/>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243C0C3B-BC7E-4267-B404-069AB86E7067}"/>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A8414B43-5BF7-4522-A740-64851895B728}"/>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1CEAA38B-2F86-4718-9AEE-73904EC423DA}"/>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C7EFE0C1-8676-4050-B343-24E918C6CF9B}"/>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A9730B9B-BC28-444F-801A-572017D92AF0}"/>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925A26AE-C148-408F-BA50-69B04338E7DC}"/>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371A3501-BD39-449E-BAF0-C97EE68091E5}"/>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99737668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4C3B9CE-ED57-4DE0-AC77-B421A648CCC4}"/>
              </a:ext>
            </a:extLst>
          </p:cNvPr>
          <p:cNvPicPr>
            <a:picLocks xmlns:a="http://schemas.openxmlformats.org/drawingml/2006/main" noChangeAspect="1"/>
          </p:cNvPicPr>
          <p:nvPr/>
        </p:nvPicPr>
        <p:blipFill>
          <a:blip xmlns:r="http://schemas.openxmlformats.org/officeDocument/2006/relationships" xmlns:a="http://schemas.openxmlformats.org/drawingml/2006/main" r:embed="R9f58f9cbcaab458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4BE2F2D-64C9-4823-B33C-D2B16FAE89D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4792032-C665-43E6-A013-640F29C3E28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00931D2-9A8A-434C-B33B-BD69BB829C0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7921E71-21E1-4941-A594-0FBFDF16106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9BD32D76-DE27-48DA-94C8-AFBA996BF38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세 물질의 표준 생성 엔탈피</a:t>
            </a:r>
          </a:p>
        </p:txBody>
      </p:sp>
      <p:pic>
        <p:nvPicPr>
          <p:cNvPr id="7" name="">
            <a:extLst xmlns:a="http://schemas.openxmlformats.org/drawingml/2006/main">
              <a:ext uri="{FF2B5EF4-FFF2-40B4-BE49-F238E27FC236}">
                <a16:creationId xmlns:a16="http://schemas.microsoft.com/office/drawing/2014/main" id="{C69FA3AB-F098-46D2-8D07-1C07D7993143}"/>
              </a:ext>
            </a:extLst>
          </p:cNvPr>
          <p:cNvPicPr>
            <a:picLocks xmlns:a="http://schemas.openxmlformats.org/drawingml/2006/main" noChangeAspect="1"/>
          </p:cNvPicPr>
          <p:nvPr/>
        </p:nvPicPr>
        <p:blipFill>
          <a:blip xmlns:r="http://schemas.openxmlformats.org/officeDocument/2006/relationships" xmlns:a="http://schemas.openxmlformats.org/drawingml/2006/main" r:embed="R2bc958170c394292"/>
          <a:stretch xmlns:a="http://schemas.openxmlformats.org/drawingml/2006/main"/>
        </p:blipFill>
        <p:spPr>
          <a:xfrm xmlns:a="http://schemas.openxmlformats.org/drawingml/2006/main">
            <a:off x="4000500" y="3857625"/>
            <a:ext cx="10287000" cy="87233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2F064126-5D2A-4917-BB63-FD859DC4467E}"/>
              </a:ext>
            </a:extLst>
          </p:cNvPr>
          <p:cNvSpPr>
            <a:spLocks xmlns:a="http://schemas.openxmlformats.org/drawingml/2006/main" noGrp="1"/>
          </p:cNvSpPr>
          <p:nvPr/>
        </p:nvSpPr>
        <p:spPr>
          <a:xfrm xmlns:a="http://schemas.openxmlformats.org/drawingml/2006/main">
            <a:off x="2143125" y="5095875"/>
            <a:ext cx="1400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25" b="0">
                <a:solidFill>
                  <a:srgbClr val="898989"/>
                </a:solidFill>
                <a:latin typeface="Pretendard"/>
                <a:ea typeface="Pretendard"/>
                <a:cs typeface="Pretendard"/>
              </a:defRPr>
            </a:defPPr>
            <a:lvl1pPr algn="ctr">
              <a:defRPr sz="2925" b="0">
                <a:solidFill>
                  <a:srgbClr val="898989"/>
                </a:solidFill>
                <a:latin typeface="Pretendard"/>
                <a:ea typeface="Pretendard"/>
                <a:cs typeface="Pretendard"/>
              </a:defRPr>
            </a:lvl1pPr>
            <a:lvl2pPr algn="ctr">
              <a:defRPr sz="2925" b="0">
                <a:solidFill>
                  <a:srgbClr val="898989"/>
                </a:solidFill>
                <a:latin typeface="Pretendard"/>
                <a:ea typeface="Pretendard"/>
                <a:cs typeface="Pretendard"/>
              </a:defRPr>
            </a:lvl2pPr>
            <a:lvl3pPr algn="ctr">
              <a:defRPr sz="2925" b="0">
                <a:solidFill>
                  <a:srgbClr val="898989"/>
                </a:solidFill>
                <a:latin typeface="Pretendard"/>
                <a:ea typeface="Pretendard"/>
                <a:cs typeface="Pretendard"/>
              </a:defRPr>
            </a:lvl3pPr>
            <a:lvl4pPr algn="ctr">
              <a:defRPr sz="2925" b="0">
                <a:solidFill>
                  <a:srgbClr val="898989"/>
                </a:solidFill>
                <a:latin typeface="Pretendard"/>
                <a:ea typeface="Pretendard"/>
                <a:cs typeface="Pretendard"/>
              </a:defRPr>
            </a:lvl4pPr>
            <a:lvl5pPr algn="ctr">
              <a:defRPr sz="2925" b="0">
                <a:solidFill>
                  <a:srgbClr val="898989"/>
                </a:solidFill>
                <a:latin typeface="Pretendard"/>
                <a:ea typeface="Pretendard"/>
                <a:cs typeface="Pretendard"/>
              </a:defRPr>
            </a:lvl5pPr>
            <a:lvl6pPr algn="ctr">
              <a:defRPr sz="2925" b="0">
                <a:solidFill>
                  <a:srgbClr val="898989"/>
                </a:solidFill>
                <a:latin typeface="Pretendard"/>
                <a:ea typeface="Pretendard"/>
                <a:cs typeface="Pretendard"/>
              </a:defRPr>
            </a:lvl6pPr>
            <a:lvl7pPr algn="ctr">
              <a:defRPr sz="2925" b="0">
                <a:solidFill>
                  <a:srgbClr val="898989"/>
                </a:solidFill>
                <a:latin typeface="Pretendard"/>
                <a:ea typeface="Pretendard"/>
                <a:cs typeface="Pretendard"/>
              </a:defRPr>
            </a:lvl7pPr>
            <a:lvl8pPr algn="ctr">
              <a:defRPr sz="2925" b="0">
                <a:solidFill>
                  <a:srgbClr val="898989"/>
                </a:solidFill>
                <a:latin typeface="Pretendard"/>
                <a:ea typeface="Pretendard"/>
                <a:cs typeface="Pretendard"/>
              </a:defRPr>
            </a:lvl8pPr>
            <a:lvl9pPr algn="ctr">
              <a:defRPr sz="2925" b="0">
                <a:solidFill>
                  <a:srgbClr val="898989"/>
                </a:solidFill>
                <a:latin typeface="Pretendard"/>
                <a:ea typeface="Pretendard"/>
                <a:cs typeface="Pretendard"/>
              </a:defRPr>
            </a:lvl9pPr>
          </a:lstStyle>
          <a:p xmlns:a="http://schemas.openxmlformats.org/drawingml/2006/main">
            <a:pPr algn="ctr">
              <a:defRPr sz="2925" b="0">
                <a:solidFill>
                  <a:srgbClr val="898989"/>
                </a:solidFill>
                <a:latin typeface="Pretendard"/>
                <a:ea typeface="Pretendard"/>
                <a:cs typeface="Pretendard"/>
              </a:defRPr>
            </a:pPr>
            <a:r>
              <a:rPr sz="2925" b="0">
                <a:solidFill>
                  <a:srgbClr val="898989"/>
                </a:solidFill>
                <a:latin typeface="Pretendard"/>
                <a:ea typeface="Pretendard"/>
                <a:cs typeface="Pretendard"/>
              </a:rPr>
              <a:t>25°C, 1기압에서 각 물질 1 mol이 생성되는 반응</a:t>
            </a:r>
          </a:p>
        </p:txBody>
      </p:sp>
      <p:pic>
        <p:nvPicPr>
          <p:cNvPr id="9" name="">
            <a:extLst xmlns:a="http://schemas.openxmlformats.org/drawingml/2006/main">
              <a:ext uri="{FF2B5EF4-FFF2-40B4-BE49-F238E27FC236}">
                <a16:creationId xmlns:a16="http://schemas.microsoft.com/office/drawing/2014/main" id="{4E2AD8C0-1554-466B-883D-8F849FE586B4}"/>
              </a:ext>
            </a:extLst>
          </p:cNvPr>
          <p:cNvPicPr>
            <a:picLocks xmlns:a="http://schemas.openxmlformats.org/drawingml/2006/main" noChangeAspect="1"/>
          </p:cNvPicPr>
          <p:nvPr/>
        </p:nvPicPr>
        <p:blipFill>
          <a:blip xmlns:r="http://schemas.openxmlformats.org/officeDocument/2006/relationships" xmlns:a="http://schemas.openxmlformats.org/drawingml/2006/main" r:embed="R4835e31eba2e4882"/>
          <a:stretch xmlns:a="http://schemas.openxmlformats.org/drawingml/2006/main"/>
        </p:blipFill>
        <p:spPr>
          <a:xfrm xmlns:a="http://schemas.openxmlformats.org/drawingml/2006/main">
            <a:off x="2493761" y="6048375"/>
            <a:ext cx="13300478" cy="2251329"/>
          </a:xfrm>
          <a:prstGeom xmlns:a="http://schemas.openxmlformats.org/drawingml/2006/main" prst="rect">
            <a:avLst/>
          </a:prstGeom>
        </p:spPr>
      </p:pic>
    </p:spTree>
    <p:extLst>
      <p:ext uri="{BB962C8B-B14F-4D97-AF65-F5344CB8AC3E}">
        <p14:creationId xmlns:p14="http://schemas.microsoft.com/office/powerpoint/2010/main" val="188118124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7C9CE9C-A46B-4A17-B4F0-36D373764ADF}"/>
              </a:ext>
            </a:extLst>
          </p:cNvPr>
          <p:cNvPicPr>
            <a:picLocks xmlns:a="http://schemas.openxmlformats.org/drawingml/2006/main" noChangeAspect="1"/>
          </p:cNvPicPr>
          <p:nvPr/>
        </p:nvPicPr>
        <p:blipFill>
          <a:blip xmlns:r="http://schemas.openxmlformats.org/officeDocument/2006/relationships" xmlns:a="http://schemas.openxmlformats.org/drawingml/2006/main" r:embed="R7b026badf0404ef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7734FE8-98E7-46F8-9600-2D545981813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B48A7C7-8161-4880-A6D9-B49320F11CC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34DB129-0B45-43CB-A985-269102F005C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19BD716-8DA0-4E68-B24F-4C6855CBB67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18AE39A2-7054-4636-9E28-6564947FC7B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계산과 헤스 법칙</a:t>
            </a:r>
          </a:p>
        </p:txBody>
      </p:sp>
      <p:sp>
        <p:nvSpPr>
          <p:cNvPr id="7" name="text">
            <a:extLst xmlns:a="http://schemas.openxmlformats.org/drawingml/2006/main">
              <a:ext uri="{FF2B5EF4-FFF2-40B4-BE49-F238E27FC236}">
                <a16:creationId xmlns:a16="http://schemas.microsoft.com/office/drawing/2014/main" id="{AEBB435D-5B04-4559-9B43-A10E10CAD01C}"/>
              </a:ext>
            </a:extLst>
          </p:cNvPr>
          <p:cNvSpPr>
            <a:spLocks xmlns:a="http://schemas.openxmlformats.org/drawingml/2006/main" noGrp="1"/>
          </p:cNvSpPr>
          <p:nvPr/>
        </p:nvSpPr>
        <p:spPr>
          <a:xfrm xmlns:a="http://schemas.openxmlformats.org/drawingml/2006/main">
            <a:off x="2000250" y="3810000"/>
            <a:ext cx="1428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표준 생성 엔탈피 이용 · O₂의 표준 생성 엔탈피는 0</a:t>
            </a:r>
          </a:p>
        </p:txBody>
      </p:sp>
      <p:sp>
        <p:nvSpPr>
          <p:cNvPr id="8" name="반응식·수식">
            <a:extLst xmlns:a="http://schemas.openxmlformats.org/drawingml/2006/main">
              <a:ext uri="{FF2B5EF4-FFF2-40B4-BE49-F238E27FC236}">
                <a16:creationId xmlns:a16="http://schemas.microsoft.com/office/drawing/2014/main" id="{32E5C897-6DF5-4817-AB40-E4134B33A6C8}"/>
              </a:ext>
            </a:extLst>
          </p:cNvPr>
          <p:cNvSpPr>
            <a:spLocks xmlns:a="http://schemas.openxmlformats.org/drawingml/2006/main" noGrp="1"/>
          </p:cNvSpPr>
          <p:nvPr/>
        </p:nvSpPr>
        <p:spPr>
          <a:xfrm xmlns:a="http://schemas.openxmlformats.org/drawingml/2006/main">
            <a:off x="2333625" y="4438650"/>
            <a:ext cx="1371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a:t>
            </a:r>
            <a:r>
              <a:t>Δ</a:t>
            </a:r>
            <a:r>
              <a:rPr i="1">
                <a:latin typeface="Pretendard"/>
                <a:ea typeface="Pretendard"/>
                <a:cs typeface="Pretendard"/>
              </a:rPr>
              <a:t>H</a:t>
            </a:r>
            <a:r>
              <a:t>₂ + 2</a:t>
            </a:r>
            <a:r>
              <a:t>Δ</a:t>
            </a:r>
            <a:r>
              <a:rPr i="1">
                <a:latin typeface="Pretendard"/>
                <a:ea typeface="Pretendard"/>
                <a:cs typeface="Pretendard"/>
              </a:rPr>
              <a:t>H</a:t>
            </a:r>
            <a:r>
              <a:t>₃) − </a:t>
            </a:r>
            <a:r>
              <a:t>Δ</a:t>
            </a:r>
            <a:r>
              <a:rPr i="1">
                <a:latin typeface="Pretendard"/>
                <a:ea typeface="Pretendard"/>
                <a:cs typeface="Pretendard"/>
              </a:rPr>
              <a:t>H</a:t>
            </a:r>
            <a:r>
              <a:t>₁</a:t>
            </a:r>
          </a:p>
        </p:txBody>
      </p:sp>
      <p:sp>
        <p:nvSpPr>
          <p:cNvPr id="9" name="반응식·수식">
            <a:extLst xmlns:a="http://schemas.openxmlformats.org/drawingml/2006/main">
              <a:ext uri="{FF2B5EF4-FFF2-40B4-BE49-F238E27FC236}">
                <a16:creationId xmlns:a16="http://schemas.microsoft.com/office/drawing/2014/main" id="{2EC39EB2-0556-4CC2-BEA9-DCA9722E0162}"/>
              </a:ext>
            </a:extLst>
          </p:cNvPr>
          <p:cNvSpPr>
            <a:spLocks xmlns:a="http://schemas.openxmlformats.org/drawingml/2006/main" noGrp="1"/>
          </p:cNvSpPr>
          <p:nvPr/>
        </p:nvSpPr>
        <p:spPr>
          <a:xfrm xmlns:a="http://schemas.openxmlformats.org/drawingml/2006/main">
            <a:off x="2333625" y="5114925"/>
            <a:ext cx="1371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(−393.5) + 2 × (−285.8) − (−74.8) = −890.3 kJ</a:t>
            </a:r>
          </a:p>
        </p:txBody>
      </p:sp>
      <p:sp>
        <p:nvSpPr>
          <p:cNvPr id="10" name="text">
            <a:extLst xmlns:a="http://schemas.openxmlformats.org/drawingml/2006/main">
              <a:ext uri="{FF2B5EF4-FFF2-40B4-BE49-F238E27FC236}">
                <a16:creationId xmlns:a16="http://schemas.microsoft.com/office/drawing/2014/main" id="{0E68C2AA-AC8D-45CC-AD5D-ABF23A75990D}"/>
              </a:ext>
            </a:extLst>
          </p:cNvPr>
          <p:cNvSpPr>
            <a:spLocks xmlns:a="http://schemas.openxmlformats.org/drawingml/2006/main" noGrp="1"/>
          </p:cNvSpPr>
          <p:nvPr/>
        </p:nvSpPr>
        <p:spPr>
          <a:xfrm xmlns:a="http://schemas.openxmlformats.org/drawingml/2006/main">
            <a:off x="2000250" y="6048375"/>
            <a:ext cx="1428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헤스 법칙 이용 · ② + 2 × ③ − ①</a:t>
            </a:r>
          </a:p>
        </p:txBody>
      </p:sp>
      <p:pic>
        <p:nvPicPr>
          <p:cNvPr id="11" name="">
            <a:extLst xmlns:a="http://schemas.openxmlformats.org/drawingml/2006/main">
              <a:ext uri="{FF2B5EF4-FFF2-40B4-BE49-F238E27FC236}">
                <a16:creationId xmlns:a16="http://schemas.microsoft.com/office/drawing/2014/main" id="{49B9FBDA-1D43-4511-BF7C-53CB4E62EB6F}"/>
              </a:ext>
            </a:extLst>
          </p:cNvPr>
          <p:cNvPicPr>
            <a:picLocks xmlns:a="http://schemas.openxmlformats.org/drawingml/2006/main" noChangeAspect="1"/>
          </p:cNvPicPr>
          <p:nvPr/>
        </p:nvPicPr>
        <p:blipFill>
          <a:blip xmlns:r="http://schemas.openxmlformats.org/officeDocument/2006/relationships" xmlns:a="http://schemas.openxmlformats.org/drawingml/2006/main" r:embed="Rdfaee1518e174e88"/>
          <a:stretch xmlns:a="http://schemas.openxmlformats.org/drawingml/2006/main"/>
        </p:blipFill>
        <p:spPr>
          <a:xfrm xmlns:a="http://schemas.openxmlformats.org/drawingml/2006/main">
            <a:off x="2389963" y="6781800"/>
            <a:ext cx="13508075" cy="3030474"/>
          </a:xfrm>
          <a:prstGeom xmlns:a="http://schemas.openxmlformats.org/drawingml/2006/main" prst="rect">
            <a:avLst/>
          </a:prstGeom>
        </p:spPr>
      </p:pic>
    </p:spTree>
    <p:extLst>
      <p:ext uri="{BB962C8B-B14F-4D97-AF65-F5344CB8AC3E}">
        <p14:creationId xmlns:p14="http://schemas.microsoft.com/office/powerpoint/2010/main" val="25131379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F08ED96-96A3-4449-8BDE-CDC62B591A24}"/>
              </a:ext>
            </a:extLst>
          </p:cNvPr>
          <p:cNvPicPr>
            <a:picLocks xmlns:a="http://schemas.openxmlformats.org/drawingml/2006/main" noChangeAspect="1"/>
          </p:cNvPicPr>
          <p:nvPr/>
        </p:nvPicPr>
        <p:blipFill>
          <a:blip xmlns:r="http://schemas.openxmlformats.org/officeDocument/2006/relationships" xmlns:a="http://schemas.openxmlformats.org/drawingml/2006/main" r:embed="R5743c225da7b42e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4D83E40-0E37-4699-B917-6DD91E049FB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79C6D4E-8A98-47B0-B344-6027897E087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0CEA2B1-2EAB-428D-A1B8-4A3C2C4ECFF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94E675E-B095-458A-80D2-E92EAB2540E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28BD650-018E-44FD-9E60-D0626635200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55A0EB78-3275-4892-9C99-EB187F4D4963}"/>
              </a:ext>
            </a:extLst>
          </p:cNvPr>
          <p:cNvPicPr>
            <a:picLocks xmlns:a="http://schemas.openxmlformats.org/drawingml/2006/main" noChangeAspect="1"/>
          </p:cNvPicPr>
          <p:nvPr/>
        </p:nvPicPr>
        <p:blipFill>
          <a:blip xmlns:r="http://schemas.openxmlformats.org/officeDocument/2006/relationships" xmlns:a="http://schemas.openxmlformats.org/drawingml/2006/main" r:embed="Re3bb5fd3e8f54888"/>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0F93E997-4E1A-4C12-AE3C-64D7CFFD55B4}"/>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573710D7-668F-4C71-AF00-AC81BFACFD4F}"/>
              </a:ext>
            </a:extLst>
          </p:cNvPr>
          <p:cNvPicPr>
            <a:picLocks xmlns:a="http://schemas.openxmlformats.org/drawingml/2006/main" noChangeAspect="1"/>
          </p:cNvPicPr>
          <p:nvPr/>
        </p:nvPicPr>
        <p:blipFill>
          <a:blip xmlns:r="http://schemas.openxmlformats.org/officeDocument/2006/relationships" xmlns:a="http://schemas.openxmlformats.org/drawingml/2006/main" r:embed="R3ba73cdcb4c04bc2"/>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C85C3E7D-2DD4-4804-8FFF-B2A284D41094}"/>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a:t>Δ</a:t>
            </a:r>
            <a:r>
              <a:rPr sz="3450" i="1">
                <a:latin typeface="Pretendard"/>
                <a:ea typeface="Pretendard"/>
                <a:cs typeface="Pretendard"/>
              </a:rPr>
              <a:t>H</a:t>
            </a:r>
            <a:r>
              <a:rPr sz="3450"/>
              <a:t> = −241.8 − (−285.8)</a:t>
            </a:r>
          </a:p>
        </p:txBody>
      </p:sp>
      <p:sp>
        <p:nvSpPr>
          <p:cNvPr id="11" name="반응식·수식">
            <a:extLst xmlns:a="http://schemas.openxmlformats.org/drawingml/2006/main">
              <a:ext uri="{FF2B5EF4-FFF2-40B4-BE49-F238E27FC236}">
                <a16:creationId xmlns:a16="http://schemas.microsoft.com/office/drawing/2014/main" id="{6E6C4F6E-842A-4178-9750-4E1585E9A340}"/>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57962F"/>
                </a:solidFill>
                <a:latin typeface="Pretendard"/>
                <a:ea typeface="Pretendard"/>
                <a:cs typeface="Pretendard"/>
              </a:defRPr>
            </a:defPPr>
            <a:lvl1pPr algn="l">
              <a:defRPr sz="3450" b="1">
                <a:solidFill>
                  <a:srgbClr val="57962F"/>
                </a:solidFill>
                <a:latin typeface="Pretendard"/>
                <a:ea typeface="Pretendard"/>
                <a:cs typeface="Pretendard"/>
              </a:defRPr>
            </a:lvl1pPr>
            <a:lvl2pPr algn="l">
              <a:defRPr sz="3450" b="1">
                <a:solidFill>
                  <a:srgbClr val="57962F"/>
                </a:solidFill>
                <a:latin typeface="Pretendard"/>
                <a:ea typeface="Pretendard"/>
                <a:cs typeface="Pretendard"/>
              </a:defRPr>
            </a:lvl2pPr>
            <a:lvl3pPr algn="l">
              <a:defRPr sz="3450" b="1">
                <a:solidFill>
                  <a:srgbClr val="57962F"/>
                </a:solidFill>
                <a:latin typeface="Pretendard"/>
                <a:ea typeface="Pretendard"/>
                <a:cs typeface="Pretendard"/>
              </a:defRPr>
            </a:lvl3pPr>
            <a:lvl4pPr algn="l">
              <a:defRPr sz="3450" b="1">
                <a:solidFill>
                  <a:srgbClr val="57962F"/>
                </a:solidFill>
                <a:latin typeface="Pretendard"/>
                <a:ea typeface="Pretendard"/>
                <a:cs typeface="Pretendard"/>
              </a:defRPr>
            </a:lvl4pPr>
            <a:lvl5pPr algn="l">
              <a:defRPr sz="3450" b="1">
                <a:solidFill>
                  <a:srgbClr val="57962F"/>
                </a:solidFill>
                <a:latin typeface="Pretendard"/>
                <a:ea typeface="Pretendard"/>
                <a:cs typeface="Pretendard"/>
              </a:defRPr>
            </a:lvl5pPr>
            <a:lvl6pPr algn="l">
              <a:defRPr sz="3450" b="1">
                <a:solidFill>
                  <a:srgbClr val="57962F"/>
                </a:solidFill>
                <a:latin typeface="Pretendard"/>
                <a:ea typeface="Pretendard"/>
                <a:cs typeface="Pretendard"/>
              </a:defRPr>
            </a:lvl6pPr>
            <a:lvl7pPr algn="l">
              <a:defRPr sz="3450" b="1">
                <a:solidFill>
                  <a:srgbClr val="57962F"/>
                </a:solidFill>
                <a:latin typeface="Pretendard"/>
                <a:ea typeface="Pretendard"/>
                <a:cs typeface="Pretendard"/>
              </a:defRPr>
            </a:lvl7pPr>
            <a:lvl8pPr algn="l">
              <a:defRPr sz="3450" b="1">
                <a:solidFill>
                  <a:srgbClr val="57962F"/>
                </a:solidFill>
                <a:latin typeface="Pretendard"/>
                <a:ea typeface="Pretendard"/>
                <a:cs typeface="Pretendard"/>
              </a:defRPr>
            </a:lvl8pPr>
            <a:lvl9pPr algn="l">
              <a:defRPr sz="3450" b="1">
                <a:solidFill>
                  <a:srgbClr val="57962F"/>
                </a:solidFill>
                <a:latin typeface="Pretendard"/>
                <a:ea typeface="Pretendard"/>
                <a:cs typeface="Pretendard"/>
              </a:defRPr>
            </a:lvl9pPr>
          </a:lstStyle>
          <a:p xmlns:a="http://schemas.openxmlformats.org/drawingml/2006/main">
            <a:pPr algn="l">
              <a:defRPr sz="3450" b="1">
                <a:solidFill>
                  <a:srgbClr val="57962F"/>
                </a:solidFill>
                <a:latin typeface="Pretendard"/>
                <a:ea typeface="Pretendard"/>
                <a:cs typeface="Pretendard"/>
              </a:defRPr>
            </a:pPr>
            <a:r>
              <a:rPr sz="3450"/>
              <a:t>= +44.0 kJ</a:t>
            </a:r>
          </a:p>
        </p:txBody>
      </p:sp>
      <p:sp>
        <p:nvSpPr>
          <p:cNvPr id="12" name="해석·결론">
            <a:extLst xmlns:a="http://schemas.openxmlformats.org/drawingml/2006/main">
              <a:ext uri="{FF2B5EF4-FFF2-40B4-BE49-F238E27FC236}">
                <a16:creationId xmlns:a16="http://schemas.microsoft.com/office/drawing/2014/main" id="{7740A571-7A52-4827-BCB2-C2C7BD74D27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ABDDFD08-8005-4196-BFAB-43D803CFC612}"/>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112888634"/>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00CD159-3EE9-4DC6-ACBD-45158664EC77}"/>
              </a:ext>
            </a:extLst>
          </p:cNvPr>
          <p:cNvPicPr>
            <a:picLocks xmlns:a="http://schemas.openxmlformats.org/drawingml/2006/main" noChangeAspect="1"/>
          </p:cNvPicPr>
          <p:nvPr/>
        </p:nvPicPr>
        <p:blipFill>
          <a:blip xmlns:r="http://schemas.openxmlformats.org/officeDocument/2006/relationships" xmlns:a="http://schemas.openxmlformats.org/drawingml/2006/main" r:embed="R8023d11e2a2442d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0F30F4D-8D34-4828-AA9F-9A971D803DE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0F786B8-6E78-49C9-9E8D-9534FFF1EFA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61FA1EF-69CF-4330-896E-E64CDB3A00E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FC3AA25-E178-4B9A-A2C4-C5AC5B77D9A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CED6B723-8951-48A7-AEC0-5024798FC5C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4B6FF894-CDD1-487B-A4B3-DBB479B1172A}"/>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2857500"/>
                <a:gridCol w="8477250"/>
              </a:tblGrid>
              <a:tr h="952500">
                <a:tc>
                  <a:txBody>
                    <a:bodyPr wrap="none" lIns="114300" tIns="114300" rIns="114300" bIns="114300"/>
                    <a:lstStyle/>
                    <a:p>
                      <a:pPr algn="ctr"/>
                      <a:r>
                        <a:rPr sz="30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0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91B11E63-DD3C-4F8B-943C-E0BDB3319299}"/>
              </a:ext>
            </a:extLst>
          </p:cNvPr>
          <p:cNvSpPr>
            <a:spLocks xmlns:a="http://schemas.openxmlformats.org/drawingml/2006/main" noGrp="1"/>
          </p:cNvSpPr>
          <p:nvPr/>
        </p:nvSpPr>
        <p:spPr>
          <a:xfrm xmlns:a="http://schemas.openxmlformats.org/drawingml/2006/main" rot="0">
            <a:off x="34766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777460AC-E3E1-44C8-85AE-F4594D55A6D9}"/>
              </a:ext>
            </a:extLst>
          </p:cNvPr>
          <p:cNvSpPr>
            <a:spLocks xmlns:a="http://schemas.openxmlformats.org/drawingml/2006/main" noGrp="1"/>
          </p:cNvSpPr>
          <p:nvPr/>
        </p:nvSpPr>
        <p:spPr>
          <a:xfrm xmlns:a="http://schemas.openxmlformats.org/drawingml/2006/main" rot="5400000">
            <a:off x="1462087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F8CFDEFD-54B6-43CE-89E9-C4458857E00E}"/>
              </a:ext>
            </a:extLst>
          </p:cNvPr>
          <p:cNvSpPr>
            <a:spLocks xmlns:a="http://schemas.openxmlformats.org/drawingml/2006/main" noGrp="1"/>
          </p:cNvSpPr>
          <p:nvPr/>
        </p:nvSpPr>
        <p:spPr>
          <a:xfrm xmlns:a="http://schemas.openxmlformats.org/drawingml/2006/main" rot="10800000">
            <a:off x="1462087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40355254-320A-46EB-86B3-9EB0E039E60A}"/>
              </a:ext>
            </a:extLst>
          </p:cNvPr>
          <p:cNvSpPr>
            <a:spLocks xmlns:a="http://schemas.openxmlformats.org/drawingml/2006/main" noGrp="1"/>
          </p:cNvSpPr>
          <p:nvPr/>
        </p:nvSpPr>
        <p:spPr>
          <a:xfrm xmlns:a="http://schemas.openxmlformats.org/drawingml/2006/main" rot="16200000">
            <a:off x="347662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831566360"/>
      </p:ext>
    </p:extLst>
  </p:cSld>
</p:sld>
</file>

<file path=ppt/slides/slide4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B2E686B-0E81-4025-BB8F-C047E26EF8CB}"/>
              </a:ext>
            </a:extLst>
          </p:cNvPr>
          <p:cNvPicPr>
            <a:picLocks xmlns:a="http://schemas.openxmlformats.org/drawingml/2006/main" noChangeAspect="1"/>
          </p:cNvPicPr>
          <p:nvPr/>
        </p:nvPicPr>
        <p:blipFill>
          <a:blip xmlns:r="http://schemas.openxmlformats.org/officeDocument/2006/relationships" xmlns:a="http://schemas.openxmlformats.org/drawingml/2006/main" r:embed="R40b7237d86004a82"/>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115C80A8-33D9-426B-83C6-5273274DAF2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C73191E1-33A6-42F6-AC2D-317D776BA54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48BD49CB-CE18-4924-9BC9-06FD5D95DE0E}"/>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F9E0BC75-881E-49C8-ADF1-539E00590D0E}"/>
              </a:ext>
            </a:extLst>
          </p:cNvPr>
          <p:cNvPicPr>
            <a:picLocks xmlns:a="http://schemas.openxmlformats.org/drawingml/2006/main" noChangeAspect="1"/>
          </p:cNvPicPr>
          <p:nvPr/>
        </p:nvPicPr>
        <p:blipFill>
          <a:blip xmlns:r="http://schemas.openxmlformats.org/officeDocument/2006/relationships" xmlns:a="http://schemas.openxmlformats.org/drawingml/2006/main" r:embed="R591a298a94c540d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7AFA0AF3-FF95-4CC1-A171-42A35D814C8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0B535ED2-9249-47C5-8957-AB9202C67C35}"/>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8" name="text">
            <a:extLst xmlns:a="http://schemas.openxmlformats.org/drawingml/2006/main">
              <a:ext uri="{FF2B5EF4-FFF2-40B4-BE49-F238E27FC236}">
                <a16:creationId xmlns:a16="http://schemas.microsoft.com/office/drawing/2014/main" id="{938F3E20-7207-466C-B4EB-C914B5DAFA7B}"/>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9" name="text">
            <a:extLst xmlns:a="http://schemas.openxmlformats.org/drawingml/2006/main">
              <a:ext uri="{FF2B5EF4-FFF2-40B4-BE49-F238E27FC236}">
                <a16:creationId xmlns:a16="http://schemas.microsoft.com/office/drawing/2014/main" id="{34D00E4F-F25B-4F92-A567-C19D0FA63317}"/>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76446110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B1002E3-4FD5-47E6-9552-FC0610838142}"/>
              </a:ext>
            </a:extLst>
          </p:cNvPr>
          <p:cNvPicPr>
            <a:picLocks xmlns:a="http://schemas.openxmlformats.org/drawingml/2006/main" noChangeAspect="1"/>
          </p:cNvPicPr>
          <p:nvPr/>
        </p:nvPicPr>
        <p:blipFill>
          <a:blip xmlns:r="http://schemas.openxmlformats.org/officeDocument/2006/relationships" xmlns:a="http://schemas.openxmlformats.org/drawingml/2006/main" r:embed="R11c462abd89a432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F0649D6-05CA-4340-B9E6-7E73791C545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D0EFD92-AC87-4DE1-9B2E-DFB03D848BC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6D4CB3B-20D2-455F-A598-902E8201EE9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97B615E-DE48-4FC0-947D-A2750F921EA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EEBB48C1-C226-4A46-ADAC-EF86EB9F2C4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766519C8-7908-4BD3-9929-9FB492030EDC}"/>
              </a:ext>
            </a:extLst>
          </p:cNvPr>
          <p:cNvPicPr>
            <a:picLocks xmlns:a="http://schemas.openxmlformats.org/drawingml/2006/main" noChangeAspect="1"/>
          </p:cNvPicPr>
          <p:nvPr/>
        </p:nvPicPr>
        <p:blipFill>
          <a:blip xmlns:r="http://schemas.openxmlformats.org/officeDocument/2006/relationships" xmlns:a="http://schemas.openxmlformats.org/drawingml/2006/main" r:embed="Rcd3ba8df7d6f47e5"/>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ADAE638D-4D7A-42B0-B4A5-1EC471F6B148}"/>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FBFBD6CA-DA3A-443F-88F7-ABE3A7DBB590}"/>
              </a:ext>
            </a:extLst>
          </p:cNvPr>
          <p:cNvPicPr>
            <a:picLocks xmlns:a="http://schemas.openxmlformats.org/drawingml/2006/main" noChangeAspect="1"/>
          </p:cNvPicPr>
          <p:nvPr/>
        </p:nvPicPr>
        <p:blipFill>
          <a:blip xmlns:r="http://schemas.openxmlformats.org/officeDocument/2006/relationships" xmlns:a="http://schemas.openxmlformats.org/drawingml/2006/main" r:embed="Rbce7f19c142a47bd"/>
          <a:stretch xmlns:a="http://schemas.openxmlformats.org/drawingml/2006/main"/>
        </p:blipFill>
        <p:spPr>
          <a:xfrm xmlns:a="http://schemas.openxmlformats.org/drawingml/2006/main">
            <a:off x="7524750" y="5125056"/>
            <a:ext cx="6310738" cy="60838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A5A70777-0BE0-4F16-80D7-E7A6582E263B}"/>
              </a:ext>
            </a:extLst>
          </p:cNvPr>
          <p:cNvPicPr>
            <a:picLocks xmlns:a="http://schemas.openxmlformats.org/drawingml/2006/main" noChangeAspect="1"/>
          </p:cNvPicPr>
          <p:nvPr/>
        </p:nvPicPr>
        <p:blipFill>
          <a:blip xmlns:r="http://schemas.openxmlformats.org/officeDocument/2006/relationships" xmlns:a="http://schemas.openxmlformats.org/drawingml/2006/main" r:embed="Rc258631d0344400a"/>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233E992E-C30F-4410-AA8E-208904013623}"/>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2F5C8666-28C7-4B20-A340-50964BC545D9}"/>
              </a:ext>
            </a:extLst>
          </p:cNvPr>
          <p:cNvPicPr>
            <a:picLocks xmlns:a="http://schemas.openxmlformats.org/drawingml/2006/main" noChangeAspect="1"/>
          </p:cNvPicPr>
          <p:nvPr/>
        </p:nvPicPr>
        <p:blipFill>
          <a:blip xmlns:r="http://schemas.openxmlformats.org/officeDocument/2006/relationships" xmlns:a="http://schemas.openxmlformats.org/drawingml/2006/main" r:embed="Rc7b55b950c6444d3"/>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77710397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8EBBF3D-8D09-4D74-AC7E-3BBD4DC141FF}"/>
              </a:ext>
            </a:extLst>
          </p:cNvPr>
          <p:cNvPicPr>
            <a:picLocks xmlns:a="http://schemas.openxmlformats.org/drawingml/2006/main" noChangeAspect="1"/>
          </p:cNvPicPr>
          <p:nvPr/>
        </p:nvPicPr>
        <p:blipFill>
          <a:blip xmlns:r="http://schemas.openxmlformats.org/officeDocument/2006/relationships" xmlns:a="http://schemas.openxmlformats.org/drawingml/2006/main" r:embed="Ra25ec52f3452493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0480C76-CC80-45C6-BA30-57E88B0B794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F24337D-6584-4C67-99CC-1CCF8FC06E1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FEB31793-E1EA-467C-B8EF-C69FCA7DDA0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B504A3B-FAEE-4BB1-8FE6-5EC6A097227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CE8B913F-5AF2-4F65-995E-796102B99F5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A063FD6B-2398-4A8C-8E1C-FB31CB1B629C}"/>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777777"/>
                </a:solidFill>
                <a:latin typeface="Pretendard"/>
                <a:ea typeface="Pretendard"/>
                <a:cs typeface="Pretendard"/>
              </a:defRPr>
            </a:defPPr>
            <a:lvl1pPr algn="ctr">
              <a:defRPr sz="2850" b="0">
                <a:solidFill>
                  <a:srgbClr val="777777"/>
                </a:solidFill>
                <a:latin typeface="Pretendard"/>
                <a:ea typeface="Pretendard"/>
                <a:cs typeface="Pretendard"/>
              </a:defRPr>
            </a:lvl1pPr>
            <a:lvl2pPr algn="ctr">
              <a:defRPr sz="2850" b="0">
                <a:solidFill>
                  <a:srgbClr val="777777"/>
                </a:solidFill>
                <a:latin typeface="Pretendard"/>
                <a:ea typeface="Pretendard"/>
                <a:cs typeface="Pretendard"/>
              </a:defRPr>
            </a:lvl2pPr>
            <a:lvl3pPr algn="ctr">
              <a:defRPr sz="2850" b="0">
                <a:solidFill>
                  <a:srgbClr val="777777"/>
                </a:solidFill>
                <a:latin typeface="Pretendard"/>
                <a:ea typeface="Pretendard"/>
                <a:cs typeface="Pretendard"/>
              </a:defRPr>
            </a:lvl3pPr>
            <a:lvl4pPr algn="ctr">
              <a:defRPr sz="2850" b="0">
                <a:solidFill>
                  <a:srgbClr val="777777"/>
                </a:solidFill>
                <a:latin typeface="Pretendard"/>
                <a:ea typeface="Pretendard"/>
                <a:cs typeface="Pretendard"/>
              </a:defRPr>
            </a:lvl4pPr>
            <a:lvl5pPr algn="ctr">
              <a:defRPr sz="2850" b="0">
                <a:solidFill>
                  <a:srgbClr val="777777"/>
                </a:solidFill>
                <a:latin typeface="Pretendard"/>
                <a:ea typeface="Pretendard"/>
                <a:cs typeface="Pretendard"/>
              </a:defRPr>
            </a:lvl5pPr>
            <a:lvl6pPr algn="ctr">
              <a:defRPr sz="2850" b="0">
                <a:solidFill>
                  <a:srgbClr val="777777"/>
                </a:solidFill>
                <a:latin typeface="Pretendard"/>
                <a:ea typeface="Pretendard"/>
                <a:cs typeface="Pretendard"/>
              </a:defRPr>
            </a:lvl6pPr>
            <a:lvl7pPr algn="ctr">
              <a:defRPr sz="2850" b="0">
                <a:solidFill>
                  <a:srgbClr val="777777"/>
                </a:solidFill>
                <a:latin typeface="Pretendard"/>
                <a:ea typeface="Pretendard"/>
                <a:cs typeface="Pretendard"/>
              </a:defRPr>
            </a:lvl7pPr>
            <a:lvl8pPr algn="ctr">
              <a:defRPr sz="2850" b="0">
                <a:solidFill>
                  <a:srgbClr val="777777"/>
                </a:solidFill>
                <a:latin typeface="Pretendard"/>
                <a:ea typeface="Pretendard"/>
                <a:cs typeface="Pretendard"/>
              </a:defRPr>
            </a:lvl8pPr>
            <a:lvl9pPr algn="ctr">
              <a:defRPr sz="2850" b="0">
                <a:solidFill>
                  <a:srgbClr val="777777"/>
                </a:solidFill>
                <a:latin typeface="Pretendard"/>
                <a:ea typeface="Pretendard"/>
                <a:cs typeface="Pretendard"/>
              </a:defRPr>
            </a:lvl9pPr>
          </a:lstStyle>
          <a:p xmlns:a="http://schemas.openxmlformats.org/drawingml/2006/main">
            <a:pPr algn="ctr">
              <a:defRPr sz="2850" b="0">
                <a:solidFill>
                  <a:srgbClr val="777777"/>
                </a:solidFill>
                <a:latin typeface="Pretendard"/>
                <a:ea typeface="Pretendard"/>
                <a:cs typeface="Pretendard"/>
              </a:defRPr>
            </a:pPr>
            <a:r>
              <a:rPr sz="2850" b="0">
                <a:solidFill>
                  <a:srgbClr val="777777"/>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9B3541BF-84FD-44B2-87EC-6D3660F0B0F7}"/>
              </a:ext>
            </a:extLst>
          </p:cNvPr>
          <p:cNvPicPr>
            <a:picLocks xmlns:a="http://schemas.openxmlformats.org/drawingml/2006/main" noChangeAspect="1"/>
          </p:cNvPicPr>
          <p:nvPr/>
        </p:nvPicPr>
        <p:blipFill>
          <a:blip xmlns:r="http://schemas.openxmlformats.org/officeDocument/2006/relationships" xmlns:a="http://schemas.openxmlformats.org/drawingml/2006/main" r:embed="Rac4339b090b343cb"/>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A74C1BE5-1D17-46A1-8B41-627CD0D2C19B}"/>
              </a:ext>
            </a:extLst>
          </p:cNvPr>
          <p:cNvPicPr>
            <a:picLocks xmlns:a="http://schemas.openxmlformats.org/drawingml/2006/main" noChangeAspect="1"/>
          </p:cNvPicPr>
          <p:nvPr/>
        </p:nvPicPr>
        <p:blipFill>
          <a:blip xmlns:r="http://schemas.openxmlformats.org/officeDocument/2006/relationships" xmlns:a="http://schemas.openxmlformats.org/drawingml/2006/main" r:embed="R7f2eb1dfcf0a4719"/>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5C63258F-9BEA-4448-946A-FF1E2483B732}"/>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3D32B6B7-C390-4AD2-96B1-284D124E2795}"/>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E99D5CAB-4844-4DCB-BDA5-D055F162E236}"/>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941A6E82-A467-4BB9-86BC-F7FF9A6B2BF8}"/>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1087341701"/>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AE0FA52A-96E0-49E8-B48D-CEE3A6E192BF}"/>
              </a:ext>
            </a:extLst>
          </p:cNvPr>
          <p:cNvPicPr>
            <a:picLocks xmlns:a="http://schemas.openxmlformats.org/drawingml/2006/main" noChangeAspect="1"/>
          </p:cNvPicPr>
          <p:nvPr/>
        </p:nvPicPr>
        <p:blipFill>
          <a:blip xmlns:r="http://schemas.openxmlformats.org/officeDocument/2006/relationships" xmlns:a="http://schemas.openxmlformats.org/drawingml/2006/main" r:embed="Re79e9e51c5ad471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161E76B-3B64-4E40-AFB4-B6E80617E51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769F1AD-72D8-48CD-923D-E90DBB81462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58B8B16-2B92-4ECE-B0A7-36D6CD4051E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93EA449-F9D2-4DDB-9D7C-15C46220623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D481B7FC-EEA3-4A18-8F41-2A7B9AA2D4A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3547015F-F881-4ECB-BC46-2A3B2EC76431}"/>
              </a:ext>
            </a:extLst>
          </p:cNvPr>
          <p:cNvSpPr>
            <a:spLocks xmlns:a="http://schemas.openxmlformats.org/drawingml/2006/main" noGrp="1"/>
          </p:cNvSpPr>
          <p:nvPr/>
        </p:nvSpPr>
        <p:spPr>
          <a:xfrm xmlns:a="http://schemas.openxmlformats.org/drawingml/2006/main">
            <a:off x="3781425" y="3933825"/>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57962F"/>
                </a:solidFill>
                <a:latin typeface="Pretendard"/>
                <a:ea typeface="Pretendard"/>
                <a:cs typeface="Pretendard"/>
              </a:defRPr>
            </a:defPPr>
            <a:lvl1pPr algn="l">
              <a:defRPr sz="5730" b="1">
                <a:solidFill>
                  <a:srgbClr val="57962F"/>
                </a:solidFill>
                <a:latin typeface="Pretendard"/>
                <a:ea typeface="Pretendard"/>
                <a:cs typeface="Pretendard"/>
              </a:defRPr>
            </a:lvl1pPr>
            <a:lvl2pPr algn="l">
              <a:defRPr sz="5730" b="1">
                <a:solidFill>
                  <a:srgbClr val="57962F"/>
                </a:solidFill>
                <a:latin typeface="Pretendard"/>
                <a:ea typeface="Pretendard"/>
                <a:cs typeface="Pretendard"/>
              </a:defRPr>
            </a:lvl2pPr>
            <a:lvl3pPr algn="l">
              <a:defRPr sz="5730" b="1">
                <a:solidFill>
                  <a:srgbClr val="57962F"/>
                </a:solidFill>
                <a:latin typeface="Pretendard"/>
                <a:ea typeface="Pretendard"/>
                <a:cs typeface="Pretendard"/>
              </a:defRPr>
            </a:lvl3pPr>
            <a:lvl4pPr algn="l">
              <a:defRPr sz="5730" b="1">
                <a:solidFill>
                  <a:srgbClr val="57962F"/>
                </a:solidFill>
                <a:latin typeface="Pretendard"/>
                <a:ea typeface="Pretendard"/>
                <a:cs typeface="Pretendard"/>
              </a:defRPr>
            </a:lvl4pPr>
            <a:lvl5pPr algn="l">
              <a:defRPr sz="5730" b="1">
                <a:solidFill>
                  <a:srgbClr val="57962F"/>
                </a:solidFill>
                <a:latin typeface="Pretendard"/>
                <a:ea typeface="Pretendard"/>
                <a:cs typeface="Pretendard"/>
              </a:defRPr>
            </a:lvl5pPr>
            <a:lvl6pPr algn="l">
              <a:defRPr sz="5730" b="1">
                <a:solidFill>
                  <a:srgbClr val="57962F"/>
                </a:solidFill>
                <a:latin typeface="Pretendard"/>
                <a:ea typeface="Pretendard"/>
                <a:cs typeface="Pretendard"/>
              </a:defRPr>
            </a:lvl6pPr>
            <a:lvl7pPr algn="l">
              <a:defRPr sz="5730" b="1">
                <a:solidFill>
                  <a:srgbClr val="57962F"/>
                </a:solidFill>
                <a:latin typeface="Pretendard"/>
                <a:ea typeface="Pretendard"/>
                <a:cs typeface="Pretendard"/>
              </a:defRPr>
            </a:lvl7pPr>
            <a:lvl8pPr algn="l">
              <a:defRPr sz="5730" b="1">
                <a:solidFill>
                  <a:srgbClr val="57962F"/>
                </a:solidFill>
                <a:latin typeface="Pretendard"/>
                <a:ea typeface="Pretendard"/>
                <a:cs typeface="Pretendard"/>
              </a:defRPr>
            </a:lvl8pPr>
            <a:lvl9pPr algn="l">
              <a:defRPr sz="5730" b="1">
                <a:solidFill>
                  <a:srgbClr val="57962F"/>
                </a:solidFill>
                <a:latin typeface="Pretendard"/>
                <a:ea typeface="Pretendard"/>
                <a:cs typeface="Pretendard"/>
              </a:defRPr>
            </a:lvl9pPr>
          </a:lstStyle>
          <a:p xmlns:a="http://schemas.openxmlformats.org/drawingml/2006/main">
            <a:pPr algn="l">
              <a:defRPr sz="5730" b="1">
                <a:solidFill>
                  <a:srgbClr val="57962F"/>
                </a:solidFill>
                <a:latin typeface="Pretendard"/>
                <a:ea typeface="Pretendard"/>
                <a:cs typeface="Pretendard"/>
              </a:defRPr>
            </a:pPr>
            <a:r>
              <a:t>Q용액 = c × m × Δt</a:t>
            </a:r>
          </a:p>
        </p:txBody>
      </p:sp>
      <p:sp>
        <p:nvSpPr>
          <p:cNvPr id="8" name="R04-33 기호 표제">
            <a:extLst xmlns:a="http://schemas.openxmlformats.org/drawingml/2006/main">
              <a:ext uri="{FF2B5EF4-FFF2-40B4-BE49-F238E27FC236}">
                <a16:creationId xmlns:a16="http://schemas.microsoft.com/office/drawing/2014/main" id="{0161EA46-832F-44E5-AC22-416AEE94A0D8}"/>
              </a:ext>
            </a:extLst>
          </p:cNvPr>
          <p:cNvSpPr>
            <a:spLocks xmlns:a="http://schemas.openxmlformats.org/drawingml/2006/main" noGrp="1"/>
          </p:cNvSpPr>
          <p:nvPr/>
        </p:nvSpPr>
        <p:spPr>
          <a:xfrm xmlns:a="http://schemas.openxmlformats.org/drawingml/2006/main">
            <a:off x="3781425" y="54102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27FDFC7E-C826-4C0D-99D3-83FE3A58F300}"/>
              </a:ext>
            </a:extLst>
          </p:cNvPr>
          <p:cNvSpPr>
            <a:spLocks xmlns:a="http://schemas.openxmlformats.org/drawingml/2006/main" noGrp="1"/>
          </p:cNvSpPr>
          <p:nvPr/>
        </p:nvSpPr>
        <p:spPr>
          <a:xfrm xmlns:a="http://schemas.openxmlformats.org/drawingml/2006/main">
            <a:off x="3924300" y="54959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c</a:t>
            </a:r>
          </a:p>
        </p:txBody>
      </p:sp>
      <p:sp>
        <p:nvSpPr>
          <p:cNvPr id="10" name="R04-33 기호 설명">
            <a:extLst xmlns:a="http://schemas.openxmlformats.org/drawingml/2006/main">
              <a:ext uri="{FF2B5EF4-FFF2-40B4-BE49-F238E27FC236}">
                <a16:creationId xmlns:a16="http://schemas.microsoft.com/office/drawing/2014/main" id="{B373C52A-6943-4CEE-A703-DA43E7FD5480}"/>
              </a:ext>
            </a:extLst>
          </p:cNvPr>
          <p:cNvSpPr>
            <a:spLocks xmlns:a="http://schemas.openxmlformats.org/drawingml/2006/main" noGrp="1"/>
          </p:cNvSpPr>
          <p:nvPr/>
        </p:nvSpPr>
        <p:spPr>
          <a:xfrm xmlns:a="http://schemas.openxmlformats.org/drawingml/2006/main">
            <a:off x="5314950" y="54102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E861C3C8-C092-4088-B4C7-EAA6722CA500}"/>
              </a:ext>
            </a:extLst>
          </p:cNvPr>
          <p:cNvSpPr>
            <a:spLocks xmlns:a="http://schemas.openxmlformats.org/drawingml/2006/main" noGrp="1"/>
          </p:cNvSpPr>
          <p:nvPr/>
        </p:nvSpPr>
        <p:spPr>
          <a:xfrm xmlns:a="http://schemas.openxmlformats.org/drawingml/2006/main">
            <a:off x="5638800" y="54959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용액의 비열</a:t>
            </a:r>
          </a:p>
        </p:txBody>
      </p:sp>
      <p:sp>
        <p:nvSpPr>
          <p:cNvPr id="12" name="R04-33 기호 표제">
            <a:extLst xmlns:a="http://schemas.openxmlformats.org/drawingml/2006/main">
              <a:ext uri="{FF2B5EF4-FFF2-40B4-BE49-F238E27FC236}">
                <a16:creationId xmlns:a16="http://schemas.microsoft.com/office/drawing/2014/main" id="{F5769403-ADD4-4ECB-B4DB-33FAFF6A0359}"/>
              </a:ext>
            </a:extLst>
          </p:cNvPr>
          <p:cNvSpPr>
            <a:spLocks xmlns:a="http://schemas.openxmlformats.org/drawingml/2006/main" noGrp="1"/>
          </p:cNvSpPr>
          <p:nvPr/>
        </p:nvSpPr>
        <p:spPr>
          <a:xfrm xmlns:a="http://schemas.openxmlformats.org/drawingml/2006/main">
            <a:off x="3781425" y="638175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D9011059-4207-45F8-A2EA-079D02115C1C}"/>
              </a:ext>
            </a:extLst>
          </p:cNvPr>
          <p:cNvSpPr>
            <a:spLocks xmlns:a="http://schemas.openxmlformats.org/drawingml/2006/main" noGrp="1"/>
          </p:cNvSpPr>
          <p:nvPr/>
        </p:nvSpPr>
        <p:spPr>
          <a:xfrm xmlns:a="http://schemas.openxmlformats.org/drawingml/2006/main">
            <a:off x="3924300" y="646747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m</a:t>
            </a:r>
          </a:p>
        </p:txBody>
      </p:sp>
      <p:sp>
        <p:nvSpPr>
          <p:cNvPr id="14" name="R04-33 기호 설명">
            <a:extLst xmlns:a="http://schemas.openxmlformats.org/drawingml/2006/main">
              <a:ext uri="{FF2B5EF4-FFF2-40B4-BE49-F238E27FC236}">
                <a16:creationId xmlns:a16="http://schemas.microsoft.com/office/drawing/2014/main" id="{802F93B5-F478-4942-B2DD-070C194E06A4}"/>
              </a:ext>
            </a:extLst>
          </p:cNvPr>
          <p:cNvSpPr>
            <a:spLocks xmlns:a="http://schemas.openxmlformats.org/drawingml/2006/main" noGrp="1"/>
          </p:cNvSpPr>
          <p:nvPr/>
        </p:nvSpPr>
        <p:spPr>
          <a:xfrm xmlns:a="http://schemas.openxmlformats.org/drawingml/2006/main">
            <a:off x="5314950" y="638175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8E519D14-01E1-4CBF-B6B3-2A2ED3AE1686}"/>
              </a:ext>
            </a:extLst>
          </p:cNvPr>
          <p:cNvSpPr>
            <a:spLocks xmlns:a="http://schemas.openxmlformats.org/drawingml/2006/main" noGrp="1"/>
          </p:cNvSpPr>
          <p:nvPr/>
        </p:nvSpPr>
        <p:spPr>
          <a:xfrm xmlns:a="http://schemas.openxmlformats.org/drawingml/2006/main">
            <a:off x="5638800" y="646747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 전체의 질량</a:t>
            </a:r>
          </a:p>
        </p:txBody>
      </p:sp>
      <p:sp>
        <p:nvSpPr>
          <p:cNvPr id="16" name="R04-33 기호 표제">
            <a:extLst xmlns:a="http://schemas.openxmlformats.org/drawingml/2006/main">
              <a:ext uri="{FF2B5EF4-FFF2-40B4-BE49-F238E27FC236}">
                <a16:creationId xmlns:a16="http://schemas.microsoft.com/office/drawing/2014/main" id="{E22F3B41-F4B9-4085-B1EE-72C07476967A}"/>
              </a:ext>
            </a:extLst>
          </p:cNvPr>
          <p:cNvSpPr>
            <a:spLocks xmlns:a="http://schemas.openxmlformats.org/drawingml/2006/main" noGrp="1"/>
          </p:cNvSpPr>
          <p:nvPr/>
        </p:nvSpPr>
        <p:spPr>
          <a:xfrm xmlns:a="http://schemas.openxmlformats.org/drawingml/2006/main">
            <a:off x="3781425" y="73533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4AE78848-B383-4DEE-AF51-B0E6F6F38365}"/>
              </a:ext>
            </a:extLst>
          </p:cNvPr>
          <p:cNvSpPr>
            <a:spLocks xmlns:a="http://schemas.openxmlformats.org/drawingml/2006/main" noGrp="1"/>
          </p:cNvSpPr>
          <p:nvPr/>
        </p:nvSpPr>
        <p:spPr>
          <a:xfrm xmlns:a="http://schemas.openxmlformats.org/drawingml/2006/main">
            <a:off x="3924300" y="74390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Δt</a:t>
            </a:r>
          </a:p>
        </p:txBody>
      </p:sp>
      <p:sp>
        <p:nvSpPr>
          <p:cNvPr id="18" name="R04-33 기호 설명">
            <a:extLst xmlns:a="http://schemas.openxmlformats.org/drawingml/2006/main">
              <a:ext uri="{FF2B5EF4-FFF2-40B4-BE49-F238E27FC236}">
                <a16:creationId xmlns:a16="http://schemas.microsoft.com/office/drawing/2014/main" id="{6999D9E2-B80A-483C-B8F6-DB3EB6592C19}"/>
              </a:ext>
            </a:extLst>
          </p:cNvPr>
          <p:cNvSpPr>
            <a:spLocks xmlns:a="http://schemas.openxmlformats.org/drawingml/2006/main" noGrp="1"/>
          </p:cNvSpPr>
          <p:nvPr/>
        </p:nvSpPr>
        <p:spPr>
          <a:xfrm xmlns:a="http://schemas.openxmlformats.org/drawingml/2006/main">
            <a:off x="5314950" y="73533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E809EE6D-8AD6-4708-92CE-E6F575EA518F}"/>
              </a:ext>
            </a:extLst>
          </p:cNvPr>
          <p:cNvSpPr>
            <a:spLocks xmlns:a="http://schemas.openxmlformats.org/drawingml/2006/main" noGrp="1"/>
          </p:cNvSpPr>
          <p:nvPr/>
        </p:nvSpPr>
        <p:spPr>
          <a:xfrm xmlns:a="http://schemas.openxmlformats.org/drawingml/2006/main">
            <a:off x="5638800" y="74390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나중 온도 − 처음 온도</a:t>
            </a:r>
          </a:p>
        </p:txBody>
      </p:sp>
      <p:sp>
        <p:nvSpPr>
          <p:cNvPr id="25" name="해석·결론">
            <a:extLst xmlns:a="http://schemas.openxmlformats.org/drawingml/2006/main">
              <a:ext uri="{FF2B5EF4-FFF2-40B4-BE49-F238E27FC236}">
                <a16:creationId xmlns:a16="http://schemas.microsoft.com/office/drawing/2014/main" id="{E601BAC0-9755-47C8-BDEA-DEBF2D8563FB}"/>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26" name="반응식·수식">
            <a:extLst xmlns:a="http://schemas.openxmlformats.org/drawingml/2006/main">
              <a:ext uri="{FF2B5EF4-FFF2-40B4-BE49-F238E27FC236}">
                <a16:creationId xmlns:a16="http://schemas.microsoft.com/office/drawing/2014/main" id="{CB35CEC4-D602-4289-A735-246626C08AD4}"/>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1685419447"/>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F880A01-36A2-499F-9384-C3BEF5E654A2}"/>
              </a:ext>
            </a:extLst>
          </p:cNvPr>
          <p:cNvPicPr>
            <a:picLocks xmlns:a="http://schemas.openxmlformats.org/drawingml/2006/main" noChangeAspect="1"/>
          </p:cNvPicPr>
          <p:nvPr/>
        </p:nvPicPr>
        <p:blipFill>
          <a:blip xmlns:r="http://schemas.openxmlformats.org/officeDocument/2006/relationships" xmlns:a="http://schemas.openxmlformats.org/drawingml/2006/main" r:embed="R19b5d8e28902430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A20D72F-9756-4942-95BE-BE7CD546212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4B8685C-73D6-4C55-8D03-B8EACBAE266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775F675-5114-4DAE-BE0E-8F1CA16C315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ACB12CE-2476-4E7D-8481-0696FA5CB5F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672BB432-8100-4D90-A6D6-7AB76EBEA5F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1E9036A2-408C-4862-9300-480C496119FC}"/>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E6084831-5F68-4930-94B7-EB7C98B2D082}"/>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CFEB31BC-59CE-4301-AFEC-CCC7506830AE}"/>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7959A27E-9222-4A2F-9478-4E2431F6D18B}"/>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8995450-DE52-44A5-8EA4-86E1C82B58DF}"/>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EAFCFF14-6C77-48F0-82F0-52506A94B409}"/>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23380542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B37CF40F-F358-40D7-91C5-778645878989}"/>
              </a:ext>
            </a:extLst>
          </p:cNvPr>
          <p:cNvPicPr>
            <a:picLocks xmlns:a="http://schemas.openxmlformats.org/drawingml/2006/main" noChangeAspect="1"/>
          </p:cNvPicPr>
          <p:nvPr/>
        </p:nvPicPr>
        <p:blipFill>
          <a:blip xmlns:r="http://schemas.openxmlformats.org/officeDocument/2006/relationships" xmlns:a="http://schemas.openxmlformats.org/drawingml/2006/main" r:embed="Recb8a61e1cc8419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B1579DB-8FD4-4DFF-B83A-7A09EE82E60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E3924A0-51F4-4E22-A115-E64F33F79EF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468E3CD-1D0B-4F18-A0F4-84E4F868029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0634EC2-3F45-49FE-80C4-9B291034DA6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90C4678C-7861-4D38-952E-E20D5BE3B55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R05-29 계산 행 01">
            <a:extLst xmlns:a="http://schemas.openxmlformats.org/drawingml/2006/main">
              <a:ext uri="{FF2B5EF4-FFF2-40B4-BE49-F238E27FC236}">
                <a16:creationId xmlns:a16="http://schemas.microsoft.com/office/drawing/2014/main" id="{B6E9EFA3-FBC1-4EAE-A4AD-E4F94F819941}"/>
              </a:ext>
            </a:extLst>
          </p:cNvPr>
          <p:cNvSpPr>
            <a:spLocks xmlns:a="http://schemas.openxmlformats.org/drawingml/2006/main" noGrp="1"/>
          </p:cNvSpPr>
          <p:nvPr/>
        </p:nvSpPr>
        <p:spPr>
          <a:xfrm xmlns:a="http://schemas.openxmlformats.org/drawingml/2006/main">
            <a:off x="1857375" y="4038600"/>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BF407BF1-2463-491F-AA2C-ED5100E72239}"/>
              </a:ext>
            </a:extLst>
          </p:cNvPr>
          <p:cNvSpPr>
            <a:spLocks xmlns:a="http://schemas.openxmlformats.org/drawingml/2006/main" noGrp="1"/>
          </p:cNvSpPr>
          <p:nvPr/>
        </p:nvSpPr>
        <p:spPr>
          <a:xfrm xmlns:a="http://schemas.openxmlformats.org/drawingml/2006/main">
            <a:off x="2085975" y="446722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7D67929C-24AC-4EF9-8C35-4055B05E8BC4}"/>
              </a:ext>
            </a:extLst>
          </p:cNvPr>
          <p:cNvSpPr>
            <a:spLocks xmlns:a="http://schemas.openxmlformats.org/drawingml/2006/main" noGrp="1"/>
          </p:cNvSpPr>
          <p:nvPr/>
        </p:nvSpPr>
        <p:spPr>
          <a:xfrm xmlns:a="http://schemas.openxmlformats.org/drawingml/2006/main">
            <a:off x="3114675" y="419100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용액이 얻은 열</a:t>
            </a:r>
          </a:p>
        </p:txBody>
      </p:sp>
      <p:sp>
        <p:nvSpPr>
          <p:cNvPr id="10" name="rich">
            <a:extLst xmlns:a="http://schemas.openxmlformats.org/drawingml/2006/main">
              <a:ext uri="{FF2B5EF4-FFF2-40B4-BE49-F238E27FC236}">
                <a16:creationId xmlns:a16="http://schemas.microsoft.com/office/drawing/2014/main" id="{82AA2187-FE46-4F4E-936E-9077A88456EA}"/>
              </a:ext>
            </a:extLst>
          </p:cNvPr>
          <p:cNvSpPr>
            <a:spLocks xmlns:a="http://schemas.openxmlformats.org/drawingml/2006/main" noGrp="1"/>
          </p:cNvSpPr>
          <p:nvPr/>
        </p:nvSpPr>
        <p:spPr>
          <a:xfrm xmlns:a="http://schemas.openxmlformats.org/drawingml/2006/main">
            <a:off x="3114675" y="475297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Q용액 = 4.2 × 208 × 9.5 = 8299.2 J ≈ 8.30 kJ</a:t>
            </a:r>
          </a:p>
        </p:txBody>
      </p:sp>
      <p:sp>
        <p:nvSpPr>
          <p:cNvPr id="11" name="R05-29 계산 행 02">
            <a:extLst xmlns:a="http://schemas.openxmlformats.org/drawingml/2006/main">
              <a:ext uri="{FF2B5EF4-FFF2-40B4-BE49-F238E27FC236}">
                <a16:creationId xmlns:a16="http://schemas.microsoft.com/office/drawing/2014/main" id="{347D8BF0-8A66-49B3-856A-1B3BD2B28602}"/>
              </a:ext>
            </a:extLst>
          </p:cNvPr>
          <p:cNvSpPr>
            <a:spLocks xmlns:a="http://schemas.openxmlformats.org/drawingml/2006/main" noGrp="1"/>
          </p:cNvSpPr>
          <p:nvPr/>
        </p:nvSpPr>
        <p:spPr>
          <a:xfrm xmlns:a="http://schemas.openxmlformats.org/drawingml/2006/main">
            <a:off x="1857375" y="5781675"/>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EB247A54-9126-49A0-A54D-A964F75ED5FF}"/>
              </a:ext>
            </a:extLst>
          </p:cNvPr>
          <p:cNvSpPr>
            <a:spLocks xmlns:a="http://schemas.openxmlformats.org/drawingml/2006/main" noGrp="1"/>
          </p:cNvSpPr>
          <p:nvPr/>
        </p:nvSpPr>
        <p:spPr>
          <a:xfrm xmlns:a="http://schemas.openxmlformats.org/drawingml/2006/main">
            <a:off x="2085975" y="6210300"/>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02</a:t>
            </a:r>
          </a:p>
        </p:txBody>
      </p:sp>
      <p:sp>
        <p:nvSpPr>
          <p:cNvPr id="13" name="rich">
            <a:extLst xmlns:a="http://schemas.openxmlformats.org/drawingml/2006/main">
              <a:ext uri="{FF2B5EF4-FFF2-40B4-BE49-F238E27FC236}">
                <a16:creationId xmlns:a16="http://schemas.microsoft.com/office/drawing/2014/main" id="{FE89EB9E-09F6-413E-98F4-65AE70EEB029}"/>
              </a:ext>
            </a:extLst>
          </p:cNvPr>
          <p:cNvSpPr>
            <a:spLocks xmlns:a="http://schemas.openxmlformats.org/drawingml/2006/main" noGrp="1"/>
          </p:cNvSpPr>
          <p:nvPr/>
        </p:nvSpPr>
        <p:spPr>
          <a:xfrm xmlns:a="http://schemas.openxmlformats.org/drawingml/2006/main">
            <a:off x="3114675" y="5934075"/>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반응한 물질의 양</a:t>
            </a:r>
          </a:p>
        </p:txBody>
      </p:sp>
      <p:sp>
        <p:nvSpPr>
          <p:cNvPr id="14" name="rich">
            <a:extLst xmlns:a="http://schemas.openxmlformats.org/drawingml/2006/main">
              <a:ext uri="{FF2B5EF4-FFF2-40B4-BE49-F238E27FC236}">
                <a16:creationId xmlns:a16="http://schemas.microsoft.com/office/drawing/2014/main" id="{73F61E49-8B87-4BE5-8991-106D26FE2A5B}"/>
              </a:ext>
            </a:extLst>
          </p:cNvPr>
          <p:cNvSpPr>
            <a:spLocks xmlns:a="http://schemas.openxmlformats.org/drawingml/2006/main" noGrp="1"/>
          </p:cNvSpPr>
          <p:nvPr/>
        </p:nvSpPr>
        <p:spPr>
          <a:xfrm xmlns:a="http://schemas.openxmlformats.org/drawingml/2006/main">
            <a:off x="3114675" y="6496050"/>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NaOH의 양 = 8.0 ÷ 40.0 = 0.200 mol</a:t>
            </a:r>
          </a:p>
        </p:txBody>
      </p:sp>
      <p:sp>
        <p:nvSpPr>
          <p:cNvPr id="15" name="R05-29 계산 행 03">
            <a:extLst xmlns:a="http://schemas.openxmlformats.org/drawingml/2006/main">
              <a:ext uri="{FF2B5EF4-FFF2-40B4-BE49-F238E27FC236}">
                <a16:creationId xmlns:a16="http://schemas.microsoft.com/office/drawing/2014/main" id="{7993EB49-9B0D-4A5C-9B26-B29E996E28E3}"/>
              </a:ext>
            </a:extLst>
          </p:cNvPr>
          <p:cNvSpPr>
            <a:spLocks xmlns:a="http://schemas.openxmlformats.org/drawingml/2006/main" noGrp="1"/>
          </p:cNvSpPr>
          <p:nvPr/>
        </p:nvSpPr>
        <p:spPr>
          <a:xfrm xmlns:a="http://schemas.openxmlformats.org/drawingml/2006/main">
            <a:off x="1857375" y="7524750"/>
            <a:ext cx="14573250" cy="1524000"/>
          </a:xfrm>
          <a:prstGeom xmlns:a="http://schemas.openxmlformats.org/drawingml/2006/main" prst="roundRect">
            <a:avLst>
              <a:gd name="adj" fmla="val 11250"/>
            </a:avLst>
          </a:prstGeom>
          <a:solidFill xmlns:a="http://schemas.openxmlformats.org/drawingml/2006/main">
            <a:srgbClr val="303030"/>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ECA52548-A229-4CA9-967E-B6A5A51BEBE8}"/>
              </a:ext>
            </a:extLst>
          </p:cNvPr>
          <p:cNvSpPr>
            <a:spLocks xmlns:a="http://schemas.openxmlformats.org/drawingml/2006/main" noGrp="1"/>
          </p:cNvSpPr>
          <p:nvPr/>
        </p:nvSpPr>
        <p:spPr>
          <a:xfrm xmlns:a="http://schemas.openxmlformats.org/drawingml/2006/main">
            <a:off x="2085975" y="795337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9FFF68"/>
                </a:solidFill>
                <a:latin typeface="Pretendard"/>
                <a:ea typeface="Pretendard"/>
                <a:cs typeface="Pretendard"/>
              </a:defRPr>
            </a:defPPr>
            <a:lvl1pPr algn="ctr">
              <a:defRPr sz="3375" b="1">
                <a:solidFill>
                  <a:srgbClr val="9FFF68"/>
                </a:solidFill>
                <a:latin typeface="Pretendard"/>
                <a:ea typeface="Pretendard"/>
                <a:cs typeface="Pretendard"/>
              </a:defRPr>
            </a:lvl1pPr>
            <a:lvl2pPr algn="ctr">
              <a:defRPr sz="3375" b="1">
                <a:solidFill>
                  <a:srgbClr val="9FFF68"/>
                </a:solidFill>
                <a:latin typeface="Pretendard"/>
                <a:ea typeface="Pretendard"/>
                <a:cs typeface="Pretendard"/>
              </a:defRPr>
            </a:lvl2pPr>
            <a:lvl3pPr algn="ctr">
              <a:defRPr sz="3375" b="1">
                <a:solidFill>
                  <a:srgbClr val="9FFF68"/>
                </a:solidFill>
                <a:latin typeface="Pretendard"/>
                <a:ea typeface="Pretendard"/>
                <a:cs typeface="Pretendard"/>
              </a:defRPr>
            </a:lvl3pPr>
            <a:lvl4pPr algn="ctr">
              <a:defRPr sz="3375" b="1">
                <a:solidFill>
                  <a:srgbClr val="9FFF68"/>
                </a:solidFill>
                <a:latin typeface="Pretendard"/>
                <a:ea typeface="Pretendard"/>
                <a:cs typeface="Pretendard"/>
              </a:defRPr>
            </a:lvl4pPr>
            <a:lvl5pPr algn="ctr">
              <a:defRPr sz="3375" b="1">
                <a:solidFill>
                  <a:srgbClr val="9FFF68"/>
                </a:solidFill>
                <a:latin typeface="Pretendard"/>
                <a:ea typeface="Pretendard"/>
                <a:cs typeface="Pretendard"/>
              </a:defRPr>
            </a:lvl5pPr>
            <a:lvl6pPr algn="ctr">
              <a:defRPr sz="3375" b="1">
                <a:solidFill>
                  <a:srgbClr val="9FFF68"/>
                </a:solidFill>
                <a:latin typeface="Pretendard"/>
                <a:ea typeface="Pretendard"/>
                <a:cs typeface="Pretendard"/>
              </a:defRPr>
            </a:lvl6pPr>
            <a:lvl7pPr algn="ctr">
              <a:defRPr sz="3375" b="1">
                <a:solidFill>
                  <a:srgbClr val="9FFF68"/>
                </a:solidFill>
                <a:latin typeface="Pretendard"/>
                <a:ea typeface="Pretendard"/>
                <a:cs typeface="Pretendard"/>
              </a:defRPr>
            </a:lvl7pPr>
            <a:lvl8pPr algn="ctr">
              <a:defRPr sz="3375" b="1">
                <a:solidFill>
                  <a:srgbClr val="9FFF68"/>
                </a:solidFill>
                <a:latin typeface="Pretendard"/>
                <a:ea typeface="Pretendard"/>
                <a:cs typeface="Pretendard"/>
              </a:defRPr>
            </a:lvl8pPr>
            <a:lvl9pPr algn="ctr">
              <a:defRPr sz="3375" b="1">
                <a:solidFill>
                  <a:srgbClr val="9FFF68"/>
                </a:solidFill>
                <a:latin typeface="Pretendard"/>
                <a:ea typeface="Pretendard"/>
                <a:cs typeface="Pretendard"/>
              </a:defRPr>
            </a:lvl9pPr>
          </a:lstStyle>
          <a:p xmlns:a="http://schemas.openxmlformats.org/drawingml/2006/main">
            <a:pPr algn="ctr">
              <a:defRPr sz="3375" b="1">
                <a:solidFill>
                  <a:srgbClr val="9FFF68"/>
                </a:solidFill>
                <a:latin typeface="Pretendard"/>
                <a:ea typeface="Pretendard"/>
                <a:cs typeface="Pretendard"/>
              </a:defRPr>
            </a:pPr>
            <a:r>
              <a:rPr sz="3375" b="1">
                <a:solidFill>
                  <a:srgbClr val="9FFF68"/>
                </a:solidFill>
                <a:latin typeface="Pretendard"/>
                <a:ea typeface="Pretendard"/>
                <a:cs typeface="Pretendard"/>
              </a:rPr>
              <a:t>03</a:t>
            </a:r>
          </a:p>
        </p:txBody>
      </p:sp>
      <p:sp>
        <p:nvSpPr>
          <p:cNvPr id="17" name="rich">
            <a:extLst xmlns:a="http://schemas.openxmlformats.org/drawingml/2006/main">
              <a:ext uri="{FF2B5EF4-FFF2-40B4-BE49-F238E27FC236}">
                <a16:creationId xmlns:a16="http://schemas.microsoft.com/office/drawing/2014/main" id="{D268F719-3016-4D07-914D-483921687571}"/>
              </a:ext>
            </a:extLst>
          </p:cNvPr>
          <p:cNvSpPr>
            <a:spLocks xmlns:a="http://schemas.openxmlformats.org/drawingml/2006/main" noGrp="1"/>
          </p:cNvSpPr>
          <p:nvPr/>
        </p:nvSpPr>
        <p:spPr>
          <a:xfrm xmlns:a="http://schemas.openxmlformats.org/drawingml/2006/main">
            <a:off x="3114675" y="767715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C8C8C8"/>
                </a:solidFill>
                <a:latin typeface="Pretendard"/>
                <a:ea typeface="Pretendard"/>
                <a:cs typeface="Pretendard"/>
              </a:defRPr>
            </a:defPPr>
            <a:lvl1pPr algn="l">
              <a:defRPr sz="2625" b="1">
                <a:solidFill>
                  <a:srgbClr val="C8C8C8"/>
                </a:solidFill>
                <a:latin typeface="Pretendard"/>
                <a:ea typeface="Pretendard"/>
                <a:cs typeface="Pretendard"/>
              </a:defRPr>
            </a:lvl1pPr>
            <a:lvl2pPr algn="l">
              <a:defRPr sz="2625" b="1">
                <a:solidFill>
                  <a:srgbClr val="C8C8C8"/>
                </a:solidFill>
                <a:latin typeface="Pretendard"/>
                <a:ea typeface="Pretendard"/>
                <a:cs typeface="Pretendard"/>
              </a:defRPr>
            </a:lvl2pPr>
            <a:lvl3pPr algn="l">
              <a:defRPr sz="2625" b="1">
                <a:solidFill>
                  <a:srgbClr val="C8C8C8"/>
                </a:solidFill>
                <a:latin typeface="Pretendard"/>
                <a:ea typeface="Pretendard"/>
                <a:cs typeface="Pretendard"/>
              </a:defRPr>
            </a:lvl3pPr>
            <a:lvl4pPr algn="l">
              <a:defRPr sz="2625" b="1">
                <a:solidFill>
                  <a:srgbClr val="C8C8C8"/>
                </a:solidFill>
                <a:latin typeface="Pretendard"/>
                <a:ea typeface="Pretendard"/>
                <a:cs typeface="Pretendard"/>
              </a:defRPr>
            </a:lvl4pPr>
            <a:lvl5pPr algn="l">
              <a:defRPr sz="2625" b="1">
                <a:solidFill>
                  <a:srgbClr val="C8C8C8"/>
                </a:solidFill>
                <a:latin typeface="Pretendard"/>
                <a:ea typeface="Pretendard"/>
                <a:cs typeface="Pretendard"/>
              </a:defRPr>
            </a:lvl5pPr>
            <a:lvl6pPr algn="l">
              <a:defRPr sz="2625" b="1">
                <a:solidFill>
                  <a:srgbClr val="C8C8C8"/>
                </a:solidFill>
                <a:latin typeface="Pretendard"/>
                <a:ea typeface="Pretendard"/>
                <a:cs typeface="Pretendard"/>
              </a:defRPr>
            </a:lvl6pPr>
            <a:lvl7pPr algn="l">
              <a:defRPr sz="2625" b="1">
                <a:solidFill>
                  <a:srgbClr val="C8C8C8"/>
                </a:solidFill>
                <a:latin typeface="Pretendard"/>
                <a:ea typeface="Pretendard"/>
                <a:cs typeface="Pretendard"/>
              </a:defRPr>
            </a:lvl7pPr>
            <a:lvl8pPr algn="l">
              <a:defRPr sz="2625" b="1">
                <a:solidFill>
                  <a:srgbClr val="C8C8C8"/>
                </a:solidFill>
                <a:latin typeface="Pretendard"/>
                <a:ea typeface="Pretendard"/>
                <a:cs typeface="Pretendard"/>
              </a:defRPr>
            </a:lvl8pPr>
            <a:lvl9pPr algn="l">
              <a:defRPr sz="2625" b="1">
                <a:solidFill>
                  <a:srgbClr val="C8C8C8"/>
                </a:solidFill>
                <a:latin typeface="Pretendard"/>
                <a:ea typeface="Pretendard"/>
                <a:cs typeface="Pretendard"/>
              </a:defRPr>
            </a:lvl9pPr>
          </a:lstStyle>
          <a:p xmlns:a="http://schemas.openxmlformats.org/drawingml/2006/main">
            <a:pPr algn="l">
              <a:defRPr sz="2625" b="1">
                <a:solidFill>
                  <a:srgbClr val="C8C8C8"/>
                </a:solidFill>
                <a:latin typeface="Pretendard"/>
                <a:ea typeface="Pretendard"/>
                <a:cs typeface="Pretendard"/>
              </a:defRPr>
            </a:pPr>
            <a:r>
              <a:t>반응 엔탈피</a:t>
            </a:r>
          </a:p>
        </p:txBody>
      </p:sp>
      <p:sp>
        <p:nvSpPr>
          <p:cNvPr id="18" name="rich">
            <a:extLst xmlns:a="http://schemas.openxmlformats.org/drawingml/2006/main">
              <a:ext uri="{FF2B5EF4-FFF2-40B4-BE49-F238E27FC236}">
                <a16:creationId xmlns:a16="http://schemas.microsoft.com/office/drawing/2014/main" id="{738C1342-0223-4BB4-92C4-2AFCF40D3836}"/>
              </a:ext>
            </a:extLst>
          </p:cNvPr>
          <p:cNvSpPr>
            <a:spLocks xmlns:a="http://schemas.openxmlformats.org/drawingml/2006/main" noGrp="1"/>
          </p:cNvSpPr>
          <p:nvPr/>
        </p:nvSpPr>
        <p:spPr>
          <a:xfrm xmlns:a="http://schemas.openxmlformats.org/drawingml/2006/main">
            <a:off x="3114675" y="823912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696768173"/>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2DB5095-36CD-4C27-A7B1-290A50D54B76}"/>
              </a:ext>
            </a:extLst>
          </p:cNvPr>
          <p:cNvPicPr>
            <a:picLocks xmlns:a="http://schemas.openxmlformats.org/drawingml/2006/main" noChangeAspect="1"/>
          </p:cNvPicPr>
          <p:nvPr/>
        </p:nvPicPr>
        <p:blipFill>
          <a:blip xmlns:r="http://schemas.openxmlformats.org/officeDocument/2006/relationships" xmlns:a="http://schemas.openxmlformats.org/drawingml/2006/main" r:embed="R9b8b5f2a63cc4e5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A682784-9C72-4E20-A1EB-52F8A6C5DDA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EC771CF-0699-4E1A-A54D-585DD4C2258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EC93652-AC8C-4102-BF5F-4EDFA672811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2A106AE-BD28-446D-AB70-F4DE33C28D5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66798192-62EE-4FA7-8F94-4F76182EA05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EEC1BE0D-5DD7-4FCF-AC1E-087F6E48B94F}"/>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2A399FEE-D073-4FB4-BE25-B9E1481ADD75}"/>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630151B2-05B8-4436-80A1-AF72428FCE42}"/>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E9D66026-FA59-4C52-BB9B-C455CF685CBD}"/>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3F472AA-566A-4AD8-B00F-B5A479481ECC}"/>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BD45B034-A4D1-4055-AD9D-E90F2F551B21}"/>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919216284"/>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28340CD-66C1-4B24-8D83-A99710D81D2F}"/>
              </a:ext>
            </a:extLst>
          </p:cNvPr>
          <p:cNvPicPr>
            <a:picLocks xmlns:a="http://schemas.openxmlformats.org/drawingml/2006/main" noChangeAspect="1"/>
          </p:cNvPicPr>
          <p:nvPr/>
        </p:nvPicPr>
        <p:blipFill>
          <a:blip xmlns:r="http://schemas.openxmlformats.org/officeDocument/2006/relationships" xmlns:a="http://schemas.openxmlformats.org/drawingml/2006/main" r:embed="R7e0e50cd3b7645e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95B2DE7-8E9D-4D33-9ED0-E023C296038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1F333B1-B097-4367-9A57-5DE6A9B3FF0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014A4B14-CCDA-4228-ABFE-4C237E02845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D5D9DF7-76E4-4C85-8AE4-416345A8214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F138FFBD-C8E0-4F87-A155-A4063C77EDF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D037172C-41F6-4ADA-80B6-446F2903B6AD}"/>
              </a:ext>
            </a:extLst>
          </p:cNvPr>
          <p:cNvSpPr>
            <a:spLocks xmlns:a="http://schemas.openxmlformats.org/drawingml/2006/main" noGrp="1"/>
          </p:cNvSpPr>
          <p:nvPr/>
        </p:nvSpPr>
        <p:spPr>
          <a:xfrm xmlns:a="http://schemas.openxmlformats.org/drawingml/2006/main">
            <a:off x="4000500" y="421005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두 단계의 합</a:t>
            </a:r>
          </a:p>
        </p:txBody>
      </p:sp>
      <p:sp>
        <p:nvSpPr>
          <p:cNvPr id="8" name="반응식·수식">
            <a:extLst xmlns:a="http://schemas.openxmlformats.org/drawingml/2006/main">
              <a:ext uri="{FF2B5EF4-FFF2-40B4-BE49-F238E27FC236}">
                <a16:creationId xmlns:a16="http://schemas.microsoft.com/office/drawing/2014/main" id="{7E207A15-E132-4B35-885A-D95113DB165F}"/>
              </a:ext>
            </a:extLst>
          </p:cNvPr>
          <p:cNvSpPr>
            <a:spLocks xmlns:a="http://schemas.openxmlformats.org/drawingml/2006/main" noGrp="1"/>
          </p:cNvSpPr>
          <p:nvPr/>
        </p:nvSpPr>
        <p:spPr>
          <a:xfrm xmlns:a="http://schemas.openxmlformats.org/drawingml/2006/main">
            <a:off x="4000500" y="48958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0">
                <a:solidFill>
                  <a:srgbClr val="000000"/>
                </a:solidFill>
                <a:latin typeface="Pretendard"/>
                <a:ea typeface="Pretendard"/>
                <a:cs typeface="Pretendard"/>
              </a:defRPr>
            </a:defPPr>
            <a:lvl1pPr algn="l">
              <a:defRPr sz="4275" b="0">
                <a:solidFill>
                  <a:srgbClr val="000000"/>
                </a:solidFill>
                <a:latin typeface="Pretendard"/>
                <a:ea typeface="Pretendard"/>
                <a:cs typeface="Pretendard"/>
              </a:defRPr>
            </a:lvl1pPr>
            <a:lvl2pPr algn="l">
              <a:defRPr sz="4275" b="0">
                <a:solidFill>
                  <a:srgbClr val="000000"/>
                </a:solidFill>
                <a:latin typeface="Pretendard"/>
                <a:ea typeface="Pretendard"/>
                <a:cs typeface="Pretendard"/>
              </a:defRPr>
            </a:lvl2pPr>
            <a:lvl3pPr algn="l">
              <a:defRPr sz="4275" b="0">
                <a:solidFill>
                  <a:srgbClr val="000000"/>
                </a:solidFill>
                <a:latin typeface="Pretendard"/>
                <a:ea typeface="Pretendard"/>
                <a:cs typeface="Pretendard"/>
              </a:defRPr>
            </a:lvl3pPr>
            <a:lvl4pPr algn="l">
              <a:defRPr sz="4275" b="0">
                <a:solidFill>
                  <a:srgbClr val="000000"/>
                </a:solidFill>
                <a:latin typeface="Pretendard"/>
                <a:ea typeface="Pretendard"/>
                <a:cs typeface="Pretendard"/>
              </a:defRPr>
            </a:lvl4pPr>
            <a:lvl5pPr algn="l">
              <a:defRPr sz="4275" b="0">
                <a:solidFill>
                  <a:srgbClr val="000000"/>
                </a:solidFill>
                <a:latin typeface="Pretendard"/>
                <a:ea typeface="Pretendard"/>
                <a:cs typeface="Pretendard"/>
              </a:defRPr>
            </a:lvl5pPr>
            <a:lvl6pPr algn="l">
              <a:defRPr sz="4275" b="0">
                <a:solidFill>
                  <a:srgbClr val="000000"/>
                </a:solidFill>
                <a:latin typeface="Pretendard"/>
                <a:ea typeface="Pretendard"/>
                <a:cs typeface="Pretendard"/>
              </a:defRPr>
            </a:lvl6pPr>
            <a:lvl7pPr algn="l">
              <a:defRPr sz="4275" b="0">
                <a:solidFill>
                  <a:srgbClr val="000000"/>
                </a:solidFill>
                <a:latin typeface="Pretendard"/>
                <a:ea typeface="Pretendard"/>
                <a:cs typeface="Pretendard"/>
              </a:defRPr>
            </a:lvl7pPr>
            <a:lvl8pPr algn="l">
              <a:defRPr sz="4275" b="0">
                <a:solidFill>
                  <a:srgbClr val="000000"/>
                </a:solidFill>
                <a:latin typeface="Pretendard"/>
                <a:ea typeface="Pretendard"/>
                <a:cs typeface="Pretendard"/>
              </a:defRPr>
            </a:lvl8pPr>
            <a:lvl9pPr algn="l">
              <a:defRPr sz="4275" b="0">
                <a:solidFill>
                  <a:srgbClr val="000000"/>
                </a:solidFill>
                <a:latin typeface="Pretendard"/>
                <a:ea typeface="Pretendard"/>
                <a:cs typeface="Pretendard"/>
              </a:defRPr>
            </a:lvl9pPr>
          </a:lstStyle>
          <a:p xmlns:a="http://schemas.openxmlformats.org/drawingml/2006/main">
            <a:pPr algn="l">
              <a:defRPr sz="4275" b="0">
                <a:solidFill>
                  <a:srgbClr val="000000"/>
                </a:solidFill>
                <a:latin typeface="Pretendard"/>
                <a:ea typeface="Pretendard"/>
                <a:cs typeface="Pretendard"/>
              </a:defRPr>
            </a:pPr>
            <a:r>
              <a:rPr sz="4275"/>
              <a:t>−41.50 + (−52.25)</a:t>
            </a:r>
          </a:p>
        </p:txBody>
      </p:sp>
      <p:sp>
        <p:nvSpPr>
          <p:cNvPr id="9" name="text">
            <a:extLst xmlns:a="http://schemas.openxmlformats.org/drawingml/2006/main">
              <a:ext uri="{FF2B5EF4-FFF2-40B4-BE49-F238E27FC236}">
                <a16:creationId xmlns:a16="http://schemas.microsoft.com/office/drawing/2014/main" id="{17117970-BC24-42AA-986A-59F4E63056E4}"/>
              </a:ext>
            </a:extLst>
          </p:cNvPr>
          <p:cNvSpPr>
            <a:spLocks xmlns:a="http://schemas.openxmlformats.org/drawingml/2006/main" noGrp="1"/>
          </p:cNvSpPr>
          <p:nvPr/>
        </p:nvSpPr>
        <p:spPr>
          <a:xfrm xmlns:a="http://schemas.openxmlformats.org/drawingml/2006/main">
            <a:off x="4000500" y="56769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1">
                <a:solidFill>
                  <a:srgbClr val="57962F"/>
                </a:solidFill>
                <a:latin typeface="Pretendard"/>
                <a:ea typeface="Pretendard"/>
                <a:cs typeface="Pretendard"/>
              </a:defRPr>
            </a:defPPr>
            <a:lvl1pPr algn="l">
              <a:defRPr sz="4275" b="1">
                <a:solidFill>
                  <a:srgbClr val="57962F"/>
                </a:solidFill>
                <a:latin typeface="Pretendard"/>
                <a:ea typeface="Pretendard"/>
                <a:cs typeface="Pretendard"/>
              </a:defRPr>
            </a:lvl1pPr>
            <a:lvl2pPr algn="l">
              <a:defRPr sz="4275" b="1">
                <a:solidFill>
                  <a:srgbClr val="57962F"/>
                </a:solidFill>
                <a:latin typeface="Pretendard"/>
                <a:ea typeface="Pretendard"/>
                <a:cs typeface="Pretendard"/>
              </a:defRPr>
            </a:lvl2pPr>
            <a:lvl3pPr algn="l">
              <a:defRPr sz="4275" b="1">
                <a:solidFill>
                  <a:srgbClr val="57962F"/>
                </a:solidFill>
                <a:latin typeface="Pretendard"/>
                <a:ea typeface="Pretendard"/>
                <a:cs typeface="Pretendard"/>
              </a:defRPr>
            </a:lvl3pPr>
            <a:lvl4pPr algn="l">
              <a:defRPr sz="4275" b="1">
                <a:solidFill>
                  <a:srgbClr val="57962F"/>
                </a:solidFill>
                <a:latin typeface="Pretendard"/>
                <a:ea typeface="Pretendard"/>
                <a:cs typeface="Pretendard"/>
              </a:defRPr>
            </a:lvl4pPr>
            <a:lvl5pPr algn="l">
              <a:defRPr sz="4275" b="1">
                <a:solidFill>
                  <a:srgbClr val="57962F"/>
                </a:solidFill>
                <a:latin typeface="Pretendard"/>
                <a:ea typeface="Pretendard"/>
                <a:cs typeface="Pretendard"/>
              </a:defRPr>
            </a:lvl5pPr>
            <a:lvl6pPr algn="l">
              <a:defRPr sz="4275" b="1">
                <a:solidFill>
                  <a:srgbClr val="57962F"/>
                </a:solidFill>
                <a:latin typeface="Pretendard"/>
                <a:ea typeface="Pretendard"/>
                <a:cs typeface="Pretendard"/>
              </a:defRPr>
            </a:lvl6pPr>
            <a:lvl7pPr algn="l">
              <a:defRPr sz="4275" b="1">
                <a:solidFill>
                  <a:srgbClr val="57962F"/>
                </a:solidFill>
                <a:latin typeface="Pretendard"/>
                <a:ea typeface="Pretendard"/>
                <a:cs typeface="Pretendard"/>
              </a:defRPr>
            </a:lvl7pPr>
            <a:lvl8pPr algn="l">
              <a:defRPr sz="4275" b="1">
                <a:solidFill>
                  <a:srgbClr val="57962F"/>
                </a:solidFill>
                <a:latin typeface="Pretendard"/>
                <a:ea typeface="Pretendard"/>
                <a:cs typeface="Pretendard"/>
              </a:defRPr>
            </a:lvl8pPr>
            <a:lvl9pPr algn="l">
              <a:defRPr sz="4275" b="1">
                <a:solidFill>
                  <a:srgbClr val="57962F"/>
                </a:solidFill>
                <a:latin typeface="Pretendard"/>
                <a:ea typeface="Pretendard"/>
                <a:cs typeface="Pretendard"/>
              </a:defRPr>
            </a:lvl9pPr>
          </a:lstStyle>
          <a:p xmlns:a="http://schemas.openxmlformats.org/drawingml/2006/main">
            <a:pPr algn="l">
              <a:defRPr sz="4275" b="1">
                <a:solidFill>
                  <a:srgbClr val="57962F"/>
                </a:solidFill>
                <a:latin typeface="Pretendard"/>
                <a:ea typeface="Pretendard"/>
                <a:cs typeface="Pretendard"/>
              </a:defRPr>
            </a:pPr>
            <a:r>
              <a:rPr sz="4275" b="1">
                <a:solidFill>
                  <a:srgbClr val="57962F"/>
                </a:solidFill>
                <a:latin typeface="Pretendard"/>
                <a:ea typeface="Pretendard"/>
                <a:cs typeface="Pretendard"/>
              </a:rPr>
              <a:t>= −93.75 kJ/mol</a:t>
            </a:r>
          </a:p>
        </p:txBody>
      </p:sp>
      <p:sp>
        <p:nvSpPr>
          <p:cNvPr id="10" name="text">
            <a:extLst xmlns:a="http://schemas.openxmlformats.org/drawingml/2006/main">
              <a:ext uri="{FF2B5EF4-FFF2-40B4-BE49-F238E27FC236}">
                <a16:creationId xmlns:a16="http://schemas.microsoft.com/office/drawing/2014/main" id="{C5EC1224-C609-4904-A113-E068079607B1}"/>
              </a:ext>
            </a:extLst>
          </p:cNvPr>
          <p:cNvSpPr>
            <a:spLocks xmlns:a="http://schemas.openxmlformats.org/drawingml/2006/main" noGrp="1"/>
          </p:cNvSpPr>
          <p:nvPr/>
        </p:nvSpPr>
        <p:spPr>
          <a:xfrm xmlns:a="http://schemas.openxmlformats.org/drawingml/2006/main">
            <a:off x="4000500" y="69532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직접 반응</a:t>
            </a:r>
          </a:p>
        </p:txBody>
      </p:sp>
      <p:sp>
        <p:nvSpPr>
          <p:cNvPr id="11" name="text">
            <a:extLst xmlns:a="http://schemas.openxmlformats.org/drawingml/2006/main">
              <a:ext uri="{FF2B5EF4-FFF2-40B4-BE49-F238E27FC236}">
                <a16:creationId xmlns:a16="http://schemas.microsoft.com/office/drawing/2014/main" id="{EAC3BF23-434A-4BAB-A726-FBBEB200A70A}"/>
              </a:ext>
            </a:extLst>
          </p:cNvPr>
          <p:cNvSpPr>
            <a:spLocks xmlns:a="http://schemas.openxmlformats.org/drawingml/2006/main" noGrp="1"/>
          </p:cNvSpPr>
          <p:nvPr/>
        </p:nvSpPr>
        <p:spPr>
          <a:xfrm xmlns:a="http://schemas.openxmlformats.org/drawingml/2006/main">
            <a:off x="4000500" y="76295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1">
                <a:solidFill>
                  <a:srgbClr val="000000"/>
                </a:solidFill>
                <a:latin typeface="Pretendard"/>
                <a:ea typeface="Pretendard"/>
                <a:cs typeface="Pretendard"/>
              </a:defRPr>
            </a:defPPr>
            <a:lvl1pPr algn="l">
              <a:defRPr sz="4275" b="1">
                <a:solidFill>
                  <a:srgbClr val="000000"/>
                </a:solidFill>
                <a:latin typeface="Pretendard"/>
                <a:ea typeface="Pretendard"/>
                <a:cs typeface="Pretendard"/>
              </a:defRPr>
            </a:lvl1pPr>
            <a:lvl2pPr algn="l">
              <a:defRPr sz="4275" b="1">
                <a:solidFill>
                  <a:srgbClr val="000000"/>
                </a:solidFill>
                <a:latin typeface="Pretendard"/>
                <a:ea typeface="Pretendard"/>
                <a:cs typeface="Pretendard"/>
              </a:defRPr>
            </a:lvl2pPr>
            <a:lvl3pPr algn="l">
              <a:defRPr sz="4275" b="1">
                <a:solidFill>
                  <a:srgbClr val="000000"/>
                </a:solidFill>
                <a:latin typeface="Pretendard"/>
                <a:ea typeface="Pretendard"/>
                <a:cs typeface="Pretendard"/>
              </a:defRPr>
            </a:lvl3pPr>
            <a:lvl4pPr algn="l">
              <a:defRPr sz="4275" b="1">
                <a:solidFill>
                  <a:srgbClr val="000000"/>
                </a:solidFill>
                <a:latin typeface="Pretendard"/>
                <a:ea typeface="Pretendard"/>
                <a:cs typeface="Pretendard"/>
              </a:defRPr>
            </a:lvl4pPr>
            <a:lvl5pPr algn="l">
              <a:defRPr sz="4275" b="1">
                <a:solidFill>
                  <a:srgbClr val="000000"/>
                </a:solidFill>
                <a:latin typeface="Pretendard"/>
                <a:ea typeface="Pretendard"/>
                <a:cs typeface="Pretendard"/>
              </a:defRPr>
            </a:lvl5pPr>
            <a:lvl6pPr algn="l">
              <a:defRPr sz="4275" b="1">
                <a:solidFill>
                  <a:srgbClr val="000000"/>
                </a:solidFill>
                <a:latin typeface="Pretendard"/>
                <a:ea typeface="Pretendard"/>
                <a:cs typeface="Pretendard"/>
              </a:defRPr>
            </a:lvl6pPr>
            <a:lvl7pPr algn="l">
              <a:defRPr sz="4275" b="1">
                <a:solidFill>
                  <a:srgbClr val="000000"/>
                </a:solidFill>
                <a:latin typeface="Pretendard"/>
                <a:ea typeface="Pretendard"/>
                <a:cs typeface="Pretendard"/>
              </a:defRPr>
            </a:lvl7pPr>
            <a:lvl8pPr algn="l">
              <a:defRPr sz="4275" b="1">
                <a:solidFill>
                  <a:srgbClr val="000000"/>
                </a:solidFill>
                <a:latin typeface="Pretendard"/>
                <a:ea typeface="Pretendard"/>
                <a:cs typeface="Pretendard"/>
              </a:defRPr>
            </a:lvl8pPr>
            <a:lvl9pPr algn="l">
              <a:defRPr sz="4275" b="1">
                <a:solidFill>
                  <a:srgbClr val="000000"/>
                </a:solidFill>
                <a:latin typeface="Pretendard"/>
                <a:ea typeface="Pretendard"/>
                <a:cs typeface="Pretendard"/>
              </a:defRPr>
            </a:lvl9pPr>
          </a:lstStyle>
          <a:p xmlns:a="http://schemas.openxmlformats.org/drawingml/2006/main">
            <a:pPr algn="l">
              <a:defRPr sz="4275" b="1">
                <a:solidFill>
                  <a:srgbClr val="000000"/>
                </a:solidFill>
                <a:latin typeface="Pretendard"/>
                <a:ea typeface="Pretendard"/>
                <a:cs typeface="Pretendard"/>
              </a:defRPr>
            </a:pPr>
            <a:r>
              <a:rPr sz="4275" b="1">
                <a:solidFill>
                  <a:srgbClr val="000000"/>
                </a:solidFill>
                <a:latin typeface="Pretendard"/>
                <a:ea typeface="Pretendard"/>
                <a:cs typeface="Pretendard"/>
              </a:rPr>
              <a:t>−94.25 kJ/mol</a:t>
            </a:r>
          </a:p>
        </p:txBody>
      </p:sp>
      <p:sp>
        <p:nvSpPr>
          <p:cNvPr id="17" name="해석·결론">
            <a:extLst xmlns:a="http://schemas.openxmlformats.org/drawingml/2006/main">
              <a:ext uri="{FF2B5EF4-FFF2-40B4-BE49-F238E27FC236}">
                <a16:creationId xmlns:a16="http://schemas.microsoft.com/office/drawing/2014/main" id="{FD695DEB-7269-4E54-9462-3FF5B89AF92B}"/>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8" name="반응식·수식">
            <a:extLst xmlns:a="http://schemas.openxmlformats.org/drawingml/2006/main">
              <a:ext uri="{FF2B5EF4-FFF2-40B4-BE49-F238E27FC236}">
                <a16:creationId xmlns:a16="http://schemas.microsoft.com/office/drawing/2014/main" id="{47C84246-154A-4F59-BE51-0710244081BE}"/>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두 결과의 차이: 0.50 kJ/mol</a:t>
            </a:r>
          </a:p>
        </p:txBody>
      </p:sp>
    </p:spTree>
    <p:extLst>
      <p:ext uri="{BB962C8B-B14F-4D97-AF65-F5344CB8AC3E}">
        <p14:creationId xmlns:p14="http://schemas.microsoft.com/office/powerpoint/2010/main" val="408143760"/>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33E7FAE2-E4B8-4A19-B7F0-10AB8988DD1D}"/>
              </a:ext>
            </a:extLst>
          </p:cNvPr>
          <p:cNvPicPr>
            <a:picLocks xmlns:a="http://schemas.openxmlformats.org/drawingml/2006/main" noChangeAspect="1"/>
          </p:cNvPicPr>
          <p:nvPr/>
        </p:nvPicPr>
        <p:blipFill>
          <a:blip xmlns:r="http://schemas.openxmlformats.org/officeDocument/2006/relationships" xmlns:a="http://schemas.openxmlformats.org/drawingml/2006/main" r:embed="R15ef52dd73804f3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E8E7F86-A843-4A4C-8C1F-419DE9D4B65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21B49FD-B825-42EB-9475-9184CB312F2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BC773FF-55DD-4AD1-B609-6B663D10764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923DAFB2-1A97-4F81-A405-EC2A625DAAD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EF4B38FA-9677-4656-834C-3DADFFC14C08}"/>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pic>
        <p:nvPicPr>
          <p:cNvPr id="7" name="">
            <a:extLst xmlns:a="http://schemas.openxmlformats.org/drawingml/2006/main">
              <a:ext uri="{FF2B5EF4-FFF2-40B4-BE49-F238E27FC236}">
                <a16:creationId xmlns:a16="http://schemas.microsoft.com/office/drawing/2014/main" id="{9D6D4738-C034-460C-B494-078048EAB564}"/>
              </a:ext>
            </a:extLst>
          </p:cNvPr>
          <p:cNvPicPr>
            <a:picLocks xmlns:a="http://schemas.openxmlformats.org/drawingml/2006/main" noChangeAspect="1"/>
          </p:cNvPicPr>
          <p:nvPr/>
        </p:nvPicPr>
        <p:blipFill>
          <a:blip xmlns:r="http://schemas.openxmlformats.org/officeDocument/2006/relationships" xmlns:a="http://schemas.openxmlformats.org/drawingml/2006/main" r:embed="R224bab78a5ca4a12"/>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DB41D998-F583-41D5-9082-6FE635016C6A}"/>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E16F8575-1DA9-45D2-A958-8A636CF1A88E}"/>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여러 반응을 조합한다.</a:t>
            </a:r>
          </a:p>
        </p:txBody>
      </p:sp>
      <p:sp>
        <p:nvSpPr>
          <p:cNvPr id="10" name="text">
            <a:extLst xmlns:a="http://schemas.openxmlformats.org/drawingml/2006/main">
              <a:ext uri="{FF2B5EF4-FFF2-40B4-BE49-F238E27FC236}">
                <a16:creationId xmlns:a16="http://schemas.microsoft.com/office/drawing/2014/main" id="{2F1B8598-618E-482A-9DD6-725E8D934462}"/>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904F2153-A158-42B0-97B6-60655959502B}"/>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846F31BD-ABCB-4696-8950-0C2F2609A0CF}"/>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54941B99-DCB1-42B2-80A6-6EA639A5FF0D}"/>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알려진 </a:t>
            </a:r>
            <a:r>
              <a:t>Δ</a:t>
            </a:r>
            <a:r>
              <a:rPr i="1">
                <a:latin typeface="Pretendard"/>
                <a:ea typeface="Pretendard"/>
                <a:cs typeface="Pretendard"/>
              </a:rPr>
              <a:t>H</a:t>
            </a:r>
            <a:r>
              <a:t>를 더해 구한다.</a:t>
            </a:r>
          </a:p>
        </p:txBody>
      </p:sp>
      <p:pic>
        <p:nvPicPr>
          <p:cNvPr id="14" name="">
            <a:extLst xmlns:a="http://schemas.openxmlformats.org/drawingml/2006/main">
              <a:ext uri="{FF2B5EF4-FFF2-40B4-BE49-F238E27FC236}">
                <a16:creationId xmlns:a16="http://schemas.microsoft.com/office/drawing/2014/main" id="{BCA6A583-D4FF-4206-9672-83C5755E8370}"/>
              </a:ext>
            </a:extLst>
          </p:cNvPr>
          <p:cNvPicPr>
            <a:picLocks xmlns:a="http://schemas.openxmlformats.org/drawingml/2006/main" noChangeAspect="1"/>
          </p:cNvPicPr>
          <p:nvPr/>
        </p:nvPicPr>
        <p:blipFill>
          <a:blip xmlns:r="http://schemas.openxmlformats.org/officeDocument/2006/relationships" xmlns:a="http://schemas.openxmlformats.org/drawingml/2006/main" r:embed="Rb2b638b831e1424d"/>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0FDE884D-7BFC-4720-A507-CFE5BD7A75BA}"/>
              </a:ext>
            </a:extLst>
          </p:cNvPr>
          <p:cNvPicPr>
            <a:picLocks xmlns:a="http://schemas.openxmlformats.org/drawingml/2006/main" noChangeAspect="1"/>
          </p:cNvPicPr>
          <p:nvPr/>
        </p:nvPicPr>
        <p:blipFill>
          <a:blip xmlns:r="http://schemas.openxmlformats.org/officeDocument/2006/relationships" xmlns:a="http://schemas.openxmlformats.org/drawingml/2006/main" r:embed="Rc2d67366c3c44b09"/>
          <a:stretch xmlns:a="http://schemas.openxmlformats.org/drawingml/2006/main"/>
        </p:blipFill>
        <p:spPr>
          <a:xfrm xmlns:a="http://schemas.openxmlformats.org/drawingml/2006/main">
            <a:off x="14395766" y="5695950"/>
            <a:ext cx="2164717" cy="361950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4F41A0F2-8FA3-4303-8953-88A32DB87C85}"/>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BB998484-587F-4237-A0BD-A76313277540}"/>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BE78A8B7-B801-40A9-9666-BBEF56E536A3}"/>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다른 경로로도</a:t>
            </a:r>
          </a:p>
        </p:txBody>
      </p:sp>
      <p:sp>
        <p:nvSpPr>
          <p:cNvPr id="19" name="캐릭터 질문 2">
            <a:extLst xmlns:a="http://schemas.openxmlformats.org/drawingml/2006/main">
              <a:ext uri="{FF2B5EF4-FFF2-40B4-BE49-F238E27FC236}">
                <a16:creationId xmlns:a16="http://schemas.microsoft.com/office/drawing/2014/main" id="{156DE978-D8B5-4C89-B37C-366FC37F35C8}"/>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F4470938-9503-41EB-8710-98CDF3BFC22E}"/>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800BE2CB-E43F-4D91-B1E6-1BC24D62BE8C}"/>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9188AED4-A354-401A-8A6F-2AB0B154BDED}"/>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처음과 끝이</a:t>
            </a:r>
          </a:p>
        </p:txBody>
      </p:sp>
      <p:sp>
        <p:nvSpPr>
          <p:cNvPr id="23" name="캐릭터 질문 2">
            <a:extLst xmlns:a="http://schemas.openxmlformats.org/drawingml/2006/main">
              <a:ext uri="{FF2B5EF4-FFF2-40B4-BE49-F238E27FC236}">
                <a16:creationId xmlns:a16="http://schemas.microsoft.com/office/drawing/2014/main" id="{6718EFE6-FD0D-4A1A-B36E-D22E253CAD17}"/>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같으면 가능해!</a:t>
            </a:r>
          </a:p>
        </p:txBody>
      </p:sp>
    </p:spTree>
    <p:extLst>
      <p:ext uri="{BB962C8B-B14F-4D97-AF65-F5344CB8AC3E}">
        <p14:creationId xmlns:p14="http://schemas.microsoft.com/office/powerpoint/2010/main" val="78568177"/>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84730416-24DA-4403-9E2C-BA219C4AAFAF}"/>
              </a:ext>
            </a:extLst>
          </p:cNvPr>
          <p:cNvPicPr>
            <a:picLocks xmlns:a="http://schemas.openxmlformats.org/drawingml/2006/main" noChangeAspect="1"/>
          </p:cNvPicPr>
          <p:nvPr/>
        </p:nvPicPr>
        <p:blipFill>
          <a:blip xmlns:r="http://schemas.openxmlformats.org/officeDocument/2006/relationships" xmlns:a="http://schemas.openxmlformats.org/drawingml/2006/main" r:embed="R76ccfa70e48a442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551039E-C57C-45ED-832A-F2543E53347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0E2CE82-F0F0-47DD-B7D8-ECB811584B8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58CE36C-1FDE-4BE8-AA3E-E09CA7BA2DC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40EF2972-569C-4429-869E-0D6B84EAD47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6D81D227-1D00-46A6-8AA0-E4F083CB24B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12" name="R03-38 확인 목록 영역">
            <a:extLst xmlns:a="http://schemas.openxmlformats.org/drawingml/2006/main">
              <a:ext uri="{FF2B5EF4-FFF2-40B4-BE49-F238E27FC236}">
                <a16:creationId xmlns:a16="http://schemas.microsoft.com/office/drawing/2014/main" id="{B22EF57C-2310-4F7F-8AFD-8184D79F897A}"/>
              </a:ext>
            </a:extLst>
          </p:cNvPr>
          <p:cNvSpPr>
            <a:spLocks xmlns:a="http://schemas.openxmlformats.org/drawingml/2006/main" noGrp="1"/>
          </p:cNvSpPr>
          <p:nvPr/>
        </p:nvSpPr>
        <p:spPr>
          <a:xfrm xmlns:a="http://schemas.openxmlformats.org/drawingml/2006/main">
            <a:off x="3810000" y="4410075"/>
            <a:ext cx="10668000" cy="5276850"/>
          </a:xfrm>
          <a:prstGeom xmlns:a="http://schemas.openxmlformats.org/drawingml/2006/main" prst="roundRect">
            <a:avLst>
              <a:gd name="adj" fmla="val 5054"/>
            </a:avLst>
          </a:prstGeom>
          <a:solidFill xmlns:a="http://schemas.openxmlformats.org/drawingml/2006/main">
            <a:srgbClr val="F5F5F5"/>
          </a:solidFill>
          <a:ln xmlns:a="http://schemas.openxmlformats.org/drawingml/2006/main" w="0">
            <a:noFill/>
          </a:ln>
        </p:spPr>
      </p:sp>
      <p:sp>
        <p:nvSpPr>
          <p:cNvPr id="13" name="R03-38 확인 칸">
            <a:extLst xmlns:a="http://schemas.openxmlformats.org/drawingml/2006/main">
              <a:ext uri="{FF2B5EF4-FFF2-40B4-BE49-F238E27FC236}">
                <a16:creationId xmlns:a16="http://schemas.microsoft.com/office/drawing/2014/main" id="{39F44868-C239-40C3-8AED-EB6FFF449556}"/>
              </a:ext>
            </a:extLst>
          </p:cNvPr>
          <p:cNvSpPr>
            <a:spLocks xmlns:a="http://schemas.openxmlformats.org/drawingml/2006/main" noGrp="1"/>
          </p:cNvSpPr>
          <p:nvPr/>
        </p:nvSpPr>
        <p:spPr>
          <a:xfrm xmlns:a="http://schemas.openxmlformats.org/drawingml/2006/main">
            <a:off x="4114800" y="48101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4" name="rich">
            <a:extLst xmlns:a="http://schemas.openxmlformats.org/drawingml/2006/main">
              <a:ext uri="{FF2B5EF4-FFF2-40B4-BE49-F238E27FC236}">
                <a16:creationId xmlns:a16="http://schemas.microsoft.com/office/drawing/2014/main" id="{42E0456D-9871-483F-AE89-77D17EFB9A51}"/>
              </a:ext>
            </a:extLst>
          </p:cNvPr>
          <p:cNvSpPr>
            <a:spLocks xmlns:a="http://schemas.openxmlformats.org/drawingml/2006/main" noGrp="1"/>
          </p:cNvSpPr>
          <p:nvPr/>
        </p:nvSpPr>
        <p:spPr>
          <a:xfrm xmlns:a="http://schemas.openxmlformats.org/drawingml/2006/main">
            <a:off x="4762500" y="46958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CO 생성 반응</a:t>
            </a:r>
          </a:p>
        </p:txBody>
      </p:sp>
      <p:sp>
        <p:nvSpPr>
          <p:cNvPr id="15" name="rich">
            <a:extLst xmlns:a="http://schemas.openxmlformats.org/drawingml/2006/main">
              <a:ext uri="{FF2B5EF4-FFF2-40B4-BE49-F238E27FC236}">
                <a16:creationId xmlns:a16="http://schemas.microsoft.com/office/drawing/2014/main" id="{924CC6E7-9CD5-4A90-9D12-3409DB1BC201}"/>
              </a:ext>
            </a:extLst>
          </p:cNvPr>
          <p:cNvSpPr>
            <a:spLocks xmlns:a="http://schemas.openxmlformats.org/drawingml/2006/main" noGrp="1"/>
          </p:cNvSpPr>
          <p:nvPr/>
        </p:nvSpPr>
        <p:spPr>
          <a:xfrm xmlns:a="http://schemas.openxmlformats.org/drawingml/2006/main">
            <a:off x="4762500" y="53149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₂가 되는 까닭은?</a:t>
            </a:r>
          </a:p>
        </p:txBody>
      </p:sp>
      <p:sp>
        <p:nvSpPr>
          <p:cNvPr id="16" name="R03-38 확인 칸">
            <a:extLst xmlns:a="http://schemas.openxmlformats.org/drawingml/2006/main">
              <a:ext uri="{FF2B5EF4-FFF2-40B4-BE49-F238E27FC236}">
                <a16:creationId xmlns:a16="http://schemas.microsoft.com/office/drawing/2014/main" id="{288AE633-5347-4561-A078-58038488F8C0}"/>
              </a:ext>
            </a:extLst>
          </p:cNvPr>
          <p:cNvSpPr>
            <a:spLocks xmlns:a="http://schemas.openxmlformats.org/drawingml/2006/main" noGrp="1"/>
          </p:cNvSpPr>
          <p:nvPr/>
        </p:nvSpPr>
        <p:spPr>
          <a:xfrm xmlns:a="http://schemas.openxmlformats.org/drawingml/2006/main">
            <a:off x="4114800" y="642937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7" name="rich">
            <a:extLst xmlns:a="http://schemas.openxmlformats.org/drawingml/2006/main">
              <a:ext uri="{FF2B5EF4-FFF2-40B4-BE49-F238E27FC236}">
                <a16:creationId xmlns:a16="http://schemas.microsoft.com/office/drawing/2014/main" id="{FCDD40DB-5043-419E-A09C-FFE213376972}"/>
              </a:ext>
            </a:extLst>
          </p:cNvPr>
          <p:cNvSpPr>
            <a:spLocks xmlns:a="http://schemas.openxmlformats.org/drawingml/2006/main" noGrp="1"/>
          </p:cNvSpPr>
          <p:nvPr/>
        </p:nvSpPr>
        <p:spPr>
          <a:xfrm xmlns:a="http://schemas.openxmlformats.org/drawingml/2006/main">
            <a:off x="4762500" y="631507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물의 기화</a:t>
            </a:r>
          </a:p>
        </p:txBody>
      </p:sp>
      <p:sp>
        <p:nvSpPr>
          <p:cNvPr id="18" name="rich">
            <a:extLst xmlns:a="http://schemas.openxmlformats.org/drawingml/2006/main">
              <a:ext uri="{FF2B5EF4-FFF2-40B4-BE49-F238E27FC236}">
                <a16:creationId xmlns:a16="http://schemas.microsoft.com/office/drawing/2014/main" id="{7E4DF3F9-6C0E-4FBA-8753-223B88EFEA3F}"/>
              </a:ext>
            </a:extLst>
          </p:cNvPr>
          <p:cNvSpPr>
            <a:spLocks xmlns:a="http://schemas.openxmlformats.org/drawingml/2006/main" noGrp="1"/>
          </p:cNvSpPr>
          <p:nvPr/>
        </p:nvSpPr>
        <p:spPr>
          <a:xfrm xmlns:a="http://schemas.openxmlformats.org/drawingml/2006/main">
            <a:off x="4762500" y="693420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의 부호를 근거와 함께 설명하시오.</a:t>
            </a:r>
          </a:p>
        </p:txBody>
      </p:sp>
      <p:sp>
        <p:nvSpPr>
          <p:cNvPr id="19" name="R03-38 확인 칸">
            <a:extLst xmlns:a="http://schemas.openxmlformats.org/drawingml/2006/main">
              <a:ext uri="{FF2B5EF4-FFF2-40B4-BE49-F238E27FC236}">
                <a16:creationId xmlns:a16="http://schemas.microsoft.com/office/drawing/2014/main" id="{BB47645F-AE1E-498D-B7AA-8107E33BEBF7}"/>
              </a:ext>
            </a:extLst>
          </p:cNvPr>
          <p:cNvSpPr>
            <a:spLocks xmlns:a="http://schemas.openxmlformats.org/drawingml/2006/main" noGrp="1"/>
          </p:cNvSpPr>
          <p:nvPr/>
        </p:nvSpPr>
        <p:spPr>
          <a:xfrm xmlns:a="http://schemas.openxmlformats.org/drawingml/2006/main">
            <a:off x="4114800" y="80486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20" name="rich">
            <a:extLst xmlns:a="http://schemas.openxmlformats.org/drawingml/2006/main">
              <a:ext uri="{FF2B5EF4-FFF2-40B4-BE49-F238E27FC236}">
                <a16:creationId xmlns:a16="http://schemas.microsoft.com/office/drawing/2014/main" id="{148B1459-D447-45A9-AC9F-8DB9B39EDF7E}"/>
              </a:ext>
            </a:extLst>
          </p:cNvPr>
          <p:cNvSpPr>
            <a:spLocks xmlns:a="http://schemas.openxmlformats.org/drawingml/2006/main" noGrp="1"/>
          </p:cNvSpPr>
          <p:nvPr/>
        </p:nvSpPr>
        <p:spPr>
          <a:xfrm xmlns:a="http://schemas.openxmlformats.org/drawingml/2006/main">
            <a:off x="4762500" y="79343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실험값의 차이</a:t>
            </a:r>
          </a:p>
        </p:txBody>
      </p:sp>
      <p:sp>
        <p:nvSpPr>
          <p:cNvPr id="21" name="rich">
            <a:extLst xmlns:a="http://schemas.openxmlformats.org/drawingml/2006/main">
              <a:ext uri="{FF2B5EF4-FFF2-40B4-BE49-F238E27FC236}">
                <a16:creationId xmlns:a16="http://schemas.microsoft.com/office/drawing/2014/main" id="{CA6CBCC8-9936-42B8-9020-793D724DA476}"/>
              </a:ext>
            </a:extLst>
          </p:cNvPr>
          <p:cNvSpPr>
            <a:spLocks xmlns:a="http://schemas.openxmlformats.org/drawingml/2006/main" noGrp="1"/>
          </p:cNvSpPr>
          <p:nvPr/>
        </p:nvSpPr>
        <p:spPr>
          <a:xfrm xmlns:a="http://schemas.openxmlformats.org/drawingml/2006/main">
            <a:off x="4762500" y="85534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두 값이 정확히 같지 않을 수 있는 이유는?</a:t>
            </a:r>
          </a:p>
        </p:txBody>
      </p:sp>
      <p:sp>
        <p:nvSpPr>
          <p:cNvPr id="22" name="text">
            <a:extLst xmlns:a="http://schemas.openxmlformats.org/drawingml/2006/main">
              <a:ext uri="{FF2B5EF4-FFF2-40B4-BE49-F238E27FC236}">
                <a16:creationId xmlns:a16="http://schemas.microsoft.com/office/drawing/2014/main" id="{800199FA-8CF3-4623-94F8-356E832DA436}"/>
              </a:ext>
            </a:extLst>
          </p:cNvPr>
          <p:cNvSpPr>
            <a:spLocks xmlns:a="http://schemas.openxmlformats.org/drawingml/2006/main" noGrp="1"/>
          </p:cNvSpPr>
          <p:nvPr/>
        </p:nvSpPr>
        <p:spPr>
          <a:xfrm xmlns:a="http://schemas.openxmlformats.org/drawingml/2006/main">
            <a:off x="2286000" y="368617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898989"/>
                </a:solidFill>
                <a:latin typeface="Pretendard"/>
                <a:ea typeface="Pretendard"/>
                <a:cs typeface="Pretendard"/>
              </a:defRPr>
            </a:defPPr>
            <a:lvl1pPr algn="ctr">
              <a:defRPr sz="2700" b="0">
                <a:solidFill>
                  <a:srgbClr val="898989"/>
                </a:solidFill>
                <a:latin typeface="Pretendard"/>
                <a:ea typeface="Pretendard"/>
                <a:cs typeface="Pretendard"/>
              </a:defRPr>
            </a:lvl1pPr>
            <a:lvl2pPr algn="ctr">
              <a:defRPr sz="2700" b="0">
                <a:solidFill>
                  <a:srgbClr val="898989"/>
                </a:solidFill>
                <a:latin typeface="Pretendard"/>
                <a:ea typeface="Pretendard"/>
                <a:cs typeface="Pretendard"/>
              </a:defRPr>
            </a:lvl2pPr>
            <a:lvl3pPr algn="ctr">
              <a:defRPr sz="2700" b="0">
                <a:solidFill>
                  <a:srgbClr val="898989"/>
                </a:solidFill>
                <a:latin typeface="Pretendard"/>
                <a:ea typeface="Pretendard"/>
                <a:cs typeface="Pretendard"/>
              </a:defRPr>
            </a:lvl3pPr>
            <a:lvl4pPr algn="ctr">
              <a:defRPr sz="2700" b="0">
                <a:solidFill>
                  <a:srgbClr val="898989"/>
                </a:solidFill>
                <a:latin typeface="Pretendard"/>
                <a:ea typeface="Pretendard"/>
                <a:cs typeface="Pretendard"/>
              </a:defRPr>
            </a:lvl4pPr>
            <a:lvl5pPr algn="ctr">
              <a:defRPr sz="2700" b="0">
                <a:solidFill>
                  <a:srgbClr val="898989"/>
                </a:solidFill>
                <a:latin typeface="Pretendard"/>
                <a:ea typeface="Pretendard"/>
                <a:cs typeface="Pretendard"/>
              </a:defRPr>
            </a:lvl5pPr>
            <a:lvl6pPr algn="ctr">
              <a:defRPr sz="2700" b="0">
                <a:solidFill>
                  <a:srgbClr val="898989"/>
                </a:solidFill>
                <a:latin typeface="Pretendard"/>
                <a:ea typeface="Pretendard"/>
                <a:cs typeface="Pretendard"/>
              </a:defRPr>
            </a:lvl6pPr>
            <a:lvl7pPr algn="ctr">
              <a:defRPr sz="2700" b="0">
                <a:solidFill>
                  <a:srgbClr val="898989"/>
                </a:solidFill>
                <a:latin typeface="Pretendard"/>
                <a:ea typeface="Pretendard"/>
                <a:cs typeface="Pretendard"/>
              </a:defRPr>
            </a:lvl7pPr>
            <a:lvl8pPr algn="ctr">
              <a:defRPr sz="2700" b="0">
                <a:solidFill>
                  <a:srgbClr val="898989"/>
                </a:solidFill>
                <a:latin typeface="Pretendard"/>
                <a:ea typeface="Pretendard"/>
                <a:cs typeface="Pretendard"/>
              </a:defRPr>
            </a:lvl8pPr>
            <a:lvl9pPr algn="ctr">
              <a:defRPr sz="2700" b="0">
                <a:solidFill>
                  <a:srgbClr val="898989"/>
                </a:solidFill>
                <a:latin typeface="Pretendard"/>
                <a:ea typeface="Pretendard"/>
                <a:cs typeface="Pretendard"/>
              </a:defRPr>
            </a:lvl9pPr>
          </a:lstStyle>
          <a:p xmlns:a="http://schemas.openxmlformats.org/drawingml/2006/main">
            <a:pPr algn="ctr">
              <a:defRPr sz="2700" b="0">
                <a:solidFill>
                  <a:srgbClr val="898989"/>
                </a:solidFill>
                <a:latin typeface="Pretendard"/>
                <a:ea typeface="Pretendard"/>
                <a:cs typeface="Pretendard"/>
              </a:defRPr>
            </a:pPr>
            <a:r>
              <a:rPr sz="2700" b="0">
                <a:solidFill>
                  <a:srgbClr val="898989"/>
                </a:solidFill>
                <a:latin typeface="Pretendard"/>
                <a:ea typeface="Pretendard"/>
                <a:cs typeface="Pretendard"/>
              </a:rPr>
              <a:t>식과 그래프를 근거로 이유를 설명해 보자.</a:t>
            </a:r>
          </a:p>
        </p:txBody>
      </p:sp>
    </p:spTree>
    <p:extLst>
      <p:ext uri="{BB962C8B-B14F-4D97-AF65-F5344CB8AC3E}">
        <p14:creationId xmlns:p14="http://schemas.microsoft.com/office/powerpoint/2010/main" val="3902891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2026-10-28T08:41:18.2830000Z</dcterms:created>
  <dcterms:modified xsi:type="dcterms:W3CDTF">2026-10-28T08:41:18.2830000Z</dcterms:modified>
</coreProperties>
</file>