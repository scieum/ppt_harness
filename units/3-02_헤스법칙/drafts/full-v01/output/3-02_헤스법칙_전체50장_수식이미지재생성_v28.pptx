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fba126b336418c" /><Relationship Type="http://schemas.openxmlformats.org/officeDocument/2006/relationships/extended-properties" Target="/docProps/app.xml" Id="Rcb76adc60e11469b" /><Relationship Type="http://schemas.openxmlformats.org/officeDocument/2006/relationships/officeDocument" Target="/ppt/presentation.xml" Id="R5949e6713eb04272" /></Relationships>
</file>

<file path=ppt/presentation.xml><?xml version="1.0" encoding="utf-8"?>
<p:presentation xmlns:p="http://schemas.openxmlformats.org/presentationml/2006/main">
  <p:sldMasterIdLst>
    <p:sldMasterId xmlns:r="http://schemas.openxmlformats.org/officeDocument/2006/relationships" id="2147483648" r:id="Rd4a13f025d6b4314"/>
  </p:sldMasterIdLst>
  <p:notesMasterIdLst>
    <p:notesMasterId xmlns:r="http://schemas.openxmlformats.org/officeDocument/2006/relationships" r:id="R7460fa16663f44ce"/>
  </p:notesMasterIdLst>
  <p:sldIdLst>
    <p:sldId xmlns:r="http://schemas.openxmlformats.org/officeDocument/2006/relationships" id="256" r:id="Rcfd6cbc2339a4c71"/>
    <p:sldId xmlns:r="http://schemas.openxmlformats.org/officeDocument/2006/relationships" id="257" r:id="R194d66439f924887"/>
    <p:sldId xmlns:r="http://schemas.openxmlformats.org/officeDocument/2006/relationships" id="258" r:id="Rf7fe4a01de8348cc"/>
    <p:sldId xmlns:r="http://schemas.openxmlformats.org/officeDocument/2006/relationships" id="259" r:id="R001aabaffa644b41"/>
    <p:sldId xmlns:r="http://schemas.openxmlformats.org/officeDocument/2006/relationships" id="260" r:id="R6f8ae17d4f19450c"/>
    <p:sldId xmlns:r="http://schemas.openxmlformats.org/officeDocument/2006/relationships" id="261" r:id="Rb8397fc234894d44"/>
    <p:sldId xmlns:r="http://schemas.openxmlformats.org/officeDocument/2006/relationships" id="262" r:id="R7c6165b7955944b9"/>
    <p:sldId xmlns:r="http://schemas.openxmlformats.org/officeDocument/2006/relationships" id="263" r:id="R50d7675661e44cc6"/>
    <p:sldId xmlns:r="http://schemas.openxmlformats.org/officeDocument/2006/relationships" id="264" r:id="R8472c77ba94b4ef9"/>
    <p:sldId xmlns:r="http://schemas.openxmlformats.org/officeDocument/2006/relationships" id="265" r:id="R88ec8c87c1b4484a"/>
    <p:sldId xmlns:r="http://schemas.openxmlformats.org/officeDocument/2006/relationships" id="266" r:id="Rc9aea7950e424bc2"/>
    <p:sldId xmlns:r="http://schemas.openxmlformats.org/officeDocument/2006/relationships" id="267" r:id="Rcb0d2f3425464167"/>
    <p:sldId xmlns:r="http://schemas.openxmlformats.org/officeDocument/2006/relationships" id="268" r:id="R1c9e558e381646cc"/>
    <p:sldId xmlns:r="http://schemas.openxmlformats.org/officeDocument/2006/relationships" id="269" r:id="Ra0488c93d4c34491"/>
    <p:sldId xmlns:r="http://schemas.openxmlformats.org/officeDocument/2006/relationships" id="270" r:id="Ra67fa978b17d43e9"/>
    <p:sldId xmlns:r="http://schemas.openxmlformats.org/officeDocument/2006/relationships" id="271" r:id="R82f9c2f4b765473d"/>
    <p:sldId xmlns:r="http://schemas.openxmlformats.org/officeDocument/2006/relationships" id="272" r:id="Rc1611bf8bc74460e"/>
    <p:sldId xmlns:r="http://schemas.openxmlformats.org/officeDocument/2006/relationships" id="273" r:id="Ra59e7ae902554fcb"/>
    <p:sldId xmlns:r="http://schemas.openxmlformats.org/officeDocument/2006/relationships" id="274" r:id="Rf62e4ec935e8465f"/>
    <p:sldId xmlns:r="http://schemas.openxmlformats.org/officeDocument/2006/relationships" id="275" r:id="Rbfbe0b1b4b014dc2"/>
    <p:sldId xmlns:r="http://schemas.openxmlformats.org/officeDocument/2006/relationships" id="276" r:id="R45804a3bea344e42"/>
    <p:sldId xmlns:r="http://schemas.openxmlformats.org/officeDocument/2006/relationships" id="277" r:id="R80c2902c51414c09"/>
    <p:sldId xmlns:r="http://schemas.openxmlformats.org/officeDocument/2006/relationships" id="278" r:id="R799a44a8a93a4333"/>
    <p:sldId xmlns:r="http://schemas.openxmlformats.org/officeDocument/2006/relationships" id="279" r:id="Re0e781d7734640d3"/>
    <p:sldId xmlns:r="http://schemas.openxmlformats.org/officeDocument/2006/relationships" id="280" r:id="Ra1d94037c6bd45d5"/>
    <p:sldId xmlns:r="http://schemas.openxmlformats.org/officeDocument/2006/relationships" id="281" r:id="Raec97b4a11c145d8"/>
    <p:sldId xmlns:r="http://schemas.openxmlformats.org/officeDocument/2006/relationships" id="282" r:id="R944fbed3c64b4b67"/>
    <p:sldId xmlns:r="http://schemas.openxmlformats.org/officeDocument/2006/relationships" id="283" r:id="Rcbe7d6eae9e349e0"/>
    <p:sldId xmlns:r="http://schemas.openxmlformats.org/officeDocument/2006/relationships" id="284" r:id="Rbf4b4ba5a50949a5"/>
    <p:sldId xmlns:r="http://schemas.openxmlformats.org/officeDocument/2006/relationships" id="285" r:id="R4d94ce5be09e4e8b"/>
    <p:sldId xmlns:r="http://schemas.openxmlformats.org/officeDocument/2006/relationships" id="286" r:id="Re48828d72bc14e5c"/>
    <p:sldId xmlns:r="http://schemas.openxmlformats.org/officeDocument/2006/relationships" id="287" r:id="R412d8462a58b46f6"/>
    <p:sldId xmlns:r="http://schemas.openxmlformats.org/officeDocument/2006/relationships" id="288" r:id="Rabf4ce5afa544780"/>
    <p:sldId xmlns:r="http://schemas.openxmlformats.org/officeDocument/2006/relationships" id="289" r:id="Ra78628021afc4439"/>
    <p:sldId xmlns:r="http://schemas.openxmlformats.org/officeDocument/2006/relationships" id="290" r:id="R69a7b20c368a4228"/>
    <p:sldId xmlns:r="http://schemas.openxmlformats.org/officeDocument/2006/relationships" id="291" r:id="R38e5d867fa134d9d"/>
    <p:sldId xmlns:r="http://schemas.openxmlformats.org/officeDocument/2006/relationships" id="292" r:id="Rd5352899427e4304"/>
    <p:sldId xmlns:r="http://schemas.openxmlformats.org/officeDocument/2006/relationships" id="293" r:id="R1b9453704347439a"/>
    <p:sldId xmlns:r="http://schemas.openxmlformats.org/officeDocument/2006/relationships" id="294" r:id="R098b704c06744526"/>
    <p:sldId xmlns:r="http://schemas.openxmlformats.org/officeDocument/2006/relationships" id="295" r:id="R938354622f9744a9"/>
    <p:sldId xmlns:r="http://schemas.openxmlformats.org/officeDocument/2006/relationships" id="296" r:id="R5db6a7fa04404845"/>
    <p:sldId xmlns:r="http://schemas.openxmlformats.org/officeDocument/2006/relationships" id="297" r:id="R604f541c7c954fe2"/>
    <p:sldId xmlns:r="http://schemas.openxmlformats.org/officeDocument/2006/relationships" id="298" r:id="Rbd1a9f666c424135"/>
    <p:sldId xmlns:r="http://schemas.openxmlformats.org/officeDocument/2006/relationships" id="299" r:id="R709d405f9bb14b23"/>
    <p:sldId xmlns:r="http://schemas.openxmlformats.org/officeDocument/2006/relationships" id="300" r:id="R8dd52986a9294b9d"/>
    <p:sldId xmlns:r="http://schemas.openxmlformats.org/officeDocument/2006/relationships" id="301" r:id="Rb52404bb56374851"/>
    <p:sldId xmlns:r="http://schemas.openxmlformats.org/officeDocument/2006/relationships" id="302" r:id="R13325e04a2504daf"/>
    <p:sldId xmlns:r="http://schemas.openxmlformats.org/officeDocument/2006/relationships" id="303" r:id="Rc7c580ceeabf4def"/>
    <p:sldId xmlns:r="http://schemas.openxmlformats.org/officeDocument/2006/relationships" id="304" r:id="R8ba95bd6f61742da"/>
    <p:sldId xmlns:r="http://schemas.openxmlformats.org/officeDocument/2006/relationships" id="305" r:id="R9aa6339e75f2487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25c6e597514ace" /><Relationship Type="http://schemas.openxmlformats.org/officeDocument/2006/relationships/slideMaster" Target="/ppt/slideMasters/slideMaster1.xml" Id="Rd4a13f025d6b4314" /><Relationship Type="http://schemas.openxmlformats.org/officeDocument/2006/relationships/notesMaster" Target="/ppt/notesMasters/notesMaster1.xml" Id="R7460fa16663f44ce" /><Relationship Type="http://schemas.openxmlformats.org/officeDocument/2006/relationships/presProps" Target="/ppt/presProps.xml" Id="Rc5d915f683b549fb" /><Relationship Type="http://schemas.openxmlformats.org/officeDocument/2006/relationships/tableStyles" Target="/ppt/tableStyles.xml" Id="Rd472ccac88284ff1" /><Relationship Type="http://schemas.openxmlformats.org/officeDocument/2006/relationships/slide" Target="/ppt/slides/slide1.xml" Id="Rcfd6cbc2339a4c71" /><Relationship Type="http://schemas.openxmlformats.org/officeDocument/2006/relationships/slide" Target="/ppt/slides/slide2.xml" Id="R194d66439f924887" /><Relationship Type="http://schemas.openxmlformats.org/officeDocument/2006/relationships/slide" Target="/ppt/slides/slide3.xml" Id="Rf7fe4a01de8348cc" /><Relationship Type="http://schemas.openxmlformats.org/officeDocument/2006/relationships/slide" Target="/ppt/slides/slide4.xml" Id="R001aabaffa644b41" /><Relationship Type="http://schemas.openxmlformats.org/officeDocument/2006/relationships/slide" Target="/ppt/slides/slide5.xml" Id="R6f8ae17d4f19450c" /><Relationship Type="http://schemas.openxmlformats.org/officeDocument/2006/relationships/slide" Target="/ppt/slides/slide6.xml" Id="Rb8397fc234894d44" /><Relationship Type="http://schemas.openxmlformats.org/officeDocument/2006/relationships/slide" Target="/ppt/slides/slide7.xml" Id="R7c6165b7955944b9" /><Relationship Type="http://schemas.openxmlformats.org/officeDocument/2006/relationships/slide" Target="/ppt/slides/slide8.xml" Id="R50d7675661e44cc6" /><Relationship Type="http://schemas.openxmlformats.org/officeDocument/2006/relationships/slide" Target="/ppt/slides/slide9.xml" Id="R8472c77ba94b4ef9" /><Relationship Type="http://schemas.openxmlformats.org/officeDocument/2006/relationships/slide" Target="/ppt/slides/slide10.xml" Id="R88ec8c87c1b4484a" /><Relationship Type="http://schemas.openxmlformats.org/officeDocument/2006/relationships/slide" Target="/ppt/slides/slide11.xml" Id="Rc9aea7950e424bc2" /><Relationship Type="http://schemas.openxmlformats.org/officeDocument/2006/relationships/slide" Target="/ppt/slides/slide12.xml" Id="Rcb0d2f3425464167" /><Relationship Type="http://schemas.openxmlformats.org/officeDocument/2006/relationships/slide" Target="/ppt/slides/slide13.xml" Id="R1c9e558e381646cc" /><Relationship Type="http://schemas.openxmlformats.org/officeDocument/2006/relationships/slide" Target="/ppt/slides/slide14.xml" Id="Ra0488c93d4c34491" /><Relationship Type="http://schemas.openxmlformats.org/officeDocument/2006/relationships/slide" Target="/ppt/slides/slide15.xml" Id="Ra67fa978b17d43e9" /><Relationship Type="http://schemas.openxmlformats.org/officeDocument/2006/relationships/slide" Target="/ppt/slides/slide16.xml" Id="R82f9c2f4b765473d" /><Relationship Type="http://schemas.openxmlformats.org/officeDocument/2006/relationships/slide" Target="/ppt/slides/slide17.xml" Id="Rc1611bf8bc74460e" /><Relationship Type="http://schemas.openxmlformats.org/officeDocument/2006/relationships/slide" Target="/ppt/slides/slide18.xml" Id="Ra59e7ae902554fcb" /><Relationship Type="http://schemas.openxmlformats.org/officeDocument/2006/relationships/slide" Target="/ppt/slides/slide19.xml" Id="Rf62e4ec935e8465f" /><Relationship Type="http://schemas.openxmlformats.org/officeDocument/2006/relationships/slide" Target="/ppt/slides/slide20.xml" Id="Rbfbe0b1b4b014dc2" /><Relationship Type="http://schemas.openxmlformats.org/officeDocument/2006/relationships/slide" Target="/ppt/slides/slide21.xml" Id="R45804a3bea344e42" /><Relationship Type="http://schemas.openxmlformats.org/officeDocument/2006/relationships/slide" Target="/ppt/slides/slide22.xml" Id="R80c2902c51414c09" /><Relationship Type="http://schemas.openxmlformats.org/officeDocument/2006/relationships/slide" Target="/ppt/slides/slide23.xml" Id="R799a44a8a93a4333" /><Relationship Type="http://schemas.openxmlformats.org/officeDocument/2006/relationships/slide" Target="/ppt/slides/slide24.xml" Id="Re0e781d7734640d3" /><Relationship Type="http://schemas.openxmlformats.org/officeDocument/2006/relationships/slide" Target="/ppt/slides/slide25.xml" Id="Ra1d94037c6bd45d5" /><Relationship Type="http://schemas.openxmlformats.org/officeDocument/2006/relationships/slide" Target="/ppt/slides/slide26.xml" Id="Raec97b4a11c145d8" /><Relationship Type="http://schemas.openxmlformats.org/officeDocument/2006/relationships/slide" Target="/ppt/slides/slide27.xml" Id="R944fbed3c64b4b67" /><Relationship Type="http://schemas.openxmlformats.org/officeDocument/2006/relationships/slide" Target="/ppt/slides/slide28.xml" Id="Rcbe7d6eae9e349e0" /><Relationship Type="http://schemas.openxmlformats.org/officeDocument/2006/relationships/slide" Target="/ppt/slides/slide29.xml" Id="Rbf4b4ba5a50949a5" /><Relationship Type="http://schemas.openxmlformats.org/officeDocument/2006/relationships/slide" Target="/ppt/slides/slide30.xml" Id="R4d94ce5be09e4e8b" /><Relationship Type="http://schemas.openxmlformats.org/officeDocument/2006/relationships/slide" Target="/ppt/slides/slide31.xml" Id="Re48828d72bc14e5c" /><Relationship Type="http://schemas.openxmlformats.org/officeDocument/2006/relationships/slide" Target="/ppt/slides/slide32.xml" Id="R412d8462a58b46f6" /><Relationship Type="http://schemas.openxmlformats.org/officeDocument/2006/relationships/slide" Target="/ppt/slides/slide33.xml" Id="Rabf4ce5afa544780" /><Relationship Type="http://schemas.openxmlformats.org/officeDocument/2006/relationships/slide" Target="/ppt/slides/slide34.xml" Id="Ra78628021afc4439" /><Relationship Type="http://schemas.openxmlformats.org/officeDocument/2006/relationships/slide" Target="/ppt/slides/slide35.xml" Id="R69a7b20c368a4228" /><Relationship Type="http://schemas.openxmlformats.org/officeDocument/2006/relationships/slide" Target="/ppt/slides/slide36.xml" Id="R38e5d867fa134d9d" /><Relationship Type="http://schemas.openxmlformats.org/officeDocument/2006/relationships/slide" Target="/ppt/slides/slide37.xml" Id="Rd5352899427e4304" /><Relationship Type="http://schemas.openxmlformats.org/officeDocument/2006/relationships/slide" Target="/ppt/slides/slide38.xml" Id="R1b9453704347439a" /><Relationship Type="http://schemas.openxmlformats.org/officeDocument/2006/relationships/slide" Target="/ppt/slides/slide39.xml" Id="R098b704c06744526" /><Relationship Type="http://schemas.openxmlformats.org/officeDocument/2006/relationships/slide" Target="/ppt/slides/slide40.xml" Id="R938354622f9744a9" /><Relationship Type="http://schemas.openxmlformats.org/officeDocument/2006/relationships/slide" Target="/ppt/slides/slide41.xml" Id="R5db6a7fa04404845" /><Relationship Type="http://schemas.openxmlformats.org/officeDocument/2006/relationships/slide" Target="/ppt/slides/slide42.xml" Id="R604f541c7c954fe2" /><Relationship Type="http://schemas.openxmlformats.org/officeDocument/2006/relationships/slide" Target="/ppt/slides/slide43.xml" Id="Rbd1a9f666c424135" /><Relationship Type="http://schemas.openxmlformats.org/officeDocument/2006/relationships/slide" Target="/ppt/slides/slide44.xml" Id="R709d405f9bb14b23" /><Relationship Type="http://schemas.openxmlformats.org/officeDocument/2006/relationships/slide" Target="/ppt/slides/slide45.xml" Id="R8dd52986a9294b9d" /><Relationship Type="http://schemas.openxmlformats.org/officeDocument/2006/relationships/slide" Target="/ppt/slides/slide46.xml" Id="Rb52404bb56374851" /><Relationship Type="http://schemas.openxmlformats.org/officeDocument/2006/relationships/slide" Target="/ppt/slides/slide47.xml" Id="R13325e04a2504daf" /><Relationship Type="http://schemas.openxmlformats.org/officeDocument/2006/relationships/slide" Target="/ppt/slides/slide48.xml" Id="Rc7c580ceeabf4def" /><Relationship Type="http://schemas.openxmlformats.org/officeDocument/2006/relationships/slide" Target="/ppt/slides/slide49.xml" Id="R8ba95bd6f61742da" /><Relationship Type="http://schemas.openxmlformats.org/officeDocument/2006/relationships/slide" Target="/ppt/slides/slide50.xml" Id="R9aa6339e75f248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ae5812f49f4c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b92d7235fd4b32" /><Relationship Type="http://schemas.openxmlformats.org/officeDocument/2006/relationships/notesMaster" Target="/ppt/notesMasters/notesMaster1.xml" Id="R6f3b960a380146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49a38dc78047e6" /><Relationship Type="http://schemas.openxmlformats.org/officeDocument/2006/relationships/notesMaster" Target="/ppt/notesMasters/notesMaster1.xml" Id="R6121281b44564d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d73e64bb204c93" /><Relationship Type="http://schemas.openxmlformats.org/officeDocument/2006/relationships/notesMaster" Target="/ppt/notesMasters/notesMaster1.xml" Id="Rf943d56f35dd48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4e23f015444383" /><Relationship Type="http://schemas.openxmlformats.org/officeDocument/2006/relationships/notesMaster" Target="/ppt/notesMasters/notesMaster1.xml" Id="Rf2c8dd0d425d47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dde665cace42f4" /><Relationship Type="http://schemas.openxmlformats.org/officeDocument/2006/relationships/notesMaster" Target="/ppt/notesMasters/notesMaster1.xml" Id="R55907b00bea84a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85f6322cc34520" /><Relationship Type="http://schemas.openxmlformats.org/officeDocument/2006/relationships/notesMaster" Target="/ppt/notesMasters/notesMaster1.xml" Id="R6752ccd71fd244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220755d6e64bf1" /><Relationship Type="http://schemas.openxmlformats.org/officeDocument/2006/relationships/notesMaster" Target="/ppt/notesMasters/notesMaster1.xml" Id="Rfce9ec8f7f9741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abe03f8ad2408c" /><Relationship Type="http://schemas.openxmlformats.org/officeDocument/2006/relationships/notesMaster" Target="/ppt/notesMasters/notesMaster1.xml" Id="Rc87973d1612d4a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8f28e2b314447d" /><Relationship Type="http://schemas.openxmlformats.org/officeDocument/2006/relationships/notesMaster" Target="/ppt/notesMasters/notesMaster1.xml" Id="Rd64c7227f0f64d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61abb9deda4fb7" /><Relationship Type="http://schemas.openxmlformats.org/officeDocument/2006/relationships/notesMaster" Target="/ppt/notesMasters/notesMaster1.xml" Id="Ra5d6233037984b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61beae62c44e40" /><Relationship Type="http://schemas.openxmlformats.org/officeDocument/2006/relationships/notesMaster" Target="/ppt/notesMasters/notesMaster1.xml" Id="R34ced1d48a284a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4a0ea2e03e44f8" /><Relationship Type="http://schemas.openxmlformats.org/officeDocument/2006/relationships/notesMaster" Target="/ppt/notesMasters/notesMaster1.xml" Id="R0ec6ed9b857545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cf9c03ce134e30" /><Relationship Type="http://schemas.openxmlformats.org/officeDocument/2006/relationships/notesMaster" Target="/ppt/notesMasters/notesMaster1.xml" Id="R4ef84016b01f472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565b1aa8734ca2" /><Relationship Type="http://schemas.openxmlformats.org/officeDocument/2006/relationships/notesMaster" Target="/ppt/notesMasters/notesMaster1.xml" Id="Rd389d29bd7fd41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d045e1113f42b0" /><Relationship Type="http://schemas.openxmlformats.org/officeDocument/2006/relationships/notesMaster" Target="/ppt/notesMasters/notesMaster1.xml" Id="Rd4eaff1afd4f45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40ba09cb7f4eea" /><Relationship Type="http://schemas.openxmlformats.org/officeDocument/2006/relationships/notesMaster" Target="/ppt/notesMasters/notesMaster1.xml" Id="Rbcfa1fcd1b5248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877dc338aa4a39" /><Relationship Type="http://schemas.openxmlformats.org/officeDocument/2006/relationships/notesMaster" Target="/ppt/notesMasters/notesMaster1.xml" Id="R9b06316ece9a41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7493b5b36804ea0" /><Relationship Type="http://schemas.openxmlformats.org/officeDocument/2006/relationships/notesMaster" Target="/ppt/notesMasters/notesMaster1.xml" Id="Rbaec3a841cfa4f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7b4f8792c648a0" /><Relationship Type="http://schemas.openxmlformats.org/officeDocument/2006/relationships/notesMaster" Target="/ppt/notesMasters/notesMaster1.xml" Id="R5951cc7070cc43e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5a72f0007e47ca" /><Relationship Type="http://schemas.openxmlformats.org/officeDocument/2006/relationships/notesMaster" Target="/ppt/notesMasters/notesMaster1.xml" Id="R1e6dc9e3559843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e79bbbf3b348f1" /><Relationship Type="http://schemas.openxmlformats.org/officeDocument/2006/relationships/notesMaster" Target="/ppt/notesMasters/notesMaster1.xml" Id="R7e36ba79ed264f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aa92e257514956" /><Relationship Type="http://schemas.openxmlformats.org/officeDocument/2006/relationships/notesMaster" Target="/ppt/notesMasters/notesMaster1.xml" Id="R594c8202260a4be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2846f12bab4189" /><Relationship Type="http://schemas.openxmlformats.org/officeDocument/2006/relationships/notesMaster" Target="/ppt/notesMasters/notesMaster1.xml" Id="Rbf49bfa9c21e4f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ec214b50fc045ef" /><Relationship Type="http://schemas.openxmlformats.org/officeDocument/2006/relationships/notesMaster" Target="/ppt/notesMasters/notesMaster1.xml" Id="Rc30ec2084f5f41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a8900466b34423e" /><Relationship Type="http://schemas.openxmlformats.org/officeDocument/2006/relationships/notesMaster" Target="/ppt/notesMasters/notesMaster1.xml" Id="Ra23812aa668b47a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ef22ea3c11f43e6" /><Relationship Type="http://schemas.openxmlformats.org/officeDocument/2006/relationships/notesMaster" Target="/ppt/notesMasters/notesMaster1.xml" Id="R685951851141410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21c3294a8344687" /><Relationship Type="http://schemas.openxmlformats.org/officeDocument/2006/relationships/notesMaster" Target="/ppt/notesMasters/notesMaster1.xml" Id="R0761b5686d95421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ed31beb1a8f4fd5" /><Relationship Type="http://schemas.openxmlformats.org/officeDocument/2006/relationships/notesMaster" Target="/ppt/notesMasters/notesMaster1.xml" Id="Rb86355e58f0e497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3351e29e0e4025" /><Relationship Type="http://schemas.openxmlformats.org/officeDocument/2006/relationships/notesMaster" Target="/ppt/notesMasters/notesMaster1.xml" Id="R3228470583ba47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2147b90b32547b8" /><Relationship Type="http://schemas.openxmlformats.org/officeDocument/2006/relationships/notesMaster" Target="/ppt/notesMasters/notesMaster1.xml" Id="R0307efcb760a415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20fd3dab1cb418f" /><Relationship Type="http://schemas.openxmlformats.org/officeDocument/2006/relationships/notesMaster" Target="/ppt/notesMasters/notesMaster1.xml" Id="R0119b4d4fab54cd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fa371c8f5354e23" /><Relationship Type="http://schemas.openxmlformats.org/officeDocument/2006/relationships/notesMaster" Target="/ppt/notesMasters/notesMaster1.xml" Id="R4a782a4193174e4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cd01e102d7546a3" /><Relationship Type="http://schemas.openxmlformats.org/officeDocument/2006/relationships/notesMaster" Target="/ppt/notesMasters/notesMaster1.xml" Id="R1b8ca675a6a74cf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9c248e2e9094de0" /><Relationship Type="http://schemas.openxmlformats.org/officeDocument/2006/relationships/notesMaster" Target="/ppt/notesMasters/notesMaster1.xml" Id="R067412b1e0fe46a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3564c4887af4a39" /><Relationship Type="http://schemas.openxmlformats.org/officeDocument/2006/relationships/notesMaster" Target="/ppt/notesMasters/notesMaster1.xml" Id="Rb4dda45b3de449d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81836e3f6d2492d" /><Relationship Type="http://schemas.openxmlformats.org/officeDocument/2006/relationships/notesMaster" Target="/ppt/notesMasters/notesMaster1.xml" Id="Rbdf70fac8462421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4068339672a4a77" /><Relationship Type="http://schemas.openxmlformats.org/officeDocument/2006/relationships/notesMaster" Target="/ppt/notesMasters/notesMaster1.xml" Id="R697f0de4dd784c2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9bde76bc72a4b39" /><Relationship Type="http://schemas.openxmlformats.org/officeDocument/2006/relationships/notesMaster" Target="/ppt/notesMasters/notesMaster1.xml" Id="R54bc2fa4e023487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a5c6c03628541a2" /><Relationship Type="http://schemas.openxmlformats.org/officeDocument/2006/relationships/notesMaster" Target="/ppt/notesMasters/notesMaster1.xml" Id="R77008b554fbc462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a329df8bb2d4370" /><Relationship Type="http://schemas.openxmlformats.org/officeDocument/2006/relationships/notesMaster" Target="/ppt/notesMasters/notesMaster1.xml" Id="Ra186d1086a66444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0afcd7330de44f0" /><Relationship Type="http://schemas.openxmlformats.org/officeDocument/2006/relationships/notesMaster" Target="/ppt/notesMasters/notesMaster1.xml" Id="R8099c04538f3433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a0feb6440684288" /><Relationship Type="http://schemas.openxmlformats.org/officeDocument/2006/relationships/notesMaster" Target="/ppt/notesMasters/notesMaster1.xml" Id="R5d425ffaf0af400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69b1d32fc2641f7" /><Relationship Type="http://schemas.openxmlformats.org/officeDocument/2006/relationships/notesMaster" Target="/ppt/notesMasters/notesMaster1.xml" Id="Raa1a9c9abf1149e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f2448c93ba143ed" /><Relationship Type="http://schemas.openxmlformats.org/officeDocument/2006/relationships/notesMaster" Target="/ppt/notesMasters/notesMaster1.xml" Id="Red3237b5ffc54aa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c58a17ce2814537" /><Relationship Type="http://schemas.openxmlformats.org/officeDocument/2006/relationships/notesMaster" Target="/ppt/notesMasters/notesMaster1.xml" Id="Rfba1e2c500dc421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4caa47466d44e2a" /><Relationship Type="http://schemas.openxmlformats.org/officeDocument/2006/relationships/notesMaster" Target="/ppt/notesMasters/notesMaster1.xml" Id="Rcf1df9774b29475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f8e806aa12e4ea6" /><Relationship Type="http://schemas.openxmlformats.org/officeDocument/2006/relationships/notesMaster" Target="/ppt/notesMasters/notesMaster1.xml" Id="R35bdf34d85fd4db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121219e1a9a43b2" /><Relationship Type="http://schemas.openxmlformats.org/officeDocument/2006/relationships/notesMaster" Target="/ppt/notesMasters/notesMaster1.xml" Id="Rd48774f6c266427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3dfe446251042fd" /><Relationship Type="http://schemas.openxmlformats.org/officeDocument/2006/relationships/notesMaster" Target="/ppt/notesMasters/notesMaster1.xml" Id="R52683287548a46a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4456089d8cb4c71" /><Relationship Type="http://schemas.openxmlformats.org/officeDocument/2006/relationships/notesMaster" Target="/ppt/notesMasters/notesMaster1.xml" Id="R392fb8d7088a4f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assets/formation-v28/prompts.json.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96091056ac4a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4a4350348847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37c75609d148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77963f04d444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a20cc691c741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c8da4ae4e348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1E45C5-030E-4EE4-81F1-0281DA4888F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89C761-A383-4595-B43E-32975C5D1EED}"/>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E94853-989C-4E07-A2ED-1F2413D97CE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56E008-7FB7-46B3-9B42-A1C3AD1C5E6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B8E4213-C8D0-496B-826B-B22EFFDA8AD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97D2AE-E86F-4A63-8EF9-8310C616FE0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31D382-8650-4A3F-841A-0098CDBE729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08E9DE-A6AA-46C8-8759-D3E83A8D229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B21738-6FCD-4444-9853-C41B88A669C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669F42-4E75-42C8-B4D5-38BAD7B18A5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de52eef3484914" /><Relationship Type="http://schemas.openxmlformats.org/officeDocument/2006/relationships/slideLayout" Target="/ppt/slideLayouts/slideLayout1.xml" Id="R45affe381dff49c9" /><Relationship Type="http://schemas.openxmlformats.org/officeDocument/2006/relationships/slideLayout" Target="/ppt/slideLayouts/slideLayout2.xml" Id="R8dd0186daade4e08" /><Relationship Type="http://schemas.openxmlformats.org/officeDocument/2006/relationships/slideLayout" Target="/ppt/slideLayouts/slideLayout3.xml" Id="R04660ed22f684a69" /><Relationship Type="http://schemas.openxmlformats.org/officeDocument/2006/relationships/slideLayout" Target="/ppt/slideLayouts/slideLayout4.xml" Id="Rab110202a6054d5f" /><Relationship Type="http://schemas.openxmlformats.org/officeDocument/2006/relationships/slideLayout" Target="/ppt/slideLayouts/slideLayout5.xml" Id="Rf4d402f340104e7a" /><Relationship Type="http://schemas.openxmlformats.org/officeDocument/2006/relationships/slideLayout" Target="/ppt/slideLayouts/slideLayout6.xml" Id="R90acc16fb22149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affe381dff49c9"/>
    <p:sldLayoutId xmlns:r="http://schemas.openxmlformats.org/officeDocument/2006/relationships" id="2147483650" r:id="R8dd0186daade4e08"/>
    <p:sldLayoutId xmlns:r="http://schemas.openxmlformats.org/officeDocument/2006/relationships" id="2147483651" r:id="R04660ed22f684a69"/>
    <p:sldLayoutId xmlns:r="http://schemas.openxmlformats.org/officeDocument/2006/relationships" id="2147483652" r:id="Rab110202a6054d5f"/>
    <p:sldLayoutId xmlns:r="http://schemas.openxmlformats.org/officeDocument/2006/relationships" id="2147483653" r:id="Rf4d402f340104e7a"/>
    <p:sldLayoutId xmlns:r="http://schemas.openxmlformats.org/officeDocument/2006/relationships" id="2147483654" r:id="R90acc16fb22149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121e8604fc47c0" /><Relationship Type="http://schemas.openxmlformats.org/officeDocument/2006/relationships/image" Target="/ppt/media/image.png" Id="Rea875db965c64558" /><Relationship Type="http://schemas.openxmlformats.org/officeDocument/2006/relationships/image" Target="/ppt/media/image2.png" Id="R64117c177e95428e" /><Relationship Type="http://schemas.openxmlformats.org/officeDocument/2006/relationships/image" Target="/ppt/media/image3.png" Id="R441d301c19b34a11" /><Relationship Type="http://schemas.openxmlformats.org/officeDocument/2006/relationships/notesSlide" Target="/ppt/notesSlides/notesSlide1.xml" Id="Rc247bc427d5d49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5fe03d76ca42d8" /><Relationship Type="http://schemas.openxmlformats.org/officeDocument/2006/relationships/image" Target="/ppt/media/image4.png" Id="R2a987813e06c4c87" /><Relationship Type="http://schemas.openxmlformats.org/officeDocument/2006/relationships/image" Target="/ppt/media/image5.png" Id="R7ab80d158bb6418b" /><Relationship Type="http://schemas.openxmlformats.org/officeDocument/2006/relationships/notesSlide" Target="/ppt/notesSlides/notesSlide2.xml" Id="R17c2fbb34b8348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392943902f47fa" /><Relationship Type="http://schemas.openxmlformats.org/officeDocument/2006/relationships/image" Target="/ppt/media/image6.png" Id="R14735d174b8041c9" /><Relationship Type="http://schemas.openxmlformats.org/officeDocument/2006/relationships/notesSlide" Target="/ppt/notesSlides/notesSlide3.xml" Id="R75c6ca3624bd49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7dc7f457c645d4" /><Relationship Type="http://schemas.openxmlformats.org/officeDocument/2006/relationships/image" Target="/ppt/media/image7.png" Id="R0dd3d17213aa42b0" /><Relationship Type="http://schemas.openxmlformats.org/officeDocument/2006/relationships/image" Target="/ppt/media/image8.png" Id="Rfe659a2444ec4c71" /><Relationship Type="http://schemas.openxmlformats.org/officeDocument/2006/relationships/notesSlide" Target="/ppt/notesSlides/notesSlide4.xml" Id="R916ad2d670b54a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62f9e8568d42ad" /><Relationship Type="http://schemas.openxmlformats.org/officeDocument/2006/relationships/image" Target="/ppt/media/image9.png" Id="R78856f25800c444e" /><Relationship Type="http://schemas.openxmlformats.org/officeDocument/2006/relationships/image" Target="/ppt/media/image10.png" Id="Rf1fb3794c2c040c9" /><Relationship Type="http://schemas.openxmlformats.org/officeDocument/2006/relationships/notesSlide" Target="/ppt/notesSlides/notesSlide5.xml" Id="R9030326e87c746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ada368329f4d35" /><Relationship Type="http://schemas.openxmlformats.org/officeDocument/2006/relationships/image" Target="/ppt/media/image11.png" Id="Rf28968f923674b92" /><Relationship Type="http://schemas.openxmlformats.org/officeDocument/2006/relationships/notesSlide" Target="/ppt/notesSlides/notesSlide6.xml" Id="R370c74a2ca3b4b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4ddc5b865354c61" /><Relationship Type="http://schemas.openxmlformats.org/officeDocument/2006/relationships/image" Target="/ppt/media/image12.png" Id="R31cd8003ebd8433e" /><Relationship Type="http://schemas.openxmlformats.org/officeDocument/2006/relationships/image" Target="/ppt/media/image13.png" Id="Rc3136ff32b834f78" /><Relationship Type="http://schemas.openxmlformats.org/officeDocument/2006/relationships/image" Target="/ppt/media/image14.png" Id="R14ddf3e681ee41a9" /><Relationship Type="http://schemas.openxmlformats.org/officeDocument/2006/relationships/image" Target="/ppt/media/image15.png" Id="Rb184122bf5cb430f" /><Relationship Type="http://schemas.openxmlformats.org/officeDocument/2006/relationships/notesSlide" Target="/ppt/notesSlides/notesSlide7.xml" Id="Rfe61c92d915345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764e94a3014502" /><Relationship Type="http://schemas.openxmlformats.org/officeDocument/2006/relationships/image" Target="/ppt/media/image16.png" Id="R63ae70bba75f490b" /><Relationship Type="http://schemas.openxmlformats.org/officeDocument/2006/relationships/image" Target="/ppt/media/image17.png" Id="R08a48fe637944ee1" /><Relationship Type="http://schemas.openxmlformats.org/officeDocument/2006/relationships/notesSlide" Target="/ppt/notesSlides/notesSlide8.xml" Id="R1a828899780a4d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cde8c942b1d41d2" /><Relationship Type="http://schemas.openxmlformats.org/officeDocument/2006/relationships/image" Target="/ppt/media/image18.png" Id="R44a653428df84051" /><Relationship Type="http://schemas.openxmlformats.org/officeDocument/2006/relationships/image" Target="/ppt/media/image19.png" Id="R51a7381c7b8840b0" /><Relationship Type="http://schemas.openxmlformats.org/officeDocument/2006/relationships/image" Target="/ppt/media/image20.png" Id="R9a430b4b6a2740be" /><Relationship Type="http://schemas.openxmlformats.org/officeDocument/2006/relationships/image" Target="/ppt/media/image21.png" Id="R01d9cf2ba3d544c3" /><Relationship Type="http://schemas.openxmlformats.org/officeDocument/2006/relationships/notesSlide" Target="/ppt/notesSlides/notesSlide9.xml" Id="R4edb6d8c57bc47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37ea86887e48e2" /><Relationship Type="http://schemas.openxmlformats.org/officeDocument/2006/relationships/image" Target="/ppt/media/image22.png" Id="Rd7fafaca82a54a37" /><Relationship Type="http://schemas.openxmlformats.org/officeDocument/2006/relationships/image" Target="/ppt/media/image23.png" Id="R752c0ebc370d4cd0" /><Relationship Type="http://schemas.openxmlformats.org/officeDocument/2006/relationships/image" Target="/ppt/media/image24.png" Id="Rf1ee88871b8f40b4" /><Relationship Type="http://schemas.openxmlformats.org/officeDocument/2006/relationships/notesSlide" Target="/ppt/notesSlides/notesSlide10.xml" Id="R57c707772fc84f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7eda922e4a420b" /><Relationship Type="http://schemas.openxmlformats.org/officeDocument/2006/relationships/image" Target="/ppt/media/image25.png" Id="R8d31c5729b0e41e4" /><Relationship Type="http://schemas.openxmlformats.org/officeDocument/2006/relationships/image" Target="/ppt/media/image26.png" Id="R3c2a8bb3dbae49c1" /><Relationship Type="http://schemas.openxmlformats.org/officeDocument/2006/relationships/image" Target="/ppt/media/image27.png" Id="Ra19d2e58cdbe4be1" /><Relationship Type="http://schemas.openxmlformats.org/officeDocument/2006/relationships/notesSlide" Target="/ppt/notesSlides/notesSlide11.xml" Id="Ra84266eac83943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7b81bd9f31b445b" /><Relationship Type="http://schemas.openxmlformats.org/officeDocument/2006/relationships/image" Target="/ppt/media/image28.png" Id="R0bec4dea03174601" /><Relationship Type="http://schemas.openxmlformats.org/officeDocument/2006/relationships/notesSlide" Target="/ppt/notesSlides/notesSlide12.xml" Id="R9f2fdef6239b47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7555b875304132" /><Relationship Type="http://schemas.openxmlformats.org/officeDocument/2006/relationships/image" Target="/ppt/media/image29.png" Id="R5a224999bbfb48b1" /><Relationship Type="http://schemas.openxmlformats.org/officeDocument/2006/relationships/image" Target="/ppt/media/image30.png" Id="Rcf123bf6f73a43ae" /><Relationship Type="http://schemas.openxmlformats.org/officeDocument/2006/relationships/notesSlide" Target="/ppt/notesSlides/notesSlide13.xml" Id="R1a8c9f3109664b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d8f0940851442d2" /><Relationship Type="http://schemas.openxmlformats.org/officeDocument/2006/relationships/image" Target="/ppt/media/image31.png" Id="R536004edf6aa4443" /><Relationship Type="http://schemas.openxmlformats.org/officeDocument/2006/relationships/image" Target="/ppt/media/image32.png" Id="R866e24d6b34b4bf9" /><Relationship Type="http://schemas.openxmlformats.org/officeDocument/2006/relationships/notesSlide" Target="/ppt/notesSlides/notesSlide14.xml" Id="R4aa56b903a6344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603c47ad350488d" /><Relationship Type="http://schemas.openxmlformats.org/officeDocument/2006/relationships/image" Target="/ppt/media/image33.png" Id="Rf2a3a7ab401c4456" /><Relationship Type="http://schemas.openxmlformats.org/officeDocument/2006/relationships/image" Target="/ppt/media/image34.png" Id="Rfc8b5de79e674c0c" /><Relationship Type="http://schemas.openxmlformats.org/officeDocument/2006/relationships/image" Target="/ppt/media/image35.png" Id="Radddc0879b9c4d32" /><Relationship Type="http://schemas.openxmlformats.org/officeDocument/2006/relationships/image" Target="/ppt/media/image36.png" Id="Re556b3ad0c4c4213" /><Relationship Type="http://schemas.openxmlformats.org/officeDocument/2006/relationships/notesSlide" Target="/ppt/notesSlides/notesSlide15.xml" Id="R6a2147fbb95b45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db9fdca91ce43cb" /><Relationship Type="http://schemas.openxmlformats.org/officeDocument/2006/relationships/image" Target="/ppt/media/image37.png" Id="Rbdef593bedd24334" /><Relationship Type="http://schemas.openxmlformats.org/officeDocument/2006/relationships/image" Target="/ppt/media/image38.png" Id="Ra609e5bd585546c6" /><Relationship Type="http://schemas.openxmlformats.org/officeDocument/2006/relationships/notesSlide" Target="/ppt/notesSlides/notesSlide16.xml" Id="R11dc6f3fdacf4f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e7de33d14644f7b" /><Relationship Type="http://schemas.openxmlformats.org/officeDocument/2006/relationships/image" Target="/ppt/media/image39.png" Id="Rd7ab39fd01374052" /><Relationship Type="http://schemas.openxmlformats.org/officeDocument/2006/relationships/image" Target="/ppt/media/image40.png" Id="R4e264bcff72542fe" /><Relationship Type="http://schemas.openxmlformats.org/officeDocument/2006/relationships/image" Target="/ppt/media/image41.png" Id="R18740b2784f04c8e" /><Relationship Type="http://schemas.openxmlformats.org/officeDocument/2006/relationships/notesSlide" Target="/ppt/notesSlides/notesSlide17.xml" Id="R5942fb20e9e945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951593f4ba644f9" /><Relationship Type="http://schemas.openxmlformats.org/officeDocument/2006/relationships/image" Target="/ppt/media/image42.png" Id="Rfac8b0f9ba3e48bf" /><Relationship Type="http://schemas.openxmlformats.org/officeDocument/2006/relationships/image" Target="/ppt/media/image43.png" Id="R20a5b90148fa4d70" /><Relationship Type="http://schemas.openxmlformats.org/officeDocument/2006/relationships/image" Target="/ppt/media/image44.png" Id="R52193608d6454b0b" /><Relationship Type="http://schemas.openxmlformats.org/officeDocument/2006/relationships/notesSlide" Target="/ppt/notesSlides/notesSlide18.xml" Id="R82df667a8b3241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a74292c0e394659" /><Relationship Type="http://schemas.openxmlformats.org/officeDocument/2006/relationships/image" Target="/ppt/media/image45.png" Id="Rd152b524ffb445fd" /><Relationship Type="http://schemas.openxmlformats.org/officeDocument/2006/relationships/image" Target="/ppt/media/image46.png" Id="Rbd18e3a79c1d4642" /><Relationship Type="http://schemas.openxmlformats.org/officeDocument/2006/relationships/image" Target="/ppt/media/image47.png" Id="R758319288edb49d0" /><Relationship Type="http://schemas.openxmlformats.org/officeDocument/2006/relationships/notesSlide" Target="/ppt/notesSlides/notesSlide19.xml" Id="Rc9a24c64c5a441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1e402db54dc449d" /><Relationship Type="http://schemas.openxmlformats.org/officeDocument/2006/relationships/image" Target="/ppt/media/image48.png" Id="R8d6947b3e8604731" /><Relationship Type="http://schemas.openxmlformats.org/officeDocument/2006/relationships/notesSlide" Target="/ppt/notesSlides/notesSlide20.xml" Id="R0f6f8d7d42434e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ed712c2e0924a11" /><Relationship Type="http://schemas.openxmlformats.org/officeDocument/2006/relationships/image" Target="/ppt/media/image49.png" Id="R97a4efdbea0840bb" /><Relationship Type="http://schemas.openxmlformats.org/officeDocument/2006/relationships/image" Target="/ppt/media/image50.png" Id="R6990a34fe3b84cc6" /><Relationship Type="http://schemas.openxmlformats.org/officeDocument/2006/relationships/image" Target="/ppt/media/image51.png" Id="R0b95cae8d7b248f1" /><Relationship Type="http://schemas.openxmlformats.org/officeDocument/2006/relationships/notesSlide" Target="/ppt/notesSlides/notesSlide21.xml" Id="R9c8db874d26546f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20717c8620e4540" /><Relationship Type="http://schemas.openxmlformats.org/officeDocument/2006/relationships/image" Target="/ppt/media/image52.png" Id="Re5a024970b1e472e" /><Relationship Type="http://schemas.openxmlformats.org/officeDocument/2006/relationships/image" Target="/ppt/media/image53.png" Id="R8ac62d727ea84b4c" /><Relationship Type="http://schemas.openxmlformats.org/officeDocument/2006/relationships/image" Target="/ppt/media/image54.png" Id="R510140bc34704861" /><Relationship Type="http://schemas.openxmlformats.org/officeDocument/2006/relationships/notesSlide" Target="/ppt/notesSlides/notesSlide22.xml" Id="Rf99fde658b554cf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c01aef247444607" /><Relationship Type="http://schemas.openxmlformats.org/officeDocument/2006/relationships/image" Target="/ppt/media/image55.png" Id="Rbd95d2e7b4834abd" /><Relationship Type="http://schemas.openxmlformats.org/officeDocument/2006/relationships/image" Target="/ppt/media/image56.png" Id="R5098ed121d9e4be9" /><Relationship Type="http://schemas.openxmlformats.org/officeDocument/2006/relationships/notesSlide" Target="/ppt/notesSlides/notesSlide23.xml" Id="Raf284c8db95a45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202db0ea73b4034" /><Relationship Type="http://schemas.openxmlformats.org/officeDocument/2006/relationships/image" Target="/ppt/media/image57.png" Id="R891d0eed867b4091" /><Relationship Type="http://schemas.openxmlformats.org/officeDocument/2006/relationships/image" Target="/ppt/media/image58.png" Id="R4b3d16c829704473" /><Relationship Type="http://schemas.openxmlformats.org/officeDocument/2006/relationships/notesSlide" Target="/ppt/notesSlides/notesSlide24.xml" Id="R421f19d026564d6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98eb8644feb4a29" /><Relationship Type="http://schemas.openxmlformats.org/officeDocument/2006/relationships/image" Target="/ppt/media/image59.png" Id="R2dd85196c09943f1" /><Relationship Type="http://schemas.openxmlformats.org/officeDocument/2006/relationships/image" Target="/ppt/media/image60.png" Id="R3d728213825c4689" /><Relationship Type="http://schemas.openxmlformats.org/officeDocument/2006/relationships/notesSlide" Target="/ppt/notesSlides/notesSlide25.xml" Id="R3ad4e28b5b0a4ef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c2781a533a24398" /><Relationship Type="http://schemas.openxmlformats.org/officeDocument/2006/relationships/image" Target="/ppt/media/image61.png" Id="Rd65f3496b90c4f50" /><Relationship Type="http://schemas.openxmlformats.org/officeDocument/2006/relationships/notesSlide" Target="/ppt/notesSlides/notesSlide26.xml" Id="Rcc47ea6cd0d5499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610f8c7857943d4" /><Relationship Type="http://schemas.openxmlformats.org/officeDocument/2006/relationships/image" Target="/ppt/media/image62.png" Id="R1a06e395cb8244f3" /><Relationship Type="http://schemas.openxmlformats.org/officeDocument/2006/relationships/notesSlide" Target="/ppt/notesSlides/notesSlide27.xml" Id="R56e2503c29c4479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ba0966560af44a0" /><Relationship Type="http://schemas.openxmlformats.org/officeDocument/2006/relationships/image" Target="/ppt/media/image63.png" Id="R3533f5266575444a" /><Relationship Type="http://schemas.openxmlformats.org/officeDocument/2006/relationships/notesSlide" Target="/ppt/notesSlides/notesSlide28.xml" Id="R4ebd81f9555c44c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f5617c9cf8f43d1" /><Relationship Type="http://schemas.openxmlformats.org/officeDocument/2006/relationships/image" Target="/ppt/media/image64.png" Id="R3264b791580e4880" /><Relationship Type="http://schemas.openxmlformats.org/officeDocument/2006/relationships/notesSlide" Target="/ppt/notesSlides/notesSlide29.xml" Id="R14105f41822747c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61fa9dbad9e4b9b" /><Relationship Type="http://schemas.openxmlformats.org/officeDocument/2006/relationships/image" Target="/ppt/media/image65.png" Id="R0cd04943e1fb4c8b" /><Relationship Type="http://schemas.openxmlformats.org/officeDocument/2006/relationships/notesSlide" Target="/ppt/notesSlides/notesSlide30.xml" Id="R99b5455c997b4c4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bb309e528b34f1d" /><Relationship Type="http://schemas.openxmlformats.org/officeDocument/2006/relationships/image" Target="/ppt/media/image66.png" Id="R796affac663d4539" /><Relationship Type="http://schemas.openxmlformats.org/officeDocument/2006/relationships/image" Target="/ppt/media/image67.png" Id="R79251532e2b84cff" /><Relationship Type="http://schemas.openxmlformats.org/officeDocument/2006/relationships/image" Target="/ppt/media/image68.png" Id="R9f74a5eab3f04bb3" /><Relationship Type="http://schemas.openxmlformats.org/officeDocument/2006/relationships/notesSlide" Target="/ppt/notesSlides/notesSlide31.xml" Id="R83b6974010eb480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af1e95279b0460b" /><Relationship Type="http://schemas.openxmlformats.org/officeDocument/2006/relationships/image" Target="/ppt/media/image69.png" Id="Rb62164c847704fca" /><Relationship Type="http://schemas.openxmlformats.org/officeDocument/2006/relationships/image" Target="/ppt/media/image70.png" Id="R44fa0a22a04d432a" /><Relationship Type="http://schemas.openxmlformats.org/officeDocument/2006/relationships/image" Target="/ppt/media/image71.png" Id="Rb862d598504f4e08" /><Relationship Type="http://schemas.openxmlformats.org/officeDocument/2006/relationships/image" Target="/ppt/media/image72.png" Id="R26af2afeab3245cd" /><Relationship Type="http://schemas.openxmlformats.org/officeDocument/2006/relationships/image" Target="/ppt/media/image73.png" Id="Red7d617c596b48df" /><Relationship Type="http://schemas.openxmlformats.org/officeDocument/2006/relationships/notesSlide" Target="/ppt/notesSlides/notesSlide32.xml" Id="Rf3fedd42a0e8478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1b647025ec54e8a" /><Relationship Type="http://schemas.openxmlformats.org/officeDocument/2006/relationships/image" Target="/ppt/media/image74.png" Id="Ra9f96cfe99404901" /><Relationship Type="http://schemas.openxmlformats.org/officeDocument/2006/relationships/image" Target="/ppt/media/image75.png" Id="Rbb4efa2520f34245" /><Relationship Type="http://schemas.openxmlformats.org/officeDocument/2006/relationships/notesSlide" Target="/ppt/notesSlides/notesSlide33.xml" Id="R2debb1d8bd214b9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77539c3a1d04656" /><Relationship Type="http://schemas.openxmlformats.org/officeDocument/2006/relationships/image" Target="/ppt/media/image76.png" Id="Raf1d46bcf8ca4e61" /><Relationship Type="http://schemas.openxmlformats.org/officeDocument/2006/relationships/notesSlide" Target="/ppt/notesSlides/notesSlide34.xml" Id="R26465292b7d4458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52e5009d1184af3" /><Relationship Type="http://schemas.openxmlformats.org/officeDocument/2006/relationships/image" Target="/ppt/media/image77.png" Id="R667050db1cfb4018" /><Relationship Type="http://schemas.openxmlformats.org/officeDocument/2006/relationships/notesSlide" Target="/ppt/notesSlides/notesSlide35.xml" Id="R9c6b465414ef4b5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5c436c85cf54311" /><Relationship Type="http://schemas.openxmlformats.org/officeDocument/2006/relationships/image" Target="/ppt/media/image78.png" Id="Rb3a0b5f32481449a" /><Relationship Type="http://schemas.openxmlformats.org/officeDocument/2006/relationships/image" Target="/ppt/media/image79.png" Id="R7a42f109b1814df2" /><Relationship Type="http://schemas.openxmlformats.org/officeDocument/2006/relationships/notesSlide" Target="/ppt/notesSlides/notesSlide36.xml" Id="R4534d8e9ba8d404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43b8c46346649cb" /><Relationship Type="http://schemas.openxmlformats.org/officeDocument/2006/relationships/image" Target="/ppt/media/image80.png" Id="R33166523f0784a43" /><Relationship Type="http://schemas.openxmlformats.org/officeDocument/2006/relationships/image" Target="/ppt/media/image81.png" Id="R9a0041b1b31849c0" /><Relationship Type="http://schemas.openxmlformats.org/officeDocument/2006/relationships/notesSlide" Target="/ppt/notesSlides/notesSlide37.xml" Id="R6b6a439f5cb7489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51b415030fd4f2a" /><Relationship Type="http://schemas.openxmlformats.org/officeDocument/2006/relationships/image" Target="/ppt/media/image82.png" Id="R89d54621a27846a7" /><Relationship Type="http://schemas.openxmlformats.org/officeDocument/2006/relationships/image" Target="/ppt/media/image83.png" Id="Rb0fa7df75900494e" /><Relationship Type="http://schemas.openxmlformats.org/officeDocument/2006/relationships/notesSlide" Target="/ppt/notesSlides/notesSlide38.xml" Id="Rb98a0542c9e3443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7e44968b1c64a93" /><Relationship Type="http://schemas.openxmlformats.org/officeDocument/2006/relationships/image" Target="/ppt/media/image84.png" Id="R6de4ba9a8854459d" /><Relationship Type="http://schemas.openxmlformats.org/officeDocument/2006/relationships/image" Target="/ppt/media/image85.png" Id="Rdc81823e7cd54357" /><Relationship Type="http://schemas.openxmlformats.org/officeDocument/2006/relationships/image" Target="/ppt/media/image86.png" Id="Raf4900df1a1541f6" /><Relationship Type="http://schemas.openxmlformats.org/officeDocument/2006/relationships/notesSlide" Target="/ppt/notesSlides/notesSlide39.xml" Id="Rf1216df0832241c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39790563728402d" /><Relationship Type="http://schemas.openxmlformats.org/officeDocument/2006/relationships/image" Target="/ppt/media/image87.png" Id="R8bacbb89793b446b" /><Relationship Type="http://schemas.openxmlformats.org/officeDocument/2006/relationships/notesSlide" Target="/ppt/notesSlides/notesSlide40.xml" Id="R1a630ab516cf4ff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fede0e733724991" /><Relationship Type="http://schemas.openxmlformats.org/officeDocument/2006/relationships/image" Target="/ppt/media/image88.png" Id="R6c89832ba52540bb" /><Relationship Type="http://schemas.openxmlformats.org/officeDocument/2006/relationships/image" Target="/ppt/media/image89.png" Id="Rc16a0b7cb53447b0" /><Relationship Type="http://schemas.openxmlformats.org/officeDocument/2006/relationships/notesSlide" Target="/ppt/notesSlides/notesSlide41.xml" Id="Rd01ec34ae3b54bf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f094eadcfcc4348" /><Relationship Type="http://schemas.openxmlformats.org/officeDocument/2006/relationships/image" Target="/ppt/media/image90.png" Id="Rc5d79b691021458e" /><Relationship Type="http://schemas.openxmlformats.org/officeDocument/2006/relationships/image" Target="/ppt/media/image91.png" Id="R8ee3980c58e548ec" /><Relationship Type="http://schemas.openxmlformats.org/officeDocument/2006/relationships/image" Target="/ppt/media/image92.png" Id="R396796977f1b46bb" /><Relationship Type="http://schemas.openxmlformats.org/officeDocument/2006/relationships/image" Target="/ppt/media/image93.png" Id="R20b020f915f44f6f" /><Relationship Type="http://schemas.openxmlformats.org/officeDocument/2006/relationships/image" Target="/ppt/media/image94.png" Id="Radec41b9a00e41bd" /><Relationship Type="http://schemas.openxmlformats.org/officeDocument/2006/relationships/notesSlide" Target="/ppt/notesSlides/notesSlide42.xml" Id="Rf76206254cb248b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b8f2d124d784327" /><Relationship Type="http://schemas.openxmlformats.org/officeDocument/2006/relationships/image" Target="/ppt/media/image95.png" Id="Ra5779ab6cfa74489" /><Relationship Type="http://schemas.openxmlformats.org/officeDocument/2006/relationships/image" Target="/ppt/media/image96.png" Id="Rc2b5546df6e94ebb" /><Relationship Type="http://schemas.openxmlformats.org/officeDocument/2006/relationships/image" Target="/ppt/media/image97.png" Id="Rebcea72d235f4773" /><Relationship Type="http://schemas.openxmlformats.org/officeDocument/2006/relationships/notesSlide" Target="/ppt/notesSlides/notesSlide43.xml" Id="Rde28a5b07fee4ad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33cac29a8234b9a" /><Relationship Type="http://schemas.openxmlformats.org/officeDocument/2006/relationships/image" Target="/ppt/media/image98.png" Id="R9125c645d0434a1e" /><Relationship Type="http://schemas.openxmlformats.org/officeDocument/2006/relationships/notesSlide" Target="/ppt/notesSlides/notesSlide44.xml" Id="R5e90e69a2ab64a5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151b93fffee14756" /><Relationship Type="http://schemas.openxmlformats.org/officeDocument/2006/relationships/image" Target="/ppt/media/image99.png" Id="R3085b5b0bf194073" /><Relationship Type="http://schemas.openxmlformats.org/officeDocument/2006/relationships/notesSlide" Target="/ppt/notesSlides/notesSlide45.xml" Id="R6dc562b203234bb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55c8278e23d4278" /><Relationship Type="http://schemas.openxmlformats.org/officeDocument/2006/relationships/image" Target="/ppt/media/image100.png" Id="R077b217f10264bb0" /><Relationship Type="http://schemas.openxmlformats.org/officeDocument/2006/relationships/notesSlide" Target="/ppt/notesSlides/notesSlide46.xml" Id="R2c71942b4cd740e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101f5c0cbdb34cf2" /><Relationship Type="http://schemas.openxmlformats.org/officeDocument/2006/relationships/image" Target="/ppt/media/image101.png" Id="R3603efd14d314981" /><Relationship Type="http://schemas.openxmlformats.org/officeDocument/2006/relationships/notesSlide" Target="/ppt/notesSlides/notesSlide47.xml" Id="R33b3d7734a99420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4e9fae7fe9f44ee1" /><Relationship Type="http://schemas.openxmlformats.org/officeDocument/2006/relationships/image" Target="/ppt/media/image102.png" Id="Rd317afdbd4aa4815" /><Relationship Type="http://schemas.openxmlformats.org/officeDocument/2006/relationships/notesSlide" Target="/ppt/notesSlides/notesSlide48.xml" Id="Rfe5b6eda23124c6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e06747fcab34b9c" /><Relationship Type="http://schemas.openxmlformats.org/officeDocument/2006/relationships/image" Target="/ppt/media/image103.png" Id="R1a67f86869c545dd" /><Relationship Type="http://schemas.openxmlformats.org/officeDocument/2006/relationships/image" Target="/ppt/media/image104.png" Id="R3c355ec372e54954" /><Relationship Type="http://schemas.openxmlformats.org/officeDocument/2006/relationships/image" Target="/ppt/media/image105.png" Id="Rc28a5f31d561424b" /><Relationship Type="http://schemas.openxmlformats.org/officeDocument/2006/relationships/image" Target="/ppt/media/image106.png" Id="R7fb0ef47c0ea4198" /><Relationship Type="http://schemas.openxmlformats.org/officeDocument/2006/relationships/notesSlide" Target="/ppt/notesSlides/notesSlide49.xml" Id="Ra60b80777cc14ef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b77b91ae51c4d8d" /><Relationship Type="http://schemas.openxmlformats.org/officeDocument/2006/relationships/image" Target="/ppt/media/image107.png" Id="R99c896e7e3b54562" /><Relationship Type="http://schemas.openxmlformats.org/officeDocument/2006/relationships/notesSlide" Target="/ppt/notesSlides/notesSlide50.xml" Id="R885fadf401ea437f"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C277D18-3937-4DD7-B00C-6BEDD2249BC7}"/>
              </a:ext>
            </a:extLst>
          </p:cNvPr>
          <p:cNvPicPr>
            <a:picLocks xmlns:a="http://schemas.openxmlformats.org/drawingml/2006/main" noChangeAspect="1"/>
          </p:cNvPicPr>
          <p:nvPr/>
        </p:nvPicPr>
        <p:blipFill>
          <a:blip xmlns:r="http://schemas.openxmlformats.org/officeDocument/2006/relationships" xmlns:a="http://schemas.openxmlformats.org/drawingml/2006/main" r:embed="Rea875db965c6455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2DB544E0-151C-4014-8278-A4FD4F82515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458EFCAA-859C-4E3E-A010-0B05E51D7BCA}"/>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2D5573EC-87E5-4E01-96EF-C1A3C6D8EDD9}"/>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8C097DFC-EEF8-48B6-87F9-2234BC75FC3E}"/>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8F710129-79B1-4EA7-9048-D4EACB2E552B}"/>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1186D8B6-5DC4-4EB7-A126-A474C04DC71A}"/>
              </a:ext>
            </a:extLst>
          </p:cNvPr>
          <p:cNvPicPr>
            <a:picLocks xmlns:a="http://schemas.openxmlformats.org/drawingml/2006/main" noChangeAspect="1"/>
          </p:cNvPicPr>
          <p:nvPr/>
        </p:nvPicPr>
        <p:blipFill>
          <a:blip xmlns:r="http://schemas.openxmlformats.org/officeDocument/2006/relationships" xmlns:a="http://schemas.openxmlformats.org/drawingml/2006/main" r:embed="R64117c177e95428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15B281C-E5EC-491A-BA18-33A5AF80B0D4}"/>
              </a:ext>
            </a:extLst>
          </p:cNvPr>
          <p:cNvPicPr>
            <a:picLocks xmlns:a="http://schemas.openxmlformats.org/drawingml/2006/main" noChangeAspect="1"/>
          </p:cNvPicPr>
          <p:nvPr/>
        </p:nvPicPr>
        <p:blipFill>
          <a:blip xmlns:r="http://schemas.openxmlformats.org/officeDocument/2006/relationships" xmlns:a="http://schemas.openxmlformats.org/drawingml/2006/main" r:embed="R441d301c19b34a11"/>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91A1B529-16BA-4099-9FDF-CA0AC1B24FC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715741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A2D8040-B630-4041-AD24-EA8AF689C9F5}"/>
              </a:ext>
            </a:extLst>
          </p:cNvPr>
          <p:cNvPicPr>
            <a:picLocks xmlns:a="http://schemas.openxmlformats.org/drawingml/2006/main" noChangeAspect="1"/>
          </p:cNvPicPr>
          <p:nvPr/>
        </p:nvPicPr>
        <p:blipFill>
          <a:blip xmlns:r="http://schemas.openxmlformats.org/officeDocument/2006/relationships" xmlns:a="http://schemas.openxmlformats.org/drawingml/2006/main" r:embed="R2a987813e06c4c8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C550EDB-B0BF-4B48-BFB7-5BF16DC5E0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E3B88C-0BCE-497B-A32F-52A85487BCB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F844A39B-7CE9-4CEB-8A9E-8159B965C20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4D983EF-826C-411A-A76E-93B1DCBD037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ABA853D0-C604-4251-A2C8-EFDC16EE588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271AAB50-929E-4B4E-816A-5C6FEA6A500D}"/>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B13AF10E-14D8-48BB-BB20-0FC17390EFBA}"/>
              </a:ext>
            </a:extLst>
          </p:cNvPr>
          <p:cNvPicPr>
            <a:picLocks xmlns:a="http://schemas.openxmlformats.org/drawingml/2006/main" noChangeAspect="1"/>
          </p:cNvPicPr>
          <p:nvPr/>
        </p:nvPicPr>
        <p:blipFill>
          <a:blip xmlns:r="http://schemas.openxmlformats.org/officeDocument/2006/relationships" xmlns:a="http://schemas.openxmlformats.org/drawingml/2006/main" r:embed="R7ab80d158bb6418b"/>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8448301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B2AE702B-FBB8-495A-82BF-1F2403475EDD}"/>
              </a:ext>
            </a:extLst>
          </p:cNvPr>
          <p:cNvPicPr>
            <a:picLocks xmlns:a="http://schemas.openxmlformats.org/drawingml/2006/main" noChangeAspect="1"/>
          </p:cNvPicPr>
          <p:nvPr/>
        </p:nvPicPr>
        <p:blipFill>
          <a:blip xmlns:r="http://schemas.openxmlformats.org/officeDocument/2006/relationships" xmlns:a="http://schemas.openxmlformats.org/drawingml/2006/main" r:embed="R14735d174b8041c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F3557E-7E4B-4EE8-A336-5310E54D6A2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B5824C-7C08-4F92-B877-7CE5D4F0F27C}"/>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DA62372D-7526-4164-823B-911D9E25086E}"/>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31180A30-7D66-4368-85F2-C4C5E86F48E0}"/>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B44D0C84-D348-4139-90FB-221FCFC56CD1}"/>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A61A32A0-993B-4AF7-A0C8-C088C623B00F}"/>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FC17DF6-BF10-4A65-847A-F43DE3668213}"/>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5F6928CE-9861-4175-B58E-FACEA49D49A3}"/>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F66C0042-6972-402C-9316-6CF12636241A}"/>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3353533-A8D5-4C70-BDF4-E116725BEBE1}"/>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4EA4C095-3D2D-475D-9202-0240A4ECC763}"/>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AD239059-0AE2-49CE-A9F5-9E1EA1DDD733}"/>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1A9D223-1727-47D4-A49D-A032F78182D1}"/>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135DA255-4BCB-456E-B696-1CEB04A491BB}"/>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4965997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AB7F2418-B3B0-4887-B43A-01CD6C0A8908}"/>
              </a:ext>
            </a:extLst>
          </p:cNvPr>
          <p:cNvPicPr>
            <a:picLocks xmlns:a="http://schemas.openxmlformats.org/drawingml/2006/main" noChangeAspect="1"/>
          </p:cNvPicPr>
          <p:nvPr/>
        </p:nvPicPr>
        <p:blipFill>
          <a:blip xmlns:r="http://schemas.openxmlformats.org/officeDocument/2006/relationships" xmlns:a="http://schemas.openxmlformats.org/drawingml/2006/main" r:embed="R0dd3d17213aa42b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FF64C5-575F-49E9-A281-FFAF2B9D0A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C8BCF0-BA71-4F94-92CB-88B832541144}"/>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C43F02CF-8425-446F-BACF-3B0FE9157293}"/>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7390C2-7356-4150-B989-B35160407297}"/>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F4C97A30-24DC-4D4A-A2AF-8B9D54D8BD04}"/>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569BD3C7-EFF8-4FE0-AADE-7AF1D7ABC67F}"/>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1A144A28-5A96-4237-81CB-9E013F1B4771}"/>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2DB78E3-148A-487B-8998-861A59898378}"/>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41A37A5D-2669-4F2F-812D-6A0E70034167}"/>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7693AB86-0217-45CA-9967-8EDE2023B8B5}"/>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F4C0378-56E2-4E9E-9EBE-ACFBCC543C0A}"/>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9BA0309A-972B-4602-B218-8C8EE6E51A6D}"/>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74DB5D91-EC97-471B-AD01-0B5F8E6B0624}"/>
              </a:ext>
            </a:extLst>
          </p:cNvPr>
          <p:cNvPicPr>
            <a:picLocks xmlns:a="http://schemas.openxmlformats.org/drawingml/2006/main" noChangeAspect="1"/>
          </p:cNvPicPr>
          <p:nvPr/>
        </p:nvPicPr>
        <p:blipFill>
          <a:blip xmlns:r="http://schemas.openxmlformats.org/officeDocument/2006/relationships" xmlns:a="http://schemas.openxmlformats.org/drawingml/2006/main" r:embed="Rfe659a2444ec4c71"/>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23218268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7381B45-1C20-41B8-827D-FB9D51CCD35A}"/>
              </a:ext>
            </a:extLst>
          </p:cNvPr>
          <p:cNvPicPr>
            <a:picLocks xmlns:a="http://schemas.openxmlformats.org/drawingml/2006/main" noChangeAspect="1"/>
          </p:cNvPicPr>
          <p:nvPr/>
        </p:nvPicPr>
        <p:blipFill>
          <a:blip xmlns:r="http://schemas.openxmlformats.org/officeDocument/2006/relationships" xmlns:a="http://schemas.openxmlformats.org/drawingml/2006/main" r:embed="R78856f25800c444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C4B89D9-66F3-497D-9FED-9B3211FECC0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E4820C5-03E2-4AE5-A5D3-F39E6A935EE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FE0F0BA-8250-4EB4-8F78-03617C12CC6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7B43473-71E8-4F2C-B75A-D9D8F627D472}"/>
              </a:ext>
            </a:extLst>
          </p:cNvPr>
          <p:cNvPicPr>
            <a:picLocks xmlns:a="http://schemas.openxmlformats.org/drawingml/2006/main" noChangeAspect="1"/>
          </p:cNvPicPr>
          <p:nvPr/>
        </p:nvPicPr>
        <p:blipFill>
          <a:blip xmlns:r="http://schemas.openxmlformats.org/officeDocument/2006/relationships" xmlns:a="http://schemas.openxmlformats.org/drawingml/2006/main" r:embed="Rf1fb3794c2c040c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120E44ED-8636-4181-88D3-14FF6DEF42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B2F93BA3-2149-4C62-A4AF-EE6D27E792F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492723A9-4B9A-444F-8AFA-EFFA8DE092C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82674E3B-8035-42FF-B910-4F3F44B2C9E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3846170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727CB6B-7F40-4099-87A1-01285A40374F}"/>
              </a:ext>
            </a:extLst>
          </p:cNvPr>
          <p:cNvPicPr>
            <a:picLocks xmlns:a="http://schemas.openxmlformats.org/drawingml/2006/main" noChangeAspect="1"/>
          </p:cNvPicPr>
          <p:nvPr/>
        </p:nvPicPr>
        <p:blipFill>
          <a:blip xmlns:r="http://schemas.openxmlformats.org/officeDocument/2006/relationships" xmlns:a="http://schemas.openxmlformats.org/drawingml/2006/main" r:embed="Rf28968f923674b9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C341073-F306-43AF-A01F-BE5E2BA28CE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7AFCAD0-1CDC-4DBA-956F-B1B3F393E02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827AB7E-538E-4D53-B196-9E4AD8DDBFB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147E3E6-EDE5-4634-B7E9-2FC22050A4C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4D150F9-9713-4A3F-BBBA-E5AA7E4CDC84}"/>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56C12749-3DA0-4BCF-987E-81978FA7B86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82AB3058-6CAD-412F-A37B-B857436BB1F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F07C9497-6BB2-453C-9873-73ADDB5D8A7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EFCC1641-6AD3-4978-AC0A-7638D1330C3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CA4D52EB-FF87-4F52-9D5B-76BAAAFA680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BA9F823C-DFD2-41B0-AC7B-5E7A40853D4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8215371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054DD24B-B231-4FB5-B7D3-929984749E25}"/>
              </a:ext>
            </a:extLst>
          </p:cNvPr>
          <p:cNvPicPr>
            <a:picLocks xmlns:a="http://schemas.openxmlformats.org/drawingml/2006/main" noChangeAspect="1"/>
          </p:cNvPicPr>
          <p:nvPr/>
        </p:nvPicPr>
        <p:blipFill>
          <a:blip xmlns:r="http://schemas.openxmlformats.org/officeDocument/2006/relationships" xmlns:a="http://schemas.openxmlformats.org/drawingml/2006/main" r:embed="R31cd8003ebd8433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33627FA-6815-4438-9298-AB0EFF7667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853F5F-64A2-4923-8278-9D8BC6FF98A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D069BDB-66A1-44F5-A1A7-0696F3CEE1F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23DFB5-5FD3-49B0-9B6E-C0C055DDCD4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636E0CC-1832-4325-8CDD-618417B7A0DF}"/>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551270AA-E834-4232-935A-3AA5B7CD4960}"/>
              </a:ext>
            </a:extLst>
          </p:cNvPr>
          <p:cNvPicPr>
            <a:picLocks xmlns:a="http://schemas.openxmlformats.org/drawingml/2006/main" noChangeAspect="1"/>
          </p:cNvPicPr>
          <p:nvPr/>
        </p:nvPicPr>
        <p:blipFill>
          <a:blip xmlns:r="http://schemas.openxmlformats.org/officeDocument/2006/relationships" xmlns:a="http://schemas.openxmlformats.org/drawingml/2006/main" r:embed="Rc3136ff32b834f78"/>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232345E-558E-48A8-AA1B-CC70A2A5D614}"/>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86277C90-FF90-40A1-B8BE-97B4DC3A79F4}"/>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06B0A58D-F995-4996-BB2B-94EF11599611}"/>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C7453607-0F38-4E76-8405-F94C98664F15}"/>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714CD71C-8526-4C60-B3CB-D17A15C0A246}"/>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8EBF934A-1759-4C8C-8212-2FD626155EBC}"/>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E2EEAF46-972C-424D-8882-BB0CF7E630EC}"/>
              </a:ext>
            </a:extLst>
          </p:cNvPr>
          <p:cNvPicPr>
            <a:picLocks xmlns:a="http://schemas.openxmlformats.org/drawingml/2006/main" noChangeAspect="1"/>
          </p:cNvPicPr>
          <p:nvPr/>
        </p:nvPicPr>
        <p:blipFill>
          <a:blip xmlns:r="http://schemas.openxmlformats.org/officeDocument/2006/relationships" xmlns:a="http://schemas.openxmlformats.org/drawingml/2006/main" r:embed="R14ddf3e681ee41a9"/>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984DD164-FBCB-43B4-879C-82E8E39F4950}"/>
              </a:ext>
            </a:extLst>
          </p:cNvPr>
          <p:cNvPicPr>
            <a:picLocks xmlns:a="http://schemas.openxmlformats.org/drawingml/2006/main" noChangeAspect="1"/>
          </p:cNvPicPr>
          <p:nvPr/>
        </p:nvPicPr>
        <p:blipFill>
          <a:blip xmlns:r="http://schemas.openxmlformats.org/officeDocument/2006/relationships" xmlns:a="http://schemas.openxmlformats.org/drawingml/2006/main" r:embed="Rb184122bf5cb430f"/>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23AEEC24-0C6A-43E1-8163-C4D6B7B5FD5D}"/>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9A8A0B3A-58A2-459E-A827-39CF5A98F35E}"/>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72C6A505-09E8-4A7D-B827-7182A92FD6B3}"/>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5DCDAD7F-CB97-40AA-9155-AF28019DBF6C}"/>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93FEC096-C1D4-45DD-8A6A-879E85EA5F2F}"/>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8442064-1489-4AB0-97FC-240790275445}"/>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04EB6275-08AC-442B-9BBE-04EAB298AC08}"/>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7BE1B0AF-2C2D-4888-9C93-BB6301852050}"/>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7673696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305584B9-AF80-4211-B653-6E23DF009D01}"/>
              </a:ext>
            </a:extLst>
          </p:cNvPr>
          <p:cNvPicPr>
            <a:picLocks xmlns:a="http://schemas.openxmlformats.org/drawingml/2006/main" noChangeAspect="1"/>
          </p:cNvPicPr>
          <p:nvPr/>
        </p:nvPicPr>
        <p:blipFill>
          <a:blip xmlns:r="http://schemas.openxmlformats.org/officeDocument/2006/relationships" xmlns:a="http://schemas.openxmlformats.org/drawingml/2006/main" r:embed="R63ae70bba75f49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6BDFC8-4AE8-4AFE-8253-4C0C1ECB35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AA4E2E-0838-4FB5-B65E-E5F5F83856C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865E961-3724-4DAD-B281-43307961C63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C1225CA-6CA8-4481-BC3E-26A8C692D2C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39F70490-8406-4EDE-B661-05D6DEC309A6}"/>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3E91436B-E21E-4C43-8A59-8FFAF919719E}"/>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0D535D4D-2618-45FC-8714-563131B10AE1}"/>
              </a:ext>
            </a:extLst>
          </p:cNvPr>
          <p:cNvPicPr>
            <a:picLocks xmlns:a="http://schemas.openxmlformats.org/drawingml/2006/main" noChangeAspect="1"/>
          </p:cNvPicPr>
          <p:nvPr/>
        </p:nvPicPr>
        <p:blipFill>
          <a:blip xmlns:r="http://schemas.openxmlformats.org/officeDocument/2006/relationships" xmlns:a="http://schemas.openxmlformats.org/drawingml/2006/main" r:embed="R08a48fe637944ee1"/>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6190969-9B3F-4AFA-A5F2-0F31764C7671}"/>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10C9C6BC-EC97-436D-84E4-287565582F0B}"/>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DD111E0A-4E06-4CE2-9735-9EEF448B09E7}"/>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F455FFD2-76D7-40B4-8791-DF40C294EE3A}"/>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923A464D-CD4C-4A26-BBC0-A382A553366A}"/>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1BB196B4-4B3A-461A-BACE-9848D8CB4536}"/>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E877F9D1-C0E6-4EE0-A908-18A3DBB7188B}"/>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D86F7029-D3CB-4DD9-A821-B5E66397208B}"/>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20803999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A96EA7A-210C-4F6C-B6D2-5DD6CAEBE5C7}"/>
              </a:ext>
            </a:extLst>
          </p:cNvPr>
          <p:cNvPicPr>
            <a:picLocks xmlns:a="http://schemas.openxmlformats.org/drawingml/2006/main" noChangeAspect="1"/>
          </p:cNvPicPr>
          <p:nvPr/>
        </p:nvPicPr>
        <p:blipFill>
          <a:blip xmlns:r="http://schemas.openxmlformats.org/officeDocument/2006/relationships" xmlns:a="http://schemas.openxmlformats.org/drawingml/2006/main" r:embed="R44a653428df8405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1145785-6C8E-4FAB-9E5D-9709C074537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01EDCC-7402-46E1-8727-93C7409570C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E731640-A145-4D7A-8B02-0EC093B976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C21512A-91F2-4D10-AD52-81E3E58CC7E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1B98E5E-19DA-4881-90B1-8898E0A7405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BCDD5414-6EED-4757-AE95-13C27C56563D}"/>
              </a:ext>
            </a:extLst>
          </p:cNvPr>
          <p:cNvPicPr>
            <a:picLocks xmlns:a="http://schemas.openxmlformats.org/drawingml/2006/main" noChangeAspect="1"/>
          </p:cNvPicPr>
          <p:nvPr/>
        </p:nvPicPr>
        <p:blipFill>
          <a:blip xmlns:r="http://schemas.openxmlformats.org/officeDocument/2006/relationships" xmlns:a="http://schemas.openxmlformats.org/drawingml/2006/main" r:embed="R51a7381c7b8840b0"/>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EE9841A-17B6-4955-9819-E7121A75BF63}"/>
              </a:ext>
            </a:extLst>
          </p:cNvPr>
          <p:cNvPicPr>
            <a:picLocks xmlns:a="http://schemas.openxmlformats.org/drawingml/2006/main" noChangeAspect="1"/>
          </p:cNvPicPr>
          <p:nvPr/>
        </p:nvPicPr>
        <p:blipFill>
          <a:blip xmlns:r="http://schemas.openxmlformats.org/officeDocument/2006/relationships" xmlns:a="http://schemas.openxmlformats.org/drawingml/2006/main" r:embed="R9a430b4b6a2740be"/>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ED172A5B-D6DA-4FBC-9CD6-4E7DD1A33BBD}"/>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B6181485-F036-4E18-93CC-B691D82DEA23}"/>
              </a:ext>
            </a:extLst>
          </p:cNvPr>
          <p:cNvPicPr>
            <a:picLocks xmlns:a="http://schemas.openxmlformats.org/drawingml/2006/main" noChangeAspect="1"/>
          </p:cNvPicPr>
          <p:nvPr/>
        </p:nvPicPr>
        <p:blipFill>
          <a:blip xmlns:r="http://schemas.openxmlformats.org/officeDocument/2006/relationships" xmlns:a="http://schemas.openxmlformats.org/drawingml/2006/main" r:embed="R01d9cf2ba3d544c3"/>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9826D530-4777-4E4C-AE79-7C361C8ED238}"/>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098B8A05-51C3-4B9E-9590-11218ACCCEBC}"/>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8784647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022D5E5-3EB5-4107-BAB0-FA61244470C8}"/>
              </a:ext>
            </a:extLst>
          </p:cNvPr>
          <p:cNvPicPr>
            <a:picLocks xmlns:a="http://schemas.openxmlformats.org/drawingml/2006/main" noChangeAspect="1"/>
          </p:cNvPicPr>
          <p:nvPr/>
        </p:nvPicPr>
        <p:blipFill>
          <a:blip xmlns:r="http://schemas.openxmlformats.org/officeDocument/2006/relationships" xmlns:a="http://schemas.openxmlformats.org/drawingml/2006/main" r:embed="Rd7fafaca82a54a3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3E6D90C-34EF-4C33-8ED5-476516E167F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0119EA-8042-4732-A105-A3F78EC9712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B04AC0E-3DC5-43F9-AED7-DFE325C8962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3799FAF-EFCD-4479-881A-627DEA842E7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F39E173-8185-41A6-9EC3-189C347718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0967EA23-C672-4C67-A532-0FAD8805C013}"/>
              </a:ext>
            </a:extLst>
          </p:cNvPr>
          <p:cNvPicPr>
            <a:picLocks xmlns:a="http://schemas.openxmlformats.org/drawingml/2006/main" noChangeAspect="1"/>
          </p:cNvPicPr>
          <p:nvPr/>
        </p:nvPicPr>
        <p:blipFill>
          <a:blip xmlns:r="http://schemas.openxmlformats.org/officeDocument/2006/relationships" xmlns:a="http://schemas.openxmlformats.org/drawingml/2006/main" r:embed="R752c0ebc370d4cd0"/>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34079C6-4E53-4FA7-8AA4-0F895B77D9FB}"/>
              </a:ext>
            </a:extLst>
          </p:cNvPr>
          <p:cNvPicPr>
            <a:picLocks xmlns:a="http://schemas.openxmlformats.org/drawingml/2006/main" noChangeAspect="1"/>
          </p:cNvPicPr>
          <p:nvPr/>
        </p:nvPicPr>
        <p:blipFill>
          <a:blip xmlns:r="http://schemas.openxmlformats.org/officeDocument/2006/relationships" xmlns:a="http://schemas.openxmlformats.org/drawingml/2006/main" r:embed="Rf1ee88871b8f40b4"/>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AFC340B-1F45-43CD-B3A0-0315580C633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1C0604F1-4F66-487A-8CF0-1B2BF92309A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5F1D1D14-48F6-4D88-8200-2FCBD4CACB86}"/>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0E45AF53-EE42-4004-924D-5C5E26B42371}"/>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3956473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422272F-72E9-4E67-BD78-C52CFD63737D}"/>
              </a:ext>
            </a:extLst>
          </p:cNvPr>
          <p:cNvPicPr>
            <a:picLocks xmlns:a="http://schemas.openxmlformats.org/drawingml/2006/main" noChangeAspect="1"/>
          </p:cNvPicPr>
          <p:nvPr/>
        </p:nvPicPr>
        <p:blipFill>
          <a:blip xmlns:r="http://schemas.openxmlformats.org/officeDocument/2006/relationships" xmlns:a="http://schemas.openxmlformats.org/drawingml/2006/main" r:embed="R8d31c5729b0e41e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7AAFDA-634D-4DE9-B28B-6924294713C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ED65C73-37C0-4719-80CB-5A5D2E2BCA6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F6452E6-F6AB-4BF0-AB3A-488E5B4D7AE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4D24E7F-7161-4801-9B36-370EA2D6E8D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EFFF7331-C576-42A9-8F38-C2097432B7B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98940623-51A8-4F89-A1D8-ED644B1882BE}"/>
              </a:ext>
            </a:extLst>
          </p:cNvPr>
          <p:cNvPicPr>
            <a:picLocks xmlns:a="http://schemas.openxmlformats.org/drawingml/2006/main" noChangeAspect="1"/>
          </p:cNvPicPr>
          <p:nvPr/>
        </p:nvPicPr>
        <p:blipFill>
          <a:blip xmlns:r="http://schemas.openxmlformats.org/officeDocument/2006/relationships" xmlns:a="http://schemas.openxmlformats.org/drawingml/2006/main" r:embed="R3c2a8bb3dbae49c1"/>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9F07F38-E98B-47B5-9CFD-DDC085964BD8}"/>
              </a:ext>
            </a:extLst>
          </p:cNvPr>
          <p:cNvPicPr>
            <a:picLocks xmlns:a="http://schemas.openxmlformats.org/drawingml/2006/main" noChangeAspect="1"/>
          </p:cNvPicPr>
          <p:nvPr/>
        </p:nvPicPr>
        <p:blipFill>
          <a:blip xmlns:r="http://schemas.openxmlformats.org/officeDocument/2006/relationships" xmlns:a="http://schemas.openxmlformats.org/drawingml/2006/main" r:embed="Ra19d2e58cdbe4be1"/>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67177233-7710-4BD0-B9BB-6F74DF16A92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A6DFB8D-D857-46AC-A9FE-FAA6CE99212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77F74A46-E57B-460A-BA6B-A715F56B1B42}"/>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1C33EA31-5B2B-4F90-A9B1-BA705CA0B381}"/>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6628598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C844A61-DFAE-40BD-A630-C9F8A3BE2D61}"/>
              </a:ext>
            </a:extLst>
          </p:cNvPr>
          <p:cNvPicPr>
            <a:picLocks xmlns:a="http://schemas.openxmlformats.org/drawingml/2006/main" noChangeAspect="1"/>
          </p:cNvPicPr>
          <p:nvPr/>
        </p:nvPicPr>
        <p:blipFill>
          <a:blip xmlns:r="http://schemas.openxmlformats.org/officeDocument/2006/relationships" xmlns:a="http://schemas.openxmlformats.org/drawingml/2006/main" r:embed="R0bec4dea0317460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03B6BE-7933-49F8-87D0-D4A30EE8382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8BF788-56EE-4D49-9FFC-BB9C0259794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24D6A7D-26BA-4917-A460-0F3D1F66150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7B2C2E9-1065-475D-A812-4B512428AA4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4F056B5-5498-46AE-B26C-E6496A4E531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68C4564A-A12C-4623-AF74-FCB2B407EFCE}"/>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96FF81D-6C1D-42FF-979A-22C53241C7F9}"/>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B1DB898-4B5C-47AA-86BD-1413D622F04F}"/>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855649E-5BF9-4367-B1A6-5A8E957AC417}"/>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795C508-6221-4782-9F9C-BC7112684BD7}"/>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902441226"/>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402B21E-2263-48A7-8714-5C0DAC060A2C}"/>
              </a:ext>
            </a:extLst>
          </p:cNvPr>
          <p:cNvPicPr>
            <a:picLocks xmlns:a="http://schemas.openxmlformats.org/drawingml/2006/main" noChangeAspect="1"/>
          </p:cNvPicPr>
          <p:nvPr/>
        </p:nvPicPr>
        <p:blipFill>
          <a:blip xmlns:r="http://schemas.openxmlformats.org/officeDocument/2006/relationships" xmlns:a="http://schemas.openxmlformats.org/drawingml/2006/main" r:embed="R5a224999bbfb48b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7199CB0-DF4B-4765-B653-C58F8AE9E47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A38A5E37-11E1-44EF-B775-981D557A3AE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5E6389C0-E6AF-4D26-9317-E4F9E309186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34E7338-ECA4-4709-B1E0-20CAA13F26A3}"/>
              </a:ext>
            </a:extLst>
          </p:cNvPr>
          <p:cNvPicPr>
            <a:picLocks xmlns:a="http://schemas.openxmlformats.org/drawingml/2006/main" noChangeAspect="1"/>
          </p:cNvPicPr>
          <p:nvPr/>
        </p:nvPicPr>
        <p:blipFill>
          <a:blip xmlns:r="http://schemas.openxmlformats.org/officeDocument/2006/relationships" xmlns:a="http://schemas.openxmlformats.org/drawingml/2006/main" r:embed="Rcf123bf6f73a43a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DF6C2FEA-A20B-4125-8F1C-DF4FCFD6A0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97FCDEC9-0255-43BD-B4F9-4882E8D59DB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3601F805-7739-4246-A8DC-D58C4ECD048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A046C3FF-8F53-4393-8D9F-33731A04FE7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6513467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464A694E-C723-41FE-8388-4EF2B06E39F4}"/>
              </a:ext>
            </a:extLst>
          </p:cNvPr>
          <p:cNvPicPr>
            <a:picLocks xmlns:a="http://schemas.openxmlformats.org/drawingml/2006/main" noChangeAspect="1"/>
          </p:cNvPicPr>
          <p:nvPr/>
        </p:nvPicPr>
        <p:blipFill>
          <a:blip xmlns:r="http://schemas.openxmlformats.org/officeDocument/2006/relationships" xmlns:a="http://schemas.openxmlformats.org/drawingml/2006/main" r:embed="R536004edf6aa44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44B403E-A758-4ED2-A6C8-A38A9E2070D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4F8225-EE2E-4D8F-8E84-D3E91AB8C9D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40200B0-C47D-4687-9DDC-6F8A91F3B85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D33F2EA-0E2E-42EF-8B73-0624151AAA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D4E30B6-9EB2-4F4A-9877-F31FBBF952C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147C1FF2-8A61-4B9F-8BF5-D706E560ED4D}"/>
              </a:ext>
            </a:extLst>
          </p:cNvPr>
          <p:cNvPicPr>
            <a:picLocks xmlns:a="http://schemas.openxmlformats.org/drawingml/2006/main" noChangeAspect="1"/>
          </p:cNvPicPr>
          <p:nvPr/>
        </p:nvPicPr>
        <p:blipFill>
          <a:blip xmlns:r="http://schemas.openxmlformats.org/officeDocument/2006/relationships" xmlns:a="http://schemas.openxmlformats.org/drawingml/2006/main" r:embed="R866e24d6b34b4bf9"/>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6FF7E3E9-E447-4E49-857E-7D59340A1000}"/>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BEA1E9D0-3EA1-4D96-8160-01732057F218}"/>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499FB70A-31B6-48AD-8EC1-9FBF9EB965F8}"/>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1A489DD6-8603-484F-BE04-5EE33183F869}"/>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A16DA4FE-DEB8-47A0-AC9E-9347E5EBDCD8}"/>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7D8AFC83-5AB1-4B29-9795-DBAE513AE208}"/>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78933512-DF48-437E-B947-204CB2B44D3E}"/>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8FCA0E0A-CF42-40E6-BFA2-937C0EDC2134}"/>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A3AEC6F5-00ED-45E3-ADCA-5C3D44F59B55}"/>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CE2E68E0-8C88-4237-889A-882EECF58331}"/>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9D13764D-A158-4B07-A661-E5D07AE1E264}"/>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15D56DA4-3D11-47B3-A85D-E99616C37585}"/>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928BA949-ABD6-4F83-B704-8A231AD555A8}"/>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78981973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3C6EAB2-969D-48E0-B680-B7F99C0C2CEB}"/>
              </a:ext>
            </a:extLst>
          </p:cNvPr>
          <p:cNvPicPr>
            <a:picLocks xmlns:a="http://schemas.openxmlformats.org/drawingml/2006/main" noChangeAspect="1"/>
          </p:cNvPicPr>
          <p:nvPr/>
        </p:nvPicPr>
        <p:blipFill>
          <a:blip xmlns:r="http://schemas.openxmlformats.org/officeDocument/2006/relationships" xmlns:a="http://schemas.openxmlformats.org/drawingml/2006/main" r:embed="Rf2a3a7ab401c44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50FD58-D6CE-4A71-8E24-92961AADC2B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C399E2-DD53-46F1-968B-E4B1A8A3833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E3A3DA8-6819-47A3-9BBB-8A84DB0F3F6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99521DF-EDD8-455A-8B32-78FEBEA7CB3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C77DC18-1E92-4A9E-93A0-C4099782E77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1559FE32-F584-44F0-ACEA-F747EBC83E5B}"/>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D6D76859-53F9-45B3-81E4-FFA83EF4E3C9}"/>
              </a:ext>
            </a:extLst>
          </p:cNvPr>
          <p:cNvPicPr>
            <a:picLocks xmlns:a="http://schemas.openxmlformats.org/drawingml/2006/main" noChangeAspect="1"/>
          </p:cNvPicPr>
          <p:nvPr/>
        </p:nvPicPr>
        <p:blipFill>
          <a:blip xmlns:r="http://schemas.openxmlformats.org/officeDocument/2006/relationships" xmlns:a="http://schemas.openxmlformats.org/drawingml/2006/main" r:embed="Rfc8b5de79e674c0c"/>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3E8E7B7-8658-4256-AFEE-A432F19DA53A}"/>
              </a:ext>
            </a:extLst>
          </p:cNvPr>
          <p:cNvPicPr>
            <a:picLocks xmlns:a="http://schemas.openxmlformats.org/drawingml/2006/main" noChangeAspect="1"/>
          </p:cNvPicPr>
          <p:nvPr/>
        </p:nvPicPr>
        <p:blipFill>
          <a:blip xmlns:r="http://schemas.openxmlformats.org/officeDocument/2006/relationships" xmlns:a="http://schemas.openxmlformats.org/drawingml/2006/main" r:embed="Radddc0879b9c4d32"/>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0DAB55A-DCDB-4249-8C47-44976813F4D4}"/>
              </a:ext>
            </a:extLst>
          </p:cNvPr>
          <p:cNvPicPr>
            <a:picLocks xmlns:a="http://schemas.openxmlformats.org/drawingml/2006/main" noChangeAspect="1"/>
          </p:cNvPicPr>
          <p:nvPr/>
        </p:nvPicPr>
        <p:blipFill>
          <a:blip xmlns:r="http://schemas.openxmlformats.org/officeDocument/2006/relationships" xmlns:a="http://schemas.openxmlformats.org/drawingml/2006/main" r:embed="Re556b3ad0c4c4213"/>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11763755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3F61BBB-1FFA-4E89-B2EA-8B63BADA33A8}"/>
              </a:ext>
            </a:extLst>
          </p:cNvPr>
          <p:cNvPicPr>
            <a:picLocks xmlns:a="http://schemas.openxmlformats.org/drawingml/2006/main" noChangeAspect="1"/>
          </p:cNvPicPr>
          <p:nvPr/>
        </p:nvPicPr>
        <p:blipFill>
          <a:blip xmlns:r="http://schemas.openxmlformats.org/officeDocument/2006/relationships" xmlns:a="http://schemas.openxmlformats.org/drawingml/2006/main" r:embed="Rbdef593bedd2433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8B6C47-3302-4D46-A993-CD579887088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FB152D-630F-4B15-B149-0EAB751291B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235E07C-D8AB-45BA-9F10-D70F0461C7B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9B81618-281B-4C39-A869-051E65BC1F4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448A0EA-F4B1-4B6B-BFD5-DBDA9BA9D8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EAFBD48B-88DD-46BB-A706-714E9305DBC7}"/>
              </a:ext>
            </a:extLst>
          </p:cNvPr>
          <p:cNvPicPr>
            <a:picLocks xmlns:a="http://schemas.openxmlformats.org/drawingml/2006/main" noChangeAspect="1"/>
          </p:cNvPicPr>
          <p:nvPr/>
        </p:nvPicPr>
        <p:blipFill>
          <a:blip xmlns:r="http://schemas.openxmlformats.org/officeDocument/2006/relationships" xmlns:a="http://schemas.openxmlformats.org/drawingml/2006/main" r:embed="Ra609e5bd585546c6"/>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ABA9C9F-FF96-4FB0-AEC1-128104A89AC3}"/>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EDEA0FC6-9721-4F8D-B992-A54ACAACDD28}"/>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003D5D6A-85AB-4C48-B7E6-F5C3339375E3}"/>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4289179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7923A6D-08F1-4B2A-8E96-BC8A3D3FBDAF}"/>
              </a:ext>
            </a:extLst>
          </p:cNvPr>
          <p:cNvPicPr>
            <a:picLocks xmlns:a="http://schemas.openxmlformats.org/drawingml/2006/main" noChangeAspect="1"/>
          </p:cNvPicPr>
          <p:nvPr/>
        </p:nvPicPr>
        <p:blipFill>
          <a:blip xmlns:r="http://schemas.openxmlformats.org/officeDocument/2006/relationships" xmlns:a="http://schemas.openxmlformats.org/drawingml/2006/main" r:embed="Rd7ab39fd0137405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AB7ACF-1203-4A13-AE51-E781F719774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0A0065-8AB7-4532-AA6C-1B15A722275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C610741-9873-4C24-8DF9-53119497A04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F458EBE-34EB-42DD-9E00-90E1096CDA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7404638-F38B-4377-A145-C12B264F78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807D2434-52C2-47D2-BEA0-1E3812EE8F77}"/>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4E33E76B-4034-44BF-B7B6-6A73AA7D5C73}"/>
              </a:ext>
            </a:extLst>
          </p:cNvPr>
          <p:cNvPicPr>
            <a:picLocks xmlns:a="http://schemas.openxmlformats.org/drawingml/2006/main" noChangeAspect="1"/>
          </p:cNvPicPr>
          <p:nvPr/>
        </p:nvPicPr>
        <p:blipFill>
          <a:blip xmlns:r="http://schemas.openxmlformats.org/officeDocument/2006/relationships" xmlns:a="http://schemas.openxmlformats.org/drawingml/2006/main" r:embed="R4e264bcff72542fe"/>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A7E7FAD-23C3-430E-931C-ABB49A12CA68}"/>
              </a:ext>
            </a:extLst>
          </p:cNvPr>
          <p:cNvPicPr>
            <a:picLocks xmlns:a="http://schemas.openxmlformats.org/drawingml/2006/main" noChangeAspect="1"/>
          </p:cNvPicPr>
          <p:nvPr/>
        </p:nvPicPr>
        <p:blipFill>
          <a:blip xmlns:r="http://schemas.openxmlformats.org/officeDocument/2006/relationships" xmlns:a="http://schemas.openxmlformats.org/drawingml/2006/main" r:embed="R18740b2784f04c8e"/>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7658A82C-51A9-4DC6-BC31-E2C7F37CE75A}"/>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3AA6055B-0A9A-4274-A273-E6EF83A765B3}"/>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4410408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D1C3B4B-3E42-4D27-86C7-87B7162D1013}"/>
              </a:ext>
            </a:extLst>
          </p:cNvPr>
          <p:cNvPicPr>
            <a:picLocks xmlns:a="http://schemas.openxmlformats.org/drawingml/2006/main" noChangeAspect="1"/>
          </p:cNvPicPr>
          <p:nvPr/>
        </p:nvPicPr>
        <p:blipFill>
          <a:blip xmlns:r="http://schemas.openxmlformats.org/officeDocument/2006/relationships" xmlns:a="http://schemas.openxmlformats.org/drawingml/2006/main" r:embed="Rfac8b0f9ba3e48b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C4D663-1ADD-4C3D-831F-3FC35B3F4A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06D5191-13B1-400C-8ADB-DE3EC1D1E1A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B0D1071-0956-43DE-8B37-9DC3729A41E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C32E1FA-DBFC-49DD-A2A1-689BDA6659E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2754C10-1592-4CFC-94B1-D166059FDF4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7D32F1F9-F3EB-4C70-8E5B-03FBA2D8896B}"/>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0AD929E3-2506-41A5-8201-9C8B6CA549BB}"/>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54282D9E-BEE7-43B6-AA4D-8773D5A274CD}"/>
              </a:ext>
            </a:extLst>
          </p:cNvPr>
          <p:cNvPicPr>
            <a:picLocks xmlns:a="http://schemas.openxmlformats.org/drawingml/2006/main" noChangeAspect="1"/>
          </p:cNvPicPr>
          <p:nvPr/>
        </p:nvPicPr>
        <p:blipFill>
          <a:blip xmlns:r="http://schemas.openxmlformats.org/officeDocument/2006/relationships" xmlns:a="http://schemas.openxmlformats.org/drawingml/2006/main" r:embed="R20a5b90148fa4d70"/>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513BE829-CA1C-4168-A365-6D0A71936417}"/>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F85C163-4DC4-4356-97F4-C913A84201DE}"/>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35443761-65A1-4860-ABCA-8C0DECE748AF}"/>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5452B0DB-2FBA-4A93-93E1-C70156F43383}"/>
              </a:ext>
            </a:extLst>
          </p:cNvPr>
          <p:cNvPicPr>
            <a:picLocks xmlns:a="http://schemas.openxmlformats.org/drawingml/2006/main" noChangeAspect="1"/>
          </p:cNvPicPr>
          <p:nvPr/>
        </p:nvPicPr>
        <p:blipFill>
          <a:blip xmlns:r="http://schemas.openxmlformats.org/officeDocument/2006/relationships" xmlns:a="http://schemas.openxmlformats.org/drawingml/2006/main" r:embed="R52193608d6454b0b"/>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6632754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29E3D8A-E475-41B8-B004-C0D61BEF4274}"/>
              </a:ext>
            </a:extLst>
          </p:cNvPr>
          <p:cNvPicPr>
            <a:picLocks xmlns:a="http://schemas.openxmlformats.org/drawingml/2006/main" noChangeAspect="1"/>
          </p:cNvPicPr>
          <p:nvPr/>
        </p:nvPicPr>
        <p:blipFill>
          <a:blip xmlns:r="http://schemas.openxmlformats.org/officeDocument/2006/relationships" xmlns:a="http://schemas.openxmlformats.org/drawingml/2006/main" r:embed="Rd152b524ffb445f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23CCE7-73BC-4238-83C7-714521C0E41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763427-681E-456C-B8AB-9C3038C74DD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4485D60-439B-40BF-A5A9-9876643287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24DD359-4D4D-4503-844A-4D08EF26017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0EF41F2-9664-4E09-8102-8F23E945FA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F2B5FFBD-9CB1-4665-9643-607FF7521AB5}"/>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55F86244-40B8-450A-B91D-AAAA5B0DD0BE}"/>
              </a:ext>
            </a:extLst>
          </p:cNvPr>
          <p:cNvPicPr>
            <a:picLocks xmlns:a="http://schemas.openxmlformats.org/drawingml/2006/main" noChangeAspect="1"/>
          </p:cNvPicPr>
          <p:nvPr/>
        </p:nvPicPr>
        <p:blipFill>
          <a:blip xmlns:r="http://schemas.openxmlformats.org/officeDocument/2006/relationships" xmlns:a="http://schemas.openxmlformats.org/drawingml/2006/main" r:embed="Rbd18e3a79c1d4642"/>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3AA88A0-83E8-4FE5-9616-56CF0400C254}"/>
              </a:ext>
            </a:extLst>
          </p:cNvPr>
          <p:cNvPicPr>
            <a:picLocks xmlns:a="http://schemas.openxmlformats.org/drawingml/2006/main" noChangeAspect="1"/>
          </p:cNvPicPr>
          <p:nvPr/>
        </p:nvPicPr>
        <p:blipFill>
          <a:blip xmlns:r="http://schemas.openxmlformats.org/officeDocument/2006/relationships" xmlns:a="http://schemas.openxmlformats.org/drawingml/2006/main" r:embed="R758319288edb49d0"/>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1930E7E8-8736-4E79-AAD9-C69E3689D65B}"/>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C5E21432-CFE6-42AE-B66B-A10AC6BD9938}"/>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7530700C-2CB9-4B47-9A81-2D912B72B005}"/>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7746395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507B6C72-1CB9-43D3-9391-CA685002CE6C}"/>
              </a:ext>
            </a:extLst>
          </p:cNvPr>
          <p:cNvPicPr>
            <a:picLocks xmlns:a="http://schemas.openxmlformats.org/drawingml/2006/main" noChangeAspect="1"/>
          </p:cNvPicPr>
          <p:nvPr/>
        </p:nvPicPr>
        <p:blipFill>
          <a:blip xmlns:r="http://schemas.openxmlformats.org/officeDocument/2006/relationships" xmlns:a="http://schemas.openxmlformats.org/drawingml/2006/main" r:embed="R8d6947b3e860473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8E8823-8527-435F-A6D7-83BB32B6717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6B3C69-2F80-468E-BD75-80C4808A2FA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C42ED39-286D-4C98-879C-61064E3858D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28C00F9-A63F-4519-88AC-5650996ACD3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EAB35D8-3E73-4A22-9ED0-D7E94710876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D561D31B-BCC8-4324-8631-35970F3FB179}"/>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891DCC10-7761-43C6-88B2-C8243832CE04}"/>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F5D410AD-E4EF-45AC-A494-3B1D8C1EADFB}"/>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DF69C36E-F08E-4139-A152-2682B972673D}"/>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05B2DC19-6594-4026-83F1-7CEF43E97F6D}"/>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0CA5AEE1-8CCD-414E-B7D0-C9F10087BCDB}"/>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5BE5932-418F-4CD0-88C8-14BBEA46FA8B}"/>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75CE51DE-9297-4F55-B8B7-F6AEEE898F70}"/>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6409B524-7ECB-4123-AF04-A856E5B8B37F}"/>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6D50EFDB-7DC0-49A6-A236-821688A07D84}"/>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398CB060-6D80-40DF-A656-F9171AE5DE31}"/>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D1F00F27-E95A-4F5F-AD9B-170D326653C7}"/>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F3D7CBDA-BBD0-4D84-A704-DAF9F0BF54E5}"/>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6CFDC773-29D7-444E-A80F-41D1F0DDCE8A}"/>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0A44DDC5-86C0-4B6C-9BDD-2ECD9C388DB9}"/>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0092A298-EBE3-4A11-83D5-3CB1B12C5100}"/>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1291F71D-8D99-4441-835A-935691F41416}"/>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D536F89F-56F1-4C45-A748-3255F6FF8C4F}"/>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369782E8-ACD0-455A-A861-F7AEF315A5D0}"/>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6CC48C1C-52B9-4F98-BDB2-DF1F376A7459}"/>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20048848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70081A3-7E12-47F1-9AD6-7E89F654FD76}"/>
              </a:ext>
            </a:extLst>
          </p:cNvPr>
          <p:cNvPicPr>
            <a:picLocks xmlns:a="http://schemas.openxmlformats.org/drawingml/2006/main" noChangeAspect="1"/>
          </p:cNvPicPr>
          <p:nvPr/>
        </p:nvPicPr>
        <p:blipFill>
          <a:blip xmlns:r="http://schemas.openxmlformats.org/officeDocument/2006/relationships" xmlns:a="http://schemas.openxmlformats.org/drawingml/2006/main" r:embed="R97a4efdbea0840b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D44F1F-24C9-4F61-8EA3-7B802000CF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9F22C9-014E-4A32-9C48-0C57B607AB8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EA27A68-5271-4960-A93F-0A15713E905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D9BBE73-73B6-49F1-B72E-E6C4DE76FC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1C3B4D7-0C62-4933-A102-FF0E4E2C9B3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7EADE17D-8126-4D4F-8358-35A2B97CE680}"/>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C94AF370-9456-44AC-B768-C6572EB7F66F}"/>
              </a:ext>
            </a:extLst>
          </p:cNvPr>
          <p:cNvPicPr>
            <a:picLocks xmlns:a="http://schemas.openxmlformats.org/drawingml/2006/main" noChangeAspect="1"/>
          </p:cNvPicPr>
          <p:nvPr/>
        </p:nvPicPr>
        <p:blipFill>
          <a:blip xmlns:r="http://schemas.openxmlformats.org/officeDocument/2006/relationships" xmlns:a="http://schemas.openxmlformats.org/drawingml/2006/main" r:embed="R6990a34fe3b84cc6"/>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A667B266-D9ED-473D-A30D-F828B7263501}"/>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9AADF0DE-530F-4A55-8236-B20458DB82AA}"/>
              </a:ext>
            </a:extLst>
          </p:cNvPr>
          <p:cNvPicPr>
            <a:picLocks xmlns:a="http://schemas.openxmlformats.org/drawingml/2006/main" noChangeAspect="1"/>
          </p:cNvPicPr>
          <p:nvPr/>
        </p:nvPicPr>
        <p:blipFill>
          <a:blip xmlns:r="http://schemas.openxmlformats.org/officeDocument/2006/relationships" xmlns:a="http://schemas.openxmlformats.org/drawingml/2006/main" r:embed="R0b95cae8d7b248f1"/>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2467996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AFDD12B-BE19-44E3-8B9B-F3264DF8F4E7}"/>
              </a:ext>
            </a:extLst>
          </p:cNvPr>
          <p:cNvPicPr>
            <a:picLocks xmlns:a="http://schemas.openxmlformats.org/drawingml/2006/main" noChangeAspect="1"/>
          </p:cNvPicPr>
          <p:nvPr/>
        </p:nvPicPr>
        <p:blipFill>
          <a:blip xmlns:r="http://schemas.openxmlformats.org/officeDocument/2006/relationships" xmlns:a="http://schemas.openxmlformats.org/drawingml/2006/main" r:embed="Re5a024970b1e472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F3D9F1-833A-44E9-A6ED-A08B8AF950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CA2F10-3163-4CF7-9E87-DBF9CBA056C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35BAF9C-0952-4C0A-B7CD-86A671438C2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FCE08E4-6DAE-4388-80E2-A237B940F92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843ED3D-C167-493E-9972-FB1CDEBCDEB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9CD63680-B069-4240-AEAB-F461112102D5}"/>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AA1B794B-9928-45C7-80B2-BF344D1F1ED0}"/>
              </a:ext>
            </a:extLst>
          </p:cNvPr>
          <p:cNvPicPr>
            <a:picLocks xmlns:a="http://schemas.openxmlformats.org/drawingml/2006/main" noChangeAspect="1"/>
          </p:cNvPicPr>
          <p:nvPr/>
        </p:nvPicPr>
        <p:blipFill>
          <a:blip xmlns:r="http://schemas.openxmlformats.org/officeDocument/2006/relationships" xmlns:a="http://schemas.openxmlformats.org/drawingml/2006/main" r:embed="R8ac62d727ea84b4c"/>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4EC113E-24DC-437F-98DC-8A90BC112A41}"/>
              </a:ext>
            </a:extLst>
          </p:cNvPr>
          <p:cNvPicPr>
            <a:picLocks xmlns:a="http://schemas.openxmlformats.org/drawingml/2006/main" noChangeAspect="1"/>
          </p:cNvPicPr>
          <p:nvPr/>
        </p:nvPicPr>
        <p:blipFill>
          <a:blip xmlns:r="http://schemas.openxmlformats.org/officeDocument/2006/relationships" xmlns:a="http://schemas.openxmlformats.org/drawingml/2006/main" r:embed="R510140bc34704861"/>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CB6419C7-46A8-4EDD-A41A-D5F8962F3CE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785F5643-671D-4642-9C8E-D9864D41D2F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4420014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18D4E5B-DC59-44D7-8E94-E522AB859C38}"/>
              </a:ext>
            </a:extLst>
          </p:cNvPr>
          <p:cNvPicPr>
            <a:picLocks xmlns:a="http://schemas.openxmlformats.org/drawingml/2006/main" noChangeAspect="1"/>
          </p:cNvPicPr>
          <p:nvPr/>
        </p:nvPicPr>
        <p:blipFill>
          <a:blip xmlns:r="http://schemas.openxmlformats.org/officeDocument/2006/relationships" xmlns:a="http://schemas.openxmlformats.org/drawingml/2006/main" r:embed="Rbd95d2e7b4834ab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DBF6496-0A1D-4A42-92EF-2E0FE7CE47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3171A4F-9993-46DC-B950-D3304FE9703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575886E-86FC-4EC1-81D8-3465F6B3D0E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2BA88C3-D323-4434-8953-537C28F0F19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CA89794-B439-4E51-A8FE-DA0E379D414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AFAB23B3-CCB7-488F-8783-9119A184D45B}"/>
              </a:ext>
            </a:extLst>
          </p:cNvPr>
          <p:cNvPicPr>
            <a:picLocks xmlns:a="http://schemas.openxmlformats.org/drawingml/2006/main" noChangeAspect="1"/>
          </p:cNvPicPr>
          <p:nvPr/>
        </p:nvPicPr>
        <p:blipFill>
          <a:blip xmlns:r="http://schemas.openxmlformats.org/officeDocument/2006/relationships" xmlns:a="http://schemas.openxmlformats.org/drawingml/2006/main" r:embed="R5098ed121d9e4be9"/>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9262677-CEFA-4571-B627-13A607D79C6F}"/>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338EF623-0646-4103-B229-70A3D5067680}"/>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95D4A60F-2FDB-42A7-A8CB-5182870F1FC7}"/>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1A73FAEE-73D3-4C85-BB27-661AEA93510D}"/>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073992903"/>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FA28F92-01AF-4C41-AD83-950BB987F9FE}"/>
              </a:ext>
            </a:extLst>
          </p:cNvPr>
          <p:cNvPicPr>
            <a:picLocks xmlns:a="http://schemas.openxmlformats.org/drawingml/2006/main" noChangeAspect="1"/>
          </p:cNvPicPr>
          <p:nvPr/>
        </p:nvPicPr>
        <p:blipFill>
          <a:blip xmlns:r="http://schemas.openxmlformats.org/officeDocument/2006/relationships" xmlns:a="http://schemas.openxmlformats.org/drawingml/2006/main" r:embed="R891d0eed867b409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59764C1-A46C-492D-B558-93CCB9B94AA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43E64E4-1A5A-4104-9B25-491B1C18661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41F68C3F-B194-4015-A56E-4CD638BD0A57}"/>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85D7D48-7EB4-45F8-B104-E1EE05C8954E}"/>
              </a:ext>
            </a:extLst>
          </p:cNvPr>
          <p:cNvPicPr>
            <a:picLocks xmlns:a="http://schemas.openxmlformats.org/drawingml/2006/main" noChangeAspect="1"/>
          </p:cNvPicPr>
          <p:nvPr/>
        </p:nvPicPr>
        <p:blipFill>
          <a:blip xmlns:r="http://schemas.openxmlformats.org/officeDocument/2006/relationships" xmlns:a="http://schemas.openxmlformats.org/drawingml/2006/main" r:embed="R4b3d16c8297044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669A3EB1-F545-475D-998B-AAB66BEA8E0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0274C290-AB1D-433E-9C91-07408987ABD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5AE60B59-08AF-4DAA-AA96-B414CD2F118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5E98F615-3AE3-40A3-B561-DE873198C6B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16943586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B5FAB5B-1C0B-4351-AFFB-BBC5209696F4}"/>
              </a:ext>
            </a:extLst>
          </p:cNvPr>
          <p:cNvPicPr>
            <a:picLocks xmlns:a="http://schemas.openxmlformats.org/drawingml/2006/main" noChangeAspect="1"/>
          </p:cNvPicPr>
          <p:nvPr/>
        </p:nvPicPr>
        <p:blipFill>
          <a:blip xmlns:r="http://schemas.openxmlformats.org/officeDocument/2006/relationships" xmlns:a="http://schemas.openxmlformats.org/drawingml/2006/main" r:embed="R2dd85196c09943f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A5EACF4-8734-4256-8CBE-9CDF78457D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E043CB-6284-4A98-99F7-CA84217F8D4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CA3D450-C251-44AC-B6EF-4435283A72B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2DDBAC3-603A-4594-BD40-F1ED545BCDA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70D4B74-7D86-42D8-A7FC-DDEE0F49E3B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7D540E9F-9CB3-4BCE-BBD2-E712D99EE059}"/>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777777"/>
                </a:solidFill>
                <a:latin typeface="Pretendard"/>
                <a:ea typeface="Pretendard"/>
                <a:cs typeface="Pretendard"/>
              </a:defRPr>
            </a:defPPr>
            <a:lvl1pPr algn="ctr">
              <a:defRPr sz="2550" b="0">
                <a:solidFill>
                  <a:srgbClr val="777777"/>
                </a:solidFill>
                <a:latin typeface="Pretendard"/>
                <a:ea typeface="Pretendard"/>
                <a:cs typeface="Pretendard"/>
              </a:defRPr>
            </a:lvl1pPr>
            <a:lvl2pPr algn="ctr">
              <a:defRPr sz="2550" b="0">
                <a:solidFill>
                  <a:srgbClr val="777777"/>
                </a:solidFill>
                <a:latin typeface="Pretendard"/>
                <a:ea typeface="Pretendard"/>
                <a:cs typeface="Pretendard"/>
              </a:defRPr>
            </a:lvl2pPr>
            <a:lvl3pPr algn="ctr">
              <a:defRPr sz="2550" b="0">
                <a:solidFill>
                  <a:srgbClr val="777777"/>
                </a:solidFill>
                <a:latin typeface="Pretendard"/>
                <a:ea typeface="Pretendard"/>
                <a:cs typeface="Pretendard"/>
              </a:defRPr>
            </a:lvl3pPr>
            <a:lvl4pPr algn="ctr">
              <a:defRPr sz="2550" b="0">
                <a:solidFill>
                  <a:srgbClr val="777777"/>
                </a:solidFill>
                <a:latin typeface="Pretendard"/>
                <a:ea typeface="Pretendard"/>
                <a:cs typeface="Pretendard"/>
              </a:defRPr>
            </a:lvl4pPr>
            <a:lvl5pPr algn="ctr">
              <a:defRPr sz="2550" b="0">
                <a:solidFill>
                  <a:srgbClr val="777777"/>
                </a:solidFill>
                <a:latin typeface="Pretendard"/>
                <a:ea typeface="Pretendard"/>
                <a:cs typeface="Pretendard"/>
              </a:defRPr>
            </a:lvl5pPr>
            <a:lvl6pPr algn="ctr">
              <a:defRPr sz="2550" b="0">
                <a:solidFill>
                  <a:srgbClr val="777777"/>
                </a:solidFill>
                <a:latin typeface="Pretendard"/>
                <a:ea typeface="Pretendard"/>
                <a:cs typeface="Pretendard"/>
              </a:defRPr>
            </a:lvl6pPr>
            <a:lvl7pPr algn="ctr">
              <a:defRPr sz="2550" b="0">
                <a:solidFill>
                  <a:srgbClr val="777777"/>
                </a:solidFill>
                <a:latin typeface="Pretendard"/>
                <a:ea typeface="Pretendard"/>
                <a:cs typeface="Pretendard"/>
              </a:defRPr>
            </a:lvl7pPr>
            <a:lvl8pPr algn="ctr">
              <a:defRPr sz="2550" b="0">
                <a:solidFill>
                  <a:srgbClr val="777777"/>
                </a:solidFill>
                <a:latin typeface="Pretendard"/>
                <a:ea typeface="Pretendard"/>
                <a:cs typeface="Pretendard"/>
              </a:defRPr>
            </a:lvl8pPr>
            <a:lvl9pPr algn="ctr">
              <a:defRPr sz="2550" b="0">
                <a:solidFill>
                  <a:srgbClr val="777777"/>
                </a:solidFill>
                <a:latin typeface="Pretendard"/>
                <a:ea typeface="Pretendard"/>
                <a:cs typeface="Pretendard"/>
              </a:defRPr>
            </a:lvl9pPr>
          </a:lstStyle>
          <a:p xmlns:a="http://schemas.openxmlformats.org/drawingml/2006/main">
            <a:pPr algn="ctr">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D6EE8295-EBCA-4355-849B-0BD8C1FAF390}"/>
              </a:ext>
            </a:extLst>
          </p:cNvPr>
          <p:cNvPicPr>
            <a:picLocks xmlns:a="http://schemas.openxmlformats.org/drawingml/2006/main" noChangeAspect="1"/>
          </p:cNvPicPr>
          <p:nvPr/>
        </p:nvPicPr>
        <p:blipFill>
          <a:blip xmlns:r="http://schemas.openxmlformats.org/officeDocument/2006/relationships" xmlns:a="http://schemas.openxmlformats.org/drawingml/2006/main" r:embed="R3d728213825c4689"/>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46FEC229-6A97-4392-8F27-6A368BD53536}"/>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A1F5B889-E803-48F8-8499-04C95CC5FF2D}"/>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E0DA490C-7E30-4338-98AF-934AA0547621}"/>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87307505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7EC14E90-D22E-4ED4-B56E-3EC60C0D7A13}"/>
              </a:ext>
            </a:extLst>
          </p:cNvPr>
          <p:cNvPicPr>
            <a:picLocks xmlns:a="http://schemas.openxmlformats.org/drawingml/2006/main" noChangeAspect="1"/>
          </p:cNvPicPr>
          <p:nvPr/>
        </p:nvPicPr>
        <p:blipFill>
          <a:blip xmlns:r="http://schemas.openxmlformats.org/officeDocument/2006/relationships" xmlns:a="http://schemas.openxmlformats.org/drawingml/2006/main" r:embed="Rd65f3496b90c4f5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012895-48E8-44D1-82E3-C402CA6E6CD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20D87F4-57A5-4D15-A776-CA21019398D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130F807-8A8E-4871-B01D-B81248921E8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04B48E-AA7C-46F2-93AD-E3B2308DFD9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589FA84-D792-4C15-9AB8-CFC48BBAFA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8623A4B4-22CE-4089-B666-C505F8ED436D}"/>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sz="10875" b="1">
                <a:solidFill>
                  <a:srgbClr val="57962F"/>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41CAAFB2-195E-4548-BC3D-B4B23A7B4D0E}"/>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174FC25D-25FF-4FEB-B1D5-3952097DB9D5}"/>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57962F"/>
                </a:solidFill>
                <a:latin typeface="Pretendard"/>
                <a:ea typeface="Pretendard"/>
                <a:cs typeface="Pretendard"/>
              </a:defRPr>
            </a:defPPr>
            <a:lvl1pPr algn="l">
              <a:defRPr sz="3975" b="0">
                <a:solidFill>
                  <a:srgbClr val="57962F"/>
                </a:solidFill>
                <a:latin typeface="Pretendard"/>
                <a:ea typeface="Pretendard"/>
                <a:cs typeface="Pretendard"/>
              </a:defRPr>
            </a:lvl1pPr>
            <a:lvl2pPr algn="l">
              <a:defRPr sz="3975" b="0">
                <a:solidFill>
                  <a:srgbClr val="57962F"/>
                </a:solidFill>
                <a:latin typeface="Pretendard"/>
                <a:ea typeface="Pretendard"/>
                <a:cs typeface="Pretendard"/>
              </a:defRPr>
            </a:lvl2pPr>
            <a:lvl3pPr algn="l">
              <a:defRPr sz="3975" b="0">
                <a:solidFill>
                  <a:srgbClr val="57962F"/>
                </a:solidFill>
                <a:latin typeface="Pretendard"/>
                <a:ea typeface="Pretendard"/>
                <a:cs typeface="Pretendard"/>
              </a:defRPr>
            </a:lvl3pPr>
            <a:lvl4pPr algn="l">
              <a:defRPr sz="3975" b="0">
                <a:solidFill>
                  <a:srgbClr val="57962F"/>
                </a:solidFill>
                <a:latin typeface="Pretendard"/>
                <a:ea typeface="Pretendard"/>
                <a:cs typeface="Pretendard"/>
              </a:defRPr>
            </a:lvl4pPr>
            <a:lvl5pPr algn="l">
              <a:defRPr sz="3975" b="0">
                <a:solidFill>
                  <a:srgbClr val="57962F"/>
                </a:solidFill>
                <a:latin typeface="Pretendard"/>
                <a:ea typeface="Pretendard"/>
                <a:cs typeface="Pretendard"/>
              </a:defRPr>
            </a:lvl5pPr>
            <a:lvl6pPr algn="l">
              <a:defRPr sz="3975" b="0">
                <a:solidFill>
                  <a:srgbClr val="57962F"/>
                </a:solidFill>
                <a:latin typeface="Pretendard"/>
                <a:ea typeface="Pretendard"/>
                <a:cs typeface="Pretendard"/>
              </a:defRPr>
            </a:lvl6pPr>
            <a:lvl7pPr algn="l">
              <a:defRPr sz="3975" b="0">
                <a:solidFill>
                  <a:srgbClr val="57962F"/>
                </a:solidFill>
                <a:latin typeface="Pretendard"/>
                <a:ea typeface="Pretendard"/>
                <a:cs typeface="Pretendard"/>
              </a:defRPr>
            </a:lvl7pPr>
            <a:lvl8pPr algn="l">
              <a:defRPr sz="3975" b="0">
                <a:solidFill>
                  <a:srgbClr val="57962F"/>
                </a:solidFill>
                <a:latin typeface="Pretendard"/>
                <a:ea typeface="Pretendard"/>
                <a:cs typeface="Pretendard"/>
              </a:defRPr>
            </a:lvl8pPr>
            <a:lvl9pPr algn="l">
              <a:defRPr sz="3975" b="0">
                <a:solidFill>
                  <a:srgbClr val="57962F"/>
                </a:solidFill>
                <a:latin typeface="Pretendard"/>
                <a:ea typeface="Pretendard"/>
                <a:cs typeface="Pretendard"/>
              </a:defRPr>
            </a:lvl9pPr>
          </a:lstStyle>
          <a:p xmlns:a="http://schemas.openxmlformats.org/drawingml/2006/main">
            <a:pPr algn="l">
              <a:defRPr sz="3975" b="0">
                <a:solidFill>
                  <a:srgbClr val="57962F"/>
                </a:solidFill>
                <a:latin typeface="Pretendard"/>
                <a:ea typeface="Pretendard"/>
                <a:cs typeface="Pretendard"/>
              </a:defRPr>
            </a:pPr>
            <a:r>
              <a:rPr sz="3975" b="0">
                <a:solidFill>
                  <a:srgbClr val="57962F"/>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64F0D45C-CCF2-4920-8A9D-6D7CE351B4B1}"/>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57962F"/>
                </a:solidFill>
                <a:latin typeface="Pretendard"/>
                <a:ea typeface="Pretendard"/>
                <a:cs typeface="Pretendard"/>
              </a:defRPr>
            </a:defPPr>
            <a:lvl1pPr algn="l">
              <a:defRPr sz="5250" b="0">
                <a:solidFill>
                  <a:srgbClr val="57962F"/>
                </a:solidFill>
                <a:latin typeface="Pretendard"/>
                <a:ea typeface="Pretendard"/>
                <a:cs typeface="Pretendard"/>
              </a:defRPr>
            </a:lvl1pPr>
            <a:lvl2pPr algn="l">
              <a:defRPr sz="5250" b="0">
                <a:solidFill>
                  <a:srgbClr val="57962F"/>
                </a:solidFill>
                <a:latin typeface="Pretendard"/>
                <a:ea typeface="Pretendard"/>
                <a:cs typeface="Pretendard"/>
              </a:defRPr>
            </a:lvl2pPr>
            <a:lvl3pPr algn="l">
              <a:defRPr sz="5250" b="0">
                <a:solidFill>
                  <a:srgbClr val="57962F"/>
                </a:solidFill>
                <a:latin typeface="Pretendard"/>
                <a:ea typeface="Pretendard"/>
                <a:cs typeface="Pretendard"/>
              </a:defRPr>
            </a:lvl3pPr>
            <a:lvl4pPr algn="l">
              <a:defRPr sz="5250" b="0">
                <a:solidFill>
                  <a:srgbClr val="57962F"/>
                </a:solidFill>
                <a:latin typeface="Pretendard"/>
                <a:ea typeface="Pretendard"/>
                <a:cs typeface="Pretendard"/>
              </a:defRPr>
            </a:lvl4pPr>
            <a:lvl5pPr algn="l">
              <a:defRPr sz="5250" b="0">
                <a:solidFill>
                  <a:srgbClr val="57962F"/>
                </a:solidFill>
                <a:latin typeface="Pretendard"/>
                <a:ea typeface="Pretendard"/>
                <a:cs typeface="Pretendard"/>
              </a:defRPr>
            </a:lvl5pPr>
            <a:lvl6pPr algn="l">
              <a:defRPr sz="5250" b="0">
                <a:solidFill>
                  <a:srgbClr val="57962F"/>
                </a:solidFill>
                <a:latin typeface="Pretendard"/>
                <a:ea typeface="Pretendard"/>
                <a:cs typeface="Pretendard"/>
              </a:defRPr>
            </a:lvl6pPr>
            <a:lvl7pPr algn="l">
              <a:defRPr sz="5250" b="0">
                <a:solidFill>
                  <a:srgbClr val="57962F"/>
                </a:solidFill>
                <a:latin typeface="Pretendard"/>
                <a:ea typeface="Pretendard"/>
                <a:cs typeface="Pretendard"/>
              </a:defRPr>
            </a:lvl7pPr>
            <a:lvl8pPr algn="l">
              <a:defRPr sz="5250" b="0">
                <a:solidFill>
                  <a:srgbClr val="57962F"/>
                </a:solidFill>
                <a:latin typeface="Pretendard"/>
                <a:ea typeface="Pretendard"/>
                <a:cs typeface="Pretendard"/>
              </a:defRPr>
            </a:lvl8pPr>
            <a:lvl9pPr algn="l">
              <a:defRPr sz="5250" b="0">
                <a:solidFill>
                  <a:srgbClr val="57962F"/>
                </a:solidFill>
                <a:latin typeface="Pretendard"/>
                <a:ea typeface="Pretendard"/>
                <a:cs typeface="Pretendard"/>
              </a:defRPr>
            </a:lvl9pPr>
          </a:lstStyle>
          <a:p xmlns:a="http://schemas.openxmlformats.org/drawingml/2006/main">
            <a:pPr algn="l">
              <a:defRPr sz="5250" b="0">
                <a:solidFill>
                  <a:srgbClr val="57962F"/>
                </a:solidFill>
                <a:latin typeface="Pretendard"/>
                <a:ea typeface="Pretendard"/>
                <a:cs typeface="Pretendard"/>
              </a:defRPr>
            </a:pPr>
            <a:r>
              <a:rPr sz="5250" b="0">
                <a:solidFill>
                  <a:srgbClr val="57962F"/>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1C022CB5-2570-4467-8793-EFB9DACE7B07}"/>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0B8D8EF6-C415-4E8A-990B-0DA8A465BF23}"/>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17471498-F9CA-4CDA-8300-4DC11E196A15}"/>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1DC14E19-875C-4B19-A6D5-1A8B53990F02}"/>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5234070D-877E-487B-84D7-6BD674AB9B8A}"/>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1DADCAAD-FC88-4158-AB67-655D040AEA73}"/>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8805FC1F-2E5A-450D-81DC-9C5E5A52BE61}"/>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898989"/>
                </a:solidFill>
                <a:latin typeface="Pretendard"/>
                <a:ea typeface="Pretendard"/>
                <a:cs typeface="Pretendard"/>
              </a:defRPr>
            </a:defPPr>
            <a:lvl1pPr algn="ctr">
              <a:defRPr sz="2550" b="0">
                <a:solidFill>
                  <a:srgbClr val="898989"/>
                </a:solidFill>
                <a:latin typeface="Pretendard"/>
                <a:ea typeface="Pretendard"/>
                <a:cs typeface="Pretendard"/>
              </a:defRPr>
            </a:lvl1pPr>
            <a:lvl2pPr algn="ctr">
              <a:defRPr sz="2550" b="0">
                <a:solidFill>
                  <a:srgbClr val="898989"/>
                </a:solidFill>
                <a:latin typeface="Pretendard"/>
                <a:ea typeface="Pretendard"/>
                <a:cs typeface="Pretendard"/>
              </a:defRPr>
            </a:lvl2pPr>
            <a:lvl3pPr algn="ctr">
              <a:defRPr sz="2550" b="0">
                <a:solidFill>
                  <a:srgbClr val="898989"/>
                </a:solidFill>
                <a:latin typeface="Pretendard"/>
                <a:ea typeface="Pretendard"/>
                <a:cs typeface="Pretendard"/>
              </a:defRPr>
            </a:lvl3pPr>
            <a:lvl4pPr algn="ctr">
              <a:defRPr sz="2550" b="0">
                <a:solidFill>
                  <a:srgbClr val="898989"/>
                </a:solidFill>
                <a:latin typeface="Pretendard"/>
                <a:ea typeface="Pretendard"/>
                <a:cs typeface="Pretendard"/>
              </a:defRPr>
            </a:lvl4pPr>
            <a:lvl5pPr algn="ctr">
              <a:defRPr sz="2550" b="0">
                <a:solidFill>
                  <a:srgbClr val="898989"/>
                </a:solidFill>
                <a:latin typeface="Pretendard"/>
                <a:ea typeface="Pretendard"/>
                <a:cs typeface="Pretendard"/>
              </a:defRPr>
            </a:lvl5pPr>
            <a:lvl6pPr algn="ctr">
              <a:defRPr sz="2550" b="0">
                <a:solidFill>
                  <a:srgbClr val="898989"/>
                </a:solidFill>
                <a:latin typeface="Pretendard"/>
                <a:ea typeface="Pretendard"/>
                <a:cs typeface="Pretendard"/>
              </a:defRPr>
            </a:lvl6pPr>
            <a:lvl7pPr algn="ctr">
              <a:defRPr sz="2550" b="0">
                <a:solidFill>
                  <a:srgbClr val="898989"/>
                </a:solidFill>
                <a:latin typeface="Pretendard"/>
                <a:ea typeface="Pretendard"/>
                <a:cs typeface="Pretendard"/>
              </a:defRPr>
            </a:lvl7pPr>
            <a:lvl8pPr algn="ctr">
              <a:defRPr sz="2550" b="0">
                <a:solidFill>
                  <a:srgbClr val="898989"/>
                </a:solidFill>
                <a:latin typeface="Pretendard"/>
                <a:ea typeface="Pretendard"/>
                <a:cs typeface="Pretendard"/>
              </a:defRPr>
            </a:lvl8pPr>
            <a:lvl9pPr algn="ctr">
              <a:defRPr sz="2550" b="0">
                <a:solidFill>
                  <a:srgbClr val="898989"/>
                </a:solidFill>
                <a:latin typeface="Pretendard"/>
                <a:ea typeface="Pretendard"/>
                <a:cs typeface="Pretendard"/>
              </a:defRPr>
            </a:lvl9pPr>
          </a:lstStyle>
          <a:p xmlns:a="http://schemas.openxmlformats.org/drawingml/2006/main">
            <a:pPr algn="ctr">
              <a:defRPr sz="2550" b="0">
                <a:solidFill>
                  <a:srgbClr val="898989"/>
                </a:solidFill>
                <a:latin typeface="Pretendard"/>
                <a:ea typeface="Pretendard"/>
                <a:cs typeface="Pretendard"/>
              </a:defRPr>
            </a:pPr>
            <a:r>
              <a:rPr sz="2550" b="0">
                <a:solidFill>
                  <a:srgbClr val="898989"/>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566D5DFD-9380-493D-8952-014D2F96C5D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30EEF9FB-B32C-42CE-8832-3EE13055991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3430153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8058FA2-CBC6-471E-ADCF-BF03D073B8EB}"/>
              </a:ext>
            </a:extLst>
          </p:cNvPr>
          <p:cNvPicPr>
            <a:picLocks xmlns:a="http://schemas.openxmlformats.org/drawingml/2006/main" noChangeAspect="1"/>
          </p:cNvPicPr>
          <p:nvPr/>
        </p:nvPicPr>
        <p:blipFill>
          <a:blip xmlns:r="http://schemas.openxmlformats.org/officeDocument/2006/relationships" xmlns:a="http://schemas.openxmlformats.org/drawingml/2006/main" r:embed="R1a06e395cb8244f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E4DE3E-F4F9-47EA-BF98-D83DE51DB35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B928E6-DDBB-4693-B885-AF335122A54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1F03268-8377-4AEC-A6FF-594D157D9BC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2EACFA7-1847-4DD4-9934-70DC130304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A8C0004-2DA5-4E7C-933C-4D071D714E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A9F4A4DD-D6D0-4181-A855-5DF2FAE6EAB2}"/>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898989"/>
                </a:solidFill>
                <a:latin typeface="Pretendard"/>
                <a:ea typeface="Pretendard"/>
                <a:cs typeface="Pretendard"/>
              </a:defRPr>
            </a:defPPr>
            <a:lvl1pPr algn="ctr">
              <a:defRPr sz="2850" b="0">
                <a:solidFill>
                  <a:srgbClr val="898989"/>
                </a:solidFill>
                <a:latin typeface="Pretendard"/>
                <a:ea typeface="Pretendard"/>
                <a:cs typeface="Pretendard"/>
              </a:defRPr>
            </a:lvl1pPr>
            <a:lvl2pPr algn="ctr">
              <a:defRPr sz="2850" b="0">
                <a:solidFill>
                  <a:srgbClr val="898989"/>
                </a:solidFill>
                <a:latin typeface="Pretendard"/>
                <a:ea typeface="Pretendard"/>
                <a:cs typeface="Pretendard"/>
              </a:defRPr>
            </a:lvl2pPr>
            <a:lvl3pPr algn="ctr">
              <a:defRPr sz="2850" b="0">
                <a:solidFill>
                  <a:srgbClr val="898989"/>
                </a:solidFill>
                <a:latin typeface="Pretendard"/>
                <a:ea typeface="Pretendard"/>
                <a:cs typeface="Pretendard"/>
              </a:defRPr>
            </a:lvl3pPr>
            <a:lvl4pPr algn="ctr">
              <a:defRPr sz="2850" b="0">
                <a:solidFill>
                  <a:srgbClr val="898989"/>
                </a:solidFill>
                <a:latin typeface="Pretendard"/>
                <a:ea typeface="Pretendard"/>
                <a:cs typeface="Pretendard"/>
              </a:defRPr>
            </a:lvl4pPr>
            <a:lvl5pPr algn="ctr">
              <a:defRPr sz="2850" b="0">
                <a:solidFill>
                  <a:srgbClr val="898989"/>
                </a:solidFill>
                <a:latin typeface="Pretendard"/>
                <a:ea typeface="Pretendard"/>
                <a:cs typeface="Pretendard"/>
              </a:defRPr>
            </a:lvl5pPr>
            <a:lvl6pPr algn="ctr">
              <a:defRPr sz="2850" b="0">
                <a:solidFill>
                  <a:srgbClr val="898989"/>
                </a:solidFill>
                <a:latin typeface="Pretendard"/>
                <a:ea typeface="Pretendard"/>
                <a:cs typeface="Pretendard"/>
              </a:defRPr>
            </a:lvl6pPr>
            <a:lvl7pPr algn="ctr">
              <a:defRPr sz="2850" b="0">
                <a:solidFill>
                  <a:srgbClr val="898989"/>
                </a:solidFill>
                <a:latin typeface="Pretendard"/>
                <a:ea typeface="Pretendard"/>
                <a:cs typeface="Pretendard"/>
              </a:defRPr>
            </a:lvl7pPr>
            <a:lvl8pPr algn="ctr">
              <a:defRPr sz="2850" b="0">
                <a:solidFill>
                  <a:srgbClr val="898989"/>
                </a:solidFill>
                <a:latin typeface="Pretendard"/>
                <a:ea typeface="Pretendard"/>
                <a:cs typeface="Pretendard"/>
              </a:defRPr>
            </a:lvl8pPr>
            <a:lvl9pPr algn="ctr">
              <a:defRPr sz="2850" b="0">
                <a:solidFill>
                  <a:srgbClr val="898989"/>
                </a:solidFill>
                <a:latin typeface="Pretendard"/>
                <a:ea typeface="Pretendard"/>
                <a:cs typeface="Pretendard"/>
              </a:defRPr>
            </a:lvl9pPr>
          </a:lstStyle>
          <a:p xmlns:a="http://schemas.openxmlformats.org/drawingml/2006/main">
            <a:pPr algn="ctr">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CC7B6933-AE79-4DC7-93A6-5705D04591D5}"/>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D349C0CD-5049-4D6D-84A5-B983E6FD7084}"/>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8C4E337-F7B8-4C7D-A495-E3EA1FE2F6AC}"/>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E3E6FCF-7D63-4259-AFBE-F9212A3D5226}"/>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F47C3865-07BE-4A12-AF39-C31B0E55E698}"/>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BBC1387-E39F-4D05-A794-5CCABEEB6444}"/>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1 M = 용액 1 L에 용질 1 mol이 들어 있는 농도</a:t>
            </a:r>
          </a:p>
        </p:txBody>
      </p:sp>
    </p:spTree>
    <p:extLst>
      <p:ext uri="{BB962C8B-B14F-4D97-AF65-F5344CB8AC3E}">
        <p14:creationId xmlns:p14="http://schemas.microsoft.com/office/powerpoint/2010/main" val="7117703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32AF120-B0F1-428E-AA07-25A76D85CD3D}"/>
              </a:ext>
            </a:extLst>
          </p:cNvPr>
          <p:cNvPicPr>
            <a:picLocks xmlns:a="http://schemas.openxmlformats.org/drawingml/2006/main" noChangeAspect="1"/>
          </p:cNvPicPr>
          <p:nvPr/>
        </p:nvPicPr>
        <p:blipFill>
          <a:blip xmlns:r="http://schemas.openxmlformats.org/officeDocument/2006/relationships" xmlns:a="http://schemas.openxmlformats.org/drawingml/2006/main" r:embed="R3533f526657544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2B0E20-DD18-451B-B110-EA2891CECA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1729E6-9540-4D02-94DE-7AAA46A38DA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472E0A0-40E7-42BE-847D-C6C6BA26683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8BD560B-085A-486D-8F12-2B4BACBA35A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D767E4D-FB03-4550-9221-069221E1A90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EB9C5BB8-7E3B-4A50-AC51-0CC650E2895F}"/>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0A7FA4BB-0FB8-4172-8372-0B4A32BE9C4B}"/>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3A82E1A7-DB44-4C9C-A276-6B763EF62961}"/>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6FEBC219-7091-4273-95D5-93FFBD06370C}"/>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1752FBFC-CB4B-4A56-A4EB-2509828B4C47}"/>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1F08EE70-8390-4712-94E9-776235298161}"/>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19DD396F-3100-4CD2-B363-2432B793BFA4}"/>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9CFCC8C9-565D-4930-8D62-41CFAE643B45}"/>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34168357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F1485D9-6633-4E21-9A26-395398990188}"/>
              </a:ext>
            </a:extLst>
          </p:cNvPr>
          <p:cNvPicPr>
            <a:picLocks xmlns:a="http://schemas.openxmlformats.org/drawingml/2006/main" noChangeAspect="1"/>
          </p:cNvPicPr>
          <p:nvPr/>
        </p:nvPicPr>
        <p:blipFill>
          <a:blip xmlns:r="http://schemas.openxmlformats.org/officeDocument/2006/relationships" xmlns:a="http://schemas.openxmlformats.org/drawingml/2006/main" r:embed="R3264b791580e48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7F36753-E616-4F0F-962B-7AC0F6B5CDE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99C9AA-792C-44FB-8C6C-CDD0C2BD1C3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243E435-07CE-4BA8-9572-208E2562A78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05AD971-F3D1-4CE8-BA97-C7B5CEEFC3D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2F517A7-ECDD-43CD-9B20-896864E921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5802F950-1BC5-4560-B75B-B0CED814DDD1}"/>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03677C9-2C48-4A30-B299-745B14ADC7B7}"/>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39EBA61-24D8-46BD-932D-3204ABD7478A}"/>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D0EAFC4-D702-4BF6-BA2C-E75D4400DB1E}"/>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2214B6E-3110-4626-A119-AAFE46E701E8}"/>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A62BCA50-9177-4E4D-8CFD-B0047DD1A462}"/>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22E11A2D-EBF3-4210-9F1A-4F71A79964F5}"/>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8603076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B358642F-F7B6-4EDD-A661-741075426AD5}"/>
              </a:ext>
            </a:extLst>
          </p:cNvPr>
          <p:cNvPicPr>
            <a:picLocks xmlns:a="http://schemas.openxmlformats.org/drawingml/2006/main" noChangeAspect="1"/>
          </p:cNvPicPr>
          <p:nvPr/>
        </p:nvPicPr>
        <p:blipFill>
          <a:blip xmlns:r="http://schemas.openxmlformats.org/officeDocument/2006/relationships" xmlns:a="http://schemas.openxmlformats.org/drawingml/2006/main" r:embed="R0cd04943e1fb4c8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4F79EF-392E-4CDC-8029-0E8C9B510D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4698DD-3C4C-496A-BD18-C43BF5984B2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AAB6786-1503-41CD-8853-27542E527C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5B77C85-BC94-4393-B3E1-5381B36A0AD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5ED05D0-7FFF-4B68-80AD-3BE4E87FD57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1DE0F208-8404-4C17-853D-24E8A9C1C32A}"/>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F9EF13B8-9D7E-4D1C-A3E1-72D48CC8AF4B}"/>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65F5D203-A2FF-4D97-85A3-CDC8FD0A0898}"/>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D687DDCA-01F6-4A35-9E23-48300D97D94F}"/>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D9C192AA-37D0-437F-AB03-C92BBD49BFBA}"/>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B3FEE59B-5DF9-40A2-AC45-B966DC262ADA}"/>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8620C5F4-09AB-48F4-A990-69F9351ECF06}"/>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C9B51169-9635-4085-94D9-022CB8CC5B7F}"/>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20D5DD4B-374A-448F-AC24-DE77B21EF852}"/>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59033068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6301800-6D59-4BBD-BB9A-1208819852EF}"/>
              </a:ext>
            </a:extLst>
          </p:cNvPr>
          <p:cNvPicPr>
            <a:picLocks xmlns:a="http://schemas.openxmlformats.org/drawingml/2006/main" noChangeAspect="1"/>
          </p:cNvPicPr>
          <p:nvPr/>
        </p:nvPicPr>
        <p:blipFill>
          <a:blip xmlns:r="http://schemas.openxmlformats.org/officeDocument/2006/relationships" xmlns:a="http://schemas.openxmlformats.org/drawingml/2006/main" r:embed="R796affac663d45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C53AA9-0297-4936-B7DD-672D0CF248D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A29BAE-177C-4E56-B41F-8E703B70029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1B07CCD-42E5-44E3-BA8D-AE0D5B50CE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EE6B43B-E5EB-4511-BF18-9FCE4BC482A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69F2571-532E-4276-91BA-E64AAD6F1B6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09A1DB31-259C-4A77-AE2C-D9864DD49DED}"/>
              </a:ext>
            </a:extLst>
          </p:cNvPr>
          <p:cNvPicPr>
            <a:picLocks xmlns:a="http://schemas.openxmlformats.org/drawingml/2006/main" noChangeAspect="1"/>
          </p:cNvPicPr>
          <p:nvPr/>
        </p:nvPicPr>
        <p:blipFill>
          <a:blip xmlns:r="http://schemas.openxmlformats.org/officeDocument/2006/relationships" xmlns:a="http://schemas.openxmlformats.org/drawingml/2006/main" r:embed="R79251532e2b84cff"/>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E92A8DE-1FB3-4F15-BE9F-08D1DC099BDE}"/>
              </a:ext>
            </a:extLst>
          </p:cNvPr>
          <p:cNvPicPr>
            <a:picLocks xmlns:a="http://schemas.openxmlformats.org/drawingml/2006/main" noChangeAspect="1"/>
          </p:cNvPicPr>
          <p:nvPr/>
        </p:nvPicPr>
        <p:blipFill>
          <a:blip xmlns:r="http://schemas.openxmlformats.org/officeDocument/2006/relationships" xmlns:a="http://schemas.openxmlformats.org/drawingml/2006/main" r:embed="R9f74a5eab3f04bb3"/>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B8607DC4-6305-4745-B56F-FCC4F263CDD0}"/>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22A3B881-DBAF-4C2C-AE7B-BA8EBC509582}"/>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0766B2C-8E42-48AB-9E28-4B1E3B2BB723}"/>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73EDB0B6-0DA8-43A2-828E-B868C68122E6}"/>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AF828570-C6C9-4A89-85F0-C205D4605759}"/>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2F52926-58BA-4F93-B4C7-F84EC151A587}"/>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6EA6A1E6-8B04-4AD1-ABE4-C7C9040D0F57}"/>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447577F5-9E6C-436A-9F06-E570E522DEB2}"/>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80327889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908A87B-704E-49B4-8ECB-05855E32197D}"/>
              </a:ext>
            </a:extLst>
          </p:cNvPr>
          <p:cNvPicPr>
            <a:picLocks xmlns:a="http://schemas.openxmlformats.org/drawingml/2006/main" noChangeAspect="1"/>
          </p:cNvPicPr>
          <p:nvPr/>
        </p:nvPicPr>
        <p:blipFill>
          <a:blip xmlns:r="http://schemas.openxmlformats.org/officeDocument/2006/relationships" xmlns:a="http://schemas.openxmlformats.org/drawingml/2006/main" r:embed="Rb62164c847704fc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24C353-37B5-4852-ABD9-C3653867C45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17EB9C-4266-4ED0-A80B-DAA369B578A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220BB13-BCD6-478A-AEE0-734EC816463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8351795-7658-4095-B5DB-244A391ED26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1F4CF3B-7200-47BC-96F3-44EE17D9B3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CA7F98D8-1204-4C16-9E3E-0C58682D5418}"/>
              </a:ext>
            </a:extLst>
          </p:cNvPr>
          <p:cNvPicPr>
            <a:picLocks xmlns:a="http://schemas.openxmlformats.org/drawingml/2006/main" noChangeAspect="1"/>
          </p:cNvPicPr>
          <p:nvPr/>
        </p:nvPicPr>
        <p:blipFill>
          <a:blip xmlns:r="http://schemas.openxmlformats.org/officeDocument/2006/relationships" xmlns:a="http://schemas.openxmlformats.org/drawingml/2006/main" r:embed="R44fa0a22a04d432a"/>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62B134E-CB61-4FA6-ADB8-43A77FA187D4}"/>
              </a:ext>
            </a:extLst>
          </p:cNvPr>
          <p:cNvPicPr>
            <a:picLocks xmlns:a="http://schemas.openxmlformats.org/drawingml/2006/main" noChangeAspect="1"/>
          </p:cNvPicPr>
          <p:nvPr/>
        </p:nvPicPr>
        <p:blipFill>
          <a:blip xmlns:r="http://schemas.openxmlformats.org/officeDocument/2006/relationships" xmlns:a="http://schemas.openxmlformats.org/drawingml/2006/main" r:embed="Rb862d598504f4e08"/>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D8AD8720-350C-476E-954E-1C171E03F15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A859D1F-5974-4543-9061-28E852C0048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ED3E528C-F4AB-4809-85E0-93A0F6B95849}"/>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799F5EBC-5306-4A8E-ACBC-D9EC4343B125}"/>
              </a:ext>
            </a:extLst>
          </p:cNvPr>
          <p:cNvPicPr>
            <a:picLocks xmlns:a="http://schemas.openxmlformats.org/drawingml/2006/main" noChangeAspect="1"/>
          </p:cNvPicPr>
          <p:nvPr/>
        </p:nvPicPr>
        <p:blipFill>
          <a:blip xmlns:r="http://schemas.openxmlformats.org/officeDocument/2006/relationships" xmlns:a="http://schemas.openxmlformats.org/drawingml/2006/main" r:embed="R26af2afeab3245cd"/>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F501617D-2526-4B01-9168-4A1B5EE1C3E4}"/>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0B6882E5-F149-4D12-9BEE-3DD9B82F4803}"/>
              </a:ext>
            </a:extLst>
          </p:cNvPr>
          <p:cNvPicPr>
            <a:picLocks xmlns:a="http://schemas.openxmlformats.org/drawingml/2006/main" noChangeAspect="1"/>
          </p:cNvPicPr>
          <p:nvPr/>
        </p:nvPicPr>
        <p:blipFill>
          <a:blip xmlns:r="http://schemas.openxmlformats.org/officeDocument/2006/relationships" xmlns:a="http://schemas.openxmlformats.org/drawingml/2006/main" r:embed="Red7d617c596b48df"/>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66047549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90B5285-5499-4549-9A1A-1A4D4FE92CEE}"/>
              </a:ext>
            </a:extLst>
          </p:cNvPr>
          <p:cNvPicPr>
            <a:picLocks xmlns:a="http://schemas.openxmlformats.org/drawingml/2006/main" noChangeAspect="1"/>
          </p:cNvPicPr>
          <p:nvPr/>
        </p:nvPicPr>
        <p:blipFill>
          <a:blip xmlns:r="http://schemas.openxmlformats.org/officeDocument/2006/relationships" xmlns:a="http://schemas.openxmlformats.org/drawingml/2006/main" r:embed="Ra9f96cfe9940490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D1DED4A-3374-4CEF-9DC3-BC6C86A4A58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54B4BED-1510-4F06-A20A-EF2CBD4615D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E31CD2F-342A-4A60-9554-4011B97F54E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3097AA-AC13-4544-BB73-DF0183CEA2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251453B-016D-45FA-A014-8537109D498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2BA9CC59-07FB-4751-B9A0-31875B8EA330}"/>
              </a:ext>
            </a:extLst>
          </p:cNvPr>
          <p:cNvPicPr>
            <a:picLocks xmlns:a="http://schemas.openxmlformats.org/drawingml/2006/main" noChangeAspect="1"/>
          </p:cNvPicPr>
          <p:nvPr/>
        </p:nvPicPr>
        <p:blipFill>
          <a:blip xmlns:r="http://schemas.openxmlformats.org/officeDocument/2006/relationships" xmlns:a="http://schemas.openxmlformats.org/drawingml/2006/main" r:embed="Rbb4efa2520f34245"/>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B25DCF0F-3A07-430B-9AE1-FFEB3B757C6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D67877B4-571C-4E33-8D0A-6EBE156FEB7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10825391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7E9E91F-BB3B-4E9B-B87D-C2AC5BF7F1B9}"/>
              </a:ext>
            </a:extLst>
          </p:cNvPr>
          <p:cNvPicPr>
            <a:picLocks xmlns:a="http://schemas.openxmlformats.org/drawingml/2006/main" noChangeAspect="1"/>
          </p:cNvPicPr>
          <p:nvPr/>
        </p:nvPicPr>
        <p:blipFill>
          <a:blip xmlns:r="http://schemas.openxmlformats.org/officeDocument/2006/relationships" xmlns:a="http://schemas.openxmlformats.org/drawingml/2006/main" r:embed="Raf1d46bcf8ca4e6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BE6AFA-485B-49CC-BE6D-C7EB27A851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D5A759-D1FE-4234-9909-942CF994346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40D336A-D651-4A78-97A0-E7D1505742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08E7AAE-A8B8-4031-B899-0D6314E8D2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614E92A-F3B7-4353-A1E2-638B2A0B1F3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569E0367-2CFF-4707-951D-D7F85EBBD499}"/>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31D03DB3-FE70-42A6-8164-9FDA01C16A92}"/>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CB4D156F-2A82-411C-9402-10372F665968}"/>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AC06B1CD-9372-45F1-BC34-1F9835C21820}"/>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AB944041-50EC-41AE-A907-96C58C51EA05}"/>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BDE965E3-6231-454E-B7B2-377F6BEA2352}"/>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457F38D5-2E02-45CE-AB4A-5B49C79FA5D0}"/>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26226345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70A8738-D894-4820-9A28-093B7FF780F1}"/>
              </a:ext>
            </a:extLst>
          </p:cNvPr>
          <p:cNvPicPr>
            <a:picLocks xmlns:a="http://schemas.openxmlformats.org/drawingml/2006/main" noChangeAspect="1"/>
          </p:cNvPicPr>
          <p:nvPr/>
        </p:nvPicPr>
        <p:blipFill>
          <a:blip xmlns:r="http://schemas.openxmlformats.org/officeDocument/2006/relationships" xmlns:a="http://schemas.openxmlformats.org/drawingml/2006/main" r:embed="R667050db1cfb401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F8904DC-8D89-4E8E-B244-87A21FCAC4C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0AD96B7-EE73-4313-82F9-81D259C3B0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EAA7588-C714-46CD-AB82-6FA5DDF7B36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ABE0B70-9AE2-4025-BE9C-9DE8F3DDD5E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C10C6E0-0774-464C-8B1A-F5988CED337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A71E529D-A309-468F-B7F7-8A5EC4E6B7E0}"/>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E6699BBA-799F-464C-ADD6-C08BB38F2C5E}"/>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26DDD569-E625-4311-8567-473A21597D7F}"/>
              </a:ext>
            </a:extLst>
          </p:cNvPr>
          <p:cNvSpPr>
            <a:spLocks xmlns:a="http://schemas.openxmlformats.org/drawingml/2006/main" noGrp="1"/>
          </p:cNvSpPr>
          <p:nvPr/>
        </p:nvSpPr>
        <p:spPr>
          <a:xfrm xmlns:a="http://schemas.openxmlformats.org/drawingml/2006/main">
            <a:off x="2286000" y="487680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9FFF68"/>
                </a:solidFill>
                <a:latin typeface="Pretendard"/>
                <a:ea typeface="Pretendard"/>
                <a:cs typeface="Pretendard"/>
              </a:defRPr>
            </a:defPPr>
            <a:lvl1pPr algn="l">
              <a:defRPr sz="3750" b="1">
                <a:solidFill>
                  <a:srgbClr val="9FFF68"/>
                </a:solidFill>
                <a:latin typeface="Pretendard"/>
                <a:ea typeface="Pretendard"/>
                <a:cs typeface="Pretendard"/>
              </a:defRPr>
            </a:lvl1pPr>
            <a:lvl2pPr algn="l">
              <a:defRPr sz="3750" b="1">
                <a:solidFill>
                  <a:srgbClr val="9FFF68"/>
                </a:solidFill>
                <a:latin typeface="Pretendard"/>
                <a:ea typeface="Pretendard"/>
                <a:cs typeface="Pretendard"/>
              </a:defRPr>
            </a:lvl2pPr>
            <a:lvl3pPr algn="l">
              <a:defRPr sz="3750" b="1">
                <a:solidFill>
                  <a:srgbClr val="9FFF68"/>
                </a:solidFill>
                <a:latin typeface="Pretendard"/>
                <a:ea typeface="Pretendard"/>
                <a:cs typeface="Pretendard"/>
              </a:defRPr>
            </a:lvl3pPr>
            <a:lvl4pPr algn="l">
              <a:defRPr sz="3750" b="1">
                <a:solidFill>
                  <a:srgbClr val="9FFF68"/>
                </a:solidFill>
                <a:latin typeface="Pretendard"/>
                <a:ea typeface="Pretendard"/>
                <a:cs typeface="Pretendard"/>
              </a:defRPr>
            </a:lvl4pPr>
            <a:lvl5pPr algn="l">
              <a:defRPr sz="3750" b="1">
                <a:solidFill>
                  <a:srgbClr val="9FFF68"/>
                </a:solidFill>
                <a:latin typeface="Pretendard"/>
                <a:ea typeface="Pretendard"/>
                <a:cs typeface="Pretendard"/>
              </a:defRPr>
            </a:lvl5pPr>
            <a:lvl6pPr algn="l">
              <a:defRPr sz="3750" b="1">
                <a:solidFill>
                  <a:srgbClr val="9FFF68"/>
                </a:solidFill>
                <a:latin typeface="Pretendard"/>
                <a:ea typeface="Pretendard"/>
                <a:cs typeface="Pretendard"/>
              </a:defRPr>
            </a:lvl6pPr>
            <a:lvl7pPr algn="l">
              <a:defRPr sz="3750" b="1">
                <a:solidFill>
                  <a:srgbClr val="9FFF68"/>
                </a:solidFill>
                <a:latin typeface="Pretendard"/>
                <a:ea typeface="Pretendard"/>
                <a:cs typeface="Pretendard"/>
              </a:defRPr>
            </a:lvl7pPr>
            <a:lvl8pPr algn="l">
              <a:defRPr sz="3750" b="1">
                <a:solidFill>
                  <a:srgbClr val="9FFF68"/>
                </a:solidFill>
                <a:latin typeface="Pretendard"/>
                <a:ea typeface="Pretendard"/>
                <a:cs typeface="Pretendard"/>
              </a:defRPr>
            </a:lvl8pPr>
            <a:lvl9pPr algn="l">
              <a:defRPr sz="3750" b="1">
                <a:solidFill>
                  <a:srgbClr val="9FFF68"/>
                </a:solidFill>
                <a:latin typeface="Pretendard"/>
                <a:ea typeface="Pretendard"/>
                <a:cs typeface="Pretendard"/>
              </a:defRPr>
            </a:lvl9pPr>
          </a:lstStyle>
          <a:p xmlns:a="http://schemas.openxmlformats.org/drawingml/2006/main">
            <a:pPr algn="l">
              <a:defRPr sz="3750" b="1">
                <a:solidFill>
                  <a:srgbClr val="9FFF68"/>
                </a:solidFill>
                <a:latin typeface="Pretendard"/>
                <a:ea typeface="Pretendard"/>
                <a:cs typeface="Pretendard"/>
              </a:defRPr>
            </a:pPr>
            <a:r>
              <a:t>Δ</a:t>
            </a:r>
            <a:r>
              <a:rPr i="1">
                <a:latin typeface="Pretendard"/>
                <a:ea typeface="Pretendard"/>
                <a:cs typeface="Pretendard"/>
              </a:rPr>
              <a:t>H</a:t>
            </a:r>
            <a:r>
              <a:t> = Σ(생성물의 계수 × 표준 생성 엔탈피)</a:t>
            </a:r>
          </a:p>
        </p:txBody>
      </p:sp>
      <p:sp>
        <p:nvSpPr>
          <p:cNvPr id="10" name="text">
            <a:extLst xmlns:a="http://schemas.openxmlformats.org/drawingml/2006/main">
              <a:ext uri="{FF2B5EF4-FFF2-40B4-BE49-F238E27FC236}">
                <a16:creationId xmlns:a16="http://schemas.microsoft.com/office/drawing/2014/main" id="{AFBE683A-5604-4ECC-B268-B1FB9C962935}"/>
              </a:ext>
            </a:extLst>
          </p:cNvPr>
          <p:cNvSpPr>
            <a:spLocks xmlns:a="http://schemas.openxmlformats.org/drawingml/2006/main" noGrp="1"/>
          </p:cNvSpPr>
          <p:nvPr/>
        </p:nvSpPr>
        <p:spPr>
          <a:xfrm xmlns:a="http://schemas.openxmlformats.org/drawingml/2006/main">
            <a:off x="3743325" y="5743575"/>
            <a:ext cx="1219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FFFFFF"/>
                </a:solidFill>
                <a:latin typeface="Pretendard"/>
                <a:ea typeface="Pretendard"/>
                <a:cs typeface="Pretendard"/>
              </a:defRPr>
            </a:defPPr>
            <a:lvl1pPr algn="l">
              <a:defRPr sz="3750" b="1">
                <a:solidFill>
                  <a:srgbClr val="FFFFFF"/>
                </a:solidFill>
                <a:latin typeface="Pretendard"/>
                <a:ea typeface="Pretendard"/>
                <a:cs typeface="Pretendard"/>
              </a:defRPr>
            </a:lvl1pPr>
            <a:lvl2pPr algn="l">
              <a:defRPr sz="3750" b="1">
                <a:solidFill>
                  <a:srgbClr val="FFFFFF"/>
                </a:solidFill>
                <a:latin typeface="Pretendard"/>
                <a:ea typeface="Pretendard"/>
                <a:cs typeface="Pretendard"/>
              </a:defRPr>
            </a:lvl2pPr>
            <a:lvl3pPr algn="l">
              <a:defRPr sz="3750" b="1">
                <a:solidFill>
                  <a:srgbClr val="FFFFFF"/>
                </a:solidFill>
                <a:latin typeface="Pretendard"/>
                <a:ea typeface="Pretendard"/>
                <a:cs typeface="Pretendard"/>
              </a:defRPr>
            </a:lvl3pPr>
            <a:lvl4pPr algn="l">
              <a:defRPr sz="3750" b="1">
                <a:solidFill>
                  <a:srgbClr val="FFFFFF"/>
                </a:solidFill>
                <a:latin typeface="Pretendard"/>
                <a:ea typeface="Pretendard"/>
                <a:cs typeface="Pretendard"/>
              </a:defRPr>
            </a:lvl4pPr>
            <a:lvl5pPr algn="l">
              <a:defRPr sz="3750" b="1">
                <a:solidFill>
                  <a:srgbClr val="FFFFFF"/>
                </a:solidFill>
                <a:latin typeface="Pretendard"/>
                <a:ea typeface="Pretendard"/>
                <a:cs typeface="Pretendard"/>
              </a:defRPr>
            </a:lvl5pPr>
            <a:lvl6pPr algn="l">
              <a:defRPr sz="3750" b="1">
                <a:solidFill>
                  <a:srgbClr val="FFFFFF"/>
                </a:solidFill>
                <a:latin typeface="Pretendard"/>
                <a:ea typeface="Pretendard"/>
                <a:cs typeface="Pretendard"/>
              </a:defRPr>
            </a:lvl6pPr>
            <a:lvl7pPr algn="l">
              <a:defRPr sz="3750" b="1">
                <a:solidFill>
                  <a:srgbClr val="FFFFFF"/>
                </a:solidFill>
                <a:latin typeface="Pretendard"/>
                <a:ea typeface="Pretendard"/>
                <a:cs typeface="Pretendard"/>
              </a:defRPr>
            </a:lvl7pPr>
            <a:lvl8pPr algn="l">
              <a:defRPr sz="3750" b="1">
                <a:solidFill>
                  <a:srgbClr val="FFFFFF"/>
                </a:solidFill>
                <a:latin typeface="Pretendard"/>
                <a:ea typeface="Pretendard"/>
                <a:cs typeface="Pretendard"/>
              </a:defRPr>
            </a:lvl8pPr>
            <a:lvl9pPr algn="l">
              <a:defRPr sz="3750" b="1">
                <a:solidFill>
                  <a:srgbClr val="FFFFFF"/>
                </a:solidFill>
                <a:latin typeface="Pretendard"/>
                <a:ea typeface="Pretendard"/>
                <a:cs typeface="Pretendard"/>
              </a:defRPr>
            </a:lvl9pPr>
          </a:lstStyle>
          <a:p xmlns:a="http://schemas.openxmlformats.org/drawingml/2006/main">
            <a:pPr algn="l">
              <a:defRPr sz="3750" b="1">
                <a:solidFill>
                  <a:srgbClr val="FFFFFF"/>
                </a:solidFill>
                <a:latin typeface="Pretendard"/>
                <a:ea typeface="Pretendard"/>
                <a:cs typeface="Pretendard"/>
              </a:defRPr>
            </a:pPr>
            <a:r>
              <a:rPr sz="3750" b="1">
                <a:solidFill>
                  <a:srgbClr val="FFFFFF"/>
                </a:solidFill>
                <a:latin typeface="Pretendard"/>
                <a:ea typeface="Pretendard"/>
                <a:cs typeface="Pretendard"/>
              </a:rPr>
              <a:t>− Σ(반응물의 계수 × 표준 생성 엔탈피)</a:t>
            </a:r>
          </a:p>
        </p:txBody>
      </p:sp>
      <p:sp>
        <p:nvSpPr>
          <p:cNvPr id="11" name="text">
            <a:extLst xmlns:a="http://schemas.openxmlformats.org/drawingml/2006/main">
              <a:ext uri="{FF2B5EF4-FFF2-40B4-BE49-F238E27FC236}">
                <a16:creationId xmlns:a16="http://schemas.microsoft.com/office/drawing/2014/main" id="{64A8A344-F447-436B-9AA7-DE5662B9C8A8}"/>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CE750414-495F-40A6-9DB7-1A5C84E50FDA}"/>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291FD4F2-A6DA-4A5E-9EC0-53F92287024C}"/>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96181271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8C3DBF2-DDF4-434B-8D3C-03CB3713FAFD}"/>
              </a:ext>
            </a:extLst>
          </p:cNvPr>
          <p:cNvPicPr>
            <a:picLocks xmlns:a="http://schemas.openxmlformats.org/drawingml/2006/main" noChangeAspect="1"/>
          </p:cNvPicPr>
          <p:nvPr/>
        </p:nvPicPr>
        <p:blipFill>
          <a:blip xmlns:r="http://schemas.openxmlformats.org/officeDocument/2006/relationships" xmlns:a="http://schemas.openxmlformats.org/drawingml/2006/main" r:embed="Rb3a0b5f32481449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073C06-A8BD-4F4C-BAF9-447035ECA2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0DFA765-0C8A-4AB8-AC8C-D751446F084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CD82074-621D-4485-8154-6945AE4E95B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5C780CC-2AB2-431F-A15D-A1CBD886CFC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CD58F89-714D-4C6E-8BF2-37DB3B2A7E9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B749C845-526C-4F66-973B-79F07AE39708}"/>
              </a:ext>
            </a:extLst>
          </p:cNvPr>
          <p:cNvPicPr>
            <a:picLocks xmlns:a="http://schemas.openxmlformats.org/drawingml/2006/main" noChangeAspect="1"/>
          </p:cNvPicPr>
          <p:nvPr/>
        </p:nvPicPr>
        <p:blipFill>
          <a:blip xmlns:r="http://schemas.openxmlformats.org/officeDocument/2006/relationships" xmlns:a="http://schemas.openxmlformats.org/drawingml/2006/main" r:embed="R7a42f109b1814df2"/>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5A880D11-AE2F-4139-BD07-58CA56E9027F}"/>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6D9AD2D3-4835-483D-8C85-7D808FE3F0FF}"/>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8C56390-AA6D-442D-B58B-FC4D74D45841}"/>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73C1114-42EB-41AE-A1DA-5D95B91281B0}"/>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AB5A882-0F66-497C-8902-A062E92AD791}"/>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9B7C3557-0B24-4B67-A9F1-58FE2BA925C9}"/>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88E1D2F1-E892-4ED5-9E3C-4594986ED921}"/>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2A873A21-6152-4EA9-91FB-4D1C5E3864F7}"/>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6BA2B8C1-AAF6-4C3E-815F-DB4640AFBFF4}"/>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34004427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08C28B0-67F7-45DC-A87C-C03BFE026A96}"/>
              </a:ext>
            </a:extLst>
          </p:cNvPr>
          <p:cNvPicPr>
            <a:picLocks xmlns:a="http://schemas.openxmlformats.org/drawingml/2006/main" noChangeAspect="1"/>
          </p:cNvPicPr>
          <p:nvPr/>
        </p:nvPicPr>
        <p:blipFill>
          <a:blip xmlns:r="http://schemas.openxmlformats.org/officeDocument/2006/relationships" xmlns:a="http://schemas.openxmlformats.org/drawingml/2006/main" r:embed="R33166523f0784a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8C0728-3C32-43F8-844D-9AEEFA95B2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3E67C95-9E4A-4F53-8DA5-28110913C5E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2717C86-163E-4F84-84BB-0057D90A254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4ED3440-422B-4585-BD9B-3AD0229CFF4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5A72769-7DA1-4416-B17A-CBFC730FC4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C4E67E59-C856-49BC-AC29-8EB40FDE6727}"/>
              </a:ext>
            </a:extLst>
          </p:cNvPr>
          <p:cNvSpPr>
            <a:spLocks xmlns:a="http://schemas.openxmlformats.org/drawingml/2006/main" noGrp="1"/>
          </p:cNvSpPr>
          <p:nvPr/>
        </p:nvSpPr>
        <p:spPr>
          <a:xfrm xmlns:a="http://schemas.openxmlformats.org/drawingml/2006/main">
            <a:off x="2143125" y="3714750"/>
            <a:ext cx="1400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9E25B3FD-3BE0-4F2F-B699-2F34D4B3C742}"/>
              </a:ext>
            </a:extLst>
          </p:cNvPr>
          <p:cNvPicPr>
            <a:picLocks xmlns:a="http://schemas.openxmlformats.org/drawingml/2006/main" noChangeAspect="1"/>
          </p:cNvPicPr>
          <p:nvPr/>
        </p:nvPicPr>
        <p:blipFill>
          <a:blip xmlns:r="http://schemas.openxmlformats.org/officeDocument/2006/relationships" xmlns:a="http://schemas.openxmlformats.org/drawingml/2006/main" r:embed="R9a0041b1b31849c0"/>
          <a:stretch xmlns:a="http://schemas.openxmlformats.org/drawingml/2006/main"/>
        </p:blipFill>
        <p:spPr>
          <a:xfrm xmlns:a="http://schemas.openxmlformats.org/drawingml/2006/main">
            <a:off x="1619250" y="4197350"/>
            <a:ext cx="15049500" cy="5016500"/>
          </a:xfrm>
          <a:prstGeom xmlns:a="http://schemas.openxmlformats.org/drawingml/2006/main" prst="rect">
            <a:avLst/>
          </a:prstGeom>
        </p:spPr>
      </p:pic>
    </p:spTree>
    <p:extLst>
      <p:ext uri="{BB962C8B-B14F-4D97-AF65-F5344CB8AC3E}">
        <p14:creationId xmlns:p14="http://schemas.microsoft.com/office/powerpoint/2010/main" val="8696825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498E7B6-0C6C-45F4-B42A-4D03D92A4A46}"/>
              </a:ext>
            </a:extLst>
          </p:cNvPr>
          <p:cNvPicPr>
            <a:picLocks xmlns:a="http://schemas.openxmlformats.org/drawingml/2006/main" noChangeAspect="1"/>
          </p:cNvPicPr>
          <p:nvPr/>
        </p:nvPicPr>
        <p:blipFill>
          <a:blip xmlns:r="http://schemas.openxmlformats.org/officeDocument/2006/relationships" xmlns:a="http://schemas.openxmlformats.org/drawingml/2006/main" r:embed="R89d54621a27846a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3599C6D-EFED-4031-AD1A-2EC4C329B68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74B8CD-27DF-4983-AFC7-479B894129D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3253F87-E8ED-4080-8B22-75F2304C4B7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7F37E78-0E47-4949-96BE-24FF6D9EB9F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9267B14-6C9F-4C7F-A664-9CEB9870094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EB458BE8-09B8-4FE2-9624-CCE2D567F717}"/>
              </a:ext>
            </a:extLst>
          </p:cNvPr>
          <p:cNvPicPr>
            <a:picLocks xmlns:a="http://schemas.openxmlformats.org/drawingml/2006/main" noChangeAspect="1"/>
          </p:cNvPicPr>
          <p:nvPr/>
        </p:nvPicPr>
        <p:blipFill>
          <a:blip xmlns:r="http://schemas.openxmlformats.org/officeDocument/2006/relationships" xmlns:a="http://schemas.openxmlformats.org/drawingml/2006/main" r:embed="Rb0fa7df75900494e"/>
          <a:stretch xmlns:a="http://schemas.openxmlformats.org/drawingml/2006/main"/>
        </p:blipFill>
        <p:spPr>
          <a:xfrm xmlns:a="http://schemas.openxmlformats.org/drawingml/2006/main">
            <a:off x="1879356" y="3714750"/>
            <a:ext cx="14529288" cy="5810250"/>
          </a:xfrm>
          <a:prstGeom xmlns:a="http://schemas.openxmlformats.org/drawingml/2006/main" prst="rect">
            <a:avLst/>
          </a:prstGeom>
        </p:spPr>
      </p:pic>
    </p:spTree>
    <p:extLst>
      <p:ext uri="{BB962C8B-B14F-4D97-AF65-F5344CB8AC3E}">
        <p14:creationId xmlns:p14="http://schemas.microsoft.com/office/powerpoint/2010/main" val="134764985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C8125A7-0FCD-49A3-AD50-72847454EE16}"/>
              </a:ext>
            </a:extLst>
          </p:cNvPr>
          <p:cNvPicPr>
            <a:picLocks xmlns:a="http://schemas.openxmlformats.org/drawingml/2006/main" noChangeAspect="1"/>
          </p:cNvPicPr>
          <p:nvPr/>
        </p:nvPicPr>
        <p:blipFill>
          <a:blip xmlns:r="http://schemas.openxmlformats.org/officeDocument/2006/relationships" xmlns:a="http://schemas.openxmlformats.org/drawingml/2006/main" r:embed="R6de4ba9a8854459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AFA516-AB19-45C2-9442-8E2E80555E5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FC999F-4F60-4536-8991-EBE029D91E1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3AF91DB-9C9D-47B4-9427-EE10A5AA55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3FB0237-3F93-49EF-9877-CCD9F4DCEBD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558545F-1FAE-44B4-9050-929ED43AB64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B68243FE-839F-445F-B791-783E789DD93B}"/>
              </a:ext>
            </a:extLst>
          </p:cNvPr>
          <p:cNvPicPr>
            <a:picLocks xmlns:a="http://schemas.openxmlformats.org/drawingml/2006/main" noChangeAspect="1"/>
          </p:cNvPicPr>
          <p:nvPr/>
        </p:nvPicPr>
        <p:blipFill>
          <a:blip xmlns:r="http://schemas.openxmlformats.org/officeDocument/2006/relationships" xmlns:a="http://schemas.openxmlformats.org/drawingml/2006/main" r:embed="Rdc81823e7cd54357"/>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3EAE626-76FE-4FA9-B69F-6EB31E34AD55}"/>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CA081E11-20C8-4BDF-B9D2-0C83B79AB8E7}"/>
              </a:ext>
            </a:extLst>
          </p:cNvPr>
          <p:cNvPicPr>
            <a:picLocks xmlns:a="http://schemas.openxmlformats.org/drawingml/2006/main" noChangeAspect="1"/>
          </p:cNvPicPr>
          <p:nvPr/>
        </p:nvPicPr>
        <p:blipFill>
          <a:blip xmlns:r="http://schemas.openxmlformats.org/officeDocument/2006/relationships" xmlns:a="http://schemas.openxmlformats.org/drawingml/2006/main" r:embed="Raf4900df1a1541f6"/>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AAE75FFF-6BB8-481B-9F59-FB61C40A22D0}"/>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BC2B8AB2-4680-4F10-AAF9-8B64058AB058}"/>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AFA1D111-83B6-4904-9666-642CFEF369F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DBFE2BD-1C2A-4BA3-8DDA-2536BB7C80F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52263866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0ACEF4A-939B-403E-99D9-93D01943BC68}"/>
              </a:ext>
            </a:extLst>
          </p:cNvPr>
          <p:cNvPicPr>
            <a:picLocks xmlns:a="http://schemas.openxmlformats.org/drawingml/2006/main" noChangeAspect="1"/>
          </p:cNvPicPr>
          <p:nvPr/>
        </p:nvPicPr>
        <p:blipFill>
          <a:blip xmlns:r="http://schemas.openxmlformats.org/officeDocument/2006/relationships" xmlns:a="http://schemas.openxmlformats.org/drawingml/2006/main" r:embed="R8bacbb89793b44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11C6F3-9772-4B85-A5C1-D2BB57B0418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BD79706-914B-4719-9473-5DDA77E8FB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65A1818-8022-4D55-A6EB-555AE751246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311FB41-430C-42E1-8086-5D0A4203925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60F0D6F-C1E8-4F6F-A1D9-2356E1BBF91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7A2FB7B5-9E26-43C5-9ECE-EB19ADC89536}"/>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5141D7E-B620-473E-B452-C6CDAB43F4FF}"/>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8FF51A9-25F9-4E94-A0CE-126B334616A6}"/>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AE9CD10-EA3C-4588-BF25-25962AA23400}"/>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04A9909-65A1-47E9-96CE-1C4CB8C53D96}"/>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277037623"/>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DA200A1-74BA-4581-91AD-5AD0C0AD57CE}"/>
              </a:ext>
            </a:extLst>
          </p:cNvPr>
          <p:cNvPicPr>
            <a:picLocks xmlns:a="http://schemas.openxmlformats.org/drawingml/2006/main" noChangeAspect="1"/>
          </p:cNvPicPr>
          <p:nvPr/>
        </p:nvPicPr>
        <p:blipFill>
          <a:blip xmlns:r="http://schemas.openxmlformats.org/officeDocument/2006/relationships" xmlns:a="http://schemas.openxmlformats.org/drawingml/2006/main" r:embed="R6c89832ba52540b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ABDEAE22-1760-4B5D-9E3F-602F3854C02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402D3E60-4909-421A-812B-A8ED386D2A6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5AB2ADAE-5075-4B33-B675-5B164D8D330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FC3E2530-285C-4202-BD24-8F27465C55B9}"/>
              </a:ext>
            </a:extLst>
          </p:cNvPr>
          <p:cNvPicPr>
            <a:picLocks xmlns:a="http://schemas.openxmlformats.org/drawingml/2006/main" noChangeAspect="1"/>
          </p:cNvPicPr>
          <p:nvPr/>
        </p:nvPicPr>
        <p:blipFill>
          <a:blip xmlns:r="http://schemas.openxmlformats.org/officeDocument/2006/relationships" xmlns:a="http://schemas.openxmlformats.org/drawingml/2006/main" r:embed="Rc16a0b7cb53447b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5941BAF5-18A5-41A9-8176-EAED7D4E4C5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CC17DF4F-EC7C-4D92-8747-F21D7E85EA7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56606FBE-6C77-4740-8F39-644A4411DD6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574DD06B-2663-4AFF-BF8D-319890ED4BD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47857002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B116530-DF63-4410-9FF9-F414B7D1679A}"/>
              </a:ext>
            </a:extLst>
          </p:cNvPr>
          <p:cNvPicPr>
            <a:picLocks xmlns:a="http://schemas.openxmlformats.org/drawingml/2006/main" noChangeAspect="1"/>
          </p:cNvPicPr>
          <p:nvPr/>
        </p:nvPicPr>
        <p:blipFill>
          <a:blip xmlns:r="http://schemas.openxmlformats.org/officeDocument/2006/relationships" xmlns:a="http://schemas.openxmlformats.org/drawingml/2006/main" r:embed="Rc5d79b691021458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077D23-FF88-422D-BF25-8D195FAB9B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5AAB38-37B6-446F-B4F4-9B387349102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54F6B8B-3F68-44F6-A518-0FEB80CC640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01638FC-C0DE-46CA-9CB8-624673E947A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1E4F2FB6-4062-40F5-8511-F11D933B7F1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A2F19742-5EEB-4D5D-AFFB-A3804E1511E7}"/>
              </a:ext>
            </a:extLst>
          </p:cNvPr>
          <p:cNvPicPr>
            <a:picLocks xmlns:a="http://schemas.openxmlformats.org/drawingml/2006/main" noChangeAspect="1"/>
          </p:cNvPicPr>
          <p:nvPr/>
        </p:nvPicPr>
        <p:blipFill>
          <a:blip xmlns:r="http://schemas.openxmlformats.org/officeDocument/2006/relationships" xmlns:a="http://schemas.openxmlformats.org/drawingml/2006/main" r:embed="R8ee3980c58e548ec"/>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30AA011-76F5-4910-89F7-A702D82E7F21}"/>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EA52E5B3-7AA3-44DE-8D85-98B8B6D678D6}"/>
              </a:ext>
            </a:extLst>
          </p:cNvPr>
          <p:cNvPicPr>
            <a:picLocks xmlns:a="http://schemas.openxmlformats.org/drawingml/2006/main" noChangeAspect="1"/>
          </p:cNvPicPr>
          <p:nvPr/>
        </p:nvPicPr>
        <p:blipFill>
          <a:blip xmlns:r="http://schemas.openxmlformats.org/officeDocument/2006/relationships" xmlns:a="http://schemas.openxmlformats.org/drawingml/2006/main" r:embed="R396796977f1b46bb"/>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419AFDF-F59D-4488-A60A-435D86148018}"/>
              </a:ext>
            </a:extLst>
          </p:cNvPr>
          <p:cNvPicPr>
            <a:picLocks xmlns:a="http://schemas.openxmlformats.org/drawingml/2006/main" noChangeAspect="1"/>
          </p:cNvPicPr>
          <p:nvPr/>
        </p:nvPicPr>
        <p:blipFill>
          <a:blip xmlns:r="http://schemas.openxmlformats.org/officeDocument/2006/relationships" xmlns:a="http://schemas.openxmlformats.org/drawingml/2006/main" r:embed="R20b020f915f44f6f"/>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EB90180-31A7-4AF8-9171-882ED7228839}"/>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9EAAAE67-5F91-4295-A3F2-B69D61B9E380}"/>
              </a:ext>
            </a:extLst>
          </p:cNvPr>
          <p:cNvPicPr>
            <a:picLocks xmlns:a="http://schemas.openxmlformats.org/drawingml/2006/main" noChangeAspect="1"/>
          </p:cNvPicPr>
          <p:nvPr/>
        </p:nvPicPr>
        <p:blipFill>
          <a:blip xmlns:r="http://schemas.openxmlformats.org/officeDocument/2006/relationships" xmlns:a="http://schemas.openxmlformats.org/drawingml/2006/main" r:embed="Radec41b9a00e41bd"/>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98931671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A090000-72F8-46E3-91F1-8259B93B8A0F}"/>
              </a:ext>
            </a:extLst>
          </p:cNvPr>
          <p:cNvPicPr>
            <a:picLocks xmlns:a="http://schemas.openxmlformats.org/drawingml/2006/main" noChangeAspect="1"/>
          </p:cNvPicPr>
          <p:nvPr/>
        </p:nvPicPr>
        <p:blipFill>
          <a:blip xmlns:r="http://schemas.openxmlformats.org/officeDocument/2006/relationships" xmlns:a="http://schemas.openxmlformats.org/drawingml/2006/main" r:embed="Ra5779ab6cfa744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10C595-F949-46F1-8B9A-744D17A88C8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72C7B6-5BC5-45DE-B677-27564775BDE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B59C3DB-6DFF-49CD-983B-B4E41200234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1140EF7-77AF-404F-B4E3-9E1C0D34FA1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4E37715-57FB-4D5B-9304-A39DFDDF8C1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C8CA8E9A-32E5-4A08-8AB7-34FDC715F6A6}"/>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D807F2D3-4FEE-4647-80F6-69A004B2CD14}"/>
              </a:ext>
            </a:extLst>
          </p:cNvPr>
          <p:cNvPicPr>
            <a:picLocks xmlns:a="http://schemas.openxmlformats.org/drawingml/2006/main" noChangeAspect="1"/>
          </p:cNvPicPr>
          <p:nvPr/>
        </p:nvPicPr>
        <p:blipFill>
          <a:blip xmlns:r="http://schemas.openxmlformats.org/officeDocument/2006/relationships" xmlns:a="http://schemas.openxmlformats.org/drawingml/2006/main" r:embed="Rc2b5546df6e94ebb"/>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55C93E9-D589-4E83-AA47-E5E6EF8619D9}"/>
              </a:ext>
            </a:extLst>
          </p:cNvPr>
          <p:cNvPicPr>
            <a:picLocks xmlns:a="http://schemas.openxmlformats.org/drawingml/2006/main" noChangeAspect="1"/>
          </p:cNvPicPr>
          <p:nvPr/>
        </p:nvPicPr>
        <p:blipFill>
          <a:blip xmlns:r="http://schemas.openxmlformats.org/officeDocument/2006/relationships" xmlns:a="http://schemas.openxmlformats.org/drawingml/2006/main" r:embed="Rebcea72d235f4773"/>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367CF819-87A0-4BDB-9B24-F9B1C55554EE}"/>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53A7CE7-02A6-438F-B5AA-C30C373DC549}"/>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2BCE1AD0-8B27-419A-9901-BCECC906EBBE}"/>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B58443C-978F-49D4-8131-C95F98819C61}"/>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07316177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7027C6E3-F90B-4F12-8680-0C59411FAC33}"/>
              </a:ext>
            </a:extLst>
          </p:cNvPr>
          <p:cNvPicPr>
            <a:picLocks xmlns:a="http://schemas.openxmlformats.org/drawingml/2006/main" noChangeAspect="1"/>
          </p:cNvPicPr>
          <p:nvPr/>
        </p:nvPicPr>
        <p:blipFill>
          <a:blip xmlns:r="http://schemas.openxmlformats.org/officeDocument/2006/relationships" xmlns:a="http://schemas.openxmlformats.org/drawingml/2006/main" r:embed="R9125c645d0434a1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6F8C1CF-9D05-47E7-A38F-FC44F3AD53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B1DCE56-CCD1-4DA0-80C2-71731BC37C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10CDBC1-46BF-4969-8548-A0DC088325B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0C5BBD6-71AF-4CD3-800C-7A60F3B1E15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3087B9D-E8FE-4516-B405-5761A1370F8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6A944EB4-5EB8-4712-9CEE-E2B1F1C3BEA1}"/>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75351599-90B2-41D4-B3CB-1AD8980D52CE}"/>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A4FF34C8-7D5D-47A7-A289-9FA5203D625C}"/>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7891E01B-1207-4BE5-B362-7A59E7E4656B}"/>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87D916F-2E3F-4D3A-AB1F-D27C9315D1CE}"/>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804587CF-BD41-464F-982A-3250468A140C}"/>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7A3A181-A0AE-4C9F-89D0-C3ECDF5627C4}"/>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7BAC43E6-933D-4577-879E-26A4F395DED6}"/>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CCBEE58-27DC-45B3-96C6-61BCBC01AFD5}"/>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65E19D35-9FF5-4273-86D3-41C1F4121825}"/>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C13C8039-07EC-4A81-BF30-721D30D667F3}"/>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638980B8-62E8-49C3-9D3B-02BB5C3DF0F1}"/>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1CAE4242-A8B5-42C7-8653-3F6928803B82}"/>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82CDAACE-3B0E-43C9-B54E-055CFC187D9C}"/>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29704A6D-F3D5-4A22-9B79-DDFDBFA097D0}"/>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54244743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601D5CC-3B0C-4F2D-A695-B092D0960D5B}"/>
              </a:ext>
            </a:extLst>
          </p:cNvPr>
          <p:cNvPicPr>
            <a:picLocks xmlns:a="http://schemas.openxmlformats.org/drawingml/2006/main" noChangeAspect="1"/>
          </p:cNvPicPr>
          <p:nvPr/>
        </p:nvPicPr>
        <p:blipFill>
          <a:blip xmlns:r="http://schemas.openxmlformats.org/officeDocument/2006/relationships" xmlns:a="http://schemas.openxmlformats.org/drawingml/2006/main" r:embed="R3085b5b0bf1940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0076E1-3B8B-447E-AB72-41D8195A1F2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3EFE55B-5FE5-4581-869F-E4DF094AEAA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20C6DE8-A438-4079-B119-A4400AE7E47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378E19B-A7D9-46CF-A3E6-C97F99AD607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E784754-2267-44E2-9CBF-B1609E284C1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61EF0EF6-C74A-43FF-81DF-4F0DAD1B8CF4}"/>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CFA04F2-8D4C-4424-BBE9-A53C8C0980A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24F7950-0801-470D-9479-02522CC71826}"/>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53B3580-3EAF-457A-91EF-8587B76B0C1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A6FADC2-5E21-4E80-B778-D2548242B8F6}"/>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3846FCC-CF58-4662-A7FD-93B1CF4451C1}"/>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02270156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828199DB-0611-4FA8-B046-831542CECC2B}"/>
              </a:ext>
            </a:extLst>
          </p:cNvPr>
          <p:cNvPicPr>
            <a:picLocks xmlns:a="http://schemas.openxmlformats.org/drawingml/2006/main" noChangeAspect="1"/>
          </p:cNvPicPr>
          <p:nvPr/>
        </p:nvPicPr>
        <p:blipFill>
          <a:blip xmlns:r="http://schemas.openxmlformats.org/officeDocument/2006/relationships" xmlns:a="http://schemas.openxmlformats.org/drawingml/2006/main" r:embed="R077b217f10264bb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D1344C-B99D-49F4-9D39-C2F84E920C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FE334A-2BEE-44DC-9FCB-4B70D349683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6928245-2155-45CD-97D1-9C7F09821D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EAF2B02-99FA-4A33-8E3A-D52AE196A64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209B720-067B-40F2-8596-35747C04A6B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99E8AD82-B9A2-46D7-BCB3-A70A183E029C}"/>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C109DD0E-AE2E-49A8-A729-48B2F02D39A1}"/>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7DBE3381-EC42-4418-8B2B-7B9AA7348753}"/>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F7C619C3-14FD-4E2C-91E0-014BF9D943FE}"/>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DC29F62A-8C58-4385-9040-34917D683251}"/>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357253B-0E14-48E0-BFE7-70C342A0206F}"/>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866C4069-F41B-4746-BC2E-00218D70191D}"/>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18F9B8BA-D816-4C13-90E0-1E248A71355D}"/>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EC2EC925-8086-4AC6-B6FE-60E72598F24E}"/>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2671CAB3-2E7F-4406-9C7B-367EF695616E}"/>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4CF085DD-4671-405C-B82B-FF5F9D00CC6F}"/>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1DEA67C8-C50D-428C-81C0-466EEE42F9FE}"/>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48520372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B227FBE-189E-457B-8B5A-CF13FA73769C}"/>
              </a:ext>
            </a:extLst>
          </p:cNvPr>
          <p:cNvPicPr>
            <a:picLocks xmlns:a="http://schemas.openxmlformats.org/drawingml/2006/main" noChangeAspect="1"/>
          </p:cNvPicPr>
          <p:nvPr/>
        </p:nvPicPr>
        <p:blipFill>
          <a:blip xmlns:r="http://schemas.openxmlformats.org/officeDocument/2006/relationships" xmlns:a="http://schemas.openxmlformats.org/drawingml/2006/main" r:embed="R3603efd14d31498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57D11B3-7B11-4CAD-AC9F-A2431AD505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477306-DE9E-46AA-9178-157A948F85C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F3C69AC-9268-4CC3-B088-AA984998AB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4C4170A-C854-4ED9-9E7D-D5D0954DE07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9B14D9D-C0ED-4439-9CAE-840606DEB48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7B3AD208-175A-4BAC-B5BE-20BB96E775A3}"/>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3D02752-8BC3-4797-8A02-0F670B6979E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4D337A3-906A-4A54-A149-5A79F8737B3A}"/>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EDC8BF6-5716-444F-BC4C-4F206C4781D3}"/>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383A03F-278D-4890-86A3-52BEC3403468}"/>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720DC16-F895-43E5-9553-575942A3006F}"/>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13001299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583D6FF-BABC-48A7-9651-F6F0EF80962F}"/>
              </a:ext>
            </a:extLst>
          </p:cNvPr>
          <p:cNvPicPr>
            <a:picLocks xmlns:a="http://schemas.openxmlformats.org/drawingml/2006/main" noChangeAspect="1"/>
          </p:cNvPicPr>
          <p:nvPr/>
        </p:nvPicPr>
        <p:blipFill>
          <a:blip xmlns:r="http://schemas.openxmlformats.org/officeDocument/2006/relationships" xmlns:a="http://schemas.openxmlformats.org/drawingml/2006/main" r:embed="Rd317afdbd4aa481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3D9783-7567-486A-9876-F511BAC05D2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4C9B1C-3E12-4F6E-B171-C27B8D083B3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6715278-4F76-4335-9508-02BF319D86D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1309563-7F2F-481E-9EE1-D8A6135D2E9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FE46629-212C-4DAA-9C17-471622BBF11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3AB368DD-9A47-4A06-B212-071DD7EA7656}"/>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84F90C85-9E88-459B-ABA3-F1A45CDB24FB}"/>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B2A5A1C4-6E13-4CD1-8127-762D2D880D08}"/>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A62F36EC-F850-47D3-9E9B-A8509EB1B60E}"/>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267E49C5-1C08-453D-9E32-BDBAA37B548B}"/>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76DA8710-4061-4C1F-8673-FF1BDB72C1B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8A1FF727-B664-44C9-A71B-BA4AE3B634F3}"/>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34083175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A49F5B7D-085B-4165-8553-7BC3C8E2C82B}"/>
              </a:ext>
            </a:extLst>
          </p:cNvPr>
          <p:cNvPicPr>
            <a:picLocks xmlns:a="http://schemas.openxmlformats.org/drawingml/2006/main" noChangeAspect="1"/>
          </p:cNvPicPr>
          <p:nvPr/>
        </p:nvPicPr>
        <p:blipFill>
          <a:blip xmlns:r="http://schemas.openxmlformats.org/officeDocument/2006/relationships" xmlns:a="http://schemas.openxmlformats.org/drawingml/2006/main" r:embed="R1a67f86869c545d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14D41BE-EB8E-4C42-B105-D9CAAA5A92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A5D44E-95A3-4E9C-B5C8-E034EF009B4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7745EF9-E999-4A22-93FC-20787276FD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5598123-518A-48A4-8F2D-A8CFDA12A5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24D18846-694A-44B4-A556-99BC328B0CCE}"/>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C52C7D5C-D011-45FF-8367-DBD58E135075}"/>
              </a:ext>
            </a:extLst>
          </p:cNvPr>
          <p:cNvPicPr>
            <a:picLocks xmlns:a="http://schemas.openxmlformats.org/drawingml/2006/main" noChangeAspect="1"/>
          </p:cNvPicPr>
          <p:nvPr/>
        </p:nvPicPr>
        <p:blipFill>
          <a:blip xmlns:r="http://schemas.openxmlformats.org/officeDocument/2006/relationships" xmlns:a="http://schemas.openxmlformats.org/drawingml/2006/main" r:embed="R3c355ec372e54954"/>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3D4D46D-B166-49A6-BE44-76753AB2029C}"/>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C58804FB-AB3D-46D8-90A2-232E5520356A}"/>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24ACE63E-13F6-416F-BCA8-326190D75F6C}"/>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52869D47-8527-4B1E-9742-1DBC96F057F4}"/>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D5E90AC8-A4DA-4425-BA13-2FD2B613B74D}"/>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7380D1A8-2CBC-499B-A9BB-D0151FA961B8}"/>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17FBE868-AA92-4F98-BDAF-8622950D7260}"/>
              </a:ext>
            </a:extLst>
          </p:cNvPr>
          <p:cNvPicPr>
            <a:picLocks xmlns:a="http://schemas.openxmlformats.org/drawingml/2006/main" noChangeAspect="1"/>
          </p:cNvPicPr>
          <p:nvPr/>
        </p:nvPicPr>
        <p:blipFill>
          <a:blip xmlns:r="http://schemas.openxmlformats.org/officeDocument/2006/relationships" xmlns:a="http://schemas.openxmlformats.org/drawingml/2006/main" r:embed="Rc28a5f31d561424b"/>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B64A8002-8BA3-476D-B57F-5D0F970081A8}"/>
              </a:ext>
            </a:extLst>
          </p:cNvPr>
          <p:cNvPicPr>
            <a:picLocks xmlns:a="http://schemas.openxmlformats.org/drawingml/2006/main" noChangeAspect="1"/>
          </p:cNvPicPr>
          <p:nvPr/>
        </p:nvPicPr>
        <p:blipFill>
          <a:blip xmlns:r="http://schemas.openxmlformats.org/officeDocument/2006/relationships" xmlns:a="http://schemas.openxmlformats.org/drawingml/2006/main" r:embed="R7fb0ef47c0ea4198"/>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5DFB8849-9B7F-43CC-937B-60A80A5841E5}"/>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D0257F41-EB8E-4E48-A51F-FADC3246B873}"/>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87A39786-7734-42B5-8906-4478DAC57F89}"/>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FD5B0F06-5EDA-493B-9D09-F6B5957E8672}"/>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E0CD8EA9-7AF1-4C20-A948-BE6C097F6B9A}"/>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1919095B-10B4-40E3-BDC2-E5E325678D8C}"/>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706345D-D3EB-4BE8-AACF-6C4E5D5CE689}"/>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2A168D86-A53B-4CE1-A9C6-D12A64184102}"/>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77468705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58DA8D4-4A91-43B2-9834-F3C552CEE452}"/>
              </a:ext>
            </a:extLst>
          </p:cNvPr>
          <p:cNvPicPr>
            <a:picLocks xmlns:a="http://schemas.openxmlformats.org/drawingml/2006/main" noChangeAspect="1"/>
          </p:cNvPicPr>
          <p:nvPr/>
        </p:nvPicPr>
        <p:blipFill>
          <a:blip xmlns:r="http://schemas.openxmlformats.org/officeDocument/2006/relationships" xmlns:a="http://schemas.openxmlformats.org/drawingml/2006/main" r:embed="R99c896e7e3b5456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11C6B06-1179-443F-8C9B-C949A0347F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815DF2-4A99-469A-A5EB-191D54685C6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2831AD4-7976-4125-B988-3D3F2A55FA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2467198C-4B4A-4439-B8B1-E40A3082E4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6A5D55B9-7305-4D6B-9120-DC7FF9B5191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B4C8FD53-7E13-4C6D-8038-290B30B709EA}"/>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FD379BFB-B2AA-48AD-AAC8-9D5013F1DFB4}"/>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F0F17551-4B45-4E35-9600-BA52A21E4DD0}"/>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D9AFB6DD-479F-4D2F-8BCB-2BC1A2D1C178}"/>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8E46349A-3826-4480-A91F-9C73079AA429}"/>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BFBD12D5-70C5-4CF0-8EEC-EF57BD4547B4}"/>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83C28492-250F-4E00-B24A-2C489CA8F75B}"/>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62D0BA71-F867-4120-9D39-8560BBD1B09F}"/>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5B24F030-B50C-43FD-AD9A-6E3187E3F25B}"/>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8E0B55B1-40AD-441D-9DE7-AE0634D69CB3}"/>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CBB4E92D-50D5-4D30-8BFE-119CAC555838}"/>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658216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2026-10-28T12:08:31.6130000Z</dcterms:created>
  <dcterms:modified xsi:type="dcterms:W3CDTF">2026-10-28T12:08:31.6130000Z</dcterms:modified>
</coreProperties>
</file>