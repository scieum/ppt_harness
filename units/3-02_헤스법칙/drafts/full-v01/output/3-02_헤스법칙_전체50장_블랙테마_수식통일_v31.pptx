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bfe8333192405e" /><Relationship Type="http://schemas.openxmlformats.org/officeDocument/2006/relationships/extended-properties" Target="/docProps/app.xml" Id="Rcbbbba6304d541ba" /><Relationship Type="http://schemas.openxmlformats.org/officeDocument/2006/relationships/officeDocument" Target="/ppt/presentation.xml" Id="R18b5e03a7d594332" /></Relationships>
</file>

<file path=ppt/presentation.xml><?xml version="1.0" encoding="utf-8"?>
<p:presentation xmlns:p="http://schemas.openxmlformats.org/presentationml/2006/main">
  <p:sldMasterIdLst>
    <p:sldMasterId xmlns:r="http://schemas.openxmlformats.org/officeDocument/2006/relationships" id="2147483648" r:id="R5a2320530efc4fab"/>
  </p:sldMasterIdLst>
  <p:notesMasterIdLst>
    <p:notesMasterId xmlns:r="http://schemas.openxmlformats.org/officeDocument/2006/relationships" r:id="Ra10d8675113a4cf2"/>
  </p:notesMasterIdLst>
  <p:sldIdLst>
    <p:sldId xmlns:r="http://schemas.openxmlformats.org/officeDocument/2006/relationships" id="256" r:id="Rcc17b0cbb9424ddf"/>
    <p:sldId xmlns:r="http://schemas.openxmlformats.org/officeDocument/2006/relationships" id="257" r:id="R497100a1efb344c7"/>
    <p:sldId xmlns:r="http://schemas.openxmlformats.org/officeDocument/2006/relationships" id="258" r:id="Rbf40194657994a64"/>
    <p:sldId xmlns:r="http://schemas.openxmlformats.org/officeDocument/2006/relationships" id="259" r:id="R5d961b75f70a42cf"/>
    <p:sldId xmlns:r="http://schemas.openxmlformats.org/officeDocument/2006/relationships" id="260" r:id="Ra1484615442242ef"/>
    <p:sldId xmlns:r="http://schemas.openxmlformats.org/officeDocument/2006/relationships" id="261" r:id="R291d2b1dea70443c"/>
    <p:sldId xmlns:r="http://schemas.openxmlformats.org/officeDocument/2006/relationships" id="262" r:id="R40b6a01c9c394ae6"/>
    <p:sldId xmlns:r="http://schemas.openxmlformats.org/officeDocument/2006/relationships" id="263" r:id="R9aead12819904ad9"/>
    <p:sldId xmlns:r="http://schemas.openxmlformats.org/officeDocument/2006/relationships" id="264" r:id="R8d5928ff1a5c4bdd"/>
    <p:sldId xmlns:r="http://schemas.openxmlformats.org/officeDocument/2006/relationships" id="265" r:id="Rc5d3b1219b2c4ba9"/>
    <p:sldId xmlns:r="http://schemas.openxmlformats.org/officeDocument/2006/relationships" id="266" r:id="R7843a36691424701"/>
    <p:sldId xmlns:r="http://schemas.openxmlformats.org/officeDocument/2006/relationships" id="267" r:id="Rfdf4a77bc3784099"/>
    <p:sldId xmlns:r="http://schemas.openxmlformats.org/officeDocument/2006/relationships" id="268" r:id="R10750cf8018e4825"/>
    <p:sldId xmlns:r="http://schemas.openxmlformats.org/officeDocument/2006/relationships" id="269" r:id="R588a59cb7eb94055"/>
    <p:sldId xmlns:r="http://schemas.openxmlformats.org/officeDocument/2006/relationships" id="270" r:id="R535c99e63dc446fe"/>
    <p:sldId xmlns:r="http://schemas.openxmlformats.org/officeDocument/2006/relationships" id="271" r:id="R744309e03ea34b8d"/>
    <p:sldId xmlns:r="http://schemas.openxmlformats.org/officeDocument/2006/relationships" id="272" r:id="Re978fd4642ed411b"/>
    <p:sldId xmlns:r="http://schemas.openxmlformats.org/officeDocument/2006/relationships" id="273" r:id="R5673eca9a1b9498e"/>
    <p:sldId xmlns:r="http://schemas.openxmlformats.org/officeDocument/2006/relationships" id="274" r:id="R1f18b36d35a74ce4"/>
    <p:sldId xmlns:r="http://schemas.openxmlformats.org/officeDocument/2006/relationships" id="275" r:id="R09427fb52cf94296"/>
    <p:sldId xmlns:r="http://schemas.openxmlformats.org/officeDocument/2006/relationships" id="276" r:id="R25a68f3fd6f64882"/>
    <p:sldId xmlns:r="http://schemas.openxmlformats.org/officeDocument/2006/relationships" id="277" r:id="R789e17906dea4807"/>
    <p:sldId xmlns:r="http://schemas.openxmlformats.org/officeDocument/2006/relationships" id="278" r:id="R26736648a83e4245"/>
    <p:sldId xmlns:r="http://schemas.openxmlformats.org/officeDocument/2006/relationships" id="279" r:id="R4cfce1258ba84cc2"/>
    <p:sldId xmlns:r="http://schemas.openxmlformats.org/officeDocument/2006/relationships" id="280" r:id="R41e34091e0ff44e4"/>
    <p:sldId xmlns:r="http://schemas.openxmlformats.org/officeDocument/2006/relationships" id="281" r:id="R1844692986be4f68"/>
    <p:sldId xmlns:r="http://schemas.openxmlformats.org/officeDocument/2006/relationships" id="282" r:id="Ra71902bc8e0a46a4"/>
    <p:sldId xmlns:r="http://schemas.openxmlformats.org/officeDocument/2006/relationships" id="283" r:id="Ra6ca115f11d14d70"/>
    <p:sldId xmlns:r="http://schemas.openxmlformats.org/officeDocument/2006/relationships" id="284" r:id="R52d269d922e4492c"/>
    <p:sldId xmlns:r="http://schemas.openxmlformats.org/officeDocument/2006/relationships" id="285" r:id="R5223c3f9f80b4ce9"/>
    <p:sldId xmlns:r="http://schemas.openxmlformats.org/officeDocument/2006/relationships" id="286" r:id="Rafa81bb735044f1d"/>
    <p:sldId xmlns:r="http://schemas.openxmlformats.org/officeDocument/2006/relationships" id="287" r:id="R0f56d24d488d49dc"/>
    <p:sldId xmlns:r="http://schemas.openxmlformats.org/officeDocument/2006/relationships" id="288" r:id="R9c7fe0ceb66f498b"/>
    <p:sldId xmlns:r="http://schemas.openxmlformats.org/officeDocument/2006/relationships" id="289" r:id="R702b30a8f98540da"/>
    <p:sldId xmlns:r="http://schemas.openxmlformats.org/officeDocument/2006/relationships" id="290" r:id="R15aaf9894f524109"/>
    <p:sldId xmlns:r="http://schemas.openxmlformats.org/officeDocument/2006/relationships" id="291" r:id="R654e2a4abd7042e5"/>
    <p:sldId xmlns:r="http://schemas.openxmlformats.org/officeDocument/2006/relationships" id="292" r:id="Re1836ffc2cf74fb0"/>
    <p:sldId xmlns:r="http://schemas.openxmlformats.org/officeDocument/2006/relationships" id="293" r:id="Re35fc199c0974be5"/>
    <p:sldId xmlns:r="http://schemas.openxmlformats.org/officeDocument/2006/relationships" id="294" r:id="R8c4cbd7dcddc4566"/>
    <p:sldId xmlns:r="http://schemas.openxmlformats.org/officeDocument/2006/relationships" id="295" r:id="Ra4e0ed37c145408a"/>
    <p:sldId xmlns:r="http://schemas.openxmlformats.org/officeDocument/2006/relationships" id="296" r:id="Rf885a0a9553549c0"/>
    <p:sldId xmlns:r="http://schemas.openxmlformats.org/officeDocument/2006/relationships" id="297" r:id="Rda2260e48f994a4a"/>
    <p:sldId xmlns:r="http://schemas.openxmlformats.org/officeDocument/2006/relationships" id="298" r:id="Rb618f7b1071d44e2"/>
    <p:sldId xmlns:r="http://schemas.openxmlformats.org/officeDocument/2006/relationships" id="299" r:id="Ra2269e63f0a04bec"/>
    <p:sldId xmlns:r="http://schemas.openxmlformats.org/officeDocument/2006/relationships" id="300" r:id="R6dcf57b584f642e8"/>
    <p:sldId xmlns:r="http://schemas.openxmlformats.org/officeDocument/2006/relationships" id="301" r:id="Ra8475304cdaa4558"/>
    <p:sldId xmlns:r="http://schemas.openxmlformats.org/officeDocument/2006/relationships" id="302" r:id="Rf33d549a73194c26"/>
    <p:sldId xmlns:r="http://schemas.openxmlformats.org/officeDocument/2006/relationships" id="303" r:id="R6e1e8317bb4e4d0d"/>
    <p:sldId xmlns:r="http://schemas.openxmlformats.org/officeDocument/2006/relationships" id="304" r:id="R747ebebe82e147bd"/>
    <p:sldId xmlns:r="http://schemas.openxmlformats.org/officeDocument/2006/relationships" id="305" r:id="R19d0ed55571645b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ab6d63eb3f40aa" /><Relationship Type="http://schemas.openxmlformats.org/officeDocument/2006/relationships/slideMaster" Target="/ppt/slideMasters/slideMaster1.xml" Id="R5a2320530efc4fab" /><Relationship Type="http://schemas.openxmlformats.org/officeDocument/2006/relationships/notesMaster" Target="/ppt/notesMasters/notesMaster1.xml" Id="Ra10d8675113a4cf2" /><Relationship Type="http://schemas.openxmlformats.org/officeDocument/2006/relationships/presProps" Target="/ppt/presProps.xml" Id="R7afc1df8fe8f44ed" /><Relationship Type="http://schemas.openxmlformats.org/officeDocument/2006/relationships/tableStyles" Target="/ppt/tableStyles.xml" Id="R5948b680c3d74b9a" /><Relationship Type="http://schemas.openxmlformats.org/officeDocument/2006/relationships/slide" Target="/ppt/slides/slide1.xml" Id="Rcc17b0cbb9424ddf" /><Relationship Type="http://schemas.openxmlformats.org/officeDocument/2006/relationships/slide" Target="/ppt/slides/slide2.xml" Id="R497100a1efb344c7" /><Relationship Type="http://schemas.openxmlformats.org/officeDocument/2006/relationships/slide" Target="/ppt/slides/slide3.xml" Id="Rbf40194657994a64" /><Relationship Type="http://schemas.openxmlformats.org/officeDocument/2006/relationships/slide" Target="/ppt/slides/slide4.xml" Id="R5d961b75f70a42cf" /><Relationship Type="http://schemas.openxmlformats.org/officeDocument/2006/relationships/slide" Target="/ppt/slides/slide5.xml" Id="Ra1484615442242ef" /><Relationship Type="http://schemas.openxmlformats.org/officeDocument/2006/relationships/slide" Target="/ppt/slides/slide6.xml" Id="R291d2b1dea70443c" /><Relationship Type="http://schemas.openxmlformats.org/officeDocument/2006/relationships/slide" Target="/ppt/slides/slide7.xml" Id="R40b6a01c9c394ae6" /><Relationship Type="http://schemas.openxmlformats.org/officeDocument/2006/relationships/slide" Target="/ppt/slides/slide8.xml" Id="R9aead12819904ad9" /><Relationship Type="http://schemas.openxmlformats.org/officeDocument/2006/relationships/slide" Target="/ppt/slides/slide9.xml" Id="R8d5928ff1a5c4bdd" /><Relationship Type="http://schemas.openxmlformats.org/officeDocument/2006/relationships/slide" Target="/ppt/slides/slide10.xml" Id="Rc5d3b1219b2c4ba9" /><Relationship Type="http://schemas.openxmlformats.org/officeDocument/2006/relationships/slide" Target="/ppt/slides/slide11.xml" Id="R7843a36691424701" /><Relationship Type="http://schemas.openxmlformats.org/officeDocument/2006/relationships/slide" Target="/ppt/slides/slide12.xml" Id="Rfdf4a77bc3784099" /><Relationship Type="http://schemas.openxmlformats.org/officeDocument/2006/relationships/slide" Target="/ppt/slides/slide13.xml" Id="R10750cf8018e4825" /><Relationship Type="http://schemas.openxmlformats.org/officeDocument/2006/relationships/slide" Target="/ppt/slides/slide14.xml" Id="R588a59cb7eb94055" /><Relationship Type="http://schemas.openxmlformats.org/officeDocument/2006/relationships/slide" Target="/ppt/slides/slide15.xml" Id="R535c99e63dc446fe" /><Relationship Type="http://schemas.openxmlformats.org/officeDocument/2006/relationships/slide" Target="/ppt/slides/slide16.xml" Id="R744309e03ea34b8d" /><Relationship Type="http://schemas.openxmlformats.org/officeDocument/2006/relationships/slide" Target="/ppt/slides/slide17.xml" Id="Re978fd4642ed411b" /><Relationship Type="http://schemas.openxmlformats.org/officeDocument/2006/relationships/slide" Target="/ppt/slides/slide18.xml" Id="R5673eca9a1b9498e" /><Relationship Type="http://schemas.openxmlformats.org/officeDocument/2006/relationships/slide" Target="/ppt/slides/slide19.xml" Id="R1f18b36d35a74ce4" /><Relationship Type="http://schemas.openxmlformats.org/officeDocument/2006/relationships/slide" Target="/ppt/slides/slide20.xml" Id="R09427fb52cf94296" /><Relationship Type="http://schemas.openxmlformats.org/officeDocument/2006/relationships/slide" Target="/ppt/slides/slide21.xml" Id="R25a68f3fd6f64882" /><Relationship Type="http://schemas.openxmlformats.org/officeDocument/2006/relationships/slide" Target="/ppt/slides/slide22.xml" Id="R789e17906dea4807" /><Relationship Type="http://schemas.openxmlformats.org/officeDocument/2006/relationships/slide" Target="/ppt/slides/slide23.xml" Id="R26736648a83e4245" /><Relationship Type="http://schemas.openxmlformats.org/officeDocument/2006/relationships/slide" Target="/ppt/slides/slide24.xml" Id="R4cfce1258ba84cc2" /><Relationship Type="http://schemas.openxmlformats.org/officeDocument/2006/relationships/slide" Target="/ppt/slides/slide25.xml" Id="R41e34091e0ff44e4" /><Relationship Type="http://schemas.openxmlformats.org/officeDocument/2006/relationships/slide" Target="/ppt/slides/slide26.xml" Id="R1844692986be4f68" /><Relationship Type="http://schemas.openxmlformats.org/officeDocument/2006/relationships/slide" Target="/ppt/slides/slide27.xml" Id="Ra71902bc8e0a46a4" /><Relationship Type="http://schemas.openxmlformats.org/officeDocument/2006/relationships/slide" Target="/ppt/slides/slide28.xml" Id="Ra6ca115f11d14d70" /><Relationship Type="http://schemas.openxmlformats.org/officeDocument/2006/relationships/slide" Target="/ppt/slides/slide29.xml" Id="R52d269d922e4492c" /><Relationship Type="http://schemas.openxmlformats.org/officeDocument/2006/relationships/slide" Target="/ppt/slides/slide30.xml" Id="R5223c3f9f80b4ce9" /><Relationship Type="http://schemas.openxmlformats.org/officeDocument/2006/relationships/slide" Target="/ppt/slides/slide31.xml" Id="Rafa81bb735044f1d" /><Relationship Type="http://schemas.openxmlformats.org/officeDocument/2006/relationships/slide" Target="/ppt/slides/slide32.xml" Id="R0f56d24d488d49dc" /><Relationship Type="http://schemas.openxmlformats.org/officeDocument/2006/relationships/slide" Target="/ppt/slides/slide33.xml" Id="R9c7fe0ceb66f498b" /><Relationship Type="http://schemas.openxmlformats.org/officeDocument/2006/relationships/slide" Target="/ppt/slides/slide34.xml" Id="R702b30a8f98540da" /><Relationship Type="http://schemas.openxmlformats.org/officeDocument/2006/relationships/slide" Target="/ppt/slides/slide35.xml" Id="R15aaf9894f524109" /><Relationship Type="http://schemas.openxmlformats.org/officeDocument/2006/relationships/slide" Target="/ppt/slides/slide36.xml" Id="R654e2a4abd7042e5" /><Relationship Type="http://schemas.openxmlformats.org/officeDocument/2006/relationships/slide" Target="/ppt/slides/slide37.xml" Id="Re1836ffc2cf74fb0" /><Relationship Type="http://schemas.openxmlformats.org/officeDocument/2006/relationships/slide" Target="/ppt/slides/slide38.xml" Id="Re35fc199c0974be5" /><Relationship Type="http://schemas.openxmlformats.org/officeDocument/2006/relationships/slide" Target="/ppt/slides/slide39.xml" Id="R8c4cbd7dcddc4566" /><Relationship Type="http://schemas.openxmlformats.org/officeDocument/2006/relationships/slide" Target="/ppt/slides/slide40.xml" Id="Ra4e0ed37c145408a" /><Relationship Type="http://schemas.openxmlformats.org/officeDocument/2006/relationships/slide" Target="/ppt/slides/slide41.xml" Id="Rf885a0a9553549c0" /><Relationship Type="http://schemas.openxmlformats.org/officeDocument/2006/relationships/slide" Target="/ppt/slides/slide42.xml" Id="Rda2260e48f994a4a" /><Relationship Type="http://schemas.openxmlformats.org/officeDocument/2006/relationships/slide" Target="/ppt/slides/slide43.xml" Id="Rb618f7b1071d44e2" /><Relationship Type="http://schemas.openxmlformats.org/officeDocument/2006/relationships/slide" Target="/ppt/slides/slide44.xml" Id="Ra2269e63f0a04bec" /><Relationship Type="http://schemas.openxmlformats.org/officeDocument/2006/relationships/slide" Target="/ppt/slides/slide45.xml" Id="R6dcf57b584f642e8" /><Relationship Type="http://schemas.openxmlformats.org/officeDocument/2006/relationships/slide" Target="/ppt/slides/slide46.xml" Id="Ra8475304cdaa4558" /><Relationship Type="http://schemas.openxmlformats.org/officeDocument/2006/relationships/slide" Target="/ppt/slides/slide47.xml" Id="Rf33d549a73194c26" /><Relationship Type="http://schemas.openxmlformats.org/officeDocument/2006/relationships/slide" Target="/ppt/slides/slide48.xml" Id="R6e1e8317bb4e4d0d" /><Relationship Type="http://schemas.openxmlformats.org/officeDocument/2006/relationships/slide" Target="/ppt/slides/slide49.xml" Id="R747ebebe82e147bd" /><Relationship Type="http://schemas.openxmlformats.org/officeDocument/2006/relationships/slide" Target="/ppt/slides/slide50.xml" Id="R19d0ed55571645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b4eb7ec2de41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117d028cb24d44" /><Relationship Type="http://schemas.openxmlformats.org/officeDocument/2006/relationships/notesMaster" Target="/ppt/notesMasters/notesMaster1.xml" Id="R17bddbe5e78841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af5d1cac9a4564" /><Relationship Type="http://schemas.openxmlformats.org/officeDocument/2006/relationships/notesMaster" Target="/ppt/notesMasters/notesMaster1.xml" Id="R870e919ca21b46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56f9b43bcf4aea" /><Relationship Type="http://schemas.openxmlformats.org/officeDocument/2006/relationships/notesMaster" Target="/ppt/notesMasters/notesMaster1.xml" Id="R4bc8ffbedd79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18d814cfe841ab" /><Relationship Type="http://schemas.openxmlformats.org/officeDocument/2006/relationships/notesMaster" Target="/ppt/notesMasters/notesMaster1.xml" Id="Rfe2fb9ff227441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a98b52e5fa41b2" /><Relationship Type="http://schemas.openxmlformats.org/officeDocument/2006/relationships/notesMaster" Target="/ppt/notesMasters/notesMaster1.xml" Id="R044fa2a1873246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eabf06099448f1" /><Relationship Type="http://schemas.openxmlformats.org/officeDocument/2006/relationships/notesMaster" Target="/ppt/notesMasters/notesMaster1.xml" Id="Re297d800917248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8578e90e594c13" /><Relationship Type="http://schemas.openxmlformats.org/officeDocument/2006/relationships/notesMaster" Target="/ppt/notesMasters/notesMaster1.xml" Id="R9091768f837d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7a12d291ea446c" /><Relationship Type="http://schemas.openxmlformats.org/officeDocument/2006/relationships/notesMaster" Target="/ppt/notesMasters/notesMaster1.xml" Id="R6e3002b1be5148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7030ba1b144f6f" /><Relationship Type="http://schemas.openxmlformats.org/officeDocument/2006/relationships/notesMaster" Target="/ppt/notesMasters/notesMaster1.xml" Id="R150a612b53eb4d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cb4e1d9ecd4ca0" /><Relationship Type="http://schemas.openxmlformats.org/officeDocument/2006/relationships/notesMaster" Target="/ppt/notesMasters/notesMaster1.xml" Id="R4b55ecd1c0c94a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5707d8b2b24f93" /><Relationship Type="http://schemas.openxmlformats.org/officeDocument/2006/relationships/notesMaster" Target="/ppt/notesMasters/notesMaster1.xml" Id="Rbf682aa7a13842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badf7d0d044124" /><Relationship Type="http://schemas.openxmlformats.org/officeDocument/2006/relationships/notesMaster" Target="/ppt/notesMasters/notesMaster1.xml" Id="Rc27bdb1a3be243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2ad50d80be48df" /><Relationship Type="http://schemas.openxmlformats.org/officeDocument/2006/relationships/notesMaster" Target="/ppt/notesMasters/notesMaster1.xml" Id="Rc3100312e0a446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3fa28856514e45" /><Relationship Type="http://schemas.openxmlformats.org/officeDocument/2006/relationships/notesMaster" Target="/ppt/notesMasters/notesMaster1.xml" Id="Ra0fd97d544c642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6313609ae44558" /><Relationship Type="http://schemas.openxmlformats.org/officeDocument/2006/relationships/notesMaster" Target="/ppt/notesMasters/notesMaster1.xml" Id="R085874f7442845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6ce3c8cf6e4d6d" /><Relationship Type="http://schemas.openxmlformats.org/officeDocument/2006/relationships/notesMaster" Target="/ppt/notesMasters/notesMaster1.xml" Id="R1fa913c7342142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12ebd86075415e" /><Relationship Type="http://schemas.openxmlformats.org/officeDocument/2006/relationships/notesMaster" Target="/ppt/notesMasters/notesMaster1.xml" Id="Rcacec076727841e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4d3b46fdc844b9" /><Relationship Type="http://schemas.openxmlformats.org/officeDocument/2006/relationships/notesMaster" Target="/ppt/notesMasters/notesMaster1.xml" Id="R3aca7945fb9644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8341f945954b0b" /><Relationship Type="http://schemas.openxmlformats.org/officeDocument/2006/relationships/notesMaster" Target="/ppt/notesMasters/notesMaster1.xml" Id="R47dd04c21af14c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fa9093deff495b" /><Relationship Type="http://schemas.openxmlformats.org/officeDocument/2006/relationships/notesMaster" Target="/ppt/notesMasters/notesMaster1.xml" Id="Re628d026061040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ff706a1ccf4a83" /><Relationship Type="http://schemas.openxmlformats.org/officeDocument/2006/relationships/notesMaster" Target="/ppt/notesMasters/notesMaster1.xml" Id="R35870f8746014a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1fb0accb784696" /><Relationship Type="http://schemas.openxmlformats.org/officeDocument/2006/relationships/notesMaster" Target="/ppt/notesMasters/notesMaster1.xml" Id="Re857393e0d624b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8dc7b26ff44b0e" /><Relationship Type="http://schemas.openxmlformats.org/officeDocument/2006/relationships/notesMaster" Target="/ppt/notesMasters/notesMaster1.xml" Id="R11149f88ec344f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895d2df5b54b56" /><Relationship Type="http://schemas.openxmlformats.org/officeDocument/2006/relationships/notesMaster" Target="/ppt/notesMasters/notesMaster1.xml" Id="R9366610cd8e84c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da373e593a4069" /><Relationship Type="http://schemas.openxmlformats.org/officeDocument/2006/relationships/notesMaster" Target="/ppt/notesMasters/notesMaster1.xml" Id="R8a2b73136b2a42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7af528d371340c1" /><Relationship Type="http://schemas.openxmlformats.org/officeDocument/2006/relationships/notesMaster" Target="/ppt/notesMasters/notesMaster1.xml" Id="R357b2ebb8c824f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7356ca279b145a6" /><Relationship Type="http://schemas.openxmlformats.org/officeDocument/2006/relationships/notesMaster" Target="/ppt/notesMasters/notesMaster1.xml" Id="R76b794cdb348475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f361c6b05445e7" /><Relationship Type="http://schemas.openxmlformats.org/officeDocument/2006/relationships/notesMaster" Target="/ppt/notesMasters/notesMaster1.xml" Id="R335adc931f92428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d7fe3c49bf43c0" /><Relationship Type="http://schemas.openxmlformats.org/officeDocument/2006/relationships/notesMaster" Target="/ppt/notesMasters/notesMaster1.xml" Id="R45450b97d51349d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1012a2a3b7432a" /><Relationship Type="http://schemas.openxmlformats.org/officeDocument/2006/relationships/notesMaster" Target="/ppt/notesMasters/notesMaster1.xml" Id="R385f4874ff564f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127a2f3d8c54ace" /><Relationship Type="http://schemas.openxmlformats.org/officeDocument/2006/relationships/notesMaster" Target="/ppt/notesMasters/notesMaster1.xml" Id="R71c3873c410f472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4760c2f35cb411c" /><Relationship Type="http://schemas.openxmlformats.org/officeDocument/2006/relationships/notesMaster" Target="/ppt/notesMasters/notesMaster1.xml" Id="R8378a261e91443b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eab372d3ff24f93" /><Relationship Type="http://schemas.openxmlformats.org/officeDocument/2006/relationships/notesMaster" Target="/ppt/notesMasters/notesMaster1.xml" Id="R185d287627f84d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44a9d34db6c4219" /><Relationship Type="http://schemas.openxmlformats.org/officeDocument/2006/relationships/notesMaster" Target="/ppt/notesMasters/notesMaster1.xml" Id="Ra458f8067ec94f4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f9ba30ac2f44835" /><Relationship Type="http://schemas.openxmlformats.org/officeDocument/2006/relationships/notesMaster" Target="/ppt/notesMasters/notesMaster1.xml" Id="Rf7acd81ea26c4b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810493301704095" /><Relationship Type="http://schemas.openxmlformats.org/officeDocument/2006/relationships/notesMaster" Target="/ppt/notesMasters/notesMaster1.xml" Id="R6677d6f524df48c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a6b8b46298349b5" /><Relationship Type="http://schemas.openxmlformats.org/officeDocument/2006/relationships/notesMaster" Target="/ppt/notesMasters/notesMaster1.xml" Id="R1a180578bc1549c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53d5e49b9af4450" /><Relationship Type="http://schemas.openxmlformats.org/officeDocument/2006/relationships/notesMaster" Target="/ppt/notesMasters/notesMaster1.xml" Id="Rbe2d0a4a7ebf4b3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42a1694f36943eb" /><Relationship Type="http://schemas.openxmlformats.org/officeDocument/2006/relationships/notesMaster" Target="/ppt/notesMasters/notesMaster1.xml" Id="Rdc41c3752e5d480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6c3f32cf6d344d7" /><Relationship Type="http://schemas.openxmlformats.org/officeDocument/2006/relationships/notesMaster" Target="/ppt/notesMasters/notesMaster1.xml" Id="R270dbb9f33964a2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f47e21feadd45eb" /><Relationship Type="http://schemas.openxmlformats.org/officeDocument/2006/relationships/notesMaster" Target="/ppt/notesMasters/notesMaster1.xml" Id="R02102ae44686433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2d532667a6e46ff" /><Relationship Type="http://schemas.openxmlformats.org/officeDocument/2006/relationships/notesMaster" Target="/ppt/notesMasters/notesMaster1.xml" Id="R0147f1166f74464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8f293e08a74f7a" /><Relationship Type="http://schemas.openxmlformats.org/officeDocument/2006/relationships/notesMaster" Target="/ppt/notesMasters/notesMaster1.xml" Id="R31f920aeb3bd429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33be605822b46dc" /><Relationship Type="http://schemas.openxmlformats.org/officeDocument/2006/relationships/notesMaster" Target="/ppt/notesMasters/notesMaster1.xml" Id="R69fee0b4d6474ce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9566f55ba1c4575" /><Relationship Type="http://schemas.openxmlformats.org/officeDocument/2006/relationships/notesMaster" Target="/ppt/notesMasters/notesMaster1.xml" Id="Rf44e5bb0386a4f9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3f96c72cafa47e5" /><Relationship Type="http://schemas.openxmlformats.org/officeDocument/2006/relationships/notesMaster" Target="/ppt/notesMasters/notesMaster1.xml" Id="Rdb1b29a80c09484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7b8947706a24877" /><Relationship Type="http://schemas.openxmlformats.org/officeDocument/2006/relationships/notesMaster" Target="/ppt/notesMasters/notesMaster1.xml" Id="Rc75e6daafa5f4f9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aa4f3826ea740bb" /><Relationship Type="http://schemas.openxmlformats.org/officeDocument/2006/relationships/notesMaster" Target="/ppt/notesMasters/notesMaster1.xml" Id="Rd9bb40ef966c43c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273936614f646e6" /><Relationship Type="http://schemas.openxmlformats.org/officeDocument/2006/relationships/notesMaster" Target="/ppt/notesMasters/notesMaster1.xml" Id="Rc0fb7f2cafc84e0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e6d3107f86247c4" /><Relationship Type="http://schemas.openxmlformats.org/officeDocument/2006/relationships/notesMaster" Target="/ppt/notesMasters/notesMaster1.xml" Id="R3fb104a1b3744e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a0147540b94e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b241b00e5248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446312769642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90a40baf0e4b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3baa59d49b44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ebdca470e840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8BFD1B-E8B8-49E4-8967-4ADA4381A97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ECA21B-F16E-49E6-BE31-ED11E7208CF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11E203-F410-46CB-BE74-DEAE4F1ADC3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88659-26F8-47FE-B249-2C3EA51BDA5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E50BA6-34E2-4A9C-A294-341999BDE31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99CBEA-944B-46C4-B001-BE4C62BA138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88377D-AE7A-47C1-80B3-8735404D9B9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CE51BD-DF60-4225-BF9F-A9771A71DA4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7B1D1E-1B60-471C-B85C-2B9FBE4220D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FECCE7-96ED-4C3F-B7B5-B062F670F81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b3b4a6f7124e7c" /><Relationship Type="http://schemas.openxmlformats.org/officeDocument/2006/relationships/slideLayout" Target="/ppt/slideLayouts/slideLayout1.xml" Id="Rf70af24bf3554819" /><Relationship Type="http://schemas.openxmlformats.org/officeDocument/2006/relationships/slideLayout" Target="/ppt/slideLayouts/slideLayout2.xml" Id="Rf00edb80dd6e40e7" /><Relationship Type="http://schemas.openxmlformats.org/officeDocument/2006/relationships/slideLayout" Target="/ppt/slideLayouts/slideLayout3.xml" Id="R0385c500d09a43d5" /><Relationship Type="http://schemas.openxmlformats.org/officeDocument/2006/relationships/slideLayout" Target="/ppt/slideLayouts/slideLayout4.xml" Id="Rb86f070a571448c4" /><Relationship Type="http://schemas.openxmlformats.org/officeDocument/2006/relationships/slideLayout" Target="/ppt/slideLayouts/slideLayout5.xml" Id="R62f3766765d24d3e" /><Relationship Type="http://schemas.openxmlformats.org/officeDocument/2006/relationships/slideLayout" Target="/ppt/slideLayouts/slideLayout6.xml" Id="R2fcdb5fccf004c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0af24bf3554819"/>
    <p:sldLayoutId xmlns:r="http://schemas.openxmlformats.org/officeDocument/2006/relationships" id="2147483650" r:id="Rf00edb80dd6e40e7"/>
    <p:sldLayoutId xmlns:r="http://schemas.openxmlformats.org/officeDocument/2006/relationships" id="2147483651" r:id="R0385c500d09a43d5"/>
    <p:sldLayoutId xmlns:r="http://schemas.openxmlformats.org/officeDocument/2006/relationships" id="2147483652" r:id="Rb86f070a571448c4"/>
    <p:sldLayoutId xmlns:r="http://schemas.openxmlformats.org/officeDocument/2006/relationships" id="2147483653" r:id="R62f3766765d24d3e"/>
    <p:sldLayoutId xmlns:r="http://schemas.openxmlformats.org/officeDocument/2006/relationships" id="2147483654" r:id="R2fcdb5fccf004c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45b24046b54fa6" /><Relationship Type="http://schemas.openxmlformats.org/officeDocument/2006/relationships/image" Target="/ppt/media/image.png" Id="Rb0a1ff6c234a4942" /><Relationship Type="http://schemas.openxmlformats.org/officeDocument/2006/relationships/image" Target="/ppt/media/image2.png" Id="Rb50ad685e3d44f94" /><Relationship Type="http://schemas.openxmlformats.org/officeDocument/2006/relationships/image" Target="/ppt/media/image3.png" Id="R0e87e0a4e61e472e" /><Relationship Type="http://schemas.openxmlformats.org/officeDocument/2006/relationships/notesSlide" Target="/ppt/notesSlides/notesSlide1.xml" Id="R84926b54f333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8ad23a6f1443fa" /><Relationship Type="http://schemas.openxmlformats.org/officeDocument/2006/relationships/image" Target="/ppt/media/image4.png" Id="R54d9c9fad14047af" /><Relationship Type="http://schemas.openxmlformats.org/officeDocument/2006/relationships/image" Target="/ppt/media/image5.png" Id="Rce73274ef94242d6" /><Relationship Type="http://schemas.openxmlformats.org/officeDocument/2006/relationships/image" Target="/ppt/media/image6.png" Id="R40b55e0b412946ce" /><Relationship Type="http://schemas.openxmlformats.org/officeDocument/2006/relationships/notesSlide" Target="/ppt/notesSlides/notesSlide2.xml" Id="Rf1dc8bfdf0654f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3e2eb0cae441b7" /><Relationship Type="http://schemas.openxmlformats.org/officeDocument/2006/relationships/image" Target="/ppt/media/image7.png" Id="Rbf0d4829e1be4141" /><Relationship Type="http://schemas.openxmlformats.org/officeDocument/2006/relationships/notesSlide" Target="/ppt/notesSlides/notesSlide3.xml" Id="Ra0c18b2e91a74d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449d3e84aeb41cb" /><Relationship Type="http://schemas.openxmlformats.org/officeDocument/2006/relationships/image" Target="/ppt/media/image8.png" Id="R93251b07e59f4155" /><Relationship Type="http://schemas.openxmlformats.org/officeDocument/2006/relationships/image" Target="/ppt/media/image9.png" Id="R2890a2cb886a45ab" /><Relationship Type="http://schemas.openxmlformats.org/officeDocument/2006/relationships/notesSlide" Target="/ppt/notesSlides/notesSlide4.xml" Id="R3492522d05ac45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9aff43b85e474a" /><Relationship Type="http://schemas.openxmlformats.org/officeDocument/2006/relationships/image" Target="/ppt/media/image10.png" Id="R5c334bbc7cb14f63" /><Relationship Type="http://schemas.openxmlformats.org/officeDocument/2006/relationships/image" Target="/ppt/media/image11.png" Id="Rf3e4ae8d9c654da8" /><Relationship Type="http://schemas.openxmlformats.org/officeDocument/2006/relationships/notesSlide" Target="/ppt/notesSlides/notesSlide5.xml" Id="R7efb3f427a4341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76c44a6474640ee" /><Relationship Type="http://schemas.openxmlformats.org/officeDocument/2006/relationships/image" Target="/ppt/media/image12.png" Id="Rf16d61c5c4214e3a" /><Relationship Type="http://schemas.openxmlformats.org/officeDocument/2006/relationships/notesSlide" Target="/ppt/notesSlides/notesSlide6.xml" Id="R8d063c2ca0234d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ae077739e3434e" /><Relationship Type="http://schemas.openxmlformats.org/officeDocument/2006/relationships/image" Target="/ppt/media/image13.png" Id="R190c9d7a16794c5b" /><Relationship Type="http://schemas.openxmlformats.org/officeDocument/2006/relationships/image" Target="/ppt/media/image14.png" Id="Re3d73fdb7de04623" /><Relationship Type="http://schemas.openxmlformats.org/officeDocument/2006/relationships/image" Target="/ppt/media/image15.png" Id="Rfb8e19742ab64044" /><Relationship Type="http://schemas.openxmlformats.org/officeDocument/2006/relationships/image" Target="/ppt/media/image16.png" Id="Rf4f304380d6c4716" /><Relationship Type="http://schemas.openxmlformats.org/officeDocument/2006/relationships/notesSlide" Target="/ppt/notesSlides/notesSlide7.xml" Id="R266e63ece56d4c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ac958e2df64c73" /><Relationship Type="http://schemas.openxmlformats.org/officeDocument/2006/relationships/image" Target="/ppt/media/image17.png" Id="Ra5026897ea6a40fb" /><Relationship Type="http://schemas.openxmlformats.org/officeDocument/2006/relationships/image" Target="/ppt/media/image18.png" Id="Rc5f9a9d2b5344aef" /><Relationship Type="http://schemas.openxmlformats.org/officeDocument/2006/relationships/image" Target="/ppt/media/image19.png" Id="R7363501823044954" /><Relationship Type="http://schemas.openxmlformats.org/officeDocument/2006/relationships/notesSlide" Target="/ppt/notesSlides/notesSlide8.xml" Id="R29c3528decc947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47997c102b4f7f" /><Relationship Type="http://schemas.openxmlformats.org/officeDocument/2006/relationships/image" Target="/ppt/media/image20.png" Id="Re99488bd018b490c" /><Relationship Type="http://schemas.openxmlformats.org/officeDocument/2006/relationships/image" Target="/ppt/media/image21.png" Id="R45ba37c344754404" /><Relationship Type="http://schemas.openxmlformats.org/officeDocument/2006/relationships/image" Target="/ppt/media/image22.png" Id="Rd8a15b1ed0a14c4f" /><Relationship Type="http://schemas.openxmlformats.org/officeDocument/2006/relationships/image" Target="/ppt/media/image23.png" Id="R3789b0548c3546bd" /><Relationship Type="http://schemas.openxmlformats.org/officeDocument/2006/relationships/image" Target="/ppt/media/image24.png" Id="R507ddfb0b8004841" /><Relationship Type="http://schemas.openxmlformats.org/officeDocument/2006/relationships/notesSlide" Target="/ppt/notesSlides/notesSlide9.xml" Id="R0db53506176a44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8d7702473f45ba" /><Relationship Type="http://schemas.openxmlformats.org/officeDocument/2006/relationships/image" Target="/ppt/media/image25.png" Id="R9a6fafbfb9a9490e" /><Relationship Type="http://schemas.openxmlformats.org/officeDocument/2006/relationships/image" Target="/ppt/media/image26.png" Id="Rc414b1df561f4736" /><Relationship Type="http://schemas.openxmlformats.org/officeDocument/2006/relationships/image" Target="/ppt/media/image27.png" Id="Rbde1445917af4ac9" /><Relationship Type="http://schemas.openxmlformats.org/officeDocument/2006/relationships/notesSlide" Target="/ppt/notesSlides/notesSlide10.xml" Id="R3e1c8a88f75d42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4209fef5cb45b8" /><Relationship Type="http://schemas.openxmlformats.org/officeDocument/2006/relationships/image" Target="/ppt/media/image28.png" Id="Rbd093756803e4608" /><Relationship Type="http://schemas.openxmlformats.org/officeDocument/2006/relationships/image" Target="/ppt/media/image29.png" Id="Raae863b873d34b3b" /><Relationship Type="http://schemas.openxmlformats.org/officeDocument/2006/relationships/image" Target="/ppt/media/image30.png" Id="R91ab9fd5cb664ab9" /><Relationship Type="http://schemas.openxmlformats.org/officeDocument/2006/relationships/notesSlide" Target="/ppt/notesSlides/notesSlide11.xml" Id="R71108c28d1df48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cc17b15cf540ac" /><Relationship Type="http://schemas.openxmlformats.org/officeDocument/2006/relationships/image" Target="/ppt/media/image31.png" Id="R8460540482754ca7" /><Relationship Type="http://schemas.openxmlformats.org/officeDocument/2006/relationships/notesSlide" Target="/ppt/notesSlides/notesSlide12.xml" Id="Ra34b181adb1f4d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a83c4fe43f4821" /><Relationship Type="http://schemas.openxmlformats.org/officeDocument/2006/relationships/image" Target="/ppt/media/image32.png" Id="R78da1865d6764b0f" /><Relationship Type="http://schemas.openxmlformats.org/officeDocument/2006/relationships/image" Target="/ppt/media/image33.png" Id="R90d11fedd93c41ae" /><Relationship Type="http://schemas.openxmlformats.org/officeDocument/2006/relationships/notesSlide" Target="/ppt/notesSlides/notesSlide13.xml" Id="Raab2a04b9e2c4c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a2db0689f048af" /><Relationship Type="http://schemas.openxmlformats.org/officeDocument/2006/relationships/image" Target="/ppt/media/image34.png" Id="R92a4e896e718423f" /><Relationship Type="http://schemas.openxmlformats.org/officeDocument/2006/relationships/image" Target="/ppt/media/image35.png" Id="R4a75099aaa91447e" /><Relationship Type="http://schemas.openxmlformats.org/officeDocument/2006/relationships/image" Target="/ppt/media/image36.png" Id="R4b69fc6a50f9455a" /><Relationship Type="http://schemas.openxmlformats.org/officeDocument/2006/relationships/notesSlide" Target="/ppt/notesSlides/notesSlide14.xml" Id="R9277c5873b4f4e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69eb885f6a1472d" /><Relationship Type="http://schemas.openxmlformats.org/officeDocument/2006/relationships/image" Target="/ppt/media/image37.png" Id="R91a71c483d1a40a7" /><Relationship Type="http://schemas.openxmlformats.org/officeDocument/2006/relationships/image" Target="/ppt/media/image38.png" Id="Rd7cf7526597f47cc" /><Relationship Type="http://schemas.openxmlformats.org/officeDocument/2006/relationships/image" Target="/ppt/media/image39.png" Id="R888591a43a624534" /><Relationship Type="http://schemas.openxmlformats.org/officeDocument/2006/relationships/image" Target="/ppt/media/image40.png" Id="R51cd35997e0c406b" /><Relationship Type="http://schemas.openxmlformats.org/officeDocument/2006/relationships/notesSlide" Target="/ppt/notesSlides/notesSlide15.xml" Id="Rb78c025ef7c342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0f08891cdb45c1" /><Relationship Type="http://schemas.openxmlformats.org/officeDocument/2006/relationships/image" Target="/ppt/media/image41.png" Id="Rc4d1d335c98d4031" /><Relationship Type="http://schemas.openxmlformats.org/officeDocument/2006/relationships/image" Target="/ppt/media/image42.png" Id="R43a854c65b3d4473" /><Relationship Type="http://schemas.openxmlformats.org/officeDocument/2006/relationships/image" Target="/ppt/media/image43.png" Id="R70dab33190c94449" /><Relationship Type="http://schemas.openxmlformats.org/officeDocument/2006/relationships/notesSlide" Target="/ppt/notesSlides/notesSlide16.xml" Id="Rc788e7ee19c346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5805af7229b48da" /><Relationship Type="http://schemas.openxmlformats.org/officeDocument/2006/relationships/image" Target="/ppt/media/image44.png" Id="R2b47b30058c84120" /><Relationship Type="http://schemas.openxmlformats.org/officeDocument/2006/relationships/image" Target="/ppt/media/image45.png" Id="R68c0885e5f084871" /><Relationship Type="http://schemas.openxmlformats.org/officeDocument/2006/relationships/image" Target="/ppt/media/image46.png" Id="Rba8da2121b954010" /><Relationship Type="http://schemas.openxmlformats.org/officeDocument/2006/relationships/image" Target="/ppt/media/image47.png" Id="Rba0241b690524966" /><Relationship Type="http://schemas.openxmlformats.org/officeDocument/2006/relationships/notesSlide" Target="/ppt/notesSlides/notesSlide17.xml" Id="R24c80919254c40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82d3cdd69874f0e" /><Relationship Type="http://schemas.openxmlformats.org/officeDocument/2006/relationships/image" Target="/ppt/media/image48.png" Id="Rf033043ef84044ac" /><Relationship Type="http://schemas.openxmlformats.org/officeDocument/2006/relationships/image" Target="/ppt/media/image49.png" Id="R0c507b663b3b47d0" /><Relationship Type="http://schemas.openxmlformats.org/officeDocument/2006/relationships/image" Target="/ppt/media/image50.png" Id="Re97d1f179ce94a29" /><Relationship Type="http://schemas.openxmlformats.org/officeDocument/2006/relationships/image" Target="/ppt/media/image51.png" Id="Rbb781c599ba44afb" /><Relationship Type="http://schemas.openxmlformats.org/officeDocument/2006/relationships/notesSlide" Target="/ppt/notesSlides/notesSlide18.xml" Id="Re62aa4db484848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46b427b54a4b6d" /><Relationship Type="http://schemas.openxmlformats.org/officeDocument/2006/relationships/image" Target="/ppt/media/image52.png" Id="Rf4940ef1b3b34aea" /><Relationship Type="http://schemas.openxmlformats.org/officeDocument/2006/relationships/image" Target="/ppt/media/image53.png" Id="R086c2a79b63b45bc" /><Relationship Type="http://schemas.openxmlformats.org/officeDocument/2006/relationships/image" Target="/ppt/media/image54.png" Id="R3e82cd6e26ee42a2" /><Relationship Type="http://schemas.openxmlformats.org/officeDocument/2006/relationships/image" Target="/ppt/media/image55.png" Id="Re8431076fe974740" /><Relationship Type="http://schemas.openxmlformats.org/officeDocument/2006/relationships/notesSlide" Target="/ppt/notesSlides/notesSlide19.xml" Id="R489ad770bfe645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788dbcd510c4a29" /><Relationship Type="http://schemas.openxmlformats.org/officeDocument/2006/relationships/image" Target="/ppt/media/image56.png" Id="Rd2069d42f666489b" /><Relationship Type="http://schemas.openxmlformats.org/officeDocument/2006/relationships/notesSlide" Target="/ppt/notesSlides/notesSlide20.xml" Id="R44d7313708ea4a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076a066103a4291" /><Relationship Type="http://schemas.openxmlformats.org/officeDocument/2006/relationships/image" Target="/ppt/media/image57.png" Id="R9bf013824a5545f1" /><Relationship Type="http://schemas.openxmlformats.org/officeDocument/2006/relationships/image" Target="/ppt/media/image58.png" Id="R511bffff9ecd4a48" /><Relationship Type="http://schemas.openxmlformats.org/officeDocument/2006/relationships/image" Target="/ppt/media/image59.png" Id="R469d497b140744a4" /><Relationship Type="http://schemas.openxmlformats.org/officeDocument/2006/relationships/notesSlide" Target="/ppt/notesSlides/notesSlide21.xml" Id="R60df666b1b7d4e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cedc17bc1a740c3" /><Relationship Type="http://schemas.openxmlformats.org/officeDocument/2006/relationships/image" Target="/ppt/media/image60.png" Id="R14f30ffcf7a74597" /><Relationship Type="http://schemas.openxmlformats.org/officeDocument/2006/relationships/image" Target="/ppt/media/image61.png" Id="R0fdbdc28c5764cb0" /><Relationship Type="http://schemas.openxmlformats.org/officeDocument/2006/relationships/image" Target="/ppt/media/image62.png" Id="R92f59e3eca0d4ebe" /><Relationship Type="http://schemas.openxmlformats.org/officeDocument/2006/relationships/image" Target="/ppt/media/image63.png" Id="R5c657c8d9ce14abb" /><Relationship Type="http://schemas.openxmlformats.org/officeDocument/2006/relationships/notesSlide" Target="/ppt/notesSlides/notesSlide22.xml" Id="Rdaa241d7976643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f6ef1869324e66" /><Relationship Type="http://schemas.openxmlformats.org/officeDocument/2006/relationships/image" Target="/ppt/media/image64.png" Id="Rec38caebfb1c4317" /><Relationship Type="http://schemas.openxmlformats.org/officeDocument/2006/relationships/image" Target="/ppt/media/image65.png" Id="R5bd8a0c673d54358" /><Relationship Type="http://schemas.openxmlformats.org/officeDocument/2006/relationships/image" Target="/ppt/media/image66.png" Id="Rf3583c06f0e44d90" /><Relationship Type="http://schemas.openxmlformats.org/officeDocument/2006/relationships/notesSlide" Target="/ppt/notesSlides/notesSlide23.xml" Id="Rc4fee3979b9446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f8ae1dc5d88428d" /><Relationship Type="http://schemas.openxmlformats.org/officeDocument/2006/relationships/image" Target="/ppt/media/image67.png" Id="Rb8520cfa69d7407f" /><Relationship Type="http://schemas.openxmlformats.org/officeDocument/2006/relationships/image" Target="/ppt/media/image68.png" Id="R5bcee696d9b742c7" /><Relationship Type="http://schemas.openxmlformats.org/officeDocument/2006/relationships/notesSlide" Target="/ppt/notesSlides/notesSlide24.xml" Id="Rb530ada67e5e42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1b5ea0d7bff4f1c" /><Relationship Type="http://schemas.openxmlformats.org/officeDocument/2006/relationships/image" Target="/ppt/media/image69.png" Id="Ra3c9920b76fa4968" /><Relationship Type="http://schemas.openxmlformats.org/officeDocument/2006/relationships/image" Target="/ppt/media/image70.png" Id="R21f4fe9c5fa4453b" /><Relationship Type="http://schemas.openxmlformats.org/officeDocument/2006/relationships/image" Target="/ppt/media/image71.png" Id="R1c8fb6aff3284ba5" /><Relationship Type="http://schemas.openxmlformats.org/officeDocument/2006/relationships/notesSlide" Target="/ppt/notesSlides/notesSlide25.xml" Id="R9f1dd8a9e8fb4da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2c901f8e27443c3" /><Relationship Type="http://schemas.openxmlformats.org/officeDocument/2006/relationships/image" Target="/ppt/media/image72.png" Id="R588a6cf11d554df9" /><Relationship Type="http://schemas.openxmlformats.org/officeDocument/2006/relationships/notesSlide" Target="/ppt/notesSlides/notesSlide26.xml" Id="R825c9ae1e6a0429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90bb1912704ac8" /><Relationship Type="http://schemas.openxmlformats.org/officeDocument/2006/relationships/image" Target="/ppt/media/image73.png" Id="Rb70d865415a044d6" /><Relationship Type="http://schemas.openxmlformats.org/officeDocument/2006/relationships/notesSlide" Target="/ppt/notesSlides/notesSlide27.xml" Id="R4516445d7e25491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028110362b64be2" /><Relationship Type="http://schemas.openxmlformats.org/officeDocument/2006/relationships/image" Target="/ppt/media/image74.png" Id="Rd66a6401d57c4032" /><Relationship Type="http://schemas.openxmlformats.org/officeDocument/2006/relationships/notesSlide" Target="/ppt/notesSlides/notesSlide28.xml" Id="R5d64a5856cdf4ec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0d096200be0486a" /><Relationship Type="http://schemas.openxmlformats.org/officeDocument/2006/relationships/image" Target="/ppt/media/image75.png" Id="R77c459886fa8481a" /><Relationship Type="http://schemas.openxmlformats.org/officeDocument/2006/relationships/notesSlide" Target="/ppt/notesSlides/notesSlide29.xml" Id="R90fc1757abd8481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2d9dd54aa3f46cb" /><Relationship Type="http://schemas.openxmlformats.org/officeDocument/2006/relationships/image" Target="/ppt/media/image76.png" Id="R4eedcd93c6674393" /><Relationship Type="http://schemas.openxmlformats.org/officeDocument/2006/relationships/notesSlide" Target="/ppt/notesSlides/notesSlide30.xml" Id="R1f5cbfcb8c40451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867ab3d916543f8" /><Relationship Type="http://schemas.openxmlformats.org/officeDocument/2006/relationships/image" Target="/ppt/media/image77.png" Id="R637cc4c150604380" /><Relationship Type="http://schemas.openxmlformats.org/officeDocument/2006/relationships/image" Target="/ppt/media/image78.png" Id="R3990d14824b3481e" /><Relationship Type="http://schemas.openxmlformats.org/officeDocument/2006/relationships/image" Target="/ppt/media/image79.png" Id="R1b475d23d8324b4e" /><Relationship Type="http://schemas.openxmlformats.org/officeDocument/2006/relationships/notesSlide" Target="/ppt/notesSlides/notesSlide31.xml" Id="R840c0c3e2c3f4da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e54478829dd43fe" /><Relationship Type="http://schemas.openxmlformats.org/officeDocument/2006/relationships/image" Target="/ppt/media/image80.png" Id="R58d3c64f6e464c0f" /><Relationship Type="http://schemas.openxmlformats.org/officeDocument/2006/relationships/image" Target="/ppt/media/image81.png" Id="R85df4ebf31274200" /><Relationship Type="http://schemas.openxmlformats.org/officeDocument/2006/relationships/image" Target="/ppt/media/image82.png" Id="Rc063b400b63440a7" /><Relationship Type="http://schemas.openxmlformats.org/officeDocument/2006/relationships/image" Target="/ppt/media/image83.png" Id="R7e3777a669d6451d" /><Relationship Type="http://schemas.openxmlformats.org/officeDocument/2006/relationships/image" Target="/ppt/media/image84.png" Id="Rfa172b5811094e12" /><Relationship Type="http://schemas.openxmlformats.org/officeDocument/2006/relationships/notesSlide" Target="/ppt/notesSlides/notesSlide32.xml" Id="R309af97d07b347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07b4b134420401f" /><Relationship Type="http://schemas.openxmlformats.org/officeDocument/2006/relationships/image" Target="/ppt/media/image85.png" Id="R69cf77f61945416a" /><Relationship Type="http://schemas.openxmlformats.org/officeDocument/2006/relationships/image" Target="/ppt/media/image86.png" Id="R7fe4e799e7774a6e" /><Relationship Type="http://schemas.openxmlformats.org/officeDocument/2006/relationships/notesSlide" Target="/ppt/notesSlides/notesSlide33.xml" Id="R0ac7eec7191440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0663fce07864406" /><Relationship Type="http://schemas.openxmlformats.org/officeDocument/2006/relationships/image" Target="/ppt/media/image87.png" Id="Rc57f4c902e3e457a" /><Relationship Type="http://schemas.openxmlformats.org/officeDocument/2006/relationships/image" Target="/ppt/media/image88.png" Id="R689dfe16b2144f06" /><Relationship Type="http://schemas.openxmlformats.org/officeDocument/2006/relationships/notesSlide" Target="/ppt/notesSlides/notesSlide34.xml" Id="R7097269c6afc4b4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4c33bb8da96465b" /><Relationship Type="http://schemas.openxmlformats.org/officeDocument/2006/relationships/image" Target="/ppt/media/image89.png" Id="Rbd0aac666428418d" /><Relationship Type="http://schemas.openxmlformats.org/officeDocument/2006/relationships/image" Target="/ppt/media/image90.png" Id="Rf2f3b4ad70bd463a" /><Relationship Type="http://schemas.openxmlformats.org/officeDocument/2006/relationships/notesSlide" Target="/ppt/notesSlides/notesSlide35.xml" Id="Rf4c67ae4e345470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b17eda02e8e4a09" /><Relationship Type="http://schemas.openxmlformats.org/officeDocument/2006/relationships/image" Target="/ppt/media/image91.png" Id="R3833b95dcc6d49e7" /><Relationship Type="http://schemas.openxmlformats.org/officeDocument/2006/relationships/image" Target="/ppt/media/image92.png" Id="R12fdce90b0af4688" /><Relationship Type="http://schemas.openxmlformats.org/officeDocument/2006/relationships/image" Target="/ppt/media/image93.png" Id="R2e4a34331fa04a48" /><Relationship Type="http://schemas.openxmlformats.org/officeDocument/2006/relationships/notesSlide" Target="/ppt/notesSlides/notesSlide36.xml" Id="R2e718c4a084a41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acaf46ded2e40a5" /><Relationship Type="http://schemas.openxmlformats.org/officeDocument/2006/relationships/image" Target="/ppt/media/image94.png" Id="R68d9453125824b40" /><Relationship Type="http://schemas.openxmlformats.org/officeDocument/2006/relationships/image" Target="/ppt/media/image95.png" Id="Rf47e7ec8ffbd46dc" /><Relationship Type="http://schemas.openxmlformats.org/officeDocument/2006/relationships/notesSlide" Target="/ppt/notesSlides/notesSlide37.xml" Id="Rd6414283894a418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3d069b706f4d9f" /><Relationship Type="http://schemas.openxmlformats.org/officeDocument/2006/relationships/image" Target="/ppt/media/image96.png" Id="R2832c6e4ac954a76" /><Relationship Type="http://schemas.openxmlformats.org/officeDocument/2006/relationships/image" Target="/ppt/media/image97.png" Id="R9019c04f68e741d2" /><Relationship Type="http://schemas.openxmlformats.org/officeDocument/2006/relationships/notesSlide" Target="/ppt/notesSlides/notesSlide38.xml" Id="Re58a003c4bd449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41f2b5734fe42cb" /><Relationship Type="http://schemas.openxmlformats.org/officeDocument/2006/relationships/image" Target="/ppt/media/image98.png" Id="Rb3b6a69172a142bd" /><Relationship Type="http://schemas.openxmlformats.org/officeDocument/2006/relationships/image" Target="/ppt/media/image99.png" Id="R39f3270112e54ddc" /><Relationship Type="http://schemas.openxmlformats.org/officeDocument/2006/relationships/image" Target="/ppt/media/image100.png" Id="R333ae8c33dba42bd" /><Relationship Type="http://schemas.openxmlformats.org/officeDocument/2006/relationships/image" Target="/ppt/media/image101.png" Id="R7b7e884923714f5a" /><Relationship Type="http://schemas.openxmlformats.org/officeDocument/2006/relationships/notesSlide" Target="/ppt/notesSlides/notesSlide39.xml" Id="R8fef4bb876944b3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46e534f4c7345b9" /><Relationship Type="http://schemas.openxmlformats.org/officeDocument/2006/relationships/image" Target="/ppt/media/image102.png" Id="Rc6f9eed4a67e48fd" /><Relationship Type="http://schemas.openxmlformats.org/officeDocument/2006/relationships/notesSlide" Target="/ppt/notesSlides/notesSlide40.xml" Id="R8fe7485878784fe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8954248e8ba497d" /><Relationship Type="http://schemas.openxmlformats.org/officeDocument/2006/relationships/image" Target="/ppt/media/image103.png" Id="R0a188e4200e147d1" /><Relationship Type="http://schemas.openxmlformats.org/officeDocument/2006/relationships/image" Target="/ppt/media/image104.png" Id="R9a828f9b8989456c" /><Relationship Type="http://schemas.openxmlformats.org/officeDocument/2006/relationships/notesSlide" Target="/ppt/notesSlides/notesSlide41.xml" Id="Rfed4ddafaebd49f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afe2b0c22ce4c9d" /><Relationship Type="http://schemas.openxmlformats.org/officeDocument/2006/relationships/image" Target="/ppt/media/image105.png" Id="Rc63bcbfe60604504" /><Relationship Type="http://schemas.openxmlformats.org/officeDocument/2006/relationships/image" Target="/ppt/media/image106.png" Id="R02b947c738484aed" /><Relationship Type="http://schemas.openxmlformats.org/officeDocument/2006/relationships/image" Target="/ppt/media/image107.png" Id="R999b07b1df3d42d1" /><Relationship Type="http://schemas.openxmlformats.org/officeDocument/2006/relationships/image" Target="/ppt/media/image108.png" Id="Rfd75df43844b454b" /><Relationship Type="http://schemas.openxmlformats.org/officeDocument/2006/relationships/image" Target="/ppt/media/image109.png" Id="R85212f32d48345ad" /><Relationship Type="http://schemas.openxmlformats.org/officeDocument/2006/relationships/notesSlide" Target="/ppt/notesSlides/notesSlide42.xml" Id="R6f81afd70e1e4df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f0cb2b4ff914120" /><Relationship Type="http://schemas.openxmlformats.org/officeDocument/2006/relationships/image" Target="/ppt/media/image110.png" Id="R5e09b2f492ff47dc" /><Relationship Type="http://schemas.openxmlformats.org/officeDocument/2006/relationships/image" Target="/ppt/media/image111.png" Id="R7795d5936083433f" /><Relationship Type="http://schemas.openxmlformats.org/officeDocument/2006/relationships/image" Target="/ppt/media/image112.png" Id="R05cf931fcec44377" /><Relationship Type="http://schemas.openxmlformats.org/officeDocument/2006/relationships/image" Target="/ppt/media/image113.png" Id="R77227701bc0b40a9" /><Relationship Type="http://schemas.openxmlformats.org/officeDocument/2006/relationships/notesSlide" Target="/ppt/notesSlides/notesSlide43.xml" Id="R4293eb42a0d243b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45dc11ae126418b" /><Relationship Type="http://schemas.openxmlformats.org/officeDocument/2006/relationships/image" Target="/ppt/media/image114.png" Id="R788d841abdaa4407" /><Relationship Type="http://schemas.openxmlformats.org/officeDocument/2006/relationships/image" Target="/ppt/media/image115.png" Id="R7beded8bcda04f54" /><Relationship Type="http://schemas.openxmlformats.org/officeDocument/2006/relationships/notesSlide" Target="/ppt/notesSlides/notesSlide44.xml" Id="R02ccf7e1bea04e4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07f918a92514cc5" /><Relationship Type="http://schemas.openxmlformats.org/officeDocument/2006/relationships/image" Target="/ppt/media/image116.png" Id="R6d7cf4c5fcbb45c0" /><Relationship Type="http://schemas.openxmlformats.org/officeDocument/2006/relationships/notesSlide" Target="/ppt/notesSlides/notesSlide45.xml" Id="R087f5c28abf5425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bcfde668cb0435e" /><Relationship Type="http://schemas.openxmlformats.org/officeDocument/2006/relationships/image" Target="/ppt/media/image117.png" Id="R7a6d826bd40c4d49" /><Relationship Type="http://schemas.openxmlformats.org/officeDocument/2006/relationships/image" Target="/ppt/media/image118.png" Id="R4f260c435e8e4d2d" /><Relationship Type="http://schemas.openxmlformats.org/officeDocument/2006/relationships/notesSlide" Target="/ppt/notesSlides/notesSlide46.xml" Id="R712d76d9fd49498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2d491ea8c304ad1" /><Relationship Type="http://schemas.openxmlformats.org/officeDocument/2006/relationships/image" Target="/ppt/media/image119.png" Id="R28ed1011643943ec" /><Relationship Type="http://schemas.openxmlformats.org/officeDocument/2006/relationships/notesSlide" Target="/ppt/notesSlides/notesSlide47.xml" Id="R93e239493521430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def4f6bf4824035" /><Relationship Type="http://schemas.openxmlformats.org/officeDocument/2006/relationships/image" Target="/ppt/media/image120.png" Id="R5dc0b774538b4002" /><Relationship Type="http://schemas.openxmlformats.org/officeDocument/2006/relationships/image" Target="/ppt/media/image121.png" Id="R2a8f6a8896314d08" /><Relationship Type="http://schemas.openxmlformats.org/officeDocument/2006/relationships/notesSlide" Target="/ppt/notesSlides/notesSlide48.xml" Id="R53fe0f97a6c74ca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bf6afc953844805" /><Relationship Type="http://schemas.openxmlformats.org/officeDocument/2006/relationships/image" Target="/ppt/media/image122.png" Id="Rd21f6d08d03f4f20" /><Relationship Type="http://schemas.openxmlformats.org/officeDocument/2006/relationships/image" Target="/ppt/media/image123.png" Id="R425a7ce961c94f85" /><Relationship Type="http://schemas.openxmlformats.org/officeDocument/2006/relationships/image" Target="/ppt/media/image124.png" Id="R33eff89989df4db9" /><Relationship Type="http://schemas.openxmlformats.org/officeDocument/2006/relationships/image" Target="/ppt/media/image125.png" Id="R906ba2ab5a8b48cb" /><Relationship Type="http://schemas.openxmlformats.org/officeDocument/2006/relationships/notesSlide" Target="/ppt/notesSlides/notesSlide49.xml" Id="R4f508ef68a4341a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da762c99e5e4980" /><Relationship Type="http://schemas.openxmlformats.org/officeDocument/2006/relationships/image" Target="/ppt/media/image126.png" Id="R34e4de78cd4e4a29" /><Relationship Type="http://schemas.openxmlformats.org/officeDocument/2006/relationships/notesSlide" Target="/ppt/notesSlides/notesSlide50.xml" Id="R56758fa6a3b741d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2519F14-83CB-49B8-9EC9-D6541AD0BE2F}"/>
              </a:ext>
            </a:extLst>
          </p:cNvPr>
          <p:cNvPicPr>
            <a:picLocks xmlns:a="http://schemas.openxmlformats.org/drawingml/2006/main" noChangeAspect="1"/>
          </p:cNvPicPr>
          <p:nvPr/>
        </p:nvPicPr>
        <p:blipFill>
          <a:blip xmlns:r="http://schemas.openxmlformats.org/officeDocument/2006/relationships" xmlns:a="http://schemas.openxmlformats.org/drawingml/2006/main" r:embed="Rb0a1ff6c234a494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DC7A64E8-1CAC-46D3-831D-C2218025589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E6C3D81A-BBAB-424C-B2A4-1893361AEEFF}"/>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41AE57AE-15AB-448C-BD89-56C366D92D5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5ED21B0-4EFE-4D32-9B1A-F50959C9E61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D94BE434-F1BC-4649-A66F-F34B73D2606A}"/>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3BB43B0E-10D1-4446-AD1C-94E8ED43B17E}"/>
              </a:ext>
            </a:extLst>
          </p:cNvPr>
          <p:cNvPicPr>
            <a:picLocks xmlns:a="http://schemas.openxmlformats.org/drawingml/2006/main" noChangeAspect="1"/>
          </p:cNvPicPr>
          <p:nvPr/>
        </p:nvPicPr>
        <p:blipFill>
          <a:blip xmlns:r="http://schemas.openxmlformats.org/officeDocument/2006/relationships" xmlns:a="http://schemas.openxmlformats.org/drawingml/2006/main" r:embed="Rb50ad685e3d44f9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FD180A2-669E-4C8B-8853-3F06576334A9}"/>
              </a:ext>
            </a:extLst>
          </p:cNvPr>
          <p:cNvPicPr>
            <a:picLocks xmlns:a="http://schemas.openxmlformats.org/drawingml/2006/main" noChangeAspect="1"/>
          </p:cNvPicPr>
          <p:nvPr/>
        </p:nvPicPr>
        <p:blipFill>
          <a:blip xmlns:r="http://schemas.openxmlformats.org/officeDocument/2006/relationships" xmlns:a="http://schemas.openxmlformats.org/drawingml/2006/main" r:embed="R0e87e0a4e61e472e"/>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E1F14039-18D1-41AB-9156-BD29767BAC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74392496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41296B1-C408-420B-A5B7-A16713BCABE8}"/>
              </a:ext>
            </a:extLst>
          </p:cNvPr>
          <p:cNvPicPr>
            <a:picLocks xmlns:a="http://schemas.openxmlformats.org/drawingml/2006/main" noChangeAspect="1"/>
          </p:cNvPicPr>
          <p:nvPr/>
        </p:nvPicPr>
        <p:blipFill>
          <a:blip xmlns:r="http://schemas.openxmlformats.org/officeDocument/2006/relationships" xmlns:a="http://schemas.openxmlformats.org/drawingml/2006/main" r:embed="R54d9c9fad14047a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68D7C7B-453D-44A8-AE7D-771C7D7CDCD1}"/>
              </a:ext>
            </a:extLst>
          </p:cNvPr>
          <p:cNvPicPr>
            <a:picLocks xmlns:a="http://schemas.openxmlformats.org/drawingml/2006/main" noChangeAspect="1"/>
          </p:cNvPicPr>
          <p:nvPr/>
        </p:nvPicPr>
        <p:blipFill>
          <a:blip xmlns:r="http://schemas.openxmlformats.org/officeDocument/2006/relationships" xmlns:a="http://schemas.openxmlformats.org/drawingml/2006/main" r:embed="Rce73274ef94242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CD658A-D8C7-4DF6-9624-F7B8CD51B75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247620-F5BE-4004-A506-6555990DF3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5AF61F98-4136-456C-A98F-E37E4449A30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749646-E220-47F0-B710-04ACC94CDC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B2B64E01-A324-4925-A70F-E1FCE55F1C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F8B3888F-6703-44DC-AC40-7A70E2228815}"/>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FDE54D3-D9D5-4A4A-A249-443ED9AB4653}"/>
              </a:ext>
            </a:extLst>
          </p:cNvPr>
          <p:cNvPicPr>
            <a:picLocks xmlns:a="http://schemas.openxmlformats.org/drawingml/2006/main" noChangeAspect="1"/>
          </p:cNvPicPr>
          <p:nvPr/>
        </p:nvPicPr>
        <p:blipFill>
          <a:blip xmlns:r="http://schemas.openxmlformats.org/officeDocument/2006/relationships" xmlns:a="http://schemas.openxmlformats.org/drawingml/2006/main" r:embed="R40b55e0b412946ce"/>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729048395"/>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2C5B036-5F34-4BA1-B6D2-FBB4D013C4B0}"/>
              </a:ext>
            </a:extLst>
          </p:cNvPr>
          <p:cNvPicPr>
            <a:picLocks xmlns:a="http://schemas.openxmlformats.org/drawingml/2006/main" noChangeAspect="1"/>
          </p:cNvPicPr>
          <p:nvPr/>
        </p:nvPicPr>
        <p:blipFill>
          <a:blip xmlns:r="http://schemas.openxmlformats.org/officeDocument/2006/relationships" xmlns:a="http://schemas.openxmlformats.org/drawingml/2006/main" r:embed="Rbf0d4829e1be414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0F0B34-7AEC-4B4B-93FE-E096BB8DC38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E7262C6-1E3D-4628-B9B6-01E6ABC45103}"/>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073B63CC-56D9-4240-A826-697BC5FB887D}"/>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A4A284EC-2665-4FCC-A9BC-1BDA23F3CD79}"/>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F66C75DE-475F-406E-8A03-9DC6F58E7004}"/>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8CF73979-F78E-44E4-A522-C3FDC8E8F8FE}"/>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96C8688-616B-4D18-B194-4CDD35F78A35}"/>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DF8E2FBE-1877-4132-9335-D4FA2E73A8A7}"/>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D50C46B6-3232-48F9-BC9E-C41CCA0604B0}"/>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5798755-651D-47A0-9645-CCDECC9C185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68782AA8-6855-409C-9911-8322DBA245C5}"/>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B232585F-49F1-487F-9D9D-723C840D14A5}"/>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B12E7F1-8722-4D38-BD8F-70ACF1C7BFC4}"/>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AA7A47B-64DB-425D-A19E-9E7228BABE0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447372571"/>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9C6DE34-2556-4260-A76E-5F0E6218DF80}"/>
              </a:ext>
            </a:extLst>
          </p:cNvPr>
          <p:cNvPicPr>
            <a:picLocks xmlns:a="http://schemas.openxmlformats.org/drawingml/2006/main" noChangeAspect="1"/>
          </p:cNvPicPr>
          <p:nvPr/>
        </p:nvPicPr>
        <p:blipFill>
          <a:blip xmlns:r="http://schemas.openxmlformats.org/officeDocument/2006/relationships" xmlns:a="http://schemas.openxmlformats.org/drawingml/2006/main" r:embed="R93251b07e59f41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682C53-F335-4373-A476-8CF0A81C75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910E6A-3A11-4141-9CFA-E765A32B42EE}"/>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FE075A9A-D666-4E09-B417-F4EEF5223BB3}"/>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4631A5-D113-48D6-9325-E9B16B3DA373}"/>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9F9B505-D3E1-4E28-B565-EC577421B5AA}"/>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2D75A4DB-AB4A-4A20-B41F-A99C80396D5D}"/>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310D8DB4-4C24-4EE3-8A3B-6F32CC5BDC30}"/>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995BC28-2CC7-4ED1-B7D3-42E74327BE51}"/>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80E88E1-A4E8-4AE2-8ACB-B8A57388371D}"/>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47AA3BBE-1D93-4921-9F2B-A8E2EECB825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E0D500B-9EE5-4884-9731-4040B122882F}"/>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4BB187E0-3BBD-456C-ADFC-50966A07DD5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9937D67F-E029-4690-BBD7-63A98DC183B1}"/>
              </a:ext>
            </a:extLst>
          </p:cNvPr>
          <p:cNvPicPr>
            <a:picLocks xmlns:a="http://schemas.openxmlformats.org/drawingml/2006/main" noChangeAspect="1"/>
          </p:cNvPicPr>
          <p:nvPr/>
        </p:nvPicPr>
        <p:blipFill>
          <a:blip xmlns:r="http://schemas.openxmlformats.org/officeDocument/2006/relationships" xmlns:a="http://schemas.openxmlformats.org/drawingml/2006/main" r:embed="R2890a2cb886a45ab"/>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95220651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EE591B8-7E68-49AE-B2C8-DAC0BA889587}"/>
              </a:ext>
            </a:extLst>
          </p:cNvPr>
          <p:cNvPicPr>
            <a:picLocks xmlns:a="http://schemas.openxmlformats.org/drawingml/2006/main" noChangeAspect="1"/>
          </p:cNvPicPr>
          <p:nvPr/>
        </p:nvPicPr>
        <p:blipFill>
          <a:blip xmlns:r="http://schemas.openxmlformats.org/officeDocument/2006/relationships" xmlns:a="http://schemas.openxmlformats.org/drawingml/2006/main" r:embed="R5c334bbc7cb14f6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B71821D-89B4-439D-972B-1547346B892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54C59D5-39D9-4F9C-AD55-254F15D56C1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90F10B5-5095-4818-AB9A-B1756A73061D}"/>
              </a:ext>
            </a:extLst>
          </p:cNvPr>
          <p:cNvPicPr>
            <a:picLocks xmlns:a="http://schemas.openxmlformats.org/drawingml/2006/main" noChangeAspect="1"/>
          </p:cNvPicPr>
          <p:nvPr/>
        </p:nvPicPr>
        <p:blipFill>
          <a:blip xmlns:r="http://schemas.openxmlformats.org/officeDocument/2006/relationships" xmlns:a="http://schemas.openxmlformats.org/drawingml/2006/main" r:embed="Rf3e4ae8d9c654d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470A66E-B0C9-4ABA-AA39-520780C7EE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FE096C1-FE6E-4EDD-BA6B-5D1F88C9A6F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1F964739-6167-4D21-B407-10E13734EC2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01A9ADEA-D23E-4AF4-B43C-8EEA45307E7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076331305"/>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865733E-CAB4-4EBF-BB33-B810921EF49E}"/>
              </a:ext>
            </a:extLst>
          </p:cNvPr>
          <p:cNvPicPr>
            <a:picLocks xmlns:a="http://schemas.openxmlformats.org/drawingml/2006/main" noChangeAspect="1"/>
          </p:cNvPicPr>
          <p:nvPr/>
        </p:nvPicPr>
        <p:blipFill>
          <a:blip xmlns:r="http://schemas.openxmlformats.org/officeDocument/2006/relationships" xmlns:a="http://schemas.openxmlformats.org/drawingml/2006/main" r:embed="Rf16d61c5c4214e3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50E0C5-E147-404E-8274-0F831B4E45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555781-FA8F-4245-85C2-1EA32FD118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4FD7FAA-5304-4B3E-8D43-8FC543EF757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2A0312-143F-4D9C-B8BB-8EEFC10583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51C7E05-E51D-4073-9878-4C75CC9EB8E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9FFF68"/>
                </a:solidFill>
                <a:latin typeface="Pretendard"/>
                <a:ea typeface="Pretendard"/>
                <a:cs typeface="Pretendard"/>
              </a:defRPr>
            </a:defPPr>
            <a:lvl1pPr algn="ctr">
              <a:defRPr sz="5730" b="1">
                <a:solidFill>
                  <a:srgbClr val="9FFF68"/>
                </a:solidFill>
                <a:latin typeface="Pretendard"/>
                <a:ea typeface="Pretendard"/>
                <a:cs typeface="Pretendard"/>
              </a:defRPr>
            </a:lvl1pPr>
            <a:lvl2pPr algn="ctr">
              <a:defRPr sz="5730" b="1">
                <a:solidFill>
                  <a:srgbClr val="9FFF68"/>
                </a:solidFill>
                <a:latin typeface="Pretendard"/>
                <a:ea typeface="Pretendard"/>
                <a:cs typeface="Pretendard"/>
              </a:defRPr>
            </a:lvl2pPr>
            <a:lvl3pPr algn="ctr">
              <a:defRPr sz="5730" b="1">
                <a:solidFill>
                  <a:srgbClr val="9FFF68"/>
                </a:solidFill>
                <a:latin typeface="Pretendard"/>
                <a:ea typeface="Pretendard"/>
                <a:cs typeface="Pretendard"/>
              </a:defRPr>
            </a:lvl3pPr>
            <a:lvl4pPr algn="ctr">
              <a:defRPr sz="5730" b="1">
                <a:solidFill>
                  <a:srgbClr val="9FFF68"/>
                </a:solidFill>
                <a:latin typeface="Pretendard"/>
                <a:ea typeface="Pretendard"/>
                <a:cs typeface="Pretendard"/>
              </a:defRPr>
            </a:lvl4pPr>
            <a:lvl5pPr algn="ctr">
              <a:defRPr sz="5730" b="1">
                <a:solidFill>
                  <a:srgbClr val="9FFF68"/>
                </a:solidFill>
                <a:latin typeface="Pretendard"/>
                <a:ea typeface="Pretendard"/>
                <a:cs typeface="Pretendard"/>
              </a:defRPr>
            </a:lvl5pPr>
            <a:lvl6pPr algn="ctr">
              <a:defRPr sz="5730" b="1">
                <a:solidFill>
                  <a:srgbClr val="9FFF68"/>
                </a:solidFill>
                <a:latin typeface="Pretendard"/>
                <a:ea typeface="Pretendard"/>
                <a:cs typeface="Pretendard"/>
              </a:defRPr>
            </a:lvl6pPr>
            <a:lvl7pPr algn="ctr">
              <a:defRPr sz="5730" b="1">
                <a:solidFill>
                  <a:srgbClr val="9FFF68"/>
                </a:solidFill>
                <a:latin typeface="Pretendard"/>
                <a:ea typeface="Pretendard"/>
                <a:cs typeface="Pretendard"/>
              </a:defRPr>
            </a:lvl7pPr>
            <a:lvl8pPr algn="ctr">
              <a:defRPr sz="5730" b="1">
                <a:solidFill>
                  <a:srgbClr val="9FFF68"/>
                </a:solidFill>
                <a:latin typeface="Pretendard"/>
                <a:ea typeface="Pretendard"/>
                <a:cs typeface="Pretendard"/>
              </a:defRPr>
            </a:lvl8pPr>
            <a:lvl9pPr algn="ctr">
              <a:defRPr sz="5730" b="1">
                <a:solidFill>
                  <a:srgbClr val="9FFF68"/>
                </a:solidFill>
                <a:latin typeface="Pretendard"/>
                <a:ea typeface="Pretendard"/>
                <a:cs typeface="Pretendard"/>
              </a:defRPr>
            </a:lvl9pPr>
          </a:lstStyle>
          <a:p xmlns:a="http://schemas.openxmlformats.org/drawingml/2006/main">
            <a:pPr algn="ctr">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0A3ACB17-B1E9-43A5-8567-B1CDC1F2B34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242424"/>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183DFE46-CCD0-4E2C-A9D6-724A6D88646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FFFFFF"/>
                </a:solidFill>
                <a:latin typeface="Pretendard"/>
                <a:ea typeface="Pretendard"/>
                <a:cs typeface="Pretendard"/>
              </a:defRPr>
            </a:defPPr>
            <a:lvl1pPr algn="l">
              <a:defRPr sz="3600" b="0">
                <a:solidFill>
                  <a:srgbClr val="FFFFFF"/>
                </a:solidFill>
                <a:latin typeface="Pretendard"/>
                <a:ea typeface="Pretendard"/>
                <a:cs typeface="Pretendard"/>
              </a:defRPr>
            </a:lvl1pPr>
            <a:lvl2pPr algn="l">
              <a:defRPr sz="3600" b="0">
                <a:solidFill>
                  <a:srgbClr val="FFFFFF"/>
                </a:solidFill>
                <a:latin typeface="Pretendard"/>
                <a:ea typeface="Pretendard"/>
                <a:cs typeface="Pretendard"/>
              </a:defRPr>
            </a:lvl2pPr>
            <a:lvl3pPr algn="l">
              <a:defRPr sz="3600" b="0">
                <a:solidFill>
                  <a:srgbClr val="FFFFFF"/>
                </a:solidFill>
                <a:latin typeface="Pretendard"/>
                <a:ea typeface="Pretendard"/>
                <a:cs typeface="Pretendard"/>
              </a:defRPr>
            </a:lvl3pPr>
            <a:lvl4pPr algn="l">
              <a:defRPr sz="3600" b="0">
                <a:solidFill>
                  <a:srgbClr val="FFFFFF"/>
                </a:solidFill>
                <a:latin typeface="Pretendard"/>
                <a:ea typeface="Pretendard"/>
                <a:cs typeface="Pretendard"/>
              </a:defRPr>
            </a:lvl4pPr>
            <a:lvl5pPr algn="l">
              <a:defRPr sz="3600" b="0">
                <a:solidFill>
                  <a:srgbClr val="FFFFFF"/>
                </a:solidFill>
                <a:latin typeface="Pretendard"/>
                <a:ea typeface="Pretendard"/>
                <a:cs typeface="Pretendard"/>
              </a:defRPr>
            </a:lvl5pPr>
            <a:lvl6pPr algn="l">
              <a:defRPr sz="3600" b="0">
                <a:solidFill>
                  <a:srgbClr val="FFFFFF"/>
                </a:solidFill>
                <a:latin typeface="Pretendard"/>
                <a:ea typeface="Pretendard"/>
                <a:cs typeface="Pretendard"/>
              </a:defRPr>
            </a:lvl6pPr>
            <a:lvl7pPr algn="l">
              <a:defRPr sz="3600" b="0">
                <a:solidFill>
                  <a:srgbClr val="FFFFFF"/>
                </a:solidFill>
                <a:latin typeface="Pretendard"/>
                <a:ea typeface="Pretendard"/>
                <a:cs typeface="Pretendard"/>
              </a:defRPr>
            </a:lvl7pPr>
            <a:lvl8pPr algn="l">
              <a:defRPr sz="3600" b="0">
                <a:solidFill>
                  <a:srgbClr val="FFFFFF"/>
                </a:solidFill>
                <a:latin typeface="Pretendard"/>
                <a:ea typeface="Pretendard"/>
                <a:cs typeface="Pretendard"/>
              </a:defRPr>
            </a:lvl8pPr>
            <a:lvl9pPr algn="l">
              <a:defRPr sz="3600" b="0">
                <a:solidFill>
                  <a:srgbClr val="FFFFFF"/>
                </a:solidFill>
                <a:latin typeface="Pretendard"/>
                <a:ea typeface="Pretendard"/>
                <a:cs typeface="Pretendard"/>
              </a:defRPr>
            </a:lvl9pPr>
          </a:lstStyle>
          <a:p xmlns:a="http://schemas.openxmlformats.org/drawingml/2006/main">
            <a:pPr algn="l">
              <a:defRPr sz="360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BF5200D6-BD75-484E-BDDE-11D4768D05A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242424"/>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1756C2E0-E785-45D2-86CB-DD5AD0BAB64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FFFFFF"/>
                </a:solidFill>
                <a:latin typeface="Pretendard"/>
                <a:ea typeface="Pretendard"/>
                <a:cs typeface="Pretendard"/>
              </a:defRPr>
            </a:defPPr>
            <a:lvl1pPr algn="l">
              <a:defRPr sz="3600" b="0">
                <a:solidFill>
                  <a:srgbClr val="FFFFFF"/>
                </a:solidFill>
                <a:latin typeface="Pretendard"/>
                <a:ea typeface="Pretendard"/>
                <a:cs typeface="Pretendard"/>
              </a:defRPr>
            </a:lvl1pPr>
            <a:lvl2pPr algn="l">
              <a:defRPr sz="3600" b="0">
                <a:solidFill>
                  <a:srgbClr val="FFFFFF"/>
                </a:solidFill>
                <a:latin typeface="Pretendard"/>
                <a:ea typeface="Pretendard"/>
                <a:cs typeface="Pretendard"/>
              </a:defRPr>
            </a:lvl2pPr>
            <a:lvl3pPr algn="l">
              <a:defRPr sz="3600" b="0">
                <a:solidFill>
                  <a:srgbClr val="FFFFFF"/>
                </a:solidFill>
                <a:latin typeface="Pretendard"/>
                <a:ea typeface="Pretendard"/>
                <a:cs typeface="Pretendard"/>
              </a:defRPr>
            </a:lvl3pPr>
            <a:lvl4pPr algn="l">
              <a:defRPr sz="3600" b="0">
                <a:solidFill>
                  <a:srgbClr val="FFFFFF"/>
                </a:solidFill>
                <a:latin typeface="Pretendard"/>
                <a:ea typeface="Pretendard"/>
                <a:cs typeface="Pretendard"/>
              </a:defRPr>
            </a:lvl4pPr>
            <a:lvl5pPr algn="l">
              <a:defRPr sz="3600" b="0">
                <a:solidFill>
                  <a:srgbClr val="FFFFFF"/>
                </a:solidFill>
                <a:latin typeface="Pretendard"/>
                <a:ea typeface="Pretendard"/>
                <a:cs typeface="Pretendard"/>
              </a:defRPr>
            </a:lvl5pPr>
            <a:lvl6pPr algn="l">
              <a:defRPr sz="3600" b="0">
                <a:solidFill>
                  <a:srgbClr val="FFFFFF"/>
                </a:solidFill>
                <a:latin typeface="Pretendard"/>
                <a:ea typeface="Pretendard"/>
                <a:cs typeface="Pretendard"/>
              </a:defRPr>
            </a:lvl6pPr>
            <a:lvl7pPr algn="l">
              <a:defRPr sz="3600" b="0">
                <a:solidFill>
                  <a:srgbClr val="FFFFFF"/>
                </a:solidFill>
                <a:latin typeface="Pretendard"/>
                <a:ea typeface="Pretendard"/>
                <a:cs typeface="Pretendard"/>
              </a:defRPr>
            </a:lvl7pPr>
            <a:lvl8pPr algn="l">
              <a:defRPr sz="3600" b="0">
                <a:solidFill>
                  <a:srgbClr val="FFFFFF"/>
                </a:solidFill>
                <a:latin typeface="Pretendard"/>
                <a:ea typeface="Pretendard"/>
                <a:cs typeface="Pretendard"/>
              </a:defRPr>
            </a:lvl8pPr>
            <a:lvl9pPr algn="l">
              <a:defRPr sz="3600" b="0">
                <a:solidFill>
                  <a:srgbClr val="FFFFFF"/>
                </a:solidFill>
                <a:latin typeface="Pretendard"/>
                <a:ea typeface="Pretendard"/>
                <a:cs typeface="Pretendard"/>
              </a:defRPr>
            </a:lvl9pPr>
          </a:lstStyle>
          <a:p xmlns:a="http://schemas.openxmlformats.org/drawingml/2006/main">
            <a:pPr algn="l">
              <a:defRPr sz="360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5BA2D9E9-7DC3-4069-B046-FAA23206E9A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242424"/>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D1390B2-04EC-4EEC-8894-345FD8B8202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FFFFFF"/>
                </a:solidFill>
                <a:latin typeface="Pretendard"/>
                <a:ea typeface="Pretendard"/>
                <a:cs typeface="Pretendard"/>
              </a:defRPr>
            </a:defPPr>
            <a:lvl1pPr algn="l">
              <a:defRPr sz="3600" b="0">
                <a:solidFill>
                  <a:srgbClr val="FFFFFF"/>
                </a:solidFill>
                <a:latin typeface="Pretendard"/>
                <a:ea typeface="Pretendard"/>
                <a:cs typeface="Pretendard"/>
              </a:defRPr>
            </a:lvl1pPr>
            <a:lvl2pPr algn="l">
              <a:defRPr sz="3600" b="0">
                <a:solidFill>
                  <a:srgbClr val="FFFFFF"/>
                </a:solidFill>
                <a:latin typeface="Pretendard"/>
                <a:ea typeface="Pretendard"/>
                <a:cs typeface="Pretendard"/>
              </a:defRPr>
            </a:lvl2pPr>
            <a:lvl3pPr algn="l">
              <a:defRPr sz="3600" b="0">
                <a:solidFill>
                  <a:srgbClr val="FFFFFF"/>
                </a:solidFill>
                <a:latin typeface="Pretendard"/>
                <a:ea typeface="Pretendard"/>
                <a:cs typeface="Pretendard"/>
              </a:defRPr>
            </a:lvl3pPr>
            <a:lvl4pPr algn="l">
              <a:defRPr sz="3600" b="0">
                <a:solidFill>
                  <a:srgbClr val="FFFFFF"/>
                </a:solidFill>
                <a:latin typeface="Pretendard"/>
                <a:ea typeface="Pretendard"/>
                <a:cs typeface="Pretendard"/>
              </a:defRPr>
            </a:lvl4pPr>
            <a:lvl5pPr algn="l">
              <a:defRPr sz="3600" b="0">
                <a:solidFill>
                  <a:srgbClr val="FFFFFF"/>
                </a:solidFill>
                <a:latin typeface="Pretendard"/>
                <a:ea typeface="Pretendard"/>
                <a:cs typeface="Pretendard"/>
              </a:defRPr>
            </a:lvl5pPr>
            <a:lvl6pPr algn="l">
              <a:defRPr sz="3600" b="0">
                <a:solidFill>
                  <a:srgbClr val="FFFFFF"/>
                </a:solidFill>
                <a:latin typeface="Pretendard"/>
                <a:ea typeface="Pretendard"/>
                <a:cs typeface="Pretendard"/>
              </a:defRPr>
            </a:lvl6pPr>
            <a:lvl7pPr algn="l">
              <a:defRPr sz="3600" b="0">
                <a:solidFill>
                  <a:srgbClr val="FFFFFF"/>
                </a:solidFill>
                <a:latin typeface="Pretendard"/>
                <a:ea typeface="Pretendard"/>
                <a:cs typeface="Pretendard"/>
              </a:defRPr>
            </a:lvl7pPr>
            <a:lvl8pPr algn="l">
              <a:defRPr sz="3600" b="0">
                <a:solidFill>
                  <a:srgbClr val="FFFFFF"/>
                </a:solidFill>
                <a:latin typeface="Pretendard"/>
                <a:ea typeface="Pretendard"/>
                <a:cs typeface="Pretendard"/>
              </a:defRPr>
            </a:lvl8pPr>
            <a:lvl9pPr algn="l">
              <a:defRPr sz="3600" b="0">
                <a:solidFill>
                  <a:srgbClr val="FFFFFF"/>
                </a:solidFill>
                <a:latin typeface="Pretendard"/>
                <a:ea typeface="Pretendard"/>
                <a:cs typeface="Pretendard"/>
              </a:defRPr>
            </a:lvl9pPr>
          </a:lstStyle>
          <a:p xmlns:a="http://schemas.openxmlformats.org/drawingml/2006/main">
            <a:pPr algn="l">
              <a:defRPr sz="360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137990046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6F0B354-4024-4689-8142-5BFEDCB7CA58}"/>
              </a:ext>
            </a:extLst>
          </p:cNvPr>
          <p:cNvPicPr>
            <a:picLocks xmlns:a="http://schemas.openxmlformats.org/drawingml/2006/main" noChangeAspect="1"/>
          </p:cNvPicPr>
          <p:nvPr/>
        </p:nvPicPr>
        <p:blipFill>
          <a:blip xmlns:r="http://schemas.openxmlformats.org/officeDocument/2006/relationships" xmlns:a="http://schemas.openxmlformats.org/drawingml/2006/main" r:embed="R190c9d7a16794c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074AA2-D186-406D-9D77-10A8E27D37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F686FF-F717-4CAD-BD6D-E62AAD21B0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CB50415-D87C-46DE-AFCD-E129BE2BAE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941E66C-1C50-4EC9-A773-54565979267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D102584-D543-4834-8C7A-2811D5BCDC2B}"/>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96BE9345-093B-485B-98D0-235BBC0F4E89}"/>
              </a:ext>
            </a:extLst>
          </p:cNvPr>
          <p:cNvPicPr>
            <a:picLocks xmlns:a="http://schemas.openxmlformats.org/drawingml/2006/main" noChangeAspect="1"/>
          </p:cNvPicPr>
          <p:nvPr/>
        </p:nvPicPr>
        <p:blipFill>
          <a:blip xmlns:r="http://schemas.openxmlformats.org/officeDocument/2006/relationships" xmlns:a="http://schemas.openxmlformats.org/drawingml/2006/main" r:embed="Re3d73fdb7de04623"/>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005996F-430F-4469-8C71-66C0DF5676CD}"/>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4A26D7D1-3BB9-491C-A08D-5AB9F704CBBE}"/>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D681A13E-E9AA-4210-8100-2DDF15362781}"/>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A3D5A037-EA72-4C6B-9BDE-4B32AD80AE5E}"/>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43E1A81A-8BB6-47CC-ADF1-6B2B4576C386}"/>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494791A6-9CAE-4163-BFDC-A7A99DA6382F}"/>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8B0DA797-3C3E-4E8A-B368-5A599F320CF4}"/>
              </a:ext>
            </a:extLst>
          </p:cNvPr>
          <p:cNvPicPr>
            <a:picLocks xmlns:a="http://schemas.openxmlformats.org/drawingml/2006/main" noChangeAspect="1"/>
          </p:cNvPicPr>
          <p:nvPr/>
        </p:nvPicPr>
        <p:blipFill>
          <a:blip xmlns:r="http://schemas.openxmlformats.org/officeDocument/2006/relationships" xmlns:a="http://schemas.openxmlformats.org/drawingml/2006/main" r:embed="Rfb8e19742ab64044"/>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2AE1BE96-3488-4862-B504-4B54C836721D}"/>
              </a:ext>
            </a:extLst>
          </p:cNvPr>
          <p:cNvPicPr>
            <a:picLocks xmlns:a="http://schemas.openxmlformats.org/drawingml/2006/main" noChangeAspect="1"/>
          </p:cNvPicPr>
          <p:nvPr/>
        </p:nvPicPr>
        <p:blipFill>
          <a:blip xmlns:r="http://schemas.openxmlformats.org/officeDocument/2006/relationships" xmlns:a="http://schemas.openxmlformats.org/drawingml/2006/main" r:embed="Rf4f304380d6c4716"/>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F966DB5D-3402-411E-A99A-648656655B6D}"/>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C76D70E-B2AD-4A4F-AFA7-F0AB1A12417F}"/>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65976D45-FE1F-4A2F-85D9-12F1F6BCE9E5}"/>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BCDDBDFF-FF08-45D3-AFE0-852B99332FC5}"/>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F5877295-7AE6-44F6-83B3-B6921EA84253}"/>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0FF6D072-B48E-45D6-A4F0-828AA4D339C0}"/>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6BFAA01-012B-47C4-8862-D8480A638700}"/>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38D624A9-6B36-425A-AB4B-F516DAFB9AD0}"/>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모두 같게!</a:t>
            </a:r>
          </a:p>
        </p:txBody>
      </p:sp>
    </p:spTree>
    <p:extLst>
      <p:ext uri="{BB962C8B-B14F-4D97-AF65-F5344CB8AC3E}">
        <p14:creationId xmlns:p14="http://schemas.microsoft.com/office/powerpoint/2010/main" val="76403174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D5A670B-9D4B-4A08-A45E-3F24A5F8AE46}"/>
              </a:ext>
            </a:extLst>
          </p:cNvPr>
          <p:cNvPicPr>
            <a:picLocks xmlns:a="http://schemas.openxmlformats.org/drawingml/2006/main" noChangeAspect="1"/>
          </p:cNvPicPr>
          <p:nvPr/>
        </p:nvPicPr>
        <p:blipFill>
          <a:blip xmlns:r="http://schemas.openxmlformats.org/officeDocument/2006/relationships" xmlns:a="http://schemas.openxmlformats.org/drawingml/2006/main" r:embed="Ra5026897ea6a40f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C8FAB08-D4EF-4D22-BBDB-1B531A0738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EF5EE1-DAB4-4032-9B4D-B42610FB20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B4A1E5A-E828-4F07-960F-C46678C532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45B241-2A62-4795-9D98-B147B30ED9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4D0C8871-1FC6-44F2-AC1D-1561459F7C3A}"/>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F68F24BE-B28E-4362-8431-BBEAE04CE472}"/>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AAAAAA"/>
                </a:solidFill>
                <a:latin typeface="Pretendard"/>
                <a:ea typeface="Pretendard"/>
                <a:cs typeface="Pretendard"/>
              </a:defRPr>
            </a:defPPr>
            <a:lvl1pPr algn="ctr">
              <a:defRPr sz="2730" b="0">
                <a:solidFill>
                  <a:srgbClr val="AAAAAA"/>
                </a:solidFill>
                <a:latin typeface="Pretendard"/>
                <a:ea typeface="Pretendard"/>
                <a:cs typeface="Pretendard"/>
              </a:defRPr>
            </a:lvl1pPr>
            <a:lvl2pPr algn="ctr">
              <a:defRPr sz="2730" b="0">
                <a:solidFill>
                  <a:srgbClr val="AAAAAA"/>
                </a:solidFill>
                <a:latin typeface="Pretendard"/>
                <a:ea typeface="Pretendard"/>
                <a:cs typeface="Pretendard"/>
              </a:defRPr>
            </a:lvl2pPr>
            <a:lvl3pPr algn="ctr">
              <a:defRPr sz="2730" b="0">
                <a:solidFill>
                  <a:srgbClr val="AAAAAA"/>
                </a:solidFill>
                <a:latin typeface="Pretendard"/>
                <a:ea typeface="Pretendard"/>
                <a:cs typeface="Pretendard"/>
              </a:defRPr>
            </a:lvl3pPr>
            <a:lvl4pPr algn="ctr">
              <a:defRPr sz="2730" b="0">
                <a:solidFill>
                  <a:srgbClr val="AAAAAA"/>
                </a:solidFill>
                <a:latin typeface="Pretendard"/>
                <a:ea typeface="Pretendard"/>
                <a:cs typeface="Pretendard"/>
              </a:defRPr>
            </a:lvl4pPr>
            <a:lvl5pPr algn="ctr">
              <a:defRPr sz="2730" b="0">
                <a:solidFill>
                  <a:srgbClr val="AAAAAA"/>
                </a:solidFill>
                <a:latin typeface="Pretendard"/>
                <a:ea typeface="Pretendard"/>
                <a:cs typeface="Pretendard"/>
              </a:defRPr>
            </a:lvl5pPr>
            <a:lvl6pPr algn="ctr">
              <a:defRPr sz="2730" b="0">
                <a:solidFill>
                  <a:srgbClr val="AAAAAA"/>
                </a:solidFill>
                <a:latin typeface="Pretendard"/>
                <a:ea typeface="Pretendard"/>
                <a:cs typeface="Pretendard"/>
              </a:defRPr>
            </a:lvl6pPr>
            <a:lvl7pPr algn="ctr">
              <a:defRPr sz="2730" b="0">
                <a:solidFill>
                  <a:srgbClr val="AAAAAA"/>
                </a:solidFill>
                <a:latin typeface="Pretendard"/>
                <a:ea typeface="Pretendard"/>
                <a:cs typeface="Pretendard"/>
              </a:defRPr>
            </a:lvl7pPr>
            <a:lvl8pPr algn="ctr">
              <a:defRPr sz="2730" b="0">
                <a:solidFill>
                  <a:srgbClr val="AAAAAA"/>
                </a:solidFill>
                <a:latin typeface="Pretendard"/>
                <a:ea typeface="Pretendard"/>
                <a:cs typeface="Pretendard"/>
              </a:defRPr>
            </a:lvl8pPr>
            <a:lvl9pPr algn="ctr">
              <a:defRPr sz="2730" b="0">
                <a:solidFill>
                  <a:srgbClr val="AAAAAA"/>
                </a:solidFill>
                <a:latin typeface="Pretendard"/>
                <a:ea typeface="Pretendard"/>
                <a:cs typeface="Pretendard"/>
              </a:defRPr>
            </a:lvl9pPr>
          </a:lstStyle>
          <a:p xmlns:a="http://schemas.openxmlformats.org/drawingml/2006/main">
            <a:pPr algn="ctr">
              <a:defRPr sz="2730" b="0">
                <a:solidFill>
                  <a:srgbClr val="AAAAAA"/>
                </a:solidFill>
                <a:latin typeface="Pretendard"/>
                <a:ea typeface="Pretendard"/>
                <a:cs typeface="Pretendard"/>
              </a:defRPr>
            </a:pPr>
            <a:r>
              <a:rPr sz="2730" b="0">
                <a:solidFill>
                  <a:srgbClr val="AAAAAA"/>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8B53327F-C9B0-45C6-ABB2-32E0B70E964E}"/>
              </a:ext>
            </a:extLst>
          </p:cNvPr>
          <p:cNvPicPr>
            <a:picLocks xmlns:a="http://schemas.openxmlformats.org/drawingml/2006/main" noChangeAspect="1"/>
          </p:cNvPicPr>
          <p:nvPr/>
        </p:nvPicPr>
        <p:blipFill>
          <a:blip xmlns:r="http://schemas.openxmlformats.org/officeDocument/2006/relationships" xmlns:a="http://schemas.openxmlformats.org/drawingml/2006/main" r:embed="Rc5f9a9d2b5344aef"/>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66A4532-92B9-43D0-81E3-FBF56DA7EEE1}"/>
              </a:ext>
            </a:extLst>
          </p:cNvPr>
          <p:cNvSpPr>
            <a:spLocks xmlns:a="http://schemas.openxmlformats.org/drawingml/2006/main" noGrp="1"/>
          </p:cNvSpPr>
          <p:nvPr/>
        </p:nvSpPr>
        <p:spPr>
          <a:xfrm xmlns:a="http://schemas.openxmlformats.org/drawingml/2006/main">
            <a:off x="10572750" y="42386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9FFF68"/>
                </a:solidFill>
                <a:latin typeface="Pretendard"/>
                <a:ea typeface="Pretendard"/>
                <a:cs typeface="Pretendard"/>
              </a:defRPr>
            </a:defPPr>
            <a:lvl1pPr algn="l">
              <a:defRPr sz="2550" b="1">
                <a:solidFill>
                  <a:srgbClr val="9FFF68"/>
                </a:solidFill>
                <a:latin typeface="Pretendard"/>
                <a:ea typeface="Pretendard"/>
                <a:cs typeface="Pretendard"/>
              </a:defRPr>
            </a:lvl1pPr>
            <a:lvl2pPr algn="l">
              <a:defRPr sz="2550" b="1">
                <a:solidFill>
                  <a:srgbClr val="9FFF68"/>
                </a:solidFill>
                <a:latin typeface="Pretendard"/>
                <a:ea typeface="Pretendard"/>
                <a:cs typeface="Pretendard"/>
              </a:defRPr>
            </a:lvl2pPr>
            <a:lvl3pPr algn="l">
              <a:defRPr sz="2550" b="1">
                <a:solidFill>
                  <a:srgbClr val="9FFF68"/>
                </a:solidFill>
                <a:latin typeface="Pretendard"/>
                <a:ea typeface="Pretendard"/>
                <a:cs typeface="Pretendard"/>
              </a:defRPr>
            </a:lvl3pPr>
            <a:lvl4pPr algn="l">
              <a:defRPr sz="2550" b="1">
                <a:solidFill>
                  <a:srgbClr val="9FFF68"/>
                </a:solidFill>
                <a:latin typeface="Pretendard"/>
                <a:ea typeface="Pretendard"/>
                <a:cs typeface="Pretendard"/>
              </a:defRPr>
            </a:lvl4pPr>
            <a:lvl5pPr algn="l">
              <a:defRPr sz="2550" b="1">
                <a:solidFill>
                  <a:srgbClr val="9FFF68"/>
                </a:solidFill>
                <a:latin typeface="Pretendard"/>
                <a:ea typeface="Pretendard"/>
                <a:cs typeface="Pretendard"/>
              </a:defRPr>
            </a:lvl5pPr>
            <a:lvl6pPr algn="l">
              <a:defRPr sz="2550" b="1">
                <a:solidFill>
                  <a:srgbClr val="9FFF68"/>
                </a:solidFill>
                <a:latin typeface="Pretendard"/>
                <a:ea typeface="Pretendard"/>
                <a:cs typeface="Pretendard"/>
              </a:defRPr>
            </a:lvl6pPr>
            <a:lvl7pPr algn="l">
              <a:defRPr sz="2550" b="1">
                <a:solidFill>
                  <a:srgbClr val="9FFF68"/>
                </a:solidFill>
                <a:latin typeface="Pretendard"/>
                <a:ea typeface="Pretendard"/>
                <a:cs typeface="Pretendard"/>
              </a:defRPr>
            </a:lvl7pPr>
            <a:lvl8pPr algn="l">
              <a:defRPr sz="2550" b="1">
                <a:solidFill>
                  <a:srgbClr val="9FFF68"/>
                </a:solidFill>
                <a:latin typeface="Pretendard"/>
                <a:ea typeface="Pretendard"/>
                <a:cs typeface="Pretendard"/>
              </a:defRPr>
            </a:lvl8pPr>
            <a:lvl9pPr algn="l">
              <a:defRPr sz="2550" b="1">
                <a:solidFill>
                  <a:srgbClr val="9FFF68"/>
                </a:solidFill>
                <a:latin typeface="Pretendard"/>
                <a:ea typeface="Pretendard"/>
                <a:cs typeface="Pretendard"/>
              </a:defRPr>
            </a:lvl9pPr>
          </a:lstStyle>
          <a:p xmlns:a="http://schemas.openxmlformats.org/drawingml/2006/main">
            <a:pPr algn="l">
              <a:defRPr sz="2550" b="1">
                <a:solidFill>
                  <a:srgbClr val="9FFF68"/>
                </a:solidFill>
                <a:latin typeface="Pretendard"/>
                <a:ea typeface="Pretendard"/>
                <a:cs typeface="Pretendard"/>
              </a:defRPr>
            </a:pPr>
            <a:r>
              <a:rPr sz="2550" b="1">
                <a:solidFill>
                  <a:srgbClr val="9FFF68"/>
                </a:solidFill>
                <a:latin typeface="Pretendard"/>
                <a:ea typeface="Pretendard"/>
                <a:cs typeface="Pretendard"/>
              </a:rPr>
              <a:t>직접 경로와 두 단계의 합</a:t>
            </a:r>
          </a:p>
        </p:txBody>
      </p:sp>
      <p:pic>
        <p:nvPicPr>
          <p:cNvPr id="10" name="">
            <a:extLst xmlns:a="http://schemas.openxmlformats.org/drawingml/2006/main">
              <a:ext uri="{FF2B5EF4-FFF2-40B4-BE49-F238E27FC236}">
                <a16:creationId xmlns:a16="http://schemas.microsoft.com/office/drawing/2014/main" id="{FCB4AD4C-D041-441E-9103-9CD5C41469D2}"/>
              </a:ext>
            </a:extLst>
          </p:cNvPr>
          <p:cNvPicPr>
            <a:picLocks xmlns:a="http://schemas.openxmlformats.org/drawingml/2006/main" noChangeAspect="1"/>
          </p:cNvPicPr>
          <p:nvPr/>
        </p:nvPicPr>
        <p:blipFill>
          <a:blip xmlns:r="http://schemas.openxmlformats.org/officeDocument/2006/relationships" xmlns:a="http://schemas.openxmlformats.org/drawingml/2006/main" r:embed="R7363501823044954"/>
          <a:stretch xmlns:a="http://schemas.openxmlformats.org/drawingml/2006/main"/>
        </p:blipFill>
        <p:spPr>
          <a:xfrm xmlns:a="http://schemas.openxmlformats.org/drawingml/2006/main">
            <a:off x="10572750" y="5782866"/>
            <a:ext cx="6572250" cy="2245519"/>
          </a:xfrm>
          <a:prstGeom xmlns:a="http://schemas.openxmlformats.org/drawingml/2006/main" prst="rect">
            <a:avLst/>
          </a:prstGeom>
        </p:spPr>
      </p:pic>
    </p:spTree>
    <p:extLst>
      <p:ext uri="{BB962C8B-B14F-4D97-AF65-F5344CB8AC3E}">
        <p14:creationId xmlns:p14="http://schemas.microsoft.com/office/powerpoint/2010/main" val="1628449191"/>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E142A27-A627-484B-AD1C-A9F5B673F990}"/>
              </a:ext>
            </a:extLst>
          </p:cNvPr>
          <p:cNvPicPr>
            <a:picLocks xmlns:a="http://schemas.openxmlformats.org/drawingml/2006/main" noChangeAspect="1"/>
          </p:cNvPicPr>
          <p:nvPr/>
        </p:nvPicPr>
        <p:blipFill>
          <a:blip xmlns:r="http://schemas.openxmlformats.org/officeDocument/2006/relationships" xmlns:a="http://schemas.openxmlformats.org/drawingml/2006/main" r:embed="Re99488bd018b490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0A6CA6-4C1C-49AE-B7E0-7851B91DF5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261C2A-8D93-4183-9ECA-82F3769E1B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66C0635-35E5-4C08-9DCA-9BC6BC6737C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D2A7D64-905F-44F5-92C5-D1FB89988D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D1FF2FD-C28A-44EC-A786-879263FEAD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359AA439-181C-4E5C-8DDF-1BD8B9A13915}"/>
              </a:ext>
            </a:extLst>
          </p:cNvPr>
          <p:cNvPicPr>
            <a:picLocks xmlns:a="http://schemas.openxmlformats.org/drawingml/2006/main" noChangeAspect="1"/>
          </p:cNvPicPr>
          <p:nvPr/>
        </p:nvPicPr>
        <p:blipFill>
          <a:blip xmlns:r="http://schemas.openxmlformats.org/officeDocument/2006/relationships" xmlns:a="http://schemas.openxmlformats.org/drawingml/2006/main" r:embed="R45ba37c344754404"/>
          <a:stretch xmlns:a="http://schemas.openxmlformats.org/drawingml/2006/main"/>
        </p:blipFill>
        <p:spPr>
          <a:xfrm xmlns:a="http://schemas.openxmlformats.org/drawingml/2006/main">
            <a:off x="3770546" y="5032258"/>
            <a:ext cx="10113495" cy="59491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A96418B-13B7-453B-A1B9-DD56D66E27F0}"/>
              </a:ext>
            </a:extLst>
          </p:cNvPr>
          <p:cNvPicPr>
            <a:picLocks xmlns:a="http://schemas.openxmlformats.org/drawingml/2006/main" noChangeAspect="1"/>
          </p:cNvPicPr>
          <p:nvPr/>
        </p:nvPicPr>
        <p:blipFill>
          <a:blip xmlns:r="http://schemas.openxmlformats.org/officeDocument/2006/relationships" xmlns:a="http://schemas.openxmlformats.org/drawingml/2006/main" r:embed="Rd8a15b1ed0a14c4f"/>
          <a:stretch xmlns:a="http://schemas.openxmlformats.org/drawingml/2006/main"/>
        </p:blipFill>
        <p:spPr>
          <a:xfrm xmlns:a="http://schemas.openxmlformats.org/drawingml/2006/main">
            <a:off x="3786426" y="5733355"/>
            <a:ext cx="11303318" cy="61099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D8A0B178-CC01-4E13-A087-9C3BFED78367}"/>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BBBBBB"/>
            </a:solidFill>
            <a:prstDash val="solid"/>
          </a:ln>
        </p:spPr>
      </p:sp>
      <p:pic>
        <p:nvPicPr>
          <p:cNvPr id="10" name="">
            <a:extLst xmlns:a="http://schemas.openxmlformats.org/drawingml/2006/main">
              <a:ext uri="{FF2B5EF4-FFF2-40B4-BE49-F238E27FC236}">
                <a16:creationId xmlns:a16="http://schemas.microsoft.com/office/drawing/2014/main" id="{AF8F2D34-D26C-4C47-8151-C50139F9DAD8}"/>
              </a:ext>
            </a:extLst>
          </p:cNvPr>
          <p:cNvPicPr>
            <a:picLocks xmlns:a="http://schemas.openxmlformats.org/drawingml/2006/main" noChangeAspect="1"/>
          </p:cNvPicPr>
          <p:nvPr/>
        </p:nvPicPr>
        <p:blipFill>
          <a:blip xmlns:r="http://schemas.openxmlformats.org/officeDocument/2006/relationships" xmlns:a="http://schemas.openxmlformats.org/drawingml/2006/main" r:embed="R3789b0548c3546bd"/>
          <a:stretch xmlns:a="http://schemas.openxmlformats.org/drawingml/2006/main"/>
        </p:blipFill>
        <p:spPr>
          <a:xfrm xmlns:a="http://schemas.openxmlformats.org/drawingml/2006/main">
            <a:off x="3770546" y="6757236"/>
            <a:ext cx="10113495" cy="594911"/>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FACD1701-86D5-45D3-B2EF-08B5071AFC8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46830902-467C-4815-B530-DF950C4AA5EA}"/>
              </a:ext>
            </a:extLst>
          </p:cNvPr>
          <p:cNvPicPr>
            <a:picLocks xmlns:a="http://schemas.openxmlformats.org/drawingml/2006/main" noChangeAspect="1"/>
          </p:cNvPicPr>
          <p:nvPr/>
        </p:nvPicPr>
        <p:blipFill>
          <a:blip xmlns:r="http://schemas.openxmlformats.org/officeDocument/2006/relationships" xmlns:a="http://schemas.openxmlformats.org/drawingml/2006/main" r:embed="R507ddfb0b8004841"/>
          <a:stretch xmlns:a="http://schemas.openxmlformats.org/drawingml/2006/main"/>
        </p:blipFill>
        <p:spPr>
          <a:xfrm xmlns:a="http://schemas.openxmlformats.org/drawingml/2006/main">
            <a:off x="6786892" y="8620125"/>
            <a:ext cx="4714215" cy="809625"/>
          </a:xfrm>
          <a:prstGeom xmlns:a="http://schemas.openxmlformats.org/drawingml/2006/main" prst="rect">
            <a:avLst/>
          </a:prstGeom>
        </p:spPr>
      </p:pic>
    </p:spTree>
    <p:extLst>
      <p:ext uri="{BB962C8B-B14F-4D97-AF65-F5344CB8AC3E}">
        <p14:creationId xmlns:p14="http://schemas.microsoft.com/office/powerpoint/2010/main" val="1849604214"/>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F27FFF-ACA1-44BB-BEAA-A96433D21015}"/>
              </a:ext>
            </a:extLst>
          </p:cNvPr>
          <p:cNvPicPr>
            <a:picLocks xmlns:a="http://schemas.openxmlformats.org/drawingml/2006/main" noChangeAspect="1"/>
          </p:cNvPicPr>
          <p:nvPr/>
        </p:nvPicPr>
        <p:blipFill>
          <a:blip xmlns:r="http://schemas.openxmlformats.org/officeDocument/2006/relationships" xmlns:a="http://schemas.openxmlformats.org/drawingml/2006/main" r:embed="R9a6fafbfb9a9490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9FF850-0B06-4B6B-851F-464C381A17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A7CC6E-FCC1-41D4-968C-B7B6B8EB8A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F727A45-3CC6-47C8-85D1-B014CBB1183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9020A3-1A2C-47CD-BDC3-04770E316A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1D49367-510F-494F-93C3-51EABD8A44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EF410687-D177-4090-A8E7-6519994A9894}"/>
              </a:ext>
            </a:extLst>
          </p:cNvPr>
          <p:cNvPicPr>
            <a:picLocks xmlns:a="http://schemas.openxmlformats.org/drawingml/2006/main" noChangeAspect="1"/>
          </p:cNvPicPr>
          <p:nvPr/>
        </p:nvPicPr>
        <p:blipFill>
          <a:blip xmlns:r="http://schemas.openxmlformats.org/officeDocument/2006/relationships" xmlns:a="http://schemas.openxmlformats.org/drawingml/2006/main" r:embed="Rc414b1df561f4736"/>
          <a:stretch xmlns:a="http://schemas.openxmlformats.org/drawingml/2006/main"/>
        </p:blipFill>
        <p:spPr>
          <a:xfrm xmlns:a="http://schemas.openxmlformats.org/drawingml/2006/main">
            <a:off x="2247909" y="4866478"/>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A1F1DE4-88AD-4723-9773-BC2B50F1C9CD}"/>
              </a:ext>
            </a:extLst>
          </p:cNvPr>
          <p:cNvPicPr>
            <a:picLocks xmlns:a="http://schemas.openxmlformats.org/drawingml/2006/main" noChangeAspect="1"/>
          </p:cNvPicPr>
          <p:nvPr/>
        </p:nvPicPr>
        <p:blipFill>
          <a:blip xmlns:r="http://schemas.openxmlformats.org/officeDocument/2006/relationships" xmlns:a="http://schemas.openxmlformats.org/drawingml/2006/main" r:embed="Rbde1445917af4ac9"/>
          <a:stretch xmlns:a="http://schemas.openxmlformats.org/drawingml/2006/main"/>
        </p:blipFill>
        <p:spPr>
          <a:xfrm xmlns:a="http://schemas.openxmlformats.org/drawingml/2006/main">
            <a:off x="2247909" y="6033819"/>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DD3020A-FE47-4A7D-915A-3060F3FDDB3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F58400E-6CC5-4910-80DD-498426D7392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CD1E7EDA-EBF7-463B-8959-7FEC56257ACB}"/>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E1FE1CB0-0AE8-4A82-BFC1-30EE983D865D}"/>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44193949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D4C2181-1BEE-4BE9-8A22-C9D1B9D200B2}"/>
              </a:ext>
            </a:extLst>
          </p:cNvPr>
          <p:cNvPicPr>
            <a:picLocks xmlns:a="http://schemas.openxmlformats.org/drawingml/2006/main" noChangeAspect="1"/>
          </p:cNvPicPr>
          <p:nvPr/>
        </p:nvPicPr>
        <p:blipFill>
          <a:blip xmlns:r="http://schemas.openxmlformats.org/officeDocument/2006/relationships" xmlns:a="http://schemas.openxmlformats.org/drawingml/2006/main" r:embed="Rbd093756803e460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DC15DC-885D-4C84-A605-CCAE96D9EC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66B1B6-E856-471F-9483-74D1E93537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E3C93D4-D0D7-4461-81C3-0679BF01E0A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7C457E-B11D-4EAC-848C-A66B47625A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5C1F913-528F-4EB9-8FD5-91D2B8A44F5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67058DED-FE15-470F-90CD-D3AD28CD1922}"/>
              </a:ext>
            </a:extLst>
          </p:cNvPr>
          <p:cNvPicPr>
            <a:picLocks xmlns:a="http://schemas.openxmlformats.org/drawingml/2006/main" noChangeAspect="1"/>
          </p:cNvPicPr>
          <p:nvPr/>
        </p:nvPicPr>
        <p:blipFill>
          <a:blip xmlns:r="http://schemas.openxmlformats.org/officeDocument/2006/relationships" xmlns:a="http://schemas.openxmlformats.org/drawingml/2006/main" r:embed="Raae863b873d34b3b"/>
          <a:stretch xmlns:a="http://schemas.openxmlformats.org/drawingml/2006/main"/>
        </p:blipFill>
        <p:spPr>
          <a:xfrm xmlns:a="http://schemas.openxmlformats.org/drawingml/2006/main">
            <a:off x="2247900" y="5029185"/>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5115D78-F0D2-4024-B58F-6C5F9843B8CB}"/>
              </a:ext>
            </a:extLst>
          </p:cNvPr>
          <p:cNvPicPr>
            <a:picLocks xmlns:a="http://schemas.openxmlformats.org/drawingml/2006/main" noChangeAspect="1"/>
          </p:cNvPicPr>
          <p:nvPr/>
        </p:nvPicPr>
        <p:blipFill>
          <a:blip xmlns:r="http://schemas.openxmlformats.org/officeDocument/2006/relationships" xmlns:a="http://schemas.openxmlformats.org/drawingml/2006/main" r:embed="R91ab9fd5cb664ab9"/>
          <a:stretch xmlns:a="http://schemas.openxmlformats.org/drawingml/2006/main"/>
        </p:blipFill>
        <p:spPr>
          <a:xfrm xmlns:a="http://schemas.openxmlformats.org/drawingml/2006/main">
            <a:off x="1993612" y="6037706"/>
            <a:ext cx="14300777" cy="88004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2B9450E-DCDE-452A-9122-ACE40958E29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DCFFAF4-B578-4FA6-BDBB-F317FBCEF8A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483BCA36-F98F-4D97-95CF-584B2FC5094C}"/>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9FFF68"/>
                </a:solidFill>
                <a:latin typeface="Pretendard"/>
                <a:ea typeface="Pretendard"/>
                <a:cs typeface="Pretendard"/>
              </a:defRPr>
            </a:defPPr>
            <a:lvl1pPr algn="l">
              <a:defRPr sz="2730" b="1">
                <a:solidFill>
                  <a:srgbClr val="9FFF68"/>
                </a:solidFill>
                <a:latin typeface="Pretendard"/>
                <a:ea typeface="Pretendard"/>
                <a:cs typeface="Pretendard"/>
              </a:defRPr>
            </a:lvl1pPr>
            <a:lvl2pPr algn="l">
              <a:defRPr sz="2730" b="1">
                <a:solidFill>
                  <a:srgbClr val="9FFF68"/>
                </a:solidFill>
                <a:latin typeface="Pretendard"/>
                <a:ea typeface="Pretendard"/>
                <a:cs typeface="Pretendard"/>
              </a:defRPr>
            </a:lvl2pPr>
            <a:lvl3pPr algn="l">
              <a:defRPr sz="2730" b="1">
                <a:solidFill>
                  <a:srgbClr val="9FFF68"/>
                </a:solidFill>
                <a:latin typeface="Pretendard"/>
                <a:ea typeface="Pretendard"/>
                <a:cs typeface="Pretendard"/>
              </a:defRPr>
            </a:lvl3pPr>
            <a:lvl4pPr algn="l">
              <a:defRPr sz="2730" b="1">
                <a:solidFill>
                  <a:srgbClr val="9FFF68"/>
                </a:solidFill>
                <a:latin typeface="Pretendard"/>
                <a:ea typeface="Pretendard"/>
                <a:cs typeface="Pretendard"/>
              </a:defRPr>
            </a:lvl4pPr>
            <a:lvl5pPr algn="l">
              <a:defRPr sz="2730" b="1">
                <a:solidFill>
                  <a:srgbClr val="9FFF68"/>
                </a:solidFill>
                <a:latin typeface="Pretendard"/>
                <a:ea typeface="Pretendard"/>
                <a:cs typeface="Pretendard"/>
              </a:defRPr>
            </a:lvl5pPr>
            <a:lvl6pPr algn="l">
              <a:defRPr sz="2730" b="1">
                <a:solidFill>
                  <a:srgbClr val="9FFF68"/>
                </a:solidFill>
                <a:latin typeface="Pretendard"/>
                <a:ea typeface="Pretendard"/>
                <a:cs typeface="Pretendard"/>
              </a:defRPr>
            </a:lvl6pPr>
            <a:lvl7pPr algn="l">
              <a:defRPr sz="2730" b="1">
                <a:solidFill>
                  <a:srgbClr val="9FFF68"/>
                </a:solidFill>
                <a:latin typeface="Pretendard"/>
                <a:ea typeface="Pretendard"/>
                <a:cs typeface="Pretendard"/>
              </a:defRPr>
            </a:lvl7pPr>
            <a:lvl8pPr algn="l">
              <a:defRPr sz="2730" b="1">
                <a:solidFill>
                  <a:srgbClr val="9FFF68"/>
                </a:solidFill>
                <a:latin typeface="Pretendard"/>
                <a:ea typeface="Pretendard"/>
                <a:cs typeface="Pretendard"/>
              </a:defRPr>
            </a:lvl8pPr>
            <a:lvl9pPr algn="l">
              <a:defRPr sz="2730" b="1">
                <a:solidFill>
                  <a:srgbClr val="9FFF68"/>
                </a:solidFill>
                <a:latin typeface="Pretendard"/>
                <a:ea typeface="Pretendard"/>
                <a:cs typeface="Pretendard"/>
              </a:defRPr>
            </a:lvl9pPr>
          </a:lstStyle>
          <a:p xmlns:a="http://schemas.openxmlformats.org/drawingml/2006/main">
            <a:pPr algn="l">
              <a:defRPr sz="2730" b="1">
                <a:solidFill>
                  <a:srgbClr val="9FFF68"/>
                </a:solidFill>
                <a:latin typeface="Pretendard"/>
                <a:ea typeface="Pretendard"/>
                <a:cs typeface="Pretendard"/>
              </a:defRPr>
            </a:pPr>
            <a:r>
              <a:rPr sz="2730" b="1">
                <a:solidFill>
                  <a:srgbClr val="9FFF68"/>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47352A63-4C30-4594-AA93-9AE2C5D12AAF}"/>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9FFF68"/>
                </a:solidFill>
                <a:latin typeface="Pretendard"/>
                <a:ea typeface="Pretendard"/>
                <a:cs typeface="Pretendard"/>
              </a:defRPr>
            </a:defPPr>
            <a:lvl1pPr algn="l">
              <a:defRPr sz="2730" b="1">
                <a:solidFill>
                  <a:srgbClr val="9FFF68"/>
                </a:solidFill>
                <a:latin typeface="Pretendard"/>
                <a:ea typeface="Pretendard"/>
                <a:cs typeface="Pretendard"/>
              </a:defRPr>
            </a:lvl1pPr>
            <a:lvl2pPr algn="l">
              <a:defRPr sz="2730" b="1">
                <a:solidFill>
                  <a:srgbClr val="9FFF68"/>
                </a:solidFill>
                <a:latin typeface="Pretendard"/>
                <a:ea typeface="Pretendard"/>
                <a:cs typeface="Pretendard"/>
              </a:defRPr>
            </a:lvl2pPr>
            <a:lvl3pPr algn="l">
              <a:defRPr sz="2730" b="1">
                <a:solidFill>
                  <a:srgbClr val="9FFF68"/>
                </a:solidFill>
                <a:latin typeface="Pretendard"/>
                <a:ea typeface="Pretendard"/>
                <a:cs typeface="Pretendard"/>
              </a:defRPr>
            </a:lvl3pPr>
            <a:lvl4pPr algn="l">
              <a:defRPr sz="2730" b="1">
                <a:solidFill>
                  <a:srgbClr val="9FFF68"/>
                </a:solidFill>
                <a:latin typeface="Pretendard"/>
                <a:ea typeface="Pretendard"/>
                <a:cs typeface="Pretendard"/>
              </a:defRPr>
            </a:lvl4pPr>
            <a:lvl5pPr algn="l">
              <a:defRPr sz="2730" b="1">
                <a:solidFill>
                  <a:srgbClr val="9FFF68"/>
                </a:solidFill>
                <a:latin typeface="Pretendard"/>
                <a:ea typeface="Pretendard"/>
                <a:cs typeface="Pretendard"/>
              </a:defRPr>
            </a:lvl5pPr>
            <a:lvl6pPr algn="l">
              <a:defRPr sz="2730" b="1">
                <a:solidFill>
                  <a:srgbClr val="9FFF68"/>
                </a:solidFill>
                <a:latin typeface="Pretendard"/>
                <a:ea typeface="Pretendard"/>
                <a:cs typeface="Pretendard"/>
              </a:defRPr>
            </a:lvl6pPr>
            <a:lvl7pPr algn="l">
              <a:defRPr sz="2730" b="1">
                <a:solidFill>
                  <a:srgbClr val="9FFF68"/>
                </a:solidFill>
                <a:latin typeface="Pretendard"/>
                <a:ea typeface="Pretendard"/>
                <a:cs typeface="Pretendard"/>
              </a:defRPr>
            </a:lvl7pPr>
            <a:lvl8pPr algn="l">
              <a:defRPr sz="2730" b="1">
                <a:solidFill>
                  <a:srgbClr val="9FFF68"/>
                </a:solidFill>
                <a:latin typeface="Pretendard"/>
                <a:ea typeface="Pretendard"/>
                <a:cs typeface="Pretendard"/>
              </a:defRPr>
            </a:lvl8pPr>
            <a:lvl9pPr algn="l">
              <a:defRPr sz="2730" b="1">
                <a:solidFill>
                  <a:srgbClr val="9FFF68"/>
                </a:solidFill>
                <a:latin typeface="Pretendard"/>
                <a:ea typeface="Pretendard"/>
                <a:cs typeface="Pretendard"/>
              </a:defRPr>
            </a:lvl9pPr>
          </a:lstStyle>
          <a:p xmlns:a="http://schemas.openxmlformats.org/drawingml/2006/main">
            <a:pPr algn="l">
              <a:defRPr sz="2730" b="1">
                <a:solidFill>
                  <a:srgbClr val="9FFF68"/>
                </a:solidFill>
                <a:latin typeface="Pretendard"/>
                <a:ea typeface="Pretendard"/>
                <a:cs typeface="Pretendard"/>
              </a:defRPr>
            </a:pPr>
            <a:r>
              <a:rPr sz="2730" b="1">
                <a:solidFill>
                  <a:srgbClr val="9FFF68"/>
                </a:solidFill>
                <a:latin typeface="Pretendard"/>
                <a:ea typeface="Pretendard"/>
                <a:cs typeface="Pretendard"/>
              </a:rPr>
              <a:t>흡열 반응</a:t>
            </a:r>
          </a:p>
        </p:txBody>
      </p:sp>
    </p:spTree>
    <p:extLst>
      <p:ext uri="{BB962C8B-B14F-4D97-AF65-F5344CB8AC3E}">
        <p14:creationId xmlns:p14="http://schemas.microsoft.com/office/powerpoint/2010/main" val="1955201437"/>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42B6384-1DBC-41B5-B28C-88B4FD82A678}"/>
              </a:ext>
            </a:extLst>
          </p:cNvPr>
          <p:cNvPicPr>
            <a:picLocks xmlns:a="http://schemas.openxmlformats.org/drawingml/2006/main" noChangeAspect="1"/>
          </p:cNvPicPr>
          <p:nvPr/>
        </p:nvPicPr>
        <p:blipFill>
          <a:blip xmlns:r="http://schemas.openxmlformats.org/officeDocument/2006/relationships" xmlns:a="http://schemas.openxmlformats.org/drawingml/2006/main" r:embed="R8460540482754ca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5EB87D-6738-469A-8D5E-8CD37A29E5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9637E9-1BD9-41D6-97B6-6000B08E629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DD3C9E0-DBAC-4510-8DDE-DAD03F89F4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7BE739-1D7A-41E7-B4D2-5D5581A8AF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E1CFEE6B-ED48-4431-A74D-A7C1E019AEA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22B1E2FC-CEC4-4132-BFE8-90E3C35C9FB4}"/>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3244C83-7E02-4F08-A55B-83D68A1973C2}"/>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AB99D91-191B-4B16-9CD4-ABDAD064CA74}"/>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F0D05E4-DAD7-4D88-9905-FA92A218926B}"/>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7EC42F9-342F-4FA0-8B13-143B8444DCF0}"/>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76069749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1DA5AA1-7F01-4A99-B325-8199A1FA15FD}"/>
              </a:ext>
            </a:extLst>
          </p:cNvPr>
          <p:cNvPicPr>
            <a:picLocks xmlns:a="http://schemas.openxmlformats.org/drawingml/2006/main" noChangeAspect="1"/>
          </p:cNvPicPr>
          <p:nvPr/>
        </p:nvPicPr>
        <p:blipFill>
          <a:blip xmlns:r="http://schemas.openxmlformats.org/officeDocument/2006/relationships" xmlns:a="http://schemas.openxmlformats.org/drawingml/2006/main" r:embed="R78da1865d6764b0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2D2785C-2B36-4FD3-AF0C-6FFDF2AE64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809633B-D957-4BAA-B145-57E0AAA2CF8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2390C81-79BB-4A19-A507-937DAFDED44C}"/>
              </a:ext>
            </a:extLst>
          </p:cNvPr>
          <p:cNvPicPr>
            <a:picLocks xmlns:a="http://schemas.openxmlformats.org/drawingml/2006/main" noChangeAspect="1"/>
          </p:cNvPicPr>
          <p:nvPr/>
        </p:nvPicPr>
        <p:blipFill>
          <a:blip xmlns:r="http://schemas.openxmlformats.org/officeDocument/2006/relationships" xmlns:a="http://schemas.openxmlformats.org/drawingml/2006/main" r:embed="R90d11fedd93c41a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4A5CBC8-9479-4A85-8958-39F29DFD357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85C8F6AC-5317-4EDC-AA9E-77E1027EBB9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A362E0A5-9555-4B34-B25D-E211D14A08D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AD4F1F31-0A42-44C7-9780-4A8158FA5F9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850774499"/>
      </p:ext>
    </p:extLst>
  </p:cSld>
</p:sld>
</file>

<file path=ppt/slides/slide1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9228D7F-6193-4448-9EA4-C5FF70E588B0}"/>
              </a:ext>
            </a:extLst>
          </p:cNvPr>
          <p:cNvPicPr>
            <a:picLocks xmlns:a="http://schemas.openxmlformats.org/drawingml/2006/main" noChangeAspect="1"/>
          </p:cNvPicPr>
          <p:nvPr/>
        </p:nvPicPr>
        <p:blipFill>
          <a:blip xmlns:r="http://schemas.openxmlformats.org/officeDocument/2006/relationships" xmlns:a="http://schemas.openxmlformats.org/drawingml/2006/main" r:embed="R92a4e896e718423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EDBAF877-C99E-419C-A63F-F32096BD5794}"/>
              </a:ext>
            </a:extLst>
          </p:cNvPr>
          <p:cNvPicPr>
            <a:picLocks xmlns:a="http://schemas.openxmlformats.org/drawingml/2006/main" noChangeAspect="1"/>
          </p:cNvPicPr>
          <p:nvPr/>
        </p:nvPicPr>
        <p:blipFill>
          <a:blip xmlns:r="http://schemas.openxmlformats.org/officeDocument/2006/relationships" xmlns:a="http://schemas.openxmlformats.org/drawingml/2006/main" r:embed="R4a75099aaa91447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9511D1-EDBF-40C3-9CEF-7F0240918F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1F93A7-1A74-4475-9054-740F41EB33F4}"/>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FFB1DE2-ECE1-4829-A75A-A86930737176}"/>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74AEDDF-90BA-4BF1-82F2-74A49CCEB7D4}"/>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1E86A498-A0FD-4471-9FD2-1B2E896E9119}"/>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11E07FA1-8A82-4B28-B51A-8C309C9C368E}"/>
              </a:ext>
            </a:extLst>
          </p:cNvPr>
          <p:cNvPicPr>
            <a:picLocks xmlns:a="http://schemas.openxmlformats.org/drawingml/2006/main" noChangeAspect="1"/>
          </p:cNvPicPr>
          <p:nvPr/>
        </p:nvPicPr>
        <p:blipFill>
          <a:blip xmlns:r="http://schemas.openxmlformats.org/officeDocument/2006/relationships" xmlns:a="http://schemas.openxmlformats.org/drawingml/2006/main" r:embed="R4b69fc6a50f9455a"/>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C0011849-8522-4C9D-ADE9-921C47FA537F}"/>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D11D534-359D-4304-8B9C-47F7E8058ABC}"/>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AB904B96-F729-45FD-8EC8-5D1AB4ABED60}"/>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AF3F957F-6DCF-41D0-B5E1-06C42B57E1EC}"/>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6B2E6E1D-E775-4046-8428-25E4CFAD1B91}"/>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651F5640-3990-4BA3-BFEE-07A321A6B533}"/>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1B4AD09B-32E1-4E11-9421-D74C0CBE88CC}"/>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72F427A-C883-4FD2-9619-FF139445F943}"/>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9C57EBC9-6AB3-4B69-8CE9-BFAB0CBE8695}"/>
              </a:ext>
            </a:extLst>
          </p:cNvPr>
          <p:cNvSpPr>
            <a:spLocks xmlns:a="http://schemas.openxmlformats.org/drawingml/2006/main" noGrp="1"/>
          </p:cNvSpPr>
          <p:nvPr/>
        </p:nvSpPr>
        <p:spPr>
          <a:xfrm xmlns:a="http://schemas.openxmlformats.org/drawingml/2006/main">
            <a:off x="214312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3A4A8883-17FF-48F7-87C8-43A164A59F96}"/>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2598F5C-D9A8-4944-A5CB-3E399AB3172B}"/>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658525A7-BC4D-4F56-8AAF-7158B2945F82}"/>
              </a:ext>
            </a:extLst>
          </p:cNvPr>
          <p:cNvSpPr>
            <a:spLocks xmlns:a="http://schemas.openxmlformats.org/drawingml/2006/main" noGrp="1"/>
          </p:cNvSpPr>
          <p:nvPr/>
        </p:nvSpPr>
        <p:spPr>
          <a:xfrm xmlns:a="http://schemas.openxmlformats.org/drawingml/2006/main">
            <a:off x="1023937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78352576"/>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51621E6-51CE-4293-812A-F1910D70A7AA}"/>
              </a:ext>
            </a:extLst>
          </p:cNvPr>
          <p:cNvPicPr>
            <a:picLocks xmlns:a="http://schemas.openxmlformats.org/drawingml/2006/main" noChangeAspect="1"/>
          </p:cNvPicPr>
          <p:nvPr/>
        </p:nvPicPr>
        <p:blipFill>
          <a:blip xmlns:r="http://schemas.openxmlformats.org/officeDocument/2006/relationships" xmlns:a="http://schemas.openxmlformats.org/drawingml/2006/main" r:embed="R91a71c483d1a40a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B971FE-7667-41A2-8747-D23223697C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85BE2E-9F6A-4D20-BA08-B637A91CC7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1274E79-0315-400D-AEF1-C952238CA8F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8CA040-3B99-4DD7-9813-764F36D02C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2150630-A536-4584-900F-32CA04F714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236B445E-C080-41F3-8B80-2811D50E4C0F}"/>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9FFF68"/>
                </a:solidFill>
                <a:latin typeface="Pretendard"/>
                <a:ea typeface="Pretendard"/>
                <a:cs typeface="Pretendard"/>
              </a:defRPr>
            </a:defPPr>
            <a:lvl1pPr algn="l">
              <a:defRPr sz="3000" b="1">
                <a:solidFill>
                  <a:srgbClr val="9FFF68"/>
                </a:solidFill>
                <a:latin typeface="Pretendard"/>
                <a:ea typeface="Pretendard"/>
                <a:cs typeface="Pretendard"/>
              </a:defRPr>
            </a:lvl1pPr>
            <a:lvl2pPr algn="l">
              <a:defRPr sz="3000" b="1">
                <a:solidFill>
                  <a:srgbClr val="9FFF68"/>
                </a:solidFill>
                <a:latin typeface="Pretendard"/>
                <a:ea typeface="Pretendard"/>
                <a:cs typeface="Pretendard"/>
              </a:defRPr>
            </a:lvl2pPr>
            <a:lvl3pPr algn="l">
              <a:defRPr sz="3000" b="1">
                <a:solidFill>
                  <a:srgbClr val="9FFF68"/>
                </a:solidFill>
                <a:latin typeface="Pretendard"/>
                <a:ea typeface="Pretendard"/>
                <a:cs typeface="Pretendard"/>
              </a:defRPr>
            </a:lvl3pPr>
            <a:lvl4pPr algn="l">
              <a:defRPr sz="3000" b="1">
                <a:solidFill>
                  <a:srgbClr val="9FFF68"/>
                </a:solidFill>
                <a:latin typeface="Pretendard"/>
                <a:ea typeface="Pretendard"/>
                <a:cs typeface="Pretendard"/>
              </a:defRPr>
            </a:lvl4pPr>
            <a:lvl5pPr algn="l">
              <a:defRPr sz="3000" b="1">
                <a:solidFill>
                  <a:srgbClr val="9FFF68"/>
                </a:solidFill>
                <a:latin typeface="Pretendard"/>
                <a:ea typeface="Pretendard"/>
                <a:cs typeface="Pretendard"/>
              </a:defRPr>
            </a:lvl5pPr>
            <a:lvl6pPr algn="l">
              <a:defRPr sz="3000" b="1">
                <a:solidFill>
                  <a:srgbClr val="9FFF68"/>
                </a:solidFill>
                <a:latin typeface="Pretendard"/>
                <a:ea typeface="Pretendard"/>
                <a:cs typeface="Pretendard"/>
              </a:defRPr>
            </a:lvl6pPr>
            <a:lvl7pPr algn="l">
              <a:defRPr sz="3000" b="1">
                <a:solidFill>
                  <a:srgbClr val="9FFF68"/>
                </a:solidFill>
                <a:latin typeface="Pretendard"/>
                <a:ea typeface="Pretendard"/>
                <a:cs typeface="Pretendard"/>
              </a:defRPr>
            </a:lvl7pPr>
            <a:lvl8pPr algn="l">
              <a:defRPr sz="3000" b="1">
                <a:solidFill>
                  <a:srgbClr val="9FFF68"/>
                </a:solidFill>
                <a:latin typeface="Pretendard"/>
                <a:ea typeface="Pretendard"/>
                <a:cs typeface="Pretendard"/>
              </a:defRPr>
            </a:lvl8pPr>
            <a:lvl9pPr algn="l">
              <a:defRPr sz="3000" b="1">
                <a:solidFill>
                  <a:srgbClr val="9FFF68"/>
                </a:solidFill>
                <a:latin typeface="Pretendard"/>
                <a:ea typeface="Pretendard"/>
                <a:cs typeface="Pretendard"/>
              </a:defRPr>
            </a:lvl9pPr>
          </a:lstStyle>
          <a:p xmlns:a="http://schemas.openxmlformats.org/drawingml/2006/main">
            <a:pPr algn="l">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32F3FC4A-2890-4E0B-9A0F-070F4649ECC2}"/>
              </a:ext>
            </a:extLst>
          </p:cNvPr>
          <p:cNvPicPr>
            <a:picLocks xmlns:a="http://schemas.openxmlformats.org/drawingml/2006/main" noChangeAspect="1"/>
          </p:cNvPicPr>
          <p:nvPr/>
        </p:nvPicPr>
        <p:blipFill>
          <a:blip xmlns:r="http://schemas.openxmlformats.org/officeDocument/2006/relationships" xmlns:a="http://schemas.openxmlformats.org/drawingml/2006/main" r:embed="Rd7cf7526597f47cc"/>
          <a:stretch xmlns:a="http://schemas.openxmlformats.org/drawingml/2006/main"/>
        </p:blipFill>
        <p:spPr>
          <a:xfrm xmlns:a="http://schemas.openxmlformats.org/drawingml/2006/main">
            <a:off x="2506712" y="4423646"/>
            <a:ext cx="11573887" cy="117824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DED6618-3BA7-4844-B4F2-51B5D1CEF957}"/>
              </a:ext>
            </a:extLst>
          </p:cNvPr>
          <p:cNvPicPr>
            <a:picLocks xmlns:a="http://schemas.openxmlformats.org/drawingml/2006/main" noChangeAspect="1"/>
          </p:cNvPicPr>
          <p:nvPr/>
        </p:nvPicPr>
        <p:blipFill>
          <a:blip xmlns:r="http://schemas.openxmlformats.org/officeDocument/2006/relationships" xmlns:a="http://schemas.openxmlformats.org/drawingml/2006/main" r:embed="R888591a43a624534"/>
          <a:stretch xmlns:a="http://schemas.openxmlformats.org/drawingml/2006/main"/>
        </p:blipFill>
        <p:spPr>
          <a:xfrm xmlns:a="http://schemas.openxmlformats.org/drawingml/2006/main">
            <a:off x="2506108" y="5930122"/>
            <a:ext cx="13190060" cy="80287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0A2F9EA-377B-4032-9E79-45C07C073AE7}"/>
              </a:ext>
            </a:extLst>
          </p:cNvPr>
          <p:cNvPicPr>
            <a:picLocks xmlns:a="http://schemas.openxmlformats.org/drawingml/2006/main" noChangeAspect="1"/>
          </p:cNvPicPr>
          <p:nvPr/>
        </p:nvPicPr>
        <p:blipFill>
          <a:blip xmlns:r="http://schemas.openxmlformats.org/officeDocument/2006/relationships" xmlns:a="http://schemas.openxmlformats.org/drawingml/2006/main" r:embed="R51cd35997e0c406b"/>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2034665072"/>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7204FE2-8489-471D-94E9-DBBBE5668AF9}"/>
              </a:ext>
            </a:extLst>
          </p:cNvPr>
          <p:cNvPicPr>
            <a:picLocks xmlns:a="http://schemas.openxmlformats.org/drawingml/2006/main" noChangeAspect="1"/>
          </p:cNvPicPr>
          <p:nvPr/>
        </p:nvPicPr>
        <p:blipFill>
          <a:blip xmlns:r="http://schemas.openxmlformats.org/officeDocument/2006/relationships" xmlns:a="http://schemas.openxmlformats.org/drawingml/2006/main" r:embed="Rc4d1d335c98d40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19FBAE-8DCA-4128-A7F3-34483DEE30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400067-63AF-4EDF-9211-F4F86F1399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72E3EED-D381-4425-B472-92A3E0C9ECA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7374E3-06B9-449A-A835-E6A3693954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A4310E8-76C0-40B4-AAA8-DAB411DDEA9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CF0EC5A2-A6C7-4A89-B148-6CD945790E6C}"/>
              </a:ext>
            </a:extLst>
          </p:cNvPr>
          <p:cNvPicPr>
            <a:picLocks xmlns:a="http://schemas.openxmlformats.org/drawingml/2006/main" noChangeAspect="1"/>
          </p:cNvPicPr>
          <p:nvPr/>
        </p:nvPicPr>
        <p:blipFill>
          <a:blip xmlns:r="http://schemas.openxmlformats.org/officeDocument/2006/relationships" xmlns:a="http://schemas.openxmlformats.org/drawingml/2006/main" r:embed="R43a854c65b3d4473"/>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70ED905-0DC1-420A-B5AD-9A8C4C3F8800}"/>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3E245DEF-2FC2-4201-ACE1-19BE761BAFA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03449DB7-B818-424C-8772-13EF837B1172}"/>
              </a:ext>
            </a:extLst>
          </p:cNvPr>
          <p:cNvPicPr>
            <a:picLocks xmlns:a="http://schemas.openxmlformats.org/drawingml/2006/main" noChangeAspect="1"/>
          </p:cNvPicPr>
          <p:nvPr/>
        </p:nvPicPr>
        <p:blipFill>
          <a:blip xmlns:r="http://schemas.openxmlformats.org/officeDocument/2006/relationships" xmlns:a="http://schemas.openxmlformats.org/drawingml/2006/main" r:embed="R70dab33190c94449"/>
          <a:stretch xmlns:a="http://schemas.openxmlformats.org/drawingml/2006/main"/>
        </p:blipFill>
        <p:spPr>
          <a:xfrm xmlns:a="http://schemas.openxmlformats.org/drawingml/2006/main">
            <a:off x="6877772" y="8715925"/>
            <a:ext cx="4627705" cy="579925"/>
          </a:xfrm>
          <a:prstGeom xmlns:a="http://schemas.openxmlformats.org/drawingml/2006/main" prst="rect">
            <a:avLst/>
          </a:prstGeom>
        </p:spPr>
      </p:pic>
    </p:spTree>
    <p:extLst>
      <p:ext uri="{BB962C8B-B14F-4D97-AF65-F5344CB8AC3E}">
        <p14:creationId xmlns:p14="http://schemas.microsoft.com/office/powerpoint/2010/main" val="1973251669"/>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A9A7960-57C5-49E2-A147-127B83C29C2E}"/>
              </a:ext>
            </a:extLst>
          </p:cNvPr>
          <p:cNvPicPr>
            <a:picLocks xmlns:a="http://schemas.openxmlformats.org/drawingml/2006/main" noChangeAspect="1"/>
          </p:cNvPicPr>
          <p:nvPr/>
        </p:nvPicPr>
        <p:blipFill>
          <a:blip xmlns:r="http://schemas.openxmlformats.org/officeDocument/2006/relationships" xmlns:a="http://schemas.openxmlformats.org/drawingml/2006/main" r:embed="R2b47b30058c8412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2EAD92-0BB2-424F-9742-D8F92A071F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9E25A4-4811-408E-BDBF-323761FD777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DA1EDDB-5572-41BF-9801-CE9D853B70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8314CD1-47EC-4BBF-A031-BEC8A8DB3E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2074BB7-50E6-4476-A402-82343BD5BD5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5AFE7B8D-A03B-4E18-AC5B-E906BABF4D10}"/>
              </a:ext>
            </a:extLst>
          </p:cNvPr>
          <p:cNvPicPr>
            <a:picLocks xmlns:a="http://schemas.openxmlformats.org/drawingml/2006/main" noChangeAspect="1"/>
          </p:cNvPicPr>
          <p:nvPr/>
        </p:nvPicPr>
        <p:blipFill>
          <a:blip xmlns:r="http://schemas.openxmlformats.org/officeDocument/2006/relationships" xmlns:a="http://schemas.openxmlformats.org/drawingml/2006/main" r:embed="R68c0885e5f084871"/>
          <a:stretch xmlns:a="http://schemas.openxmlformats.org/drawingml/2006/main"/>
        </p:blipFill>
        <p:spPr>
          <a:xfrm xmlns:a="http://schemas.openxmlformats.org/drawingml/2006/main">
            <a:off x="2506198" y="5309979"/>
            <a:ext cx="13189880" cy="80286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74799AF-3DF3-4C8E-95AE-A3DFF16BEB81}"/>
              </a:ext>
            </a:extLst>
          </p:cNvPr>
          <p:cNvPicPr>
            <a:picLocks xmlns:a="http://schemas.openxmlformats.org/drawingml/2006/main" noChangeAspect="1"/>
          </p:cNvPicPr>
          <p:nvPr/>
        </p:nvPicPr>
        <p:blipFill>
          <a:blip xmlns:r="http://schemas.openxmlformats.org/officeDocument/2006/relationships" xmlns:a="http://schemas.openxmlformats.org/drawingml/2006/main" r:embed="Rba8da2121b954010"/>
          <a:stretch xmlns:a="http://schemas.openxmlformats.org/drawingml/2006/main"/>
        </p:blipFill>
        <p:spPr>
          <a:xfrm xmlns:a="http://schemas.openxmlformats.org/drawingml/2006/main">
            <a:off x="2506198" y="6233608"/>
            <a:ext cx="13189880" cy="1178226"/>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8EFE6371-5709-406B-B47A-B516C3BD1699}"/>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303030"/>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1AC21C1E-25C1-4223-B713-A43B5A466F12}"/>
              </a:ext>
            </a:extLst>
          </p:cNvPr>
          <p:cNvPicPr>
            <a:picLocks xmlns:a="http://schemas.openxmlformats.org/drawingml/2006/main" noChangeAspect="1"/>
          </p:cNvPicPr>
          <p:nvPr/>
        </p:nvPicPr>
        <p:blipFill>
          <a:blip xmlns:r="http://schemas.openxmlformats.org/officeDocument/2006/relationships" xmlns:a="http://schemas.openxmlformats.org/drawingml/2006/main" r:embed="Rba0241b690524966"/>
          <a:stretch xmlns:a="http://schemas.openxmlformats.org/drawingml/2006/main"/>
        </p:blipFill>
        <p:spPr>
          <a:xfrm xmlns:a="http://schemas.openxmlformats.org/drawingml/2006/main">
            <a:off x="5634967" y="7721216"/>
            <a:ext cx="7018065" cy="1702568"/>
          </a:xfrm>
          <a:prstGeom xmlns:a="http://schemas.openxmlformats.org/drawingml/2006/main" prst="rect">
            <a:avLst/>
          </a:prstGeom>
        </p:spPr>
      </p:pic>
    </p:spTree>
    <p:extLst>
      <p:ext uri="{BB962C8B-B14F-4D97-AF65-F5344CB8AC3E}">
        <p14:creationId xmlns:p14="http://schemas.microsoft.com/office/powerpoint/2010/main" val="96452558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6B417D6-DE23-4C0C-A7AD-C4A3BC835C03}"/>
              </a:ext>
            </a:extLst>
          </p:cNvPr>
          <p:cNvPicPr>
            <a:picLocks xmlns:a="http://schemas.openxmlformats.org/drawingml/2006/main" noChangeAspect="1"/>
          </p:cNvPicPr>
          <p:nvPr/>
        </p:nvPicPr>
        <p:blipFill>
          <a:blip xmlns:r="http://schemas.openxmlformats.org/officeDocument/2006/relationships" xmlns:a="http://schemas.openxmlformats.org/drawingml/2006/main" r:embed="Rf033043ef84044a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E94102B-4C15-45FE-9CB2-27B196EFA1A2}"/>
              </a:ext>
            </a:extLst>
          </p:cNvPr>
          <p:cNvPicPr>
            <a:picLocks xmlns:a="http://schemas.openxmlformats.org/drawingml/2006/main" noChangeAspect="1"/>
          </p:cNvPicPr>
          <p:nvPr/>
        </p:nvPicPr>
        <p:blipFill>
          <a:blip xmlns:r="http://schemas.openxmlformats.org/officeDocument/2006/relationships" xmlns:a="http://schemas.openxmlformats.org/drawingml/2006/main" r:embed="R0c507b663b3b47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5A02BC-6F00-4FF1-BFF1-6A244E6CDC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F8A34F-9BA0-4ED7-8718-38BB46789D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5D64864-2486-46E1-A616-C8BDB60688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FEAAB3-7AF0-47DA-9274-AC6A0795A0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7C6357C-DF44-4E76-AD60-476D7E8B4B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0B37D471-5F15-4CE6-87BB-DD9F8C500253}"/>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6022A051-BF4F-4EAF-856D-DEDCD1159A34}"/>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2B75D712-E793-432B-8426-97920F654EF2}"/>
              </a:ext>
            </a:extLst>
          </p:cNvPr>
          <p:cNvPicPr>
            <a:picLocks xmlns:a="http://schemas.openxmlformats.org/drawingml/2006/main" noChangeAspect="1"/>
          </p:cNvPicPr>
          <p:nvPr/>
        </p:nvPicPr>
        <p:blipFill>
          <a:blip xmlns:r="http://schemas.openxmlformats.org/officeDocument/2006/relationships" xmlns:a="http://schemas.openxmlformats.org/drawingml/2006/main" r:embed="Re97d1f179ce94a29"/>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61679280-C4A7-4365-B1CE-0C9F112F7E3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C91D84A-0BB7-4942-A36D-7A6E69AF7463}"/>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811D9AA2-4A94-4822-8D3A-C1C8C7FCCFFC}"/>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92A360A3-AFB9-41F9-BE79-F3931049BAD2}"/>
              </a:ext>
            </a:extLst>
          </p:cNvPr>
          <p:cNvPicPr>
            <a:picLocks xmlns:a="http://schemas.openxmlformats.org/drawingml/2006/main" noChangeAspect="1"/>
          </p:cNvPicPr>
          <p:nvPr/>
        </p:nvPicPr>
        <p:blipFill>
          <a:blip xmlns:r="http://schemas.openxmlformats.org/officeDocument/2006/relationships" xmlns:a="http://schemas.openxmlformats.org/drawingml/2006/main" r:embed="Rbb781c599ba44afb"/>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589783050"/>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4663F73-0FEE-4675-9B41-D9B5A8F436D6}"/>
              </a:ext>
            </a:extLst>
          </p:cNvPr>
          <p:cNvPicPr>
            <a:picLocks xmlns:a="http://schemas.openxmlformats.org/drawingml/2006/main" noChangeAspect="1"/>
          </p:cNvPicPr>
          <p:nvPr/>
        </p:nvPicPr>
        <p:blipFill>
          <a:blip xmlns:r="http://schemas.openxmlformats.org/officeDocument/2006/relationships" xmlns:a="http://schemas.openxmlformats.org/drawingml/2006/main" r:embed="Rf4940ef1b3b34ae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FC003A-F93B-4E79-BE3C-D2A259BAA7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D590E5-B957-4A34-9C64-8B9EE916DC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963518C-C2A8-4491-B4AF-E9DB5A5C53C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144665-AB94-41A2-BFD3-FC1DE5A1CE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6F65735-B188-4329-BD7A-A43C9803EF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8CBF7165-53EA-4C5E-89EE-1CCC5463274A}"/>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034B2E43-0839-4150-B6B7-4C476AF2C06E}"/>
              </a:ext>
            </a:extLst>
          </p:cNvPr>
          <p:cNvPicPr>
            <a:picLocks xmlns:a="http://schemas.openxmlformats.org/drawingml/2006/main" noChangeAspect="1"/>
          </p:cNvPicPr>
          <p:nvPr/>
        </p:nvPicPr>
        <p:blipFill>
          <a:blip xmlns:r="http://schemas.openxmlformats.org/officeDocument/2006/relationships" xmlns:a="http://schemas.openxmlformats.org/drawingml/2006/main" r:embed="R086c2a79b63b45bc"/>
          <a:stretch xmlns:a="http://schemas.openxmlformats.org/drawingml/2006/main"/>
        </p:blipFill>
        <p:spPr>
          <a:xfrm xmlns:a="http://schemas.openxmlformats.org/drawingml/2006/main">
            <a:off x="2140614" y="5238607"/>
            <a:ext cx="11387398" cy="86706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369BC80-3F2D-488A-BEDF-92CE4EA59FF0}"/>
              </a:ext>
            </a:extLst>
          </p:cNvPr>
          <p:cNvPicPr>
            <a:picLocks xmlns:a="http://schemas.openxmlformats.org/drawingml/2006/main" noChangeAspect="1"/>
          </p:cNvPicPr>
          <p:nvPr/>
        </p:nvPicPr>
        <p:blipFill>
          <a:blip xmlns:r="http://schemas.openxmlformats.org/officeDocument/2006/relationships" xmlns:a="http://schemas.openxmlformats.org/drawingml/2006/main" r:embed="R3e82cd6e26ee42a2"/>
          <a:stretch xmlns:a="http://schemas.openxmlformats.org/drawingml/2006/main"/>
        </p:blipFill>
        <p:spPr>
          <a:xfrm xmlns:a="http://schemas.openxmlformats.org/drawingml/2006/main">
            <a:off x="2193227" y="6372082"/>
            <a:ext cx="13872972" cy="867061"/>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05C0324B-6C30-40BE-9AA2-D60868607ED3}"/>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C81A6782-A88E-4299-BCAF-AC0F61B090AD}"/>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3DA73B8A-7EAE-4CA1-B1CA-F48EF4720F39}"/>
              </a:ext>
            </a:extLst>
          </p:cNvPr>
          <p:cNvPicPr>
            <a:picLocks xmlns:a="http://schemas.openxmlformats.org/drawingml/2006/main" noChangeAspect="1"/>
          </p:cNvPicPr>
          <p:nvPr/>
        </p:nvPicPr>
        <p:blipFill>
          <a:blip xmlns:r="http://schemas.openxmlformats.org/officeDocument/2006/relationships" xmlns:a="http://schemas.openxmlformats.org/drawingml/2006/main" r:embed="Re8431076fe974740"/>
          <a:stretch xmlns:a="http://schemas.openxmlformats.org/drawingml/2006/main"/>
        </p:blipFill>
        <p:spPr>
          <a:xfrm xmlns:a="http://schemas.openxmlformats.org/drawingml/2006/main">
            <a:off x="4943116" y="8466737"/>
            <a:ext cx="8401769" cy="735402"/>
          </a:xfrm>
          <a:prstGeom xmlns:a="http://schemas.openxmlformats.org/drawingml/2006/main" prst="rect">
            <a:avLst/>
          </a:prstGeom>
        </p:spPr>
      </p:pic>
    </p:spTree>
    <p:extLst>
      <p:ext uri="{BB962C8B-B14F-4D97-AF65-F5344CB8AC3E}">
        <p14:creationId xmlns:p14="http://schemas.microsoft.com/office/powerpoint/2010/main" val="1905668675"/>
      </p:ext>
    </p:extLst>
  </p:cSld>
</p:sld>
</file>

<file path=ppt/slides/slide2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50E3E543-647C-456C-A791-E3F3A0D628E1}"/>
              </a:ext>
            </a:extLst>
          </p:cNvPr>
          <p:cNvPicPr>
            <a:picLocks xmlns:a="http://schemas.openxmlformats.org/drawingml/2006/main" noChangeAspect="1"/>
          </p:cNvPicPr>
          <p:nvPr/>
        </p:nvPicPr>
        <p:blipFill>
          <a:blip xmlns:r="http://schemas.openxmlformats.org/officeDocument/2006/relationships" xmlns:a="http://schemas.openxmlformats.org/drawingml/2006/main" r:embed="Rd2069d42f66648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122F1E-8DA0-413E-9ED0-3C8F79F3EB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5DAA5C-AC8D-4798-AD1C-C2EE1E5EF958}"/>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B49E2FD-7973-4813-9655-D0B5E049A88D}"/>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AAF742B-0C4E-48D1-ADAC-B56A97F44CAE}"/>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135F4E3C-959A-421A-81F2-D0D4D5EC9E25}"/>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6F091225-670C-4700-8A3D-2A0BA2A88CDB}"/>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5A72ADBA-ED38-45FE-987A-E002E50DE841}"/>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C30C312-F57D-4084-9AD4-C57997455F1B}"/>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DFB29EF7-892B-4024-8B5D-06421FB565B2}"/>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4ABC8315-EA53-4DEE-994F-EFD392F81D86}"/>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39D8A62E-9FD6-453F-8761-2F88F58FEB18}"/>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CCEABCE-8301-4D3B-93F1-5EC533BFC557}"/>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77EDDEE5-3B7E-4155-BD9E-D092237036A8}"/>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056212FF-AE84-4BCA-BA4A-E7D6B7B6ACEC}"/>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114A17AC-596E-4443-BBC8-D1AD7A186AEE}"/>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E8FEDADD-B0EF-46FD-A632-F8E99623D1E8}"/>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74204D1F-D8DA-479C-93F5-B9273E86DDE9}"/>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68268B6-380D-4463-B2B6-6E3A013DCEFA}"/>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5A70DE5F-9173-4B0B-A77E-6F5C53ED3F7F}"/>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F45CF756-E62D-43D7-89B9-4BCC68DA2CF0}"/>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560D0C2F-8DC3-430F-9A7A-989489D2B1E4}"/>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D843BBA4-4ABE-48E9-9A7F-67E5BE8F949D}"/>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DF1926FE-28AF-403D-934A-DC8D5AB5E89E}"/>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6866DA0D-EAA4-46E6-B56C-8FAA06886F56}"/>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ED7C3F50-B302-4996-96DE-78DE6EF2223A}"/>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7A5D8293-5D53-4669-9249-E0919344B9B2}"/>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7629F0CF-B708-42FA-9920-98D2A4061977}"/>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4C63E599-AB45-4361-9452-62BBBA69B883}"/>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4DA76F3A-9091-4620-852E-D19A5E021D01}"/>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4EBC43C2-3BCF-41D8-9A1A-43A152697D31}"/>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2016545445"/>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070724-8557-4B5B-9D30-21DEEC65C923}"/>
              </a:ext>
            </a:extLst>
          </p:cNvPr>
          <p:cNvPicPr>
            <a:picLocks xmlns:a="http://schemas.openxmlformats.org/drawingml/2006/main" noChangeAspect="1"/>
          </p:cNvPicPr>
          <p:nvPr/>
        </p:nvPicPr>
        <p:blipFill>
          <a:blip xmlns:r="http://schemas.openxmlformats.org/officeDocument/2006/relationships" xmlns:a="http://schemas.openxmlformats.org/drawingml/2006/main" r:embed="R9bf013824a5545f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7036BB-8FAE-40DF-99A8-7F96C8FEF2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769CE5-5C92-4AAC-9A8D-96AE367F6A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34F9784-8ABF-4C14-805E-0273B246FD3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DE59EC7-F641-4AF2-9FDA-9214A9349A4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D0ABE60-E6F9-4DF1-9B0E-11D262BD71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A4584139-F0E3-4876-A095-662E88163C21}"/>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AAAAAA"/>
                </a:solidFill>
                <a:latin typeface="Pretendard"/>
                <a:ea typeface="Pretendard"/>
                <a:cs typeface="Pretendard"/>
              </a:defRPr>
            </a:defPPr>
            <a:lvl1pPr algn="ctr">
              <a:defRPr sz="2730" b="0">
                <a:solidFill>
                  <a:srgbClr val="AAAAAA"/>
                </a:solidFill>
                <a:latin typeface="Pretendard"/>
                <a:ea typeface="Pretendard"/>
                <a:cs typeface="Pretendard"/>
              </a:defRPr>
            </a:lvl1pPr>
            <a:lvl2pPr algn="ctr">
              <a:defRPr sz="2730" b="0">
                <a:solidFill>
                  <a:srgbClr val="AAAAAA"/>
                </a:solidFill>
                <a:latin typeface="Pretendard"/>
                <a:ea typeface="Pretendard"/>
                <a:cs typeface="Pretendard"/>
              </a:defRPr>
            </a:lvl2pPr>
            <a:lvl3pPr algn="ctr">
              <a:defRPr sz="2730" b="0">
                <a:solidFill>
                  <a:srgbClr val="AAAAAA"/>
                </a:solidFill>
                <a:latin typeface="Pretendard"/>
                <a:ea typeface="Pretendard"/>
                <a:cs typeface="Pretendard"/>
              </a:defRPr>
            </a:lvl3pPr>
            <a:lvl4pPr algn="ctr">
              <a:defRPr sz="2730" b="0">
                <a:solidFill>
                  <a:srgbClr val="AAAAAA"/>
                </a:solidFill>
                <a:latin typeface="Pretendard"/>
                <a:ea typeface="Pretendard"/>
                <a:cs typeface="Pretendard"/>
              </a:defRPr>
            </a:lvl4pPr>
            <a:lvl5pPr algn="ctr">
              <a:defRPr sz="2730" b="0">
                <a:solidFill>
                  <a:srgbClr val="AAAAAA"/>
                </a:solidFill>
                <a:latin typeface="Pretendard"/>
                <a:ea typeface="Pretendard"/>
                <a:cs typeface="Pretendard"/>
              </a:defRPr>
            </a:lvl5pPr>
            <a:lvl6pPr algn="ctr">
              <a:defRPr sz="2730" b="0">
                <a:solidFill>
                  <a:srgbClr val="AAAAAA"/>
                </a:solidFill>
                <a:latin typeface="Pretendard"/>
                <a:ea typeface="Pretendard"/>
                <a:cs typeface="Pretendard"/>
              </a:defRPr>
            </a:lvl6pPr>
            <a:lvl7pPr algn="ctr">
              <a:defRPr sz="2730" b="0">
                <a:solidFill>
                  <a:srgbClr val="AAAAAA"/>
                </a:solidFill>
                <a:latin typeface="Pretendard"/>
                <a:ea typeface="Pretendard"/>
                <a:cs typeface="Pretendard"/>
              </a:defRPr>
            </a:lvl7pPr>
            <a:lvl8pPr algn="ctr">
              <a:defRPr sz="2730" b="0">
                <a:solidFill>
                  <a:srgbClr val="AAAAAA"/>
                </a:solidFill>
                <a:latin typeface="Pretendard"/>
                <a:ea typeface="Pretendard"/>
                <a:cs typeface="Pretendard"/>
              </a:defRPr>
            </a:lvl8pPr>
            <a:lvl9pPr algn="ctr">
              <a:defRPr sz="2730" b="0">
                <a:solidFill>
                  <a:srgbClr val="AAAAAA"/>
                </a:solidFill>
                <a:latin typeface="Pretendard"/>
                <a:ea typeface="Pretendard"/>
                <a:cs typeface="Pretendard"/>
              </a:defRPr>
            </a:lvl9pPr>
          </a:lstStyle>
          <a:p xmlns:a="http://schemas.openxmlformats.org/drawingml/2006/main">
            <a:pPr algn="ctr">
              <a:defRPr sz="2730" b="0">
                <a:solidFill>
                  <a:srgbClr val="AAAAAA"/>
                </a:solidFill>
                <a:latin typeface="Pretendard"/>
                <a:ea typeface="Pretendard"/>
                <a:cs typeface="Pretendard"/>
              </a:defRPr>
            </a:pPr>
            <a:r>
              <a:rPr b="0">
                <a:solidFill>
                  <a:srgbClr val="AAAAAA"/>
                </a:solidFill>
              </a:rPr>
              <a:t>다음 두 반응을 이용하여 목표 반응의 </a:t>
            </a:r>
            <a:r>
              <a:rPr b="0">
                <a:solidFill>
                  <a:srgbClr val="AAAAAA"/>
                </a:solidFill>
              </a:rPr>
              <a:t>Δ</a:t>
            </a:r>
            <a:r>
              <a:rPr b="0" i="1">
                <a:solidFill>
                  <a:srgbClr val="AAAAAA"/>
                </a:solidFill>
                <a:latin typeface="Pretendard"/>
                <a:ea typeface="Pretendard"/>
                <a:cs typeface="Pretendard"/>
              </a:rPr>
              <a:t>H</a:t>
            </a:r>
            <a:r>
              <a:rPr b="0">
                <a:solidFill>
                  <a:srgbClr val="AAAAAA"/>
                </a:solidFill>
              </a:rPr>
              <a:t>를 구하시오.</a:t>
            </a:r>
          </a:p>
        </p:txBody>
      </p:sp>
      <p:pic>
        <p:nvPicPr>
          <p:cNvPr id="8" name="">
            <a:extLst xmlns:a="http://schemas.openxmlformats.org/drawingml/2006/main">
              <a:ext uri="{FF2B5EF4-FFF2-40B4-BE49-F238E27FC236}">
                <a16:creationId xmlns:a16="http://schemas.microsoft.com/office/drawing/2014/main" id="{BC4F0D73-2FB0-4553-A450-4B36097357A6}"/>
              </a:ext>
            </a:extLst>
          </p:cNvPr>
          <p:cNvPicPr>
            <a:picLocks xmlns:a="http://schemas.openxmlformats.org/drawingml/2006/main" noChangeAspect="1"/>
          </p:cNvPicPr>
          <p:nvPr/>
        </p:nvPicPr>
        <p:blipFill>
          <a:blip xmlns:r="http://schemas.openxmlformats.org/officeDocument/2006/relationships" xmlns:a="http://schemas.openxmlformats.org/drawingml/2006/main" r:embed="R511bffff9ecd4a48"/>
          <a:stretch xmlns:a="http://schemas.openxmlformats.org/drawingml/2006/main"/>
        </p:blipFill>
        <p:spPr>
          <a:xfrm xmlns:a="http://schemas.openxmlformats.org/drawingml/2006/main">
            <a:off x="3416300" y="4719680"/>
            <a:ext cx="11455400" cy="1944158"/>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E37A35C-9B4D-45BC-9C73-25B1737057BE}"/>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42857DC3-040F-433D-851C-6A75A8ECBEFF}"/>
              </a:ext>
            </a:extLst>
          </p:cNvPr>
          <p:cNvPicPr>
            <a:picLocks xmlns:a="http://schemas.openxmlformats.org/drawingml/2006/main" noChangeAspect="1"/>
          </p:cNvPicPr>
          <p:nvPr/>
        </p:nvPicPr>
        <p:blipFill>
          <a:blip xmlns:r="http://schemas.openxmlformats.org/officeDocument/2006/relationships" xmlns:a="http://schemas.openxmlformats.org/drawingml/2006/main" r:embed="R469d497b140744a4"/>
          <a:stretch xmlns:a="http://schemas.openxmlformats.org/drawingml/2006/main"/>
        </p:blipFill>
        <p:spPr>
          <a:xfrm xmlns:a="http://schemas.openxmlformats.org/drawingml/2006/main">
            <a:off x="6510676" y="6744695"/>
            <a:ext cx="10000192" cy="1315508"/>
          </a:xfrm>
          <a:prstGeom xmlns:a="http://schemas.openxmlformats.org/drawingml/2006/main" prst="rect">
            <a:avLst/>
          </a:prstGeom>
        </p:spPr>
      </p:pic>
    </p:spTree>
    <p:extLst>
      <p:ext uri="{BB962C8B-B14F-4D97-AF65-F5344CB8AC3E}">
        <p14:creationId xmlns:p14="http://schemas.microsoft.com/office/powerpoint/2010/main" val="1747647450"/>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5FAC720-9808-4EEF-8E19-A7BDE7933966}"/>
              </a:ext>
            </a:extLst>
          </p:cNvPr>
          <p:cNvPicPr>
            <a:picLocks xmlns:a="http://schemas.openxmlformats.org/drawingml/2006/main" noChangeAspect="1"/>
          </p:cNvPicPr>
          <p:nvPr/>
        </p:nvPicPr>
        <p:blipFill>
          <a:blip xmlns:r="http://schemas.openxmlformats.org/officeDocument/2006/relationships" xmlns:a="http://schemas.openxmlformats.org/drawingml/2006/main" r:embed="R14f30ffcf7a745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09B4A0-1D08-4AF8-8817-0C5A4FABA28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23274C-E221-40DE-A839-194F2CB6054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1FF307D-1F39-4A3B-A468-70EFCFF672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F4BF5F1-9608-4AFA-A15D-C697A3902AD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828616A-BFFF-434F-8582-58941A41B9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759B689E-FC76-4CAE-933E-E4B511B46882}"/>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AAAAAA"/>
                </a:solidFill>
                <a:latin typeface="Pretendard"/>
                <a:ea typeface="Pretendard"/>
                <a:cs typeface="Pretendard"/>
              </a:defRPr>
            </a:defPPr>
            <a:lvl1pPr algn="ctr">
              <a:defRPr sz="2730" b="0">
                <a:solidFill>
                  <a:srgbClr val="AAAAAA"/>
                </a:solidFill>
                <a:latin typeface="Pretendard"/>
                <a:ea typeface="Pretendard"/>
                <a:cs typeface="Pretendard"/>
              </a:defRPr>
            </a:lvl1pPr>
            <a:lvl2pPr algn="ctr">
              <a:defRPr sz="2730" b="0">
                <a:solidFill>
                  <a:srgbClr val="AAAAAA"/>
                </a:solidFill>
                <a:latin typeface="Pretendard"/>
                <a:ea typeface="Pretendard"/>
                <a:cs typeface="Pretendard"/>
              </a:defRPr>
            </a:lvl2pPr>
            <a:lvl3pPr algn="ctr">
              <a:defRPr sz="2730" b="0">
                <a:solidFill>
                  <a:srgbClr val="AAAAAA"/>
                </a:solidFill>
                <a:latin typeface="Pretendard"/>
                <a:ea typeface="Pretendard"/>
                <a:cs typeface="Pretendard"/>
              </a:defRPr>
            </a:lvl3pPr>
            <a:lvl4pPr algn="ctr">
              <a:defRPr sz="2730" b="0">
                <a:solidFill>
                  <a:srgbClr val="AAAAAA"/>
                </a:solidFill>
                <a:latin typeface="Pretendard"/>
                <a:ea typeface="Pretendard"/>
                <a:cs typeface="Pretendard"/>
              </a:defRPr>
            </a:lvl4pPr>
            <a:lvl5pPr algn="ctr">
              <a:defRPr sz="2730" b="0">
                <a:solidFill>
                  <a:srgbClr val="AAAAAA"/>
                </a:solidFill>
                <a:latin typeface="Pretendard"/>
                <a:ea typeface="Pretendard"/>
                <a:cs typeface="Pretendard"/>
              </a:defRPr>
            </a:lvl5pPr>
            <a:lvl6pPr algn="ctr">
              <a:defRPr sz="2730" b="0">
                <a:solidFill>
                  <a:srgbClr val="AAAAAA"/>
                </a:solidFill>
                <a:latin typeface="Pretendard"/>
                <a:ea typeface="Pretendard"/>
                <a:cs typeface="Pretendard"/>
              </a:defRPr>
            </a:lvl6pPr>
            <a:lvl7pPr algn="ctr">
              <a:defRPr sz="2730" b="0">
                <a:solidFill>
                  <a:srgbClr val="AAAAAA"/>
                </a:solidFill>
                <a:latin typeface="Pretendard"/>
                <a:ea typeface="Pretendard"/>
                <a:cs typeface="Pretendard"/>
              </a:defRPr>
            </a:lvl7pPr>
            <a:lvl8pPr algn="ctr">
              <a:defRPr sz="2730" b="0">
                <a:solidFill>
                  <a:srgbClr val="AAAAAA"/>
                </a:solidFill>
                <a:latin typeface="Pretendard"/>
                <a:ea typeface="Pretendard"/>
                <a:cs typeface="Pretendard"/>
              </a:defRPr>
            </a:lvl8pPr>
            <a:lvl9pPr algn="ctr">
              <a:defRPr sz="2730" b="0">
                <a:solidFill>
                  <a:srgbClr val="AAAAAA"/>
                </a:solidFill>
                <a:latin typeface="Pretendard"/>
                <a:ea typeface="Pretendard"/>
                <a:cs typeface="Pretendard"/>
              </a:defRPr>
            </a:lvl9pPr>
          </a:lstStyle>
          <a:p xmlns:a="http://schemas.openxmlformats.org/drawingml/2006/main">
            <a:pPr algn="ctr">
              <a:defRPr sz="2730" b="0">
                <a:solidFill>
                  <a:srgbClr val="AAAAAA"/>
                </a:solidFill>
                <a:latin typeface="Pretendard"/>
                <a:ea typeface="Pretendard"/>
                <a:cs typeface="Pretendard"/>
              </a:defRPr>
            </a:pPr>
            <a:r>
              <a:rPr sz="2730" b="0">
                <a:solidFill>
                  <a:srgbClr val="AAAAAA"/>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3DF28D09-0D0F-4736-ABA0-07ECF9907025}"/>
              </a:ext>
            </a:extLst>
          </p:cNvPr>
          <p:cNvPicPr>
            <a:picLocks xmlns:a="http://schemas.openxmlformats.org/drawingml/2006/main" noChangeAspect="1"/>
          </p:cNvPicPr>
          <p:nvPr/>
        </p:nvPicPr>
        <p:blipFill>
          <a:blip xmlns:r="http://schemas.openxmlformats.org/officeDocument/2006/relationships" xmlns:a="http://schemas.openxmlformats.org/drawingml/2006/main" r:embed="R0fdbdc28c5764cb0"/>
          <a:stretch xmlns:a="http://schemas.openxmlformats.org/drawingml/2006/main"/>
        </p:blipFill>
        <p:spPr>
          <a:xfrm xmlns:a="http://schemas.openxmlformats.org/drawingml/2006/main">
            <a:off x="3416346" y="4767313"/>
            <a:ext cx="11455308" cy="194414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1ABCC8D-3095-4827-9480-622C126E0FF5}"/>
              </a:ext>
            </a:extLst>
          </p:cNvPr>
          <p:cNvPicPr>
            <a:picLocks xmlns:a="http://schemas.openxmlformats.org/drawingml/2006/main" noChangeAspect="1"/>
          </p:cNvPicPr>
          <p:nvPr/>
        </p:nvPicPr>
        <p:blipFill>
          <a:blip xmlns:r="http://schemas.openxmlformats.org/officeDocument/2006/relationships" xmlns:a="http://schemas.openxmlformats.org/drawingml/2006/main" r:embed="R92f59e3eca0d4ebe"/>
          <a:stretch xmlns:a="http://schemas.openxmlformats.org/drawingml/2006/main"/>
        </p:blipFill>
        <p:spPr>
          <a:xfrm xmlns:a="http://schemas.openxmlformats.org/drawingml/2006/main">
            <a:off x="4143944" y="6697075"/>
            <a:ext cx="10000111" cy="131549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437CD9C7-167A-41A0-9489-F01DE97E859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ADCDBDD6-1EEE-446B-9306-881B8BC0F18F}"/>
              </a:ext>
            </a:extLst>
          </p:cNvPr>
          <p:cNvPicPr>
            <a:picLocks xmlns:a="http://schemas.openxmlformats.org/drawingml/2006/main" noChangeAspect="1"/>
          </p:cNvPicPr>
          <p:nvPr/>
        </p:nvPicPr>
        <p:blipFill>
          <a:blip xmlns:r="http://schemas.openxmlformats.org/officeDocument/2006/relationships" xmlns:a="http://schemas.openxmlformats.org/drawingml/2006/main" r:embed="R5c657c8d9ce14abb"/>
          <a:stretch xmlns:a="http://schemas.openxmlformats.org/drawingml/2006/main"/>
        </p:blipFill>
        <p:spPr>
          <a:xfrm xmlns:a="http://schemas.openxmlformats.org/drawingml/2006/main">
            <a:off x="4672160" y="8584087"/>
            <a:ext cx="8943680" cy="738826"/>
          </a:xfrm>
          <a:prstGeom xmlns:a="http://schemas.openxmlformats.org/drawingml/2006/main" prst="rect">
            <a:avLst/>
          </a:prstGeom>
        </p:spPr>
      </p:pic>
    </p:spTree>
    <p:extLst>
      <p:ext uri="{BB962C8B-B14F-4D97-AF65-F5344CB8AC3E}">
        <p14:creationId xmlns:p14="http://schemas.microsoft.com/office/powerpoint/2010/main" val="120845375"/>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ED2173A-290A-412B-A1E9-B452D4560F95}"/>
              </a:ext>
            </a:extLst>
          </p:cNvPr>
          <p:cNvPicPr>
            <a:picLocks xmlns:a="http://schemas.openxmlformats.org/drawingml/2006/main" noChangeAspect="1"/>
          </p:cNvPicPr>
          <p:nvPr/>
        </p:nvPicPr>
        <p:blipFill>
          <a:blip xmlns:r="http://schemas.openxmlformats.org/officeDocument/2006/relationships" xmlns:a="http://schemas.openxmlformats.org/drawingml/2006/main" r:embed="Rec38caebfb1c431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B57A96-24D7-4DBB-A7A8-1D7DC97CF6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BFFD95-8D16-46DA-B91E-C1FB86681E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D5BC5E9-792C-4343-812A-2BD914B7DE2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3355A1-873C-4245-8328-CBF587E11C0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AD46EA6-E999-4228-83FE-AC6D66483A2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FFCDDAC9-3631-4B84-85A9-D0D56E9ECAC1}"/>
              </a:ext>
            </a:extLst>
          </p:cNvPr>
          <p:cNvPicPr>
            <a:picLocks xmlns:a="http://schemas.openxmlformats.org/drawingml/2006/main" noChangeAspect="1"/>
          </p:cNvPicPr>
          <p:nvPr/>
        </p:nvPicPr>
        <p:blipFill>
          <a:blip xmlns:r="http://schemas.openxmlformats.org/officeDocument/2006/relationships" xmlns:a="http://schemas.openxmlformats.org/drawingml/2006/main" r:embed="R5bd8a0c673d54358"/>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4BC321B-5080-4589-BBB2-6592435DA7BE}"/>
              </a:ext>
            </a:extLst>
          </p:cNvPr>
          <p:cNvSpPr>
            <a:spLocks xmlns:a="http://schemas.openxmlformats.org/drawingml/2006/main" noGrp="1"/>
          </p:cNvSpPr>
          <p:nvPr/>
        </p:nvSpPr>
        <p:spPr>
          <a:xfrm xmlns:a="http://schemas.openxmlformats.org/drawingml/2006/main">
            <a:off x="10477500" y="452437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전체 경로와 구하려는 단계</a:t>
            </a:r>
          </a:p>
        </p:txBody>
      </p:sp>
      <p:pic>
        <p:nvPicPr>
          <p:cNvPr id="9" name="">
            <a:extLst xmlns:a="http://schemas.openxmlformats.org/drawingml/2006/main">
              <a:ext uri="{FF2B5EF4-FFF2-40B4-BE49-F238E27FC236}">
                <a16:creationId xmlns:a16="http://schemas.microsoft.com/office/drawing/2014/main" id="{DF79F774-17F5-4FF2-93C5-3BAA64A37C87}"/>
              </a:ext>
            </a:extLst>
          </p:cNvPr>
          <p:cNvPicPr>
            <a:picLocks xmlns:a="http://schemas.openxmlformats.org/drawingml/2006/main" noChangeAspect="1"/>
          </p:cNvPicPr>
          <p:nvPr/>
        </p:nvPicPr>
        <p:blipFill>
          <a:blip xmlns:r="http://schemas.openxmlformats.org/officeDocument/2006/relationships" xmlns:a="http://schemas.openxmlformats.org/drawingml/2006/main" r:embed="Rf3583c06f0e44d90"/>
          <a:stretch xmlns:a="http://schemas.openxmlformats.org/drawingml/2006/main"/>
        </p:blipFill>
        <p:spPr>
          <a:xfrm xmlns:a="http://schemas.openxmlformats.org/drawingml/2006/main">
            <a:off x="11148023" y="6037024"/>
            <a:ext cx="5326453" cy="1451452"/>
          </a:xfrm>
          <a:prstGeom xmlns:a="http://schemas.openxmlformats.org/drawingml/2006/main" prst="rect">
            <a:avLst/>
          </a:prstGeom>
        </p:spPr>
      </p:pic>
    </p:spTree>
    <p:extLst>
      <p:ext uri="{BB962C8B-B14F-4D97-AF65-F5344CB8AC3E}">
        <p14:creationId xmlns:p14="http://schemas.microsoft.com/office/powerpoint/2010/main" val="1130448984"/>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EE4EDA0-4C77-41F2-98EB-EB53A4051B1E}"/>
              </a:ext>
            </a:extLst>
          </p:cNvPr>
          <p:cNvPicPr>
            <a:picLocks xmlns:a="http://schemas.openxmlformats.org/drawingml/2006/main" noChangeAspect="1"/>
          </p:cNvPicPr>
          <p:nvPr/>
        </p:nvPicPr>
        <p:blipFill>
          <a:blip xmlns:r="http://schemas.openxmlformats.org/officeDocument/2006/relationships" xmlns:a="http://schemas.openxmlformats.org/drawingml/2006/main" r:embed="Rb8520cfa69d7407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9094E85-A680-4AFE-A3F5-EBDDFC7B92D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1164AC6-D281-41A0-871D-43331A5F311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96B9C7D-BD9C-4EDD-A72E-3A8AA7D5F94A}"/>
              </a:ext>
            </a:extLst>
          </p:cNvPr>
          <p:cNvPicPr>
            <a:picLocks xmlns:a="http://schemas.openxmlformats.org/drawingml/2006/main" noChangeAspect="1"/>
          </p:cNvPicPr>
          <p:nvPr/>
        </p:nvPicPr>
        <p:blipFill>
          <a:blip xmlns:r="http://schemas.openxmlformats.org/officeDocument/2006/relationships" xmlns:a="http://schemas.openxmlformats.org/drawingml/2006/main" r:embed="R5bcee696d9b742c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0DCDFE4-6AB4-426F-92A6-A371E15766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AEA71D9-4254-49F1-9FA0-F49BDBB152A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774D7E07-DC90-4C31-87A2-39E5A76F845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600857BF-F460-4BDB-8D27-BBA7F4F4BB7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360138402"/>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2370A56-1AE3-4E47-9FB5-4D4B197C5514}"/>
              </a:ext>
            </a:extLst>
          </p:cNvPr>
          <p:cNvPicPr>
            <a:picLocks xmlns:a="http://schemas.openxmlformats.org/drawingml/2006/main" noChangeAspect="1"/>
          </p:cNvPicPr>
          <p:nvPr/>
        </p:nvPicPr>
        <p:blipFill>
          <a:blip xmlns:r="http://schemas.openxmlformats.org/officeDocument/2006/relationships" xmlns:a="http://schemas.openxmlformats.org/drawingml/2006/main" r:embed="Ra3c9920b76fa496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EA8786A9-8EC0-4F99-9D03-5232DAC4BC5D}"/>
              </a:ext>
            </a:extLst>
          </p:cNvPr>
          <p:cNvPicPr>
            <a:picLocks xmlns:a="http://schemas.openxmlformats.org/drawingml/2006/main" noChangeAspect="1"/>
          </p:cNvPicPr>
          <p:nvPr/>
        </p:nvPicPr>
        <p:blipFill>
          <a:blip xmlns:r="http://schemas.openxmlformats.org/officeDocument/2006/relationships" xmlns:a="http://schemas.openxmlformats.org/drawingml/2006/main" r:embed="R21f4fe9c5fa445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2FD063-CE99-4C69-8B0E-61DA06824F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7AD3F6-B88E-430E-B61E-06DCA7374C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04DD8A2-A0AA-4371-9DBC-C732D1E9CA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C431D3F-5A9C-4D4F-898C-530805196F7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099F593-551C-4134-915F-253E4497EA5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337F29A-F8DC-405C-9BC1-E71135CA40D2}"/>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AAAAAA"/>
                </a:solidFill>
                <a:latin typeface="Pretendard"/>
                <a:ea typeface="Pretendard"/>
                <a:cs typeface="Pretendard"/>
              </a:defRPr>
            </a:defPPr>
            <a:lvl1pPr algn="ctr">
              <a:defRPr sz="2550" b="0">
                <a:solidFill>
                  <a:srgbClr val="AAAAAA"/>
                </a:solidFill>
                <a:latin typeface="Pretendard"/>
                <a:ea typeface="Pretendard"/>
                <a:cs typeface="Pretendard"/>
              </a:defRPr>
            </a:lvl1pPr>
            <a:lvl2pPr algn="ctr">
              <a:defRPr sz="2550" b="0">
                <a:solidFill>
                  <a:srgbClr val="AAAAAA"/>
                </a:solidFill>
                <a:latin typeface="Pretendard"/>
                <a:ea typeface="Pretendard"/>
                <a:cs typeface="Pretendard"/>
              </a:defRPr>
            </a:lvl2pPr>
            <a:lvl3pPr algn="ctr">
              <a:defRPr sz="2550" b="0">
                <a:solidFill>
                  <a:srgbClr val="AAAAAA"/>
                </a:solidFill>
                <a:latin typeface="Pretendard"/>
                <a:ea typeface="Pretendard"/>
                <a:cs typeface="Pretendard"/>
              </a:defRPr>
            </a:lvl3pPr>
            <a:lvl4pPr algn="ctr">
              <a:defRPr sz="2550" b="0">
                <a:solidFill>
                  <a:srgbClr val="AAAAAA"/>
                </a:solidFill>
                <a:latin typeface="Pretendard"/>
                <a:ea typeface="Pretendard"/>
                <a:cs typeface="Pretendard"/>
              </a:defRPr>
            </a:lvl4pPr>
            <a:lvl5pPr algn="ctr">
              <a:defRPr sz="2550" b="0">
                <a:solidFill>
                  <a:srgbClr val="AAAAAA"/>
                </a:solidFill>
                <a:latin typeface="Pretendard"/>
                <a:ea typeface="Pretendard"/>
                <a:cs typeface="Pretendard"/>
              </a:defRPr>
            </a:lvl5pPr>
            <a:lvl6pPr algn="ctr">
              <a:defRPr sz="2550" b="0">
                <a:solidFill>
                  <a:srgbClr val="AAAAAA"/>
                </a:solidFill>
                <a:latin typeface="Pretendard"/>
                <a:ea typeface="Pretendard"/>
                <a:cs typeface="Pretendard"/>
              </a:defRPr>
            </a:lvl6pPr>
            <a:lvl7pPr algn="ctr">
              <a:defRPr sz="2550" b="0">
                <a:solidFill>
                  <a:srgbClr val="AAAAAA"/>
                </a:solidFill>
                <a:latin typeface="Pretendard"/>
                <a:ea typeface="Pretendard"/>
                <a:cs typeface="Pretendard"/>
              </a:defRPr>
            </a:lvl7pPr>
            <a:lvl8pPr algn="ctr">
              <a:defRPr sz="2550" b="0">
                <a:solidFill>
                  <a:srgbClr val="AAAAAA"/>
                </a:solidFill>
                <a:latin typeface="Pretendard"/>
                <a:ea typeface="Pretendard"/>
                <a:cs typeface="Pretendard"/>
              </a:defRPr>
            </a:lvl8pPr>
            <a:lvl9pPr algn="ctr">
              <a:defRPr sz="2550" b="0">
                <a:solidFill>
                  <a:srgbClr val="AAAAAA"/>
                </a:solidFill>
                <a:latin typeface="Pretendard"/>
                <a:ea typeface="Pretendard"/>
                <a:cs typeface="Pretendard"/>
              </a:defRPr>
            </a:lvl9pPr>
          </a:lstStyle>
          <a:p xmlns:a="http://schemas.openxmlformats.org/drawingml/2006/main">
            <a:pPr algn="ctr">
              <a:defRPr sz="2550" b="0">
                <a:solidFill>
                  <a:srgbClr val="AAAAAA"/>
                </a:solidFill>
                <a:latin typeface="Pretendard"/>
                <a:ea typeface="Pretendard"/>
                <a:cs typeface="Pretendard"/>
              </a:defRPr>
            </a:pPr>
            <a:r>
              <a:rPr sz="2550" b="0">
                <a:solidFill>
                  <a:srgbClr val="AAAAAA"/>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3C458A42-60A5-4AEC-9F49-A3739ACC636C}"/>
              </a:ext>
            </a:extLst>
          </p:cNvPr>
          <p:cNvPicPr>
            <a:picLocks xmlns:a="http://schemas.openxmlformats.org/drawingml/2006/main" noChangeAspect="1"/>
          </p:cNvPicPr>
          <p:nvPr/>
        </p:nvPicPr>
        <p:blipFill>
          <a:blip xmlns:r="http://schemas.openxmlformats.org/officeDocument/2006/relationships" xmlns:a="http://schemas.openxmlformats.org/drawingml/2006/main" r:embed="R1c8fb6aff3284ba5"/>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8D6C7B20-74DF-40E0-8FE6-82C53F048992}"/>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FFFFFF"/>
                </a:solidFill>
                <a:latin typeface="Pretendard"/>
                <a:ea typeface="Pretendard"/>
                <a:cs typeface="Pretendard"/>
              </a:defRPr>
            </a:defPPr>
            <a:lvl1pPr algn="l">
              <a:defRPr sz="3525" b="0">
                <a:solidFill>
                  <a:srgbClr val="FFFFFF"/>
                </a:solidFill>
                <a:latin typeface="Pretendard"/>
                <a:ea typeface="Pretendard"/>
                <a:cs typeface="Pretendard"/>
              </a:defRPr>
            </a:lvl1pPr>
            <a:lvl2pPr algn="l">
              <a:defRPr sz="3525" b="0">
                <a:solidFill>
                  <a:srgbClr val="FFFFFF"/>
                </a:solidFill>
                <a:latin typeface="Pretendard"/>
                <a:ea typeface="Pretendard"/>
                <a:cs typeface="Pretendard"/>
              </a:defRPr>
            </a:lvl2pPr>
            <a:lvl3pPr algn="l">
              <a:defRPr sz="3525" b="0">
                <a:solidFill>
                  <a:srgbClr val="FFFFFF"/>
                </a:solidFill>
                <a:latin typeface="Pretendard"/>
                <a:ea typeface="Pretendard"/>
                <a:cs typeface="Pretendard"/>
              </a:defRPr>
            </a:lvl3pPr>
            <a:lvl4pPr algn="l">
              <a:defRPr sz="3525" b="0">
                <a:solidFill>
                  <a:srgbClr val="FFFFFF"/>
                </a:solidFill>
                <a:latin typeface="Pretendard"/>
                <a:ea typeface="Pretendard"/>
                <a:cs typeface="Pretendard"/>
              </a:defRPr>
            </a:lvl4pPr>
            <a:lvl5pPr algn="l">
              <a:defRPr sz="3525" b="0">
                <a:solidFill>
                  <a:srgbClr val="FFFFFF"/>
                </a:solidFill>
                <a:latin typeface="Pretendard"/>
                <a:ea typeface="Pretendard"/>
                <a:cs typeface="Pretendard"/>
              </a:defRPr>
            </a:lvl5pPr>
            <a:lvl6pPr algn="l">
              <a:defRPr sz="3525" b="0">
                <a:solidFill>
                  <a:srgbClr val="FFFFFF"/>
                </a:solidFill>
                <a:latin typeface="Pretendard"/>
                <a:ea typeface="Pretendard"/>
                <a:cs typeface="Pretendard"/>
              </a:defRPr>
            </a:lvl6pPr>
            <a:lvl7pPr algn="l">
              <a:defRPr sz="3525" b="0">
                <a:solidFill>
                  <a:srgbClr val="FFFFFF"/>
                </a:solidFill>
                <a:latin typeface="Pretendard"/>
                <a:ea typeface="Pretendard"/>
                <a:cs typeface="Pretendard"/>
              </a:defRPr>
            </a:lvl7pPr>
            <a:lvl8pPr algn="l">
              <a:defRPr sz="3525" b="0">
                <a:solidFill>
                  <a:srgbClr val="FFFFFF"/>
                </a:solidFill>
                <a:latin typeface="Pretendard"/>
                <a:ea typeface="Pretendard"/>
                <a:cs typeface="Pretendard"/>
              </a:defRPr>
            </a:lvl8pPr>
            <a:lvl9pPr algn="l">
              <a:defRPr sz="3525" b="0">
                <a:solidFill>
                  <a:srgbClr val="FFFFFF"/>
                </a:solidFill>
                <a:latin typeface="Pretendard"/>
                <a:ea typeface="Pretendard"/>
                <a:cs typeface="Pretendard"/>
              </a:defRPr>
            </a:lvl9pPr>
          </a:lstStyle>
          <a:p xmlns:a="http://schemas.openxmlformats.org/drawingml/2006/main">
            <a:pPr algn="l">
              <a:defRPr sz="3525" b="0">
                <a:solidFill>
                  <a:srgbClr val="FFFFFF"/>
                </a:solidFill>
                <a:latin typeface="Pretendard"/>
                <a:ea typeface="Pretendard"/>
                <a:cs typeface="Pretendard"/>
              </a:defRPr>
            </a:pPr>
            <a:r>
              <a:t>생성되는 물질 </a:t>
            </a:r>
            <a:r>
              <a:rPr b="1">
                <a:solidFill>
                  <a:srgbClr val="9FFF68"/>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2CD26A4B-5889-44A3-907F-172566BD171C}"/>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FFFFFF"/>
                </a:solidFill>
                <a:latin typeface="Pretendard"/>
                <a:ea typeface="Pretendard"/>
                <a:cs typeface="Pretendard"/>
              </a:defRPr>
            </a:defPPr>
            <a:lvl1pPr algn="l">
              <a:defRPr sz="3225" b="0">
                <a:solidFill>
                  <a:srgbClr val="FFFFFF"/>
                </a:solidFill>
                <a:latin typeface="Pretendard"/>
                <a:ea typeface="Pretendard"/>
                <a:cs typeface="Pretendard"/>
              </a:defRPr>
            </a:lvl1pPr>
            <a:lvl2pPr algn="l">
              <a:defRPr sz="3225" b="0">
                <a:solidFill>
                  <a:srgbClr val="FFFFFF"/>
                </a:solidFill>
                <a:latin typeface="Pretendard"/>
                <a:ea typeface="Pretendard"/>
                <a:cs typeface="Pretendard"/>
              </a:defRPr>
            </a:lvl2pPr>
            <a:lvl3pPr algn="l">
              <a:defRPr sz="3225" b="0">
                <a:solidFill>
                  <a:srgbClr val="FFFFFF"/>
                </a:solidFill>
                <a:latin typeface="Pretendard"/>
                <a:ea typeface="Pretendard"/>
                <a:cs typeface="Pretendard"/>
              </a:defRPr>
            </a:lvl3pPr>
            <a:lvl4pPr algn="l">
              <a:defRPr sz="3225" b="0">
                <a:solidFill>
                  <a:srgbClr val="FFFFFF"/>
                </a:solidFill>
                <a:latin typeface="Pretendard"/>
                <a:ea typeface="Pretendard"/>
                <a:cs typeface="Pretendard"/>
              </a:defRPr>
            </a:lvl4pPr>
            <a:lvl5pPr algn="l">
              <a:defRPr sz="3225" b="0">
                <a:solidFill>
                  <a:srgbClr val="FFFFFF"/>
                </a:solidFill>
                <a:latin typeface="Pretendard"/>
                <a:ea typeface="Pretendard"/>
                <a:cs typeface="Pretendard"/>
              </a:defRPr>
            </a:lvl5pPr>
            <a:lvl6pPr algn="l">
              <a:defRPr sz="3225" b="0">
                <a:solidFill>
                  <a:srgbClr val="FFFFFF"/>
                </a:solidFill>
                <a:latin typeface="Pretendard"/>
                <a:ea typeface="Pretendard"/>
                <a:cs typeface="Pretendard"/>
              </a:defRPr>
            </a:lvl6pPr>
            <a:lvl7pPr algn="l">
              <a:defRPr sz="3225" b="0">
                <a:solidFill>
                  <a:srgbClr val="FFFFFF"/>
                </a:solidFill>
                <a:latin typeface="Pretendard"/>
                <a:ea typeface="Pretendard"/>
                <a:cs typeface="Pretendard"/>
              </a:defRPr>
            </a:lvl7pPr>
            <a:lvl8pPr algn="l">
              <a:defRPr sz="3225" b="0">
                <a:solidFill>
                  <a:srgbClr val="FFFFFF"/>
                </a:solidFill>
                <a:latin typeface="Pretendard"/>
                <a:ea typeface="Pretendard"/>
                <a:cs typeface="Pretendard"/>
              </a:defRPr>
            </a:lvl8pPr>
            <a:lvl9pPr algn="l">
              <a:defRPr sz="3225" b="0">
                <a:solidFill>
                  <a:srgbClr val="FFFFFF"/>
                </a:solidFill>
                <a:latin typeface="Pretendard"/>
                <a:ea typeface="Pretendard"/>
                <a:cs typeface="Pretendard"/>
              </a:defRPr>
            </a:lvl9pPr>
          </a:lstStyle>
          <a:p xmlns:a="http://schemas.openxmlformats.org/drawingml/2006/main">
            <a:pPr algn="l">
              <a:defRPr sz="3225" b="0">
                <a:solidFill>
                  <a:srgbClr val="FFFFFF"/>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FADA05BE-15CE-4D95-8B0C-2601ED35EE3F}"/>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9FFF68"/>
                </a:solidFill>
                <a:latin typeface="Pretendard"/>
                <a:ea typeface="Pretendard"/>
                <a:cs typeface="Pretendard"/>
              </a:defRPr>
            </a:defPPr>
            <a:lvl1pPr algn="l">
              <a:defRPr sz="4650" b="1">
                <a:solidFill>
                  <a:srgbClr val="9FFF68"/>
                </a:solidFill>
                <a:latin typeface="Pretendard"/>
                <a:ea typeface="Pretendard"/>
                <a:cs typeface="Pretendard"/>
              </a:defRPr>
            </a:lvl1pPr>
            <a:lvl2pPr algn="l">
              <a:defRPr sz="4650" b="1">
                <a:solidFill>
                  <a:srgbClr val="9FFF68"/>
                </a:solidFill>
                <a:latin typeface="Pretendard"/>
                <a:ea typeface="Pretendard"/>
                <a:cs typeface="Pretendard"/>
              </a:defRPr>
            </a:lvl2pPr>
            <a:lvl3pPr algn="l">
              <a:defRPr sz="4650" b="1">
                <a:solidFill>
                  <a:srgbClr val="9FFF68"/>
                </a:solidFill>
                <a:latin typeface="Pretendard"/>
                <a:ea typeface="Pretendard"/>
                <a:cs typeface="Pretendard"/>
              </a:defRPr>
            </a:lvl3pPr>
            <a:lvl4pPr algn="l">
              <a:defRPr sz="4650" b="1">
                <a:solidFill>
                  <a:srgbClr val="9FFF68"/>
                </a:solidFill>
                <a:latin typeface="Pretendard"/>
                <a:ea typeface="Pretendard"/>
                <a:cs typeface="Pretendard"/>
              </a:defRPr>
            </a:lvl4pPr>
            <a:lvl5pPr algn="l">
              <a:defRPr sz="4650" b="1">
                <a:solidFill>
                  <a:srgbClr val="9FFF68"/>
                </a:solidFill>
                <a:latin typeface="Pretendard"/>
                <a:ea typeface="Pretendard"/>
                <a:cs typeface="Pretendard"/>
              </a:defRPr>
            </a:lvl5pPr>
            <a:lvl6pPr algn="l">
              <a:defRPr sz="4650" b="1">
                <a:solidFill>
                  <a:srgbClr val="9FFF68"/>
                </a:solidFill>
                <a:latin typeface="Pretendard"/>
                <a:ea typeface="Pretendard"/>
                <a:cs typeface="Pretendard"/>
              </a:defRPr>
            </a:lvl6pPr>
            <a:lvl7pPr algn="l">
              <a:defRPr sz="4650" b="1">
                <a:solidFill>
                  <a:srgbClr val="9FFF68"/>
                </a:solidFill>
                <a:latin typeface="Pretendard"/>
                <a:ea typeface="Pretendard"/>
                <a:cs typeface="Pretendard"/>
              </a:defRPr>
            </a:lvl7pPr>
            <a:lvl8pPr algn="l">
              <a:defRPr sz="4650" b="1">
                <a:solidFill>
                  <a:srgbClr val="9FFF68"/>
                </a:solidFill>
                <a:latin typeface="Pretendard"/>
                <a:ea typeface="Pretendard"/>
                <a:cs typeface="Pretendard"/>
              </a:defRPr>
            </a:lvl8pPr>
            <a:lvl9pPr algn="l">
              <a:defRPr sz="4650" b="1">
                <a:solidFill>
                  <a:srgbClr val="9FFF68"/>
                </a:solidFill>
                <a:latin typeface="Pretendard"/>
                <a:ea typeface="Pretendard"/>
                <a:cs typeface="Pretendard"/>
              </a:defRPr>
            </a:lvl9pPr>
          </a:lstStyle>
          <a:p xmlns:a="http://schemas.openxmlformats.org/drawingml/2006/main">
            <a:pPr algn="l">
              <a:defRPr sz="4650" b="1">
                <a:solidFill>
                  <a:srgbClr val="9FFF68"/>
                </a:solidFill>
                <a:latin typeface="Pretendard"/>
                <a:ea typeface="Pretendard"/>
                <a:cs typeface="Pretendard"/>
              </a:defRPr>
            </a:pPr>
            <a:r>
              <a:rPr sz="4650" b="1">
                <a:solidFill>
                  <a:srgbClr val="9FFF68"/>
                </a:solidFill>
                <a:latin typeface="Pretendard"/>
                <a:ea typeface="Pretendard"/>
                <a:cs typeface="Pretendard"/>
              </a:rPr>
              <a:t>−285.8 kJ/mol</a:t>
            </a:r>
          </a:p>
        </p:txBody>
      </p:sp>
    </p:spTree>
    <p:extLst>
      <p:ext uri="{BB962C8B-B14F-4D97-AF65-F5344CB8AC3E}">
        <p14:creationId xmlns:p14="http://schemas.microsoft.com/office/powerpoint/2010/main" val="893082625"/>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ACED8241-0AD0-43D4-AFC9-0C76A82377D1}"/>
              </a:ext>
            </a:extLst>
          </p:cNvPr>
          <p:cNvPicPr>
            <a:picLocks xmlns:a="http://schemas.openxmlformats.org/drawingml/2006/main" noChangeAspect="1"/>
          </p:cNvPicPr>
          <p:nvPr/>
        </p:nvPicPr>
        <p:blipFill>
          <a:blip xmlns:r="http://schemas.openxmlformats.org/officeDocument/2006/relationships" xmlns:a="http://schemas.openxmlformats.org/drawingml/2006/main" r:embed="R588a6cf11d554df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8EA8E4-B6A9-49C6-8324-E683EC2197B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C494A4-73D7-44FE-B985-B8AED97A143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3166BAA-5095-4F30-A28D-CD0C5C9C08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A8CC578-F212-4545-AA25-F08DC37C38D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F73C633-AB89-4EB5-86EE-E7AE5D1E6A1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C4ECB8C0-B477-465A-BEB3-9E13CC6E1095}"/>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9FFF68"/>
                </a:solidFill>
                <a:latin typeface="Pretendard"/>
                <a:ea typeface="Pretendard"/>
                <a:cs typeface="Pretendard"/>
              </a:defRPr>
            </a:defPPr>
            <a:lvl1pPr algn="l">
              <a:defRPr sz="10875" b="1">
                <a:solidFill>
                  <a:srgbClr val="9FFF68"/>
                </a:solidFill>
                <a:latin typeface="Pretendard"/>
                <a:ea typeface="Pretendard"/>
                <a:cs typeface="Pretendard"/>
              </a:defRPr>
            </a:lvl1pPr>
            <a:lvl2pPr algn="l">
              <a:defRPr sz="10875" b="1">
                <a:solidFill>
                  <a:srgbClr val="9FFF68"/>
                </a:solidFill>
                <a:latin typeface="Pretendard"/>
                <a:ea typeface="Pretendard"/>
                <a:cs typeface="Pretendard"/>
              </a:defRPr>
            </a:lvl2pPr>
            <a:lvl3pPr algn="l">
              <a:defRPr sz="10875" b="1">
                <a:solidFill>
                  <a:srgbClr val="9FFF68"/>
                </a:solidFill>
                <a:latin typeface="Pretendard"/>
                <a:ea typeface="Pretendard"/>
                <a:cs typeface="Pretendard"/>
              </a:defRPr>
            </a:lvl3pPr>
            <a:lvl4pPr algn="l">
              <a:defRPr sz="10875" b="1">
                <a:solidFill>
                  <a:srgbClr val="9FFF68"/>
                </a:solidFill>
                <a:latin typeface="Pretendard"/>
                <a:ea typeface="Pretendard"/>
                <a:cs typeface="Pretendard"/>
              </a:defRPr>
            </a:lvl4pPr>
            <a:lvl5pPr algn="l">
              <a:defRPr sz="10875" b="1">
                <a:solidFill>
                  <a:srgbClr val="9FFF68"/>
                </a:solidFill>
                <a:latin typeface="Pretendard"/>
                <a:ea typeface="Pretendard"/>
                <a:cs typeface="Pretendard"/>
              </a:defRPr>
            </a:lvl5pPr>
            <a:lvl6pPr algn="l">
              <a:defRPr sz="10875" b="1">
                <a:solidFill>
                  <a:srgbClr val="9FFF68"/>
                </a:solidFill>
                <a:latin typeface="Pretendard"/>
                <a:ea typeface="Pretendard"/>
                <a:cs typeface="Pretendard"/>
              </a:defRPr>
            </a:lvl6pPr>
            <a:lvl7pPr algn="l">
              <a:defRPr sz="10875" b="1">
                <a:solidFill>
                  <a:srgbClr val="9FFF68"/>
                </a:solidFill>
                <a:latin typeface="Pretendard"/>
                <a:ea typeface="Pretendard"/>
                <a:cs typeface="Pretendard"/>
              </a:defRPr>
            </a:lvl7pPr>
            <a:lvl8pPr algn="l">
              <a:defRPr sz="10875" b="1">
                <a:solidFill>
                  <a:srgbClr val="9FFF68"/>
                </a:solidFill>
                <a:latin typeface="Pretendard"/>
                <a:ea typeface="Pretendard"/>
                <a:cs typeface="Pretendard"/>
              </a:defRPr>
            </a:lvl8pPr>
            <a:lvl9pPr algn="l">
              <a:defRPr sz="10875" b="1">
                <a:solidFill>
                  <a:srgbClr val="9FFF68"/>
                </a:solidFill>
                <a:latin typeface="Pretendard"/>
                <a:ea typeface="Pretendard"/>
                <a:cs typeface="Pretendard"/>
              </a:defRPr>
            </a:lvl9pPr>
          </a:lstStyle>
          <a:p xmlns:a="http://schemas.openxmlformats.org/drawingml/2006/main">
            <a:pPr algn="l">
              <a:defRPr sz="10875" b="1">
                <a:solidFill>
                  <a:srgbClr val="9FFF68"/>
                </a:solidFill>
                <a:latin typeface="Pretendard"/>
                <a:ea typeface="Pretendard"/>
                <a:cs typeface="Pretendard"/>
              </a:defRPr>
            </a:pPr>
            <a:r>
              <a:rPr sz="10875" b="1">
                <a:solidFill>
                  <a:srgbClr val="9FFF68"/>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45A88BF7-FE16-4EA6-9817-BF37B51D47D3}"/>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9FFF68"/>
                </a:solidFill>
                <a:latin typeface="Pretendard"/>
                <a:ea typeface="Pretendard"/>
                <a:cs typeface="Pretendard"/>
              </a:defRPr>
            </a:defPPr>
            <a:lvl1pPr algn="l">
              <a:defRPr sz="10875" b="1">
                <a:solidFill>
                  <a:srgbClr val="9FFF68"/>
                </a:solidFill>
                <a:latin typeface="Pretendard"/>
                <a:ea typeface="Pretendard"/>
                <a:cs typeface="Pretendard"/>
              </a:defRPr>
            </a:lvl1pPr>
            <a:lvl2pPr algn="l">
              <a:defRPr sz="10875" b="1">
                <a:solidFill>
                  <a:srgbClr val="9FFF68"/>
                </a:solidFill>
                <a:latin typeface="Pretendard"/>
                <a:ea typeface="Pretendard"/>
                <a:cs typeface="Pretendard"/>
              </a:defRPr>
            </a:lvl2pPr>
            <a:lvl3pPr algn="l">
              <a:defRPr sz="10875" b="1">
                <a:solidFill>
                  <a:srgbClr val="9FFF68"/>
                </a:solidFill>
                <a:latin typeface="Pretendard"/>
                <a:ea typeface="Pretendard"/>
                <a:cs typeface="Pretendard"/>
              </a:defRPr>
            </a:lvl3pPr>
            <a:lvl4pPr algn="l">
              <a:defRPr sz="10875" b="1">
                <a:solidFill>
                  <a:srgbClr val="9FFF68"/>
                </a:solidFill>
                <a:latin typeface="Pretendard"/>
                <a:ea typeface="Pretendard"/>
                <a:cs typeface="Pretendard"/>
              </a:defRPr>
            </a:lvl4pPr>
            <a:lvl5pPr algn="l">
              <a:defRPr sz="10875" b="1">
                <a:solidFill>
                  <a:srgbClr val="9FFF68"/>
                </a:solidFill>
                <a:latin typeface="Pretendard"/>
                <a:ea typeface="Pretendard"/>
                <a:cs typeface="Pretendard"/>
              </a:defRPr>
            </a:lvl5pPr>
            <a:lvl6pPr algn="l">
              <a:defRPr sz="10875" b="1">
                <a:solidFill>
                  <a:srgbClr val="9FFF68"/>
                </a:solidFill>
                <a:latin typeface="Pretendard"/>
                <a:ea typeface="Pretendard"/>
                <a:cs typeface="Pretendard"/>
              </a:defRPr>
            </a:lvl6pPr>
            <a:lvl7pPr algn="l">
              <a:defRPr sz="10875" b="1">
                <a:solidFill>
                  <a:srgbClr val="9FFF68"/>
                </a:solidFill>
                <a:latin typeface="Pretendard"/>
                <a:ea typeface="Pretendard"/>
                <a:cs typeface="Pretendard"/>
              </a:defRPr>
            </a:lvl7pPr>
            <a:lvl8pPr algn="l">
              <a:defRPr sz="10875" b="1">
                <a:solidFill>
                  <a:srgbClr val="9FFF68"/>
                </a:solidFill>
                <a:latin typeface="Pretendard"/>
                <a:ea typeface="Pretendard"/>
                <a:cs typeface="Pretendard"/>
              </a:defRPr>
            </a:lvl8pPr>
            <a:lvl9pPr algn="l">
              <a:defRPr sz="10875" b="1">
                <a:solidFill>
                  <a:srgbClr val="9FFF68"/>
                </a:solidFill>
                <a:latin typeface="Pretendard"/>
                <a:ea typeface="Pretendard"/>
                <a:cs typeface="Pretendard"/>
              </a:defRPr>
            </a:lvl9pPr>
          </a:lstStyle>
          <a:p xmlns:a="http://schemas.openxmlformats.org/drawingml/2006/main">
            <a:pPr algn="l">
              <a:defRPr sz="10875" b="1">
                <a:solidFill>
                  <a:srgbClr val="9FFF68"/>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57885F4E-7694-4BE7-A430-E31D38B34816}"/>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9FFF68"/>
                </a:solidFill>
                <a:latin typeface="Pretendard"/>
                <a:ea typeface="Pretendard"/>
                <a:cs typeface="Pretendard"/>
              </a:defRPr>
            </a:defPPr>
            <a:lvl1pPr algn="l">
              <a:defRPr sz="3975" b="0">
                <a:solidFill>
                  <a:srgbClr val="9FFF68"/>
                </a:solidFill>
                <a:latin typeface="Pretendard"/>
                <a:ea typeface="Pretendard"/>
                <a:cs typeface="Pretendard"/>
              </a:defRPr>
            </a:lvl1pPr>
            <a:lvl2pPr algn="l">
              <a:defRPr sz="3975" b="0">
                <a:solidFill>
                  <a:srgbClr val="9FFF68"/>
                </a:solidFill>
                <a:latin typeface="Pretendard"/>
                <a:ea typeface="Pretendard"/>
                <a:cs typeface="Pretendard"/>
              </a:defRPr>
            </a:lvl2pPr>
            <a:lvl3pPr algn="l">
              <a:defRPr sz="3975" b="0">
                <a:solidFill>
                  <a:srgbClr val="9FFF68"/>
                </a:solidFill>
                <a:latin typeface="Pretendard"/>
                <a:ea typeface="Pretendard"/>
                <a:cs typeface="Pretendard"/>
              </a:defRPr>
            </a:lvl3pPr>
            <a:lvl4pPr algn="l">
              <a:defRPr sz="3975" b="0">
                <a:solidFill>
                  <a:srgbClr val="9FFF68"/>
                </a:solidFill>
                <a:latin typeface="Pretendard"/>
                <a:ea typeface="Pretendard"/>
                <a:cs typeface="Pretendard"/>
              </a:defRPr>
            </a:lvl4pPr>
            <a:lvl5pPr algn="l">
              <a:defRPr sz="3975" b="0">
                <a:solidFill>
                  <a:srgbClr val="9FFF68"/>
                </a:solidFill>
                <a:latin typeface="Pretendard"/>
                <a:ea typeface="Pretendard"/>
                <a:cs typeface="Pretendard"/>
              </a:defRPr>
            </a:lvl5pPr>
            <a:lvl6pPr algn="l">
              <a:defRPr sz="3975" b="0">
                <a:solidFill>
                  <a:srgbClr val="9FFF68"/>
                </a:solidFill>
                <a:latin typeface="Pretendard"/>
                <a:ea typeface="Pretendard"/>
                <a:cs typeface="Pretendard"/>
              </a:defRPr>
            </a:lvl6pPr>
            <a:lvl7pPr algn="l">
              <a:defRPr sz="3975" b="0">
                <a:solidFill>
                  <a:srgbClr val="9FFF68"/>
                </a:solidFill>
                <a:latin typeface="Pretendard"/>
                <a:ea typeface="Pretendard"/>
                <a:cs typeface="Pretendard"/>
              </a:defRPr>
            </a:lvl7pPr>
            <a:lvl8pPr algn="l">
              <a:defRPr sz="3975" b="0">
                <a:solidFill>
                  <a:srgbClr val="9FFF68"/>
                </a:solidFill>
                <a:latin typeface="Pretendard"/>
                <a:ea typeface="Pretendard"/>
                <a:cs typeface="Pretendard"/>
              </a:defRPr>
            </a:lvl8pPr>
            <a:lvl9pPr algn="l">
              <a:defRPr sz="3975" b="0">
                <a:solidFill>
                  <a:srgbClr val="9FFF68"/>
                </a:solidFill>
                <a:latin typeface="Pretendard"/>
                <a:ea typeface="Pretendard"/>
                <a:cs typeface="Pretendard"/>
              </a:defRPr>
            </a:lvl9pPr>
          </a:lstStyle>
          <a:p xmlns:a="http://schemas.openxmlformats.org/drawingml/2006/main">
            <a:pPr algn="l">
              <a:defRPr sz="3975" b="0">
                <a:solidFill>
                  <a:srgbClr val="9FFF68"/>
                </a:solidFill>
                <a:latin typeface="Pretendard"/>
                <a:ea typeface="Pretendard"/>
                <a:cs typeface="Pretendard"/>
              </a:defRPr>
            </a:pPr>
            <a:r>
              <a:rPr sz="3975" b="0">
                <a:solidFill>
                  <a:srgbClr val="9FFF68"/>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6EA4C66D-B4E4-4D03-B422-825907891EEB}"/>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9FFF68"/>
                </a:solidFill>
                <a:latin typeface="Pretendard"/>
                <a:ea typeface="Pretendard"/>
                <a:cs typeface="Pretendard"/>
              </a:defRPr>
            </a:defPPr>
            <a:lvl1pPr algn="l">
              <a:defRPr sz="5250" b="0">
                <a:solidFill>
                  <a:srgbClr val="9FFF68"/>
                </a:solidFill>
                <a:latin typeface="Pretendard"/>
                <a:ea typeface="Pretendard"/>
                <a:cs typeface="Pretendard"/>
              </a:defRPr>
            </a:lvl1pPr>
            <a:lvl2pPr algn="l">
              <a:defRPr sz="5250" b="0">
                <a:solidFill>
                  <a:srgbClr val="9FFF68"/>
                </a:solidFill>
                <a:latin typeface="Pretendard"/>
                <a:ea typeface="Pretendard"/>
                <a:cs typeface="Pretendard"/>
              </a:defRPr>
            </a:lvl2pPr>
            <a:lvl3pPr algn="l">
              <a:defRPr sz="5250" b="0">
                <a:solidFill>
                  <a:srgbClr val="9FFF68"/>
                </a:solidFill>
                <a:latin typeface="Pretendard"/>
                <a:ea typeface="Pretendard"/>
                <a:cs typeface="Pretendard"/>
              </a:defRPr>
            </a:lvl3pPr>
            <a:lvl4pPr algn="l">
              <a:defRPr sz="5250" b="0">
                <a:solidFill>
                  <a:srgbClr val="9FFF68"/>
                </a:solidFill>
                <a:latin typeface="Pretendard"/>
                <a:ea typeface="Pretendard"/>
                <a:cs typeface="Pretendard"/>
              </a:defRPr>
            </a:lvl4pPr>
            <a:lvl5pPr algn="l">
              <a:defRPr sz="5250" b="0">
                <a:solidFill>
                  <a:srgbClr val="9FFF68"/>
                </a:solidFill>
                <a:latin typeface="Pretendard"/>
                <a:ea typeface="Pretendard"/>
                <a:cs typeface="Pretendard"/>
              </a:defRPr>
            </a:lvl5pPr>
            <a:lvl6pPr algn="l">
              <a:defRPr sz="5250" b="0">
                <a:solidFill>
                  <a:srgbClr val="9FFF68"/>
                </a:solidFill>
                <a:latin typeface="Pretendard"/>
                <a:ea typeface="Pretendard"/>
                <a:cs typeface="Pretendard"/>
              </a:defRPr>
            </a:lvl6pPr>
            <a:lvl7pPr algn="l">
              <a:defRPr sz="5250" b="0">
                <a:solidFill>
                  <a:srgbClr val="9FFF68"/>
                </a:solidFill>
                <a:latin typeface="Pretendard"/>
                <a:ea typeface="Pretendard"/>
                <a:cs typeface="Pretendard"/>
              </a:defRPr>
            </a:lvl7pPr>
            <a:lvl8pPr algn="l">
              <a:defRPr sz="5250" b="0">
                <a:solidFill>
                  <a:srgbClr val="9FFF68"/>
                </a:solidFill>
                <a:latin typeface="Pretendard"/>
                <a:ea typeface="Pretendard"/>
                <a:cs typeface="Pretendard"/>
              </a:defRPr>
            </a:lvl8pPr>
            <a:lvl9pPr algn="l">
              <a:defRPr sz="5250" b="0">
                <a:solidFill>
                  <a:srgbClr val="9FFF68"/>
                </a:solidFill>
                <a:latin typeface="Pretendard"/>
                <a:ea typeface="Pretendard"/>
                <a:cs typeface="Pretendard"/>
              </a:defRPr>
            </a:lvl9pPr>
          </a:lstStyle>
          <a:p xmlns:a="http://schemas.openxmlformats.org/drawingml/2006/main">
            <a:pPr algn="l">
              <a:defRPr sz="5250" b="0">
                <a:solidFill>
                  <a:srgbClr val="9FFF68"/>
                </a:solidFill>
                <a:latin typeface="Pretendard"/>
                <a:ea typeface="Pretendard"/>
                <a:cs typeface="Pretendard"/>
              </a:defRPr>
            </a:pPr>
            <a:r>
              <a:rPr sz="5250" b="0">
                <a:solidFill>
                  <a:srgbClr val="9FFF68"/>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AEE1FEF0-D3CB-4385-92CE-32B37FF57F4E}"/>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242424"/>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9AB306EA-9F82-4675-AAA9-0CC5B33A3501}"/>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B8EDF9B0-575D-48ED-9C64-799B8B893C28}"/>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ED169769-A629-45E1-8311-3B557D277CE5}"/>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242424"/>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5BDF3C9F-066A-4BBF-AAD5-A6D33014608D}"/>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712B3581-E0B7-48BF-BDD6-702728CA9100}"/>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DCFD3CE0-0372-4898-AC0E-5197C5F1FA2D}"/>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BBBBBB"/>
                </a:solidFill>
                <a:latin typeface="Pretendard"/>
                <a:ea typeface="Pretendard"/>
                <a:cs typeface="Pretendard"/>
              </a:defRPr>
            </a:defPPr>
            <a:lvl1pPr algn="ctr">
              <a:defRPr sz="2550" b="0">
                <a:solidFill>
                  <a:srgbClr val="BBBBBB"/>
                </a:solidFill>
                <a:latin typeface="Pretendard"/>
                <a:ea typeface="Pretendard"/>
                <a:cs typeface="Pretendard"/>
              </a:defRPr>
            </a:lvl1pPr>
            <a:lvl2pPr algn="ctr">
              <a:defRPr sz="2550" b="0">
                <a:solidFill>
                  <a:srgbClr val="BBBBBB"/>
                </a:solidFill>
                <a:latin typeface="Pretendard"/>
                <a:ea typeface="Pretendard"/>
                <a:cs typeface="Pretendard"/>
              </a:defRPr>
            </a:lvl2pPr>
            <a:lvl3pPr algn="ctr">
              <a:defRPr sz="2550" b="0">
                <a:solidFill>
                  <a:srgbClr val="BBBBBB"/>
                </a:solidFill>
                <a:latin typeface="Pretendard"/>
                <a:ea typeface="Pretendard"/>
                <a:cs typeface="Pretendard"/>
              </a:defRPr>
            </a:lvl3pPr>
            <a:lvl4pPr algn="ctr">
              <a:defRPr sz="2550" b="0">
                <a:solidFill>
                  <a:srgbClr val="BBBBBB"/>
                </a:solidFill>
                <a:latin typeface="Pretendard"/>
                <a:ea typeface="Pretendard"/>
                <a:cs typeface="Pretendard"/>
              </a:defRPr>
            </a:lvl4pPr>
            <a:lvl5pPr algn="ctr">
              <a:defRPr sz="2550" b="0">
                <a:solidFill>
                  <a:srgbClr val="BBBBBB"/>
                </a:solidFill>
                <a:latin typeface="Pretendard"/>
                <a:ea typeface="Pretendard"/>
                <a:cs typeface="Pretendard"/>
              </a:defRPr>
            </a:lvl5pPr>
            <a:lvl6pPr algn="ctr">
              <a:defRPr sz="2550" b="0">
                <a:solidFill>
                  <a:srgbClr val="BBBBBB"/>
                </a:solidFill>
                <a:latin typeface="Pretendard"/>
                <a:ea typeface="Pretendard"/>
                <a:cs typeface="Pretendard"/>
              </a:defRPr>
            </a:lvl6pPr>
            <a:lvl7pPr algn="ctr">
              <a:defRPr sz="2550" b="0">
                <a:solidFill>
                  <a:srgbClr val="BBBBBB"/>
                </a:solidFill>
                <a:latin typeface="Pretendard"/>
                <a:ea typeface="Pretendard"/>
                <a:cs typeface="Pretendard"/>
              </a:defRPr>
            </a:lvl7pPr>
            <a:lvl8pPr algn="ctr">
              <a:defRPr sz="2550" b="0">
                <a:solidFill>
                  <a:srgbClr val="BBBBBB"/>
                </a:solidFill>
                <a:latin typeface="Pretendard"/>
                <a:ea typeface="Pretendard"/>
                <a:cs typeface="Pretendard"/>
              </a:defRPr>
            </a:lvl8pPr>
            <a:lvl9pPr algn="ctr">
              <a:defRPr sz="2550" b="0">
                <a:solidFill>
                  <a:srgbClr val="BBBBBB"/>
                </a:solidFill>
                <a:latin typeface="Pretendard"/>
                <a:ea typeface="Pretendard"/>
                <a:cs typeface="Pretendard"/>
              </a:defRPr>
            </a:lvl9pPr>
          </a:lstStyle>
          <a:p xmlns:a="http://schemas.openxmlformats.org/drawingml/2006/main">
            <a:pPr algn="ctr">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9A295D16-16AB-4525-8BF1-797CFC6842E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F5BFA38A-E790-4941-8173-7E1B575445F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1350835502"/>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14DD213-6823-4127-94CB-2D6CB5A853A3}"/>
              </a:ext>
            </a:extLst>
          </p:cNvPr>
          <p:cNvPicPr>
            <a:picLocks xmlns:a="http://schemas.openxmlformats.org/drawingml/2006/main" noChangeAspect="1"/>
          </p:cNvPicPr>
          <p:nvPr/>
        </p:nvPicPr>
        <p:blipFill>
          <a:blip xmlns:r="http://schemas.openxmlformats.org/officeDocument/2006/relationships" xmlns:a="http://schemas.openxmlformats.org/drawingml/2006/main" r:embed="Rb70d865415a044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ADBA441-1177-4AA3-AF44-9B20DE37461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65D96A-1ADE-48A0-8529-3D1CEA83A52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5328F4C-4BB7-4848-82D0-3C4AE4582D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6B84207-CB91-460C-967C-94D396CA0F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502DD21-9251-48D4-AC42-B8889A2C2D2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72924C40-0F2C-4891-854F-0F5BEA4393F1}"/>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BBBBB"/>
                </a:solidFill>
                <a:latin typeface="Pretendard"/>
                <a:ea typeface="Pretendard"/>
                <a:cs typeface="Pretendard"/>
              </a:defRPr>
            </a:defPPr>
            <a:lvl1pPr algn="ctr">
              <a:defRPr sz="2850" b="0">
                <a:solidFill>
                  <a:srgbClr val="BBBBBB"/>
                </a:solidFill>
                <a:latin typeface="Pretendard"/>
                <a:ea typeface="Pretendard"/>
                <a:cs typeface="Pretendard"/>
              </a:defRPr>
            </a:lvl1pPr>
            <a:lvl2pPr algn="ctr">
              <a:defRPr sz="2850" b="0">
                <a:solidFill>
                  <a:srgbClr val="BBBBBB"/>
                </a:solidFill>
                <a:latin typeface="Pretendard"/>
                <a:ea typeface="Pretendard"/>
                <a:cs typeface="Pretendard"/>
              </a:defRPr>
            </a:lvl2pPr>
            <a:lvl3pPr algn="ctr">
              <a:defRPr sz="2850" b="0">
                <a:solidFill>
                  <a:srgbClr val="BBBBBB"/>
                </a:solidFill>
                <a:latin typeface="Pretendard"/>
                <a:ea typeface="Pretendard"/>
                <a:cs typeface="Pretendard"/>
              </a:defRPr>
            </a:lvl3pPr>
            <a:lvl4pPr algn="ctr">
              <a:defRPr sz="2850" b="0">
                <a:solidFill>
                  <a:srgbClr val="BBBBBB"/>
                </a:solidFill>
                <a:latin typeface="Pretendard"/>
                <a:ea typeface="Pretendard"/>
                <a:cs typeface="Pretendard"/>
              </a:defRPr>
            </a:lvl4pPr>
            <a:lvl5pPr algn="ctr">
              <a:defRPr sz="2850" b="0">
                <a:solidFill>
                  <a:srgbClr val="BBBBBB"/>
                </a:solidFill>
                <a:latin typeface="Pretendard"/>
                <a:ea typeface="Pretendard"/>
                <a:cs typeface="Pretendard"/>
              </a:defRPr>
            </a:lvl5pPr>
            <a:lvl6pPr algn="ctr">
              <a:defRPr sz="2850" b="0">
                <a:solidFill>
                  <a:srgbClr val="BBBBBB"/>
                </a:solidFill>
                <a:latin typeface="Pretendard"/>
                <a:ea typeface="Pretendard"/>
                <a:cs typeface="Pretendard"/>
              </a:defRPr>
            </a:lvl6pPr>
            <a:lvl7pPr algn="ctr">
              <a:defRPr sz="2850" b="0">
                <a:solidFill>
                  <a:srgbClr val="BBBBBB"/>
                </a:solidFill>
                <a:latin typeface="Pretendard"/>
                <a:ea typeface="Pretendard"/>
                <a:cs typeface="Pretendard"/>
              </a:defRPr>
            </a:lvl7pPr>
            <a:lvl8pPr algn="ctr">
              <a:defRPr sz="2850" b="0">
                <a:solidFill>
                  <a:srgbClr val="BBBBBB"/>
                </a:solidFill>
                <a:latin typeface="Pretendard"/>
                <a:ea typeface="Pretendard"/>
                <a:cs typeface="Pretendard"/>
              </a:defRPr>
            </a:lvl8pPr>
            <a:lvl9pPr algn="ctr">
              <a:defRPr sz="2850" b="0">
                <a:solidFill>
                  <a:srgbClr val="BBBBBB"/>
                </a:solidFill>
                <a:latin typeface="Pretendard"/>
                <a:ea typeface="Pretendard"/>
                <a:cs typeface="Pretendard"/>
              </a:defRPr>
            </a:lvl9pPr>
          </a:lstStyle>
          <a:p xmlns:a="http://schemas.openxmlformats.org/drawingml/2006/main">
            <a:pPr algn="ctr">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2B50ADD4-2A77-4A88-A6E8-9155A537DB3B}"/>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1582D36-9C56-4CEB-A58C-0E1BE1CCD84B}"/>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6BF63DE-0E86-491D-B53B-9CE05BB1FB4A}"/>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6CA23B6-C8C9-4F54-AADA-0530DE6013E0}"/>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4F03B79-8C0D-4DFD-BB3F-81C736E8582E}"/>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6D629C9-0BA9-4558-8831-9D7612212A8A}"/>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79465588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6219DA8-9CBD-4A6D-8121-53F09E1A6C1E}"/>
              </a:ext>
            </a:extLst>
          </p:cNvPr>
          <p:cNvPicPr>
            <a:picLocks xmlns:a="http://schemas.openxmlformats.org/drawingml/2006/main" noChangeAspect="1"/>
          </p:cNvPicPr>
          <p:nvPr/>
        </p:nvPicPr>
        <p:blipFill>
          <a:blip xmlns:r="http://schemas.openxmlformats.org/officeDocument/2006/relationships" xmlns:a="http://schemas.openxmlformats.org/drawingml/2006/main" r:embed="Rd66a6401d57c403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E1A076-1465-4515-9400-2EFDAA2F4F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E3141E-F041-440E-9E3F-8AC1E7A5FE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3599959-BEF2-4015-8962-72B6C2E172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966A543-D577-4A1C-B058-C545300ED9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4B8227F-10E1-48A4-A208-B57D74E86BE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51BCB921-2A41-4E7E-9D63-AB410851B5AE}"/>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242424"/>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C14CB41F-F2BC-4139-B706-0A8D1049BF7A}"/>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A4FA61F8-B69C-454C-952B-7C3053D71E4B}"/>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B4F070FA-43A0-4BB3-B6A8-412A290DA021}"/>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242424"/>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EE249705-CD08-494B-86CC-C69259CFBF66}"/>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E44C7054-AFF4-42B2-926D-8E5821EF936D}"/>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FBA2E6D9-4977-4595-B136-87843F67EC0A}"/>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845BAFCE-5D90-4DC6-903E-F9D4D27FF2FC}"/>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625357374"/>
      </p:ext>
    </p:extLst>
  </p:cSld>
</p:sld>
</file>

<file path=ppt/slides/slide2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4377E87-B495-449E-AC5C-6C2E3242F56D}"/>
              </a:ext>
            </a:extLst>
          </p:cNvPr>
          <p:cNvPicPr>
            <a:picLocks xmlns:a="http://schemas.openxmlformats.org/drawingml/2006/main" noChangeAspect="1"/>
          </p:cNvPicPr>
          <p:nvPr/>
        </p:nvPicPr>
        <p:blipFill>
          <a:blip xmlns:r="http://schemas.openxmlformats.org/officeDocument/2006/relationships" xmlns:a="http://schemas.openxmlformats.org/drawingml/2006/main" r:embed="R77c459886fa848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FD16F9-51B8-41D7-A2D6-B77D527544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5682AC-C81E-4350-A1B3-69C5C3E43C66}"/>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8DAA7D1-F492-4438-98A7-18E508F2B580}"/>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CCA0E5-6388-427A-90A2-061689317D8D}"/>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6BCCCFA8-9641-487C-AE2C-7EA7A56774AD}"/>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010E3DC2-02EF-4257-9FA7-C0F9D1D38989}"/>
              </a:ext>
            </a:extLst>
          </p:cNvPr>
          <p:cNvSpPr>
            <a:spLocks xmlns:a="http://schemas.openxmlformats.org/drawingml/2006/main" noGrp="1"/>
          </p:cNvSpPr>
          <p:nvPr/>
        </p:nvSpPr>
        <p:spPr>
          <a:xfrm xmlns:a="http://schemas.openxmlformats.org/drawingml/2006/main">
            <a:off x="2000250" y="371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DC669271-095D-4B28-8E39-6140D3BADA6D}"/>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6294644-680B-4818-8A9A-9141D2FCED2A}"/>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0722074-7BD9-4108-8708-EF176DA2E39C}"/>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CF40904-61D8-49F5-8882-81F7FE89D98F}"/>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2C3D840-B62F-499F-924C-296DE61311BE}"/>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97F071B-24AD-489F-8028-804580FCFDCF}"/>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873750412"/>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1A38E10-F388-478B-8F3B-B8D7CED38578}"/>
              </a:ext>
            </a:extLst>
          </p:cNvPr>
          <p:cNvPicPr>
            <a:picLocks xmlns:a="http://schemas.openxmlformats.org/drawingml/2006/main" noChangeAspect="1"/>
          </p:cNvPicPr>
          <p:nvPr/>
        </p:nvPicPr>
        <p:blipFill>
          <a:blip xmlns:r="http://schemas.openxmlformats.org/officeDocument/2006/relationships" xmlns:a="http://schemas.openxmlformats.org/drawingml/2006/main" r:embed="R4eedcd93c66743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ED3422-3561-4CBE-A2FD-42C8335C6D4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A37CDD-B296-4890-ABDE-E2A9EF78022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FEC6506-F5F7-41E9-B838-570585F5F5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83662FF-C879-4C3A-824F-9694F5FFA7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F9CCB32-1D58-4DB2-8393-653D4BEBFDC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2280C961-FFF5-4FDC-8A9F-CA3B0D4FC47D}"/>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242424"/>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3C5BA525-FB00-42D5-B361-615E762EC807}"/>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D529F6C5-B80B-4B6F-AA94-7CC15C641DB7}"/>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A496E385-2BA8-450C-AA53-F5CF250F1262}"/>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242424"/>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E972DB6A-FE12-42A1-847D-9AADA2926C51}"/>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F230D54D-2C94-4B3E-B36B-D3E2338E8056}"/>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9D39AE02-73D3-4B59-BEDC-4F2A909DCE29}"/>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3C7ABD3C-2A7E-48B3-9ED2-BA4DBA9ECB76}"/>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EB5492D7-081E-4551-A2CF-2AACAC8C3738}"/>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44533034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7CC8E7E-9CD3-40BD-BC16-743E2E38CFAF}"/>
              </a:ext>
            </a:extLst>
          </p:cNvPr>
          <p:cNvPicPr>
            <a:picLocks xmlns:a="http://schemas.openxmlformats.org/drawingml/2006/main" noChangeAspect="1"/>
          </p:cNvPicPr>
          <p:nvPr/>
        </p:nvPicPr>
        <p:blipFill>
          <a:blip xmlns:r="http://schemas.openxmlformats.org/officeDocument/2006/relationships" xmlns:a="http://schemas.openxmlformats.org/drawingml/2006/main" r:embed="R637cc4c15060438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C68919-A77A-4D6F-A3D8-48C004AE7E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76900E-F55B-42C2-A6D0-5A38A4879C0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1BA4DA1-CD44-4DE3-AC2B-4DE9EBDCDC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F842A69-2CF1-49BB-B9D8-130E982160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544375C-AA5D-4459-A77A-9E6999F105E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4CC640C7-73F4-440E-858B-9D1479435067}"/>
              </a:ext>
            </a:extLst>
          </p:cNvPr>
          <p:cNvPicPr>
            <a:picLocks xmlns:a="http://schemas.openxmlformats.org/drawingml/2006/main" noChangeAspect="1"/>
          </p:cNvPicPr>
          <p:nvPr/>
        </p:nvPicPr>
        <p:blipFill>
          <a:blip xmlns:r="http://schemas.openxmlformats.org/officeDocument/2006/relationships" xmlns:a="http://schemas.openxmlformats.org/drawingml/2006/main" r:embed="R3990d14824b3481e"/>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B2AA0A0-43AB-47D0-81CF-6D04393A1E4E}"/>
              </a:ext>
            </a:extLst>
          </p:cNvPr>
          <p:cNvPicPr>
            <a:picLocks xmlns:a="http://schemas.openxmlformats.org/drawingml/2006/main" noChangeAspect="1"/>
          </p:cNvPicPr>
          <p:nvPr/>
        </p:nvPicPr>
        <p:blipFill>
          <a:blip xmlns:r="http://schemas.openxmlformats.org/officeDocument/2006/relationships" xmlns:a="http://schemas.openxmlformats.org/drawingml/2006/main" r:embed="R1b475d23d8324b4e"/>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DCA4AA57-17AB-4957-A977-34231A0CB7EE}"/>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5FFDFBA7-57D0-453F-AA0C-B8C3B6F98D03}"/>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C33D21F-3B34-4253-9A73-5421061FFD48}"/>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62C2E0D-F9B5-4F1C-B88D-061C0313F50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0B147573-1BF9-4EC6-B896-535FA5869603}"/>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7897DEB-2521-4CB2-B49D-1B5478A37460}"/>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53F571E8-F8EE-4669-9EAA-C48BF99C2CAC}"/>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90D61AA1-3BA1-461E-B3C0-3DB23FF0011D}"/>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49328506"/>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437E047-4C23-4563-BA26-D67D7C71BE01}"/>
              </a:ext>
            </a:extLst>
          </p:cNvPr>
          <p:cNvPicPr>
            <a:picLocks xmlns:a="http://schemas.openxmlformats.org/drawingml/2006/main" noChangeAspect="1"/>
          </p:cNvPicPr>
          <p:nvPr/>
        </p:nvPicPr>
        <p:blipFill>
          <a:blip xmlns:r="http://schemas.openxmlformats.org/officeDocument/2006/relationships" xmlns:a="http://schemas.openxmlformats.org/drawingml/2006/main" r:embed="R58d3c64f6e464c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F0A90B-FA26-4204-BFF1-20C795CBCEA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E91B1C-9DEC-4A1A-94D6-E7F061BAF06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D673DFF-BAE5-4A39-9FA6-1D56BDC45E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B066890-DFA1-4BA4-9EF8-1D3185B57C6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89FBDAB-ED21-4BE7-A048-8DA779682B4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0A691A9E-0FF1-499B-9388-F35062C66198}"/>
              </a:ext>
            </a:extLst>
          </p:cNvPr>
          <p:cNvPicPr>
            <a:picLocks xmlns:a="http://schemas.openxmlformats.org/drawingml/2006/main" noChangeAspect="1"/>
          </p:cNvPicPr>
          <p:nvPr/>
        </p:nvPicPr>
        <p:blipFill>
          <a:blip xmlns:r="http://schemas.openxmlformats.org/officeDocument/2006/relationships" xmlns:a="http://schemas.openxmlformats.org/drawingml/2006/main" r:embed="R85df4ebf31274200"/>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849C058-FFDA-4046-BF40-002757FC7F65}"/>
              </a:ext>
            </a:extLst>
          </p:cNvPr>
          <p:cNvPicPr>
            <a:picLocks xmlns:a="http://schemas.openxmlformats.org/drawingml/2006/main" noChangeAspect="1"/>
          </p:cNvPicPr>
          <p:nvPr/>
        </p:nvPicPr>
        <p:blipFill>
          <a:blip xmlns:r="http://schemas.openxmlformats.org/officeDocument/2006/relationships" xmlns:a="http://schemas.openxmlformats.org/drawingml/2006/main" r:embed="Rc063b400b63440a7"/>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DFD9F5B-8C07-4236-8935-B0EC9372E42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F619BE9-02EB-4D4E-990F-2D7E6FC7CF1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40E71CD2-5F16-4527-90FC-AFE59DEF8D90}"/>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E3FCF7F1-74F7-4E30-85EF-B1702502C052}"/>
              </a:ext>
            </a:extLst>
          </p:cNvPr>
          <p:cNvPicPr>
            <a:picLocks xmlns:a="http://schemas.openxmlformats.org/drawingml/2006/main" noChangeAspect="1"/>
          </p:cNvPicPr>
          <p:nvPr/>
        </p:nvPicPr>
        <p:blipFill>
          <a:blip xmlns:r="http://schemas.openxmlformats.org/officeDocument/2006/relationships" xmlns:a="http://schemas.openxmlformats.org/drawingml/2006/main" r:embed="R7e3777a669d6451d"/>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A93D15ED-0846-4FD5-8624-F597F9A90059}"/>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9AEBA2FC-C416-4AA3-BF3F-146FB6BBA8CB}"/>
              </a:ext>
            </a:extLst>
          </p:cNvPr>
          <p:cNvPicPr>
            <a:picLocks xmlns:a="http://schemas.openxmlformats.org/drawingml/2006/main" noChangeAspect="1"/>
          </p:cNvPicPr>
          <p:nvPr/>
        </p:nvPicPr>
        <p:blipFill>
          <a:blip xmlns:r="http://schemas.openxmlformats.org/officeDocument/2006/relationships" xmlns:a="http://schemas.openxmlformats.org/drawingml/2006/main" r:embed="Rfa172b5811094e12"/>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29626622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21B9169-7566-42B6-AD29-86FA246E3BC5}"/>
              </a:ext>
            </a:extLst>
          </p:cNvPr>
          <p:cNvPicPr>
            <a:picLocks xmlns:a="http://schemas.openxmlformats.org/drawingml/2006/main" noChangeAspect="1"/>
          </p:cNvPicPr>
          <p:nvPr/>
        </p:nvPicPr>
        <p:blipFill>
          <a:blip xmlns:r="http://schemas.openxmlformats.org/officeDocument/2006/relationships" xmlns:a="http://schemas.openxmlformats.org/drawingml/2006/main" r:embed="R69cf77f61945416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408A25B-C56F-4433-B282-60A22A1215D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B8892E-4C7D-4C44-AA23-82FCCE1A076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F0F855E-7449-4193-953B-D2FC8B71DD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BBFC0B-5EC4-494A-81CC-9569578F17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4B28A02-81EB-4F05-9139-937D941655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BD72DA25-CFA8-478B-BD2A-3798999664BF}"/>
              </a:ext>
            </a:extLst>
          </p:cNvPr>
          <p:cNvPicPr>
            <a:picLocks xmlns:a="http://schemas.openxmlformats.org/drawingml/2006/main" noChangeAspect="1"/>
          </p:cNvPicPr>
          <p:nvPr/>
        </p:nvPicPr>
        <p:blipFill>
          <a:blip xmlns:r="http://schemas.openxmlformats.org/officeDocument/2006/relationships" xmlns:a="http://schemas.openxmlformats.org/drawingml/2006/main" r:embed="R7fe4e799e7774a6e"/>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2737F7FD-4DD1-41AE-B325-7317AA69FC2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1BE7F4E-D1BC-4D3C-A29F-3103AE8A8FE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2093545321"/>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CA811A-75DC-49CD-8952-F62402D17538}"/>
              </a:ext>
            </a:extLst>
          </p:cNvPr>
          <p:cNvPicPr>
            <a:picLocks xmlns:a="http://schemas.openxmlformats.org/drawingml/2006/main" noChangeAspect="1"/>
          </p:cNvPicPr>
          <p:nvPr/>
        </p:nvPicPr>
        <p:blipFill>
          <a:blip xmlns:r="http://schemas.openxmlformats.org/officeDocument/2006/relationships" xmlns:a="http://schemas.openxmlformats.org/drawingml/2006/main" r:embed="Rc57f4c902e3e457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6734291-7DDB-4D15-939C-E90887415F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FDE0EC-44ED-42AB-8EA3-A81CC68FBC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19B320D-76EB-403F-9FD2-D57B1B9AF2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2E45C83-4239-488B-B348-3DC8B17D16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BF550F7-84DA-40A9-A779-33D1081BFD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FF1DB94F-A528-4B4E-8616-5C172589846F}"/>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10" name="R04-33 표제와 해석 영역">
            <a:extLst xmlns:a="http://schemas.openxmlformats.org/drawingml/2006/main">
              <a:ext uri="{FF2B5EF4-FFF2-40B4-BE49-F238E27FC236}">
                <a16:creationId xmlns:a16="http://schemas.microsoft.com/office/drawing/2014/main" id="{8F355EDF-3F32-4709-A537-A50876D16644}"/>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242424"/>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1F932D5C-7FBB-4014-89A9-12386C0ECF07}"/>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446E1740-DDCD-4F13-A9BA-6D9B3CA5F865}"/>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A53C3440-0155-4A99-A34A-C1C45A292715}"/>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FFFFFF"/>
                </a:solidFill>
                <a:latin typeface="Pretendard"/>
                <a:ea typeface="Pretendard"/>
                <a:cs typeface="Pretendard"/>
              </a:defRPr>
            </a:defPPr>
            <a:lvl1pPr algn="l">
              <a:defRPr sz="3300" b="0">
                <a:solidFill>
                  <a:srgbClr val="FFFFFF"/>
                </a:solidFill>
                <a:latin typeface="Pretendard"/>
                <a:ea typeface="Pretendard"/>
                <a:cs typeface="Pretendard"/>
              </a:defRPr>
            </a:lvl1pPr>
            <a:lvl2pPr algn="l">
              <a:defRPr sz="3300" b="0">
                <a:solidFill>
                  <a:srgbClr val="FFFFFF"/>
                </a:solidFill>
                <a:latin typeface="Pretendard"/>
                <a:ea typeface="Pretendard"/>
                <a:cs typeface="Pretendard"/>
              </a:defRPr>
            </a:lvl2pPr>
            <a:lvl3pPr algn="l">
              <a:defRPr sz="3300" b="0">
                <a:solidFill>
                  <a:srgbClr val="FFFFFF"/>
                </a:solidFill>
                <a:latin typeface="Pretendard"/>
                <a:ea typeface="Pretendard"/>
                <a:cs typeface="Pretendard"/>
              </a:defRPr>
            </a:lvl3pPr>
            <a:lvl4pPr algn="l">
              <a:defRPr sz="3300" b="0">
                <a:solidFill>
                  <a:srgbClr val="FFFFFF"/>
                </a:solidFill>
                <a:latin typeface="Pretendard"/>
                <a:ea typeface="Pretendard"/>
                <a:cs typeface="Pretendard"/>
              </a:defRPr>
            </a:lvl4pPr>
            <a:lvl5pPr algn="l">
              <a:defRPr sz="3300" b="0">
                <a:solidFill>
                  <a:srgbClr val="FFFFFF"/>
                </a:solidFill>
                <a:latin typeface="Pretendard"/>
                <a:ea typeface="Pretendard"/>
                <a:cs typeface="Pretendard"/>
              </a:defRPr>
            </a:lvl5pPr>
            <a:lvl6pPr algn="l">
              <a:defRPr sz="3300" b="0">
                <a:solidFill>
                  <a:srgbClr val="FFFFFF"/>
                </a:solidFill>
                <a:latin typeface="Pretendard"/>
                <a:ea typeface="Pretendard"/>
                <a:cs typeface="Pretendard"/>
              </a:defRPr>
            </a:lvl6pPr>
            <a:lvl7pPr algn="l">
              <a:defRPr sz="3300" b="0">
                <a:solidFill>
                  <a:srgbClr val="FFFFFF"/>
                </a:solidFill>
                <a:latin typeface="Pretendard"/>
                <a:ea typeface="Pretendard"/>
                <a:cs typeface="Pretendard"/>
              </a:defRPr>
            </a:lvl7pPr>
            <a:lvl8pPr algn="l">
              <a:defRPr sz="3300" b="0">
                <a:solidFill>
                  <a:srgbClr val="FFFFFF"/>
                </a:solidFill>
                <a:latin typeface="Pretendard"/>
                <a:ea typeface="Pretendard"/>
                <a:cs typeface="Pretendard"/>
              </a:defRPr>
            </a:lvl8pPr>
            <a:lvl9pPr algn="l">
              <a:defRPr sz="3300" b="0">
                <a:solidFill>
                  <a:srgbClr val="FFFFFF"/>
                </a:solidFill>
                <a:latin typeface="Pretendard"/>
                <a:ea typeface="Pretendard"/>
                <a:cs typeface="Pretendard"/>
              </a:defRPr>
            </a:lvl9pPr>
          </a:lstStyle>
          <a:p xmlns:a="http://schemas.openxmlformats.org/drawingml/2006/main">
            <a:pPr algn="l">
              <a:defRPr sz="3300" b="0">
                <a:solidFill>
                  <a:srgbClr val="FFFFFF"/>
                </a:solidFill>
                <a:latin typeface="Pretendard"/>
                <a:ea typeface="Pretendard"/>
                <a:cs typeface="Pretendard"/>
              </a:defRPr>
            </a:pPr>
            <a:r>
              <a:rPr sz="3300" b="0">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F12F261E-3682-4883-A647-F01DD9F270B7}"/>
              </a:ext>
            </a:extLst>
          </p:cNvPr>
          <p:cNvPicPr>
            <a:picLocks xmlns:a="http://schemas.openxmlformats.org/drawingml/2006/main" noChangeAspect="1"/>
          </p:cNvPicPr>
          <p:nvPr/>
        </p:nvPicPr>
        <p:blipFill>
          <a:blip xmlns:r="http://schemas.openxmlformats.org/officeDocument/2006/relationships" xmlns:a="http://schemas.openxmlformats.org/drawingml/2006/main" r:embed="R689dfe16b2144f06"/>
          <a:stretch xmlns:a="http://schemas.openxmlformats.org/drawingml/2006/main"/>
        </p:blipFill>
        <p:spPr>
          <a:xfrm xmlns:a="http://schemas.openxmlformats.org/drawingml/2006/main">
            <a:off x="3939810" y="4191000"/>
            <a:ext cx="10408381" cy="1714500"/>
          </a:xfrm>
          <a:prstGeom xmlns:a="http://schemas.openxmlformats.org/drawingml/2006/main" prst="rect">
            <a:avLst/>
          </a:prstGeom>
        </p:spPr>
      </p:pic>
    </p:spTree>
    <p:extLst>
      <p:ext uri="{BB962C8B-B14F-4D97-AF65-F5344CB8AC3E}">
        <p14:creationId xmlns:p14="http://schemas.microsoft.com/office/powerpoint/2010/main" val="1379471100"/>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00DFFD4-BACB-4263-9262-7B17434AF104}"/>
              </a:ext>
            </a:extLst>
          </p:cNvPr>
          <p:cNvPicPr>
            <a:picLocks xmlns:a="http://schemas.openxmlformats.org/drawingml/2006/main" noChangeAspect="1"/>
          </p:cNvPicPr>
          <p:nvPr/>
        </p:nvPicPr>
        <p:blipFill>
          <a:blip xmlns:r="http://schemas.openxmlformats.org/officeDocument/2006/relationships" xmlns:a="http://schemas.openxmlformats.org/drawingml/2006/main" r:embed="Rbd0aac666428418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5C3B79-09E1-44C4-8CD7-1ED1DE1A1B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A30CDB-26FA-477D-AD91-E77AC0EB6F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1BB7313-118F-4284-A501-B3203526A94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5B7BF1-E42F-4C53-A6C9-681094A9A9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FFCC1B8-E30C-4711-94F6-26ECBC85A50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B1680967-B5EE-4434-8193-D1298EFA8AF0}"/>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BBBBBB"/>
                </a:solidFill>
                <a:latin typeface="Pretendard"/>
                <a:ea typeface="Pretendard"/>
                <a:cs typeface="Pretendard"/>
              </a:defRPr>
            </a:defPPr>
            <a:lvl1pPr algn="ctr">
              <a:defRPr sz="2925" b="0">
                <a:solidFill>
                  <a:srgbClr val="BBBBBB"/>
                </a:solidFill>
                <a:latin typeface="Pretendard"/>
                <a:ea typeface="Pretendard"/>
                <a:cs typeface="Pretendard"/>
              </a:defRPr>
            </a:lvl1pPr>
            <a:lvl2pPr algn="ctr">
              <a:defRPr sz="2925" b="0">
                <a:solidFill>
                  <a:srgbClr val="BBBBBB"/>
                </a:solidFill>
                <a:latin typeface="Pretendard"/>
                <a:ea typeface="Pretendard"/>
                <a:cs typeface="Pretendard"/>
              </a:defRPr>
            </a:lvl2pPr>
            <a:lvl3pPr algn="ctr">
              <a:defRPr sz="2925" b="0">
                <a:solidFill>
                  <a:srgbClr val="BBBBBB"/>
                </a:solidFill>
                <a:latin typeface="Pretendard"/>
                <a:ea typeface="Pretendard"/>
                <a:cs typeface="Pretendard"/>
              </a:defRPr>
            </a:lvl3pPr>
            <a:lvl4pPr algn="ctr">
              <a:defRPr sz="2925" b="0">
                <a:solidFill>
                  <a:srgbClr val="BBBBBB"/>
                </a:solidFill>
                <a:latin typeface="Pretendard"/>
                <a:ea typeface="Pretendard"/>
                <a:cs typeface="Pretendard"/>
              </a:defRPr>
            </a:lvl4pPr>
            <a:lvl5pPr algn="ctr">
              <a:defRPr sz="2925" b="0">
                <a:solidFill>
                  <a:srgbClr val="BBBBBB"/>
                </a:solidFill>
                <a:latin typeface="Pretendard"/>
                <a:ea typeface="Pretendard"/>
                <a:cs typeface="Pretendard"/>
              </a:defRPr>
            </a:lvl5pPr>
            <a:lvl6pPr algn="ctr">
              <a:defRPr sz="2925" b="0">
                <a:solidFill>
                  <a:srgbClr val="BBBBBB"/>
                </a:solidFill>
                <a:latin typeface="Pretendard"/>
                <a:ea typeface="Pretendard"/>
                <a:cs typeface="Pretendard"/>
              </a:defRPr>
            </a:lvl6pPr>
            <a:lvl7pPr algn="ctr">
              <a:defRPr sz="2925" b="0">
                <a:solidFill>
                  <a:srgbClr val="BBBBBB"/>
                </a:solidFill>
                <a:latin typeface="Pretendard"/>
                <a:ea typeface="Pretendard"/>
                <a:cs typeface="Pretendard"/>
              </a:defRPr>
            </a:lvl7pPr>
            <a:lvl8pPr algn="ctr">
              <a:defRPr sz="2925" b="0">
                <a:solidFill>
                  <a:srgbClr val="BBBBBB"/>
                </a:solidFill>
                <a:latin typeface="Pretendard"/>
                <a:ea typeface="Pretendard"/>
                <a:cs typeface="Pretendard"/>
              </a:defRPr>
            </a:lvl8pPr>
            <a:lvl9pPr algn="ctr">
              <a:defRPr sz="2925" b="0">
                <a:solidFill>
                  <a:srgbClr val="BBBBBB"/>
                </a:solidFill>
                <a:latin typeface="Pretendard"/>
                <a:ea typeface="Pretendard"/>
                <a:cs typeface="Pretendard"/>
              </a:defRPr>
            </a:lvl9pPr>
          </a:lstStyle>
          <a:p xmlns:a="http://schemas.openxmlformats.org/drawingml/2006/main">
            <a:pPr algn="ctr">
              <a:defRPr sz="2925" b="0">
                <a:solidFill>
                  <a:srgbClr val="BBBBBB"/>
                </a:solidFill>
                <a:latin typeface="Pretendard"/>
                <a:ea typeface="Pretendard"/>
                <a:cs typeface="Pretendard"/>
              </a:defRPr>
            </a:pPr>
            <a:r>
              <a:rPr sz="2925" b="0">
                <a:solidFill>
                  <a:srgbClr val="BBBBBB"/>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F9E8E4D5-9DC9-46AB-AB4F-D61103A713DE}"/>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0DB4C12-85FD-445E-9516-1CE33A9DA9A1}"/>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BBBBBB"/>
                </a:solidFill>
                <a:latin typeface="Pretendard"/>
                <a:ea typeface="Pretendard"/>
                <a:cs typeface="Pretendard"/>
              </a:defRPr>
            </a:defPPr>
            <a:lvl1pPr algn="ctr">
              <a:defRPr sz="3000" b="0">
                <a:solidFill>
                  <a:srgbClr val="BBBBBB"/>
                </a:solidFill>
                <a:latin typeface="Pretendard"/>
                <a:ea typeface="Pretendard"/>
                <a:cs typeface="Pretendard"/>
              </a:defRPr>
            </a:lvl1pPr>
            <a:lvl2pPr algn="ctr">
              <a:defRPr sz="3000" b="0">
                <a:solidFill>
                  <a:srgbClr val="BBBBBB"/>
                </a:solidFill>
                <a:latin typeface="Pretendard"/>
                <a:ea typeface="Pretendard"/>
                <a:cs typeface="Pretendard"/>
              </a:defRPr>
            </a:lvl2pPr>
            <a:lvl3pPr algn="ctr">
              <a:defRPr sz="3000" b="0">
                <a:solidFill>
                  <a:srgbClr val="BBBBBB"/>
                </a:solidFill>
                <a:latin typeface="Pretendard"/>
                <a:ea typeface="Pretendard"/>
                <a:cs typeface="Pretendard"/>
              </a:defRPr>
            </a:lvl3pPr>
            <a:lvl4pPr algn="ctr">
              <a:defRPr sz="3000" b="0">
                <a:solidFill>
                  <a:srgbClr val="BBBBBB"/>
                </a:solidFill>
                <a:latin typeface="Pretendard"/>
                <a:ea typeface="Pretendard"/>
                <a:cs typeface="Pretendard"/>
              </a:defRPr>
            </a:lvl4pPr>
            <a:lvl5pPr algn="ctr">
              <a:defRPr sz="3000" b="0">
                <a:solidFill>
                  <a:srgbClr val="BBBBBB"/>
                </a:solidFill>
                <a:latin typeface="Pretendard"/>
                <a:ea typeface="Pretendard"/>
                <a:cs typeface="Pretendard"/>
              </a:defRPr>
            </a:lvl5pPr>
            <a:lvl6pPr algn="ctr">
              <a:defRPr sz="3000" b="0">
                <a:solidFill>
                  <a:srgbClr val="BBBBBB"/>
                </a:solidFill>
                <a:latin typeface="Pretendard"/>
                <a:ea typeface="Pretendard"/>
                <a:cs typeface="Pretendard"/>
              </a:defRPr>
            </a:lvl6pPr>
            <a:lvl7pPr algn="ctr">
              <a:defRPr sz="3000" b="0">
                <a:solidFill>
                  <a:srgbClr val="BBBBBB"/>
                </a:solidFill>
                <a:latin typeface="Pretendard"/>
                <a:ea typeface="Pretendard"/>
                <a:cs typeface="Pretendard"/>
              </a:defRPr>
            </a:lvl7pPr>
            <a:lvl8pPr algn="ctr">
              <a:defRPr sz="3000" b="0">
                <a:solidFill>
                  <a:srgbClr val="BBBBBB"/>
                </a:solidFill>
                <a:latin typeface="Pretendard"/>
                <a:ea typeface="Pretendard"/>
                <a:cs typeface="Pretendard"/>
              </a:defRPr>
            </a:lvl8pPr>
            <a:lvl9pPr algn="ctr">
              <a:defRPr sz="3000" b="0">
                <a:solidFill>
                  <a:srgbClr val="BBBBBB"/>
                </a:solidFill>
                <a:latin typeface="Pretendard"/>
                <a:ea typeface="Pretendard"/>
                <a:cs typeface="Pretendard"/>
              </a:defRPr>
            </a:lvl9pPr>
          </a:lstStyle>
          <a:p xmlns:a="http://schemas.openxmlformats.org/drawingml/2006/main">
            <a:pPr algn="ctr">
              <a:defRPr sz="3000" b="0">
                <a:solidFill>
                  <a:srgbClr val="BBBBBB"/>
                </a:solidFill>
                <a:latin typeface="Pretendard"/>
                <a:ea typeface="Pretendard"/>
                <a:cs typeface="Pretendard"/>
              </a:defRPr>
            </a:pPr>
            <a:r>
              <a:rPr sz="3000" b="0">
                <a:solidFill>
                  <a:srgbClr val="BBBBBB"/>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D9FC413D-7450-4CFC-A66B-71BBBDA66106}"/>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242424"/>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253019CA-08C2-47AA-83CB-EE03E2173315}"/>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FFFFFF"/>
                </a:solidFill>
                <a:latin typeface="Pretendard"/>
                <a:ea typeface="Pretendard"/>
                <a:cs typeface="Pretendard"/>
              </a:defRPr>
            </a:defPPr>
            <a:lvl1pPr algn="l">
              <a:defRPr sz="3450" b="0">
                <a:solidFill>
                  <a:srgbClr val="FFFFFF"/>
                </a:solidFill>
                <a:latin typeface="Pretendard"/>
                <a:ea typeface="Pretendard"/>
                <a:cs typeface="Pretendard"/>
              </a:defRPr>
            </a:lvl1pPr>
            <a:lvl2pPr algn="l">
              <a:defRPr sz="3450" b="0">
                <a:solidFill>
                  <a:srgbClr val="FFFFFF"/>
                </a:solidFill>
                <a:latin typeface="Pretendard"/>
                <a:ea typeface="Pretendard"/>
                <a:cs typeface="Pretendard"/>
              </a:defRPr>
            </a:lvl2pPr>
            <a:lvl3pPr algn="l">
              <a:defRPr sz="3450" b="0">
                <a:solidFill>
                  <a:srgbClr val="FFFFFF"/>
                </a:solidFill>
                <a:latin typeface="Pretendard"/>
                <a:ea typeface="Pretendard"/>
                <a:cs typeface="Pretendard"/>
              </a:defRPr>
            </a:lvl3pPr>
            <a:lvl4pPr algn="l">
              <a:defRPr sz="3450" b="0">
                <a:solidFill>
                  <a:srgbClr val="FFFFFF"/>
                </a:solidFill>
                <a:latin typeface="Pretendard"/>
                <a:ea typeface="Pretendard"/>
                <a:cs typeface="Pretendard"/>
              </a:defRPr>
            </a:lvl4pPr>
            <a:lvl5pPr algn="l">
              <a:defRPr sz="3450" b="0">
                <a:solidFill>
                  <a:srgbClr val="FFFFFF"/>
                </a:solidFill>
                <a:latin typeface="Pretendard"/>
                <a:ea typeface="Pretendard"/>
                <a:cs typeface="Pretendard"/>
              </a:defRPr>
            </a:lvl5pPr>
            <a:lvl6pPr algn="l">
              <a:defRPr sz="3450" b="0">
                <a:solidFill>
                  <a:srgbClr val="FFFFFF"/>
                </a:solidFill>
                <a:latin typeface="Pretendard"/>
                <a:ea typeface="Pretendard"/>
                <a:cs typeface="Pretendard"/>
              </a:defRPr>
            </a:lvl6pPr>
            <a:lvl7pPr algn="l">
              <a:defRPr sz="3450" b="0">
                <a:solidFill>
                  <a:srgbClr val="FFFFFF"/>
                </a:solidFill>
                <a:latin typeface="Pretendard"/>
                <a:ea typeface="Pretendard"/>
                <a:cs typeface="Pretendard"/>
              </a:defRPr>
            </a:lvl7pPr>
            <a:lvl8pPr algn="l">
              <a:defRPr sz="3450" b="0">
                <a:solidFill>
                  <a:srgbClr val="FFFFFF"/>
                </a:solidFill>
                <a:latin typeface="Pretendard"/>
                <a:ea typeface="Pretendard"/>
                <a:cs typeface="Pretendard"/>
              </a:defRPr>
            </a:lvl8pPr>
            <a:lvl9pPr algn="l">
              <a:defRPr sz="3450" b="0">
                <a:solidFill>
                  <a:srgbClr val="FFFFFF"/>
                </a:solidFill>
                <a:latin typeface="Pretendard"/>
                <a:ea typeface="Pretendard"/>
                <a:cs typeface="Pretendard"/>
              </a:defRPr>
            </a:lvl9pPr>
          </a:lstStyle>
          <a:p xmlns:a="http://schemas.openxmlformats.org/drawingml/2006/main">
            <a:pPr algn="l">
              <a:defRPr sz="3450" b="0">
                <a:solidFill>
                  <a:srgbClr val="FFFFFF"/>
                </a:solidFill>
                <a:latin typeface="Pretendard"/>
                <a:ea typeface="Pretendard"/>
                <a:cs typeface="Pretendard"/>
              </a:defRPr>
            </a:pPr>
            <a:r>
              <a:t>· 생성물의 합에서 반응물의 합을 뺀다.</a:t>
            </a:r>
          </a:p>
        </p:txBody>
      </p:sp>
      <p:pic>
        <p:nvPicPr>
          <p:cNvPr id="14" name="">
            <a:extLst xmlns:a="http://schemas.openxmlformats.org/drawingml/2006/main">
              <a:ext uri="{FF2B5EF4-FFF2-40B4-BE49-F238E27FC236}">
                <a16:creationId xmlns:a16="http://schemas.microsoft.com/office/drawing/2014/main" id="{1E7D8B17-D833-4F58-9A71-35E097151F87}"/>
              </a:ext>
            </a:extLst>
          </p:cNvPr>
          <p:cNvPicPr>
            <a:picLocks xmlns:a="http://schemas.openxmlformats.org/drawingml/2006/main" noChangeAspect="1"/>
          </p:cNvPicPr>
          <p:nvPr/>
        </p:nvPicPr>
        <p:blipFill>
          <a:blip xmlns:r="http://schemas.openxmlformats.org/officeDocument/2006/relationships" xmlns:a="http://schemas.openxmlformats.org/drawingml/2006/main" r:embed="Rf2f3b4ad70bd463a"/>
          <a:stretch xmlns:a="http://schemas.openxmlformats.org/drawingml/2006/main"/>
        </p:blipFill>
        <p:spPr>
          <a:xfrm xmlns:a="http://schemas.openxmlformats.org/drawingml/2006/main">
            <a:off x="4840103" y="4857750"/>
            <a:ext cx="8417294" cy="1762125"/>
          </a:xfrm>
          <a:prstGeom xmlns:a="http://schemas.openxmlformats.org/drawingml/2006/main" prst="rect">
            <a:avLst/>
          </a:prstGeom>
        </p:spPr>
      </p:pic>
    </p:spTree>
    <p:extLst>
      <p:ext uri="{BB962C8B-B14F-4D97-AF65-F5344CB8AC3E}">
        <p14:creationId xmlns:p14="http://schemas.microsoft.com/office/powerpoint/2010/main" val="988597316"/>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340D7F-FBBF-4FE9-B10D-294F6C94432E}"/>
              </a:ext>
            </a:extLst>
          </p:cNvPr>
          <p:cNvPicPr>
            <a:picLocks xmlns:a="http://schemas.openxmlformats.org/drawingml/2006/main" noChangeAspect="1"/>
          </p:cNvPicPr>
          <p:nvPr/>
        </p:nvPicPr>
        <p:blipFill>
          <a:blip xmlns:r="http://schemas.openxmlformats.org/officeDocument/2006/relationships" xmlns:a="http://schemas.openxmlformats.org/drawingml/2006/main" r:embed="R3833b95dcc6d49e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689DB4-7E00-4A0A-B96F-AA26C21124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FE7D64-782E-443E-8E5A-D0B57B0F93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046A5FC-D456-4521-94D2-C49D7222583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B43FF85-C4D0-43A3-AD48-F24D24A1F1A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DB2698D-2496-42C7-9435-B9186CD32ED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9DABC4E2-9433-4456-ADE4-42B0CC9CAD32}"/>
              </a:ext>
            </a:extLst>
          </p:cNvPr>
          <p:cNvPicPr>
            <a:picLocks xmlns:a="http://schemas.openxmlformats.org/drawingml/2006/main" noChangeAspect="1"/>
          </p:cNvPicPr>
          <p:nvPr/>
        </p:nvPicPr>
        <p:blipFill>
          <a:blip xmlns:r="http://schemas.openxmlformats.org/officeDocument/2006/relationships" xmlns:a="http://schemas.openxmlformats.org/drawingml/2006/main" r:embed="R12fdce90b0af468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4810BE66-521E-4433-9923-5BA14D8057C5}"/>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14AEC65-2AB9-419F-8D40-B723DB62675E}"/>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83926E3-5E24-4B19-AFD9-AFAED77A866F}"/>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8E41F65-D0EB-4AA4-86FC-70C772A9F5F6}"/>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B4A61B7-24C4-4500-98F5-11166FF8D523}"/>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5A3A8B82-2A99-4DE7-B6F2-B7A0C52E1167}"/>
              </a:ext>
            </a:extLst>
          </p:cNvPr>
          <p:cNvPicPr>
            <a:picLocks xmlns:a="http://schemas.openxmlformats.org/drawingml/2006/main" noChangeAspect="1"/>
          </p:cNvPicPr>
          <p:nvPr/>
        </p:nvPicPr>
        <p:blipFill>
          <a:blip xmlns:r="http://schemas.openxmlformats.org/officeDocument/2006/relationships" xmlns:a="http://schemas.openxmlformats.org/drawingml/2006/main" r:embed="R2e4a34331fa04a48"/>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523837519"/>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8F97AA0-A93E-441A-BD7D-9E67A4E3617B}"/>
              </a:ext>
            </a:extLst>
          </p:cNvPr>
          <p:cNvPicPr>
            <a:picLocks xmlns:a="http://schemas.openxmlformats.org/drawingml/2006/main" noChangeAspect="1"/>
          </p:cNvPicPr>
          <p:nvPr/>
        </p:nvPicPr>
        <p:blipFill>
          <a:blip xmlns:r="http://schemas.openxmlformats.org/officeDocument/2006/relationships" xmlns:a="http://schemas.openxmlformats.org/drawingml/2006/main" r:embed="R68d9453125824b4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E51819-369C-431C-9085-43098B5B5F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3510C2-D35D-4FB4-9BA9-BB3CAB038A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A9780CA-205E-4062-B66F-10D026F063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E219812-49FB-4A6F-9F70-D3ADACF311D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4F0B2B0-0266-46E9-A0A4-46BED035BAF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4ED3BD01-4198-4288-8508-C59D61ED9497}"/>
              </a:ext>
            </a:extLst>
          </p:cNvPr>
          <p:cNvSpPr>
            <a:spLocks xmlns:a="http://schemas.openxmlformats.org/drawingml/2006/main" noGrp="1"/>
          </p:cNvSpPr>
          <p:nvPr/>
        </p:nvSpPr>
        <p:spPr>
          <a:xfrm xmlns:a="http://schemas.openxmlformats.org/drawingml/2006/main">
            <a:off x="2143125" y="371475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BBBBBB"/>
                </a:solidFill>
                <a:latin typeface="Pretendard"/>
                <a:ea typeface="Pretendard"/>
                <a:cs typeface="Pretendard"/>
              </a:defRPr>
            </a:defPPr>
            <a:lvl1pPr algn="ctr">
              <a:defRPr sz="2925" b="0">
                <a:solidFill>
                  <a:srgbClr val="BBBBBB"/>
                </a:solidFill>
                <a:latin typeface="Pretendard"/>
                <a:ea typeface="Pretendard"/>
                <a:cs typeface="Pretendard"/>
              </a:defRPr>
            </a:lvl1pPr>
            <a:lvl2pPr algn="ctr">
              <a:defRPr sz="2925" b="0">
                <a:solidFill>
                  <a:srgbClr val="BBBBBB"/>
                </a:solidFill>
                <a:latin typeface="Pretendard"/>
                <a:ea typeface="Pretendard"/>
                <a:cs typeface="Pretendard"/>
              </a:defRPr>
            </a:lvl2pPr>
            <a:lvl3pPr algn="ctr">
              <a:defRPr sz="2925" b="0">
                <a:solidFill>
                  <a:srgbClr val="BBBBBB"/>
                </a:solidFill>
                <a:latin typeface="Pretendard"/>
                <a:ea typeface="Pretendard"/>
                <a:cs typeface="Pretendard"/>
              </a:defRPr>
            </a:lvl3pPr>
            <a:lvl4pPr algn="ctr">
              <a:defRPr sz="2925" b="0">
                <a:solidFill>
                  <a:srgbClr val="BBBBBB"/>
                </a:solidFill>
                <a:latin typeface="Pretendard"/>
                <a:ea typeface="Pretendard"/>
                <a:cs typeface="Pretendard"/>
              </a:defRPr>
            </a:lvl4pPr>
            <a:lvl5pPr algn="ctr">
              <a:defRPr sz="2925" b="0">
                <a:solidFill>
                  <a:srgbClr val="BBBBBB"/>
                </a:solidFill>
                <a:latin typeface="Pretendard"/>
                <a:ea typeface="Pretendard"/>
                <a:cs typeface="Pretendard"/>
              </a:defRPr>
            </a:lvl5pPr>
            <a:lvl6pPr algn="ctr">
              <a:defRPr sz="2925" b="0">
                <a:solidFill>
                  <a:srgbClr val="BBBBBB"/>
                </a:solidFill>
                <a:latin typeface="Pretendard"/>
                <a:ea typeface="Pretendard"/>
                <a:cs typeface="Pretendard"/>
              </a:defRPr>
            </a:lvl6pPr>
            <a:lvl7pPr algn="ctr">
              <a:defRPr sz="2925" b="0">
                <a:solidFill>
                  <a:srgbClr val="BBBBBB"/>
                </a:solidFill>
                <a:latin typeface="Pretendard"/>
                <a:ea typeface="Pretendard"/>
                <a:cs typeface="Pretendard"/>
              </a:defRPr>
            </a:lvl7pPr>
            <a:lvl8pPr algn="ctr">
              <a:defRPr sz="2925" b="0">
                <a:solidFill>
                  <a:srgbClr val="BBBBBB"/>
                </a:solidFill>
                <a:latin typeface="Pretendard"/>
                <a:ea typeface="Pretendard"/>
                <a:cs typeface="Pretendard"/>
              </a:defRPr>
            </a:lvl8pPr>
            <a:lvl9pPr algn="ctr">
              <a:defRPr sz="2925" b="0">
                <a:solidFill>
                  <a:srgbClr val="BBBBBB"/>
                </a:solidFill>
                <a:latin typeface="Pretendard"/>
                <a:ea typeface="Pretendard"/>
                <a:cs typeface="Pretendard"/>
              </a:defRPr>
            </a:lvl9pPr>
          </a:lstStyle>
          <a:p xmlns:a="http://schemas.openxmlformats.org/drawingml/2006/main">
            <a:pPr algn="ctr">
              <a:defRPr sz="2925" b="0">
                <a:solidFill>
                  <a:srgbClr val="BBBBBB"/>
                </a:solidFill>
                <a:latin typeface="Pretendard"/>
                <a:ea typeface="Pretendard"/>
                <a:cs typeface="Pretendard"/>
              </a:defRPr>
            </a:pPr>
            <a:r>
              <a:rPr sz="2925"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867F4C76-8E9B-4333-A81C-20F12E2716AC}"/>
              </a:ext>
            </a:extLst>
          </p:cNvPr>
          <p:cNvPicPr>
            <a:picLocks xmlns:a="http://schemas.openxmlformats.org/drawingml/2006/main" noChangeAspect="1"/>
          </p:cNvPicPr>
          <p:nvPr/>
        </p:nvPicPr>
        <p:blipFill>
          <a:blip xmlns:r="http://schemas.openxmlformats.org/officeDocument/2006/relationships" xmlns:a="http://schemas.openxmlformats.org/drawingml/2006/main" r:embed="Rf47e7ec8ffbd46dc"/>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48AC606-9229-4AC9-8329-51000855B44B}"/>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9D5B640A-BF4F-4196-8697-DE6D948CC7BA}"/>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DF5D35DA-1539-49F8-AAF1-703E93A9128A}"/>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③</a:t>
            </a:r>
          </a:p>
        </p:txBody>
      </p:sp>
    </p:spTree>
    <p:extLst>
      <p:ext uri="{BB962C8B-B14F-4D97-AF65-F5344CB8AC3E}">
        <p14:creationId xmlns:p14="http://schemas.microsoft.com/office/powerpoint/2010/main" val="1265187558"/>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04CC309-48BF-48CB-8407-2C4EE5715B1B}"/>
              </a:ext>
            </a:extLst>
          </p:cNvPr>
          <p:cNvPicPr>
            <a:picLocks xmlns:a="http://schemas.openxmlformats.org/drawingml/2006/main" noChangeAspect="1"/>
          </p:cNvPicPr>
          <p:nvPr/>
        </p:nvPicPr>
        <p:blipFill>
          <a:blip xmlns:r="http://schemas.openxmlformats.org/officeDocument/2006/relationships" xmlns:a="http://schemas.openxmlformats.org/drawingml/2006/main" r:embed="R2832c6e4ac954a7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A29685-CDB8-47EA-9BC2-D4B0E5D0D5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38DD7FD-FF89-44F5-92FD-E4F518AF26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5D1708E-630F-4F54-B1C2-F6F3F9C6FDA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E8A941-C180-44AE-B6E9-C390FA659F1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869A61A-7DBE-4D43-8EC2-2822C6880CD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D9E002B0-2B96-45CE-9602-175B553CA547}"/>
              </a:ext>
            </a:extLst>
          </p:cNvPr>
          <p:cNvPicPr>
            <a:picLocks xmlns:a="http://schemas.openxmlformats.org/drawingml/2006/main" noChangeAspect="1"/>
          </p:cNvPicPr>
          <p:nvPr/>
        </p:nvPicPr>
        <p:blipFill>
          <a:blip xmlns:r="http://schemas.openxmlformats.org/officeDocument/2006/relationships" xmlns:a="http://schemas.openxmlformats.org/drawingml/2006/main" r:embed="R9019c04f68e741d2"/>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562506911"/>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8F8736B-7E2F-4164-BE80-BDB35809BC4E}"/>
              </a:ext>
            </a:extLst>
          </p:cNvPr>
          <p:cNvPicPr>
            <a:picLocks xmlns:a="http://schemas.openxmlformats.org/drawingml/2006/main" noChangeAspect="1"/>
          </p:cNvPicPr>
          <p:nvPr/>
        </p:nvPicPr>
        <p:blipFill>
          <a:blip xmlns:r="http://schemas.openxmlformats.org/officeDocument/2006/relationships" xmlns:a="http://schemas.openxmlformats.org/drawingml/2006/main" r:embed="Rb3b6a69172a142b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811343-5324-47B4-9919-3523DADFC3B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F70E53-99E6-41B4-97D5-5369917ACB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E50B573-26BD-4DB4-9579-709FDBEFD65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6A01A2B-8193-4C09-AF3E-7D816CF6AE3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21666E6-C890-46D7-B808-B8E9F87205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B6B82DFA-64B5-4968-9D29-362AE67E9560}"/>
              </a:ext>
            </a:extLst>
          </p:cNvPr>
          <p:cNvPicPr>
            <a:picLocks xmlns:a="http://schemas.openxmlformats.org/drawingml/2006/main" noChangeAspect="1"/>
          </p:cNvPicPr>
          <p:nvPr/>
        </p:nvPicPr>
        <p:blipFill>
          <a:blip xmlns:r="http://schemas.openxmlformats.org/officeDocument/2006/relationships" xmlns:a="http://schemas.openxmlformats.org/drawingml/2006/main" r:embed="R39f3270112e54ddc"/>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257762C-C36C-46EF-8C29-6135F4B8992D}"/>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27249E41-6F37-477E-878B-DC8C3B41F72C}"/>
              </a:ext>
            </a:extLst>
          </p:cNvPr>
          <p:cNvPicPr>
            <a:picLocks xmlns:a="http://schemas.openxmlformats.org/drawingml/2006/main" noChangeAspect="1"/>
          </p:cNvPicPr>
          <p:nvPr/>
        </p:nvPicPr>
        <p:blipFill>
          <a:blip xmlns:r="http://schemas.openxmlformats.org/officeDocument/2006/relationships" xmlns:a="http://schemas.openxmlformats.org/drawingml/2006/main" r:embed="R333ae8c33dba42bd"/>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2" name="해석·결론">
            <a:extLst xmlns:a="http://schemas.openxmlformats.org/drawingml/2006/main">
              <a:ext uri="{FF2B5EF4-FFF2-40B4-BE49-F238E27FC236}">
                <a16:creationId xmlns:a16="http://schemas.microsoft.com/office/drawing/2014/main" id="{F0FAEF70-9173-41F3-B74C-7BDD0AFA90D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CD77D5F2-7643-4DEB-9176-3F2FB9D8A3B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pic>
        <p:nvPicPr>
          <p:cNvPr id="14" name="">
            <a:extLst xmlns:a="http://schemas.openxmlformats.org/drawingml/2006/main">
              <a:ext uri="{FF2B5EF4-FFF2-40B4-BE49-F238E27FC236}">
                <a16:creationId xmlns:a16="http://schemas.microsoft.com/office/drawing/2014/main" id="{A375DEA9-455A-4ABB-9588-C8A2DBCEA314}"/>
              </a:ext>
            </a:extLst>
          </p:cNvPr>
          <p:cNvPicPr>
            <a:picLocks xmlns:a="http://schemas.openxmlformats.org/drawingml/2006/main" noChangeAspect="1"/>
          </p:cNvPicPr>
          <p:nvPr/>
        </p:nvPicPr>
        <p:blipFill>
          <a:blip xmlns:r="http://schemas.openxmlformats.org/officeDocument/2006/relationships" xmlns:a="http://schemas.openxmlformats.org/drawingml/2006/main" r:embed="R7b7e884923714f5a"/>
          <a:stretch xmlns:a="http://schemas.openxmlformats.org/drawingml/2006/main"/>
        </p:blipFill>
        <p:spPr>
          <a:xfrm xmlns:a="http://schemas.openxmlformats.org/drawingml/2006/main">
            <a:off x="11541108" y="6660735"/>
            <a:ext cx="3587784" cy="1013656"/>
          </a:xfrm>
          <a:prstGeom xmlns:a="http://schemas.openxmlformats.org/drawingml/2006/main" prst="rect">
            <a:avLst/>
          </a:prstGeom>
        </p:spPr>
      </p:pic>
    </p:spTree>
    <p:extLst>
      <p:ext uri="{BB962C8B-B14F-4D97-AF65-F5344CB8AC3E}">
        <p14:creationId xmlns:p14="http://schemas.microsoft.com/office/powerpoint/2010/main" val="1486434054"/>
      </p:ext>
    </p:extLst>
  </p:cSld>
</p:sld>
</file>

<file path=ppt/slides/slide4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24623B9-6E27-4C73-BF89-9852216BAC31}"/>
              </a:ext>
            </a:extLst>
          </p:cNvPr>
          <p:cNvPicPr>
            <a:picLocks xmlns:a="http://schemas.openxmlformats.org/drawingml/2006/main" noChangeAspect="1"/>
          </p:cNvPicPr>
          <p:nvPr/>
        </p:nvPicPr>
        <p:blipFill>
          <a:blip xmlns:r="http://schemas.openxmlformats.org/officeDocument/2006/relationships" xmlns:a="http://schemas.openxmlformats.org/drawingml/2006/main" r:embed="Rc6f9eed4a67e48f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F111D8-2411-48AC-8753-2BE20B6131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61F2D3-340D-4518-8BBB-7DDA00B3B121}"/>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717824F-A9E3-4E93-A6EB-66A855EC4A8A}"/>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99EDE39-E72D-4466-82BB-DC8BC1FB9FD5}"/>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900A75CC-D480-470B-B826-2E352BF6EBD1}"/>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생성 엔탈피 계산에서 확인할 세 가지</a:t>
            </a:r>
          </a:p>
        </p:txBody>
      </p:sp>
      <p:sp>
        <p:nvSpPr>
          <p:cNvPr id="7" name="참조 3열 카드">
            <a:extLst xmlns:a="http://schemas.openxmlformats.org/drawingml/2006/main">
              <a:ext uri="{FF2B5EF4-FFF2-40B4-BE49-F238E27FC236}">
                <a16:creationId xmlns:a16="http://schemas.microsoft.com/office/drawing/2014/main" id="{E901A61B-B32F-4AA1-90D7-8EACB02DC311}"/>
              </a:ext>
            </a:extLst>
          </p:cNvPr>
          <p:cNvSpPr>
            <a:spLocks xmlns:a="http://schemas.openxmlformats.org/drawingml/2006/main" noGrp="1"/>
          </p:cNvSpPr>
          <p:nvPr/>
        </p:nvSpPr>
        <p:spPr>
          <a:xfrm xmlns:a="http://schemas.openxmlformats.org/drawingml/2006/main">
            <a:off x="171450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255910C-DE59-4139-B621-9F4808F321EF}"/>
              </a:ext>
            </a:extLst>
          </p:cNvPr>
          <p:cNvSpPr>
            <a:spLocks xmlns:a="http://schemas.openxmlformats.org/drawingml/2006/main" noGrp="1"/>
          </p:cNvSpPr>
          <p:nvPr/>
        </p:nvSpPr>
        <p:spPr>
          <a:xfrm xmlns:a="http://schemas.openxmlformats.org/drawingml/2006/main">
            <a:off x="198120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01</a:t>
            </a:r>
          </a:p>
        </p:txBody>
      </p:sp>
      <p:sp>
        <p:nvSpPr>
          <p:cNvPr id="9" name="text">
            <a:extLst xmlns:a="http://schemas.openxmlformats.org/drawingml/2006/main">
              <a:ext uri="{FF2B5EF4-FFF2-40B4-BE49-F238E27FC236}">
                <a16:creationId xmlns:a16="http://schemas.microsoft.com/office/drawing/2014/main" id="{6F26E782-0AC4-4D36-B2B7-3F310647CF34}"/>
              </a:ext>
            </a:extLst>
          </p:cNvPr>
          <p:cNvSpPr>
            <a:spLocks xmlns:a="http://schemas.openxmlformats.org/drawingml/2006/main" noGrp="1"/>
          </p:cNvSpPr>
          <p:nvPr/>
        </p:nvSpPr>
        <p:spPr>
          <a:xfrm xmlns:a="http://schemas.openxmlformats.org/drawingml/2006/main">
            <a:off x="198120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생성되는 양</a:t>
            </a:r>
          </a:p>
        </p:txBody>
      </p:sp>
      <p:sp>
        <p:nvSpPr>
          <p:cNvPr id="10" name="text">
            <a:extLst xmlns:a="http://schemas.openxmlformats.org/drawingml/2006/main">
              <a:ext uri="{FF2B5EF4-FFF2-40B4-BE49-F238E27FC236}">
                <a16:creationId xmlns:a16="http://schemas.microsoft.com/office/drawing/2014/main" id="{99410C1F-B533-473F-BC8B-B646614D1153}"/>
              </a:ext>
            </a:extLst>
          </p:cNvPr>
          <p:cNvSpPr>
            <a:spLocks xmlns:a="http://schemas.openxmlformats.org/drawingml/2006/main" noGrp="1"/>
          </p:cNvSpPr>
          <p:nvPr/>
        </p:nvSpPr>
        <p:spPr>
          <a:xfrm xmlns:a="http://schemas.openxmlformats.org/drawingml/2006/main">
            <a:off x="198120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생성되는 물질</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1 mol을 기준으로 한다.</a:t>
            </a:r>
          </a:p>
        </p:txBody>
      </p:sp>
      <p:sp>
        <p:nvSpPr>
          <p:cNvPr id="11" name="참조 3열 카드">
            <a:extLst xmlns:a="http://schemas.openxmlformats.org/drawingml/2006/main">
              <a:ext uri="{FF2B5EF4-FFF2-40B4-BE49-F238E27FC236}">
                <a16:creationId xmlns:a16="http://schemas.microsoft.com/office/drawing/2014/main" id="{CED3E9C9-82ED-476C-A209-95E2F6BEBE90}"/>
              </a:ext>
            </a:extLst>
          </p:cNvPr>
          <p:cNvSpPr>
            <a:spLocks xmlns:a="http://schemas.openxmlformats.org/drawingml/2006/main" noGrp="1"/>
          </p:cNvSpPr>
          <p:nvPr/>
        </p:nvSpPr>
        <p:spPr>
          <a:xfrm xmlns:a="http://schemas.openxmlformats.org/drawingml/2006/main">
            <a:off x="676275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8519514-DB34-45CE-BC55-FCA73BBB3AAA}"/>
              </a:ext>
            </a:extLst>
          </p:cNvPr>
          <p:cNvSpPr>
            <a:spLocks xmlns:a="http://schemas.openxmlformats.org/drawingml/2006/main" noGrp="1"/>
          </p:cNvSpPr>
          <p:nvPr/>
        </p:nvSpPr>
        <p:spPr>
          <a:xfrm xmlns:a="http://schemas.openxmlformats.org/drawingml/2006/main">
            <a:off x="702945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02</a:t>
            </a:r>
          </a:p>
        </p:txBody>
      </p:sp>
      <p:sp>
        <p:nvSpPr>
          <p:cNvPr id="13" name="text">
            <a:extLst xmlns:a="http://schemas.openxmlformats.org/drawingml/2006/main">
              <a:ext uri="{FF2B5EF4-FFF2-40B4-BE49-F238E27FC236}">
                <a16:creationId xmlns:a16="http://schemas.microsoft.com/office/drawing/2014/main" id="{0A458F87-EE90-4FE1-BE08-A959FC7F2F1A}"/>
              </a:ext>
            </a:extLst>
          </p:cNvPr>
          <p:cNvSpPr>
            <a:spLocks xmlns:a="http://schemas.openxmlformats.org/drawingml/2006/main" noGrp="1"/>
          </p:cNvSpPr>
          <p:nvPr/>
        </p:nvSpPr>
        <p:spPr>
          <a:xfrm xmlns:a="http://schemas.openxmlformats.org/drawingml/2006/main">
            <a:off x="702945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원소·상태</a:t>
            </a:r>
          </a:p>
        </p:txBody>
      </p:sp>
      <p:sp>
        <p:nvSpPr>
          <p:cNvPr id="14" name="text">
            <a:extLst xmlns:a="http://schemas.openxmlformats.org/drawingml/2006/main">
              <a:ext uri="{FF2B5EF4-FFF2-40B4-BE49-F238E27FC236}">
                <a16:creationId xmlns:a16="http://schemas.microsoft.com/office/drawing/2014/main" id="{99D85C29-4961-47E2-AD59-E1268774C07E}"/>
              </a:ext>
            </a:extLst>
          </p:cNvPr>
          <p:cNvSpPr>
            <a:spLocks xmlns:a="http://schemas.openxmlformats.org/drawingml/2006/main" noGrp="1"/>
          </p:cNvSpPr>
          <p:nvPr/>
        </p:nvSpPr>
        <p:spPr>
          <a:xfrm xmlns:a="http://schemas.openxmlformats.org/drawingml/2006/main">
            <a:off x="702945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기준 원소 형태와</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고체·액체·기체를 구분한다.</a:t>
            </a:r>
          </a:p>
        </p:txBody>
      </p:sp>
      <p:sp>
        <p:nvSpPr>
          <p:cNvPr id="15" name="참조 3열 카드">
            <a:extLst xmlns:a="http://schemas.openxmlformats.org/drawingml/2006/main">
              <a:ext uri="{FF2B5EF4-FFF2-40B4-BE49-F238E27FC236}">
                <a16:creationId xmlns:a16="http://schemas.microsoft.com/office/drawing/2014/main" id="{AFFDB9F1-2842-4B8F-9BF6-E55595303C88}"/>
              </a:ext>
            </a:extLst>
          </p:cNvPr>
          <p:cNvSpPr>
            <a:spLocks xmlns:a="http://schemas.openxmlformats.org/drawingml/2006/main" noGrp="1"/>
          </p:cNvSpPr>
          <p:nvPr/>
        </p:nvSpPr>
        <p:spPr>
          <a:xfrm xmlns:a="http://schemas.openxmlformats.org/drawingml/2006/main">
            <a:off x="1181100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F4934114-4CC7-47ED-A623-750BE1AF8ED6}"/>
              </a:ext>
            </a:extLst>
          </p:cNvPr>
          <p:cNvSpPr>
            <a:spLocks xmlns:a="http://schemas.openxmlformats.org/drawingml/2006/main" noGrp="1"/>
          </p:cNvSpPr>
          <p:nvPr/>
        </p:nvSpPr>
        <p:spPr>
          <a:xfrm xmlns:a="http://schemas.openxmlformats.org/drawingml/2006/main">
            <a:off x="1207770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03</a:t>
            </a:r>
          </a:p>
        </p:txBody>
      </p:sp>
      <p:sp>
        <p:nvSpPr>
          <p:cNvPr id="17" name="text">
            <a:extLst xmlns:a="http://schemas.openxmlformats.org/drawingml/2006/main">
              <a:ext uri="{FF2B5EF4-FFF2-40B4-BE49-F238E27FC236}">
                <a16:creationId xmlns:a16="http://schemas.microsoft.com/office/drawing/2014/main" id="{2292D04F-3F30-412A-98A9-27ADF2FFC785}"/>
              </a:ext>
            </a:extLst>
          </p:cNvPr>
          <p:cNvSpPr>
            <a:spLocks xmlns:a="http://schemas.openxmlformats.org/drawingml/2006/main" noGrp="1"/>
          </p:cNvSpPr>
          <p:nvPr/>
        </p:nvSpPr>
        <p:spPr>
          <a:xfrm xmlns:a="http://schemas.openxmlformats.org/drawingml/2006/main">
            <a:off x="1207770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계수·단위</a:t>
            </a:r>
          </a:p>
        </p:txBody>
      </p:sp>
      <p:sp>
        <p:nvSpPr>
          <p:cNvPr id="18" name="text">
            <a:extLst xmlns:a="http://schemas.openxmlformats.org/drawingml/2006/main">
              <a:ext uri="{FF2B5EF4-FFF2-40B4-BE49-F238E27FC236}">
                <a16:creationId xmlns:a16="http://schemas.microsoft.com/office/drawing/2014/main" id="{10DF8C40-D3D6-4C7F-A969-704569E02E1A}"/>
              </a:ext>
            </a:extLst>
          </p:cNvPr>
          <p:cNvSpPr>
            <a:spLocks xmlns:a="http://schemas.openxmlformats.org/drawingml/2006/main" noGrp="1"/>
          </p:cNvSpPr>
          <p:nvPr/>
        </p:nvSpPr>
        <p:spPr>
          <a:xfrm xmlns:a="http://schemas.openxmlformats.org/drawingml/2006/main">
            <a:off x="1207770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반응 계수를 곱하고</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05A15C87-69C1-4ECA-AF4A-2D61D14D81C9}"/>
              </a:ext>
            </a:extLst>
          </p:cNvPr>
          <p:cNvSpPr>
            <a:spLocks xmlns:a="http://schemas.openxmlformats.org/drawingml/2006/main" noGrp="1"/>
          </p:cNvSpPr>
          <p:nvPr/>
        </p:nvSpPr>
        <p:spPr>
          <a:xfrm xmlns:a="http://schemas.openxmlformats.org/drawingml/2006/main">
            <a:off x="2095500" y="89154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BBBBBB"/>
                </a:solidFill>
                <a:latin typeface="Pretendard"/>
                <a:ea typeface="Pretendard"/>
                <a:cs typeface="Pretendard"/>
              </a:defRPr>
            </a:defPPr>
            <a:lvl1pPr algn="ctr">
              <a:defRPr sz="2625" b="0">
                <a:solidFill>
                  <a:srgbClr val="BBBBBB"/>
                </a:solidFill>
                <a:latin typeface="Pretendard"/>
                <a:ea typeface="Pretendard"/>
                <a:cs typeface="Pretendard"/>
              </a:defRPr>
            </a:lvl1pPr>
            <a:lvl2pPr algn="ctr">
              <a:defRPr sz="2625" b="0">
                <a:solidFill>
                  <a:srgbClr val="BBBBBB"/>
                </a:solidFill>
                <a:latin typeface="Pretendard"/>
                <a:ea typeface="Pretendard"/>
                <a:cs typeface="Pretendard"/>
              </a:defRPr>
            </a:lvl2pPr>
            <a:lvl3pPr algn="ctr">
              <a:defRPr sz="2625" b="0">
                <a:solidFill>
                  <a:srgbClr val="BBBBBB"/>
                </a:solidFill>
                <a:latin typeface="Pretendard"/>
                <a:ea typeface="Pretendard"/>
                <a:cs typeface="Pretendard"/>
              </a:defRPr>
            </a:lvl3pPr>
            <a:lvl4pPr algn="ctr">
              <a:defRPr sz="2625" b="0">
                <a:solidFill>
                  <a:srgbClr val="BBBBBB"/>
                </a:solidFill>
                <a:latin typeface="Pretendard"/>
                <a:ea typeface="Pretendard"/>
                <a:cs typeface="Pretendard"/>
              </a:defRPr>
            </a:lvl4pPr>
            <a:lvl5pPr algn="ctr">
              <a:defRPr sz="2625" b="0">
                <a:solidFill>
                  <a:srgbClr val="BBBBBB"/>
                </a:solidFill>
                <a:latin typeface="Pretendard"/>
                <a:ea typeface="Pretendard"/>
                <a:cs typeface="Pretendard"/>
              </a:defRPr>
            </a:lvl5pPr>
            <a:lvl6pPr algn="ctr">
              <a:defRPr sz="2625" b="0">
                <a:solidFill>
                  <a:srgbClr val="BBBBBB"/>
                </a:solidFill>
                <a:latin typeface="Pretendard"/>
                <a:ea typeface="Pretendard"/>
                <a:cs typeface="Pretendard"/>
              </a:defRPr>
            </a:lvl6pPr>
            <a:lvl7pPr algn="ctr">
              <a:defRPr sz="2625" b="0">
                <a:solidFill>
                  <a:srgbClr val="BBBBBB"/>
                </a:solidFill>
                <a:latin typeface="Pretendard"/>
                <a:ea typeface="Pretendard"/>
                <a:cs typeface="Pretendard"/>
              </a:defRPr>
            </a:lvl7pPr>
            <a:lvl8pPr algn="ctr">
              <a:defRPr sz="2625" b="0">
                <a:solidFill>
                  <a:srgbClr val="BBBBBB"/>
                </a:solidFill>
                <a:latin typeface="Pretendard"/>
                <a:ea typeface="Pretendard"/>
                <a:cs typeface="Pretendard"/>
              </a:defRPr>
            </a:lvl8pPr>
            <a:lvl9pPr algn="ctr">
              <a:defRPr sz="2625" b="0">
                <a:solidFill>
                  <a:srgbClr val="BBBBBB"/>
                </a:solidFill>
                <a:latin typeface="Pretendard"/>
                <a:ea typeface="Pretendard"/>
                <a:cs typeface="Pretendard"/>
              </a:defRPr>
            </a:lvl9pPr>
          </a:lstStyle>
          <a:p xmlns:a="http://schemas.openxmlformats.org/drawingml/2006/main">
            <a:pPr algn="ctr">
              <a:defRPr sz="2625" b="0">
                <a:solidFill>
                  <a:srgbClr val="BBBBBB"/>
                </a:solidFill>
                <a:latin typeface="Pretendard"/>
                <a:ea typeface="Pretendard"/>
                <a:cs typeface="Pretendard"/>
              </a:defRPr>
            </a:pPr>
            <a:r>
              <a:rPr sz="2625"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2024335976"/>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BCC29B1-301D-456D-90A1-75B2FD8DFCCE}"/>
              </a:ext>
            </a:extLst>
          </p:cNvPr>
          <p:cNvPicPr>
            <a:picLocks xmlns:a="http://schemas.openxmlformats.org/drawingml/2006/main" noChangeAspect="1"/>
          </p:cNvPicPr>
          <p:nvPr/>
        </p:nvPicPr>
        <p:blipFill>
          <a:blip xmlns:r="http://schemas.openxmlformats.org/officeDocument/2006/relationships" xmlns:a="http://schemas.openxmlformats.org/drawingml/2006/main" r:embed="R0a188e4200e147d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7FD8703-931A-485C-AAC8-2CA35BA032C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6468D50-F17A-4E1B-9F9F-37699797BF2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E6BAC2B-053B-4414-AE51-BAA6AD5B38DA}"/>
              </a:ext>
            </a:extLst>
          </p:cNvPr>
          <p:cNvPicPr>
            <a:picLocks xmlns:a="http://schemas.openxmlformats.org/drawingml/2006/main" noChangeAspect="1"/>
          </p:cNvPicPr>
          <p:nvPr/>
        </p:nvPicPr>
        <p:blipFill>
          <a:blip xmlns:r="http://schemas.openxmlformats.org/officeDocument/2006/relationships" xmlns:a="http://schemas.openxmlformats.org/drawingml/2006/main" r:embed="R9a828f9b898945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0BD33F8D-0B6A-4B57-87E6-5B3675E1B6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F92CA7A5-DE70-4334-9D61-77B0AECDD05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03D7E0B5-32E9-4141-85D1-109C7666FDE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D10024D9-20C2-418D-BB06-FA3A2C2F351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337252488"/>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8D0C40-B716-4102-A43C-D4DADE70B896}"/>
              </a:ext>
            </a:extLst>
          </p:cNvPr>
          <p:cNvPicPr>
            <a:picLocks xmlns:a="http://schemas.openxmlformats.org/drawingml/2006/main" noChangeAspect="1"/>
          </p:cNvPicPr>
          <p:nvPr/>
        </p:nvPicPr>
        <p:blipFill>
          <a:blip xmlns:r="http://schemas.openxmlformats.org/officeDocument/2006/relationships" xmlns:a="http://schemas.openxmlformats.org/drawingml/2006/main" r:embed="Rc63bcbfe6060450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887970-7403-45E1-82F8-47712A093A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3D4AA2-B283-4592-9FA9-1791F37D7B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D4702A7-4A0E-4607-A1DA-666AD8B4BD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57A179-A941-4935-BA8B-03E9792D68D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2820089-CC07-452E-A8B7-3E83FB7FE7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1016ED48-AD51-486F-B024-E6F0EF514202}"/>
              </a:ext>
            </a:extLst>
          </p:cNvPr>
          <p:cNvPicPr>
            <a:picLocks xmlns:a="http://schemas.openxmlformats.org/drawingml/2006/main" noChangeAspect="1"/>
          </p:cNvPicPr>
          <p:nvPr/>
        </p:nvPicPr>
        <p:blipFill>
          <a:blip xmlns:r="http://schemas.openxmlformats.org/officeDocument/2006/relationships" xmlns:a="http://schemas.openxmlformats.org/drawingml/2006/main" r:embed="R02b947c738484aed"/>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18C3493-C53C-40C3-AD0E-478482CA9998}"/>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32EA72A9-E178-47D2-9308-56FCB8CD8B94}"/>
              </a:ext>
            </a:extLst>
          </p:cNvPr>
          <p:cNvPicPr>
            <a:picLocks xmlns:a="http://schemas.openxmlformats.org/drawingml/2006/main" noChangeAspect="1"/>
          </p:cNvPicPr>
          <p:nvPr/>
        </p:nvPicPr>
        <p:blipFill>
          <a:blip xmlns:r="http://schemas.openxmlformats.org/officeDocument/2006/relationships" xmlns:a="http://schemas.openxmlformats.org/drawingml/2006/main" r:embed="R999b07b1df3d42d1"/>
          <a:stretch xmlns:a="http://schemas.openxmlformats.org/drawingml/2006/main"/>
        </p:blipFill>
        <p:spPr>
          <a:xfrm xmlns:a="http://schemas.openxmlformats.org/drawingml/2006/main">
            <a:off x="7626536" y="5134869"/>
            <a:ext cx="6107166" cy="58876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627835D-8CBF-46D0-B67E-844E5905951F}"/>
              </a:ext>
            </a:extLst>
          </p:cNvPr>
          <p:cNvPicPr>
            <a:picLocks xmlns:a="http://schemas.openxmlformats.org/drawingml/2006/main" noChangeAspect="1"/>
          </p:cNvPicPr>
          <p:nvPr/>
        </p:nvPicPr>
        <p:blipFill>
          <a:blip xmlns:r="http://schemas.openxmlformats.org/officeDocument/2006/relationships" xmlns:a="http://schemas.openxmlformats.org/drawingml/2006/main" r:embed="Rfd75df43844b454b"/>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710CA9E-3DDD-44CF-A2D2-A51ED07EE28E}"/>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8D3F9D49-C1E8-46FC-970D-45AC5AC7E454}"/>
              </a:ext>
            </a:extLst>
          </p:cNvPr>
          <p:cNvPicPr>
            <a:picLocks xmlns:a="http://schemas.openxmlformats.org/drawingml/2006/main" noChangeAspect="1"/>
          </p:cNvPicPr>
          <p:nvPr/>
        </p:nvPicPr>
        <p:blipFill>
          <a:blip xmlns:r="http://schemas.openxmlformats.org/officeDocument/2006/relationships" xmlns:a="http://schemas.openxmlformats.org/drawingml/2006/main" r:embed="R85212f32d48345ad"/>
          <a:stretch xmlns:a="http://schemas.openxmlformats.org/drawingml/2006/main"/>
        </p:blipFill>
        <p:spPr>
          <a:xfrm xmlns:a="http://schemas.openxmlformats.org/drawingml/2006/main">
            <a:off x="7600482" y="8060524"/>
            <a:ext cx="9087787" cy="547701"/>
          </a:xfrm>
          <a:prstGeom xmlns:a="http://schemas.openxmlformats.org/drawingml/2006/main" prst="rect">
            <a:avLst/>
          </a:prstGeom>
        </p:spPr>
      </p:pic>
    </p:spTree>
    <p:extLst>
      <p:ext uri="{BB962C8B-B14F-4D97-AF65-F5344CB8AC3E}">
        <p14:creationId xmlns:p14="http://schemas.microsoft.com/office/powerpoint/2010/main" val="1473855382"/>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00A6221-747B-437E-A9FB-3DC6858E334E}"/>
              </a:ext>
            </a:extLst>
          </p:cNvPr>
          <p:cNvPicPr>
            <a:picLocks xmlns:a="http://schemas.openxmlformats.org/drawingml/2006/main" noChangeAspect="1"/>
          </p:cNvPicPr>
          <p:nvPr/>
        </p:nvPicPr>
        <p:blipFill>
          <a:blip xmlns:r="http://schemas.openxmlformats.org/officeDocument/2006/relationships" xmlns:a="http://schemas.openxmlformats.org/drawingml/2006/main" r:embed="R5e09b2f492ff47d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D0819E-ADA6-4AA0-AB39-5A3D0155C7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50FEBC-D1EF-40BB-ABC8-9F707A1E7F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4F21C38-D8CC-4E6D-9AFB-D88DA44913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10006C-3B77-4C1B-AB50-8EB09CA459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D15CF97-C5D1-4147-85CE-F855C8340B9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실험 조건을 맞추자</a:t>
            </a:r>
          </a:p>
        </p:txBody>
      </p:sp>
      <p:pic>
        <p:nvPicPr>
          <p:cNvPr id="8" name="">
            <a:extLst xmlns:a="http://schemas.openxmlformats.org/drawingml/2006/main">
              <a:ext uri="{FF2B5EF4-FFF2-40B4-BE49-F238E27FC236}">
                <a16:creationId xmlns:a16="http://schemas.microsoft.com/office/drawing/2014/main" id="{27DFC07C-8FA5-433D-A1A9-5D98A7CA02BB}"/>
              </a:ext>
            </a:extLst>
          </p:cNvPr>
          <p:cNvPicPr>
            <a:picLocks xmlns:a="http://schemas.openxmlformats.org/drawingml/2006/main" noChangeAspect="1"/>
          </p:cNvPicPr>
          <p:nvPr/>
        </p:nvPicPr>
        <p:blipFill>
          <a:blip xmlns:r="http://schemas.openxmlformats.org/officeDocument/2006/relationships" xmlns:a="http://schemas.openxmlformats.org/drawingml/2006/main" r:embed="R7795d5936083433f"/>
          <a:stretch xmlns:a="http://schemas.openxmlformats.org/drawingml/2006/main"/>
        </p:blipFill>
        <p:spPr>
          <a:xfrm xmlns:a="http://schemas.openxmlformats.org/drawingml/2006/main">
            <a:off x="2312565" y="5095875"/>
            <a:ext cx="8319345" cy="27146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68619BB-3E2F-43C2-B7B7-6D330FFA66A0}"/>
              </a:ext>
            </a:extLst>
          </p:cNvPr>
          <p:cNvPicPr>
            <a:picLocks xmlns:a="http://schemas.openxmlformats.org/drawingml/2006/main" noChangeAspect="1"/>
          </p:cNvPicPr>
          <p:nvPr/>
        </p:nvPicPr>
        <p:blipFill>
          <a:blip xmlns:r="http://schemas.openxmlformats.org/officeDocument/2006/relationships" xmlns:a="http://schemas.openxmlformats.org/drawingml/2006/main" r:embed="R05cf931fcec44377"/>
          <a:stretch xmlns:a="http://schemas.openxmlformats.org/drawingml/2006/main"/>
        </p:blipFill>
        <p:spPr>
          <a:xfrm xmlns:a="http://schemas.openxmlformats.org/drawingml/2006/main">
            <a:off x="11755226" y="5095875"/>
            <a:ext cx="4159673" cy="2714625"/>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5098B208-6536-45F9-88BD-48D8F94588E1}"/>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60ACBDE-98BF-4639-9B62-BB3729C4B980}"/>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AF278135-EB12-4172-B0BD-C83AA3EB692C}"/>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AEC8094-ADE7-4D75-B31A-FCF5DB0BA5B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pic>
        <p:nvPicPr>
          <p:cNvPr id="14" name="">
            <a:extLst xmlns:a="http://schemas.openxmlformats.org/drawingml/2006/main">
              <a:ext uri="{FF2B5EF4-FFF2-40B4-BE49-F238E27FC236}">
                <a16:creationId xmlns:a16="http://schemas.microsoft.com/office/drawing/2014/main" id="{9A07481F-965C-41E6-9171-444694BDF731}"/>
              </a:ext>
            </a:extLst>
          </p:cNvPr>
          <p:cNvPicPr>
            <a:picLocks xmlns:a="http://schemas.openxmlformats.org/drawingml/2006/main" noChangeAspect="1"/>
          </p:cNvPicPr>
          <p:nvPr/>
        </p:nvPicPr>
        <p:blipFill>
          <a:blip xmlns:r="http://schemas.openxmlformats.org/officeDocument/2006/relationships" xmlns:a="http://schemas.openxmlformats.org/drawingml/2006/main" r:embed="R77227701bc0b40a9"/>
          <a:stretch xmlns:a="http://schemas.openxmlformats.org/drawingml/2006/main"/>
        </p:blipFill>
        <p:spPr>
          <a:xfrm xmlns:a="http://schemas.openxmlformats.org/drawingml/2006/main">
            <a:off x="5901411" y="3714750"/>
            <a:ext cx="6485178" cy="1238250"/>
          </a:xfrm>
          <a:prstGeom xmlns:a="http://schemas.openxmlformats.org/drawingml/2006/main" prst="rect">
            <a:avLst/>
          </a:prstGeom>
        </p:spPr>
      </p:pic>
    </p:spTree>
    <p:extLst>
      <p:ext uri="{BB962C8B-B14F-4D97-AF65-F5344CB8AC3E}">
        <p14:creationId xmlns:p14="http://schemas.microsoft.com/office/powerpoint/2010/main" val="2059617649"/>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F154C48-7523-426D-A9D5-476745A41B37}"/>
              </a:ext>
            </a:extLst>
          </p:cNvPr>
          <p:cNvPicPr>
            <a:picLocks xmlns:a="http://schemas.openxmlformats.org/drawingml/2006/main" noChangeAspect="1"/>
          </p:cNvPicPr>
          <p:nvPr/>
        </p:nvPicPr>
        <p:blipFill>
          <a:blip xmlns:r="http://schemas.openxmlformats.org/officeDocument/2006/relationships" xmlns:a="http://schemas.openxmlformats.org/drawingml/2006/main" r:embed="R788d841abdaa440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8AE350-DA9E-4DE8-8BE8-D854BD97ABC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441DCB-67A7-4B54-AA74-D739BCEBDE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4FC4C7E-6359-49AE-B248-5129755905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55FD5D-E477-41CE-A72A-F64A68B76D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006704A-58B8-4344-9F2F-BFE6E9F141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용액이 얻은 열에서 반응열로</a:t>
            </a:r>
          </a:p>
        </p:txBody>
      </p:sp>
      <p:sp>
        <p:nvSpPr>
          <p:cNvPr id="8" name="R04-33 기호 표제">
            <a:extLst xmlns:a="http://schemas.openxmlformats.org/drawingml/2006/main">
              <a:ext uri="{FF2B5EF4-FFF2-40B4-BE49-F238E27FC236}">
                <a16:creationId xmlns:a16="http://schemas.microsoft.com/office/drawing/2014/main" id="{F64BC29F-1D84-464B-845C-70BD9532922A}"/>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5F5C95D-FE86-4D85-B73A-C3E8A30FB493}"/>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5EFF2767-4492-4AFC-A08C-ED01B1F2DD3B}"/>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57ED4F8-90CA-4DC9-BB5B-DBB41C11FC66}"/>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FFFFFF"/>
                </a:solidFill>
                <a:latin typeface="Pretendard"/>
                <a:ea typeface="Pretendard"/>
                <a:cs typeface="Pretendard"/>
              </a:defRPr>
            </a:defPPr>
            <a:lvl1pPr algn="l">
              <a:defRPr sz="3300" b="0">
                <a:solidFill>
                  <a:srgbClr val="FFFFFF"/>
                </a:solidFill>
                <a:latin typeface="Pretendard"/>
                <a:ea typeface="Pretendard"/>
                <a:cs typeface="Pretendard"/>
              </a:defRPr>
            </a:lvl1pPr>
            <a:lvl2pPr algn="l">
              <a:defRPr sz="3300" b="0">
                <a:solidFill>
                  <a:srgbClr val="FFFFFF"/>
                </a:solidFill>
                <a:latin typeface="Pretendard"/>
                <a:ea typeface="Pretendard"/>
                <a:cs typeface="Pretendard"/>
              </a:defRPr>
            </a:lvl2pPr>
            <a:lvl3pPr algn="l">
              <a:defRPr sz="3300" b="0">
                <a:solidFill>
                  <a:srgbClr val="FFFFFF"/>
                </a:solidFill>
                <a:latin typeface="Pretendard"/>
                <a:ea typeface="Pretendard"/>
                <a:cs typeface="Pretendard"/>
              </a:defRPr>
            </a:lvl3pPr>
            <a:lvl4pPr algn="l">
              <a:defRPr sz="3300" b="0">
                <a:solidFill>
                  <a:srgbClr val="FFFFFF"/>
                </a:solidFill>
                <a:latin typeface="Pretendard"/>
                <a:ea typeface="Pretendard"/>
                <a:cs typeface="Pretendard"/>
              </a:defRPr>
            </a:lvl4pPr>
            <a:lvl5pPr algn="l">
              <a:defRPr sz="3300" b="0">
                <a:solidFill>
                  <a:srgbClr val="FFFFFF"/>
                </a:solidFill>
                <a:latin typeface="Pretendard"/>
                <a:ea typeface="Pretendard"/>
                <a:cs typeface="Pretendard"/>
              </a:defRPr>
            </a:lvl5pPr>
            <a:lvl6pPr algn="l">
              <a:defRPr sz="3300" b="0">
                <a:solidFill>
                  <a:srgbClr val="FFFFFF"/>
                </a:solidFill>
                <a:latin typeface="Pretendard"/>
                <a:ea typeface="Pretendard"/>
                <a:cs typeface="Pretendard"/>
              </a:defRPr>
            </a:lvl6pPr>
            <a:lvl7pPr algn="l">
              <a:defRPr sz="3300" b="0">
                <a:solidFill>
                  <a:srgbClr val="FFFFFF"/>
                </a:solidFill>
                <a:latin typeface="Pretendard"/>
                <a:ea typeface="Pretendard"/>
                <a:cs typeface="Pretendard"/>
              </a:defRPr>
            </a:lvl7pPr>
            <a:lvl8pPr algn="l">
              <a:defRPr sz="3300" b="0">
                <a:solidFill>
                  <a:srgbClr val="FFFFFF"/>
                </a:solidFill>
                <a:latin typeface="Pretendard"/>
                <a:ea typeface="Pretendard"/>
                <a:cs typeface="Pretendard"/>
              </a:defRPr>
            </a:lvl8pPr>
            <a:lvl9pPr algn="l">
              <a:defRPr sz="3300" b="0">
                <a:solidFill>
                  <a:srgbClr val="FFFFFF"/>
                </a:solidFill>
                <a:latin typeface="Pretendard"/>
                <a:ea typeface="Pretendard"/>
                <a:cs typeface="Pretendard"/>
              </a:defRPr>
            </a:lvl9pPr>
          </a:lstStyle>
          <a:p xmlns:a="http://schemas.openxmlformats.org/drawingml/2006/main">
            <a:pPr algn="l">
              <a:defRPr sz="3300" b="0">
                <a:solidFill>
                  <a:srgbClr val="FFFFFF"/>
                </a:solidFill>
                <a:latin typeface="Pretendard"/>
                <a:ea typeface="Pretendard"/>
                <a:cs typeface="Pretendard"/>
              </a:defRPr>
            </a:pPr>
            <a:r>
              <a:rPr sz="3300" b="0">
                <a:solidFill>
                  <a:srgbClr val="FFFFFF"/>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91334887-712B-484E-8BC4-ECBFA8D0EDE5}"/>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2C4DD02-ED74-4580-B550-FC34158F022B}"/>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82D65DC0-7929-42E2-B896-8203A807B58A}"/>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242424"/>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CB34F0B8-9625-48A5-814A-83A32FFA27DA}"/>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FFFFFF"/>
                </a:solidFill>
                <a:latin typeface="Pretendard"/>
                <a:ea typeface="Pretendard"/>
                <a:cs typeface="Pretendard"/>
              </a:defRPr>
            </a:defPPr>
            <a:lvl1pPr algn="l">
              <a:defRPr sz="3300" b="0">
                <a:solidFill>
                  <a:srgbClr val="FFFFFF"/>
                </a:solidFill>
                <a:latin typeface="Pretendard"/>
                <a:ea typeface="Pretendard"/>
                <a:cs typeface="Pretendard"/>
              </a:defRPr>
            </a:lvl1pPr>
            <a:lvl2pPr algn="l">
              <a:defRPr sz="3300" b="0">
                <a:solidFill>
                  <a:srgbClr val="FFFFFF"/>
                </a:solidFill>
                <a:latin typeface="Pretendard"/>
                <a:ea typeface="Pretendard"/>
                <a:cs typeface="Pretendard"/>
              </a:defRPr>
            </a:lvl2pPr>
            <a:lvl3pPr algn="l">
              <a:defRPr sz="3300" b="0">
                <a:solidFill>
                  <a:srgbClr val="FFFFFF"/>
                </a:solidFill>
                <a:latin typeface="Pretendard"/>
                <a:ea typeface="Pretendard"/>
                <a:cs typeface="Pretendard"/>
              </a:defRPr>
            </a:lvl3pPr>
            <a:lvl4pPr algn="l">
              <a:defRPr sz="3300" b="0">
                <a:solidFill>
                  <a:srgbClr val="FFFFFF"/>
                </a:solidFill>
                <a:latin typeface="Pretendard"/>
                <a:ea typeface="Pretendard"/>
                <a:cs typeface="Pretendard"/>
              </a:defRPr>
            </a:lvl4pPr>
            <a:lvl5pPr algn="l">
              <a:defRPr sz="3300" b="0">
                <a:solidFill>
                  <a:srgbClr val="FFFFFF"/>
                </a:solidFill>
                <a:latin typeface="Pretendard"/>
                <a:ea typeface="Pretendard"/>
                <a:cs typeface="Pretendard"/>
              </a:defRPr>
            </a:lvl5pPr>
            <a:lvl6pPr algn="l">
              <a:defRPr sz="3300" b="0">
                <a:solidFill>
                  <a:srgbClr val="FFFFFF"/>
                </a:solidFill>
                <a:latin typeface="Pretendard"/>
                <a:ea typeface="Pretendard"/>
                <a:cs typeface="Pretendard"/>
              </a:defRPr>
            </a:lvl6pPr>
            <a:lvl7pPr algn="l">
              <a:defRPr sz="3300" b="0">
                <a:solidFill>
                  <a:srgbClr val="FFFFFF"/>
                </a:solidFill>
                <a:latin typeface="Pretendard"/>
                <a:ea typeface="Pretendard"/>
                <a:cs typeface="Pretendard"/>
              </a:defRPr>
            </a:lvl7pPr>
            <a:lvl8pPr algn="l">
              <a:defRPr sz="3300" b="0">
                <a:solidFill>
                  <a:srgbClr val="FFFFFF"/>
                </a:solidFill>
                <a:latin typeface="Pretendard"/>
                <a:ea typeface="Pretendard"/>
                <a:cs typeface="Pretendard"/>
              </a:defRPr>
            </a:lvl8pPr>
            <a:lvl9pPr algn="l">
              <a:defRPr sz="3300" b="0">
                <a:solidFill>
                  <a:srgbClr val="FFFFFF"/>
                </a:solidFill>
                <a:latin typeface="Pretendard"/>
                <a:ea typeface="Pretendard"/>
                <a:cs typeface="Pretendard"/>
              </a:defRPr>
            </a:lvl9pPr>
          </a:lstStyle>
          <a:p xmlns:a="http://schemas.openxmlformats.org/drawingml/2006/main">
            <a:pPr algn="l">
              <a:defRPr sz="3300" b="0">
                <a:solidFill>
                  <a:srgbClr val="FFFFFF"/>
                </a:solidFill>
                <a:latin typeface="Pretendard"/>
                <a:ea typeface="Pretendard"/>
                <a:cs typeface="Pretendard"/>
              </a:defRPr>
            </a:pPr>
            <a:r>
              <a:rPr sz="3300" b="0">
                <a:solidFill>
                  <a:srgbClr val="FFFFFF"/>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B781181D-DD4A-49D6-A160-5BB40C721942}"/>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6E91993-350F-447B-9EC3-57E79E135BFA}"/>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54D1DC73-DD02-4244-A4A7-8B12979621F3}"/>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242424"/>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C90B36E-EECB-489B-AD87-CF4AB1612737}"/>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FFFFFF"/>
                </a:solidFill>
                <a:latin typeface="Pretendard"/>
                <a:ea typeface="Pretendard"/>
                <a:cs typeface="Pretendard"/>
              </a:defRPr>
            </a:defPPr>
            <a:lvl1pPr algn="l">
              <a:defRPr sz="3300" b="0">
                <a:solidFill>
                  <a:srgbClr val="FFFFFF"/>
                </a:solidFill>
                <a:latin typeface="Pretendard"/>
                <a:ea typeface="Pretendard"/>
                <a:cs typeface="Pretendard"/>
              </a:defRPr>
            </a:lvl1pPr>
            <a:lvl2pPr algn="l">
              <a:defRPr sz="3300" b="0">
                <a:solidFill>
                  <a:srgbClr val="FFFFFF"/>
                </a:solidFill>
                <a:latin typeface="Pretendard"/>
                <a:ea typeface="Pretendard"/>
                <a:cs typeface="Pretendard"/>
              </a:defRPr>
            </a:lvl2pPr>
            <a:lvl3pPr algn="l">
              <a:defRPr sz="3300" b="0">
                <a:solidFill>
                  <a:srgbClr val="FFFFFF"/>
                </a:solidFill>
                <a:latin typeface="Pretendard"/>
                <a:ea typeface="Pretendard"/>
                <a:cs typeface="Pretendard"/>
              </a:defRPr>
            </a:lvl3pPr>
            <a:lvl4pPr algn="l">
              <a:defRPr sz="3300" b="0">
                <a:solidFill>
                  <a:srgbClr val="FFFFFF"/>
                </a:solidFill>
                <a:latin typeface="Pretendard"/>
                <a:ea typeface="Pretendard"/>
                <a:cs typeface="Pretendard"/>
              </a:defRPr>
            </a:lvl4pPr>
            <a:lvl5pPr algn="l">
              <a:defRPr sz="3300" b="0">
                <a:solidFill>
                  <a:srgbClr val="FFFFFF"/>
                </a:solidFill>
                <a:latin typeface="Pretendard"/>
                <a:ea typeface="Pretendard"/>
                <a:cs typeface="Pretendard"/>
              </a:defRPr>
            </a:lvl5pPr>
            <a:lvl6pPr algn="l">
              <a:defRPr sz="3300" b="0">
                <a:solidFill>
                  <a:srgbClr val="FFFFFF"/>
                </a:solidFill>
                <a:latin typeface="Pretendard"/>
                <a:ea typeface="Pretendard"/>
                <a:cs typeface="Pretendard"/>
              </a:defRPr>
            </a:lvl6pPr>
            <a:lvl7pPr algn="l">
              <a:defRPr sz="3300" b="0">
                <a:solidFill>
                  <a:srgbClr val="FFFFFF"/>
                </a:solidFill>
                <a:latin typeface="Pretendard"/>
                <a:ea typeface="Pretendard"/>
                <a:cs typeface="Pretendard"/>
              </a:defRPr>
            </a:lvl7pPr>
            <a:lvl8pPr algn="l">
              <a:defRPr sz="3300" b="0">
                <a:solidFill>
                  <a:srgbClr val="FFFFFF"/>
                </a:solidFill>
                <a:latin typeface="Pretendard"/>
                <a:ea typeface="Pretendard"/>
                <a:cs typeface="Pretendard"/>
              </a:defRPr>
            </a:lvl8pPr>
            <a:lvl9pPr algn="l">
              <a:defRPr sz="3300" b="0">
                <a:solidFill>
                  <a:srgbClr val="FFFFFF"/>
                </a:solidFill>
                <a:latin typeface="Pretendard"/>
                <a:ea typeface="Pretendard"/>
                <a:cs typeface="Pretendard"/>
              </a:defRPr>
            </a:lvl9pPr>
          </a:lstStyle>
          <a:p xmlns:a="http://schemas.openxmlformats.org/drawingml/2006/main">
            <a:pPr algn="l">
              <a:defRPr sz="3300" b="0">
                <a:solidFill>
                  <a:srgbClr val="FFFFFF"/>
                </a:solidFill>
                <a:latin typeface="Pretendard"/>
                <a:ea typeface="Pretendard"/>
                <a:cs typeface="Pretendard"/>
              </a:defRPr>
            </a:pPr>
            <a:r>
              <a:rPr sz="3300" b="0">
                <a:solidFill>
                  <a:srgbClr val="FFFFFF"/>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3497C0ED-B75D-4797-A9E4-2E55EED5A77D}"/>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0EA3F6B4-B940-4EA4-983A-320A1C9E9A3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pic>
        <p:nvPicPr>
          <p:cNvPr id="27" name="">
            <a:extLst xmlns:a="http://schemas.openxmlformats.org/drawingml/2006/main">
              <a:ext uri="{FF2B5EF4-FFF2-40B4-BE49-F238E27FC236}">
                <a16:creationId xmlns:a16="http://schemas.microsoft.com/office/drawing/2014/main" id="{69EB7705-11A8-4A4D-934F-30B7802F9AE4}"/>
              </a:ext>
            </a:extLst>
          </p:cNvPr>
          <p:cNvPicPr>
            <a:picLocks xmlns:a="http://schemas.openxmlformats.org/drawingml/2006/main" noChangeAspect="1"/>
          </p:cNvPicPr>
          <p:nvPr/>
        </p:nvPicPr>
        <p:blipFill>
          <a:blip xmlns:r="http://schemas.openxmlformats.org/officeDocument/2006/relationships" xmlns:a="http://schemas.openxmlformats.org/drawingml/2006/main" r:embed="R7beded8bcda04f54"/>
          <a:stretch xmlns:a="http://schemas.openxmlformats.org/drawingml/2006/main"/>
        </p:blipFill>
        <p:spPr>
          <a:xfrm xmlns:a="http://schemas.openxmlformats.org/drawingml/2006/main">
            <a:off x="6874031" y="4000500"/>
            <a:ext cx="4539938" cy="904875"/>
          </a:xfrm>
          <a:prstGeom xmlns:a="http://schemas.openxmlformats.org/drawingml/2006/main" prst="rect">
            <a:avLst/>
          </a:prstGeom>
        </p:spPr>
      </p:pic>
    </p:spTree>
    <p:extLst>
      <p:ext uri="{BB962C8B-B14F-4D97-AF65-F5344CB8AC3E}">
        <p14:creationId xmlns:p14="http://schemas.microsoft.com/office/powerpoint/2010/main" val="1324231251"/>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AE95931-0ADF-4456-BB06-3294DA43945D}"/>
              </a:ext>
            </a:extLst>
          </p:cNvPr>
          <p:cNvPicPr>
            <a:picLocks xmlns:a="http://schemas.openxmlformats.org/drawingml/2006/main" noChangeAspect="1"/>
          </p:cNvPicPr>
          <p:nvPr/>
        </p:nvPicPr>
        <p:blipFill>
          <a:blip xmlns:r="http://schemas.openxmlformats.org/officeDocument/2006/relationships" xmlns:a="http://schemas.openxmlformats.org/drawingml/2006/main" r:embed="R6d7cf4c5fcbb45c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721B43-B79B-460F-98C2-9C13C957CC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BC1A8E-9B88-4FF0-A1CC-4F9EFF8DA6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F04C88D-4970-4F09-983C-2A18CAF21A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5DDB66-518C-4B5F-9A2F-3D0D430A56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8CD9CDB-3892-4C01-AA77-EB8BE6716D0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C906D604-F1FB-47EF-BD8D-BD1F31192F0A}"/>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4435AE4-612E-4B0F-884A-75FE61DEA56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9CACE43-E2AE-4B88-80FD-8F8BA183BBF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B07DAF4-290E-45C2-9545-2A2CC0BB1B1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13B6DAD-4CC2-4D37-B44A-1F7BD1DA3EF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A7501EF-F3FD-478B-A982-9ADF22D7CD75}"/>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522961623"/>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FF9F38A-E698-4882-B5DB-C8A4C87F1FF6}"/>
              </a:ext>
            </a:extLst>
          </p:cNvPr>
          <p:cNvPicPr>
            <a:picLocks xmlns:a="http://schemas.openxmlformats.org/drawingml/2006/main" noChangeAspect="1"/>
          </p:cNvPicPr>
          <p:nvPr/>
        </p:nvPicPr>
        <p:blipFill>
          <a:blip xmlns:r="http://schemas.openxmlformats.org/officeDocument/2006/relationships" xmlns:a="http://schemas.openxmlformats.org/drawingml/2006/main" r:embed="R7a6d826bd40c4d4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113687-DB30-4FB0-A3CC-9929601C7D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E16272-9F29-45FB-8895-E1B57606D8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C248B02-5F1D-4E5E-BB7D-9B9BBAD4091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F17C64-2E3B-433C-A62C-B70C35BDAE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4D04FE8-7E78-4957-B5E9-787277E699C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용해 단계의 반응 엔탈피</a:t>
            </a:r>
          </a:p>
        </p:txBody>
      </p:sp>
      <p:sp>
        <p:nvSpPr>
          <p:cNvPr id="7" name="세 계산의 공통 영역">
            <a:extLst xmlns:a="http://schemas.openxmlformats.org/drawingml/2006/main">
              <a:ext uri="{FF2B5EF4-FFF2-40B4-BE49-F238E27FC236}">
                <a16:creationId xmlns:a16="http://schemas.microsoft.com/office/drawing/2014/main" id="{DF902D24-DB82-4434-B60F-919FE24FDB66}"/>
              </a:ext>
            </a:extLst>
          </p:cNvPr>
          <p:cNvSpPr>
            <a:spLocks xmlns:a="http://schemas.openxmlformats.org/drawingml/2006/main" noGrp="1"/>
          </p:cNvSpPr>
          <p:nvPr/>
        </p:nvSpPr>
        <p:spPr>
          <a:xfrm xmlns:a="http://schemas.openxmlformats.org/drawingml/2006/main">
            <a:off x="1857375" y="4048125"/>
            <a:ext cx="14573250" cy="5143500"/>
          </a:xfrm>
          <a:prstGeom xmlns:a="http://schemas.openxmlformats.org/drawingml/2006/main" prst="roundRect">
            <a:avLst>
              <a:gd name="adj" fmla="val 4444"/>
            </a:avLst>
          </a:prstGeom>
          <a:solidFill xmlns:a="http://schemas.openxmlformats.org/drawingml/2006/main">
            <a:srgbClr val="222222"/>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2291A431-F117-47F6-8340-7358850C9DA6}"/>
              </a:ext>
            </a:extLst>
          </p:cNvPr>
          <p:cNvSpPr>
            <a:spLocks xmlns:a="http://schemas.openxmlformats.org/drawingml/2006/main" noGrp="1"/>
          </p:cNvSpPr>
          <p:nvPr/>
        </p:nvSpPr>
        <p:spPr>
          <a:xfrm xmlns:a="http://schemas.openxmlformats.org/drawingml/2006/main">
            <a:off x="2762250" y="4171950"/>
            <a:ext cx="1285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용액의 열 → 반응한 양 → 반응 엔탈피</a:t>
            </a:r>
          </a:p>
        </p:txBody>
      </p:sp>
      <p:pic>
        <p:nvPicPr>
          <p:cNvPr id="9" name="">
            <a:extLst xmlns:a="http://schemas.openxmlformats.org/drawingml/2006/main">
              <a:ext uri="{FF2B5EF4-FFF2-40B4-BE49-F238E27FC236}">
                <a16:creationId xmlns:a16="http://schemas.microsoft.com/office/drawing/2014/main" id="{9C6D698A-2435-4AA4-9092-53D7C3340008}"/>
              </a:ext>
            </a:extLst>
          </p:cNvPr>
          <p:cNvPicPr>
            <a:picLocks xmlns:a="http://schemas.openxmlformats.org/drawingml/2006/main" noChangeAspect="1"/>
          </p:cNvPicPr>
          <p:nvPr/>
        </p:nvPicPr>
        <p:blipFill>
          <a:blip xmlns:r="http://schemas.openxmlformats.org/officeDocument/2006/relationships" xmlns:a="http://schemas.openxmlformats.org/drawingml/2006/main" r:embed="R4f260c435e8e4d2d"/>
          <a:stretch xmlns:a="http://schemas.openxmlformats.org/drawingml/2006/main"/>
        </p:blipFill>
        <p:spPr>
          <a:xfrm xmlns:a="http://schemas.openxmlformats.org/drawingml/2006/main">
            <a:off x="3980647" y="5307032"/>
            <a:ext cx="10421957" cy="2625687"/>
          </a:xfrm>
          <a:prstGeom xmlns:a="http://schemas.openxmlformats.org/drawingml/2006/main" prst="rect">
            <a:avLst/>
          </a:prstGeom>
        </p:spPr>
      </p:pic>
    </p:spTree>
    <p:extLst>
      <p:ext uri="{BB962C8B-B14F-4D97-AF65-F5344CB8AC3E}">
        <p14:creationId xmlns:p14="http://schemas.microsoft.com/office/powerpoint/2010/main" val="1924540132"/>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5907268-727E-4AA8-A4D9-78E396FA2FC0}"/>
              </a:ext>
            </a:extLst>
          </p:cNvPr>
          <p:cNvPicPr>
            <a:picLocks xmlns:a="http://schemas.openxmlformats.org/drawingml/2006/main" noChangeAspect="1"/>
          </p:cNvPicPr>
          <p:nvPr/>
        </p:nvPicPr>
        <p:blipFill>
          <a:blip xmlns:r="http://schemas.openxmlformats.org/officeDocument/2006/relationships" xmlns:a="http://schemas.openxmlformats.org/drawingml/2006/main" r:embed="R28ed1011643943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70E88D-0A84-4282-BFD0-73CFA9FE38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A3CC6D-CEC4-4C81-A9FA-C697C1CBD45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E34573C-BC55-44E2-A056-E80278A5262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656E814-2E28-4B5C-AF6C-0FE32292891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CF6F04A-DF19-4A09-8EB6-C3A1653B10D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1113A761-A124-4D01-B447-C740D2C4E40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B9C6065-A531-48F2-8E82-BDB1C91C33E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F8834C7-C803-4DE2-B622-41A58D3A82E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467751F-8B3E-4DCA-8D0F-D33ACC52B39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3444939-A10F-4B92-B444-C80C7978E26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2262F93-081E-4BAD-8186-A2A1EB48AE2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490339307"/>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1C2FC4E-9FDB-4E84-A455-D91AF94C65F4}"/>
              </a:ext>
            </a:extLst>
          </p:cNvPr>
          <p:cNvPicPr>
            <a:picLocks xmlns:a="http://schemas.openxmlformats.org/drawingml/2006/main" noChangeAspect="1"/>
          </p:cNvPicPr>
          <p:nvPr/>
        </p:nvPicPr>
        <p:blipFill>
          <a:blip xmlns:r="http://schemas.openxmlformats.org/officeDocument/2006/relationships" xmlns:a="http://schemas.openxmlformats.org/drawingml/2006/main" r:embed="R5dc0b774538b40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C1329DF-8BC0-42EB-B5C3-4643652A8F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FE5E42-CC66-4561-811B-C53A821214F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A76C5E8-7648-4DFC-BFE6-492D5C0A1E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9296E75-76F6-49E3-877E-72E7B4A222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45A91FA-1199-4A57-AEDB-192905A384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rPr sz="573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ED36D2A-D4E5-4D79-B334-41CB9E905012}"/>
              </a:ext>
            </a:extLst>
          </p:cNvPr>
          <p:cNvSpPr>
            <a:spLocks xmlns:a="http://schemas.openxmlformats.org/drawingml/2006/main" noGrp="1"/>
          </p:cNvSpPr>
          <p:nvPr/>
        </p:nvSpPr>
        <p:spPr>
          <a:xfrm xmlns:a="http://schemas.openxmlformats.org/drawingml/2006/main">
            <a:off x="3429000" y="3857625"/>
            <a:ext cx="1200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BBBBBB"/>
                </a:solidFill>
                <a:latin typeface="Pretendard"/>
                <a:ea typeface="Pretendard"/>
                <a:cs typeface="Pretendard"/>
              </a:defRPr>
            </a:defPPr>
            <a:lvl1pPr algn="l">
              <a:defRPr sz="2700" b="0">
                <a:solidFill>
                  <a:srgbClr val="BBBBBB"/>
                </a:solidFill>
                <a:latin typeface="Pretendard"/>
                <a:ea typeface="Pretendard"/>
                <a:cs typeface="Pretendard"/>
              </a:defRPr>
            </a:lvl1pPr>
            <a:lvl2pPr algn="l">
              <a:defRPr sz="2700" b="0">
                <a:solidFill>
                  <a:srgbClr val="BBBBBB"/>
                </a:solidFill>
                <a:latin typeface="Pretendard"/>
                <a:ea typeface="Pretendard"/>
                <a:cs typeface="Pretendard"/>
              </a:defRPr>
            </a:lvl2pPr>
            <a:lvl3pPr algn="l">
              <a:defRPr sz="2700" b="0">
                <a:solidFill>
                  <a:srgbClr val="BBBBBB"/>
                </a:solidFill>
                <a:latin typeface="Pretendard"/>
                <a:ea typeface="Pretendard"/>
                <a:cs typeface="Pretendard"/>
              </a:defRPr>
            </a:lvl3pPr>
            <a:lvl4pPr algn="l">
              <a:defRPr sz="2700" b="0">
                <a:solidFill>
                  <a:srgbClr val="BBBBBB"/>
                </a:solidFill>
                <a:latin typeface="Pretendard"/>
                <a:ea typeface="Pretendard"/>
                <a:cs typeface="Pretendard"/>
              </a:defRPr>
            </a:lvl4pPr>
            <a:lvl5pPr algn="l">
              <a:defRPr sz="2700" b="0">
                <a:solidFill>
                  <a:srgbClr val="BBBBBB"/>
                </a:solidFill>
                <a:latin typeface="Pretendard"/>
                <a:ea typeface="Pretendard"/>
                <a:cs typeface="Pretendard"/>
              </a:defRPr>
            </a:lvl5pPr>
            <a:lvl6pPr algn="l">
              <a:defRPr sz="2700" b="0">
                <a:solidFill>
                  <a:srgbClr val="BBBBBB"/>
                </a:solidFill>
                <a:latin typeface="Pretendard"/>
                <a:ea typeface="Pretendard"/>
                <a:cs typeface="Pretendard"/>
              </a:defRPr>
            </a:lvl6pPr>
            <a:lvl7pPr algn="l">
              <a:defRPr sz="2700" b="0">
                <a:solidFill>
                  <a:srgbClr val="BBBBBB"/>
                </a:solidFill>
                <a:latin typeface="Pretendard"/>
                <a:ea typeface="Pretendard"/>
                <a:cs typeface="Pretendard"/>
              </a:defRPr>
            </a:lvl7pPr>
            <a:lvl8pPr algn="l">
              <a:defRPr sz="2700" b="0">
                <a:solidFill>
                  <a:srgbClr val="BBBBBB"/>
                </a:solidFill>
                <a:latin typeface="Pretendard"/>
                <a:ea typeface="Pretendard"/>
                <a:cs typeface="Pretendard"/>
              </a:defRPr>
            </a:lvl8pPr>
            <a:lvl9pPr algn="l">
              <a:defRPr sz="2700" b="0">
                <a:solidFill>
                  <a:srgbClr val="BBBBBB"/>
                </a:solidFill>
                <a:latin typeface="Pretendard"/>
                <a:ea typeface="Pretendard"/>
                <a:cs typeface="Pretendard"/>
              </a:defRPr>
            </a:lvl9pPr>
          </a:lstStyle>
          <a:p xmlns:a="http://schemas.openxmlformats.org/drawingml/2006/main">
            <a:pPr algn="l">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959640D2-DBDA-4A31-A01D-1231F6E69C5E}"/>
              </a:ext>
            </a:extLst>
          </p:cNvPr>
          <p:cNvPicPr>
            <a:picLocks xmlns:a="http://schemas.openxmlformats.org/drawingml/2006/main" noChangeAspect="1"/>
          </p:cNvPicPr>
          <p:nvPr/>
        </p:nvPicPr>
        <p:blipFill>
          <a:blip xmlns:r="http://schemas.openxmlformats.org/officeDocument/2006/relationships" xmlns:a="http://schemas.openxmlformats.org/drawingml/2006/main" r:embed="R2a8f6a8896314d08"/>
          <a:stretch xmlns:a="http://schemas.openxmlformats.org/drawingml/2006/main"/>
        </p:blipFill>
        <p:spPr>
          <a:xfrm xmlns:a="http://schemas.openxmlformats.org/drawingml/2006/main">
            <a:off x="5156200" y="5112808"/>
            <a:ext cx="8547100" cy="2633133"/>
          </a:xfrm>
          <a:prstGeom xmlns:a="http://schemas.openxmlformats.org/drawingml/2006/main" prst="rect">
            <a:avLst/>
          </a:prstGeom>
        </p:spPr>
      </p:pic>
    </p:spTree>
    <p:extLst>
      <p:ext uri="{BB962C8B-B14F-4D97-AF65-F5344CB8AC3E}">
        <p14:creationId xmlns:p14="http://schemas.microsoft.com/office/powerpoint/2010/main" val="3505772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651592FD-ECBD-4566-BDD2-77F44568C4DE}"/>
              </a:ext>
            </a:extLst>
          </p:cNvPr>
          <p:cNvPicPr>
            <a:picLocks xmlns:a="http://schemas.openxmlformats.org/drawingml/2006/main" noChangeAspect="1"/>
          </p:cNvPicPr>
          <p:nvPr/>
        </p:nvPicPr>
        <p:blipFill>
          <a:blip xmlns:r="http://schemas.openxmlformats.org/officeDocument/2006/relationships" xmlns:a="http://schemas.openxmlformats.org/drawingml/2006/main" r:embed="Rd21f6d08d03f4f2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701553-E17B-4D49-B5F5-F7591CD9B9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02CB3F-3E62-473A-8B48-304826B1D6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BBBBBB"/>
                </a:solidFill>
                <a:latin typeface="Pretendard"/>
                <a:ea typeface="Pretendard"/>
                <a:cs typeface="Pretendard"/>
              </a:defRPr>
            </a:defPPr>
            <a:lvl1pPr algn="l">
              <a:defRPr sz="2850" b="1">
                <a:solidFill>
                  <a:srgbClr val="BBBBBB"/>
                </a:solidFill>
                <a:latin typeface="Pretendard"/>
                <a:ea typeface="Pretendard"/>
                <a:cs typeface="Pretendard"/>
              </a:defRPr>
            </a:lvl1pPr>
            <a:lvl2pPr algn="l">
              <a:defRPr sz="2850" b="1">
                <a:solidFill>
                  <a:srgbClr val="BBBBBB"/>
                </a:solidFill>
                <a:latin typeface="Pretendard"/>
                <a:ea typeface="Pretendard"/>
                <a:cs typeface="Pretendard"/>
              </a:defRPr>
            </a:lvl2pPr>
            <a:lvl3pPr algn="l">
              <a:defRPr sz="2850" b="1">
                <a:solidFill>
                  <a:srgbClr val="BBBBBB"/>
                </a:solidFill>
                <a:latin typeface="Pretendard"/>
                <a:ea typeface="Pretendard"/>
                <a:cs typeface="Pretendard"/>
              </a:defRPr>
            </a:lvl3pPr>
            <a:lvl4pPr algn="l">
              <a:defRPr sz="2850" b="1">
                <a:solidFill>
                  <a:srgbClr val="BBBBBB"/>
                </a:solidFill>
                <a:latin typeface="Pretendard"/>
                <a:ea typeface="Pretendard"/>
                <a:cs typeface="Pretendard"/>
              </a:defRPr>
            </a:lvl4pPr>
            <a:lvl5pPr algn="l">
              <a:defRPr sz="2850" b="1">
                <a:solidFill>
                  <a:srgbClr val="BBBBBB"/>
                </a:solidFill>
                <a:latin typeface="Pretendard"/>
                <a:ea typeface="Pretendard"/>
                <a:cs typeface="Pretendard"/>
              </a:defRPr>
            </a:lvl5pPr>
            <a:lvl6pPr algn="l">
              <a:defRPr sz="2850" b="1">
                <a:solidFill>
                  <a:srgbClr val="BBBBBB"/>
                </a:solidFill>
                <a:latin typeface="Pretendard"/>
                <a:ea typeface="Pretendard"/>
                <a:cs typeface="Pretendard"/>
              </a:defRPr>
            </a:lvl6pPr>
            <a:lvl7pPr algn="l">
              <a:defRPr sz="2850" b="1">
                <a:solidFill>
                  <a:srgbClr val="BBBBBB"/>
                </a:solidFill>
                <a:latin typeface="Pretendard"/>
                <a:ea typeface="Pretendard"/>
                <a:cs typeface="Pretendard"/>
              </a:defRPr>
            </a:lvl7pPr>
            <a:lvl8pPr algn="l">
              <a:defRPr sz="2850" b="1">
                <a:solidFill>
                  <a:srgbClr val="BBBBBB"/>
                </a:solidFill>
                <a:latin typeface="Pretendard"/>
                <a:ea typeface="Pretendard"/>
                <a:cs typeface="Pretendard"/>
              </a:defRPr>
            </a:lvl8pPr>
            <a:lvl9pPr algn="l">
              <a:defRPr sz="2850" b="1">
                <a:solidFill>
                  <a:srgbClr val="BBBBBB"/>
                </a:solidFill>
                <a:latin typeface="Pretendard"/>
                <a:ea typeface="Pretendard"/>
                <a:cs typeface="Pretendard"/>
              </a:defRPr>
            </a:lvl9pPr>
          </a:lstStyle>
          <a:p xmlns:a="http://schemas.openxmlformats.org/drawingml/2006/main">
            <a:pPr algn="l">
              <a:defRPr sz="2850" b="1">
                <a:solidFill>
                  <a:srgbClr val="BBBBBB"/>
                </a:solidFill>
                <a:latin typeface="Pretendard"/>
                <a:ea typeface="Pretendard"/>
                <a:cs typeface="Pretendard"/>
              </a:defRPr>
            </a:pPr>
            <a:r>
              <a:rPr sz="2850" b="1">
                <a:solidFill>
                  <a:srgbClr val="BBBBBB"/>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5CA20F9-2C83-48E2-A236-AE37A2A7F1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6780ECA-089B-45CF-B563-07C82B2C03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24B18A1-7819-4B67-BC09-B7F890834B10}"/>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FFFFFF"/>
                </a:solidFill>
                <a:latin typeface="Pretendard"/>
                <a:ea typeface="Pretendard"/>
                <a:cs typeface="Pretendard"/>
              </a:defRPr>
            </a:defPPr>
            <a:lvl1pPr algn="ctr">
              <a:defRPr sz="5730" b="1">
                <a:solidFill>
                  <a:srgbClr val="FFFFFF"/>
                </a:solidFill>
                <a:latin typeface="Pretendard"/>
                <a:ea typeface="Pretendard"/>
                <a:cs typeface="Pretendard"/>
              </a:defRPr>
            </a:lvl1pPr>
            <a:lvl2pPr algn="ctr">
              <a:defRPr sz="5730" b="1">
                <a:solidFill>
                  <a:srgbClr val="FFFFFF"/>
                </a:solidFill>
                <a:latin typeface="Pretendard"/>
                <a:ea typeface="Pretendard"/>
                <a:cs typeface="Pretendard"/>
              </a:defRPr>
            </a:lvl2pPr>
            <a:lvl3pPr algn="ctr">
              <a:defRPr sz="5730" b="1">
                <a:solidFill>
                  <a:srgbClr val="FFFFFF"/>
                </a:solidFill>
                <a:latin typeface="Pretendard"/>
                <a:ea typeface="Pretendard"/>
                <a:cs typeface="Pretendard"/>
              </a:defRPr>
            </a:lvl3pPr>
            <a:lvl4pPr algn="ctr">
              <a:defRPr sz="5730" b="1">
                <a:solidFill>
                  <a:srgbClr val="FFFFFF"/>
                </a:solidFill>
                <a:latin typeface="Pretendard"/>
                <a:ea typeface="Pretendard"/>
                <a:cs typeface="Pretendard"/>
              </a:defRPr>
            </a:lvl4pPr>
            <a:lvl5pPr algn="ctr">
              <a:defRPr sz="5730" b="1">
                <a:solidFill>
                  <a:srgbClr val="FFFFFF"/>
                </a:solidFill>
                <a:latin typeface="Pretendard"/>
                <a:ea typeface="Pretendard"/>
                <a:cs typeface="Pretendard"/>
              </a:defRPr>
            </a:lvl5pPr>
            <a:lvl6pPr algn="ctr">
              <a:defRPr sz="5730" b="1">
                <a:solidFill>
                  <a:srgbClr val="FFFFFF"/>
                </a:solidFill>
                <a:latin typeface="Pretendard"/>
                <a:ea typeface="Pretendard"/>
                <a:cs typeface="Pretendard"/>
              </a:defRPr>
            </a:lvl6pPr>
            <a:lvl7pPr algn="ctr">
              <a:defRPr sz="5730" b="1">
                <a:solidFill>
                  <a:srgbClr val="FFFFFF"/>
                </a:solidFill>
                <a:latin typeface="Pretendard"/>
                <a:ea typeface="Pretendard"/>
                <a:cs typeface="Pretendard"/>
              </a:defRPr>
            </a:lvl7pPr>
            <a:lvl8pPr algn="ctr">
              <a:defRPr sz="5730" b="1">
                <a:solidFill>
                  <a:srgbClr val="FFFFFF"/>
                </a:solidFill>
                <a:latin typeface="Pretendard"/>
                <a:ea typeface="Pretendard"/>
                <a:cs typeface="Pretendard"/>
              </a:defRPr>
            </a:lvl8pPr>
            <a:lvl9pPr algn="ctr">
              <a:defRPr sz="5730" b="1">
                <a:solidFill>
                  <a:srgbClr val="FFFFFF"/>
                </a:solidFill>
                <a:latin typeface="Pretendard"/>
                <a:ea typeface="Pretendard"/>
                <a:cs typeface="Pretendard"/>
              </a:defRPr>
            </a:lvl9pPr>
          </a:lstStyle>
          <a:p xmlns:a="http://schemas.openxmlformats.org/drawingml/2006/main">
            <a:pPr algn="ctr">
              <a:defRPr sz="5730" b="1">
                <a:solidFill>
                  <a:srgbClr val="FFFFFF"/>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86F12707-95D8-4EAA-9C5D-0F31CFBA1759}"/>
              </a:ext>
            </a:extLst>
          </p:cNvPr>
          <p:cNvPicPr>
            <a:picLocks xmlns:a="http://schemas.openxmlformats.org/drawingml/2006/main" noChangeAspect="1"/>
          </p:cNvPicPr>
          <p:nvPr/>
        </p:nvPicPr>
        <p:blipFill>
          <a:blip xmlns:r="http://schemas.openxmlformats.org/officeDocument/2006/relationships" xmlns:a="http://schemas.openxmlformats.org/drawingml/2006/main" r:embed="R425a7ce961c94f85"/>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AAF6534-AAE0-42A0-98ED-7F23680E7880}"/>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BB14375C-3525-4569-8DAF-4E56A6B5E440}"/>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8134B0D3-1BCB-458C-AEBA-4F5B013D50D1}"/>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C8EC4E20-6D86-4ACF-8746-8BC77D53DBED}"/>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CA4EA8F8-CE41-4F36-849F-391C58BDC78C}"/>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3FCAF76D-9DC5-4812-9913-7CBA32695609}"/>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222222"/>
                </a:solidFill>
                <a:latin typeface="Pretendard"/>
                <a:ea typeface="Pretendard"/>
                <a:cs typeface="Pretendard"/>
              </a:defRPr>
            </a:defPPr>
            <a:lvl1pPr algn="l">
              <a:defRPr sz="2850" b="0">
                <a:solidFill>
                  <a:srgbClr val="222222"/>
                </a:solidFill>
                <a:latin typeface="Pretendard"/>
                <a:ea typeface="Pretendard"/>
                <a:cs typeface="Pretendard"/>
              </a:defRPr>
            </a:lvl1pPr>
            <a:lvl2pPr algn="l">
              <a:defRPr sz="2850" b="0">
                <a:solidFill>
                  <a:srgbClr val="222222"/>
                </a:solidFill>
                <a:latin typeface="Pretendard"/>
                <a:ea typeface="Pretendard"/>
                <a:cs typeface="Pretendard"/>
              </a:defRPr>
            </a:lvl2pPr>
            <a:lvl3pPr algn="l">
              <a:defRPr sz="2850" b="0">
                <a:solidFill>
                  <a:srgbClr val="222222"/>
                </a:solidFill>
                <a:latin typeface="Pretendard"/>
                <a:ea typeface="Pretendard"/>
                <a:cs typeface="Pretendard"/>
              </a:defRPr>
            </a:lvl3pPr>
            <a:lvl4pPr algn="l">
              <a:defRPr sz="2850" b="0">
                <a:solidFill>
                  <a:srgbClr val="222222"/>
                </a:solidFill>
                <a:latin typeface="Pretendard"/>
                <a:ea typeface="Pretendard"/>
                <a:cs typeface="Pretendard"/>
              </a:defRPr>
            </a:lvl4pPr>
            <a:lvl5pPr algn="l">
              <a:defRPr sz="2850" b="0">
                <a:solidFill>
                  <a:srgbClr val="222222"/>
                </a:solidFill>
                <a:latin typeface="Pretendard"/>
                <a:ea typeface="Pretendard"/>
                <a:cs typeface="Pretendard"/>
              </a:defRPr>
            </a:lvl5pPr>
            <a:lvl6pPr algn="l">
              <a:defRPr sz="2850" b="0">
                <a:solidFill>
                  <a:srgbClr val="222222"/>
                </a:solidFill>
                <a:latin typeface="Pretendard"/>
                <a:ea typeface="Pretendard"/>
                <a:cs typeface="Pretendard"/>
              </a:defRPr>
            </a:lvl6pPr>
            <a:lvl7pPr algn="l">
              <a:defRPr sz="2850" b="0">
                <a:solidFill>
                  <a:srgbClr val="222222"/>
                </a:solidFill>
                <a:latin typeface="Pretendard"/>
                <a:ea typeface="Pretendard"/>
                <a:cs typeface="Pretendard"/>
              </a:defRPr>
            </a:lvl7pPr>
            <a:lvl8pPr algn="l">
              <a:defRPr sz="2850" b="0">
                <a:solidFill>
                  <a:srgbClr val="222222"/>
                </a:solidFill>
                <a:latin typeface="Pretendard"/>
                <a:ea typeface="Pretendard"/>
                <a:cs typeface="Pretendard"/>
              </a:defRPr>
            </a:lvl8pPr>
            <a:lvl9pPr algn="l">
              <a:defRPr sz="2850" b="0">
                <a:solidFill>
                  <a:srgbClr val="222222"/>
                </a:solidFill>
                <a:latin typeface="Pretendard"/>
                <a:ea typeface="Pretendard"/>
                <a:cs typeface="Pretendard"/>
              </a:defRPr>
            </a:lvl9pPr>
          </a:lstStyle>
          <a:p xmlns:a="http://schemas.openxmlformats.org/drawingml/2006/main">
            <a:pPr algn="l">
              <a:defRPr sz="2850" b="0">
                <a:solidFill>
                  <a:srgbClr val="222222"/>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CF7E964C-5318-49A0-8861-A91BEBC1B2BB}"/>
              </a:ext>
            </a:extLst>
          </p:cNvPr>
          <p:cNvPicPr>
            <a:picLocks xmlns:a="http://schemas.openxmlformats.org/drawingml/2006/main" noChangeAspect="1"/>
          </p:cNvPicPr>
          <p:nvPr/>
        </p:nvPicPr>
        <p:blipFill>
          <a:blip xmlns:r="http://schemas.openxmlformats.org/officeDocument/2006/relationships" xmlns:a="http://schemas.openxmlformats.org/drawingml/2006/main" r:embed="R33eff89989df4db9"/>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0619869-DCE4-4F95-8138-472336B30D51}"/>
              </a:ext>
            </a:extLst>
          </p:cNvPr>
          <p:cNvPicPr>
            <a:picLocks xmlns:a="http://schemas.openxmlformats.org/drawingml/2006/main" noChangeAspect="1"/>
          </p:cNvPicPr>
          <p:nvPr/>
        </p:nvPicPr>
        <p:blipFill>
          <a:blip xmlns:r="http://schemas.openxmlformats.org/officeDocument/2006/relationships" xmlns:a="http://schemas.openxmlformats.org/drawingml/2006/main" r:embed="R906ba2ab5a8b48cb"/>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C2482B6-1C8E-47EE-BC18-3C6FC10CE147}"/>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660A543-78D1-4E75-9FBA-A2C4216FF327}"/>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B9B8E8C9-AA63-4EEA-A1C6-21A8693075D5}"/>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1CBFE8C0-0BCB-4899-A436-1EF51F260E7C}"/>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83F025AA-5070-4C41-BEE3-BF2D32143029}"/>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5EBB7BF-98C5-4B7A-AE78-443B458EAEED}"/>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8C2C7B21-494B-448B-9894-5EFD39C65AE0}"/>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8502439D-AAAF-42A5-B5E2-84FFB98AD09D}"/>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t>같으면 가능해!</a:t>
            </a:r>
          </a:p>
        </p:txBody>
      </p:sp>
    </p:spTree>
    <p:extLst>
      <p:ext uri="{BB962C8B-B14F-4D97-AF65-F5344CB8AC3E}">
        <p14:creationId xmlns:p14="http://schemas.microsoft.com/office/powerpoint/2010/main" val="2070853486"/>
      </p:ext>
    </p:extLst>
  </p:cSld>
</p:sld>
</file>

<file path=ppt/slides/slide5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A249798-3EBE-4998-B486-7B034F4D74CD}"/>
              </a:ext>
            </a:extLst>
          </p:cNvPr>
          <p:cNvPicPr>
            <a:picLocks xmlns:a="http://schemas.openxmlformats.org/drawingml/2006/main" noChangeAspect="1"/>
          </p:cNvPicPr>
          <p:nvPr/>
        </p:nvPicPr>
        <p:blipFill>
          <a:blip xmlns:r="http://schemas.openxmlformats.org/officeDocument/2006/relationships" xmlns:a="http://schemas.openxmlformats.org/drawingml/2006/main" r:embed="R34e4de78cd4e4a2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0D3E17-ABA1-432A-9EE3-2DFE26DFAC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A9F1AA-D966-4FF3-953F-8EDF06D770A2}"/>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08305B-1ACC-4284-A556-C2EC26C2D5DD}"/>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3D989E9-33C8-48CF-BF76-AA30D7FD1EDF}"/>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489DCC26-63E7-409A-9D5E-836CE29EC491}"/>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식과 그래프를 근거로 설명해 보자</a:t>
            </a:r>
          </a:p>
        </p:txBody>
      </p:sp>
      <p:sp>
        <p:nvSpPr>
          <p:cNvPr id="7" name="참조 확인 목록 패널">
            <a:extLst xmlns:a="http://schemas.openxmlformats.org/drawingml/2006/main">
              <a:ext uri="{FF2B5EF4-FFF2-40B4-BE49-F238E27FC236}">
                <a16:creationId xmlns:a16="http://schemas.microsoft.com/office/drawing/2014/main" id="{52832602-37D1-4333-B6A8-4E4D678586F0}"/>
              </a:ext>
            </a:extLst>
          </p:cNvPr>
          <p:cNvSpPr>
            <a:spLocks xmlns:a="http://schemas.openxmlformats.org/drawingml/2006/main" noGrp="1"/>
          </p:cNvSpPr>
          <p:nvPr/>
        </p:nvSpPr>
        <p:spPr>
          <a:xfrm xmlns:a="http://schemas.openxmlformats.org/drawingml/2006/main">
            <a:off x="1809750" y="4048125"/>
            <a:ext cx="14668500" cy="5334000"/>
          </a:xfrm>
          <a:prstGeom xmlns:a="http://schemas.openxmlformats.org/drawingml/2006/main" prst="roundRect">
            <a:avLst>
              <a:gd name="adj" fmla="val 5000"/>
            </a:avLst>
          </a:prstGeom>
          <a:solidFill xmlns:a="http://schemas.openxmlformats.org/drawingml/2006/main">
            <a:srgbClr val="202020"/>
          </a:solidFill>
          <a:ln xmlns:a="http://schemas.openxmlformats.org/drawingml/2006/main" w="0">
            <a:noFill/>
          </a:ln>
        </p:spPr>
      </p:sp>
      <p:sp>
        <p:nvSpPr>
          <p:cNvPr id="8" name="확인 표시 상자">
            <a:extLst xmlns:a="http://schemas.openxmlformats.org/drawingml/2006/main">
              <a:ext uri="{FF2B5EF4-FFF2-40B4-BE49-F238E27FC236}">
                <a16:creationId xmlns:a16="http://schemas.microsoft.com/office/drawing/2014/main" id="{A1F718F4-BDE2-4811-8B10-FEB71E63219C}"/>
              </a:ext>
            </a:extLst>
          </p:cNvPr>
          <p:cNvSpPr>
            <a:spLocks xmlns:a="http://schemas.openxmlformats.org/drawingml/2006/main" noGrp="1"/>
          </p:cNvSpPr>
          <p:nvPr/>
        </p:nvSpPr>
        <p:spPr>
          <a:xfrm xmlns:a="http://schemas.openxmlformats.org/drawingml/2006/main">
            <a:off x="2362200" y="463867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B49597F-2E77-4E10-BCDE-9932E3BF85A8}"/>
              </a:ext>
            </a:extLst>
          </p:cNvPr>
          <p:cNvSpPr>
            <a:spLocks xmlns:a="http://schemas.openxmlformats.org/drawingml/2006/main" noGrp="1"/>
          </p:cNvSpPr>
          <p:nvPr/>
        </p:nvSpPr>
        <p:spPr>
          <a:xfrm xmlns:a="http://schemas.openxmlformats.org/drawingml/2006/main">
            <a:off x="2343150" y="453390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0" name="text">
            <a:extLst xmlns:a="http://schemas.openxmlformats.org/drawingml/2006/main">
              <a:ext uri="{FF2B5EF4-FFF2-40B4-BE49-F238E27FC236}">
                <a16:creationId xmlns:a16="http://schemas.microsoft.com/office/drawing/2014/main" id="{1313744D-3084-42BD-B5BF-1B1305EAF04C}"/>
              </a:ext>
            </a:extLst>
          </p:cNvPr>
          <p:cNvSpPr>
            <a:spLocks xmlns:a="http://schemas.openxmlformats.org/drawingml/2006/main" noGrp="1"/>
          </p:cNvSpPr>
          <p:nvPr/>
        </p:nvSpPr>
        <p:spPr>
          <a:xfrm xmlns:a="http://schemas.openxmlformats.org/drawingml/2006/main">
            <a:off x="3105150" y="4543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CO 생성 반응의 엔탈피 관계를 설명할 수 있는가?</a:t>
            </a:r>
          </a:p>
        </p:txBody>
      </p:sp>
      <p:sp>
        <p:nvSpPr>
          <p:cNvPr id="11" name="text">
            <a:extLst xmlns:a="http://schemas.openxmlformats.org/drawingml/2006/main">
              <a:ext uri="{FF2B5EF4-FFF2-40B4-BE49-F238E27FC236}">
                <a16:creationId xmlns:a16="http://schemas.microsoft.com/office/drawing/2014/main" id="{B0E76127-3D31-4E9A-950F-F269894FD4ED}"/>
              </a:ext>
            </a:extLst>
          </p:cNvPr>
          <p:cNvSpPr>
            <a:spLocks xmlns:a="http://schemas.openxmlformats.org/drawingml/2006/main" noGrp="1"/>
          </p:cNvSpPr>
          <p:nvPr/>
        </p:nvSpPr>
        <p:spPr>
          <a:xfrm xmlns:a="http://schemas.openxmlformats.org/drawingml/2006/main">
            <a:off x="3105150" y="51625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반응식의 방향과 그래프의 화살표를 대응한다.</a:t>
            </a:r>
          </a:p>
        </p:txBody>
      </p:sp>
      <p:sp>
        <p:nvSpPr>
          <p:cNvPr id="12" name="확인 표시 상자">
            <a:extLst xmlns:a="http://schemas.openxmlformats.org/drawingml/2006/main">
              <a:ext uri="{FF2B5EF4-FFF2-40B4-BE49-F238E27FC236}">
                <a16:creationId xmlns:a16="http://schemas.microsoft.com/office/drawing/2014/main" id="{3181764A-BE29-4E78-BA70-480A5E26B045}"/>
              </a:ext>
            </a:extLst>
          </p:cNvPr>
          <p:cNvSpPr>
            <a:spLocks xmlns:a="http://schemas.openxmlformats.org/drawingml/2006/main" noGrp="1"/>
          </p:cNvSpPr>
          <p:nvPr/>
        </p:nvSpPr>
        <p:spPr>
          <a:xfrm xmlns:a="http://schemas.openxmlformats.org/drawingml/2006/main">
            <a:off x="2362200" y="621982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BC6D641-D7E9-4D77-B139-66E13407DE91}"/>
              </a:ext>
            </a:extLst>
          </p:cNvPr>
          <p:cNvSpPr>
            <a:spLocks xmlns:a="http://schemas.openxmlformats.org/drawingml/2006/main" noGrp="1"/>
          </p:cNvSpPr>
          <p:nvPr/>
        </p:nvSpPr>
        <p:spPr>
          <a:xfrm xmlns:a="http://schemas.openxmlformats.org/drawingml/2006/main">
            <a:off x="2343150" y="611505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4" name="text">
            <a:extLst xmlns:a="http://schemas.openxmlformats.org/drawingml/2006/main">
              <a:ext uri="{FF2B5EF4-FFF2-40B4-BE49-F238E27FC236}">
                <a16:creationId xmlns:a16="http://schemas.microsoft.com/office/drawing/2014/main" id="{4ECC736E-35EB-4A51-9F5D-EBA2D003C555}"/>
              </a:ext>
            </a:extLst>
          </p:cNvPr>
          <p:cNvSpPr>
            <a:spLocks xmlns:a="http://schemas.openxmlformats.org/drawingml/2006/main" noGrp="1"/>
          </p:cNvSpPr>
          <p:nvPr/>
        </p:nvSpPr>
        <p:spPr>
          <a:xfrm xmlns:a="http://schemas.openxmlformats.org/drawingml/2006/main">
            <a:off x="3105150" y="6124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물의 기화 엔탈피가 양수인 까닭을 설명할 수 있는가?</a:t>
            </a:r>
          </a:p>
        </p:txBody>
      </p:sp>
      <p:sp>
        <p:nvSpPr>
          <p:cNvPr id="15" name="text">
            <a:extLst xmlns:a="http://schemas.openxmlformats.org/drawingml/2006/main">
              <a:ext uri="{FF2B5EF4-FFF2-40B4-BE49-F238E27FC236}">
                <a16:creationId xmlns:a16="http://schemas.microsoft.com/office/drawing/2014/main" id="{2A65E2DC-8AF8-4938-A9B6-2366E5273362}"/>
              </a:ext>
            </a:extLst>
          </p:cNvPr>
          <p:cNvSpPr>
            <a:spLocks xmlns:a="http://schemas.openxmlformats.org/drawingml/2006/main" noGrp="1"/>
          </p:cNvSpPr>
          <p:nvPr/>
        </p:nvSpPr>
        <p:spPr>
          <a:xfrm xmlns:a="http://schemas.openxmlformats.org/drawingml/2006/main">
            <a:off x="3105150" y="6743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액체와 기체의 엔탈피 차이를 근거로 말한다.</a:t>
            </a:r>
          </a:p>
        </p:txBody>
      </p:sp>
      <p:sp>
        <p:nvSpPr>
          <p:cNvPr id="16" name="확인 표시 상자">
            <a:extLst xmlns:a="http://schemas.openxmlformats.org/drawingml/2006/main">
              <a:ext uri="{FF2B5EF4-FFF2-40B4-BE49-F238E27FC236}">
                <a16:creationId xmlns:a16="http://schemas.microsoft.com/office/drawing/2014/main" id="{3F8DB7F2-ED88-4584-99F2-6D571A75DF2F}"/>
              </a:ext>
            </a:extLst>
          </p:cNvPr>
          <p:cNvSpPr>
            <a:spLocks xmlns:a="http://schemas.openxmlformats.org/drawingml/2006/main" noGrp="1"/>
          </p:cNvSpPr>
          <p:nvPr/>
        </p:nvSpPr>
        <p:spPr>
          <a:xfrm xmlns:a="http://schemas.openxmlformats.org/drawingml/2006/main">
            <a:off x="2362200" y="780097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86DCB67-3FA3-421C-A398-F804F2CA6B5C}"/>
              </a:ext>
            </a:extLst>
          </p:cNvPr>
          <p:cNvSpPr>
            <a:spLocks xmlns:a="http://schemas.openxmlformats.org/drawingml/2006/main" noGrp="1"/>
          </p:cNvSpPr>
          <p:nvPr/>
        </p:nvSpPr>
        <p:spPr>
          <a:xfrm xmlns:a="http://schemas.openxmlformats.org/drawingml/2006/main">
            <a:off x="2343150" y="769620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8" name="text">
            <a:extLst xmlns:a="http://schemas.openxmlformats.org/drawingml/2006/main">
              <a:ext uri="{FF2B5EF4-FFF2-40B4-BE49-F238E27FC236}">
                <a16:creationId xmlns:a16="http://schemas.microsoft.com/office/drawing/2014/main" id="{6169B35B-F209-4377-9FA7-F45EB874DAE1}"/>
              </a:ext>
            </a:extLst>
          </p:cNvPr>
          <p:cNvSpPr>
            <a:spLocks xmlns:a="http://schemas.openxmlformats.org/drawingml/2006/main" noGrp="1"/>
          </p:cNvSpPr>
          <p:nvPr/>
        </p:nvSpPr>
        <p:spPr>
          <a:xfrm xmlns:a="http://schemas.openxmlformats.org/drawingml/2006/main">
            <a:off x="3105150" y="77057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두 경로의 실험값이 달라지는 까닭을 설명할 수 있는가?</a:t>
            </a:r>
          </a:p>
        </p:txBody>
      </p:sp>
      <p:sp>
        <p:nvSpPr>
          <p:cNvPr id="19" name="text">
            <a:extLst xmlns:a="http://schemas.openxmlformats.org/drawingml/2006/main">
              <a:ext uri="{FF2B5EF4-FFF2-40B4-BE49-F238E27FC236}">
                <a16:creationId xmlns:a16="http://schemas.microsoft.com/office/drawing/2014/main" id="{8442C005-0C2F-45DD-87CB-006C4A87674F}"/>
              </a:ext>
            </a:extLst>
          </p:cNvPr>
          <p:cNvSpPr>
            <a:spLocks xmlns:a="http://schemas.openxmlformats.org/drawingml/2006/main" noGrp="1"/>
          </p:cNvSpPr>
          <p:nvPr/>
        </p:nvSpPr>
        <p:spPr>
          <a:xfrm xmlns:a="http://schemas.openxmlformats.org/drawingml/2006/main">
            <a:off x="3105150" y="8324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174422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2026-10-28T13:46:46.6540000Z</dcterms:created>
  <dcterms:modified xsi:type="dcterms:W3CDTF">2026-10-28T13:46:46.6540000Z</dcterms:modified>
</coreProperties>
</file>