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882f4f6ab64766" /><Relationship Type="http://schemas.openxmlformats.org/officeDocument/2006/relationships/extended-properties" Target="/docProps/app.xml" Id="Rc444c61d9a2c4a88" /><Relationship Type="http://schemas.openxmlformats.org/officeDocument/2006/relationships/officeDocument" Target="/ppt/presentation.xml" Id="R3a18668238214aac" /></Relationships>
</file>

<file path=ppt/presentation.xml><?xml version="1.0" encoding="utf-8"?>
<p:presentation xmlns:p="http://schemas.openxmlformats.org/presentationml/2006/main">
  <p:sldMasterIdLst>
    <p:sldMasterId xmlns:r="http://schemas.openxmlformats.org/officeDocument/2006/relationships" id="2147483648" r:id="R34cf250713f14872"/>
  </p:sldMasterIdLst>
  <p:notesMasterIdLst>
    <p:notesMasterId xmlns:r="http://schemas.openxmlformats.org/officeDocument/2006/relationships" r:id="R196d5fb48630468b"/>
  </p:notesMasterIdLst>
  <p:sldIdLst>
    <p:sldId xmlns:r="http://schemas.openxmlformats.org/officeDocument/2006/relationships" id="256" r:id="Rdedcebf037694103"/>
    <p:sldId xmlns:r="http://schemas.openxmlformats.org/officeDocument/2006/relationships" id="257" r:id="R0ff2a6d6e18c400e"/>
    <p:sldId xmlns:r="http://schemas.openxmlformats.org/officeDocument/2006/relationships" id="258" r:id="R1562708b345a41f6"/>
    <p:sldId xmlns:r="http://schemas.openxmlformats.org/officeDocument/2006/relationships" id="259" r:id="Rfb8976616b07490b"/>
    <p:sldId xmlns:r="http://schemas.openxmlformats.org/officeDocument/2006/relationships" id="260" r:id="Rf222e55b86c84588"/>
    <p:sldId xmlns:r="http://schemas.openxmlformats.org/officeDocument/2006/relationships" id="261" r:id="R20e472a95ed045f5"/>
    <p:sldId xmlns:r="http://schemas.openxmlformats.org/officeDocument/2006/relationships" id="262" r:id="Rf670da529214466e"/>
    <p:sldId xmlns:r="http://schemas.openxmlformats.org/officeDocument/2006/relationships" id="263" r:id="R342487d7ca40443c"/>
    <p:sldId xmlns:r="http://schemas.openxmlformats.org/officeDocument/2006/relationships" id="264" r:id="R82ff2b213342469f"/>
    <p:sldId xmlns:r="http://schemas.openxmlformats.org/officeDocument/2006/relationships" id="265" r:id="Rb209df0256c643f0"/>
    <p:sldId xmlns:r="http://schemas.openxmlformats.org/officeDocument/2006/relationships" id="266" r:id="Rc6de58b98f5c4a5d"/>
    <p:sldId xmlns:r="http://schemas.openxmlformats.org/officeDocument/2006/relationships" id="267" r:id="R666d730ba6d94410"/>
    <p:sldId xmlns:r="http://schemas.openxmlformats.org/officeDocument/2006/relationships" id="268" r:id="Rfbe026c5fff944f4"/>
    <p:sldId xmlns:r="http://schemas.openxmlformats.org/officeDocument/2006/relationships" id="269" r:id="Rf70c84e23dea4c74"/>
    <p:sldId xmlns:r="http://schemas.openxmlformats.org/officeDocument/2006/relationships" id="270" r:id="R2a193660cc36459d"/>
    <p:sldId xmlns:r="http://schemas.openxmlformats.org/officeDocument/2006/relationships" id="271" r:id="R23eed3f109304075"/>
    <p:sldId xmlns:r="http://schemas.openxmlformats.org/officeDocument/2006/relationships" id="272" r:id="R280691820dd24cce"/>
    <p:sldId xmlns:r="http://schemas.openxmlformats.org/officeDocument/2006/relationships" id="273" r:id="R7aa4b2fd8b75418a"/>
    <p:sldId xmlns:r="http://schemas.openxmlformats.org/officeDocument/2006/relationships" id="274" r:id="Rfaf68de0554445e1"/>
    <p:sldId xmlns:r="http://schemas.openxmlformats.org/officeDocument/2006/relationships" id="275" r:id="Ref63814d3b954dfc"/>
    <p:sldId xmlns:r="http://schemas.openxmlformats.org/officeDocument/2006/relationships" id="276" r:id="Ra6205c117df747be"/>
    <p:sldId xmlns:r="http://schemas.openxmlformats.org/officeDocument/2006/relationships" id="277" r:id="Rbd5f65330ada44e0"/>
    <p:sldId xmlns:r="http://schemas.openxmlformats.org/officeDocument/2006/relationships" id="278" r:id="R91ccd2765a624806"/>
    <p:sldId xmlns:r="http://schemas.openxmlformats.org/officeDocument/2006/relationships" id="279" r:id="R1d0b15589a874bf4"/>
    <p:sldId xmlns:r="http://schemas.openxmlformats.org/officeDocument/2006/relationships" id="280" r:id="R5d6b1bac3a5d44fb"/>
    <p:sldId xmlns:r="http://schemas.openxmlformats.org/officeDocument/2006/relationships" id="281" r:id="Rba13cd77bee24da3"/>
    <p:sldId xmlns:r="http://schemas.openxmlformats.org/officeDocument/2006/relationships" id="282" r:id="Rcff35d2166a14769"/>
    <p:sldId xmlns:r="http://schemas.openxmlformats.org/officeDocument/2006/relationships" id="283" r:id="R599763207d4043f4"/>
    <p:sldId xmlns:r="http://schemas.openxmlformats.org/officeDocument/2006/relationships" id="284" r:id="R13cbd10e1264408e"/>
    <p:sldId xmlns:r="http://schemas.openxmlformats.org/officeDocument/2006/relationships" id="285" r:id="Rf1f46096a79e4d83"/>
    <p:sldId xmlns:r="http://schemas.openxmlformats.org/officeDocument/2006/relationships" id="286" r:id="Re1946464c0714200"/>
    <p:sldId xmlns:r="http://schemas.openxmlformats.org/officeDocument/2006/relationships" id="287" r:id="R5a3d6cc3b7d841fc"/>
    <p:sldId xmlns:r="http://schemas.openxmlformats.org/officeDocument/2006/relationships" id="288" r:id="R787868d8f0ee47cd"/>
    <p:sldId xmlns:r="http://schemas.openxmlformats.org/officeDocument/2006/relationships" id="289" r:id="Rb7b11f98d8574588"/>
    <p:sldId xmlns:r="http://schemas.openxmlformats.org/officeDocument/2006/relationships" id="290" r:id="R2e599fa0b5bb4663"/>
    <p:sldId xmlns:r="http://schemas.openxmlformats.org/officeDocument/2006/relationships" id="291" r:id="Rc718584627f8422e"/>
    <p:sldId xmlns:r="http://schemas.openxmlformats.org/officeDocument/2006/relationships" id="292" r:id="R5d90fddf246447b1"/>
    <p:sldId xmlns:r="http://schemas.openxmlformats.org/officeDocument/2006/relationships" id="293" r:id="Re6e1ec21b0604da4"/>
    <p:sldId xmlns:r="http://schemas.openxmlformats.org/officeDocument/2006/relationships" id="294" r:id="Rfa66fe528fe34c0c"/>
    <p:sldId xmlns:r="http://schemas.openxmlformats.org/officeDocument/2006/relationships" id="295" r:id="Rca702c7b984149d5"/>
    <p:sldId xmlns:r="http://schemas.openxmlformats.org/officeDocument/2006/relationships" id="296" r:id="Rd99d0059bcc04f06"/>
    <p:sldId xmlns:r="http://schemas.openxmlformats.org/officeDocument/2006/relationships" id="297" r:id="R91bb3debb51943f6"/>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a3d9217e2d4929" /><Relationship Type="http://schemas.openxmlformats.org/officeDocument/2006/relationships/slideMaster" Target="/ppt/slideMasters/slideMaster1.xml" Id="R34cf250713f14872" /><Relationship Type="http://schemas.openxmlformats.org/officeDocument/2006/relationships/notesMaster" Target="/ppt/notesMasters/notesMaster1.xml" Id="R196d5fb48630468b" /><Relationship Type="http://schemas.openxmlformats.org/officeDocument/2006/relationships/presProps" Target="/ppt/presProps.xml" Id="R15e354903ec74331" /><Relationship Type="http://schemas.openxmlformats.org/officeDocument/2006/relationships/tableStyles" Target="/ppt/tableStyles.xml" Id="R9dbb1f60c2f14f52" /><Relationship Type="http://schemas.openxmlformats.org/officeDocument/2006/relationships/slide" Target="/ppt/slides/slide1.xml" Id="Rdedcebf037694103" /><Relationship Type="http://schemas.openxmlformats.org/officeDocument/2006/relationships/slide" Target="/ppt/slides/slide2.xml" Id="R0ff2a6d6e18c400e" /><Relationship Type="http://schemas.openxmlformats.org/officeDocument/2006/relationships/slide" Target="/ppt/slides/slide3.xml" Id="R1562708b345a41f6" /><Relationship Type="http://schemas.openxmlformats.org/officeDocument/2006/relationships/slide" Target="/ppt/slides/slide4.xml" Id="Rfb8976616b07490b" /><Relationship Type="http://schemas.openxmlformats.org/officeDocument/2006/relationships/slide" Target="/ppt/slides/slide5.xml" Id="Rf222e55b86c84588" /><Relationship Type="http://schemas.openxmlformats.org/officeDocument/2006/relationships/slide" Target="/ppt/slides/slide6.xml" Id="R20e472a95ed045f5" /><Relationship Type="http://schemas.openxmlformats.org/officeDocument/2006/relationships/slide" Target="/ppt/slides/slide7.xml" Id="Rf670da529214466e" /><Relationship Type="http://schemas.openxmlformats.org/officeDocument/2006/relationships/slide" Target="/ppt/slides/slide8.xml" Id="R342487d7ca40443c" /><Relationship Type="http://schemas.openxmlformats.org/officeDocument/2006/relationships/slide" Target="/ppt/slides/slide9.xml" Id="R82ff2b213342469f" /><Relationship Type="http://schemas.openxmlformats.org/officeDocument/2006/relationships/slide" Target="/ppt/slides/slide10.xml" Id="Rb209df0256c643f0" /><Relationship Type="http://schemas.openxmlformats.org/officeDocument/2006/relationships/slide" Target="/ppt/slides/slide11.xml" Id="Rc6de58b98f5c4a5d" /><Relationship Type="http://schemas.openxmlformats.org/officeDocument/2006/relationships/slide" Target="/ppt/slides/slide12.xml" Id="R666d730ba6d94410" /><Relationship Type="http://schemas.openxmlformats.org/officeDocument/2006/relationships/slide" Target="/ppt/slides/slide13.xml" Id="Rfbe026c5fff944f4" /><Relationship Type="http://schemas.openxmlformats.org/officeDocument/2006/relationships/slide" Target="/ppt/slides/slide14.xml" Id="Rf70c84e23dea4c74" /><Relationship Type="http://schemas.openxmlformats.org/officeDocument/2006/relationships/slide" Target="/ppt/slides/slide15.xml" Id="R2a193660cc36459d" /><Relationship Type="http://schemas.openxmlformats.org/officeDocument/2006/relationships/slide" Target="/ppt/slides/slide16.xml" Id="R23eed3f109304075" /><Relationship Type="http://schemas.openxmlformats.org/officeDocument/2006/relationships/slide" Target="/ppt/slides/slide17.xml" Id="R280691820dd24cce" /><Relationship Type="http://schemas.openxmlformats.org/officeDocument/2006/relationships/slide" Target="/ppt/slides/slide18.xml" Id="R7aa4b2fd8b75418a" /><Relationship Type="http://schemas.openxmlformats.org/officeDocument/2006/relationships/slide" Target="/ppt/slides/slide19.xml" Id="Rfaf68de0554445e1" /><Relationship Type="http://schemas.openxmlformats.org/officeDocument/2006/relationships/slide" Target="/ppt/slides/slide20.xml" Id="Ref63814d3b954dfc" /><Relationship Type="http://schemas.openxmlformats.org/officeDocument/2006/relationships/slide" Target="/ppt/slides/slide21.xml" Id="Ra6205c117df747be" /><Relationship Type="http://schemas.openxmlformats.org/officeDocument/2006/relationships/slide" Target="/ppt/slides/slide22.xml" Id="Rbd5f65330ada44e0" /><Relationship Type="http://schemas.openxmlformats.org/officeDocument/2006/relationships/slide" Target="/ppt/slides/slide23.xml" Id="R91ccd2765a624806" /><Relationship Type="http://schemas.openxmlformats.org/officeDocument/2006/relationships/slide" Target="/ppt/slides/slide24.xml" Id="R1d0b15589a874bf4" /><Relationship Type="http://schemas.openxmlformats.org/officeDocument/2006/relationships/slide" Target="/ppt/slides/slide25.xml" Id="R5d6b1bac3a5d44fb" /><Relationship Type="http://schemas.openxmlformats.org/officeDocument/2006/relationships/slide" Target="/ppt/slides/slide26.xml" Id="Rba13cd77bee24da3" /><Relationship Type="http://schemas.openxmlformats.org/officeDocument/2006/relationships/slide" Target="/ppt/slides/slide27.xml" Id="Rcff35d2166a14769" /><Relationship Type="http://schemas.openxmlformats.org/officeDocument/2006/relationships/slide" Target="/ppt/slides/slide28.xml" Id="R599763207d4043f4" /><Relationship Type="http://schemas.openxmlformats.org/officeDocument/2006/relationships/slide" Target="/ppt/slides/slide29.xml" Id="R13cbd10e1264408e" /><Relationship Type="http://schemas.openxmlformats.org/officeDocument/2006/relationships/slide" Target="/ppt/slides/slide30.xml" Id="Rf1f46096a79e4d83" /><Relationship Type="http://schemas.openxmlformats.org/officeDocument/2006/relationships/slide" Target="/ppt/slides/slide31.xml" Id="Re1946464c0714200" /><Relationship Type="http://schemas.openxmlformats.org/officeDocument/2006/relationships/slide" Target="/ppt/slides/slide32.xml" Id="R5a3d6cc3b7d841fc" /><Relationship Type="http://schemas.openxmlformats.org/officeDocument/2006/relationships/slide" Target="/ppt/slides/slide33.xml" Id="R787868d8f0ee47cd" /><Relationship Type="http://schemas.openxmlformats.org/officeDocument/2006/relationships/slide" Target="/ppt/slides/slide34.xml" Id="Rb7b11f98d8574588" /><Relationship Type="http://schemas.openxmlformats.org/officeDocument/2006/relationships/slide" Target="/ppt/slides/slide35.xml" Id="R2e599fa0b5bb4663" /><Relationship Type="http://schemas.openxmlformats.org/officeDocument/2006/relationships/slide" Target="/ppt/slides/slide36.xml" Id="Rc718584627f8422e" /><Relationship Type="http://schemas.openxmlformats.org/officeDocument/2006/relationships/slide" Target="/ppt/slides/slide37.xml" Id="R5d90fddf246447b1" /><Relationship Type="http://schemas.openxmlformats.org/officeDocument/2006/relationships/slide" Target="/ppt/slides/slide38.xml" Id="Re6e1ec21b0604da4" /><Relationship Type="http://schemas.openxmlformats.org/officeDocument/2006/relationships/slide" Target="/ppt/slides/slide39.xml" Id="Rfa66fe528fe34c0c" /><Relationship Type="http://schemas.openxmlformats.org/officeDocument/2006/relationships/slide" Target="/ppt/slides/slide40.xml" Id="Rca702c7b984149d5" /><Relationship Type="http://schemas.openxmlformats.org/officeDocument/2006/relationships/slide" Target="/ppt/slides/slide41.xml" Id="Rd99d0059bcc04f06" /><Relationship Type="http://schemas.openxmlformats.org/officeDocument/2006/relationships/slide" Target="/ppt/slides/slide42.xml" Id="R91bb3debb51943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822844dcd44d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d3dc949ccd4211" /><Relationship Type="http://schemas.openxmlformats.org/officeDocument/2006/relationships/notesMaster" Target="/ppt/notesMasters/notesMaster1.xml" Id="R1678eec2afa349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30a44930524adb" /><Relationship Type="http://schemas.openxmlformats.org/officeDocument/2006/relationships/notesMaster" Target="/ppt/notesMasters/notesMaster1.xml" Id="R9486730e865748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19f4f52c334052" /><Relationship Type="http://schemas.openxmlformats.org/officeDocument/2006/relationships/notesMaster" Target="/ppt/notesMasters/notesMaster1.xml" Id="Rccf52598380040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ce98cf282d40d8" /><Relationship Type="http://schemas.openxmlformats.org/officeDocument/2006/relationships/notesMaster" Target="/ppt/notesMasters/notesMaster1.xml" Id="R306c9a8f2f4641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1e5c5566d146a1" /><Relationship Type="http://schemas.openxmlformats.org/officeDocument/2006/relationships/notesMaster" Target="/ppt/notesMasters/notesMaster1.xml" Id="R520e438b22714e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e64cb747f9426b" /><Relationship Type="http://schemas.openxmlformats.org/officeDocument/2006/relationships/notesMaster" Target="/ppt/notesMasters/notesMaster1.xml" Id="Rd2522300afd448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90bebb13f34c74" /><Relationship Type="http://schemas.openxmlformats.org/officeDocument/2006/relationships/notesMaster" Target="/ppt/notesMasters/notesMaster1.xml" Id="R98009ad8e8994a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4c07d8e6094ad3" /><Relationship Type="http://schemas.openxmlformats.org/officeDocument/2006/relationships/notesMaster" Target="/ppt/notesMasters/notesMaster1.xml" Id="R6ce19f785fd14d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b09d03bcf74193" /><Relationship Type="http://schemas.openxmlformats.org/officeDocument/2006/relationships/notesMaster" Target="/ppt/notesMasters/notesMaster1.xml" Id="R3d093a4131ca41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7cc33ce2c14afe" /><Relationship Type="http://schemas.openxmlformats.org/officeDocument/2006/relationships/notesMaster" Target="/ppt/notesMasters/notesMaster1.xml" Id="R10defefb776e44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c45b1eceb844b8" /><Relationship Type="http://schemas.openxmlformats.org/officeDocument/2006/relationships/notesMaster" Target="/ppt/notesMasters/notesMaster1.xml" Id="R31efd0889bd343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eb7ab679b54c5f" /><Relationship Type="http://schemas.openxmlformats.org/officeDocument/2006/relationships/notesMaster" Target="/ppt/notesMasters/notesMaster1.xml" Id="Rafc8ef0c9a2448d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f7866f2b4d438c" /><Relationship Type="http://schemas.openxmlformats.org/officeDocument/2006/relationships/notesMaster" Target="/ppt/notesMasters/notesMaster1.xml" Id="R3817e0ab54e04f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51b4fda73545de" /><Relationship Type="http://schemas.openxmlformats.org/officeDocument/2006/relationships/notesMaster" Target="/ppt/notesMasters/notesMaster1.xml" Id="Rd3ba817bc62446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b69832c81b94ae7" /><Relationship Type="http://schemas.openxmlformats.org/officeDocument/2006/relationships/notesMaster" Target="/ppt/notesMasters/notesMaster1.xml" Id="Rb2240c058aae42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f652856c25749ca" /><Relationship Type="http://schemas.openxmlformats.org/officeDocument/2006/relationships/notesMaster" Target="/ppt/notesMasters/notesMaster1.xml" Id="Red293c45a4914b0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a46988d86ac48e4" /><Relationship Type="http://schemas.openxmlformats.org/officeDocument/2006/relationships/notesMaster" Target="/ppt/notesMasters/notesMaster1.xml" Id="R4d8818061982468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3fbe97298464ed2" /><Relationship Type="http://schemas.openxmlformats.org/officeDocument/2006/relationships/notesMaster" Target="/ppt/notesMasters/notesMaster1.xml" Id="R0f3cbe3c809e4e8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2245da87ee84c32" /><Relationship Type="http://schemas.openxmlformats.org/officeDocument/2006/relationships/notesMaster" Target="/ppt/notesMasters/notesMaster1.xml" Id="Re9953158d9754b9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76b8c1fbfaf47be" /><Relationship Type="http://schemas.openxmlformats.org/officeDocument/2006/relationships/notesMaster" Target="/ppt/notesMasters/notesMaster1.xml" Id="R8ed9378cd01d40d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395562116d949e1" /><Relationship Type="http://schemas.openxmlformats.org/officeDocument/2006/relationships/notesMaster" Target="/ppt/notesMasters/notesMaster1.xml" Id="R7e1afe50bf3f44c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c9fe0b7aea84c6b" /><Relationship Type="http://schemas.openxmlformats.org/officeDocument/2006/relationships/notesMaster" Target="/ppt/notesMasters/notesMaster1.xml" Id="Rc00eece50e49427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3c3790aeda242a0" /><Relationship Type="http://schemas.openxmlformats.org/officeDocument/2006/relationships/notesMaster" Target="/ppt/notesMasters/notesMaster1.xml" Id="R0b03c697084d463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10dee8025a74150" /><Relationship Type="http://schemas.openxmlformats.org/officeDocument/2006/relationships/notesMaster" Target="/ppt/notesMasters/notesMaster1.xml" Id="R26a97ac424144be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7fcff0bec654813" /><Relationship Type="http://schemas.openxmlformats.org/officeDocument/2006/relationships/notesMaster" Target="/ppt/notesMasters/notesMaster1.xml" Id="Rf3e6b2d85b194d9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07d419bd5414399" /><Relationship Type="http://schemas.openxmlformats.org/officeDocument/2006/relationships/notesMaster" Target="/ppt/notesMasters/notesMaster1.xml" Id="Rc58b7bc2974341b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94fe66d3a4444f9" /><Relationship Type="http://schemas.openxmlformats.org/officeDocument/2006/relationships/notesMaster" Target="/ppt/notesMasters/notesMaster1.xml" Id="Rbab3187d62324f7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30e980e25fe49ea" /><Relationship Type="http://schemas.openxmlformats.org/officeDocument/2006/relationships/notesMaster" Target="/ppt/notesMasters/notesMaster1.xml" Id="Rfb6e775ede38416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6b44bcc67b0435f" /><Relationship Type="http://schemas.openxmlformats.org/officeDocument/2006/relationships/notesMaster" Target="/ppt/notesMasters/notesMaster1.xml" Id="R1db0748d6ab64c3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78a2ad475744918" /><Relationship Type="http://schemas.openxmlformats.org/officeDocument/2006/relationships/notesMaster" Target="/ppt/notesMasters/notesMaster1.xml" Id="R7c547351f377459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fff6e909af64c15" /><Relationship Type="http://schemas.openxmlformats.org/officeDocument/2006/relationships/notesMaster" Target="/ppt/notesMasters/notesMaster1.xml" Id="R383f8241dc644ab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43945dba0764fcb" /><Relationship Type="http://schemas.openxmlformats.org/officeDocument/2006/relationships/notesMaster" Target="/ppt/notesMasters/notesMaster1.xml" Id="Rd576b26ae497468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a0f7f00f1834033" /><Relationship Type="http://schemas.openxmlformats.org/officeDocument/2006/relationships/notesMaster" Target="/ppt/notesMasters/notesMaster1.xml" Id="R753889859c74429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5e4ec57435f49da" /><Relationship Type="http://schemas.openxmlformats.org/officeDocument/2006/relationships/notesMaster" Target="/ppt/notesMasters/notesMaster1.xml" Id="R2844b21b7e11434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dced662c4de4291" /><Relationship Type="http://schemas.openxmlformats.org/officeDocument/2006/relationships/notesMaster" Target="/ppt/notesMasters/notesMaster1.xml" Id="R046842a545424de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9e348d0a82c47ab" /><Relationship Type="http://schemas.openxmlformats.org/officeDocument/2006/relationships/notesMaster" Target="/ppt/notesMasters/notesMaster1.xml" Id="R7fac4ef47b6a422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e25c5a2da1145b0" /><Relationship Type="http://schemas.openxmlformats.org/officeDocument/2006/relationships/notesMaster" Target="/ppt/notesMasters/notesMaster1.xml" Id="R03fa3167c415410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e0bb6b76d624ce8" /><Relationship Type="http://schemas.openxmlformats.org/officeDocument/2006/relationships/notesMaster" Target="/ppt/notesMasters/notesMaster1.xml" Id="R085ad11bc8d3458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f6e71652ab64c50" /><Relationship Type="http://schemas.openxmlformats.org/officeDocument/2006/relationships/notesMaster" Target="/ppt/notesMasters/notesMaster1.xml" Id="Rfd7311a46fb4490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f56782cf8a541bb" /><Relationship Type="http://schemas.openxmlformats.org/officeDocument/2006/relationships/notesMaster" Target="/ppt/notesMasters/notesMaster1.xml" Id="Reaf96c52b86044f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e81faadb61141c3" /><Relationship Type="http://schemas.openxmlformats.org/officeDocument/2006/relationships/notesMaster" Target="/ppt/notesMasters/notesMaster1.xml" Id="R2a65974fdc8848b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4a2471688a24bed" /><Relationship Type="http://schemas.openxmlformats.org/officeDocument/2006/relationships/notesMaster" Target="/ppt/notesMasters/notesMaster1.xml" Id="Rab0f434e75fd47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1/42.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2/42.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3/42.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4/42.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5/42.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6/42.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7/42.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8/42.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9/42.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10/42.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11/42.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12/42.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13/42.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14/42.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15/42.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16/42.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17/42.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18/42.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19/42.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20/42.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21/42.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22/42.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23/42.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24/42.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25/42.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26/42.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27/42.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28/42.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29/42.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30/42.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31/42.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32/42.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33/42.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34/42.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35/42.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36/42.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37/42.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38/42.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39/42.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40/42.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41/42.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42/42.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101687890543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926ab9f0d841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c468f5f057642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97f5036edee44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90c3d597e5f41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b1591ea89a949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18BA0D-2D30-43C2-8667-5C08BB764830}"/>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C3F2105-15B8-42B0-B1C0-942FDED6867D}"/>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2DB4AD3-1C3D-436F-9A5F-4B32D138958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708C34-9049-4F69-A7F3-94325C78F9B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53742E7-391A-47F7-9C3A-07EC913D2B31}"/>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BEBDF9-301C-4E69-9B04-43F7EA005AB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F80FEB-9500-4B39-93DF-4911D4AD570B}"/>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100D7CC-B17E-493E-99B2-6589D11FF685}"/>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63937C-F612-49FD-A62E-A35C6AFC9B6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0A71A4-F8E4-4988-B50A-9926A31C36C1}"/>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977e2261d649af" /><Relationship Type="http://schemas.openxmlformats.org/officeDocument/2006/relationships/slideLayout" Target="/ppt/slideLayouts/slideLayout1.xml" Id="Re51c500a8d7041ce" /><Relationship Type="http://schemas.openxmlformats.org/officeDocument/2006/relationships/slideLayout" Target="/ppt/slideLayouts/slideLayout2.xml" Id="Rc67336dacd9443b5" /><Relationship Type="http://schemas.openxmlformats.org/officeDocument/2006/relationships/slideLayout" Target="/ppt/slideLayouts/slideLayout3.xml" Id="R54f4cd2af60a4fba" /><Relationship Type="http://schemas.openxmlformats.org/officeDocument/2006/relationships/slideLayout" Target="/ppt/slideLayouts/slideLayout4.xml" Id="R4ceed46cff554332" /><Relationship Type="http://schemas.openxmlformats.org/officeDocument/2006/relationships/slideLayout" Target="/ppt/slideLayouts/slideLayout5.xml" Id="R01d9c73d13c54e68" /><Relationship Type="http://schemas.openxmlformats.org/officeDocument/2006/relationships/slideLayout" Target="/ppt/slideLayouts/slideLayout6.xml" Id="R721e67bc5d0e44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1c500a8d7041ce"/>
    <p:sldLayoutId xmlns:r="http://schemas.openxmlformats.org/officeDocument/2006/relationships" id="2147483650" r:id="Rc67336dacd9443b5"/>
    <p:sldLayoutId xmlns:r="http://schemas.openxmlformats.org/officeDocument/2006/relationships" id="2147483651" r:id="R54f4cd2af60a4fba"/>
    <p:sldLayoutId xmlns:r="http://schemas.openxmlformats.org/officeDocument/2006/relationships" id="2147483652" r:id="R4ceed46cff554332"/>
    <p:sldLayoutId xmlns:r="http://schemas.openxmlformats.org/officeDocument/2006/relationships" id="2147483653" r:id="R01d9c73d13c54e68"/>
    <p:sldLayoutId xmlns:r="http://schemas.openxmlformats.org/officeDocument/2006/relationships" id="2147483654" r:id="R721e67bc5d0e44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8b39bff5c64123" /><Relationship Type="http://schemas.openxmlformats.org/officeDocument/2006/relationships/image" Target="/ppt/media/image.png" Id="R4fa4aea68fb04fca" /><Relationship Type="http://schemas.openxmlformats.org/officeDocument/2006/relationships/image" Target="/ppt/media/image2.png" Id="R3a5015a07aad4c02" /><Relationship Type="http://schemas.openxmlformats.org/officeDocument/2006/relationships/image" Target="/ppt/media/image3.png" Id="Rd7b20f01b9f0476b" /><Relationship Type="http://schemas.openxmlformats.org/officeDocument/2006/relationships/notesSlide" Target="/ppt/notesSlides/notesSlide1.xml" Id="Rf1a6e2aa3eb04b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f1de9b8d7a9406a" /><Relationship Type="http://schemas.openxmlformats.org/officeDocument/2006/relationships/image" Target="/ppt/media/image4.png" Id="R625ed150c5ec4433" /><Relationship Type="http://schemas.openxmlformats.org/officeDocument/2006/relationships/image" Target="/ppt/media/image5.png" Id="R30f3d62bdc8443ce" /><Relationship Type="http://schemas.openxmlformats.org/officeDocument/2006/relationships/notesSlide" Target="/ppt/notesSlides/notesSlide2.xml" Id="R8374a9a052554e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c718481772e44ec" /><Relationship Type="http://schemas.openxmlformats.org/officeDocument/2006/relationships/image" Target="/ppt/media/image6.png" Id="R703c284325674860" /><Relationship Type="http://schemas.openxmlformats.org/officeDocument/2006/relationships/notesSlide" Target="/ppt/notesSlides/notesSlide3.xml" Id="R5df5bd646fc245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38d23c1e07e48cf" /><Relationship Type="http://schemas.openxmlformats.org/officeDocument/2006/relationships/image" Target="/ppt/media/image7.png" Id="Rea7cc4b744a24441" /><Relationship Type="http://schemas.openxmlformats.org/officeDocument/2006/relationships/image" Target="/ppt/media/image8.png" Id="R0afa28184b754fb5" /><Relationship Type="http://schemas.openxmlformats.org/officeDocument/2006/relationships/notesSlide" Target="/ppt/notesSlides/notesSlide4.xml" Id="R08e91a3bbcbf43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baacf444e346db" /><Relationship Type="http://schemas.openxmlformats.org/officeDocument/2006/relationships/image" Target="/ppt/media/image9.png" Id="Rb8ec929e906543be" /><Relationship Type="http://schemas.openxmlformats.org/officeDocument/2006/relationships/image" Target="/ppt/media/image10.png" Id="Rd0c06ee9ec56454b" /><Relationship Type="http://schemas.openxmlformats.org/officeDocument/2006/relationships/notesSlide" Target="/ppt/notesSlides/notesSlide5.xml" Id="Rb995b06f81d84b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183f15671b34e5a" /><Relationship Type="http://schemas.openxmlformats.org/officeDocument/2006/relationships/image" Target="/ppt/media/image11.png" Id="Rce8624c15b37480e" /><Relationship Type="http://schemas.openxmlformats.org/officeDocument/2006/relationships/notesSlide" Target="/ppt/notesSlides/notesSlide6.xml" Id="Ra3550043e2414b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2e7d8b9bfcd418d" /><Relationship Type="http://schemas.openxmlformats.org/officeDocument/2006/relationships/image" Target="/ppt/media/image12.png" Id="R2c0c5db8ea154b99" /><Relationship Type="http://schemas.openxmlformats.org/officeDocument/2006/relationships/image" Target="/ppt/media/image13.png" Id="R424ff34ba6fe4730" /><Relationship Type="http://schemas.openxmlformats.org/officeDocument/2006/relationships/image" Target="/ppt/media/image14.png" Id="R8a78022d90a24da6" /><Relationship Type="http://schemas.openxmlformats.org/officeDocument/2006/relationships/image" Target="/ppt/media/image15.png" Id="R2d2808ab62ec4c6b" /><Relationship Type="http://schemas.openxmlformats.org/officeDocument/2006/relationships/notesSlide" Target="/ppt/notesSlides/notesSlide7.xml" Id="R73338b02e72f4b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5001c9957954273" /><Relationship Type="http://schemas.openxmlformats.org/officeDocument/2006/relationships/image" Target="/ppt/media/image16.png" Id="R6dccd10d2b03445f" /><Relationship Type="http://schemas.openxmlformats.org/officeDocument/2006/relationships/image" Target="/ppt/media/image17.png" Id="R619ab84922f84769" /><Relationship Type="http://schemas.openxmlformats.org/officeDocument/2006/relationships/notesSlide" Target="/ppt/notesSlides/notesSlide8.xml" Id="R9378314e964b4d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7a43577f7d14ec9" /><Relationship Type="http://schemas.openxmlformats.org/officeDocument/2006/relationships/image" Target="/ppt/media/image18.png" Id="Rbdd4777520f94344" /><Relationship Type="http://schemas.openxmlformats.org/officeDocument/2006/relationships/image" Target="/ppt/media/image19.png" Id="Rfa5d564768f34b8c" /><Relationship Type="http://schemas.openxmlformats.org/officeDocument/2006/relationships/image" Target="/ppt/media/image20.png" Id="Rc49d11a8441d4009" /><Relationship Type="http://schemas.openxmlformats.org/officeDocument/2006/relationships/image" Target="/ppt/media/image21.png" Id="R53508d0592da4dff" /><Relationship Type="http://schemas.openxmlformats.org/officeDocument/2006/relationships/notesSlide" Target="/ppt/notesSlides/notesSlide9.xml" Id="R6e779c76014441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95de1761670442b" /><Relationship Type="http://schemas.openxmlformats.org/officeDocument/2006/relationships/image" Target="/ppt/media/image22.png" Id="R8baafeafe2134804" /><Relationship Type="http://schemas.openxmlformats.org/officeDocument/2006/relationships/image" Target="/ppt/media/image23.png" Id="R85008c62abdd4396" /><Relationship Type="http://schemas.openxmlformats.org/officeDocument/2006/relationships/image" Target="/ppt/media/image24.png" Id="R40a985fcc08a4bcd" /><Relationship Type="http://schemas.openxmlformats.org/officeDocument/2006/relationships/notesSlide" Target="/ppt/notesSlides/notesSlide10.xml" Id="R2adc03b375eb45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821692b2faa4779" /><Relationship Type="http://schemas.openxmlformats.org/officeDocument/2006/relationships/image" Target="/ppt/media/image25.png" Id="Rde45c27471a246a3" /><Relationship Type="http://schemas.openxmlformats.org/officeDocument/2006/relationships/image" Target="/ppt/media/image26.png" Id="Rdf6a2dba29ad4929" /><Relationship Type="http://schemas.openxmlformats.org/officeDocument/2006/relationships/image" Target="/ppt/media/image27.png" Id="R56a6058a9b364181" /><Relationship Type="http://schemas.openxmlformats.org/officeDocument/2006/relationships/notesSlide" Target="/ppt/notesSlides/notesSlide11.xml" Id="R1256c7e5b6d341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08a44d1487a490d" /><Relationship Type="http://schemas.openxmlformats.org/officeDocument/2006/relationships/image" Target="/ppt/media/image28.png" Id="R12f7f2234cf941df" /><Relationship Type="http://schemas.openxmlformats.org/officeDocument/2006/relationships/image" Target="/ppt/media/image29.png" Id="Rd8d5a48841bf4d2a" /><Relationship Type="http://schemas.openxmlformats.org/officeDocument/2006/relationships/notesSlide" Target="/ppt/notesSlides/notesSlide12.xml" Id="R66bad563984541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b78f43cccf74551" /><Relationship Type="http://schemas.openxmlformats.org/officeDocument/2006/relationships/image" Target="/ppt/media/image30.png" Id="R985b4fe544844781" /><Relationship Type="http://schemas.openxmlformats.org/officeDocument/2006/relationships/image" Target="/ppt/media/image31.png" Id="Raca8ecac711941f8" /><Relationship Type="http://schemas.openxmlformats.org/officeDocument/2006/relationships/notesSlide" Target="/ppt/notesSlides/notesSlide13.xml" Id="R08343b12b8624bf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673f6de53084035" /><Relationship Type="http://schemas.openxmlformats.org/officeDocument/2006/relationships/image" Target="/ppt/media/image32.png" Id="R343798226ac348c4" /><Relationship Type="http://schemas.openxmlformats.org/officeDocument/2006/relationships/image" Target="/ppt/media/image33.png" Id="R3c89f26ef3494b98" /><Relationship Type="http://schemas.openxmlformats.org/officeDocument/2006/relationships/notesSlide" Target="/ppt/notesSlides/notesSlide14.xml" Id="Rbbd03e1fd2414b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3910ba0a6c54c8a" /><Relationship Type="http://schemas.openxmlformats.org/officeDocument/2006/relationships/image" Target="/ppt/media/image34.png" Id="R912e1e22f5364bd1" /><Relationship Type="http://schemas.openxmlformats.org/officeDocument/2006/relationships/image" Target="/ppt/media/image35.png" Id="R5edc01c8ec904d15" /><Relationship Type="http://schemas.openxmlformats.org/officeDocument/2006/relationships/image" Target="/ppt/media/image36.png" Id="R84fa0256a8ed4d4e" /><Relationship Type="http://schemas.openxmlformats.org/officeDocument/2006/relationships/image" Target="/ppt/media/image37.png" Id="R871679ee7dc44c58" /><Relationship Type="http://schemas.openxmlformats.org/officeDocument/2006/relationships/notesSlide" Target="/ppt/notesSlides/notesSlide15.xml" Id="R7b3227d2c0f44ce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0472420ae0c42ab" /><Relationship Type="http://schemas.openxmlformats.org/officeDocument/2006/relationships/image" Target="/ppt/media/image38.png" Id="Rdf63756861b34e78" /><Relationship Type="http://schemas.openxmlformats.org/officeDocument/2006/relationships/image" Target="/ppt/media/image39.png" Id="R8ab3512b893248c7" /><Relationship Type="http://schemas.openxmlformats.org/officeDocument/2006/relationships/notesSlide" Target="/ppt/notesSlides/notesSlide16.xml" Id="Red890abfcc71454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a331864502444b6" /><Relationship Type="http://schemas.openxmlformats.org/officeDocument/2006/relationships/image" Target="/ppt/media/image40.png" Id="R8e88dd82a886478f" /><Relationship Type="http://schemas.openxmlformats.org/officeDocument/2006/relationships/image" Target="/ppt/media/image41.png" Id="Rc0c50c85d3bf4a53" /><Relationship Type="http://schemas.openxmlformats.org/officeDocument/2006/relationships/image" Target="/ppt/media/image42.png" Id="R0e624bb5e4a34889" /><Relationship Type="http://schemas.openxmlformats.org/officeDocument/2006/relationships/notesSlide" Target="/ppt/notesSlides/notesSlide17.xml" Id="R62b880651913485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22fdfbcdf26477b" /><Relationship Type="http://schemas.openxmlformats.org/officeDocument/2006/relationships/image" Target="/ppt/media/image43.png" Id="R7b37435aa7ba4ffc" /><Relationship Type="http://schemas.openxmlformats.org/officeDocument/2006/relationships/image" Target="/ppt/media/image44.png" Id="Ree4e65e621d34e90" /><Relationship Type="http://schemas.openxmlformats.org/officeDocument/2006/relationships/image" Target="/ppt/media/image45.png" Id="R45778b28d27f4cf0" /><Relationship Type="http://schemas.openxmlformats.org/officeDocument/2006/relationships/notesSlide" Target="/ppt/notesSlides/notesSlide18.xml" Id="Rda3931cdf71b4fd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317e728e95a499e" /><Relationship Type="http://schemas.openxmlformats.org/officeDocument/2006/relationships/image" Target="/ppt/media/image46.png" Id="Raa319e3e30504254" /><Relationship Type="http://schemas.openxmlformats.org/officeDocument/2006/relationships/image" Target="/ppt/media/image47.png" Id="Rd8e9637b4bf8476e" /><Relationship Type="http://schemas.openxmlformats.org/officeDocument/2006/relationships/image" Target="/ppt/media/image48.png" Id="R07ad947d132f4597" /><Relationship Type="http://schemas.openxmlformats.org/officeDocument/2006/relationships/notesSlide" Target="/ppt/notesSlides/notesSlide19.xml" Id="Rc7ff336477bd46a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e56f931d63b49fd" /><Relationship Type="http://schemas.openxmlformats.org/officeDocument/2006/relationships/image" Target="/ppt/media/image49.png" Id="R97c3a0c4533849cf" /><Relationship Type="http://schemas.openxmlformats.org/officeDocument/2006/relationships/notesSlide" Target="/ppt/notesSlides/notesSlide20.xml" Id="R3f7c10f6570f40f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d23f56254f14448" /><Relationship Type="http://schemas.openxmlformats.org/officeDocument/2006/relationships/image" Target="/ppt/media/image50.png" Id="R6d4cde66b82b4c4f" /><Relationship Type="http://schemas.openxmlformats.org/officeDocument/2006/relationships/image" Target="/ppt/media/image51.png" Id="Ra393051913224a74" /><Relationship Type="http://schemas.openxmlformats.org/officeDocument/2006/relationships/image" Target="/ppt/media/image52.png" Id="Rd240569dc8674a2a" /><Relationship Type="http://schemas.openxmlformats.org/officeDocument/2006/relationships/notesSlide" Target="/ppt/notesSlides/notesSlide21.xml" Id="R29e2ebced93e4bc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36bde19ba044f5a" /><Relationship Type="http://schemas.openxmlformats.org/officeDocument/2006/relationships/image" Target="/ppt/media/image53.png" Id="R1d9a04a7cbcd44f8" /><Relationship Type="http://schemas.openxmlformats.org/officeDocument/2006/relationships/image" Target="/ppt/media/image54.png" Id="Rfda25b714d344df2" /><Relationship Type="http://schemas.openxmlformats.org/officeDocument/2006/relationships/image" Target="/ppt/media/image55.png" Id="R897edb5d4d9a43c8" /><Relationship Type="http://schemas.openxmlformats.org/officeDocument/2006/relationships/notesSlide" Target="/ppt/notesSlides/notesSlide22.xml" Id="R958b0e5bcb314d3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834373aab6b47ba" /><Relationship Type="http://schemas.openxmlformats.org/officeDocument/2006/relationships/image" Target="/ppt/media/image56.png" Id="R73fb3291a0414a04" /><Relationship Type="http://schemas.openxmlformats.org/officeDocument/2006/relationships/image" Target="/ppt/media/image57.png" Id="Rb1e214f2ffb741ee" /><Relationship Type="http://schemas.openxmlformats.org/officeDocument/2006/relationships/notesSlide" Target="/ppt/notesSlides/notesSlide23.xml" Id="R254905995db34c6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896621ce1af4a7b" /><Relationship Type="http://schemas.openxmlformats.org/officeDocument/2006/relationships/image" Target="/ppt/media/image58.png" Id="Rc77c18e733b74890" /><Relationship Type="http://schemas.openxmlformats.org/officeDocument/2006/relationships/image" Target="/ppt/media/image59.png" Id="R85b513d1d21746fd" /><Relationship Type="http://schemas.openxmlformats.org/officeDocument/2006/relationships/notesSlide" Target="/ppt/notesSlides/notesSlide24.xml" Id="R340200bf10e84e0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d2a9a7a62944b86" /><Relationship Type="http://schemas.openxmlformats.org/officeDocument/2006/relationships/image" Target="/ppt/media/image60.png" Id="Rf82009d85ad549ec" /><Relationship Type="http://schemas.openxmlformats.org/officeDocument/2006/relationships/image" Target="/ppt/media/image61.png" Id="Rf381434108994ad9" /><Relationship Type="http://schemas.openxmlformats.org/officeDocument/2006/relationships/image" Target="/ppt/media/image62.png" Id="Rf02806288ab24584" /><Relationship Type="http://schemas.openxmlformats.org/officeDocument/2006/relationships/notesSlide" Target="/ppt/notesSlides/notesSlide25.xml" Id="R7707f0ddf7364b9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e57ea0f32cf47d9" /><Relationship Type="http://schemas.openxmlformats.org/officeDocument/2006/relationships/image" Target="/ppt/media/image63.png" Id="R8d8ad8b7491f428a" /><Relationship Type="http://schemas.openxmlformats.org/officeDocument/2006/relationships/image" Target="/ppt/media/image64.png" Id="R3bfe4669ae844779" /><Relationship Type="http://schemas.openxmlformats.org/officeDocument/2006/relationships/notesSlide" Target="/ppt/notesSlides/notesSlide26.xml" Id="R93fa7556317b4a5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f91c381afde4f94" /><Relationship Type="http://schemas.openxmlformats.org/officeDocument/2006/relationships/image" Target="/ppt/media/image65.png" Id="Rf7029eb4063a487e" /><Relationship Type="http://schemas.openxmlformats.org/officeDocument/2006/relationships/image" Target="/ppt/media/image66.png" Id="Rb3159ca84ad44bdb" /><Relationship Type="http://schemas.openxmlformats.org/officeDocument/2006/relationships/image" Target="/ppt/media/image67.png" Id="Rb3d96d5d5c664d71" /><Relationship Type="http://schemas.openxmlformats.org/officeDocument/2006/relationships/image" Target="/ppt/media/image68.png" Id="R349fa0250a6b4338" /><Relationship Type="http://schemas.openxmlformats.org/officeDocument/2006/relationships/image" Target="/ppt/media/image69.png" Id="R81492fe3bf0e47cd" /><Relationship Type="http://schemas.openxmlformats.org/officeDocument/2006/relationships/notesSlide" Target="/ppt/notesSlides/notesSlide27.xml" Id="R47ec2244eb4c411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17f0224c82540ff" /><Relationship Type="http://schemas.openxmlformats.org/officeDocument/2006/relationships/image" Target="/ppt/media/image70.png" Id="R79893f88b98248d6" /><Relationship Type="http://schemas.openxmlformats.org/officeDocument/2006/relationships/image" Target="/ppt/media/image71.png" Id="Rba7e910f98b94147" /><Relationship Type="http://schemas.openxmlformats.org/officeDocument/2006/relationships/notesSlide" Target="/ppt/notesSlides/notesSlide28.xml" Id="R13d07d62a9054fe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1d3a60274c4438d" /><Relationship Type="http://schemas.openxmlformats.org/officeDocument/2006/relationships/image" Target="/ppt/media/image72.png" Id="R4e9334ef41834011" /><Relationship Type="http://schemas.openxmlformats.org/officeDocument/2006/relationships/image" Target="/ppt/media/image73.png" Id="R6ad23e574f8e4f42" /><Relationship Type="http://schemas.openxmlformats.org/officeDocument/2006/relationships/notesSlide" Target="/ppt/notesSlides/notesSlide29.xml" Id="Re7843d223f404d7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ec6d3f1216c4231" /><Relationship Type="http://schemas.openxmlformats.org/officeDocument/2006/relationships/image" Target="/ppt/media/image74.png" Id="Rba7a8c168603426e" /><Relationship Type="http://schemas.openxmlformats.org/officeDocument/2006/relationships/image" Target="/ppt/media/image75.png" Id="R54206d8840d04d77" /><Relationship Type="http://schemas.openxmlformats.org/officeDocument/2006/relationships/notesSlide" Target="/ppt/notesSlides/notesSlide30.xml" Id="Rd95edf4217704ae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9591a86c9a94705" /><Relationship Type="http://schemas.openxmlformats.org/officeDocument/2006/relationships/image" Target="/ppt/media/image76.png" Id="R19cdbff11cce433d" /><Relationship Type="http://schemas.openxmlformats.org/officeDocument/2006/relationships/image" Target="/ppt/media/image77.png" Id="R9216504de14e424c" /><Relationship Type="http://schemas.openxmlformats.org/officeDocument/2006/relationships/image" Target="/ppt/media/image78.png" Id="R7bf5fb442b8f49da" /><Relationship Type="http://schemas.openxmlformats.org/officeDocument/2006/relationships/notesSlide" Target="/ppt/notesSlides/notesSlide31.xml" Id="R6f35f3b369e0451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ebfb62db9c84869" /><Relationship Type="http://schemas.openxmlformats.org/officeDocument/2006/relationships/image" Target="/ppt/media/image79.png" Id="Rfd671beac0d345fc" /><Relationship Type="http://schemas.openxmlformats.org/officeDocument/2006/relationships/image" Target="/ppt/media/image80.png" Id="R983946412f584fe2" /><Relationship Type="http://schemas.openxmlformats.org/officeDocument/2006/relationships/notesSlide" Target="/ppt/notesSlides/notesSlide32.xml" Id="Rb6ac72ab750542d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dbaf310a88d4f7c" /><Relationship Type="http://schemas.openxmlformats.org/officeDocument/2006/relationships/image" Target="/ppt/media/image81.png" Id="R5c667b3c36694bdf" /><Relationship Type="http://schemas.openxmlformats.org/officeDocument/2006/relationships/image" Target="/ppt/media/image82.png" Id="Rb957c4a5cf90419f" /><Relationship Type="http://schemas.openxmlformats.org/officeDocument/2006/relationships/notesSlide" Target="/ppt/notesSlides/notesSlide33.xml" Id="R745b5aafd2d2471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0d6e6a52ef04f3f" /><Relationship Type="http://schemas.openxmlformats.org/officeDocument/2006/relationships/image" Target="/ppt/media/image83.png" Id="R4c392661a2094847" /><Relationship Type="http://schemas.openxmlformats.org/officeDocument/2006/relationships/image" Target="/ppt/media/image84.png" Id="R9544da8ae4ad42d8" /><Relationship Type="http://schemas.openxmlformats.org/officeDocument/2006/relationships/image" Target="/ppt/media/image85.png" Id="R5145e1eec34e468b" /><Relationship Type="http://schemas.openxmlformats.org/officeDocument/2006/relationships/image" Target="/ppt/media/image86.png" Id="R32444719c3594ebd" /><Relationship Type="http://schemas.openxmlformats.org/officeDocument/2006/relationships/image" Target="/ppt/media/image87.png" Id="Rf993753086f1484d" /><Relationship Type="http://schemas.openxmlformats.org/officeDocument/2006/relationships/notesSlide" Target="/ppt/notesSlides/notesSlide34.xml" Id="Rddd3c6cf825a4e0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e1c0bbd088bb4b40" /><Relationship Type="http://schemas.openxmlformats.org/officeDocument/2006/relationships/image" Target="/ppt/media/image88.png" Id="R0bd2e0f9aab54be3" /><Relationship Type="http://schemas.openxmlformats.org/officeDocument/2006/relationships/image" Target="/ppt/media/image89.png" Id="R653e7cd685a94a51" /><Relationship Type="http://schemas.openxmlformats.org/officeDocument/2006/relationships/image" Target="/ppt/media/image90.png" Id="R7c8e9dba3ff342f2" /><Relationship Type="http://schemas.openxmlformats.org/officeDocument/2006/relationships/notesSlide" Target="/ppt/notesSlides/notesSlide35.xml" Id="R83cb15699f584bd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4dd3a928ba54132" /><Relationship Type="http://schemas.openxmlformats.org/officeDocument/2006/relationships/image" Target="/ppt/media/image91.png" Id="R80dc2c06c3c44f94" /><Relationship Type="http://schemas.openxmlformats.org/officeDocument/2006/relationships/image" Target="/ppt/media/image92.png" Id="Rf6ab95eb5cf24cec" /><Relationship Type="http://schemas.openxmlformats.org/officeDocument/2006/relationships/notesSlide" Target="/ppt/notesSlides/notesSlide36.xml" Id="R732e588b236c426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439f775c3ab4f82" /><Relationship Type="http://schemas.openxmlformats.org/officeDocument/2006/relationships/image" Target="/ppt/media/image93.png" Id="Rbd86a949d62741a5" /><Relationship Type="http://schemas.openxmlformats.org/officeDocument/2006/relationships/notesSlide" Target="/ppt/notesSlides/notesSlide37.xml" Id="Rd8a8fb68ee79489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3e00e2fa716644a0" /><Relationship Type="http://schemas.openxmlformats.org/officeDocument/2006/relationships/image" Target="/ppt/media/image94.png" Id="Ra73d548efa494310" /><Relationship Type="http://schemas.openxmlformats.org/officeDocument/2006/relationships/notesSlide" Target="/ppt/notesSlides/notesSlide38.xml" Id="R422975c9b2ce4a0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e8084ee012b41b2" /><Relationship Type="http://schemas.openxmlformats.org/officeDocument/2006/relationships/image" Target="/ppt/media/image95.png" Id="R5217d916d1634383" /><Relationship Type="http://schemas.openxmlformats.org/officeDocument/2006/relationships/notesSlide" Target="/ppt/notesSlides/notesSlide39.xml" Id="R49c5be2897494a1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1b02c36b414a45d7" /><Relationship Type="http://schemas.openxmlformats.org/officeDocument/2006/relationships/image" Target="/ppt/media/image96.png" Id="R5e1c6c14f883410e" /><Relationship Type="http://schemas.openxmlformats.org/officeDocument/2006/relationships/image" Target="/ppt/media/image97.png" Id="Rb78f023058114676" /><Relationship Type="http://schemas.openxmlformats.org/officeDocument/2006/relationships/notesSlide" Target="/ppt/notesSlides/notesSlide40.xml" Id="Ra9b5e484cb4e4b1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c406ee166d3f45ea" /><Relationship Type="http://schemas.openxmlformats.org/officeDocument/2006/relationships/image" Target="/ppt/media/image98.png" Id="R2577912f17b44bf3" /><Relationship Type="http://schemas.openxmlformats.org/officeDocument/2006/relationships/image" Target="/ppt/media/image99.png" Id="Rd897cd7b46f1448a" /><Relationship Type="http://schemas.openxmlformats.org/officeDocument/2006/relationships/image" Target="/ppt/media/image100.png" Id="R57a937b283844892" /><Relationship Type="http://schemas.openxmlformats.org/officeDocument/2006/relationships/image" Target="/ppt/media/image101.png" Id="Rd271846fdba849de" /><Relationship Type="http://schemas.openxmlformats.org/officeDocument/2006/relationships/notesSlide" Target="/ppt/notesSlides/notesSlide41.xml" Id="Rbd82de04a59148e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89dd41192b764af9" /><Relationship Type="http://schemas.openxmlformats.org/officeDocument/2006/relationships/image" Target="/ppt/media/image102.png" Id="Re174bb71fa1c4777" /><Relationship Type="http://schemas.openxmlformats.org/officeDocument/2006/relationships/image" Target="/ppt/media/image103.png" Id="R472f9adfd70d4614" /><Relationship Type="http://schemas.openxmlformats.org/officeDocument/2006/relationships/notesSlide" Target="/ppt/notesSlides/notesSlide42.xml" Id="Re03a72cecb9046b9"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AE20920-41B4-47EB-9321-2AA58F5F7CFE}"/>
              </a:ext>
            </a:extLst>
          </p:cNvPr>
          <p:cNvPicPr>
            <a:picLocks xmlns:a="http://schemas.openxmlformats.org/drawingml/2006/main" noChangeAspect="1"/>
          </p:cNvPicPr>
          <p:nvPr/>
        </p:nvPicPr>
        <p:blipFill>
          <a:blip xmlns:r="http://schemas.openxmlformats.org/officeDocument/2006/relationships" xmlns:a="http://schemas.openxmlformats.org/drawingml/2006/main" r:embed="R4fa4aea68fb04fca"/>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294CA9FF-D258-4488-B476-1854E42580A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B670427E-34ED-4AA7-930A-52EAC52064A1}"/>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95C9135E-9D22-4FF7-AFBD-09AADEDF1CC3}"/>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95B22850-F9B3-4A1D-A301-5DB12F6ACFBD}"/>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AD2326C7-3476-4BED-9294-BD824CB97430}"/>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71D6D04D-CAC8-409C-AFA4-866D268D5A4F}"/>
              </a:ext>
            </a:extLst>
          </p:cNvPr>
          <p:cNvPicPr>
            <a:picLocks xmlns:a="http://schemas.openxmlformats.org/drawingml/2006/main" noChangeAspect="1"/>
          </p:cNvPicPr>
          <p:nvPr/>
        </p:nvPicPr>
        <p:blipFill>
          <a:blip xmlns:r="http://schemas.openxmlformats.org/officeDocument/2006/relationships" xmlns:a="http://schemas.openxmlformats.org/drawingml/2006/main" r:embed="R3a5015a07aad4c0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9A95E5C-5057-46C8-9A50-CF6F98317B4D}"/>
              </a:ext>
            </a:extLst>
          </p:cNvPr>
          <p:cNvPicPr>
            <a:picLocks xmlns:a="http://schemas.openxmlformats.org/drawingml/2006/main" noChangeAspect="1"/>
          </p:cNvPicPr>
          <p:nvPr/>
        </p:nvPicPr>
        <p:blipFill>
          <a:blip xmlns:r="http://schemas.openxmlformats.org/officeDocument/2006/relationships" xmlns:a="http://schemas.openxmlformats.org/drawingml/2006/main" r:embed="Rd7b20f01b9f0476b"/>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B3339023-21A8-49DC-B2F3-CB42A5496D1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6615099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2314E0C-3147-48F6-AC40-B91840E4A6B7}"/>
              </a:ext>
            </a:extLst>
          </p:cNvPr>
          <p:cNvPicPr>
            <a:picLocks xmlns:a="http://schemas.openxmlformats.org/drawingml/2006/main" noChangeAspect="1"/>
          </p:cNvPicPr>
          <p:nvPr/>
        </p:nvPicPr>
        <p:blipFill>
          <a:blip xmlns:r="http://schemas.openxmlformats.org/officeDocument/2006/relationships" xmlns:a="http://schemas.openxmlformats.org/drawingml/2006/main" r:embed="R625ed150c5ec443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0FD2EFE-FCC1-4377-B962-D2DE6289C2A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299945D-6C4B-4473-B507-61BD028922C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FF5030F8-EA92-46A0-8719-B7025AC9E69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4C3AF6F-A613-4D6F-BE0A-34166696B83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32303402-991E-4B9C-98DB-0B323A2AB18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A286D4DD-7D97-44AF-9886-038FCADC1C19}"/>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0097E8B4-24A4-46BB-97A7-B4E56EECAE43}"/>
              </a:ext>
            </a:extLst>
          </p:cNvPr>
          <p:cNvPicPr>
            <a:picLocks xmlns:a="http://schemas.openxmlformats.org/drawingml/2006/main" noChangeAspect="1"/>
          </p:cNvPicPr>
          <p:nvPr/>
        </p:nvPicPr>
        <p:blipFill>
          <a:blip xmlns:r="http://schemas.openxmlformats.org/officeDocument/2006/relationships" xmlns:a="http://schemas.openxmlformats.org/drawingml/2006/main" r:embed="R30f3d62bdc8443ce"/>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8383569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7980C586-F5EB-4A52-8AD9-1A6550BCBC0B}"/>
              </a:ext>
            </a:extLst>
          </p:cNvPr>
          <p:cNvPicPr>
            <a:picLocks xmlns:a="http://schemas.openxmlformats.org/drawingml/2006/main" noChangeAspect="1"/>
          </p:cNvPicPr>
          <p:nvPr/>
        </p:nvPicPr>
        <p:blipFill>
          <a:blip xmlns:r="http://schemas.openxmlformats.org/officeDocument/2006/relationships" xmlns:a="http://schemas.openxmlformats.org/drawingml/2006/main" r:embed="R703c28432567486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F57FB5E-4F44-40FE-980F-5B89E20B86D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BBD3091-A518-43B3-ABDB-1DB1CA6A7146}"/>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2306DE72-A022-47C8-8180-854509A10599}"/>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C1BD0EFE-9B4E-40E2-8BCC-3B0A6F4BEBF3}"/>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9A5B41A5-6566-439F-95F8-4D72298B3FE3}"/>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01411714-1DE7-4A36-ADB6-6CDC5C3C0D0B}"/>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51B89D71-6243-4C29-9BB4-7FE5857DC301}"/>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91636A6E-8E16-4779-97B4-5B1D303CD1E2}"/>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79480A82-1137-4D50-9D7A-42345EBBF8B6}"/>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9F30ED0-08E7-43CA-9FEA-F67039C2F77E}"/>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2B88FAA9-5143-4D63-835D-AE67D3F1833B}"/>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C5C20ED1-DAEF-4077-92C6-261523E99D5A}"/>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C12108FC-1C9B-4F1F-AC2D-A09EC81D1239}"/>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265626C0-D2D7-4DF2-B413-D3784EDBA436}"/>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5041653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43FEF553-AC2A-4C26-8EE9-93985E56C911}"/>
              </a:ext>
            </a:extLst>
          </p:cNvPr>
          <p:cNvPicPr>
            <a:picLocks xmlns:a="http://schemas.openxmlformats.org/drawingml/2006/main" noChangeAspect="1"/>
          </p:cNvPicPr>
          <p:nvPr/>
        </p:nvPicPr>
        <p:blipFill>
          <a:blip xmlns:r="http://schemas.openxmlformats.org/officeDocument/2006/relationships" xmlns:a="http://schemas.openxmlformats.org/drawingml/2006/main" r:embed="Rea7cc4b744a2444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A90CA9B-9182-4A85-A3E1-C3B935F17B4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801001B-E597-4C4F-A29F-4D07CEDEFDE4}"/>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40D0F3CF-D0AF-4828-8416-8B298CD0A713}"/>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F8B2539-A95A-4C02-8033-F47EC90C2C3A}"/>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02303E52-EB08-4FFA-BCF1-A6F4CF995E24}"/>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9896AE01-D2A3-470C-AB27-8D1A64043871}"/>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27779D6F-3949-4170-AB3D-DCBF66EB2EF9}"/>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00654730-97BD-44C0-8F76-C2C25EC69DC8}"/>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F4F4AC12-D90D-4400-B2B9-E0770B52665C}"/>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48CAA483-C876-4431-B118-E819A9E7FB20}"/>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DC7C511-0CBD-44DE-BA61-6727EA14C00D}"/>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344DC9BE-422C-478D-9A24-B09C04B0FD81}"/>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0151AE26-A305-4B1F-B046-DBD9546D863E}"/>
              </a:ext>
            </a:extLst>
          </p:cNvPr>
          <p:cNvPicPr>
            <a:picLocks xmlns:a="http://schemas.openxmlformats.org/drawingml/2006/main" noChangeAspect="1"/>
          </p:cNvPicPr>
          <p:nvPr/>
        </p:nvPicPr>
        <p:blipFill>
          <a:blip xmlns:r="http://schemas.openxmlformats.org/officeDocument/2006/relationships" xmlns:a="http://schemas.openxmlformats.org/drawingml/2006/main" r:embed="R0afa28184b754fb5"/>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827864216"/>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619DA7E-619F-4A7B-8199-60F079C69CDC}"/>
              </a:ext>
            </a:extLst>
          </p:cNvPr>
          <p:cNvPicPr>
            <a:picLocks xmlns:a="http://schemas.openxmlformats.org/drawingml/2006/main" noChangeAspect="1"/>
          </p:cNvPicPr>
          <p:nvPr/>
        </p:nvPicPr>
        <p:blipFill>
          <a:blip xmlns:r="http://schemas.openxmlformats.org/officeDocument/2006/relationships" xmlns:a="http://schemas.openxmlformats.org/drawingml/2006/main" r:embed="Rb8ec929e906543be"/>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C2C426C6-1A31-405D-8DE4-DEDF6F9399D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3AD97283-24D6-479D-A223-AC9CC1B7B69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AA177272-FD09-410B-8DF6-7B06471D6DEC}"/>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A72CA569-E283-4429-ACCF-8C3E5C7CD847}"/>
              </a:ext>
            </a:extLst>
          </p:cNvPr>
          <p:cNvPicPr>
            <a:picLocks xmlns:a="http://schemas.openxmlformats.org/drawingml/2006/main" noChangeAspect="1"/>
          </p:cNvPicPr>
          <p:nvPr/>
        </p:nvPicPr>
        <p:blipFill>
          <a:blip xmlns:r="http://schemas.openxmlformats.org/officeDocument/2006/relationships" xmlns:a="http://schemas.openxmlformats.org/drawingml/2006/main" r:embed="Rd0c06ee9ec56454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3EFF1AAB-737F-4EA6-BC5A-001D2261374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3E3A0B7B-7597-4964-BD10-5C4E840CB710}"/>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FBD0E123-2CA5-43AE-9C0B-60AC57BF0FB3}"/>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627224DB-F731-403A-9FF4-5A042B7D6B4F}"/>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20315759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6586E92-75A1-426C-9E86-01957677362A}"/>
              </a:ext>
            </a:extLst>
          </p:cNvPr>
          <p:cNvPicPr>
            <a:picLocks xmlns:a="http://schemas.openxmlformats.org/drawingml/2006/main" noChangeAspect="1"/>
          </p:cNvPicPr>
          <p:nvPr/>
        </p:nvPicPr>
        <p:blipFill>
          <a:blip xmlns:r="http://schemas.openxmlformats.org/officeDocument/2006/relationships" xmlns:a="http://schemas.openxmlformats.org/drawingml/2006/main" r:embed="Rce8624c15b37480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0550FC8-59B0-4EBF-A5A0-767BD02602F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12AF22E-6ED9-4E0D-845D-47B49D8BB6D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56E2A98-EF9F-4812-84C1-3E6EB0C7374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A198BCD-9C24-459D-88FA-9EF069B7025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88427E81-2520-46B0-A117-4E9FBC117F76}"/>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7D715BFC-DD5F-4CCB-A621-485ADD0240A4}"/>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A54DF7F4-95B3-404E-990E-53E85E949C32}"/>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9AE198AD-414D-4489-90E3-47F3819B2A9E}"/>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44D089B8-1629-4C1A-A29A-3086CED2994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4F56AA0D-7CA5-4AE8-B6F2-F4A3090A286F}"/>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2DEA9A38-5FA9-4842-8102-DB9E726BE50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4055186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D2376A2A-3949-4CF3-8BE2-2F8D98DA3036}"/>
              </a:ext>
            </a:extLst>
          </p:cNvPr>
          <p:cNvPicPr>
            <a:picLocks xmlns:a="http://schemas.openxmlformats.org/drawingml/2006/main" noChangeAspect="1"/>
          </p:cNvPicPr>
          <p:nvPr/>
        </p:nvPicPr>
        <p:blipFill>
          <a:blip xmlns:r="http://schemas.openxmlformats.org/officeDocument/2006/relationships" xmlns:a="http://schemas.openxmlformats.org/drawingml/2006/main" r:embed="R2c0c5db8ea154b9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B2ED0A4-EF48-4ECC-B0C6-64093A69D31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EC344B2-BB3C-45D7-B602-F1D18C9AAEA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22293E8-0F93-48F6-9918-5D07AB8A771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41ABEF1-ABC3-422D-B1F0-46366F47143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DFF69722-C0AB-43B8-AEE1-D2C2D9481C97}"/>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0AEA5B83-F231-48F3-9422-D9A6546A7E32}"/>
              </a:ext>
            </a:extLst>
          </p:cNvPr>
          <p:cNvPicPr>
            <a:picLocks xmlns:a="http://schemas.openxmlformats.org/drawingml/2006/main" noChangeAspect="1"/>
          </p:cNvPicPr>
          <p:nvPr/>
        </p:nvPicPr>
        <p:blipFill>
          <a:blip xmlns:r="http://schemas.openxmlformats.org/officeDocument/2006/relationships" xmlns:a="http://schemas.openxmlformats.org/drawingml/2006/main" r:embed="R424ff34ba6fe4730"/>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2331356-456A-4B5E-B562-C3304E958864}"/>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92273C37-4222-471B-AC07-1775EFB59460}"/>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반응 전후의 종류와 상태를 같게 한다.</a:t>
            </a:r>
          </a:p>
        </p:txBody>
      </p:sp>
      <p:sp>
        <p:nvSpPr>
          <p:cNvPr id="10" name="text">
            <a:extLst xmlns:a="http://schemas.openxmlformats.org/drawingml/2006/main">
              <a:ext uri="{FF2B5EF4-FFF2-40B4-BE49-F238E27FC236}">
                <a16:creationId xmlns:a16="http://schemas.microsoft.com/office/drawing/2014/main" id="{61D48858-F776-4234-BD87-D46045F06177}"/>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1CBD8EF4-D2F8-49A2-97CC-88BF62A4BF0F}"/>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물질의 양을 같게 한다.</a:t>
            </a:r>
          </a:p>
        </p:txBody>
      </p:sp>
      <p:sp>
        <p:nvSpPr>
          <p:cNvPr id="12" name="text">
            <a:extLst xmlns:a="http://schemas.openxmlformats.org/drawingml/2006/main">
              <a:ext uri="{FF2B5EF4-FFF2-40B4-BE49-F238E27FC236}">
                <a16:creationId xmlns:a16="http://schemas.microsoft.com/office/drawing/2014/main" id="{EAA10878-EE47-4E45-8B6D-0C05799AF997}"/>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64A0FB59-99D4-42FE-9B99-7CB7F9EEA2B0}"/>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온도와 압력 조건을 같게 한다.</a:t>
            </a:r>
          </a:p>
        </p:txBody>
      </p:sp>
      <p:pic>
        <p:nvPicPr>
          <p:cNvPr id="14" name="">
            <a:extLst xmlns:a="http://schemas.openxmlformats.org/drawingml/2006/main">
              <a:ext uri="{FF2B5EF4-FFF2-40B4-BE49-F238E27FC236}">
                <a16:creationId xmlns:a16="http://schemas.microsoft.com/office/drawing/2014/main" id="{57C16F99-77A8-4D17-8224-E351CAC02740}"/>
              </a:ext>
            </a:extLst>
          </p:cNvPr>
          <p:cNvPicPr>
            <a:picLocks xmlns:a="http://schemas.openxmlformats.org/drawingml/2006/main" noChangeAspect="1"/>
          </p:cNvPicPr>
          <p:nvPr/>
        </p:nvPicPr>
        <p:blipFill>
          <a:blip xmlns:r="http://schemas.openxmlformats.org/officeDocument/2006/relationships" xmlns:a="http://schemas.openxmlformats.org/drawingml/2006/main" r:embed="R8a78022d90a24da6"/>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5A1959A2-FF4E-49A4-AEEC-2A33957076D8}"/>
              </a:ext>
            </a:extLst>
          </p:cNvPr>
          <p:cNvPicPr>
            <a:picLocks xmlns:a="http://schemas.openxmlformats.org/drawingml/2006/main" noChangeAspect="1"/>
          </p:cNvPicPr>
          <p:nvPr/>
        </p:nvPicPr>
        <p:blipFill>
          <a:blip xmlns:r="http://schemas.openxmlformats.org/officeDocument/2006/relationships" xmlns:a="http://schemas.openxmlformats.org/drawingml/2006/main" r:embed="R2d2808ab62ec4c6b"/>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9D2DB11A-C175-4673-AABE-ED53D48184EE}"/>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21E2F98D-78ED-4E61-9FB6-943798A2A39F}"/>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EABF819B-D0FB-4DE0-ABAA-5833CBA11EB7}"/>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경로만 다르게</a:t>
            </a:r>
          </a:p>
        </p:txBody>
      </p:sp>
      <p:sp>
        <p:nvSpPr>
          <p:cNvPr id="19" name="캐릭터 질문 2">
            <a:extLst xmlns:a="http://schemas.openxmlformats.org/drawingml/2006/main">
              <a:ext uri="{FF2B5EF4-FFF2-40B4-BE49-F238E27FC236}">
                <a16:creationId xmlns:a16="http://schemas.microsoft.com/office/drawing/2014/main" id="{45D8CC39-F94E-4399-AABA-C95401106ECD}"/>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비교해 볼까?</a:t>
            </a:r>
          </a:p>
        </p:txBody>
      </p:sp>
      <p:sp>
        <p:nvSpPr>
          <p:cNvPr id="20" name="참조 R03-22 여백 있는 말풍선">
            <a:extLst xmlns:a="http://schemas.openxmlformats.org/drawingml/2006/main">
              <a:ext uri="{FF2B5EF4-FFF2-40B4-BE49-F238E27FC236}">
                <a16:creationId xmlns:a16="http://schemas.microsoft.com/office/drawing/2014/main" id="{2AD6E03E-AC28-4610-B538-4A01569A38FD}"/>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3EE8D006-BCF5-471C-B0A4-3BD1FCACDE28}"/>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6E05BC61-D0BD-4998-A4A3-DDE0CF7654C6}"/>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나머지 조건은</a:t>
            </a:r>
          </a:p>
        </p:txBody>
      </p:sp>
      <p:sp>
        <p:nvSpPr>
          <p:cNvPr id="23" name="캐릭터 질문 2">
            <a:extLst xmlns:a="http://schemas.openxmlformats.org/drawingml/2006/main">
              <a:ext uri="{FF2B5EF4-FFF2-40B4-BE49-F238E27FC236}">
                <a16:creationId xmlns:a16="http://schemas.microsoft.com/office/drawing/2014/main" id="{F8833FB9-00F2-459C-814F-6B54381E982F}"/>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모두 같게!</a:t>
            </a:r>
          </a:p>
        </p:txBody>
      </p:sp>
    </p:spTree>
    <p:extLst>
      <p:ext uri="{BB962C8B-B14F-4D97-AF65-F5344CB8AC3E}">
        <p14:creationId xmlns:p14="http://schemas.microsoft.com/office/powerpoint/2010/main" val="3366351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60D01CCB-217F-4A1C-ACA4-16EBC3AD086D}"/>
              </a:ext>
            </a:extLst>
          </p:cNvPr>
          <p:cNvPicPr>
            <a:picLocks xmlns:a="http://schemas.openxmlformats.org/drawingml/2006/main" noChangeAspect="1"/>
          </p:cNvPicPr>
          <p:nvPr/>
        </p:nvPicPr>
        <p:blipFill>
          <a:blip xmlns:r="http://schemas.openxmlformats.org/officeDocument/2006/relationships" xmlns:a="http://schemas.openxmlformats.org/drawingml/2006/main" r:embed="R6dccd10d2b03445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8379B3E-C0A6-49DC-A515-73BB5F24EA2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CB17CA9-DE29-4DE7-983D-D92AB7AA0DE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21AB510-80CB-4E21-8498-8F5B86F6C90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48B8669-2F36-4742-8BB2-4DDAE5F6F4D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1A83F24C-5842-4C80-8D52-78A6434CBBC0}"/>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64935332-2398-4D89-8831-ABC704626D51}"/>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1B8CD291-CDB9-4E05-AE27-37A1226CFBE4}"/>
              </a:ext>
            </a:extLst>
          </p:cNvPr>
          <p:cNvPicPr>
            <a:picLocks xmlns:a="http://schemas.openxmlformats.org/drawingml/2006/main" noChangeAspect="1"/>
          </p:cNvPicPr>
          <p:nvPr/>
        </p:nvPicPr>
        <p:blipFill>
          <a:blip xmlns:r="http://schemas.openxmlformats.org/officeDocument/2006/relationships" xmlns:a="http://schemas.openxmlformats.org/drawingml/2006/main" r:embed="R619ab84922f84769"/>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052A2C4D-9469-462F-82CC-764882310ADA}"/>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E9FECD3A-AE0B-4D42-96A6-C3A549B6451A}"/>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BDB257D1-FB60-4D07-B4E9-FB3D5C20560A}"/>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D898780F-3084-4E01-9F34-0AC9D8B9A06D}"/>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E5D23281-B171-4ED7-97E2-EC22405D0382}"/>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17EE36B6-73A4-4688-8DAC-663FF85CFC77}"/>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A321EE0B-EB69-4A93-9462-09137D48AEEB}"/>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FF30B26E-5575-4B72-AA85-14E0D90F8F99}"/>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5520680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24D95B5-BD65-4024-8F02-AD12D3817CB3}"/>
              </a:ext>
            </a:extLst>
          </p:cNvPr>
          <p:cNvPicPr>
            <a:picLocks xmlns:a="http://schemas.openxmlformats.org/drawingml/2006/main" noChangeAspect="1"/>
          </p:cNvPicPr>
          <p:nvPr/>
        </p:nvPicPr>
        <p:blipFill>
          <a:blip xmlns:r="http://schemas.openxmlformats.org/officeDocument/2006/relationships" xmlns:a="http://schemas.openxmlformats.org/drawingml/2006/main" r:embed="Rbdd4777520f9434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EE44AA1-27AA-4E96-9C00-1CAA1FEDCE1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24CA742-FBFE-454E-960F-30227E1B812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BF61141-7E7E-464F-AA87-D15C84AE264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540E8EE-6221-44DD-8054-8A782E74395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404C0EAD-C511-494A-9091-01E698754D0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DC94EF03-6301-4B76-A1C8-1D1296D9BBD3}"/>
              </a:ext>
            </a:extLst>
          </p:cNvPr>
          <p:cNvPicPr>
            <a:picLocks xmlns:a="http://schemas.openxmlformats.org/drawingml/2006/main" noChangeAspect="1"/>
          </p:cNvPicPr>
          <p:nvPr/>
        </p:nvPicPr>
        <p:blipFill>
          <a:blip xmlns:r="http://schemas.openxmlformats.org/officeDocument/2006/relationships" xmlns:a="http://schemas.openxmlformats.org/drawingml/2006/main" r:embed="Rfa5d564768f34b8c"/>
          <a:stretch xmlns:a="http://schemas.openxmlformats.org/drawingml/2006/main"/>
        </p:blipFill>
        <p:spPr>
          <a:xfrm xmlns:a="http://schemas.openxmlformats.org/drawingml/2006/main">
            <a:off x="1905000" y="4922520"/>
            <a:ext cx="13844588" cy="81438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73E2167-8395-4363-91D9-4A0BA2D4EC2F}"/>
              </a:ext>
            </a:extLst>
          </p:cNvPr>
          <p:cNvPicPr>
            <a:picLocks xmlns:a="http://schemas.openxmlformats.org/drawingml/2006/main" noChangeAspect="1"/>
          </p:cNvPicPr>
          <p:nvPr/>
        </p:nvPicPr>
        <p:blipFill>
          <a:blip xmlns:r="http://schemas.openxmlformats.org/officeDocument/2006/relationships" xmlns:a="http://schemas.openxmlformats.org/drawingml/2006/main" r:embed="Rc49d11a8441d4009"/>
          <a:stretch xmlns:a="http://schemas.openxmlformats.org/drawingml/2006/main"/>
        </p:blipFill>
        <p:spPr>
          <a:xfrm xmlns:a="http://schemas.openxmlformats.org/drawingml/2006/main">
            <a:off x="1905000" y="5631656"/>
            <a:ext cx="15066169" cy="814388"/>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6EE0614C-C3F0-4D66-A038-46C6EAC25DB2}"/>
              </a:ext>
            </a:extLst>
          </p:cNvPr>
          <p:cNvSpPr>
            <a:spLocks xmlns:a="http://schemas.openxmlformats.org/drawingml/2006/main" noGrp="1"/>
          </p:cNvSpPr>
          <p:nvPr/>
        </p:nvSpPr>
        <p:spPr>
          <a:xfrm xmlns:a="http://schemas.openxmlformats.org/drawingml/2006/main">
            <a:off x="2219325" y="6560344"/>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D66C591D-1999-4758-ADF2-CFC7FCE2EF2E}"/>
              </a:ext>
            </a:extLst>
          </p:cNvPr>
          <p:cNvPicPr>
            <a:picLocks xmlns:a="http://schemas.openxmlformats.org/drawingml/2006/main" noChangeAspect="1"/>
          </p:cNvPicPr>
          <p:nvPr/>
        </p:nvPicPr>
        <p:blipFill>
          <a:blip xmlns:r="http://schemas.openxmlformats.org/officeDocument/2006/relationships" xmlns:a="http://schemas.openxmlformats.org/drawingml/2006/main" r:embed="R53508d0592da4dff"/>
          <a:stretch xmlns:a="http://schemas.openxmlformats.org/drawingml/2006/main"/>
        </p:blipFill>
        <p:spPr>
          <a:xfrm xmlns:a="http://schemas.openxmlformats.org/drawingml/2006/main">
            <a:off x="1905000" y="6647498"/>
            <a:ext cx="13844588" cy="814388"/>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B4582D7C-955D-48C4-B78D-AC601EB1BF00}"/>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97242493-569F-4754-B53D-6A9C1F13F5F2}"/>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7339076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5554E16-CF76-493D-9F51-4ACE491F1E0A}"/>
              </a:ext>
            </a:extLst>
          </p:cNvPr>
          <p:cNvPicPr>
            <a:picLocks xmlns:a="http://schemas.openxmlformats.org/drawingml/2006/main" noChangeAspect="1"/>
          </p:cNvPicPr>
          <p:nvPr/>
        </p:nvPicPr>
        <p:blipFill>
          <a:blip xmlns:r="http://schemas.openxmlformats.org/officeDocument/2006/relationships" xmlns:a="http://schemas.openxmlformats.org/drawingml/2006/main" r:embed="R8baafeafe213480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4B0DA6D-448E-47F9-AE3D-3CAA16D45A3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4C2F4E4-7A5F-4FE0-99A7-6C0150AEF90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BEFF804-2E85-44DB-9847-772817FDF60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F385536-D42D-42A7-A8D8-E886747ABAA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1033A3C8-59A8-4084-AE37-DE49D7A5112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53FD70F2-ECB5-406A-A309-CE20803D9C2E}"/>
              </a:ext>
            </a:extLst>
          </p:cNvPr>
          <p:cNvPicPr>
            <a:picLocks xmlns:a="http://schemas.openxmlformats.org/drawingml/2006/main" noChangeAspect="1"/>
          </p:cNvPicPr>
          <p:nvPr/>
        </p:nvPicPr>
        <p:blipFill>
          <a:blip xmlns:r="http://schemas.openxmlformats.org/officeDocument/2006/relationships" xmlns:a="http://schemas.openxmlformats.org/drawingml/2006/main" r:embed="R85008c62abdd4396"/>
          <a:stretch xmlns:a="http://schemas.openxmlformats.org/drawingml/2006/main"/>
        </p:blipFill>
        <p:spPr>
          <a:xfrm xmlns:a="http://schemas.openxmlformats.org/drawingml/2006/main">
            <a:off x="2247909" y="4836566"/>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21B241F-939F-47D1-B9D3-E5C30F073400}"/>
              </a:ext>
            </a:extLst>
          </p:cNvPr>
          <p:cNvPicPr>
            <a:picLocks xmlns:a="http://schemas.openxmlformats.org/drawingml/2006/main" noChangeAspect="1"/>
          </p:cNvPicPr>
          <p:nvPr/>
        </p:nvPicPr>
        <p:blipFill>
          <a:blip xmlns:r="http://schemas.openxmlformats.org/officeDocument/2006/relationships" xmlns:a="http://schemas.openxmlformats.org/drawingml/2006/main" r:embed="R40a985fcc08a4bcd"/>
          <a:stretch xmlns:a="http://schemas.openxmlformats.org/drawingml/2006/main"/>
        </p:blipFill>
        <p:spPr>
          <a:xfrm xmlns:a="http://schemas.openxmlformats.org/drawingml/2006/main">
            <a:off x="1547813" y="5963591"/>
            <a:ext cx="15192375" cy="1444849"/>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BA5FCA51-71C3-4B99-9561-29900BF37476}"/>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3D33DC60-C9B0-42E2-B2A7-BAEBB6021A5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6D453B9A-0AC0-428A-B208-EFEE980CB659}"/>
              </a:ext>
            </a:extLst>
          </p:cNvPr>
          <p:cNvSpPr>
            <a:spLocks xmlns:a="http://schemas.openxmlformats.org/drawingml/2006/main" noGrp="1"/>
          </p:cNvSpPr>
          <p:nvPr/>
        </p:nvSpPr>
        <p:spPr>
          <a:xfrm xmlns:a="http://schemas.openxmlformats.org/drawingml/2006/main">
            <a:off x="2286000" y="7486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0407FEC9-84D1-4821-A842-042E7651BF6E}"/>
              </a:ext>
            </a:extLst>
          </p:cNvPr>
          <p:cNvSpPr>
            <a:spLocks xmlns:a="http://schemas.openxmlformats.org/drawingml/2006/main" noGrp="1"/>
          </p:cNvSpPr>
          <p:nvPr/>
        </p:nvSpPr>
        <p:spPr>
          <a:xfrm xmlns:a="http://schemas.openxmlformats.org/drawingml/2006/main">
            <a:off x="11477625" y="74866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15869445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164D2EB-FB63-4925-BDF3-F273E76D24CE}"/>
              </a:ext>
            </a:extLst>
          </p:cNvPr>
          <p:cNvPicPr>
            <a:picLocks xmlns:a="http://schemas.openxmlformats.org/drawingml/2006/main" noChangeAspect="1"/>
          </p:cNvPicPr>
          <p:nvPr/>
        </p:nvPicPr>
        <p:blipFill>
          <a:blip xmlns:r="http://schemas.openxmlformats.org/officeDocument/2006/relationships" xmlns:a="http://schemas.openxmlformats.org/drawingml/2006/main" r:embed="Rde45c27471a246a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4DA04A8-2D89-4838-B28D-714AEE4551E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B6AD26E-6DFD-4CFD-A736-E8AA19F5A30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2EAF155-6972-49FA-8003-F8BF4148184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3CB7699-6A45-4416-B0A8-AAFA198D1D5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7BDFD254-0154-4004-BDFB-B8600F97606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713F750C-4D3A-43CC-9BAB-2CF99F2722E6}"/>
              </a:ext>
            </a:extLst>
          </p:cNvPr>
          <p:cNvPicPr>
            <a:picLocks xmlns:a="http://schemas.openxmlformats.org/drawingml/2006/main" noChangeAspect="1"/>
          </p:cNvPicPr>
          <p:nvPr/>
        </p:nvPicPr>
        <p:blipFill>
          <a:blip xmlns:r="http://schemas.openxmlformats.org/officeDocument/2006/relationships" xmlns:a="http://schemas.openxmlformats.org/drawingml/2006/main" r:embed="Rdf6a2dba29ad4929"/>
          <a:stretch xmlns:a="http://schemas.openxmlformats.org/drawingml/2006/main"/>
        </p:blipFill>
        <p:spPr>
          <a:xfrm xmlns:a="http://schemas.openxmlformats.org/drawingml/2006/main">
            <a:off x="2247929" y="5029187"/>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9C63C3C-D32D-4D0B-AB52-D886CABA9692}"/>
              </a:ext>
            </a:extLst>
          </p:cNvPr>
          <p:cNvPicPr>
            <a:picLocks xmlns:a="http://schemas.openxmlformats.org/drawingml/2006/main" noChangeAspect="1"/>
          </p:cNvPicPr>
          <p:nvPr/>
        </p:nvPicPr>
        <p:blipFill>
          <a:blip xmlns:r="http://schemas.openxmlformats.org/officeDocument/2006/relationships" xmlns:a="http://schemas.openxmlformats.org/drawingml/2006/main" r:embed="R56a6058a9b364181"/>
          <a:stretch xmlns:a="http://schemas.openxmlformats.org/drawingml/2006/main"/>
        </p:blipFill>
        <p:spPr>
          <a:xfrm xmlns:a="http://schemas.openxmlformats.org/drawingml/2006/main">
            <a:off x="1332671" y="5997033"/>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4291C1AC-FC4B-4D5E-A70A-C2DE61CDB83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4CC5D7E0-9132-4BF3-9B97-C64FD1AC55A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219BB863-3C1C-4F91-AFB3-3B8A636AF96E}"/>
              </a:ext>
            </a:extLst>
          </p:cNvPr>
          <p:cNvSpPr>
            <a:spLocks xmlns:a="http://schemas.openxmlformats.org/drawingml/2006/main" noGrp="1"/>
          </p:cNvSpPr>
          <p:nvPr/>
        </p:nvSpPr>
        <p:spPr>
          <a:xfrm xmlns:a="http://schemas.openxmlformats.org/drawingml/2006/main">
            <a:off x="11430000" y="4593922"/>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84B73497-85BE-4DF6-97E1-4B3A2F8C828B}"/>
              </a:ext>
            </a:extLst>
          </p:cNvPr>
          <p:cNvSpPr>
            <a:spLocks xmlns:a="http://schemas.openxmlformats.org/drawingml/2006/main" noGrp="1"/>
          </p:cNvSpPr>
          <p:nvPr/>
        </p:nvSpPr>
        <p:spPr>
          <a:xfrm xmlns:a="http://schemas.openxmlformats.org/drawingml/2006/main">
            <a:off x="11430000" y="6874178"/>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흡열 반응</a:t>
            </a:r>
          </a:p>
        </p:txBody>
      </p:sp>
    </p:spTree>
    <p:extLst>
      <p:ext uri="{BB962C8B-B14F-4D97-AF65-F5344CB8AC3E}">
        <p14:creationId xmlns:p14="http://schemas.microsoft.com/office/powerpoint/2010/main" val="13137994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104311D5-CBA5-4725-BE82-86E47F99D41E}"/>
              </a:ext>
            </a:extLst>
          </p:cNvPr>
          <p:cNvPicPr>
            <a:picLocks xmlns:a="http://schemas.openxmlformats.org/drawingml/2006/main" noChangeAspect="1"/>
          </p:cNvPicPr>
          <p:nvPr/>
        </p:nvPicPr>
        <p:blipFill>
          <a:blip xmlns:r="http://schemas.openxmlformats.org/officeDocument/2006/relationships" xmlns:a="http://schemas.openxmlformats.org/drawingml/2006/main" r:embed="R12f7f2234cf941d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4238829-42EB-4DBF-A000-1514D72BCC4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8D091F6-DEAD-4BCE-AA25-913DE3B379B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DAB6143-7E40-4C6B-A34C-98387454BD8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52B87F7-CEC0-4AD4-AD94-ED7AE3184FE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972B11CA-39FF-449E-9C46-0805D5FF609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E7CC785A-8FDE-4162-841C-B4CC52548266}"/>
              </a:ext>
            </a:extLst>
          </p:cNvPr>
          <p:cNvGraphicFramePr/>
          <p:nvPr/>
        </p:nvGraphicFramePr>
        <p:xfrm>
          <a:off xmlns:a="http://schemas.openxmlformats.org/drawingml/2006/main" x="1828800"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84056E01-A259-4B5D-80BA-CAB5F3AE510F}"/>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C77283B0-34E4-4BAD-9B83-B8B8285F464F}"/>
              </a:ext>
            </a:extLst>
          </p:cNvPr>
          <p:cNvSpPr>
            <a:spLocks xmlns:a="http://schemas.openxmlformats.org/drawingml/2006/main" noGrp="1"/>
          </p:cNvSpPr>
          <p:nvPr/>
        </p:nvSpPr>
        <p:spPr>
          <a:xfrm xmlns:a="http://schemas.openxmlformats.org/drawingml/2006/main" rot="5400000">
            <a:off x="1297305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C92AA9B-84C4-4F0D-A5B8-EC64B72360EC}"/>
              </a:ext>
            </a:extLst>
          </p:cNvPr>
          <p:cNvSpPr>
            <a:spLocks xmlns:a="http://schemas.openxmlformats.org/drawingml/2006/main" noGrp="1"/>
          </p:cNvSpPr>
          <p:nvPr/>
        </p:nvSpPr>
        <p:spPr>
          <a:xfrm xmlns:a="http://schemas.openxmlformats.org/drawingml/2006/main" rot="10800000">
            <a:off x="1297305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0BCE935-20BF-4C8B-80DA-32582665FBC5}"/>
              </a:ext>
            </a:extLst>
          </p:cNvPr>
          <p:cNvSpPr>
            <a:spLocks xmlns:a="http://schemas.openxmlformats.org/drawingml/2006/main" noGrp="1"/>
          </p:cNvSpPr>
          <p:nvPr/>
        </p:nvSpPr>
        <p:spPr>
          <a:xfrm xmlns:a="http://schemas.openxmlformats.org/drawingml/2006/main" rot="16200000">
            <a:off x="182880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참조 R03-22 여백 있는 말풍선">
            <a:extLst xmlns:a="http://schemas.openxmlformats.org/drawingml/2006/main">
              <a:ext uri="{FF2B5EF4-FFF2-40B4-BE49-F238E27FC236}">
                <a16:creationId xmlns:a16="http://schemas.microsoft.com/office/drawing/2014/main" id="{0045324E-310E-4B55-ABA6-A1CDC10EFA8B}"/>
              </a:ext>
            </a:extLst>
          </p:cNvPr>
          <p:cNvSpPr>
            <a:spLocks xmlns:a="http://schemas.openxmlformats.org/drawingml/2006/main" noGrp="1"/>
          </p:cNvSpPr>
          <p:nvPr/>
        </p:nvSpPr>
        <p:spPr>
          <a:xfrm xmlns:a="http://schemas.openxmlformats.org/drawingml/2006/main">
            <a:off x="13287375" y="3962400"/>
            <a:ext cx="4048125"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13" name="인물 발화 연결 꼬리">
            <a:extLst xmlns:a="http://schemas.openxmlformats.org/drawingml/2006/main">
              <a:ext uri="{FF2B5EF4-FFF2-40B4-BE49-F238E27FC236}">
                <a16:creationId xmlns:a16="http://schemas.microsoft.com/office/drawing/2014/main" id="{E14C6D42-99EA-4012-B93C-02E2EA55519E}"/>
              </a:ext>
            </a:extLst>
          </p:cNvPr>
          <p:cNvSpPr>
            <a:spLocks xmlns:a="http://schemas.openxmlformats.org/drawingml/2006/main" noGrp="1"/>
          </p:cNvSpPr>
          <p:nvPr/>
        </p:nvSpPr>
        <p:spPr>
          <a:xfrm xmlns:a="http://schemas.openxmlformats.org/drawingml/2006/main">
            <a:off x="15513844"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4" name="캐릭터 질문 1">
            <a:extLst xmlns:a="http://schemas.openxmlformats.org/drawingml/2006/main">
              <a:ext uri="{FF2B5EF4-FFF2-40B4-BE49-F238E27FC236}">
                <a16:creationId xmlns:a16="http://schemas.microsoft.com/office/drawing/2014/main" id="{B1AF271F-FEFB-41E9-AA10-1A60B0E8C9BF}"/>
              </a:ext>
            </a:extLst>
          </p:cNvPr>
          <p:cNvSpPr>
            <a:spLocks xmlns:a="http://schemas.openxmlformats.org/drawingml/2006/main" noGrp="1"/>
          </p:cNvSpPr>
          <p:nvPr/>
        </p:nvSpPr>
        <p:spPr>
          <a:xfrm xmlns:a="http://schemas.openxmlformats.org/drawingml/2006/main">
            <a:off x="13515975" y="4191000"/>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계수·방향을 바꾸면</a:t>
            </a:r>
          </a:p>
        </p:txBody>
      </p:sp>
      <p:sp>
        <p:nvSpPr>
          <p:cNvPr id="15" name="캐릭터 질문 2">
            <a:extLst xmlns:a="http://schemas.openxmlformats.org/drawingml/2006/main">
              <a:ext uri="{FF2B5EF4-FFF2-40B4-BE49-F238E27FC236}">
                <a16:creationId xmlns:a16="http://schemas.microsoft.com/office/drawing/2014/main" id="{513A6683-4EE1-4282-BB73-65E4AF162B6F}"/>
              </a:ext>
            </a:extLst>
          </p:cNvPr>
          <p:cNvSpPr>
            <a:spLocks xmlns:a="http://schemas.openxmlformats.org/drawingml/2006/main" noGrp="1"/>
          </p:cNvSpPr>
          <p:nvPr/>
        </p:nvSpPr>
        <p:spPr>
          <a:xfrm xmlns:a="http://schemas.openxmlformats.org/drawingml/2006/main">
            <a:off x="13515975" y="4657725"/>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Δ</a:t>
            </a:r>
            <a:r>
              <a:rPr i="1">
                <a:latin typeface="Pretendard"/>
                <a:ea typeface="Pretendard"/>
                <a:cs typeface="Pretendard"/>
              </a:rPr>
              <a:t>H</a:t>
            </a:r>
            <a:r>
              <a:t>도 함께 바꿔!</a:t>
            </a:r>
          </a:p>
        </p:txBody>
      </p:sp>
      <p:pic>
        <p:nvPicPr>
          <p:cNvPr id="16" name="">
            <a:extLst xmlns:a="http://schemas.openxmlformats.org/drawingml/2006/main">
              <a:ext uri="{FF2B5EF4-FFF2-40B4-BE49-F238E27FC236}">
                <a16:creationId xmlns:a16="http://schemas.microsoft.com/office/drawing/2014/main" id="{B6268452-ED71-4662-8529-7212216D3484}"/>
              </a:ext>
            </a:extLst>
          </p:cNvPr>
          <p:cNvPicPr>
            <a:picLocks xmlns:a="http://schemas.openxmlformats.org/drawingml/2006/main" noChangeAspect="1"/>
          </p:cNvPicPr>
          <p:nvPr/>
        </p:nvPicPr>
        <p:blipFill>
          <a:blip xmlns:r="http://schemas.openxmlformats.org/officeDocument/2006/relationships" xmlns:a="http://schemas.openxmlformats.org/drawingml/2006/main" r:embed="Rd8d5a48841bf4d2a"/>
          <a:stretch xmlns:a="http://schemas.openxmlformats.org/drawingml/2006/main"/>
        </p:blipFill>
        <p:spPr>
          <a:xfrm xmlns:a="http://schemas.openxmlformats.org/drawingml/2006/main">
            <a:off x="14309858" y="5781675"/>
            <a:ext cx="2050785" cy="3429000"/>
          </a:xfrm>
          <a:prstGeom xmlns:a="http://schemas.openxmlformats.org/drawingml/2006/main" prst="rect">
            <a:avLst/>
          </a:prstGeom>
        </p:spPr>
      </p:pic>
    </p:spTree>
    <p:extLst>
      <p:ext uri="{BB962C8B-B14F-4D97-AF65-F5344CB8AC3E}">
        <p14:creationId xmlns:p14="http://schemas.microsoft.com/office/powerpoint/2010/main" val="56230580"/>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E218640-552B-4D13-9626-093F3EC7FA9E}"/>
              </a:ext>
            </a:extLst>
          </p:cNvPr>
          <p:cNvPicPr>
            <a:picLocks xmlns:a="http://schemas.openxmlformats.org/drawingml/2006/main" noChangeAspect="1"/>
          </p:cNvPicPr>
          <p:nvPr/>
        </p:nvPicPr>
        <p:blipFill>
          <a:blip xmlns:r="http://schemas.openxmlformats.org/officeDocument/2006/relationships" xmlns:a="http://schemas.openxmlformats.org/drawingml/2006/main" r:embed="R985b4fe54484478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8B8A4327-B5A8-4202-B7B6-F5E683904C5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4939D32-1A38-48A5-BC54-62B9648D7ED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076E96CB-4104-4BB0-857A-3CE4C101EE16}"/>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EC611E79-A21B-4B10-A498-9E6B1E3DA625}"/>
              </a:ext>
            </a:extLst>
          </p:cNvPr>
          <p:cNvPicPr>
            <a:picLocks xmlns:a="http://schemas.openxmlformats.org/drawingml/2006/main" noChangeAspect="1"/>
          </p:cNvPicPr>
          <p:nvPr/>
        </p:nvPicPr>
        <p:blipFill>
          <a:blip xmlns:r="http://schemas.openxmlformats.org/officeDocument/2006/relationships" xmlns:a="http://schemas.openxmlformats.org/drawingml/2006/main" r:embed="Raca8ecac711941f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576E85B4-E5ED-4F40-9B79-316D25BF8BE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D57CEB43-DF33-4B0C-A467-29E6A830DB4E}"/>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D1AA8687-BF07-495B-94FA-0EFEE04906BB}"/>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7DC003A7-8ADE-4D88-B9F9-9D99415AD230}"/>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206528767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8BDB451C-96FF-4941-918B-EDF57D8A5298}"/>
              </a:ext>
            </a:extLst>
          </p:cNvPr>
          <p:cNvPicPr>
            <a:picLocks xmlns:a="http://schemas.openxmlformats.org/drawingml/2006/main" noChangeAspect="1"/>
          </p:cNvPicPr>
          <p:nvPr/>
        </p:nvPicPr>
        <p:blipFill>
          <a:blip xmlns:r="http://schemas.openxmlformats.org/officeDocument/2006/relationships" xmlns:a="http://schemas.openxmlformats.org/drawingml/2006/main" r:embed="R343798226ac348c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7DA9665-F9D3-4B88-B859-A52C0AE24CF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4499351-7001-48E5-AFA1-6BA5BFB08CA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FDBC400-2F34-4395-94C9-78396A1880D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A86594D-D719-4988-AD4F-7FD77ECE601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8F948C5-14D3-4E67-8323-573C8275396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pic>
        <p:nvPicPr>
          <p:cNvPr id="7" name="">
            <a:extLst xmlns:a="http://schemas.openxmlformats.org/drawingml/2006/main">
              <a:ext uri="{FF2B5EF4-FFF2-40B4-BE49-F238E27FC236}">
                <a16:creationId xmlns:a16="http://schemas.microsoft.com/office/drawing/2014/main" id="{70E0D5DC-F464-4704-A38B-5452F190DEAF}"/>
              </a:ext>
            </a:extLst>
          </p:cNvPr>
          <p:cNvPicPr>
            <a:picLocks xmlns:a="http://schemas.openxmlformats.org/drawingml/2006/main" noChangeAspect="1"/>
          </p:cNvPicPr>
          <p:nvPr/>
        </p:nvPicPr>
        <p:blipFill>
          <a:blip xmlns:r="http://schemas.openxmlformats.org/officeDocument/2006/relationships" xmlns:a="http://schemas.openxmlformats.org/drawingml/2006/main" r:embed="R3c89f26ef3494b98"/>
          <a:stretch xmlns:a="http://schemas.openxmlformats.org/drawingml/2006/main"/>
        </p:blipFill>
        <p:spPr>
          <a:xfrm xmlns:a="http://schemas.openxmlformats.org/drawingml/2006/main">
            <a:off x="2503792" y="5238750"/>
            <a:ext cx="2755292" cy="4238625"/>
          </a:xfrm>
          <a:prstGeom xmlns:a="http://schemas.openxmlformats.org/drawingml/2006/main" prst="rect">
            <a:avLst/>
          </a:prstGeom>
        </p:spPr>
      </p:pic>
      <p:sp>
        <p:nvSpPr>
          <p:cNvPr id="8" name="참조 R03-22 여백 있는 말풍선">
            <a:extLst xmlns:a="http://schemas.openxmlformats.org/drawingml/2006/main">
              <a:ext uri="{FF2B5EF4-FFF2-40B4-BE49-F238E27FC236}">
                <a16:creationId xmlns:a16="http://schemas.microsoft.com/office/drawing/2014/main" id="{3BFB7937-17FD-429A-AB0B-37AB562BA928}"/>
              </a:ext>
            </a:extLst>
          </p:cNvPr>
          <p:cNvSpPr>
            <a:spLocks xmlns:a="http://schemas.openxmlformats.org/drawingml/2006/main" noGrp="1"/>
          </p:cNvSpPr>
          <p:nvPr/>
        </p:nvSpPr>
        <p:spPr>
          <a:xfrm xmlns:a="http://schemas.openxmlformats.org/drawingml/2006/main">
            <a:off x="1524000" y="3714750"/>
            <a:ext cx="4524375" cy="1390650"/>
          </a:xfrm>
          <a:prstGeom xmlns:a="http://schemas.openxmlformats.org/drawingml/2006/main" prst="roundRect">
            <a:avLst>
              <a:gd name="adj" fmla="val 17808"/>
            </a:avLst>
          </a:prstGeom>
          <a:solidFill xmlns:a="http://schemas.openxmlformats.org/drawingml/2006/main">
            <a:srgbClr val="F5F5F5"/>
          </a:solidFill>
          <a:ln xmlns:a="http://schemas.openxmlformats.org/drawingml/2006/main" w="0">
            <a:noFill/>
          </a:ln>
        </p:spPr>
      </p:sp>
      <p:sp>
        <p:nvSpPr>
          <p:cNvPr id="9" name="인물 발화 연결 꼬리">
            <a:extLst xmlns:a="http://schemas.openxmlformats.org/drawingml/2006/main">
              <a:ext uri="{FF2B5EF4-FFF2-40B4-BE49-F238E27FC236}">
                <a16:creationId xmlns:a16="http://schemas.microsoft.com/office/drawing/2014/main" id="{A2829428-1A03-4200-8226-AA6360836E6B}"/>
              </a:ext>
            </a:extLst>
          </p:cNvPr>
          <p:cNvSpPr>
            <a:spLocks xmlns:a="http://schemas.openxmlformats.org/drawingml/2006/main" noGrp="1"/>
          </p:cNvSpPr>
          <p:nvPr/>
        </p:nvSpPr>
        <p:spPr>
          <a:xfrm xmlns:a="http://schemas.openxmlformats.org/drawingml/2006/main">
            <a:off x="3786188" y="50958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0" name="캐릭터 질문 1">
            <a:extLst xmlns:a="http://schemas.openxmlformats.org/drawingml/2006/main">
              <a:ext uri="{FF2B5EF4-FFF2-40B4-BE49-F238E27FC236}">
                <a16:creationId xmlns:a16="http://schemas.microsoft.com/office/drawing/2014/main" id="{D323A538-FB89-4A5C-9CD6-A734F1F842A0}"/>
              </a:ext>
            </a:extLst>
          </p:cNvPr>
          <p:cNvSpPr>
            <a:spLocks xmlns:a="http://schemas.openxmlformats.org/drawingml/2006/main" noGrp="1"/>
          </p:cNvSpPr>
          <p:nvPr/>
        </p:nvSpPr>
        <p:spPr>
          <a:xfrm xmlns:a="http://schemas.openxmlformats.org/drawingml/2006/main">
            <a:off x="1752600" y="3943350"/>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CO만 생길 때의 열을</a:t>
            </a:r>
          </a:p>
        </p:txBody>
      </p:sp>
      <p:sp>
        <p:nvSpPr>
          <p:cNvPr id="11" name="캐릭터 질문 2">
            <a:extLst xmlns:a="http://schemas.openxmlformats.org/drawingml/2006/main">
              <a:ext uri="{FF2B5EF4-FFF2-40B4-BE49-F238E27FC236}">
                <a16:creationId xmlns:a16="http://schemas.microsoft.com/office/drawing/2014/main" id="{BEB8BE75-7132-48A0-B81A-53236F43956F}"/>
              </a:ext>
            </a:extLst>
          </p:cNvPr>
          <p:cNvSpPr>
            <a:spLocks xmlns:a="http://schemas.openxmlformats.org/drawingml/2006/main" noGrp="1"/>
          </p:cNvSpPr>
          <p:nvPr/>
        </p:nvSpPr>
        <p:spPr>
          <a:xfrm xmlns:a="http://schemas.openxmlformats.org/drawingml/2006/main">
            <a:off x="1752600" y="4410075"/>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어떻게 구할까?</a:t>
            </a:r>
          </a:p>
        </p:txBody>
      </p:sp>
      <p:sp>
        <p:nvSpPr>
          <p:cNvPr id="12" name="R04-33 표제와 해석 영역">
            <a:extLst xmlns:a="http://schemas.openxmlformats.org/drawingml/2006/main">
              <a:ext uri="{FF2B5EF4-FFF2-40B4-BE49-F238E27FC236}">
                <a16:creationId xmlns:a16="http://schemas.microsoft.com/office/drawing/2014/main" id="{88FD3A92-BA60-4D53-B34D-99E79E40B27F}"/>
              </a:ext>
            </a:extLst>
          </p:cNvPr>
          <p:cNvSpPr>
            <a:spLocks xmlns:a="http://schemas.openxmlformats.org/drawingml/2006/main" noGrp="1"/>
          </p:cNvSpPr>
          <p:nvPr/>
        </p:nvSpPr>
        <p:spPr>
          <a:xfrm xmlns:a="http://schemas.openxmlformats.org/drawingml/2006/main">
            <a:off x="6905625" y="390525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3" name="rich">
            <a:extLst xmlns:a="http://schemas.openxmlformats.org/drawingml/2006/main">
              <a:ext uri="{FF2B5EF4-FFF2-40B4-BE49-F238E27FC236}">
                <a16:creationId xmlns:a16="http://schemas.microsoft.com/office/drawing/2014/main" id="{1750BB19-F0C6-4D38-A27B-75C674D70516}"/>
              </a:ext>
            </a:extLst>
          </p:cNvPr>
          <p:cNvSpPr>
            <a:spLocks xmlns:a="http://schemas.openxmlformats.org/drawingml/2006/main" noGrp="1"/>
          </p:cNvSpPr>
          <p:nvPr/>
        </p:nvSpPr>
        <p:spPr>
          <a:xfrm xmlns:a="http://schemas.openxmlformats.org/drawingml/2006/main">
            <a:off x="7210425" y="406717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함께 생성될 수 있는 CO₂</a:t>
            </a:r>
          </a:p>
        </p:txBody>
      </p:sp>
      <p:sp>
        <p:nvSpPr>
          <p:cNvPr id="14" name="rich">
            <a:extLst xmlns:a="http://schemas.openxmlformats.org/drawingml/2006/main">
              <a:ext uri="{FF2B5EF4-FFF2-40B4-BE49-F238E27FC236}">
                <a16:creationId xmlns:a16="http://schemas.microsoft.com/office/drawing/2014/main" id="{6A188D21-CD5F-4568-8E20-561EE2DF091F}"/>
              </a:ext>
            </a:extLst>
          </p:cNvPr>
          <p:cNvSpPr>
            <a:spLocks xmlns:a="http://schemas.openxmlformats.org/drawingml/2006/main" noGrp="1"/>
          </p:cNvSpPr>
          <p:nvPr/>
        </p:nvSpPr>
        <p:spPr>
          <a:xfrm xmlns:a="http://schemas.openxmlformats.org/drawingml/2006/main">
            <a:off x="7210425" y="469582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탄소가 불완전 연소할 때 CO₂도 생성될 수 있다.</a:t>
            </a:r>
          </a:p>
        </p:txBody>
      </p:sp>
      <p:sp>
        <p:nvSpPr>
          <p:cNvPr id="15" name="R04-33 표제와 해석 영역">
            <a:extLst xmlns:a="http://schemas.openxmlformats.org/drawingml/2006/main">
              <a:ext uri="{FF2B5EF4-FFF2-40B4-BE49-F238E27FC236}">
                <a16:creationId xmlns:a16="http://schemas.microsoft.com/office/drawing/2014/main" id="{5938D1B5-3B38-4173-B58C-9E262E96B1E7}"/>
              </a:ext>
            </a:extLst>
          </p:cNvPr>
          <p:cNvSpPr>
            <a:spLocks xmlns:a="http://schemas.openxmlformats.org/drawingml/2006/main" noGrp="1"/>
          </p:cNvSpPr>
          <p:nvPr/>
        </p:nvSpPr>
        <p:spPr>
          <a:xfrm xmlns:a="http://schemas.openxmlformats.org/drawingml/2006/main">
            <a:off x="6905625" y="5724525"/>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E5BE511B-5762-482A-BE0E-F195EE3A9D3C}"/>
              </a:ext>
            </a:extLst>
          </p:cNvPr>
          <p:cNvSpPr>
            <a:spLocks xmlns:a="http://schemas.openxmlformats.org/drawingml/2006/main" noGrp="1"/>
          </p:cNvSpPr>
          <p:nvPr/>
        </p:nvSpPr>
        <p:spPr>
          <a:xfrm xmlns:a="http://schemas.openxmlformats.org/drawingml/2006/main">
            <a:off x="7210425" y="5886450"/>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따로 측정하기 어려운 열</a:t>
            </a:r>
          </a:p>
        </p:txBody>
      </p:sp>
      <p:sp>
        <p:nvSpPr>
          <p:cNvPr id="17" name="rich">
            <a:extLst xmlns:a="http://schemas.openxmlformats.org/drawingml/2006/main">
              <a:ext uri="{FF2B5EF4-FFF2-40B4-BE49-F238E27FC236}">
                <a16:creationId xmlns:a16="http://schemas.microsoft.com/office/drawing/2014/main" id="{26974BB2-408E-4CC8-BB7E-0E2253E13A53}"/>
              </a:ext>
            </a:extLst>
          </p:cNvPr>
          <p:cNvSpPr>
            <a:spLocks xmlns:a="http://schemas.openxmlformats.org/drawingml/2006/main" noGrp="1"/>
          </p:cNvSpPr>
          <p:nvPr/>
        </p:nvSpPr>
        <p:spPr>
          <a:xfrm xmlns:a="http://schemas.openxmlformats.org/drawingml/2006/main">
            <a:off x="7210425" y="6515100"/>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CO만 생성되는 반응의 열을 분리하기 어렵다.</a:t>
            </a:r>
          </a:p>
        </p:txBody>
      </p:sp>
      <p:sp>
        <p:nvSpPr>
          <p:cNvPr id="18" name="R04-33 표제와 해석 영역">
            <a:extLst xmlns:a="http://schemas.openxmlformats.org/drawingml/2006/main">
              <a:ext uri="{FF2B5EF4-FFF2-40B4-BE49-F238E27FC236}">
                <a16:creationId xmlns:a16="http://schemas.microsoft.com/office/drawing/2014/main" id="{72385F9C-9023-486F-BB4A-243538E11182}"/>
              </a:ext>
            </a:extLst>
          </p:cNvPr>
          <p:cNvSpPr>
            <a:spLocks xmlns:a="http://schemas.openxmlformats.org/drawingml/2006/main" noGrp="1"/>
          </p:cNvSpPr>
          <p:nvPr/>
        </p:nvSpPr>
        <p:spPr>
          <a:xfrm xmlns:a="http://schemas.openxmlformats.org/drawingml/2006/main">
            <a:off x="6905625" y="754380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9" name="rich">
            <a:extLst xmlns:a="http://schemas.openxmlformats.org/drawingml/2006/main">
              <a:ext uri="{FF2B5EF4-FFF2-40B4-BE49-F238E27FC236}">
                <a16:creationId xmlns:a16="http://schemas.microsoft.com/office/drawing/2014/main" id="{CAA57EEF-B044-4E2E-A1D5-62C57A77FD28}"/>
              </a:ext>
            </a:extLst>
          </p:cNvPr>
          <p:cNvSpPr>
            <a:spLocks xmlns:a="http://schemas.openxmlformats.org/drawingml/2006/main" noGrp="1"/>
          </p:cNvSpPr>
          <p:nvPr/>
        </p:nvSpPr>
        <p:spPr>
          <a:xfrm xmlns:a="http://schemas.openxmlformats.org/drawingml/2006/main">
            <a:off x="7210425" y="770572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다른 반응을 이용한 간접 측정</a:t>
            </a:r>
          </a:p>
        </p:txBody>
      </p:sp>
      <p:sp>
        <p:nvSpPr>
          <p:cNvPr id="20" name="rich">
            <a:extLst xmlns:a="http://schemas.openxmlformats.org/drawingml/2006/main">
              <a:ext uri="{FF2B5EF4-FFF2-40B4-BE49-F238E27FC236}">
                <a16:creationId xmlns:a16="http://schemas.microsoft.com/office/drawing/2014/main" id="{20A1DA1C-DE73-426F-AF00-39837E8209C3}"/>
              </a:ext>
            </a:extLst>
          </p:cNvPr>
          <p:cNvSpPr>
            <a:spLocks xmlns:a="http://schemas.openxmlformats.org/drawingml/2006/main" noGrp="1"/>
          </p:cNvSpPr>
          <p:nvPr/>
        </p:nvSpPr>
        <p:spPr>
          <a:xfrm xmlns:a="http://schemas.openxmlformats.org/drawingml/2006/main">
            <a:off x="7210425" y="833437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이미 알고 있는 반응의 </a:t>
            </a:r>
            <a:r>
              <a:t>Δ</a:t>
            </a:r>
            <a:r>
              <a:rPr i="1">
                <a:latin typeface="Pretendard"/>
                <a:ea typeface="Pretendard"/>
                <a:cs typeface="Pretendard"/>
              </a:rPr>
              <a:t>H</a:t>
            </a:r>
            <a:r>
              <a:t>로 구한다.</a:t>
            </a:r>
          </a:p>
        </p:txBody>
      </p:sp>
    </p:spTree>
    <p:extLst>
      <p:ext uri="{BB962C8B-B14F-4D97-AF65-F5344CB8AC3E}">
        <p14:creationId xmlns:p14="http://schemas.microsoft.com/office/powerpoint/2010/main" val="5118274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A3C300D-26B9-42C8-AB72-6B75FACD13F6}"/>
              </a:ext>
            </a:extLst>
          </p:cNvPr>
          <p:cNvPicPr>
            <a:picLocks xmlns:a="http://schemas.openxmlformats.org/drawingml/2006/main" noChangeAspect="1"/>
          </p:cNvPicPr>
          <p:nvPr/>
        </p:nvPicPr>
        <p:blipFill>
          <a:blip xmlns:r="http://schemas.openxmlformats.org/officeDocument/2006/relationships" xmlns:a="http://schemas.openxmlformats.org/drawingml/2006/main" r:embed="R912e1e22f5364bd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BAF934C-15A0-4E7A-B662-324234E8EAC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E6309CC-47ED-4212-8E42-1BD073F584B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B987568-A7CD-4CF4-AF96-F0A98B8FEBA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9A84553-BC67-46A9-9789-6719560553F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CECFC52-DAC0-4124-A891-659B7938EF8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418BF994-D8EB-49E0-8DBF-965E89FC2229}"/>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D1D59CC3-6BB1-426A-91A8-3CCEBC952861}"/>
              </a:ext>
            </a:extLst>
          </p:cNvPr>
          <p:cNvPicPr>
            <a:picLocks xmlns:a="http://schemas.openxmlformats.org/drawingml/2006/main" noChangeAspect="1"/>
          </p:cNvPicPr>
          <p:nvPr/>
        </p:nvPicPr>
        <p:blipFill>
          <a:blip xmlns:r="http://schemas.openxmlformats.org/officeDocument/2006/relationships" xmlns:a="http://schemas.openxmlformats.org/drawingml/2006/main" r:embed="R5edc01c8ec904d15"/>
          <a:stretch xmlns:a="http://schemas.openxmlformats.org/drawingml/2006/main"/>
        </p:blipFill>
        <p:spPr>
          <a:xfrm xmlns:a="http://schemas.openxmlformats.org/drawingml/2006/main">
            <a:off x="2505075" y="4423479"/>
            <a:ext cx="11577161" cy="1178576"/>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FBC29EA-637F-477D-BD5F-7955E02F5CDE}"/>
              </a:ext>
            </a:extLst>
          </p:cNvPr>
          <p:cNvPicPr>
            <a:picLocks xmlns:a="http://schemas.openxmlformats.org/drawingml/2006/main" noChangeAspect="1"/>
          </p:cNvPicPr>
          <p:nvPr/>
        </p:nvPicPr>
        <p:blipFill>
          <a:blip xmlns:r="http://schemas.openxmlformats.org/officeDocument/2006/relationships" xmlns:a="http://schemas.openxmlformats.org/drawingml/2006/main" r:embed="R84fa0256a8ed4d4e"/>
          <a:stretch xmlns:a="http://schemas.openxmlformats.org/drawingml/2006/main"/>
        </p:blipFill>
        <p:spPr>
          <a:xfrm xmlns:a="http://schemas.openxmlformats.org/drawingml/2006/main">
            <a:off x="2505415" y="5930080"/>
            <a:ext cx="13191445" cy="80295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668F237-3FDC-4902-A417-3B5CFF6E4C3E}"/>
              </a:ext>
            </a:extLst>
          </p:cNvPr>
          <p:cNvPicPr>
            <a:picLocks xmlns:a="http://schemas.openxmlformats.org/drawingml/2006/main" noChangeAspect="1"/>
          </p:cNvPicPr>
          <p:nvPr/>
        </p:nvPicPr>
        <p:blipFill>
          <a:blip xmlns:r="http://schemas.openxmlformats.org/officeDocument/2006/relationships" xmlns:a="http://schemas.openxmlformats.org/drawingml/2006/main" r:embed="R871679ee7dc44c58"/>
          <a:stretch xmlns:a="http://schemas.openxmlformats.org/drawingml/2006/main"/>
        </p:blipFill>
        <p:spPr>
          <a:xfrm xmlns:a="http://schemas.openxmlformats.org/drawingml/2006/main">
            <a:off x="2506108" y="6853749"/>
            <a:ext cx="13190060" cy="1178243"/>
          </a:xfrm>
          <a:prstGeom xmlns:a="http://schemas.openxmlformats.org/drawingml/2006/main" prst="rect">
            <a:avLst/>
          </a:prstGeom>
        </p:spPr>
      </p:pic>
    </p:spTree>
    <p:extLst>
      <p:ext uri="{BB962C8B-B14F-4D97-AF65-F5344CB8AC3E}">
        <p14:creationId xmlns:p14="http://schemas.microsoft.com/office/powerpoint/2010/main" val="4415071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E7F1EAE-49F2-40CA-9EBB-417B962BB657}"/>
              </a:ext>
            </a:extLst>
          </p:cNvPr>
          <p:cNvPicPr>
            <a:picLocks xmlns:a="http://schemas.openxmlformats.org/drawingml/2006/main" noChangeAspect="1"/>
          </p:cNvPicPr>
          <p:nvPr/>
        </p:nvPicPr>
        <p:blipFill>
          <a:blip xmlns:r="http://schemas.openxmlformats.org/officeDocument/2006/relationships" xmlns:a="http://schemas.openxmlformats.org/drawingml/2006/main" r:embed="Rdf63756861b34e7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3AF781-BFE0-42AD-89BD-BF01558EABB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76668B9-5597-4BFD-AFC3-1F94A4E1A69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E92DB78-F8AA-4B6D-9FC7-9244889C171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76A499E-A74F-4C01-AE7F-F17C35F5436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6B1BCDC-E819-4A08-9F39-184E5F79404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58C4B4E9-CF1C-46A2-97B0-19A0FBB08DC8}"/>
              </a:ext>
            </a:extLst>
          </p:cNvPr>
          <p:cNvPicPr>
            <a:picLocks xmlns:a="http://schemas.openxmlformats.org/drawingml/2006/main" noChangeAspect="1"/>
          </p:cNvPicPr>
          <p:nvPr/>
        </p:nvPicPr>
        <p:blipFill>
          <a:blip xmlns:r="http://schemas.openxmlformats.org/officeDocument/2006/relationships" xmlns:a="http://schemas.openxmlformats.org/drawingml/2006/main" r:embed="R8ab3512b893248c7"/>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A7AEBF8-EEB0-4652-8CE0-F26940D5EB64}"/>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8EBF4BE1-D881-4195-A8CA-FA68D3B9EDA0}"/>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9BD62668-0112-4BC9-A934-3DAF2A39A5B3}"/>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64217787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5B4D025-E5E1-421C-8385-022BBC9A4C79}"/>
              </a:ext>
            </a:extLst>
          </p:cNvPr>
          <p:cNvPicPr>
            <a:picLocks xmlns:a="http://schemas.openxmlformats.org/drawingml/2006/main" noChangeAspect="1"/>
          </p:cNvPicPr>
          <p:nvPr/>
        </p:nvPicPr>
        <p:blipFill>
          <a:blip xmlns:r="http://schemas.openxmlformats.org/officeDocument/2006/relationships" xmlns:a="http://schemas.openxmlformats.org/drawingml/2006/main" r:embed="R8e88dd82a886478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E061C16-09CE-4CE4-8AD0-354948BAE6F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8EC3903-8B0E-4358-A333-3E30A69B12C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1D4F4C4-F925-4DF5-BC65-DB2A8CD59E2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C66E5A6-9E02-4466-9977-892A2A9D481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379855D-E494-45FE-8177-9F3B9C787B1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87623A4B-F71C-4B7E-B534-1F5452C6320E}"/>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F6567B1D-C0CE-421C-B119-9F5DA3AD9F31}"/>
              </a:ext>
            </a:extLst>
          </p:cNvPr>
          <p:cNvPicPr>
            <a:picLocks xmlns:a="http://schemas.openxmlformats.org/drawingml/2006/main" noChangeAspect="1"/>
          </p:cNvPicPr>
          <p:nvPr/>
        </p:nvPicPr>
        <p:blipFill>
          <a:blip xmlns:r="http://schemas.openxmlformats.org/officeDocument/2006/relationships" xmlns:a="http://schemas.openxmlformats.org/drawingml/2006/main" r:embed="Rc0c50c85d3bf4a53"/>
          <a:stretch xmlns:a="http://schemas.openxmlformats.org/drawingml/2006/main"/>
        </p:blipFill>
        <p:spPr>
          <a:xfrm xmlns:a="http://schemas.openxmlformats.org/drawingml/2006/main">
            <a:off x="2505415" y="5309931"/>
            <a:ext cx="13191445" cy="8029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05C4BE1-8466-458B-9629-55904A59235A}"/>
              </a:ext>
            </a:extLst>
          </p:cNvPr>
          <p:cNvPicPr>
            <a:picLocks xmlns:a="http://schemas.openxmlformats.org/drawingml/2006/main" noChangeAspect="1"/>
          </p:cNvPicPr>
          <p:nvPr/>
        </p:nvPicPr>
        <p:blipFill>
          <a:blip xmlns:r="http://schemas.openxmlformats.org/officeDocument/2006/relationships" xmlns:a="http://schemas.openxmlformats.org/drawingml/2006/main" r:embed="R0e624bb5e4a34889"/>
          <a:stretch xmlns:a="http://schemas.openxmlformats.org/drawingml/2006/main"/>
        </p:blipFill>
        <p:spPr>
          <a:xfrm xmlns:a="http://schemas.openxmlformats.org/drawingml/2006/main">
            <a:off x="2506108" y="6233600"/>
            <a:ext cx="13190060" cy="1178243"/>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08713025-FA63-488C-9339-719A89549317}"/>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7A7C1025-C3F5-4645-85B0-B156605B11DC}"/>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204238359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D49B87E-0BD5-446C-AF91-26AA84C88005}"/>
              </a:ext>
            </a:extLst>
          </p:cNvPr>
          <p:cNvPicPr>
            <a:picLocks xmlns:a="http://schemas.openxmlformats.org/drawingml/2006/main" noChangeAspect="1"/>
          </p:cNvPicPr>
          <p:nvPr/>
        </p:nvPicPr>
        <p:blipFill>
          <a:blip xmlns:r="http://schemas.openxmlformats.org/officeDocument/2006/relationships" xmlns:a="http://schemas.openxmlformats.org/drawingml/2006/main" r:embed="R7b37435aa7ba4ff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397F4F8-EB28-463E-9BD9-407B396CF29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EF024B0-4FA6-4A80-8462-DA240055F9E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3BB4EF3-5AE1-45C3-A0EE-0B87D386559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9CA07BA-70AF-433C-8938-4D57E9605EC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97907D1-FF78-46AC-AE9A-D6CA4B81823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BB7B4F4E-C36A-46A2-BA90-F557A0EFEB7A}"/>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FBABE050-3CA0-4F25-9229-B576A1E995F0}"/>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A56137F8-B478-41E7-9E67-4EDEF5F0C259}"/>
              </a:ext>
            </a:extLst>
          </p:cNvPr>
          <p:cNvPicPr>
            <a:picLocks xmlns:a="http://schemas.openxmlformats.org/drawingml/2006/main" noChangeAspect="1"/>
          </p:cNvPicPr>
          <p:nvPr/>
        </p:nvPicPr>
        <p:blipFill>
          <a:blip xmlns:r="http://schemas.openxmlformats.org/officeDocument/2006/relationships" xmlns:a="http://schemas.openxmlformats.org/drawingml/2006/main" r:embed="Ree4e65e621d34e90"/>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1F78838A-BB16-49A9-A1C3-17F65A15639B}"/>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B208CD45-FB39-4C98-BD9E-8218D066C667}"/>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7AF9FE0F-6535-4EC1-8093-A33AC9DCF378}"/>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A5C99FED-93A4-4CD4-9C4C-3D498ECC137A}"/>
              </a:ext>
            </a:extLst>
          </p:cNvPr>
          <p:cNvPicPr>
            <a:picLocks xmlns:a="http://schemas.openxmlformats.org/drawingml/2006/main" noChangeAspect="1"/>
          </p:cNvPicPr>
          <p:nvPr/>
        </p:nvPicPr>
        <p:blipFill>
          <a:blip xmlns:r="http://schemas.openxmlformats.org/officeDocument/2006/relationships" xmlns:a="http://schemas.openxmlformats.org/drawingml/2006/main" r:embed="R45778b28d27f4cf0"/>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95003203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34FD8EA-67A7-44AD-A7C1-7FBF27D32A5D}"/>
              </a:ext>
            </a:extLst>
          </p:cNvPr>
          <p:cNvPicPr>
            <a:picLocks xmlns:a="http://schemas.openxmlformats.org/drawingml/2006/main" noChangeAspect="1"/>
          </p:cNvPicPr>
          <p:nvPr/>
        </p:nvPicPr>
        <p:blipFill>
          <a:blip xmlns:r="http://schemas.openxmlformats.org/officeDocument/2006/relationships" xmlns:a="http://schemas.openxmlformats.org/drawingml/2006/main" r:embed="Raa319e3e3050425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CEE70D9-177D-419A-88A2-CD2440C890C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37C56E7-137D-486D-AF7A-56805C2AFF6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7810EF1-3DCC-4923-9A86-2D521A6CBAF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BAC6EE7-8311-4DDA-A804-BF04EB18485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41ECC5D-3DB2-421A-8AF7-EE8BD37FCCB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CC5054E3-66EF-42A6-A420-DC4B605F8C4C}"/>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C9B49080-4E1E-4F21-A4A4-810CEB8F6288}"/>
              </a:ext>
            </a:extLst>
          </p:cNvPr>
          <p:cNvPicPr>
            <a:picLocks xmlns:a="http://schemas.openxmlformats.org/drawingml/2006/main" noChangeAspect="1"/>
          </p:cNvPicPr>
          <p:nvPr/>
        </p:nvPicPr>
        <p:blipFill>
          <a:blip xmlns:r="http://schemas.openxmlformats.org/officeDocument/2006/relationships" xmlns:a="http://schemas.openxmlformats.org/drawingml/2006/main" r:embed="Rd8e9637b4bf8476e"/>
          <a:stretch xmlns:a="http://schemas.openxmlformats.org/drawingml/2006/main"/>
        </p:blipFill>
        <p:spPr>
          <a:xfrm xmlns:a="http://schemas.openxmlformats.org/drawingml/2006/main">
            <a:off x="1905000" y="522066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1930021-B064-4B5A-87CC-4F956AEE7D95}"/>
              </a:ext>
            </a:extLst>
          </p:cNvPr>
          <p:cNvPicPr>
            <a:picLocks xmlns:a="http://schemas.openxmlformats.org/drawingml/2006/main" noChangeAspect="1"/>
          </p:cNvPicPr>
          <p:nvPr/>
        </p:nvPicPr>
        <p:blipFill>
          <a:blip xmlns:r="http://schemas.openxmlformats.org/officeDocument/2006/relationships" xmlns:a="http://schemas.openxmlformats.org/drawingml/2006/main" r:embed="R07ad947d132f4597"/>
          <a:stretch xmlns:a="http://schemas.openxmlformats.org/drawingml/2006/main"/>
        </p:blipFill>
        <p:spPr>
          <a:xfrm xmlns:a="http://schemas.openxmlformats.org/drawingml/2006/main">
            <a:off x="1905000" y="63540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3F48EF18-53F2-4FD5-AEC7-07B0E8DA86CF}"/>
              </a:ext>
            </a:extLst>
          </p:cNvPr>
          <p:cNvSpPr>
            <a:spLocks xmlns:a="http://schemas.openxmlformats.org/drawingml/2006/main" noGrp="1"/>
          </p:cNvSpPr>
          <p:nvPr/>
        </p:nvSpPr>
        <p:spPr>
          <a:xfrm xmlns:a="http://schemas.openxmlformats.org/drawingml/2006/main">
            <a:off x="2000250" y="762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4DAE0330-BA75-4758-93F2-5AD8C3AA9DB1}"/>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403367E6-5458-4C09-8D5E-BAC37CC890FF}"/>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198301004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48D9F637-1106-4201-8AFB-B75155486F96}"/>
              </a:ext>
            </a:extLst>
          </p:cNvPr>
          <p:cNvPicPr>
            <a:picLocks xmlns:a="http://schemas.openxmlformats.org/drawingml/2006/main" noChangeAspect="1"/>
          </p:cNvPicPr>
          <p:nvPr/>
        </p:nvPicPr>
        <p:blipFill>
          <a:blip xmlns:r="http://schemas.openxmlformats.org/officeDocument/2006/relationships" xmlns:a="http://schemas.openxmlformats.org/drawingml/2006/main" r:embed="R97c3a0c4533849c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EC1EFC1-565F-4DF1-843F-8CAE8C0A56F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E0973F1-B83C-4E9F-ADBC-CBC8E1A14BE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0B8400C-8AA2-4881-B515-FE059F39FAE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8FF9126-589E-4539-9ACB-8D5BC1AEA38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81E8CA2-51D4-4268-AD76-347B9D67E2B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R05-29 번호 표제 상자">
            <a:extLst xmlns:a="http://schemas.openxmlformats.org/drawingml/2006/main">
              <a:ext uri="{FF2B5EF4-FFF2-40B4-BE49-F238E27FC236}">
                <a16:creationId xmlns:a16="http://schemas.microsoft.com/office/drawing/2014/main" id="{B5608AFA-6A50-432F-9F53-C50B0076A7C9}"/>
              </a:ext>
            </a:extLst>
          </p:cNvPr>
          <p:cNvSpPr>
            <a:spLocks xmlns:a="http://schemas.openxmlformats.org/drawingml/2006/main" noGrp="1"/>
          </p:cNvSpPr>
          <p:nvPr/>
        </p:nvSpPr>
        <p:spPr>
          <a:xfrm xmlns:a="http://schemas.openxmlformats.org/drawingml/2006/main">
            <a:off x="1905000" y="41338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ACD5AD2F-659A-4C42-A91A-40E0892E9AF1}"/>
              </a:ext>
            </a:extLst>
          </p:cNvPr>
          <p:cNvSpPr>
            <a:spLocks xmlns:a="http://schemas.openxmlformats.org/drawingml/2006/main" noGrp="1"/>
          </p:cNvSpPr>
          <p:nvPr/>
        </p:nvSpPr>
        <p:spPr>
          <a:xfrm xmlns:a="http://schemas.openxmlformats.org/drawingml/2006/main">
            <a:off x="2133600" y="43624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109B2F42-C171-4ED5-8704-ACF082328837}"/>
              </a:ext>
            </a:extLst>
          </p:cNvPr>
          <p:cNvSpPr>
            <a:spLocks xmlns:a="http://schemas.openxmlformats.org/drawingml/2006/main" noGrp="1"/>
          </p:cNvSpPr>
          <p:nvPr/>
        </p:nvSpPr>
        <p:spPr>
          <a:xfrm xmlns:a="http://schemas.openxmlformats.org/drawingml/2006/main">
            <a:off x="2952750" y="43243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목표식 확인</a:t>
            </a:r>
          </a:p>
        </p:txBody>
      </p:sp>
      <p:sp>
        <p:nvSpPr>
          <p:cNvPr id="10" name="R05-29 대응 설명 상자">
            <a:extLst xmlns:a="http://schemas.openxmlformats.org/drawingml/2006/main">
              <a:ext uri="{FF2B5EF4-FFF2-40B4-BE49-F238E27FC236}">
                <a16:creationId xmlns:a16="http://schemas.microsoft.com/office/drawing/2014/main" id="{614AE47C-202D-42BF-8226-628DF927F08A}"/>
              </a:ext>
            </a:extLst>
          </p:cNvPr>
          <p:cNvSpPr>
            <a:spLocks xmlns:a="http://schemas.openxmlformats.org/drawingml/2006/main" noGrp="1"/>
          </p:cNvSpPr>
          <p:nvPr/>
        </p:nvSpPr>
        <p:spPr>
          <a:xfrm xmlns:a="http://schemas.openxmlformats.org/drawingml/2006/main">
            <a:off x="6581775" y="41338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4BD6EFD3-D6B9-4E66-82D7-56FA5D4B6311}"/>
              </a:ext>
            </a:extLst>
          </p:cNvPr>
          <p:cNvSpPr>
            <a:spLocks xmlns:a="http://schemas.openxmlformats.org/drawingml/2006/main" noGrp="1"/>
          </p:cNvSpPr>
          <p:nvPr/>
        </p:nvSpPr>
        <p:spPr>
          <a:xfrm xmlns:a="http://schemas.openxmlformats.org/drawingml/2006/main">
            <a:off x="6905625" y="43243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구하려는 반응의 물질·위치·계수를 확인한다.</a:t>
            </a:r>
          </a:p>
        </p:txBody>
      </p:sp>
      <p:sp>
        <p:nvSpPr>
          <p:cNvPr id="12" name="R05-29 번호 표제 상자">
            <a:extLst xmlns:a="http://schemas.openxmlformats.org/drawingml/2006/main">
              <a:ext uri="{FF2B5EF4-FFF2-40B4-BE49-F238E27FC236}">
                <a16:creationId xmlns:a16="http://schemas.microsoft.com/office/drawing/2014/main" id="{894C4FAD-2258-4B29-A949-7412B1545A8E}"/>
              </a:ext>
            </a:extLst>
          </p:cNvPr>
          <p:cNvSpPr>
            <a:spLocks xmlns:a="http://schemas.openxmlformats.org/drawingml/2006/main" noGrp="1"/>
          </p:cNvSpPr>
          <p:nvPr/>
        </p:nvSpPr>
        <p:spPr>
          <a:xfrm xmlns:a="http://schemas.openxmlformats.org/drawingml/2006/main">
            <a:off x="1905000" y="54102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C3E97435-9B89-459A-84FF-796D01B53C63}"/>
              </a:ext>
            </a:extLst>
          </p:cNvPr>
          <p:cNvSpPr>
            <a:spLocks xmlns:a="http://schemas.openxmlformats.org/drawingml/2006/main" noGrp="1"/>
          </p:cNvSpPr>
          <p:nvPr/>
        </p:nvSpPr>
        <p:spPr>
          <a:xfrm xmlns:a="http://schemas.openxmlformats.org/drawingml/2006/main">
            <a:off x="2133600" y="56388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02</a:t>
            </a:r>
          </a:p>
        </p:txBody>
      </p:sp>
      <p:sp>
        <p:nvSpPr>
          <p:cNvPr id="14" name="rich">
            <a:extLst xmlns:a="http://schemas.openxmlformats.org/drawingml/2006/main">
              <a:ext uri="{FF2B5EF4-FFF2-40B4-BE49-F238E27FC236}">
                <a16:creationId xmlns:a16="http://schemas.microsoft.com/office/drawing/2014/main" id="{FE437827-8EE2-442A-A0EF-AD4788DE0058}"/>
              </a:ext>
            </a:extLst>
          </p:cNvPr>
          <p:cNvSpPr>
            <a:spLocks xmlns:a="http://schemas.openxmlformats.org/drawingml/2006/main" noGrp="1"/>
          </p:cNvSpPr>
          <p:nvPr/>
        </p:nvSpPr>
        <p:spPr>
          <a:xfrm xmlns:a="http://schemas.openxmlformats.org/drawingml/2006/main">
            <a:off x="2952750" y="56007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방향·계수 조절</a:t>
            </a:r>
          </a:p>
        </p:txBody>
      </p:sp>
      <p:sp>
        <p:nvSpPr>
          <p:cNvPr id="15" name="R05-29 대응 설명 상자">
            <a:extLst xmlns:a="http://schemas.openxmlformats.org/drawingml/2006/main">
              <a:ext uri="{FF2B5EF4-FFF2-40B4-BE49-F238E27FC236}">
                <a16:creationId xmlns:a16="http://schemas.microsoft.com/office/drawing/2014/main" id="{146A726C-D245-480C-BA56-F8C87046BF65}"/>
              </a:ext>
            </a:extLst>
          </p:cNvPr>
          <p:cNvSpPr>
            <a:spLocks xmlns:a="http://schemas.openxmlformats.org/drawingml/2006/main" noGrp="1"/>
          </p:cNvSpPr>
          <p:nvPr/>
        </p:nvSpPr>
        <p:spPr>
          <a:xfrm xmlns:a="http://schemas.openxmlformats.org/drawingml/2006/main">
            <a:off x="6581775" y="54102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3108C7C7-108E-45A8-8A0D-F493AE1D8180}"/>
              </a:ext>
            </a:extLst>
          </p:cNvPr>
          <p:cNvSpPr>
            <a:spLocks xmlns:a="http://schemas.openxmlformats.org/drawingml/2006/main" noGrp="1"/>
          </p:cNvSpPr>
          <p:nvPr/>
        </p:nvSpPr>
        <p:spPr>
          <a:xfrm xmlns:a="http://schemas.openxmlformats.org/drawingml/2006/main">
            <a:off x="6905625" y="56007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R05-29 번호 표제 상자">
            <a:extLst xmlns:a="http://schemas.openxmlformats.org/drawingml/2006/main">
              <a:ext uri="{FF2B5EF4-FFF2-40B4-BE49-F238E27FC236}">
                <a16:creationId xmlns:a16="http://schemas.microsoft.com/office/drawing/2014/main" id="{728EAFB4-CA63-4330-BA1A-8F1B0EA6312B}"/>
              </a:ext>
            </a:extLst>
          </p:cNvPr>
          <p:cNvSpPr>
            <a:spLocks xmlns:a="http://schemas.openxmlformats.org/drawingml/2006/main" noGrp="1"/>
          </p:cNvSpPr>
          <p:nvPr/>
        </p:nvSpPr>
        <p:spPr>
          <a:xfrm xmlns:a="http://schemas.openxmlformats.org/drawingml/2006/main">
            <a:off x="1905000" y="66865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ED82DBF7-61F1-4855-97B9-D5DBD81AAF0E}"/>
              </a:ext>
            </a:extLst>
          </p:cNvPr>
          <p:cNvSpPr>
            <a:spLocks xmlns:a="http://schemas.openxmlformats.org/drawingml/2006/main" noGrp="1"/>
          </p:cNvSpPr>
          <p:nvPr/>
        </p:nvSpPr>
        <p:spPr>
          <a:xfrm xmlns:a="http://schemas.openxmlformats.org/drawingml/2006/main">
            <a:off x="2133600" y="69151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03</a:t>
            </a:r>
          </a:p>
        </p:txBody>
      </p:sp>
      <p:sp>
        <p:nvSpPr>
          <p:cNvPr id="19" name="rich">
            <a:extLst xmlns:a="http://schemas.openxmlformats.org/drawingml/2006/main">
              <a:ext uri="{FF2B5EF4-FFF2-40B4-BE49-F238E27FC236}">
                <a16:creationId xmlns:a16="http://schemas.microsoft.com/office/drawing/2014/main" id="{C6A3A514-0ED5-4330-B015-AA27845BE337}"/>
              </a:ext>
            </a:extLst>
          </p:cNvPr>
          <p:cNvSpPr>
            <a:spLocks xmlns:a="http://schemas.openxmlformats.org/drawingml/2006/main" noGrp="1"/>
          </p:cNvSpPr>
          <p:nvPr/>
        </p:nvSpPr>
        <p:spPr>
          <a:xfrm xmlns:a="http://schemas.openxmlformats.org/drawingml/2006/main">
            <a:off x="2952750" y="68770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중간 물질 소거</a:t>
            </a:r>
          </a:p>
        </p:txBody>
      </p:sp>
      <p:sp>
        <p:nvSpPr>
          <p:cNvPr id="20" name="R05-29 대응 설명 상자">
            <a:extLst xmlns:a="http://schemas.openxmlformats.org/drawingml/2006/main">
              <a:ext uri="{FF2B5EF4-FFF2-40B4-BE49-F238E27FC236}">
                <a16:creationId xmlns:a16="http://schemas.microsoft.com/office/drawing/2014/main" id="{FD35FA00-1E52-4695-8C34-EDEEB30FC8C3}"/>
              </a:ext>
            </a:extLst>
          </p:cNvPr>
          <p:cNvSpPr>
            <a:spLocks xmlns:a="http://schemas.openxmlformats.org/drawingml/2006/main" noGrp="1"/>
          </p:cNvSpPr>
          <p:nvPr/>
        </p:nvSpPr>
        <p:spPr>
          <a:xfrm xmlns:a="http://schemas.openxmlformats.org/drawingml/2006/main">
            <a:off x="6581775" y="66865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1" name="rich">
            <a:extLst xmlns:a="http://schemas.openxmlformats.org/drawingml/2006/main">
              <a:ext uri="{FF2B5EF4-FFF2-40B4-BE49-F238E27FC236}">
                <a16:creationId xmlns:a16="http://schemas.microsoft.com/office/drawing/2014/main" id="{9F90E07E-F1E1-465B-AAA2-6DD0312AE966}"/>
              </a:ext>
            </a:extLst>
          </p:cNvPr>
          <p:cNvSpPr>
            <a:spLocks xmlns:a="http://schemas.openxmlformats.org/drawingml/2006/main" noGrp="1"/>
          </p:cNvSpPr>
          <p:nvPr/>
        </p:nvSpPr>
        <p:spPr>
          <a:xfrm xmlns:a="http://schemas.openxmlformats.org/drawingml/2006/main">
            <a:off x="6905625" y="68770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종류·상태·양이 같은 항을 소거한다.</a:t>
            </a:r>
          </a:p>
        </p:txBody>
      </p:sp>
      <p:sp>
        <p:nvSpPr>
          <p:cNvPr id="22" name="R05-29 번호 표제 상자">
            <a:extLst xmlns:a="http://schemas.openxmlformats.org/drawingml/2006/main">
              <a:ext uri="{FF2B5EF4-FFF2-40B4-BE49-F238E27FC236}">
                <a16:creationId xmlns:a16="http://schemas.microsoft.com/office/drawing/2014/main" id="{6579861C-B8EE-478C-B5FB-F3393C4CE46E}"/>
              </a:ext>
            </a:extLst>
          </p:cNvPr>
          <p:cNvSpPr>
            <a:spLocks xmlns:a="http://schemas.openxmlformats.org/drawingml/2006/main" noGrp="1"/>
          </p:cNvSpPr>
          <p:nvPr/>
        </p:nvSpPr>
        <p:spPr>
          <a:xfrm xmlns:a="http://schemas.openxmlformats.org/drawingml/2006/main">
            <a:off x="1905000" y="79629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08652AE1-B14C-4FE9-A3FC-8F111A52F87D}"/>
              </a:ext>
            </a:extLst>
          </p:cNvPr>
          <p:cNvSpPr>
            <a:spLocks xmlns:a="http://schemas.openxmlformats.org/drawingml/2006/main" noGrp="1"/>
          </p:cNvSpPr>
          <p:nvPr/>
        </p:nvSpPr>
        <p:spPr>
          <a:xfrm xmlns:a="http://schemas.openxmlformats.org/drawingml/2006/main">
            <a:off x="2133600" y="81915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04</a:t>
            </a:r>
          </a:p>
        </p:txBody>
      </p:sp>
      <p:sp>
        <p:nvSpPr>
          <p:cNvPr id="24" name="rich">
            <a:extLst xmlns:a="http://schemas.openxmlformats.org/drawingml/2006/main">
              <a:ext uri="{FF2B5EF4-FFF2-40B4-BE49-F238E27FC236}">
                <a16:creationId xmlns:a16="http://schemas.microsoft.com/office/drawing/2014/main" id="{CB8E5ABE-9772-4355-8CDC-547B2FA5D54E}"/>
              </a:ext>
            </a:extLst>
          </p:cNvPr>
          <p:cNvSpPr>
            <a:spLocks xmlns:a="http://schemas.openxmlformats.org/drawingml/2006/main" noGrp="1"/>
          </p:cNvSpPr>
          <p:nvPr/>
        </p:nvSpPr>
        <p:spPr>
          <a:xfrm xmlns:a="http://schemas.openxmlformats.org/drawingml/2006/main">
            <a:off x="2952750" y="81534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Δ</a:t>
            </a:r>
            <a:r>
              <a:rPr i="1">
                <a:latin typeface="Pretendard"/>
                <a:ea typeface="Pretendard"/>
                <a:cs typeface="Pretendard"/>
              </a:rPr>
              <a:t>H</a:t>
            </a:r>
            <a:r>
              <a:t> 계산·검산</a:t>
            </a:r>
          </a:p>
        </p:txBody>
      </p:sp>
      <p:sp>
        <p:nvSpPr>
          <p:cNvPr id="25" name="R05-29 대응 설명 상자">
            <a:extLst xmlns:a="http://schemas.openxmlformats.org/drawingml/2006/main">
              <a:ext uri="{FF2B5EF4-FFF2-40B4-BE49-F238E27FC236}">
                <a16:creationId xmlns:a16="http://schemas.microsoft.com/office/drawing/2014/main" id="{F72B9679-ED68-46E6-BCBF-F78D59618512}"/>
              </a:ext>
            </a:extLst>
          </p:cNvPr>
          <p:cNvSpPr>
            <a:spLocks xmlns:a="http://schemas.openxmlformats.org/drawingml/2006/main" noGrp="1"/>
          </p:cNvSpPr>
          <p:nvPr/>
        </p:nvSpPr>
        <p:spPr>
          <a:xfrm xmlns:a="http://schemas.openxmlformats.org/drawingml/2006/main">
            <a:off x="6581775" y="79629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6" name="rich">
            <a:extLst xmlns:a="http://schemas.openxmlformats.org/drawingml/2006/main">
              <a:ext uri="{FF2B5EF4-FFF2-40B4-BE49-F238E27FC236}">
                <a16:creationId xmlns:a16="http://schemas.microsoft.com/office/drawing/2014/main" id="{822BE929-BB10-410D-B213-713C1BB835E0}"/>
              </a:ext>
            </a:extLst>
          </p:cNvPr>
          <p:cNvSpPr>
            <a:spLocks xmlns:a="http://schemas.openxmlformats.org/drawingml/2006/main" noGrp="1"/>
          </p:cNvSpPr>
          <p:nvPr/>
        </p:nvSpPr>
        <p:spPr>
          <a:xfrm xmlns:a="http://schemas.openxmlformats.org/drawingml/2006/main">
            <a:off x="6905625" y="81534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남은 반응식과 부호·단위를 확인한다.</a:t>
            </a:r>
          </a:p>
        </p:txBody>
      </p:sp>
    </p:spTree>
    <p:extLst>
      <p:ext uri="{BB962C8B-B14F-4D97-AF65-F5344CB8AC3E}">
        <p14:creationId xmlns:p14="http://schemas.microsoft.com/office/powerpoint/2010/main" val="7099542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0FB858D4-4D8E-4B41-8075-96768CC0F4A3}"/>
              </a:ext>
            </a:extLst>
          </p:cNvPr>
          <p:cNvPicPr>
            <a:picLocks xmlns:a="http://schemas.openxmlformats.org/drawingml/2006/main" noChangeAspect="1"/>
          </p:cNvPicPr>
          <p:nvPr/>
        </p:nvPicPr>
        <p:blipFill>
          <a:blip xmlns:r="http://schemas.openxmlformats.org/officeDocument/2006/relationships" xmlns:a="http://schemas.openxmlformats.org/drawingml/2006/main" r:embed="R6d4cde66b82b4c4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1FB012A-0E3B-4D80-83AE-C4D57047089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3E7F163-41F5-4D5B-8431-A3741C9D23C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3C6A3F8-865F-4B0F-8B49-E38CB3DF2CF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CA56160-D40F-4CC6-B7D8-0EE428E0764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0D1C6538-81AA-4DBF-9F3C-0068048F481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929BA7B4-0790-4B43-A7E7-5978352404CE}"/>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b="0">
                <a:solidFill>
                  <a:srgbClr val="777777"/>
                </a:solidFill>
              </a:rPr>
              <a:t>다음 두 반응을 이용하여 목표 반응의 </a:t>
            </a:r>
            <a:r>
              <a:rPr b="0">
                <a:solidFill>
                  <a:srgbClr val="777777"/>
                </a:solidFill>
              </a:rPr>
              <a:t>Δ</a:t>
            </a:r>
            <a:r>
              <a:rPr b="0" i="1">
                <a:solidFill>
                  <a:srgbClr val="777777"/>
                </a:solidFill>
                <a:latin typeface="Pretendard"/>
                <a:ea typeface="Pretendard"/>
                <a:cs typeface="Pretendard"/>
              </a:rPr>
              <a:t>H</a:t>
            </a:r>
            <a:r>
              <a:rPr b="0">
                <a:solidFill>
                  <a:srgbClr val="777777"/>
                </a:solidFill>
              </a:rPr>
              <a:t>를 구하시오.</a:t>
            </a:r>
          </a:p>
        </p:txBody>
      </p:sp>
      <p:pic>
        <p:nvPicPr>
          <p:cNvPr id="8" name="">
            <a:extLst xmlns:a="http://schemas.openxmlformats.org/drawingml/2006/main">
              <a:ext uri="{FF2B5EF4-FFF2-40B4-BE49-F238E27FC236}">
                <a16:creationId xmlns:a16="http://schemas.microsoft.com/office/drawing/2014/main" id="{B0117D8A-96BF-49BD-9341-0D9D4F9E4362}"/>
              </a:ext>
            </a:extLst>
          </p:cNvPr>
          <p:cNvPicPr>
            <a:picLocks xmlns:a="http://schemas.openxmlformats.org/drawingml/2006/main" noChangeAspect="1"/>
          </p:cNvPicPr>
          <p:nvPr/>
        </p:nvPicPr>
        <p:blipFill>
          <a:blip xmlns:r="http://schemas.openxmlformats.org/officeDocument/2006/relationships" xmlns:a="http://schemas.openxmlformats.org/drawingml/2006/main" r:embed="Ra393051913224a74"/>
          <a:stretch xmlns:a="http://schemas.openxmlformats.org/drawingml/2006/main"/>
        </p:blipFill>
        <p:spPr>
          <a:xfrm xmlns:a="http://schemas.openxmlformats.org/drawingml/2006/main">
            <a:off x="2395728" y="4546473"/>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863EE088-5D6C-491D-BE3E-6A3AFD948CDD}"/>
              </a:ext>
            </a:extLst>
          </p:cNvPr>
          <p:cNvSpPr>
            <a:spLocks xmlns:a="http://schemas.openxmlformats.org/drawingml/2006/main" noGrp="1"/>
          </p:cNvSpPr>
          <p:nvPr/>
        </p:nvSpPr>
        <p:spPr>
          <a:xfrm xmlns:a="http://schemas.openxmlformats.org/drawingml/2006/main">
            <a:off x="2247900" y="6957441"/>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50ECCEDC-BD0C-4052-B09E-09D14B9BABD8}"/>
              </a:ext>
            </a:extLst>
          </p:cNvPr>
          <p:cNvPicPr>
            <a:picLocks xmlns:a="http://schemas.openxmlformats.org/drawingml/2006/main" noChangeAspect="1"/>
          </p:cNvPicPr>
          <p:nvPr/>
        </p:nvPicPr>
        <p:blipFill>
          <a:blip xmlns:r="http://schemas.openxmlformats.org/officeDocument/2006/relationships" xmlns:a="http://schemas.openxmlformats.org/drawingml/2006/main" r:embed="Rd240569dc8674a2a"/>
          <a:stretch xmlns:a="http://schemas.openxmlformats.org/drawingml/2006/main"/>
        </p:blipFill>
        <p:spPr>
          <a:xfrm xmlns:a="http://schemas.openxmlformats.org/drawingml/2006/main">
            <a:off x="5619750" y="6627495"/>
            <a:ext cx="11782044" cy="1549908"/>
          </a:xfrm>
          <a:prstGeom xmlns:a="http://schemas.openxmlformats.org/drawingml/2006/main" prst="rect">
            <a:avLst/>
          </a:prstGeom>
        </p:spPr>
      </p:pic>
    </p:spTree>
    <p:extLst>
      <p:ext uri="{BB962C8B-B14F-4D97-AF65-F5344CB8AC3E}">
        <p14:creationId xmlns:p14="http://schemas.microsoft.com/office/powerpoint/2010/main" val="55765473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B56FCD1-6FBB-42A6-BBE7-17FD81F170CB}"/>
              </a:ext>
            </a:extLst>
          </p:cNvPr>
          <p:cNvPicPr>
            <a:picLocks xmlns:a="http://schemas.openxmlformats.org/drawingml/2006/main" noChangeAspect="1"/>
          </p:cNvPicPr>
          <p:nvPr/>
        </p:nvPicPr>
        <p:blipFill>
          <a:blip xmlns:r="http://schemas.openxmlformats.org/officeDocument/2006/relationships" xmlns:a="http://schemas.openxmlformats.org/drawingml/2006/main" r:embed="R1d9a04a7cbcd44f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B3A7551-6700-4C63-A7B9-2F1B3F07114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FF2DB4A-7E2A-439E-89F3-4FAA276333A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EAAF73F-2D28-46A2-9A81-FC05151B9A8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4B4DC78-345E-4B2A-A3D0-1D7D329511C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CD43C97F-8DF5-420B-8264-460EB0972F6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8C2F0AA2-A624-412A-A048-D8FB47BC100D}"/>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31CA40F1-5735-44B1-95F0-8D62685E7E66}"/>
              </a:ext>
            </a:extLst>
          </p:cNvPr>
          <p:cNvPicPr>
            <a:picLocks xmlns:a="http://schemas.openxmlformats.org/drawingml/2006/main" noChangeAspect="1"/>
          </p:cNvPicPr>
          <p:nvPr/>
        </p:nvPicPr>
        <p:blipFill>
          <a:blip xmlns:r="http://schemas.openxmlformats.org/officeDocument/2006/relationships" xmlns:a="http://schemas.openxmlformats.org/drawingml/2006/main" r:embed="Rfda25b714d344df2"/>
          <a:stretch xmlns:a="http://schemas.openxmlformats.org/drawingml/2006/main"/>
        </p:blipFill>
        <p:spPr>
          <a:xfrm xmlns:a="http://schemas.openxmlformats.org/drawingml/2006/main">
            <a:off x="2395728" y="4594098"/>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38F6B28-B1AE-4B51-85A4-E9E193FC0683}"/>
              </a:ext>
            </a:extLst>
          </p:cNvPr>
          <p:cNvPicPr>
            <a:picLocks xmlns:a="http://schemas.openxmlformats.org/drawingml/2006/main" noChangeAspect="1"/>
          </p:cNvPicPr>
          <p:nvPr/>
        </p:nvPicPr>
        <p:blipFill>
          <a:blip xmlns:r="http://schemas.openxmlformats.org/officeDocument/2006/relationships" xmlns:a="http://schemas.openxmlformats.org/drawingml/2006/main" r:embed="R897edb5d4d9a43c8"/>
          <a:stretch xmlns:a="http://schemas.openxmlformats.org/drawingml/2006/main"/>
        </p:blipFill>
        <p:spPr>
          <a:xfrm xmlns:a="http://schemas.openxmlformats.org/drawingml/2006/main">
            <a:off x="3252978" y="657987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8F65886B-50A7-4AAC-B93A-63CEA9F08D39}"/>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43978B2E-D6E7-4E3C-8E45-04084DFB101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05212825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3BDC3D3-8C69-4FD1-A0DB-41B316F303CA}"/>
              </a:ext>
            </a:extLst>
          </p:cNvPr>
          <p:cNvPicPr>
            <a:picLocks xmlns:a="http://schemas.openxmlformats.org/drawingml/2006/main" noChangeAspect="1"/>
          </p:cNvPicPr>
          <p:nvPr/>
        </p:nvPicPr>
        <p:blipFill>
          <a:blip xmlns:r="http://schemas.openxmlformats.org/officeDocument/2006/relationships" xmlns:a="http://schemas.openxmlformats.org/drawingml/2006/main" r:embed="R73fb3291a0414a0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FE8FDDA-1A80-47AC-B8EA-86DFC1D15E8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F2BA2AF-C7D7-4672-A130-CE2B836D47C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5525876-6CBD-4358-9850-AA928607C6A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F60F798-BD49-4C16-83A5-1551DD70DE9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3F378524-0AB6-455E-BA43-6EBEFE02295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3381FCF7-D819-42B7-BE5A-4A0CE0D0D741}"/>
              </a:ext>
            </a:extLst>
          </p:cNvPr>
          <p:cNvPicPr>
            <a:picLocks xmlns:a="http://schemas.openxmlformats.org/drawingml/2006/main" noChangeAspect="1"/>
          </p:cNvPicPr>
          <p:nvPr/>
        </p:nvPicPr>
        <p:blipFill>
          <a:blip xmlns:r="http://schemas.openxmlformats.org/officeDocument/2006/relationships" xmlns:a="http://schemas.openxmlformats.org/drawingml/2006/main" r:embed="Rb1e214f2ffb741ee"/>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0A9E244-CACE-4964-A430-C351AC89E7F1}"/>
              </a:ext>
            </a:extLst>
          </p:cNvPr>
          <p:cNvSpPr>
            <a:spLocks xmlns:a="http://schemas.openxmlformats.org/drawingml/2006/main" noGrp="1"/>
          </p:cNvSpPr>
          <p:nvPr/>
        </p:nvSpPr>
        <p:spPr>
          <a:xfrm xmlns:a="http://schemas.openxmlformats.org/drawingml/2006/main">
            <a:off x="106680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7C744089-86A3-470E-8ED5-A03780B8A875}"/>
              </a:ext>
            </a:extLst>
          </p:cNvPr>
          <p:cNvSpPr>
            <a:spLocks xmlns:a="http://schemas.openxmlformats.org/drawingml/2006/main" noGrp="1"/>
          </p:cNvSpPr>
          <p:nvPr/>
        </p:nvSpPr>
        <p:spPr>
          <a:xfrm xmlns:a="http://schemas.openxmlformats.org/drawingml/2006/main">
            <a:off x="10668000" y="55435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2A2FBEFC-4F4E-4349-BDEE-1523B65F3C60}"/>
              </a:ext>
            </a:extLst>
          </p:cNvPr>
          <p:cNvSpPr>
            <a:spLocks xmlns:a="http://schemas.openxmlformats.org/drawingml/2006/main" noGrp="1"/>
          </p:cNvSpPr>
          <p:nvPr/>
        </p:nvSpPr>
        <p:spPr>
          <a:xfrm xmlns:a="http://schemas.openxmlformats.org/drawingml/2006/main">
            <a:off x="10668000" y="683895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3A68A8EE-30F4-428F-8391-34DC3FD87597}"/>
              </a:ext>
            </a:extLst>
          </p:cNvPr>
          <p:cNvSpPr>
            <a:spLocks xmlns:a="http://schemas.openxmlformats.org/drawingml/2006/main" noGrp="1"/>
          </p:cNvSpPr>
          <p:nvPr/>
        </p:nvSpPr>
        <p:spPr>
          <a:xfrm xmlns:a="http://schemas.openxmlformats.org/drawingml/2006/main">
            <a:off x="10668000" y="75247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666340720"/>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C8747B7C-79E9-4A22-96F0-B3CC48522EFB}"/>
              </a:ext>
            </a:extLst>
          </p:cNvPr>
          <p:cNvPicPr>
            <a:picLocks xmlns:a="http://schemas.openxmlformats.org/drawingml/2006/main" noChangeAspect="1"/>
          </p:cNvPicPr>
          <p:nvPr/>
        </p:nvPicPr>
        <p:blipFill>
          <a:blip xmlns:r="http://schemas.openxmlformats.org/officeDocument/2006/relationships" xmlns:a="http://schemas.openxmlformats.org/drawingml/2006/main" r:embed="Rc77c18e733b7489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9FFDBD81-FB63-4755-BCF1-DCAADE973F6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3D8A1C26-FE0F-4CE1-8394-5F4D7F04F70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7E3D2DFF-4CCB-4C83-B728-97675746733F}"/>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077CECDD-EF62-4F84-B2FE-BFFAEC16C252}"/>
              </a:ext>
            </a:extLst>
          </p:cNvPr>
          <p:cNvPicPr>
            <a:picLocks xmlns:a="http://schemas.openxmlformats.org/drawingml/2006/main" noChangeAspect="1"/>
          </p:cNvPicPr>
          <p:nvPr/>
        </p:nvPicPr>
        <p:blipFill>
          <a:blip xmlns:r="http://schemas.openxmlformats.org/officeDocument/2006/relationships" xmlns:a="http://schemas.openxmlformats.org/drawingml/2006/main" r:embed="R85b513d1d21746f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673BDC87-3BA3-4616-8A48-88E8440457F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1256AD74-4802-4940-A81F-26FF7CDB0BC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0907982C-F799-4542-BD4A-EFE7F369464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1D87B5C6-E790-43B6-9695-5491A9EE695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27531024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C3BF16E2-F4C2-4AD1-AD9C-DF9183971B25}"/>
              </a:ext>
            </a:extLst>
          </p:cNvPr>
          <p:cNvPicPr>
            <a:picLocks xmlns:a="http://schemas.openxmlformats.org/drawingml/2006/main" noChangeAspect="1"/>
          </p:cNvPicPr>
          <p:nvPr/>
        </p:nvPicPr>
        <p:blipFill>
          <a:blip xmlns:r="http://schemas.openxmlformats.org/officeDocument/2006/relationships" xmlns:a="http://schemas.openxmlformats.org/drawingml/2006/main" r:embed="Rf82009d85ad549e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83FF51B-833A-4AA0-ADDA-6771E7CD592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5FBEB6D-277B-4CE3-8F77-2B22A69F8B3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7B5B5F7-3177-4DE1-A55B-4C6120E1DD1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E796200-3B65-4574-921A-0CDE4D7E908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CA677B0-2EDA-47B4-8A68-8CC5A4EDECE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514F70A6-89C9-441B-ABF0-2EB512DB5734}"/>
              </a:ext>
            </a:extLst>
          </p:cNvPr>
          <p:cNvSpPr>
            <a:spLocks xmlns:a="http://schemas.openxmlformats.org/drawingml/2006/main" noGrp="1"/>
          </p:cNvSpPr>
          <p:nvPr/>
        </p:nvSpPr>
        <p:spPr>
          <a:xfrm xmlns:a="http://schemas.openxmlformats.org/drawingml/2006/main">
            <a:off x="1524000" y="3667125"/>
            <a:ext cx="1524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280EAAF9-E5D8-4EB1-AB73-373218355D0D}"/>
              </a:ext>
            </a:extLst>
          </p:cNvPr>
          <p:cNvPicPr>
            <a:picLocks xmlns:a="http://schemas.openxmlformats.org/drawingml/2006/main" noChangeAspect="1"/>
          </p:cNvPicPr>
          <p:nvPr/>
        </p:nvPicPr>
        <p:blipFill>
          <a:blip xmlns:r="http://schemas.openxmlformats.org/officeDocument/2006/relationships" xmlns:a="http://schemas.openxmlformats.org/drawingml/2006/main" r:embed="Rf381434108994ad9"/>
          <a:stretch xmlns:a="http://schemas.openxmlformats.org/drawingml/2006/main"/>
        </p:blipFill>
        <p:spPr>
          <a:xfrm xmlns:a="http://schemas.openxmlformats.org/drawingml/2006/main">
            <a:off x="1829161" y="4733925"/>
            <a:ext cx="11334028" cy="1206818"/>
          </a:xfrm>
          <a:prstGeom xmlns:a="http://schemas.openxmlformats.org/drawingml/2006/main" prst="rect">
            <a:avLst/>
          </a:prstGeom>
        </p:spPr>
      </p:pic>
      <p:sp>
        <p:nvSpPr>
          <p:cNvPr id="9" name="rich">
            <a:extLst xmlns:a="http://schemas.openxmlformats.org/drawingml/2006/main">
              <a:ext uri="{FF2B5EF4-FFF2-40B4-BE49-F238E27FC236}">
                <a16:creationId xmlns:a16="http://schemas.microsoft.com/office/drawing/2014/main" id="{45B2F220-2077-424A-9EF3-B17E046BC8D2}"/>
              </a:ext>
            </a:extLst>
          </p:cNvPr>
          <p:cNvSpPr>
            <a:spLocks xmlns:a="http://schemas.openxmlformats.org/drawingml/2006/main" noGrp="1"/>
          </p:cNvSpPr>
          <p:nvPr/>
        </p:nvSpPr>
        <p:spPr>
          <a:xfrm xmlns:a="http://schemas.openxmlformats.org/drawingml/2006/main">
            <a:off x="2143125" y="6715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생성되는 물질 </a:t>
            </a:r>
            <a:r>
              <a:rPr b="1">
                <a:solidFill>
                  <a:srgbClr val="57962F"/>
                </a:solidFill>
              </a:rPr>
              <a:t>1 mol</a:t>
            </a:r>
            <a:r>
              <a:t>을 기준으로 나타낸다.</a:t>
            </a:r>
          </a:p>
        </p:txBody>
      </p:sp>
      <p:sp>
        <p:nvSpPr>
          <p:cNvPr id="10" name="rich">
            <a:extLst xmlns:a="http://schemas.openxmlformats.org/drawingml/2006/main">
              <a:ext uri="{FF2B5EF4-FFF2-40B4-BE49-F238E27FC236}">
                <a16:creationId xmlns:a16="http://schemas.microsoft.com/office/drawing/2014/main" id="{044DA4EB-8938-48EC-BA5F-2307F478BB85}"/>
              </a:ext>
            </a:extLst>
          </p:cNvPr>
          <p:cNvSpPr>
            <a:spLocks xmlns:a="http://schemas.openxmlformats.org/drawingml/2006/main" noGrp="1"/>
          </p:cNvSpPr>
          <p:nvPr/>
        </p:nvSpPr>
        <p:spPr>
          <a:xfrm xmlns:a="http://schemas.openxmlformats.org/drawingml/2006/main">
            <a:off x="2143125" y="7734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H₂O</a:t>
            </a:r>
            <a:r>
              <a:t>(</a:t>
            </a:r>
            <a:r>
              <a:rPr i="1">
                <a:latin typeface="Pretendard"/>
                <a:ea typeface="Pretendard"/>
                <a:cs typeface="Pretendard"/>
              </a:rPr>
              <a:t>l</a:t>
            </a:r>
            <a:r>
              <a:t>)의 표준 생성 엔탈피는</a:t>
            </a:r>
          </a:p>
        </p:txBody>
      </p:sp>
      <p:sp>
        <p:nvSpPr>
          <p:cNvPr id="11" name="text">
            <a:extLst xmlns:a="http://schemas.openxmlformats.org/drawingml/2006/main">
              <a:ext uri="{FF2B5EF4-FFF2-40B4-BE49-F238E27FC236}">
                <a16:creationId xmlns:a16="http://schemas.microsoft.com/office/drawing/2014/main" id="{6FFCC9D4-C2DC-4C89-85EE-ADB3FFC68587}"/>
              </a:ext>
            </a:extLst>
          </p:cNvPr>
          <p:cNvSpPr>
            <a:spLocks xmlns:a="http://schemas.openxmlformats.org/drawingml/2006/main" noGrp="1"/>
          </p:cNvSpPr>
          <p:nvPr/>
        </p:nvSpPr>
        <p:spPr>
          <a:xfrm xmlns:a="http://schemas.openxmlformats.org/drawingml/2006/main">
            <a:off x="2143125" y="838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650" b="1">
                <a:solidFill>
                  <a:srgbClr val="57962F"/>
                </a:solidFill>
                <a:latin typeface="Pretendard"/>
                <a:ea typeface="Pretendard"/>
                <a:cs typeface="Pretendard"/>
              </a:defRPr>
            </a:defPPr>
            <a:lvl1pPr algn="l">
              <a:defRPr sz="4650" b="1">
                <a:solidFill>
                  <a:srgbClr val="57962F"/>
                </a:solidFill>
                <a:latin typeface="Pretendard"/>
                <a:ea typeface="Pretendard"/>
                <a:cs typeface="Pretendard"/>
              </a:defRPr>
            </a:lvl1pPr>
            <a:lvl2pPr algn="l">
              <a:defRPr sz="4650" b="1">
                <a:solidFill>
                  <a:srgbClr val="57962F"/>
                </a:solidFill>
                <a:latin typeface="Pretendard"/>
                <a:ea typeface="Pretendard"/>
                <a:cs typeface="Pretendard"/>
              </a:defRPr>
            </a:lvl2pPr>
            <a:lvl3pPr algn="l">
              <a:defRPr sz="4650" b="1">
                <a:solidFill>
                  <a:srgbClr val="57962F"/>
                </a:solidFill>
                <a:latin typeface="Pretendard"/>
                <a:ea typeface="Pretendard"/>
                <a:cs typeface="Pretendard"/>
              </a:defRPr>
            </a:lvl3pPr>
            <a:lvl4pPr algn="l">
              <a:defRPr sz="4650" b="1">
                <a:solidFill>
                  <a:srgbClr val="57962F"/>
                </a:solidFill>
                <a:latin typeface="Pretendard"/>
                <a:ea typeface="Pretendard"/>
                <a:cs typeface="Pretendard"/>
              </a:defRPr>
            </a:lvl4pPr>
            <a:lvl5pPr algn="l">
              <a:defRPr sz="4650" b="1">
                <a:solidFill>
                  <a:srgbClr val="57962F"/>
                </a:solidFill>
                <a:latin typeface="Pretendard"/>
                <a:ea typeface="Pretendard"/>
                <a:cs typeface="Pretendard"/>
              </a:defRPr>
            </a:lvl5pPr>
            <a:lvl6pPr algn="l">
              <a:defRPr sz="4650" b="1">
                <a:solidFill>
                  <a:srgbClr val="57962F"/>
                </a:solidFill>
                <a:latin typeface="Pretendard"/>
                <a:ea typeface="Pretendard"/>
                <a:cs typeface="Pretendard"/>
              </a:defRPr>
            </a:lvl6pPr>
            <a:lvl7pPr algn="l">
              <a:defRPr sz="4650" b="1">
                <a:solidFill>
                  <a:srgbClr val="57962F"/>
                </a:solidFill>
                <a:latin typeface="Pretendard"/>
                <a:ea typeface="Pretendard"/>
                <a:cs typeface="Pretendard"/>
              </a:defRPr>
            </a:lvl7pPr>
            <a:lvl8pPr algn="l">
              <a:defRPr sz="4650" b="1">
                <a:solidFill>
                  <a:srgbClr val="57962F"/>
                </a:solidFill>
                <a:latin typeface="Pretendard"/>
                <a:ea typeface="Pretendard"/>
                <a:cs typeface="Pretendard"/>
              </a:defRPr>
            </a:lvl8pPr>
            <a:lvl9pPr algn="l">
              <a:defRPr sz="4650" b="1">
                <a:solidFill>
                  <a:srgbClr val="57962F"/>
                </a:solidFill>
                <a:latin typeface="Pretendard"/>
                <a:ea typeface="Pretendard"/>
                <a:cs typeface="Pretendard"/>
              </a:defRPr>
            </a:lvl9pPr>
          </a:lstStyle>
          <a:p xmlns:a="http://schemas.openxmlformats.org/drawingml/2006/main">
            <a:pPr algn="l">
              <a:defRPr sz="4650" b="1">
                <a:solidFill>
                  <a:srgbClr val="57962F"/>
                </a:solidFill>
                <a:latin typeface="Pretendard"/>
                <a:ea typeface="Pretendard"/>
                <a:cs typeface="Pretendard"/>
              </a:defRPr>
            </a:pPr>
            <a:r>
              <a:rPr sz="4650" b="1">
                <a:solidFill>
                  <a:srgbClr val="57962F"/>
                </a:solidFill>
                <a:latin typeface="Pretendard"/>
                <a:ea typeface="Pretendard"/>
                <a:cs typeface="Pretendard"/>
              </a:rPr>
              <a:t>−285.8 kJ/mol</a:t>
            </a:r>
          </a:p>
        </p:txBody>
      </p:sp>
      <p:pic>
        <p:nvPicPr>
          <p:cNvPr id="12" name="">
            <a:extLst xmlns:a="http://schemas.openxmlformats.org/drawingml/2006/main">
              <a:ext uri="{FF2B5EF4-FFF2-40B4-BE49-F238E27FC236}">
                <a16:creationId xmlns:a16="http://schemas.microsoft.com/office/drawing/2014/main" id="{D9E80731-0380-45CF-B1F9-AE42529B9149}"/>
              </a:ext>
            </a:extLst>
          </p:cNvPr>
          <p:cNvPicPr>
            <a:picLocks xmlns:a="http://schemas.openxmlformats.org/drawingml/2006/main" noChangeAspect="1"/>
          </p:cNvPicPr>
          <p:nvPr/>
        </p:nvPicPr>
        <p:blipFill>
          <a:blip xmlns:r="http://schemas.openxmlformats.org/officeDocument/2006/relationships" xmlns:a="http://schemas.openxmlformats.org/drawingml/2006/main" r:embed="Rf02806288ab24584"/>
          <a:stretch xmlns:a="http://schemas.openxmlformats.org/drawingml/2006/main"/>
        </p:blipFill>
        <p:spPr>
          <a:xfrm xmlns:a="http://schemas.openxmlformats.org/drawingml/2006/main">
            <a:off x="13629054" y="5867400"/>
            <a:ext cx="3460016" cy="3429000"/>
          </a:xfrm>
          <a:prstGeom xmlns:a="http://schemas.openxmlformats.org/drawingml/2006/main" prst="rect">
            <a:avLst/>
          </a:prstGeom>
        </p:spPr>
      </p:pic>
      <p:sp>
        <p:nvSpPr>
          <p:cNvPr id="13" name="참조 R03-22 여백 있는 말풍선">
            <a:extLst xmlns:a="http://schemas.openxmlformats.org/drawingml/2006/main">
              <a:ext uri="{FF2B5EF4-FFF2-40B4-BE49-F238E27FC236}">
                <a16:creationId xmlns:a16="http://schemas.microsoft.com/office/drawing/2014/main" id="{A143F928-A0FD-40D4-AABC-7E69EA29FB75}"/>
              </a:ext>
            </a:extLst>
          </p:cNvPr>
          <p:cNvSpPr>
            <a:spLocks xmlns:a="http://schemas.openxmlformats.org/drawingml/2006/main" noGrp="1"/>
          </p:cNvSpPr>
          <p:nvPr/>
        </p:nvSpPr>
        <p:spPr>
          <a:xfrm xmlns:a="http://schemas.openxmlformats.org/drawingml/2006/main">
            <a:off x="13335000" y="4333875"/>
            <a:ext cx="4000500"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14" name="인물 발화 연결 꼬리">
            <a:extLst xmlns:a="http://schemas.openxmlformats.org/drawingml/2006/main">
              <a:ext uri="{FF2B5EF4-FFF2-40B4-BE49-F238E27FC236}">
                <a16:creationId xmlns:a16="http://schemas.microsoft.com/office/drawing/2014/main" id="{E01B0ED1-434F-43AF-BA8F-D306CA5DA62B}"/>
              </a:ext>
            </a:extLst>
          </p:cNvPr>
          <p:cNvSpPr>
            <a:spLocks xmlns:a="http://schemas.openxmlformats.org/drawingml/2006/main" noGrp="1"/>
          </p:cNvSpPr>
          <p:nvPr/>
        </p:nvSpPr>
        <p:spPr>
          <a:xfrm xmlns:a="http://schemas.openxmlformats.org/drawingml/2006/main">
            <a:off x="15735300" y="573405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5" name="캐릭터 질문 1">
            <a:extLst xmlns:a="http://schemas.openxmlformats.org/drawingml/2006/main">
              <a:ext uri="{FF2B5EF4-FFF2-40B4-BE49-F238E27FC236}">
                <a16:creationId xmlns:a16="http://schemas.microsoft.com/office/drawing/2014/main" id="{2A3B2665-1C05-47FF-8FF6-DEE296D16BD0}"/>
              </a:ext>
            </a:extLst>
          </p:cNvPr>
          <p:cNvSpPr>
            <a:spLocks xmlns:a="http://schemas.openxmlformats.org/drawingml/2006/main" noGrp="1"/>
          </p:cNvSpPr>
          <p:nvPr/>
        </p:nvSpPr>
        <p:spPr>
          <a:xfrm xmlns:a="http://schemas.openxmlformats.org/drawingml/2006/main">
            <a:off x="13563600" y="4562475"/>
            <a:ext cx="35433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생성되는 물질이</a:t>
            </a:r>
          </a:p>
        </p:txBody>
      </p:sp>
      <p:sp>
        <p:nvSpPr>
          <p:cNvPr id="16" name="캐릭터 질문 2">
            <a:extLst xmlns:a="http://schemas.openxmlformats.org/drawingml/2006/main">
              <a:ext uri="{FF2B5EF4-FFF2-40B4-BE49-F238E27FC236}">
                <a16:creationId xmlns:a16="http://schemas.microsoft.com/office/drawing/2014/main" id="{A3C9984A-A1A6-40D3-BEBE-773194DEB08E}"/>
              </a:ext>
            </a:extLst>
          </p:cNvPr>
          <p:cNvSpPr>
            <a:spLocks xmlns:a="http://schemas.openxmlformats.org/drawingml/2006/main" noGrp="1"/>
          </p:cNvSpPr>
          <p:nvPr/>
        </p:nvSpPr>
        <p:spPr>
          <a:xfrm xmlns:a="http://schemas.openxmlformats.org/drawingml/2006/main">
            <a:off x="13563600" y="5029200"/>
            <a:ext cx="35433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1 mol인지 확인해!</a:t>
            </a:r>
          </a:p>
        </p:txBody>
      </p:sp>
    </p:spTree>
    <p:extLst>
      <p:ext uri="{BB962C8B-B14F-4D97-AF65-F5344CB8AC3E}">
        <p14:creationId xmlns:p14="http://schemas.microsoft.com/office/powerpoint/2010/main" val="206733667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6B466158-63DA-4B1B-87B7-7F03139750A8}"/>
              </a:ext>
            </a:extLst>
          </p:cNvPr>
          <p:cNvPicPr>
            <a:picLocks xmlns:a="http://schemas.openxmlformats.org/drawingml/2006/main" noChangeAspect="1"/>
          </p:cNvPicPr>
          <p:nvPr/>
        </p:nvPicPr>
        <p:blipFill>
          <a:blip xmlns:r="http://schemas.openxmlformats.org/officeDocument/2006/relationships" xmlns:a="http://schemas.openxmlformats.org/drawingml/2006/main" r:embed="R8d8ad8b7491f428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A95BFC5-150C-4F3E-AC4E-09088728855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F497924-DDC6-4528-B473-6FC43F7AE18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350FF95-3E3F-4859-8D28-3729A355C06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F6C4658-9D26-4BD8-9A5F-7358F778D47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863D56F6-C051-4117-803C-D8690718A51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1588CB2A-17F4-408B-9F66-1FC8D67FF301}"/>
              </a:ext>
            </a:extLst>
          </p:cNvPr>
          <p:cNvGraphicFramePr/>
          <p:nvPr/>
        </p:nvGraphicFramePr>
        <p:xfrm>
          <a:off xmlns:a="http://schemas.openxmlformats.org/drawingml/2006/main" x="1828800" y="4238625"/>
          <a:ext xmlns:a="http://schemas.openxmlformats.org/drawingml/2006/main" cx="11334750" cy="3810000"/>
        </p:xfrm>
        <a:graphic xmlns:a="http://schemas.openxmlformats.org/drawingml/2006/main">
          <a:graphicData uri="http://schemas.openxmlformats.org/drawingml/2006/table">
            <a:tbl>
              <a:tblPr/>
              <a:tblGrid>
                <a:gridCol w="4762500"/>
                <a:gridCol w="6572250"/>
              </a:tblGrid>
              <a:tr h="952500">
                <a:tc>
                  <a:txBody>
                    <a:bodyPr wrap="none" lIns="114300" tIns="114300" rIns="114300" bIns="114300"/>
                    <a:lstStyle/>
                    <a:p>
                      <a:pPr algn="ctr"/>
                      <a:r>
                        <a:rPr sz="315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C</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s</a:t>
                      </a:r>
                      <a:r>
                        <a:rPr sz="315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H₂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O₂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7C413B10-635F-4739-B718-58E5AAB14AD4}"/>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C83C1877-C0FB-433E-B68A-8B80DBBD092A}"/>
              </a:ext>
            </a:extLst>
          </p:cNvPr>
          <p:cNvSpPr>
            <a:spLocks xmlns:a="http://schemas.openxmlformats.org/drawingml/2006/main" noGrp="1"/>
          </p:cNvSpPr>
          <p:nvPr/>
        </p:nvSpPr>
        <p:spPr>
          <a:xfrm xmlns:a="http://schemas.openxmlformats.org/drawingml/2006/main" rot="5400000">
            <a:off x="1297305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74A3DBC-001F-47DB-9D75-70E976041132}"/>
              </a:ext>
            </a:extLst>
          </p:cNvPr>
          <p:cNvSpPr>
            <a:spLocks xmlns:a="http://schemas.openxmlformats.org/drawingml/2006/main" noGrp="1"/>
          </p:cNvSpPr>
          <p:nvPr/>
        </p:nvSpPr>
        <p:spPr>
          <a:xfrm xmlns:a="http://schemas.openxmlformats.org/drawingml/2006/main" rot="10800000">
            <a:off x="12973050"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5D07C48-2F9E-49FC-ADED-40C615E0FD08}"/>
              </a:ext>
            </a:extLst>
          </p:cNvPr>
          <p:cNvSpPr>
            <a:spLocks xmlns:a="http://schemas.openxmlformats.org/drawingml/2006/main" noGrp="1"/>
          </p:cNvSpPr>
          <p:nvPr/>
        </p:nvSpPr>
        <p:spPr>
          <a:xfrm xmlns:a="http://schemas.openxmlformats.org/drawingml/2006/main" rot="16200000">
            <a:off x="1828800"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D31FF3F0-9802-4954-89DC-9890C084AD0B}"/>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0A64C814-DF27-4218-93B0-627EE95FA780}"/>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
        <p:nvSpPr>
          <p:cNvPr id="14" name="참조 R03-22 여백 있는 말풍선">
            <a:extLst xmlns:a="http://schemas.openxmlformats.org/drawingml/2006/main">
              <a:ext uri="{FF2B5EF4-FFF2-40B4-BE49-F238E27FC236}">
                <a16:creationId xmlns:a16="http://schemas.microsoft.com/office/drawing/2014/main" id="{890E1AC0-1256-44D2-950F-FF4B62ED16F6}"/>
              </a:ext>
            </a:extLst>
          </p:cNvPr>
          <p:cNvSpPr>
            <a:spLocks xmlns:a="http://schemas.openxmlformats.org/drawingml/2006/main" noGrp="1"/>
          </p:cNvSpPr>
          <p:nvPr/>
        </p:nvSpPr>
        <p:spPr>
          <a:xfrm xmlns:a="http://schemas.openxmlformats.org/drawingml/2006/main">
            <a:off x="13287375" y="3962400"/>
            <a:ext cx="4048125"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15" name="인물 발화 연결 꼬리">
            <a:extLst xmlns:a="http://schemas.openxmlformats.org/drawingml/2006/main">
              <a:ext uri="{FF2B5EF4-FFF2-40B4-BE49-F238E27FC236}">
                <a16:creationId xmlns:a16="http://schemas.microsoft.com/office/drawing/2014/main" id="{5EFB5B49-E97B-4754-B976-1B6F02C18609}"/>
              </a:ext>
            </a:extLst>
          </p:cNvPr>
          <p:cNvSpPr>
            <a:spLocks xmlns:a="http://schemas.openxmlformats.org/drawingml/2006/main" noGrp="1"/>
          </p:cNvSpPr>
          <p:nvPr/>
        </p:nvSpPr>
        <p:spPr>
          <a:xfrm xmlns:a="http://schemas.openxmlformats.org/drawingml/2006/main">
            <a:off x="15513844"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6" name="캐릭터 질문 1">
            <a:extLst xmlns:a="http://schemas.openxmlformats.org/drawingml/2006/main">
              <a:ext uri="{FF2B5EF4-FFF2-40B4-BE49-F238E27FC236}">
                <a16:creationId xmlns:a16="http://schemas.microsoft.com/office/drawing/2014/main" id="{FA619318-A6B6-44B1-BD3E-05128FE11F45}"/>
              </a:ext>
            </a:extLst>
          </p:cNvPr>
          <p:cNvSpPr>
            <a:spLocks xmlns:a="http://schemas.openxmlformats.org/drawingml/2006/main" noGrp="1"/>
          </p:cNvSpPr>
          <p:nvPr/>
        </p:nvSpPr>
        <p:spPr>
          <a:xfrm xmlns:a="http://schemas.openxmlformats.org/drawingml/2006/main">
            <a:off x="13515975" y="4191000"/>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O₂의 값은 0이지만,</a:t>
            </a:r>
          </a:p>
        </p:txBody>
      </p:sp>
      <p:sp>
        <p:nvSpPr>
          <p:cNvPr id="17" name="캐릭터 질문 2">
            <a:extLst xmlns:a="http://schemas.openxmlformats.org/drawingml/2006/main">
              <a:ext uri="{FF2B5EF4-FFF2-40B4-BE49-F238E27FC236}">
                <a16:creationId xmlns:a16="http://schemas.microsoft.com/office/drawing/2014/main" id="{25E370E6-F8F6-4C37-A316-9E23A5EA184C}"/>
              </a:ext>
            </a:extLst>
          </p:cNvPr>
          <p:cNvSpPr>
            <a:spLocks xmlns:a="http://schemas.openxmlformats.org/drawingml/2006/main" noGrp="1"/>
          </p:cNvSpPr>
          <p:nvPr/>
        </p:nvSpPr>
        <p:spPr>
          <a:xfrm xmlns:a="http://schemas.openxmlformats.org/drawingml/2006/main">
            <a:off x="13515975" y="4657725"/>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동소체는 달라.</a:t>
            </a:r>
          </a:p>
        </p:txBody>
      </p:sp>
      <p:pic>
        <p:nvPicPr>
          <p:cNvPr id="18" name="">
            <a:extLst xmlns:a="http://schemas.openxmlformats.org/drawingml/2006/main">
              <a:ext uri="{FF2B5EF4-FFF2-40B4-BE49-F238E27FC236}">
                <a16:creationId xmlns:a16="http://schemas.microsoft.com/office/drawing/2014/main" id="{9B7EA496-2FB8-4CEE-B2AB-381E9B3730C0}"/>
              </a:ext>
            </a:extLst>
          </p:cNvPr>
          <p:cNvPicPr>
            <a:picLocks xmlns:a="http://schemas.openxmlformats.org/drawingml/2006/main" noChangeAspect="1"/>
          </p:cNvPicPr>
          <p:nvPr/>
        </p:nvPicPr>
        <p:blipFill>
          <a:blip xmlns:r="http://schemas.openxmlformats.org/officeDocument/2006/relationships" xmlns:a="http://schemas.openxmlformats.org/drawingml/2006/main" r:embed="R3bfe4669ae844779"/>
          <a:stretch xmlns:a="http://schemas.openxmlformats.org/drawingml/2006/main"/>
        </p:blipFill>
        <p:spPr>
          <a:xfrm xmlns:a="http://schemas.openxmlformats.org/drawingml/2006/main">
            <a:off x="14537723" y="5781675"/>
            <a:ext cx="1595055" cy="2667000"/>
          </a:xfrm>
          <a:prstGeom xmlns:a="http://schemas.openxmlformats.org/drawingml/2006/main" prst="rect">
            <a:avLst/>
          </a:prstGeom>
        </p:spPr>
      </p:pic>
    </p:spTree>
    <p:extLst>
      <p:ext uri="{BB962C8B-B14F-4D97-AF65-F5344CB8AC3E}">
        <p14:creationId xmlns:p14="http://schemas.microsoft.com/office/powerpoint/2010/main" val="86222664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350FF226-6C15-45EB-8EAC-6BC4414943C7}"/>
              </a:ext>
            </a:extLst>
          </p:cNvPr>
          <p:cNvPicPr>
            <a:picLocks xmlns:a="http://schemas.openxmlformats.org/drawingml/2006/main" noChangeAspect="1"/>
          </p:cNvPicPr>
          <p:nvPr/>
        </p:nvPicPr>
        <p:blipFill>
          <a:blip xmlns:r="http://schemas.openxmlformats.org/officeDocument/2006/relationships" xmlns:a="http://schemas.openxmlformats.org/drawingml/2006/main" r:embed="Rf7029eb4063a487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87B8F1B-9A17-4EB5-9FF5-8632E8E5459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D9FBEE8-7697-488B-A959-9C17C42E6B9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082E4E5-FC7E-4042-983A-AF34370B701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A767D67-E8B7-4B15-8467-B84DB69888F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AEADFA1-8A8F-4429-9F71-CD2E8D0ECDF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9E111421-BD8F-45FB-ADEF-BCE24EB9E1DB}"/>
              </a:ext>
            </a:extLst>
          </p:cNvPr>
          <p:cNvPicPr>
            <a:picLocks xmlns:a="http://schemas.openxmlformats.org/drawingml/2006/main" noChangeAspect="1"/>
          </p:cNvPicPr>
          <p:nvPr/>
        </p:nvPicPr>
        <p:blipFill>
          <a:blip xmlns:r="http://schemas.openxmlformats.org/officeDocument/2006/relationships" xmlns:a="http://schemas.openxmlformats.org/drawingml/2006/main" r:embed="Rb3159ca84ad44bdb"/>
          <a:stretch xmlns:a="http://schemas.openxmlformats.org/drawingml/2006/main"/>
        </p:blipFill>
        <p:spPr>
          <a:xfrm xmlns:a="http://schemas.openxmlformats.org/drawingml/2006/main">
            <a:off x="2444353" y="4574381"/>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5299F32-563E-4ADB-9474-BC0CD49A7CF8}"/>
              </a:ext>
            </a:extLst>
          </p:cNvPr>
          <p:cNvPicPr>
            <a:picLocks xmlns:a="http://schemas.openxmlformats.org/drawingml/2006/main" noChangeAspect="1"/>
          </p:cNvPicPr>
          <p:nvPr/>
        </p:nvPicPr>
        <p:blipFill>
          <a:blip xmlns:r="http://schemas.openxmlformats.org/officeDocument/2006/relationships" xmlns:a="http://schemas.openxmlformats.org/drawingml/2006/main" r:embed="Rb3d96d5d5c664d71"/>
          <a:stretch xmlns:a="http://schemas.openxmlformats.org/drawingml/2006/main"/>
        </p:blipFill>
        <p:spPr>
          <a:xfrm xmlns:a="http://schemas.openxmlformats.org/drawingml/2006/main">
            <a:off x="2444353" y="6165056"/>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BEC3D85C-B2D9-4A7B-AC18-F44AC72D0D9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E96E548A-A4AA-4815-AB0B-F2DEA36538EC}"/>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29BF6673-5CDE-46AD-92FF-D3C95679BD88}"/>
              </a:ext>
            </a:extLst>
          </p:cNvPr>
          <p:cNvSpPr>
            <a:spLocks xmlns:a="http://schemas.openxmlformats.org/drawingml/2006/main" noGrp="1"/>
          </p:cNvSpPr>
          <p:nvPr/>
        </p:nvSpPr>
        <p:spPr>
          <a:xfrm xmlns:a="http://schemas.openxmlformats.org/drawingml/2006/main">
            <a:off x="10572750" y="4236244"/>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85398445-D59A-4B3C-8C35-8D5C79A4FEEC}"/>
              </a:ext>
            </a:extLst>
          </p:cNvPr>
          <p:cNvPicPr>
            <a:picLocks xmlns:a="http://schemas.openxmlformats.org/drawingml/2006/main" noChangeAspect="1"/>
          </p:cNvPicPr>
          <p:nvPr/>
        </p:nvPicPr>
        <p:blipFill>
          <a:blip xmlns:r="http://schemas.openxmlformats.org/officeDocument/2006/relationships" xmlns:a="http://schemas.openxmlformats.org/drawingml/2006/main" r:embed="R349fa0250a6b4338"/>
          <a:stretch xmlns:a="http://schemas.openxmlformats.org/drawingml/2006/main"/>
        </p:blipFill>
        <p:spPr>
          <a:xfrm xmlns:a="http://schemas.openxmlformats.org/drawingml/2006/main">
            <a:off x="9486900" y="4617244"/>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31EC5F72-7750-4B56-BD86-E8AB94FF17FB}"/>
              </a:ext>
            </a:extLst>
          </p:cNvPr>
          <p:cNvSpPr>
            <a:spLocks xmlns:a="http://schemas.openxmlformats.org/drawingml/2006/main" noGrp="1"/>
          </p:cNvSpPr>
          <p:nvPr/>
        </p:nvSpPr>
        <p:spPr>
          <a:xfrm xmlns:a="http://schemas.openxmlformats.org/drawingml/2006/main">
            <a:off x="10572750" y="5791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FC4EB344-58AE-4ABF-8A2C-F9029B958EF8}"/>
              </a:ext>
            </a:extLst>
          </p:cNvPr>
          <p:cNvPicPr>
            <a:picLocks xmlns:a="http://schemas.openxmlformats.org/drawingml/2006/main" noChangeAspect="1"/>
          </p:cNvPicPr>
          <p:nvPr/>
        </p:nvPicPr>
        <p:blipFill>
          <a:blip xmlns:r="http://schemas.openxmlformats.org/officeDocument/2006/relationships" xmlns:a="http://schemas.openxmlformats.org/drawingml/2006/main" r:embed="R81492fe3bf0e47cd"/>
          <a:stretch xmlns:a="http://schemas.openxmlformats.org/drawingml/2006/main"/>
        </p:blipFill>
        <p:spPr>
          <a:xfrm xmlns:a="http://schemas.openxmlformats.org/drawingml/2006/main">
            <a:off x="9486900" y="6172200"/>
            <a:ext cx="1085850" cy="571500"/>
          </a:xfrm>
          <a:prstGeom xmlns:a="http://schemas.openxmlformats.org/drawingml/2006/main" prst="rect">
            <a:avLst/>
          </a:prstGeom>
        </p:spPr>
      </p:pic>
    </p:spTree>
    <p:extLst>
      <p:ext uri="{BB962C8B-B14F-4D97-AF65-F5344CB8AC3E}">
        <p14:creationId xmlns:p14="http://schemas.microsoft.com/office/powerpoint/2010/main" val="158971800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A2ECA9D-1CF6-4219-B8D3-F7B168FD122C}"/>
              </a:ext>
            </a:extLst>
          </p:cNvPr>
          <p:cNvPicPr>
            <a:picLocks xmlns:a="http://schemas.openxmlformats.org/drawingml/2006/main" noChangeAspect="1"/>
          </p:cNvPicPr>
          <p:nvPr/>
        </p:nvPicPr>
        <p:blipFill>
          <a:blip xmlns:r="http://schemas.openxmlformats.org/officeDocument/2006/relationships" xmlns:a="http://schemas.openxmlformats.org/drawingml/2006/main" r:embed="R79893f88b98248d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56201FE-1EE4-4D17-B896-ABC08C58946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FDA59D9-5158-47BC-9F2D-08ADFC433AD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1D49163-81AD-4C10-BC98-148E47B61A8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A95884B-7A58-4056-BEA7-3409C4807D0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B9EB4CB-D307-41E6-95B4-09553A22BE8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AD79ED77-D2F9-4155-83AB-3DA275ACE8E2}"/>
              </a:ext>
            </a:extLst>
          </p:cNvPr>
          <p:cNvPicPr>
            <a:picLocks xmlns:a="http://schemas.openxmlformats.org/drawingml/2006/main" noChangeAspect="1"/>
          </p:cNvPicPr>
          <p:nvPr/>
        </p:nvPicPr>
        <p:blipFill>
          <a:blip xmlns:r="http://schemas.openxmlformats.org/officeDocument/2006/relationships" xmlns:a="http://schemas.openxmlformats.org/drawingml/2006/main" r:embed="Rba7e910f98b94147"/>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CDE1415C-74DF-4EBA-8174-B4DAA5F0E8C6}"/>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B9A68F12-5D97-4037-B955-AAE5F03DCE8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27537465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73B6F8E9-8FCC-4276-BE8F-7C677A6F9519}"/>
              </a:ext>
            </a:extLst>
          </p:cNvPr>
          <p:cNvPicPr>
            <a:picLocks xmlns:a="http://schemas.openxmlformats.org/drawingml/2006/main" noChangeAspect="1"/>
          </p:cNvPicPr>
          <p:nvPr/>
        </p:nvPicPr>
        <p:blipFill>
          <a:blip xmlns:r="http://schemas.openxmlformats.org/officeDocument/2006/relationships" xmlns:a="http://schemas.openxmlformats.org/drawingml/2006/main" r:embed="R4e9334ef4183401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E66532C-6114-4477-A7ED-E02384B8000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6AAE2B5-7593-424F-A3FB-222D2388134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C0BEB46-1BF5-4E92-ABD4-B818D02F909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434866E-576F-4B2D-BF7C-4280D9C6C94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E7173C1-22A8-46F1-850E-2AFCAB4C126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04-33 관계식 강조 상자">
            <a:extLst xmlns:a="http://schemas.openxmlformats.org/drawingml/2006/main">
              <a:ext uri="{FF2B5EF4-FFF2-40B4-BE49-F238E27FC236}">
                <a16:creationId xmlns:a16="http://schemas.microsoft.com/office/drawing/2014/main" id="{16FBC97C-CA8E-4DDD-AE36-FC98AF89BD52}"/>
              </a:ext>
            </a:extLst>
          </p:cNvPr>
          <p:cNvSpPr>
            <a:spLocks xmlns:a="http://schemas.openxmlformats.org/drawingml/2006/main" noGrp="1"/>
          </p:cNvSpPr>
          <p:nvPr/>
        </p:nvSpPr>
        <p:spPr>
          <a:xfrm xmlns:a="http://schemas.openxmlformats.org/drawingml/2006/main">
            <a:off x="1619250" y="3914775"/>
            <a:ext cx="11382375" cy="2162175"/>
          </a:xfrm>
          <a:prstGeom xmlns:a="http://schemas.openxmlformats.org/drawingml/2006/main" prst="roundRect">
            <a:avLst>
              <a:gd name="adj" fmla="val 10573"/>
            </a:avLst>
          </a:prstGeom>
          <a:solidFill xmlns:a="http://schemas.openxmlformats.org/drawingml/2006/main">
            <a:srgbClr val="303030"/>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2775A7C4-AC22-4996-8047-4650B3B705C2}"/>
              </a:ext>
            </a:extLst>
          </p:cNvPr>
          <p:cNvSpPr>
            <a:spLocks xmlns:a="http://schemas.openxmlformats.org/drawingml/2006/main" noGrp="1"/>
          </p:cNvSpPr>
          <p:nvPr/>
        </p:nvSpPr>
        <p:spPr>
          <a:xfrm xmlns:a="http://schemas.openxmlformats.org/drawingml/2006/main">
            <a:off x="2000250" y="4124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9FFF68"/>
                </a:solidFill>
                <a:latin typeface="Pretendard"/>
                <a:ea typeface="Pretendard"/>
                <a:cs typeface="Pretendard"/>
              </a:defRPr>
            </a:defPPr>
            <a:lvl1pPr algn="l">
              <a:defRPr sz="4200" b="1">
                <a:solidFill>
                  <a:srgbClr val="9FFF68"/>
                </a:solidFill>
                <a:latin typeface="Pretendard"/>
                <a:ea typeface="Pretendard"/>
                <a:cs typeface="Pretendard"/>
              </a:defRPr>
            </a:lvl1pPr>
            <a:lvl2pPr algn="l">
              <a:defRPr sz="4200" b="1">
                <a:solidFill>
                  <a:srgbClr val="9FFF68"/>
                </a:solidFill>
                <a:latin typeface="Pretendard"/>
                <a:ea typeface="Pretendard"/>
                <a:cs typeface="Pretendard"/>
              </a:defRPr>
            </a:lvl2pPr>
            <a:lvl3pPr algn="l">
              <a:defRPr sz="4200" b="1">
                <a:solidFill>
                  <a:srgbClr val="9FFF68"/>
                </a:solidFill>
                <a:latin typeface="Pretendard"/>
                <a:ea typeface="Pretendard"/>
                <a:cs typeface="Pretendard"/>
              </a:defRPr>
            </a:lvl3pPr>
            <a:lvl4pPr algn="l">
              <a:defRPr sz="4200" b="1">
                <a:solidFill>
                  <a:srgbClr val="9FFF68"/>
                </a:solidFill>
                <a:latin typeface="Pretendard"/>
                <a:ea typeface="Pretendard"/>
                <a:cs typeface="Pretendard"/>
              </a:defRPr>
            </a:lvl4pPr>
            <a:lvl5pPr algn="l">
              <a:defRPr sz="4200" b="1">
                <a:solidFill>
                  <a:srgbClr val="9FFF68"/>
                </a:solidFill>
                <a:latin typeface="Pretendard"/>
                <a:ea typeface="Pretendard"/>
                <a:cs typeface="Pretendard"/>
              </a:defRPr>
            </a:lvl5pPr>
            <a:lvl6pPr algn="l">
              <a:defRPr sz="4200" b="1">
                <a:solidFill>
                  <a:srgbClr val="9FFF68"/>
                </a:solidFill>
                <a:latin typeface="Pretendard"/>
                <a:ea typeface="Pretendard"/>
                <a:cs typeface="Pretendard"/>
              </a:defRPr>
            </a:lvl6pPr>
            <a:lvl7pPr algn="l">
              <a:defRPr sz="4200" b="1">
                <a:solidFill>
                  <a:srgbClr val="9FFF68"/>
                </a:solidFill>
                <a:latin typeface="Pretendard"/>
                <a:ea typeface="Pretendard"/>
                <a:cs typeface="Pretendard"/>
              </a:defRPr>
            </a:lvl7pPr>
            <a:lvl8pPr algn="l">
              <a:defRPr sz="4200" b="1">
                <a:solidFill>
                  <a:srgbClr val="9FFF68"/>
                </a:solidFill>
                <a:latin typeface="Pretendard"/>
                <a:ea typeface="Pretendard"/>
                <a:cs typeface="Pretendard"/>
              </a:defRPr>
            </a:lvl8pPr>
            <a:lvl9pPr algn="l">
              <a:defRPr sz="4200" b="1">
                <a:solidFill>
                  <a:srgbClr val="9FFF68"/>
                </a:solidFill>
                <a:latin typeface="Pretendard"/>
                <a:ea typeface="Pretendard"/>
                <a:cs typeface="Pretendard"/>
              </a:defRPr>
            </a:lvl9pPr>
          </a:lstStyle>
          <a:p xmlns:a="http://schemas.openxmlformats.org/drawingml/2006/main">
            <a:pPr algn="l">
              <a:defRPr sz="4200" b="1">
                <a:solidFill>
                  <a:srgbClr val="9FFF68"/>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9" name="text">
            <a:extLst xmlns:a="http://schemas.openxmlformats.org/drawingml/2006/main">
              <a:ext uri="{FF2B5EF4-FFF2-40B4-BE49-F238E27FC236}">
                <a16:creationId xmlns:a16="http://schemas.microsoft.com/office/drawing/2014/main" id="{F0D883EF-A06E-4FB8-AC29-2185FB56C650}"/>
              </a:ext>
            </a:extLst>
          </p:cNvPr>
          <p:cNvSpPr>
            <a:spLocks xmlns:a="http://schemas.openxmlformats.org/drawingml/2006/main" noGrp="1"/>
          </p:cNvSpPr>
          <p:nvPr/>
        </p:nvSpPr>
        <p:spPr>
          <a:xfrm xmlns:a="http://schemas.openxmlformats.org/drawingml/2006/main">
            <a:off x="3314700" y="5029200"/>
            <a:ext cx="923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FFFFFF"/>
                </a:solidFill>
                <a:latin typeface="Pretendard"/>
                <a:ea typeface="Pretendard"/>
                <a:cs typeface="Pretendard"/>
              </a:defRPr>
            </a:defPPr>
            <a:lvl1pPr algn="l">
              <a:defRPr sz="4200" b="1">
                <a:solidFill>
                  <a:srgbClr val="FFFFFF"/>
                </a:solidFill>
                <a:latin typeface="Pretendard"/>
                <a:ea typeface="Pretendard"/>
                <a:cs typeface="Pretendard"/>
              </a:defRPr>
            </a:lvl1pPr>
            <a:lvl2pPr algn="l">
              <a:defRPr sz="4200" b="1">
                <a:solidFill>
                  <a:srgbClr val="FFFFFF"/>
                </a:solidFill>
                <a:latin typeface="Pretendard"/>
                <a:ea typeface="Pretendard"/>
                <a:cs typeface="Pretendard"/>
              </a:defRPr>
            </a:lvl2pPr>
            <a:lvl3pPr algn="l">
              <a:defRPr sz="4200" b="1">
                <a:solidFill>
                  <a:srgbClr val="FFFFFF"/>
                </a:solidFill>
                <a:latin typeface="Pretendard"/>
                <a:ea typeface="Pretendard"/>
                <a:cs typeface="Pretendard"/>
              </a:defRPr>
            </a:lvl3pPr>
            <a:lvl4pPr algn="l">
              <a:defRPr sz="4200" b="1">
                <a:solidFill>
                  <a:srgbClr val="FFFFFF"/>
                </a:solidFill>
                <a:latin typeface="Pretendard"/>
                <a:ea typeface="Pretendard"/>
                <a:cs typeface="Pretendard"/>
              </a:defRPr>
            </a:lvl4pPr>
            <a:lvl5pPr algn="l">
              <a:defRPr sz="4200" b="1">
                <a:solidFill>
                  <a:srgbClr val="FFFFFF"/>
                </a:solidFill>
                <a:latin typeface="Pretendard"/>
                <a:ea typeface="Pretendard"/>
                <a:cs typeface="Pretendard"/>
              </a:defRPr>
            </a:lvl5pPr>
            <a:lvl6pPr algn="l">
              <a:defRPr sz="4200" b="1">
                <a:solidFill>
                  <a:srgbClr val="FFFFFF"/>
                </a:solidFill>
                <a:latin typeface="Pretendard"/>
                <a:ea typeface="Pretendard"/>
                <a:cs typeface="Pretendard"/>
              </a:defRPr>
            </a:lvl6pPr>
            <a:lvl7pPr algn="l">
              <a:defRPr sz="4200" b="1">
                <a:solidFill>
                  <a:srgbClr val="FFFFFF"/>
                </a:solidFill>
                <a:latin typeface="Pretendard"/>
                <a:ea typeface="Pretendard"/>
                <a:cs typeface="Pretendard"/>
              </a:defRPr>
            </a:lvl7pPr>
            <a:lvl8pPr algn="l">
              <a:defRPr sz="4200" b="1">
                <a:solidFill>
                  <a:srgbClr val="FFFFFF"/>
                </a:solidFill>
                <a:latin typeface="Pretendard"/>
                <a:ea typeface="Pretendard"/>
                <a:cs typeface="Pretendard"/>
              </a:defRPr>
            </a:lvl8pPr>
            <a:lvl9pPr algn="l">
              <a:defRPr sz="4200" b="1">
                <a:solidFill>
                  <a:srgbClr val="FFFFFF"/>
                </a:solidFill>
                <a:latin typeface="Pretendard"/>
                <a:ea typeface="Pretendard"/>
                <a:cs typeface="Pretendard"/>
              </a:defRPr>
            </a:lvl9pPr>
          </a:lstStyle>
          <a:p xmlns:a="http://schemas.openxmlformats.org/drawingml/2006/main">
            <a:pPr algn="l">
              <a:defRPr sz="4200" b="1">
                <a:solidFill>
                  <a:srgbClr val="FFFFFF"/>
                </a:solidFill>
                <a:latin typeface="Pretendard"/>
                <a:ea typeface="Pretendard"/>
                <a:cs typeface="Pretendard"/>
              </a:defRPr>
            </a:pPr>
            <a:r>
              <a:rPr sz="4200" b="1">
                <a:solidFill>
                  <a:srgbClr val="FFFFFF"/>
                </a:solidFill>
                <a:latin typeface="Pretendard"/>
                <a:ea typeface="Pretendard"/>
                <a:cs typeface="Pretendard"/>
              </a:rPr>
              <a:t>− 반응물의 표준 생성 엔탈피 합</a:t>
            </a:r>
          </a:p>
        </p:txBody>
      </p:sp>
      <p:sp>
        <p:nvSpPr>
          <p:cNvPr id="10" name="R04-33 표제와 해석 영역">
            <a:extLst xmlns:a="http://schemas.openxmlformats.org/drawingml/2006/main">
              <a:ext uri="{FF2B5EF4-FFF2-40B4-BE49-F238E27FC236}">
                <a16:creationId xmlns:a16="http://schemas.microsoft.com/office/drawing/2014/main" id="{E3BCB63E-A3C6-4D61-BF1B-505D94656888}"/>
              </a:ext>
            </a:extLst>
          </p:cNvPr>
          <p:cNvSpPr>
            <a:spLocks xmlns:a="http://schemas.openxmlformats.org/drawingml/2006/main" noGrp="1"/>
          </p:cNvSpPr>
          <p:nvPr/>
        </p:nvSpPr>
        <p:spPr>
          <a:xfrm xmlns:a="http://schemas.openxmlformats.org/drawingml/2006/main">
            <a:off x="1619250" y="6496050"/>
            <a:ext cx="1138237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9B003EE3-E210-4F20-973E-202A9203C36F}"/>
              </a:ext>
            </a:extLst>
          </p:cNvPr>
          <p:cNvSpPr>
            <a:spLocks xmlns:a="http://schemas.openxmlformats.org/drawingml/2006/main" noGrp="1"/>
          </p:cNvSpPr>
          <p:nvPr/>
        </p:nvSpPr>
        <p:spPr>
          <a:xfrm xmlns:a="http://schemas.openxmlformats.org/drawingml/2006/main">
            <a:off x="1924050" y="6657975"/>
            <a:ext cx="10772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각 물질의 반응 계수</a:t>
            </a:r>
          </a:p>
        </p:txBody>
      </p:sp>
      <p:sp>
        <p:nvSpPr>
          <p:cNvPr id="12" name="rich">
            <a:extLst xmlns:a="http://schemas.openxmlformats.org/drawingml/2006/main">
              <a:ext uri="{FF2B5EF4-FFF2-40B4-BE49-F238E27FC236}">
                <a16:creationId xmlns:a16="http://schemas.microsoft.com/office/drawing/2014/main" id="{1E9BA706-8C59-49A5-9D47-B9F3B36818A7}"/>
              </a:ext>
            </a:extLst>
          </p:cNvPr>
          <p:cNvSpPr>
            <a:spLocks xmlns:a="http://schemas.openxmlformats.org/drawingml/2006/main" noGrp="1"/>
          </p:cNvSpPr>
          <p:nvPr/>
        </p:nvSpPr>
        <p:spPr>
          <a:xfrm xmlns:a="http://schemas.openxmlformats.org/drawingml/2006/main">
            <a:off x="1924050" y="7286625"/>
            <a:ext cx="1077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표의 값에 반응 계수를 곱한다.</a:t>
            </a:r>
          </a:p>
        </p:txBody>
      </p:sp>
      <p:sp>
        <p:nvSpPr>
          <p:cNvPr id="13" name="text">
            <a:extLst xmlns:a="http://schemas.openxmlformats.org/drawingml/2006/main">
              <a:ext uri="{FF2B5EF4-FFF2-40B4-BE49-F238E27FC236}">
                <a16:creationId xmlns:a16="http://schemas.microsoft.com/office/drawing/2014/main" id="{4B91DF49-79F5-4CBB-BEF4-FD1006B39B26}"/>
              </a:ext>
            </a:extLst>
          </p:cNvPr>
          <p:cNvSpPr>
            <a:spLocks xmlns:a="http://schemas.openxmlformats.org/drawingml/2006/main" noGrp="1"/>
          </p:cNvSpPr>
          <p:nvPr/>
        </p:nvSpPr>
        <p:spPr>
          <a:xfrm xmlns:a="http://schemas.openxmlformats.org/drawingml/2006/main">
            <a:off x="2143125" y="86772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F5C54FD9-0D2D-441C-BA84-2EAD100E6751}"/>
              </a:ext>
            </a:extLst>
          </p:cNvPr>
          <p:cNvPicPr>
            <a:picLocks xmlns:a="http://schemas.openxmlformats.org/drawingml/2006/main" noChangeAspect="1"/>
          </p:cNvPicPr>
          <p:nvPr/>
        </p:nvPicPr>
        <p:blipFill>
          <a:blip xmlns:r="http://schemas.openxmlformats.org/officeDocument/2006/relationships" xmlns:a="http://schemas.openxmlformats.org/drawingml/2006/main" r:embed="R6ad23e574f8e4f42"/>
          <a:stretch xmlns:a="http://schemas.openxmlformats.org/drawingml/2006/main"/>
        </p:blipFill>
        <p:spPr>
          <a:xfrm xmlns:a="http://schemas.openxmlformats.org/drawingml/2006/main">
            <a:off x="14330292" y="6057900"/>
            <a:ext cx="2105167" cy="3238500"/>
          </a:xfrm>
          <a:prstGeom xmlns:a="http://schemas.openxmlformats.org/drawingml/2006/main" prst="rect">
            <a:avLst/>
          </a:prstGeom>
        </p:spPr>
      </p:pic>
      <p:sp>
        <p:nvSpPr>
          <p:cNvPr id="15" name="참조 R03-22 여백 있는 말풍선">
            <a:extLst xmlns:a="http://schemas.openxmlformats.org/drawingml/2006/main">
              <a:ext uri="{FF2B5EF4-FFF2-40B4-BE49-F238E27FC236}">
                <a16:creationId xmlns:a16="http://schemas.microsoft.com/office/drawing/2014/main" id="{4C0546A5-3FDF-4A48-887B-8FA267B39120}"/>
              </a:ext>
            </a:extLst>
          </p:cNvPr>
          <p:cNvSpPr>
            <a:spLocks xmlns:a="http://schemas.openxmlformats.org/drawingml/2006/main" noGrp="1"/>
          </p:cNvSpPr>
          <p:nvPr/>
        </p:nvSpPr>
        <p:spPr>
          <a:xfrm xmlns:a="http://schemas.openxmlformats.org/drawingml/2006/main">
            <a:off x="13335000" y="4191000"/>
            <a:ext cx="4000500"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16" name="인물 발화 연결 꼬리">
            <a:extLst xmlns:a="http://schemas.openxmlformats.org/drawingml/2006/main">
              <a:ext uri="{FF2B5EF4-FFF2-40B4-BE49-F238E27FC236}">
                <a16:creationId xmlns:a16="http://schemas.microsoft.com/office/drawing/2014/main" id="{DF285B06-70AF-44F0-8AA1-09DA874D9EBA}"/>
              </a:ext>
            </a:extLst>
          </p:cNvPr>
          <p:cNvSpPr>
            <a:spLocks xmlns:a="http://schemas.openxmlformats.org/drawingml/2006/main" noGrp="1"/>
          </p:cNvSpPr>
          <p:nvPr/>
        </p:nvSpPr>
        <p:spPr>
          <a:xfrm xmlns:a="http://schemas.openxmlformats.org/drawingml/2006/main">
            <a:off x="15535275" y="55911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7" name="캐릭터 질문 1">
            <a:extLst xmlns:a="http://schemas.openxmlformats.org/drawingml/2006/main">
              <a:ext uri="{FF2B5EF4-FFF2-40B4-BE49-F238E27FC236}">
                <a16:creationId xmlns:a16="http://schemas.microsoft.com/office/drawing/2014/main" id="{E2D6B505-D5A2-4BE6-8104-8CA253FE49C8}"/>
              </a:ext>
            </a:extLst>
          </p:cNvPr>
          <p:cNvSpPr>
            <a:spLocks xmlns:a="http://schemas.openxmlformats.org/drawingml/2006/main" noGrp="1"/>
          </p:cNvSpPr>
          <p:nvPr/>
        </p:nvSpPr>
        <p:spPr>
          <a:xfrm xmlns:a="http://schemas.openxmlformats.org/drawingml/2006/main">
            <a:off x="13563600" y="4419600"/>
            <a:ext cx="35433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계수를 곱하는 것을</a:t>
            </a:r>
          </a:p>
        </p:txBody>
      </p:sp>
      <p:sp>
        <p:nvSpPr>
          <p:cNvPr id="18" name="캐릭터 질문 2">
            <a:extLst xmlns:a="http://schemas.openxmlformats.org/drawingml/2006/main">
              <a:ext uri="{FF2B5EF4-FFF2-40B4-BE49-F238E27FC236}">
                <a16:creationId xmlns:a16="http://schemas.microsoft.com/office/drawing/2014/main" id="{6FA85F19-B8FE-4484-8F11-1946C94DD3A1}"/>
              </a:ext>
            </a:extLst>
          </p:cNvPr>
          <p:cNvSpPr>
            <a:spLocks xmlns:a="http://schemas.openxmlformats.org/drawingml/2006/main" noGrp="1"/>
          </p:cNvSpPr>
          <p:nvPr/>
        </p:nvSpPr>
        <p:spPr>
          <a:xfrm xmlns:a="http://schemas.openxmlformats.org/drawingml/2006/main">
            <a:off x="13563600" y="4886325"/>
            <a:ext cx="35433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잊지 마!</a:t>
            </a:r>
          </a:p>
        </p:txBody>
      </p:sp>
    </p:spTree>
    <p:extLst>
      <p:ext uri="{BB962C8B-B14F-4D97-AF65-F5344CB8AC3E}">
        <p14:creationId xmlns:p14="http://schemas.microsoft.com/office/powerpoint/2010/main" val="164609844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1F9398C7-1B27-4EA0-8CB6-740B286E9E4E}"/>
              </a:ext>
            </a:extLst>
          </p:cNvPr>
          <p:cNvPicPr>
            <a:picLocks xmlns:a="http://schemas.openxmlformats.org/drawingml/2006/main" noChangeAspect="1"/>
          </p:cNvPicPr>
          <p:nvPr/>
        </p:nvPicPr>
        <p:blipFill>
          <a:blip xmlns:r="http://schemas.openxmlformats.org/officeDocument/2006/relationships" xmlns:a="http://schemas.openxmlformats.org/drawingml/2006/main" r:embed="Rba7a8c168603426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306A045-CBD8-4727-ACD3-F08B80E3E8A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3A977D8-43FE-4014-BEDB-2EC1B841977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E2BACFF-11F9-4152-AAC6-3EA344F6D70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8A4F7F0-FA25-4073-AEB2-C6B065658F2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954C57D-DF95-4AE2-90A4-70FCD850237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8A28CEA0-DB9D-4E1D-A466-9B290C876E91}"/>
              </a:ext>
            </a:extLst>
          </p:cNvPr>
          <p:cNvPicPr>
            <a:picLocks xmlns:a="http://schemas.openxmlformats.org/drawingml/2006/main" noChangeAspect="1"/>
          </p:cNvPicPr>
          <p:nvPr/>
        </p:nvPicPr>
        <p:blipFill>
          <a:blip xmlns:r="http://schemas.openxmlformats.org/officeDocument/2006/relationships" xmlns:a="http://schemas.openxmlformats.org/drawingml/2006/main" r:embed="R54206d8840d04d77"/>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A2CABF7F-50FF-4B8B-9FBD-448FBD8FB3E1}"/>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0A32C08B-E62B-47E1-B08C-0556350DD79F}"/>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CF74323-8F5D-44E1-9833-BCE35853C824}"/>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C88B746-7024-42BE-8E24-04CE6EE89261}"/>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6B43ADD1-3336-4186-82A6-2E059BF92ABF}"/>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0E2728D1-9CE5-4260-A3F0-55D9D1440EB7}"/>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1AFA3979-DB03-4F80-A843-CE205589ACC8}"/>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BE26A6A2-F7BB-4FF1-A8AB-7DDFD9FF1600}"/>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BB882C15-3579-4282-A494-E0CC2E6EB95D}"/>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56868864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D4A5D64-D929-4A73-A4EF-461054B1B3FE}"/>
              </a:ext>
            </a:extLst>
          </p:cNvPr>
          <p:cNvPicPr>
            <a:picLocks xmlns:a="http://schemas.openxmlformats.org/drawingml/2006/main" noChangeAspect="1"/>
          </p:cNvPicPr>
          <p:nvPr/>
        </p:nvPicPr>
        <p:blipFill>
          <a:blip xmlns:r="http://schemas.openxmlformats.org/officeDocument/2006/relationships" xmlns:a="http://schemas.openxmlformats.org/drawingml/2006/main" r:embed="R19cdbff11cce433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C076185-662C-439C-8A26-D793EC6C8B1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63C3D80-A2F7-4FF3-A304-3982C18AD69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42937D5-62DF-41E8-AC36-289F04569FE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3FEE007-020F-4013-93E6-F50D39F52ED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068D443-8F4C-4DB1-88E1-908CD390ED3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1CC4871F-4C7E-4FA3-B090-1E254EBD8198}"/>
              </a:ext>
            </a:extLst>
          </p:cNvPr>
          <p:cNvPicPr>
            <a:picLocks xmlns:a="http://schemas.openxmlformats.org/drawingml/2006/main" noChangeAspect="1"/>
          </p:cNvPicPr>
          <p:nvPr/>
        </p:nvPicPr>
        <p:blipFill>
          <a:blip xmlns:r="http://schemas.openxmlformats.org/officeDocument/2006/relationships" xmlns:a="http://schemas.openxmlformats.org/drawingml/2006/main" r:embed="R9216504de14e424c"/>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0E81921-453F-4C7C-925F-C9E178FE1EBF}"/>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BADE184F-7695-48C8-93E7-8BB3BAF4CA47}"/>
              </a:ext>
            </a:extLst>
          </p:cNvPr>
          <p:cNvPicPr>
            <a:picLocks xmlns:a="http://schemas.openxmlformats.org/drawingml/2006/main" noChangeAspect="1"/>
          </p:cNvPicPr>
          <p:nvPr/>
        </p:nvPicPr>
        <p:blipFill>
          <a:blip xmlns:r="http://schemas.openxmlformats.org/officeDocument/2006/relationships" xmlns:a="http://schemas.openxmlformats.org/drawingml/2006/main" r:embed="R7bf5fb442b8f49da"/>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1919D999-439E-4FA7-9651-975C9A67C87B}"/>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44912A16-56D1-4DFC-B273-26D7731E0892}"/>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8D064C1D-3473-4A6F-AE96-77789696FB46}"/>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8E3F8A2B-C5C5-49C8-B32E-33DEBFD892A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87579168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7C0571F7-B626-4926-8C73-106DE853CCFB}"/>
              </a:ext>
            </a:extLst>
          </p:cNvPr>
          <p:cNvPicPr>
            <a:picLocks xmlns:a="http://schemas.openxmlformats.org/drawingml/2006/main" noChangeAspect="1"/>
          </p:cNvPicPr>
          <p:nvPr/>
        </p:nvPicPr>
        <p:blipFill>
          <a:blip xmlns:r="http://schemas.openxmlformats.org/officeDocument/2006/relationships" xmlns:a="http://schemas.openxmlformats.org/drawingml/2006/main" r:embed="Rfd671beac0d345f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E15545F-DBFC-4231-8CC6-6B945F15242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E1FED0C-C9E3-4240-BA3C-78359BF085D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ADC7BBA-199B-4159-96FA-11E70FDCE7F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6CCA5E5-8FE9-4677-9E09-FC8706D378F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44A7B9D-1D15-4762-ACD1-057468A81B3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32231558-526A-4358-A6C1-563F14494D70}"/>
              </a:ext>
            </a:extLst>
          </p:cNvPr>
          <p:cNvGraphicFramePr/>
          <p:nvPr/>
        </p:nvGraphicFramePr>
        <p:xfrm>
          <a:off xmlns:a="http://schemas.openxmlformats.org/drawingml/2006/main" x="1828800" y="4286250"/>
          <a:ext xmlns:a="http://schemas.openxmlformats.org/drawingml/2006/main" cx="11334750" cy="3810000"/>
        </p:xfrm>
        <a:graphic xmlns:a="http://schemas.openxmlformats.org/drawingml/2006/main">
          <a:graphicData uri="http://schemas.openxmlformats.org/drawingml/2006/table">
            <a:tbl>
              <a:tblPr/>
              <a:tblGrid>
                <a:gridCol w="2857500"/>
                <a:gridCol w="8477250"/>
              </a:tblGrid>
              <a:tr h="952500">
                <a:tc>
                  <a:txBody>
                    <a:bodyPr wrap="none" lIns="114300" tIns="114300" rIns="114300" bIns="114300"/>
                    <a:lstStyle/>
                    <a:p>
                      <a:pPr algn="ctr"/>
                      <a:r>
                        <a:rPr sz="30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0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292E8E32-A193-4B36-AC71-4DDF6ECCE663}"/>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CE722D9-8A27-47D1-A439-00E6B3784CA8}"/>
              </a:ext>
            </a:extLst>
          </p:cNvPr>
          <p:cNvSpPr>
            <a:spLocks xmlns:a="http://schemas.openxmlformats.org/drawingml/2006/main" noGrp="1"/>
          </p:cNvSpPr>
          <p:nvPr/>
        </p:nvSpPr>
        <p:spPr>
          <a:xfrm xmlns:a="http://schemas.openxmlformats.org/drawingml/2006/main" rot="5400000">
            <a:off x="1297305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3A5381F-B20C-4961-891B-DF72AAC08F20}"/>
              </a:ext>
            </a:extLst>
          </p:cNvPr>
          <p:cNvSpPr>
            <a:spLocks xmlns:a="http://schemas.openxmlformats.org/drawingml/2006/main" noGrp="1"/>
          </p:cNvSpPr>
          <p:nvPr/>
        </p:nvSpPr>
        <p:spPr>
          <a:xfrm xmlns:a="http://schemas.openxmlformats.org/drawingml/2006/main" rot="10800000">
            <a:off x="1297305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824DA54-A721-4918-B2E9-8417D7CB2854}"/>
              </a:ext>
            </a:extLst>
          </p:cNvPr>
          <p:cNvSpPr>
            <a:spLocks xmlns:a="http://schemas.openxmlformats.org/drawingml/2006/main" noGrp="1"/>
          </p:cNvSpPr>
          <p:nvPr/>
        </p:nvSpPr>
        <p:spPr>
          <a:xfrm xmlns:a="http://schemas.openxmlformats.org/drawingml/2006/main" rot="16200000">
            <a:off x="182880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참조 R03-22 여백 있는 말풍선">
            <a:extLst xmlns:a="http://schemas.openxmlformats.org/drawingml/2006/main">
              <a:ext uri="{FF2B5EF4-FFF2-40B4-BE49-F238E27FC236}">
                <a16:creationId xmlns:a16="http://schemas.microsoft.com/office/drawing/2014/main" id="{CB32FEB5-2095-4DA0-91D9-381A8B0E930D}"/>
              </a:ext>
            </a:extLst>
          </p:cNvPr>
          <p:cNvSpPr>
            <a:spLocks xmlns:a="http://schemas.openxmlformats.org/drawingml/2006/main" noGrp="1"/>
          </p:cNvSpPr>
          <p:nvPr/>
        </p:nvSpPr>
        <p:spPr>
          <a:xfrm xmlns:a="http://schemas.openxmlformats.org/drawingml/2006/main">
            <a:off x="13287375" y="3962400"/>
            <a:ext cx="4048125"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13" name="인물 발화 연결 꼬리">
            <a:extLst xmlns:a="http://schemas.openxmlformats.org/drawingml/2006/main">
              <a:ext uri="{FF2B5EF4-FFF2-40B4-BE49-F238E27FC236}">
                <a16:creationId xmlns:a16="http://schemas.microsoft.com/office/drawing/2014/main" id="{322FB080-45E9-43B1-9908-40E9FCC8A933}"/>
              </a:ext>
            </a:extLst>
          </p:cNvPr>
          <p:cNvSpPr>
            <a:spLocks xmlns:a="http://schemas.openxmlformats.org/drawingml/2006/main" noGrp="1"/>
          </p:cNvSpPr>
          <p:nvPr/>
        </p:nvSpPr>
        <p:spPr>
          <a:xfrm xmlns:a="http://schemas.openxmlformats.org/drawingml/2006/main">
            <a:off x="15513844"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4" name="캐릭터 질문 1">
            <a:extLst xmlns:a="http://schemas.openxmlformats.org/drawingml/2006/main">
              <a:ext uri="{FF2B5EF4-FFF2-40B4-BE49-F238E27FC236}">
                <a16:creationId xmlns:a16="http://schemas.microsoft.com/office/drawing/2014/main" id="{D829387F-ACDE-4CEB-98F1-2DA7F07B0E93}"/>
              </a:ext>
            </a:extLst>
          </p:cNvPr>
          <p:cNvSpPr>
            <a:spLocks xmlns:a="http://schemas.openxmlformats.org/drawingml/2006/main" noGrp="1"/>
          </p:cNvSpPr>
          <p:nvPr/>
        </p:nvSpPr>
        <p:spPr>
          <a:xfrm xmlns:a="http://schemas.openxmlformats.org/drawingml/2006/main">
            <a:off x="13515975" y="4191000"/>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기준·상태·계수·단위,</a:t>
            </a:r>
          </a:p>
        </p:txBody>
      </p:sp>
      <p:sp>
        <p:nvSpPr>
          <p:cNvPr id="15" name="캐릭터 질문 2">
            <a:extLst xmlns:a="http://schemas.openxmlformats.org/drawingml/2006/main">
              <a:ext uri="{FF2B5EF4-FFF2-40B4-BE49-F238E27FC236}">
                <a16:creationId xmlns:a16="http://schemas.microsoft.com/office/drawing/2014/main" id="{682D886B-2C2E-4139-82E0-FEA9B9B3DE12}"/>
              </a:ext>
            </a:extLst>
          </p:cNvPr>
          <p:cNvSpPr>
            <a:spLocks xmlns:a="http://schemas.openxmlformats.org/drawingml/2006/main" noGrp="1"/>
          </p:cNvSpPr>
          <p:nvPr/>
        </p:nvSpPr>
        <p:spPr>
          <a:xfrm xmlns:a="http://schemas.openxmlformats.org/drawingml/2006/main">
            <a:off x="13515975" y="4657725"/>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네 가지를 확인해!</a:t>
            </a:r>
          </a:p>
        </p:txBody>
      </p:sp>
      <p:pic>
        <p:nvPicPr>
          <p:cNvPr id="16" name="">
            <a:extLst xmlns:a="http://schemas.openxmlformats.org/drawingml/2006/main">
              <a:ext uri="{FF2B5EF4-FFF2-40B4-BE49-F238E27FC236}">
                <a16:creationId xmlns:a16="http://schemas.microsoft.com/office/drawing/2014/main" id="{2C768E8F-B97C-40F1-80B9-1850960BFC33}"/>
              </a:ext>
            </a:extLst>
          </p:cNvPr>
          <p:cNvPicPr>
            <a:picLocks xmlns:a="http://schemas.openxmlformats.org/drawingml/2006/main" noChangeAspect="1"/>
          </p:cNvPicPr>
          <p:nvPr/>
        </p:nvPicPr>
        <p:blipFill>
          <a:blip xmlns:r="http://schemas.openxmlformats.org/officeDocument/2006/relationships" xmlns:a="http://schemas.openxmlformats.org/drawingml/2006/main" r:embed="R983946412f584fe2"/>
          <a:stretch xmlns:a="http://schemas.openxmlformats.org/drawingml/2006/main"/>
        </p:blipFill>
        <p:spPr>
          <a:xfrm xmlns:a="http://schemas.openxmlformats.org/drawingml/2006/main">
            <a:off x="13668375" y="5796227"/>
            <a:ext cx="3333750" cy="3399896"/>
          </a:xfrm>
          <a:prstGeom xmlns:a="http://schemas.openxmlformats.org/drawingml/2006/main" prst="rect">
            <a:avLst/>
          </a:prstGeom>
        </p:spPr>
      </p:pic>
    </p:spTree>
    <p:extLst>
      <p:ext uri="{BB962C8B-B14F-4D97-AF65-F5344CB8AC3E}">
        <p14:creationId xmlns:p14="http://schemas.microsoft.com/office/powerpoint/2010/main" val="1586218528"/>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FF7C168-6B3C-47C3-B1C1-1092DDDDEB94}"/>
              </a:ext>
            </a:extLst>
          </p:cNvPr>
          <p:cNvPicPr>
            <a:picLocks xmlns:a="http://schemas.openxmlformats.org/drawingml/2006/main" noChangeAspect="1"/>
          </p:cNvPicPr>
          <p:nvPr/>
        </p:nvPicPr>
        <p:blipFill>
          <a:blip xmlns:r="http://schemas.openxmlformats.org/officeDocument/2006/relationships" xmlns:a="http://schemas.openxmlformats.org/drawingml/2006/main" r:embed="R5c667b3c36694bd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5ADC278F-A0B4-4478-B629-AC19A6CC880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59C13B4-4B7B-40D5-AD14-3DF7DBF7DA6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F954354A-BDA7-425C-9323-216BD6F34E0E}"/>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07F58DE7-4D57-4254-8664-6A0F0792AA1E}"/>
              </a:ext>
            </a:extLst>
          </p:cNvPr>
          <p:cNvPicPr>
            <a:picLocks xmlns:a="http://schemas.openxmlformats.org/drawingml/2006/main" noChangeAspect="1"/>
          </p:cNvPicPr>
          <p:nvPr/>
        </p:nvPicPr>
        <p:blipFill>
          <a:blip xmlns:r="http://schemas.openxmlformats.org/officeDocument/2006/relationships" xmlns:a="http://schemas.openxmlformats.org/drawingml/2006/main" r:embed="Rb957c4a5cf90419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C0373823-DB32-4322-8663-234794826D2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D5851AD1-63D7-4D09-944E-8BC241AEC9E8}"/>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F43733CD-8430-4A8C-93EB-2179953E407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53EBF428-BEDD-4DCE-86F8-7D2806AF2F0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55253072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77302D5-B875-4EAB-BCBC-479C55231FBE}"/>
              </a:ext>
            </a:extLst>
          </p:cNvPr>
          <p:cNvPicPr>
            <a:picLocks xmlns:a="http://schemas.openxmlformats.org/drawingml/2006/main" noChangeAspect="1"/>
          </p:cNvPicPr>
          <p:nvPr/>
        </p:nvPicPr>
        <p:blipFill>
          <a:blip xmlns:r="http://schemas.openxmlformats.org/officeDocument/2006/relationships" xmlns:a="http://schemas.openxmlformats.org/drawingml/2006/main" r:embed="R4c392661a209484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E6AE309-4AC1-445C-BFB7-F043CA40F81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6D5371B-4090-4E37-9F9A-BE853EAD3A6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1371095-6895-45D9-AF00-4ED91FB6693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B05882B-75F5-41EB-B060-1703D3DAE95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EE06F43B-4B6F-4A9E-A3F9-6FA161C69B7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16A41D68-AA3B-4737-8C6F-ECB9724E2A66}"/>
              </a:ext>
            </a:extLst>
          </p:cNvPr>
          <p:cNvPicPr>
            <a:picLocks xmlns:a="http://schemas.openxmlformats.org/drawingml/2006/main" noChangeAspect="1"/>
          </p:cNvPicPr>
          <p:nvPr/>
        </p:nvPicPr>
        <p:blipFill>
          <a:blip xmlns:r="http://schemas.openxmlformats.org/officeDocument/2006/relationships" xmlns:a="http://schemas.openxmlformats.org/drawingml/2006/main" r:embed="R9544da8ae4ad42d8"/>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E87ACDA-6E42-4443-9F66-10ED2CCDC51F}"/>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1F9D4DEF-AE35-42B8-969C-2CC1533B20E4}"/>
              </a:ext>
            </a:extLst>
          </p:cNvPr>
          <p:cNvPicPr>
            <a:picLocks xmlns:a="http://schemas.openxmlformats.org/drawingml/2006/main" noChangeAspect="1"/>
          </p:cNvPicPr>
          <p:nvPr/>
        </p:nvPicPr>
        <p:blipFill>
          <a:blip xmlns:r="http://schemas.openxmlformats.org/officeDocument/2006/relationships" xmlns:a="http://schemas.openxmlformats.org/drawingml/2006/main" r:embed="R5145e1eec34e468b"/>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0A6E308-392B-4B69-AA0B-90482CF8EE4D}"/>
              </a:ext>
            </a:extLst>
          </p:cNvPr>
          <p:cNvPicPr>
            <a:picLocks xmlns:a="http://schemas.openxmlformats.org/drawingml/2006/main" noChangeAspect="1"/>
          </p:cNvPicPr>
          <p:nvPr/>
        </p:nvPicPr>
        <p:blipFill>
          <a:blip xmlns:r="http://schemas.openxmlformats.org/officeDocument/2006/relationships" xmlns:a="http://schemas.openxmlformats.org/drawingml/2006/main" r:embed="R32444719c3594ebd"/>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B185AB55-3502-4FEE-A179-86734FC6A046}"/>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93975D29-DB7F-49FB-865B-E8D01E252B1B}"/>
              </a:ext>
            </a:extLst>
          </p:cNvPr>
          <p:cNvPicPr>
            <a:picLocks xmlns:a="http://schemas.openxmlformats.org/drawingml/2006/main" noChangeAspect="1"/>
          </p:cNvPicPr>
          <p:nvPr/>
        </p:nvPicPr>
        <p:blipFill>
          <a:blip xmlns:r="http://schemas.openxmlformats.org/officeDocument/2006/relationships" xmlns:a="http://schemas.openxmlformats.org/drawingml/2006/main" r:embed="Rf993753086f1484d"/>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4895281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0B8D8CD-5A05-4422-86B8-199B6474A3B3}"/>
              </a:ext>
            </a:extLst>
          </p:cNvPr>
          <p:cNvPicPr>
            <a:picLocks xmlns:a="http://schemas.openxmlformats.org/drawingml/2006/main" noChangeAspect="1"/>
          </p:cNvPicPr>
          <p:nvPr/>
        </p:nvPicPr>
        <p:blipFill>
          <a:blip xmlns:r="http://schemas.openxmlformats.org/officeDocument/2006/relationships" xmlns:a="http://schemas.openxmlformats.org/drawingml/2006/main" r:embed="R0bd2e0f9aab54be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56716A0-CB6A-4EE3-96A0-F537E084121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CA69D06-06A6-4162-838B-07A5F167D61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18DEEDA-29C9-40EC-BB79-15D19C6CF58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0B9B193-7BB8-498A-8296-33A527BDDEA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4AA2ED67-5B67-4754-AF16-0D7049895A9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8A11FED9-4307-4085-B65E-A158F00C9AD9}"/>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34628DBD-66B0-427B-AFEF-9A7387C948D5}"/>
              </a:ext>
            </a:extLst>
          </p:cNvPr>
          <p:cNvPicPr>
            <a:picLocks xmlns:a="http://schemas.openxmlformats.org/drawingml/2006/main" noChangeAspect="1"/>
          </p:cNvPicPr>
          <p:nvPr/>
        </p:nvPicPr>
        <p:blipFill>
          <a:blip xmlns:r="http://schemas.openxmlformats.org/officeDocument/2006/relationships" xmlns:a="http://schemas.openxmlformats.org/drawingml/2006/main" r:embed="R653e7cd685a94a51"/>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B1165F9-0E71-4B44-95D0-D1C4EF6CEFE0}"/>
              </a:ext>
            </a:extLst>
          </p:cNvPr>
          <p:cNvPicPr>
            <a:picLocks xmlns:a="http://schemas.openxmlformats.org/drawingml/2006/main" noChangeAspect="1"/>
          </p:cNvPicPr>
          <p:nvPr/>
        </p:nvPicPr>
        <p:blipFill>
          <a:blip xmlns:r="http://schemas.openxmlformats.org/officeDocument/2006/relationships" xmlns:a="http://schemas.openxmlformats.org/drawingml/2006/main" r:embed="R7c8e9dba3ff342f2"/>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384ACFE7-7E5B-459B-B56B-B35CF9268462}"/>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BA96F892-65DD-409D-9596-0DF7A179441B}"/>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CA4EF386-A60B-4529-9871-94B5E7871640}"/>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DD176711-4043-4E43-B7BE-470291194A53}"/>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60318462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F36FDCE6-C53E-42F9-AEAE-0DB96D1B7ACD}"/>
              </a:ext>
            </a:extLst>
          </p:cNvPr>
          <p:cNvPicPr>
            <a:picLocks xmlns:a="http://schemas.openxmlformats.org/drawingml/2006/main" noChangeAspect="1"/>
          </p:cNvPicPr>
          <p:nvPr/>
        </p:nvPicPr>
        <p:blipFill>
          <a:blip xmlns:r="http://schemas.openxmlformats.org/officeDocument/2006/relationships" xmlns:a="http://schemas.openxmlformats.org/drawingml/2006/main" r:embed="R80dc2c06c3c44f9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E0380F7-8D20-4040-BA82-54293C78868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4AB11F4-252A-4249-A32C-627D1616E7B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7661D43-6D6D-4D1C-9FBD-35511A0DE46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192734A-EDBB-4D41-867E-D3B63034DD0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F2FBE05-A9CC-44C1-8276-AC31F853401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F83834A1-5871-41EB-9104-14C26DA42B55}"/>
              </a:ext>
            </a:extLst>
          </p:cNvPr>
          <p:cNvSpPr>
            <a:spLocks xmlns:a="http://schemas.openxmlformats.org/drawingml/2006/main" noGrp="1"/>
          </p:cNvSpPr>
          <p:nvPr/>
        </p:nvSpPr>
        <p:spPr>
          <a:xfrm xmlns:a="http://schemas.openxmlformats.org/drawingml/2006/main">
            <a:off x="2000250" y="39338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57962F"/>
                </a:solidFill>
                <a:latin typeface="Pretendard"/>
                <a:ea typeface="Pretendard"/>
                <a:cs typeface="Pretendard"/>
              </a:defRPr>
            </a:defPPr>
            <a:lvl1pPr algn="l">
              <a:defRPr sz="5730" b="1">
                <a:solidFill>
                  <a:srgbClr val="57962F"/>
                </a:solidFill>
                <a:latin typeface="Pretendard"/>
                <a:ea typeface="Pretendard"/>
                <a:cs typeface="Pretendard"/>
              </a:defRPr>
            </a:lvl1pPr>
            <a:lvl2pPr algn="l">
              <a:defRPr sz="5730" b="1">
                <a:solidFill>
                  <a:srgbClr val="57962F"/>
                </a:solidFill>
                <a:latin typeface="Pretendard"/>
                <a:ea typeface="Pretendard"/>
                <a:cs typeface="Pretendard"/>
              </a:defRPr>
            </a:lvl2pPr>
            <a:lvl3pPr algn="l">
              <a:defRPr sz="5730" b="1">
                <a:solidFill>
                  <a:srgbClr val="57962F"/>
                </a:solidFill>
                <a:latin typeface="Pretendard"/>
                <a:ea typeface="Pretendard"/>
                <a:cs typeface="Pretendard"/>
              </a:defRPr>
            </a:lvl3pPr>
            <a:lvl4pPr algn="l">
              <a:defRPr sz="5730" b="1">
                <a:solidFill>
                  <a:srgbClr val="57962F"/>
                </a:solidFill>
                <a:latin typeface="Pretendard"/>
                <a:ea typeface="Pretendard"/>
                <a:cs typeface="Pretendard"/>
              </a:defRPr>
            </a:lvl4pPr>
            <a:lvl5pPr algn="l">
              <a:defRPr sz="5730" b="1">
                <a:solidFill>
                  <a:srgbClr val="57962F"/>
                </a:solidFill>
                <a:latin typeface="Pretendard"/>
                <a:ea typeface="Pretendard"/>
                <a:cs typeface="Pretendard"/>
              </a:defRPr>
            </a:lvl5pPr>
            <a:lvl6pPr algn="l">
              <a:defRPr sz="5730" b="1">
                <a:solidFill>
                  <a:srgbClr val="57962F"/>
                </a:solidFill>
                <a:latin typeface="Pretendard"/>
                <a:ea typeface="Pretendard"/>
                <a:cs typeface="Pretendard"/>
              </a:defRPr>
            </a:lvl6pPr>
            <a:lvl7pPr algn="l">
              <a:defRPr sz="5730" b="1">
                <a:solidFill>
                  <a:srgbClr val="57962F"/>
                </a:solidFill>
                <a:latin typeface="Pretendard"/>
                <a:ea typeface="Pretendard"/>
                <a:cs typeface="Pretendard"/>
              </a:defRPr>
            </a:lvl7pPr>
            <a:lvl8pPr algn="l">
              <a:defRPr sz="5730" b="1">
                <a:solidFill>
                  <a:srgbClr val="57962F"/>
                </a:solidFill>
                <a:latin typeface="Pretendard"/>
                <a:ea typeface="Pretendard"/>
                <a:cs typeface="Pretendard"/>
              </a:defRPr>
            </a:lvl8pPr>
            <a:lvl9pPr algn="l">
              <a:defRPr sz="5730" b="1">
                <a:solidFill>
                  <a:srgbClr val="57962F"/>
                </a:solidFill>
                <a:latin typeface="Pretendard"/>
                <a:ea typeface="Pretendard"/>
                <a:cs typeface="Pretendard"/>
              </a:defRPr>
            </a:lvl9pPr>
          </a:lstStyle>
          <a:p xmlns:a="http://schemas.openxmlformats.org/drawingml/2006/main">
            <a:pPr algn="l">
              <a:defRPr sz="5730" b="1">
                <a:solidFill>
                  <a:srgbClr val="57962F"/>
                </a:solidFill>
                <a:latin typeface="Pretendard"/>
                <a:ea typeface="Pretendard"/>
                <a:cs typeface="Pretendard"/>
              </a:defRPr>
            </a:pPr>
            <a:r>
              <a:t>Q용액 = c × m × Δt</a:t>
            </a:r>
          </a:p>
        </p:txBody>
      </p:sp>
      <p:sp>
        <p:nvSpPr>
          <p:cNvPr id="8" name="R04-33 기호 표제">
            <a:extLst xmlns:a="http://schemas.openxmlformats.org/drawingml/2006/main">
              <a:ext uri="{FF2B5EF4-FFF2-40B4-BE49-F238E27FC236}">
                <a16:creationId xmlns:a16="http://schemas.microsoft.com/office/drawing/2014/main" id="{05ACDCA6-163F-433C-A8AA-DE351C459B9F}"/>
              </a:ext>
            </a:extLst>
          </p:cNvPr>
          <p:cNvSpPr>
            <a:spLocks xmlns:a="http://schemas.openxmlformats.org/drawingml/2006/main" noGrp="1"/>
          </p:cNvSpPr>
          <p:nvPr/>
        </p:nvSpPr>
        <p:spPr>
          <a:xfrm xmlns:a="http://schemas.openxmlformats.org/drawingml/2006/main">
            <a:off x="2000250" y="54102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67E0C5E5-6860-4170-8361-13F4F1444586}"/>
              </a:ext>
            </a:extLst>
          </p:cNvPr>
          <p:cNvSpPr>
            <a:spLocks xmlns:a="http://schemas.openxmlformats.org/drawingml/2006/main" noGrp="1"/>
          </p:cNvSpPr>
          <p:nvPr/>
        </p:nvSpPr>
        <p:spPr>
          <a:xfrm xmlns:a="http://schemas.openxmlformats.org/drawingml/2006/main">
            <a:off x="2143125" y="54959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c</a:t>
            </a:r>
          </a:p>
        </p:txBody>
      </p:sp>
      <p:sp>
        <p:nvSpPr>
          <p:cNvPr id="10" name="R04-33 기호 설명">
            <a:extLst xmlns:a="http://schemas.openxmlformats.org/drawingml/2006/main">
              <a:ext uri="{FF2B5EF4-FFF2-40B4-BE49-F238E27FC236}">
                <a16:creationId xmlns:a16="http://schemas.microsoft.com/office/drawing/2014/main" id="{523EF21C-A952-4F83-A2B0-6654B60812FA}"/>
              </a:ext>
            </a:extLst>
          </p:cNvPr>
          <p:cNvSpPr>
            <a:spLocks xmlns:a="http://schemas.openxmlformats.org/drawingml/2006/main" noGrp="1"/>
          </p:cNvSpPr>
          <p:nvPr/>
        </p:nvSpPr>
        <p:spPr>
          <a:xfrm xmlns:a="http://schemas.openxmlformats.org/drawingml/2006/main">
            <a:off x="3533775" y="54102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2E659E2-6568-4552-9FC1-33F175EC8179}"/>
              </a:ext>
            </a:extLst>
          </p:cNvPr>
          <p:cNvSpPr>
            <a:spLocks xmlns:a="http://schemas.openxmlformats.org/drawingml/2006/main" noGrp="1"/>
          </p:cNvSpPr>
          <p:nvPr/>
        </p:nvSpPr>
        <p:spPr>
          <a:xfrm xmlns:a="http://schemas.openxmlformats.org/drawingml/2006/main">
            <a:off x="3857625" y="54959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용액의 비열</a:t>
            </a:r>
          </a:p>
        </p:txBody>
      </p:sp>
      <p:sp>
        <p:nvSpPr>
          <p:cNvPr id="12" name="R04-33 기호 표제">
            <a:extLst xmlns:a="http://schemas.openxmlformats.org/drawingml/2006/main">
              <a:ext uri="{FF2B5EF4-FFF2-40B4-BE49-F238E27FC236}">
                <a16:creationId xmlns:a16="http://schemas.microsoft.com/office/drawing/2014/main" id="{B736AC2E-3B12-4F99-BDB7-3638D8619F30}"/>
              </a:ext>
            </a:extLst>
          </p:cNvPr>
          <p:cNvSpPr>
            <a:spLocks xmlns:a="http://schemas.openxmlformats.org/drawingml/2006/main" noGrp="1"/>
          </p:cNvSpPr>
          <p:nvPr/>
        </p:nvSpPr>
        <p:spPr>
          <a:xfrm xmlns:a="http://schemas.openxmlformats.org/drawingml/2006/main">
            <a:off x="2000250" y="638175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C91DC9C1-F901-424C-8AA0-85E1CFF61512}"/>
              </a:ext>
            </a:extLst>
          </p:cNvPr>
          <p:cNvSpPr>
            <a:spLocks xmlns:a="http://schemas.openxmlformats.org/drawingml/2006/main" noGrp="1"/>
          </p:cNvSpPr>
          <p:nvPr/>
        </p:nvSpPr>
        <p:spPr>
          <a:xfrm xmlns:a="http://schemas.openxmlformats.org/drawingml/2006/main">
            <a:off x="2143125" y="646747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m</a:t>
            </a:r>
          </a:p>
        </p:txBody>
      </p:sp>
      <p:sp>
        <p:nvSpPr>
          <p:cNvPr id="14" name="R04-33 기호 설명">
            <a:extLst xmlns:a="http://schemas.openxmlformats.org/drawingml/2006/main">
              <a:ext uri="{FF2B5EF4-FFF2-40B4-BE49-F238E27FC236}">
                <a16:creationId xmlns:a16="http://schemas.microsoft.com/office/drawing/2014/main" id="{350DD626-1196-4439-8020-A18134F1B8BE}"/>
              </a:ext>
            </a:extLst>
          </p:cNvPr>
          <p:cNvSpPr>
            <a:spLocks xmlns:a="http://schemas.openxmlformats.org/drawingml/2006/main" noGrp="1"/>
          </p:cNvSpPr>
          <p:nvPr/>
        </p:nvSpPr>
        <p:spPr>
          <a:xfrm xmlns:a="http://schemas.openxmlformats.org/drawingml/2006/main">
            <a:off x="3533775" y="638175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6CE7DC3-F165-4519-ADAF-CB58115A6C5B}"/>
              </a:ext>
            </a:extLst>
          </p:cNvPr>
          <p:cNvSpPr>
            <a:spLocks xmlns:a="http://schemas.openxmlformats.org/drawingml/2006/main" noGrp="1"/>
          </p:cNvSpPr>
          <p:nvPr/>
        </p:nvSpPr>
        <p:spPr>
          <a:xfrm xmlns:a="http://schemas.openxmlformats.org/drawingml/2006/main">
            <a:off x="3857625" y="64674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 전체의 질량</a:t>
            </a:r>
          </a:p>
        </p:txBody>
      </p:sp>
      <p:sp>
        <p:nvSpPr>
          <p:cNvPr id="16" name="R04-33 기호 표제">
            <a:extLst xmlns:a="http://schemas.openxmlformats.org/drawingml/2006/main">
              <a:ext uri="{FF2B5EF4-FFF2-40B4-BE49-F238E27FC236}">
                <a16:creationId xmlns:a16="http://schemas.microsoft.com/office/drawing/2014/main" id="{95E9F215-8934-496B-AECA-6C5199AF7866}"/>
              </a:ext>
            </a:extLst>
          </p:cNvPr>
          <p:cNvSpPr>
            <a:spLocks xmlns:a="http://schemas.openxmlformats.org/drawingml/2006/main" noGrp="1"/>
          </p:cNvSpPr>
          <p:nvPr/>
        </p:nvSpPr>
        <p:spPr>
          <a:xfrm xmlns:a="http://schemas.openxmlformats.org/drawingml/2006/main">
            <a:off x="2000250" y="73533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C1B0E67F-0152-42DD-81D7-1AA23885296F}"/>
              </a:ext>
            </a:extLst>
          </p:cNvPr>
          <p:cNvSpPr>
            <a:spLocks xmlns:a="http://schemas.openxmlformats.org/drawingml/2006/main" noGrp="1"/>
          </p:cNvSpPr>
          <p:nvPr/>
        </p:nvSpPr>
        <p:spPr>
          <a:xfrm xmlns:a="http://schemas.openxmlformats.org/drawingml/2006/main">
            <a:off x="2143125" y="74390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Δt</a:t>
            </a:r>
          </a:p>
        </p:txBody>
      </p:sp>
      <p:sp>
        <p:nvSpPr>
          <p:cNvPr id="18" name="R04-33 기호 설명">
            <a:extLst xmlns:a="http://schemas.openxmlformats.org/drawingml/2006/main">
              <a:ext uri="{FF2B5EF4-FFF2-40B4-BE49-F238E27FC236}">
                <a16:creationId xmlns:a16="http://schemas.microsoft.com/office/drawing/2014/main" id="{139164CB-2685-4160-9A73-0C5128502934}"/>
              </a:ext>
            </a:extLst>
          </p:cNvPr>
          <p:cNvSpPr>
            <a:spLocks xmlns:a="http://schemas.openxmlformats.org/drawingml/2006/main" noGrp="1"/>
          </p:cNvSpPr>
          <p:nvPr/>
        </p:nvSpPr>
        <p:spPr>
          <a:xfrm xmlns:a="http://schemas.openxmlformats.org/drawingml/2006/main">
            <a:off x="3533775" y="73533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9F5B86CA-C2DB-422D-974F-A63D6A5A7B48}"/>
              </a:ext>
            </a:extLst>
          </p:cNvPr>
          <p:cNvSpPr>
            <a:spLocks xmlns:a="http://schemas.openxmlformats.org/drawingml/2006/main" noGrp="1"/>
          </p:cNvSpPr>
          <p:nvPr/>
        </p:nvSpPr>
        <p:spPr>
          <a:xfrm xmlns:a="http://schemas.openxmlformats.org/drawingml/2006/main">
            <a:off x="3857625" y="74390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나중 온도 − 처음 온도</a:t>
            </a:r>
          </a:p>
        </p:txBody>
      </p:sp>
      <p:pic>
        <p:nvPicPr>
          <p:cNvPr id="20" name="">
            <a:extLst xmlns:a="http://schemas.openxmlformats.org/drawingml/2006/main">
              <a:ext uri="{FF2B5EF4-FFF2-40B4-BE49-F238E27FC236}">
                <a16:creationId xmlns:a16="http://schemas.microsoft.com/office/drawing/2014/main" id="{329110BE-3473-4137-9D66-364ED4919163}"/>
              </a:ext>
            </a:extLst>
          </p:cNvPr>
          <p:cNvPicPr>
            <a:picLocks xmlns:a="http://schemas.openxmlformats.org/drawingml/2006/main" noChangeAspect="1"/>
          </p:cNvPicPr>
          <p:nvPr/>
        </p:nvPicPr>
        <p:blipFill>
          <a:blip xmlns:r="http://schemas.openxmlformats.org/officeDocument/2006/relationships" xmlns:a="http://schemas.openxmlformats.org/drawingml/2006/main" r:embed="Rf6ab95eb5cf24cec"/>
          <a:stretch xmlns:a="http://schemas.openxmlformats.org/drawingml/2006/main"/>
        </p:blipFill>
        <p:spPr>
          <a:xfrm xmlns:a="http://schemas.openxmlformats.org/drawingml/2006/main">
            <a:off x="14122952" y="5743575"/>
            <a:ext cx="2710346" cy="2686050"/>
          </a:xfrm>
          <a:prstGeom xmlns:a="http://schemas.openxmlformats.org/drawingml/2006/main" prst="rect">
            <a:avLst/>
          </a:prstGeom>
        </p:spPr>
      </p:pic>
      <p:sp>
        <p:nvSpPr>
          <p:cNvPr id="21" name="참조 R03-22 여백 있는 말풍선">
            <a:extLst xmlns:a="http://schemas.openxmlformats.org/drawingml/2006/main">
              <a:ext uri="{FF2B5EF4-FFF2-40B4-BE49-F238E27FC236}">
                <a16:creationId xmlns:a16="http://schemas.microsoft.com/office/drawing/2014/main" id="{486D99E3-42BB-47F9-BAD7-051609333EBD}"/>
              </a:ext>
            </a:extLst>
          </p:cNvPr>
          <p:cNvSpPr>
            <a:spLocks xmlns:a="http://schemas.openxmlformats.org/drawingml/2006/main" noGrp="1"/>
          </p:cNvSpPr>
          <p:nvPr/>
        </p:nvSpPr>
        <p:spPr>
          <a:xfrm xmlns:a="http://schemas.openxmlformats.org/drawingml/2006/main">
            <a:off x="13239750" y="3952875"/>
            <a:ext cx="4191000"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22" name="인물 발화 연결 꼬리">
            <a:extLst xmlns:a="http://schemas.openxmlformats.org/drawingml/2006/main">
              <a:ext uri="{FF2B5EF4-FFF2-40B4-BE49-F238E27FC236}">
                <a16:creationId xmlns:a16="http://schemas.microsoft.com/office/drawing/2014/main" id="{60F08616-D4FD-4AEE-B43D-3FF80F00C4C9}"/>
              </a:ext>
            </a:extLst>
          </p:cNvPr>
          <p:cNvSpPr>
            <a:spLocks xmlns:a="http://schemas.openxmlformats.org/drawingml/2006/main" noGrp="1"/>
          </p:cNvSpPr>
          <p:nvPr/>
        </p:nvSpPr>
        <p:spPr>
          <a:xfrm xmlns:a="http://schemas.openxmlformats.org/drawingml/2006/main">
            <a:off x="15754350" y="535305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3" name="캐릭터 질문 1">
            <a:extLst xmlns:a="http://schemas.openxmlformats.org/drawingml/2006/main">
              <a:ext uri="{FF2B5EF4-FFF2-40B4-BE49-F238E27FC236}">
                <a16:creationId xmlns:a16="http://schemas.microsoft.com/office/drawing/2014/main" id="{211389F8-2BB0-466B-8F18-BDD63A2548C0}"/>
              </a:ext>
            </a:extLst>
          </p:cNvPr>
          <p:cNvSpPr>
            <a:spLocks xmlns:a="http://schemas.openxmlformats.org/drawingml/2006/main" noGrp="1"/>
          </p:cNvSpPr>
          <p:nvPr/>
        </p:nvSpPr>
        <p:spPr>
          <a:xfrm xmlns:a="http://schemas.openxmlformats.org/drawingml/2006/main">
            <a:off x="13468350" y="4181475"/>
            <a:ext cx="3733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온도가 올랐다면</a:t>
            </a:r>
          </a:p>
        </p:txBody>
      </p:sp>
      <p:sp>
        <p:nvSpPr>
          <p:cNvPr id="24" name="캐릭터 질문 2">
            <a:extLst xmlns:a="http://schemas.openxmlformats.org/drawingml/2006/main">
              <a:ext uri="{FF2B5EF4-FFF2-40B4-BE49-F238E27FC236}">
                <a16:creationId xmlns:a16="http://schemas.microsoft.com/office/drawing/2014/main" id="{83C6A70D-BEEB-4CD9-A99D-68605CD656F3}"/>
              </a:ext>
            </a:extLst>
          </p:cNvPr>
          <p:cNvSpPr>
            <a:spLocks xmlns:a="http://schemas.openxmlformats.org/drawingml/2006/main" noGrp="1"/>
          </p:cNvSpPr>
          <p:nvPr/>
        </p:nvSpPr>
        <p:spPr>
          <a:xfrm xmlns:a="http://schemas.openxmlformats.org/drawingml/2006/main">
            <a:off x="13468350" y="4648200"/>
            <a:ext cx="3733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반응은 열을 방출했어.</a:t>
            </a:r>
          </a:p>
        </p:txBody>
      </p:sp>
      <p:sp>
        <p:nvSpPr>
          <p:cNvPr id="25" name="해석·결론">
            <a:extLst xmlns:a="http://schemas.openxmlformats.org/drawingml/2006/main">
              <a:ext uri="{FF2B5EF4-FFF2-40B4-BE49-F238E27FC236}">
                <a16:creationId xmlns:a16="http://schemas.microsoft.com/office/drawing/2014/main" id="{97853C8F-C6E6-4EAB-96C5-F805DE7025F1}"/>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26" name="반응식·수식">
            <a:extLst xmlns:a="http://schemas.openxmlformats.org/drawingml/2006/main">
              <a:ext uri="{FF2B5EF4-FFF2-40B4-BE49-F238E27FC236}">
                <a16:creationId xmlns:a16="http://schemas.microsoft.com/office/drawing/2014/main" id="{EF3D5E81-D6D1-4CEA-A19D-AB9EA94BD265}"/>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70328457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265AAB6-561D-4F50-9215-A4B9823FE802}"/>
              </a:ext>
            </a:extLst>
          </p:cNvPr>
          <p:cNvPicPr>
            <a:picLocks xmlns:a="http://schemas.openxmlformats.org/drawingml/2006/main" noChangeAspect="1"/>
          </p:cNvPicPr>
          <p:nvPr/>
        </p:nvPicPr>
        <p:blipFill>
          <a:blip xmlns:r="http://schemas.openxmlformats.org/officeDocument/2006/relationships" xmlns:a="http://schemas.openxmlformats.org/drawingml/2006/main" r:embed="Rbd86a949d62741a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6C097D1-7AB8-4A84-8F1F-6421C20A15D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92A9766-1914-43A3-89D8-12E5C0113E9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E884F3A-3604-4D5B-A20D-5FF9825BB7C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4D94588-55A8-4CAE-84BD-6B72A89EB1A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E76D2D5-D65B-4F46-BD05-8A2D9101219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CF5386B8-B6A4-4C0D-A8EA-BE9C64121AF2}"/>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64F1B3D1-A602-4A96-8524-D46B6F29B9B7}"/>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F79D9B57-6FA0-4256-8DDD-2517C445E4F5}"/>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B09FF65-BF8B-46F9-B6B5-664DFC6ABE69}"/>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F0BCF5A-F1AB-4C8E-8424-97C1F587E991}"/>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9D8B054-B09B-4DF6-A1EC-945032E04C6F}"/>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80037090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B069A797-E241-41D7-9B85-3F79B15B29BF}"/>
              </a:ext>
            </a:extLst>
          </p:cNvPr>
          <p:cNvPicPr>
            <a:picLocks xmlns:a="http://schemas.openxmlformats.org/drawingml/2006/main" noChangeAspect="1"/>
          </p:cNvPicPr>
          <p:nvPr/>
        </p:nvPicPr>
        <p:blipFill>
          <a:blip xmlns:r="http://schemas.openxmlformats.org/officeDocument/2006/relationships" xmlns:a="http://schemas.openxmlformats.org/drawingml/2006/main" r:embed="Ra73d548efa49431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5AC77F9-4B97-42E1-AC2C-A566F5E65AE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6A06478-7DD3-496F-A3B0-DC4E5829C07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AC9A7B8-9832-4DE9-ABB5-18EA73DDA1F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12D1D7B-76C8-4266-BC3E-7A137AE4FF9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0E359546-AF3B-410B-815E-EBEFBF8DE84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R05-29 계산 행 01">
            <a:extLst xmlns:a="http://schemas.openxmlformats.org/drawingml/2006/main">
              <a:ext uri="{FF2B5EF4-FFF2-40B4-BE49-F238E27FC236}">
                <a16:creationId xmlns:a16="http://schemas.microsoft.com/office/drawing/2014/main" id="{69ED39A8-7C7F-4794-93FC-D247D946C020}"/>
              </a:ext>
            </a:extLst>
          </p:cNvPr>
          <p:cNvSpPr>
            <a:spLocks xmlns:a="http://schemas.openxmlformats.org/drawingml/2006/main" noGrp="1"/>
          </p:cNvSpPr>
          <p:nvPr/>
        </p:nvSpPr>
        <p:spPr>
          <a:xfrm xmlns:a="http://schemas.openxmlformats.org/drawingml/2006/main">
            <a:off x="1857375" y="4038600"/>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1352587-D22A-4354-A1A8-642E46513EB7}"/>
              </a:ext>
            </a:extLst>
          </p:cNvPr>
          <p:cNvSpPr>
            <a:spLocks xmlns:a="http://schemas.openxmlformats.org/drawingml/2006/main" noGrp="1"/>
          </p:cNvSpPr>
          <p:nvPr/>
        </p:nvSpPr>
        <p:spPr>
          <a:xfrm xmlns:a="http://schemas.openxmlformats.org/drawingml/2006/main">
            <a:off x="2085975" y="446722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5AF6D586-34F3-497C-A9FC-8506CD1233B7}"/>
              </a:ext>
            </a:extLst>
          </p:cNvPr>
          <p:cNvSpPr>
            <a:spLocks xmlns:a="http://schemas.openxmlformats.org/drawingml/2006/main" noGrp="1"/>
          </p:cNvSpPr>
          <p:nvPr/>
        </p:nvSpPr>
        <p:spPr>
          <a:xfrm xmlns:a="http://schemas.openxmlformats.org/drawingml/2006/main">
            <a:off x="3114675" y="419100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용액이 얻은 열</a:t>
            </a:r>
          </a:p>
        </p:txBody>
      </p:sp>
      <p:sp>
        <p:nvSpPr>
          <p:cNvPr id="10" name="rich">
            <a:extLst xmlns:a="http://schemas.openxmlformats.org/drawingml/2006/main">
              <a:ext uri="{FF2B5EF4-FFF2-40B4-BE49-F238E27FC236}">
                <a16:creationId xmlns:a16="http://schemas.microsoft.com/office/drawing/2014/main" id="{2A495714-70FB-4A30-9647-040C766B3741}"/>
              </a:ext>
            </a:extLst>
          </p:cNvPr>
          <p:cNvSpPr>
            <a:spLocks xmlns:a="http://schemas.openxmlformats.org/drawingml/2006/main" noGrp="1"/>
          </p:cNvSpPr>
          <p:nvPr/>
        </p:nvSpPr>
        <p:spPr>
          <a:xfrm xmlns:a="http://schemas.openxmlformats.org/drawingml/2006/main">
            <a:off x="3114675" y="475297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Q용액 = 4.2 × 208 × 9.5 = 8299.2 J ≈ 8.30 kJ</a:t>
            </a:r>
          </a:p>
        </p:txBody>
      </p:sp>
      <p:sp>
        <p:nvSpPr>
          <p:cNvPr id="11" name="R05-29 계산 행 02">
            <a:extLst xmlns:a="http://schemas.openxmlformats.org/drawingml/2006/main">
              <a:ext uri="{FF2B5EF4-FFF2-40B4-BE49-F238E27FC236}">
                <a16:creationId xmlns:a16="http://schemas.microsoft.com/office/drawing/2014/main" id="{31EACEEE-551E-4E15-B3A2-192B721AC82E}"/>
              </a:ext>
            </a:extLst>
          </p:cNvPr>
          <p:cNvSpPr>
            <a:spLocks xmlns:a="http://schemas.openxmlformats.org/drawingml/2006/main" noGrp="1"/>
          </p:cNvSpPr>
          <p:nvPr/>
        </p:nvSpPr>
        <p:spPr>
          <a:xfrm xmlns:a="http://schemas.openxmlformats.org/drawingml/2006/main">
            <a:off x="1857375" y="5781675"/>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618E1B91-C54F-4953-B8D2-D076CB695E66}"/>
              </a:ext>
            </a:extLst>
          </p:cNvPr>
          <p:cNvSpPr>
            <a:spLocks xmlns:a="http://schemas.openxmlformats.org/drawingml/2006/main" noGrp="1"/>
          </p:cNvSpPr>
          <p:nvPr/>
        </p:nvSpPr>
        <p:spPr>
          <a:xfrm xmlns:a="http://schemas.openxmlformats.org/drawingml/2006/main">
            <a:off x="2085975" y="62103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02</a:t>
            </a:r>
          </a:p>
        </p:txBody>
      </p:sp>
      <p:sp>
        <p:nvSpPr>
          <p:cNvPr id="13" name="rich">
            <a:extLst xmlns:a="http://schemas.openxmlformats.org/drawingml/2006/main">
              <a:ext uri="{FF2B5EF4-FFF2-40B4-BE49-F238E27FC236}">
                <a16:creationId xmlns:a16="http://schemas.microsoft.com/office/drawing/2014/main" id="{1FDA2391-6D73-4391-9054-1E45C7028DD1}"/>
              </a:ext>
            </a:extLst>
          </p:cNvPr>
          <p:cNvSpPr>
            <a:spLocks xmlns:a="http://schemas.openxmlformats.org/drawingml/2006/main" noGrp="1"/>
          </p:cNvSpPr>
          <p:nvPr/>
        </p:nvSpPr>
        <p:spPr>
          <a:xfrm xmlns:a="http://schemas.openxmlformats.org/drawingml/2006/main">
            <a:off x="3114675" y="5934075"/>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반응한 물질의 양</a:t>
            </a:r>
          </a:p>
        </p:txBody>
      </p:sp>
      <p:sp>
        <p:nvSpPr>
          <p:cNvPr id="14" name="rich">
            <a:extLst xmlns:a="http://schemas.openxmlformats.org/drawingml/2006/main">
              <a:ext uri="{FF2B5EF4-FFF2-40B4-BE49-F238E27FC236}">
                <a16:creationId xmlns:a16="http://schemas.microsoft.com/office/drawing/2014/main" id="{2BA1A70E-0987-4D3C-BEAA-0E4AC54D512C}"/>
              </a:ext>
            </a:extLst>
          </p:cNvPr>
          <p:cNvSpPr>
            <a:spLocks xmlns:a="http://schemas.openxmlformats.org/drawingml/2006/main" noGrp="1"/>
          </p:cNvSpPr>
          <p:nvPr/>
        </p:nvSpPr>
        <p:spPr>
          <a:xfrm xmlns:a="http://schemas.openxmlformats.org/drawingml/2006/main">
            <a:off x="3114675" y="6496050"/>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NaOH의 양 = 8.0 ÷ 40.0 = 0.200 mol</a:t>
            </a:r>
          </a:p>
        </p:txBody>
      </p:sp>
      <p:sp>
        <p:nvSpPr>
          <p:cNvPr id="15" name="R05-29 계산 행 03">
            <a:extLst xmlns:a="http://schemas.openxmlformats.org/drawingml/2006/main">
              <a:ext uri="{FF2B5EF4-FFF2-40B4-BE49-F238E27FC236}">
                <a16:creationId xmlns:a16="http://schemas.microsoft.com/office/drawing/2014/main" id="{3510F14E-AE92-4090-8D98-5F1A1B8AD146}"/>
              </a:ext>
            </a:extLst>
          </p:cNvPr>
          <p:cNvSpPr>
            <a:spLocks xmlns:a="http://schemas.openxmlformats.org/drawingml/2006/main" noGrp="1"/>
          </p:cNvSpPr>
          <p:nvPr/>
        </p:nvSpPr>
        <p:spPr>
          <a:xfrm xmlns:a="http://schemas.openxmlformats.org/drawingml/2006/main">
            <a:off x="1857375" y="7524750"/>
            <a:ext cx="14573250" cy="1524000"/>
          </a:xfrm>
          <a:prstGeom xmlns:a="http://schemas.openxmlformats.org/drawingml/2006/main" prst="roundRect">
            <a:avLst>
              <a:gd name="adj" fmla="val 11250"/>
            </a:avLst>
          </a:prstGeom>
          <a:solidFill xmlns:a="http://schemas.openxmlformats.org/drawingml/2006/main">
            <a:srgbClr val="303030"/>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09DA0F97-1039-4E57-B6E6-1D5107080A03}"/>
              </a:ext>
            </a:extLst>
          </p:cNvPr>
          <p:cNvSpPr>
            <a:spLocks xmlns:a="http://schemas.openxmlformats.org/drawingml/2006/main" noGrp="1"/>
          </p:cNvSpPr>
          <p:nvPr/>
        </p:nvSpPr>
        <p:spPr>
          <a:xfrm xmlns:a="http://schemas.openxmlformats.org/drawingml/2006/main">
            <a:off x="2085975" y="795337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9FFF68"/>
                </a:solidFill>
                <a:latin typeface="Pretendard"/>
                <a:ea typeface="Pretendard"/>
                <a:cs typeface="Pretendard"/>
              </a:defRPr>
            </a:defPPr>
            <a:lvl1pPr algn="ctr">
              <a:defRPr sz="3375" b="1">
                <a:solidFill>
                  <a:srgbClr val="9FFF68"/>
                </a:solidFill>
                <a:latin typeface="Pretendard"/>
                <a:ea typeface="Pretendard"/>
                <a:cs typeface="Pretendard"/>
              </a:defRPr>
            </a:lvl1pPr>
            <a:lvl2pPr algn="ctr">
              <a:defRPr sz="3375" b="1">
                <a:solidFill>
                  <a:srgbClr val="9FFF68"/>
                </a:solidFill>
                <a:latin typeface="Pretendard"/>
                <a:ea typeface="Pretendard"/>
                <a:cs typeface="Pretendard"/>
              </a:defRPr>
            </a:lvl2pPr>
            <a:lvl3pPr algn="ctr">
              <a:defRPr sz="3375" b="1">
                <a:solidFill>
                  <a:srgbClr val="9FFF68"/>
                </a:solidFill>
                <a:latin typeface="Pretendard"/>
                <a:ea typeface="Pretendard"/>
                <a:cs typeface="Pretendard"/>
              </a:defRPr>
            </a:lvl3pPr>
            <a:lvl4pPr algn="ctr">
              <a:defRPr sz="3375" b="1">
                <a:solidFill>
                  <a:srgbClr val="9FFF68"/>
                </a:solidFill>
                <a:latin typeface="Pretendard"/>
                <a:ea typeface="Pretendard"/>
                <a:cs typeface="Pretendard"/>
              </a:defRPr>
            </a:lvl4pPr>
            <a:lvl5pPr algn="ctr">
              <a:defRPr sz="3375" b="1">
                <a:solidFill>
                  <a:srgbClr val="9FFF68"/>
                </a:solidFill>
                <a:latin typeface="Pretendard"/>
                <a:ea typeface="Pretendard"/>
                <a:cs typeface="Pretendard"/>
              </a:defRPr>
            </a:lvl5pPr>
            <a:lvl6pPr algn="ctr">
              <a:defRPr sz="3375" b="1">
                <a:solidFill>
                  <a:srgbClr val="9FFF68"/>
                </a:solidFill>
                <a:latin typeface="Pretendard"/>
                <a:ea typeface="Pretendard"/>
                <a:cs typeface="Pretendard"/>
              </a:defRPr>
            </a:lvl6pPr>
            <a:lvl7pPr algn="ctr">
              <a:defRPr sz="3375" b="1">
                <a:solidFill>
                  <a:srgbClr val="9FFF68"/>
                </a:solidFill>
                <a:latin typeface="Pretendard"/>
                <a:ea typeface="Pretendard"/>
                <a:cs typeface="Pretendard"/>
              </a:defRPr>
            </a:lvl7pPr>
            <a:lvl8pPr algn="ctr">
              <a:defRPr sz="3375" b="1">
                <a:solidFill>
                  <a:srgbClr val="9FFF68"/>
                </a:solidFill>
                <a:latin typeface="Pretendard"/>
                <a:ea typeface="Pretendard"/>
                <a:cs typeface="Pretendard"/>
              </a:defRPr>
            </a:lvl8pPr>
            <a:lvl9pPr algn="ctr">
              <a:defRPr sz="3375" b="1">
                <a:solidFill>
                  <a:srgbClr val="9FFF68"/>
                </a:solidFill>
                <a:latin typeface="Pretendard"/>
                <a:ea typeface="Pretendard"/>
                <a:cs typeface="Pretendard"/>
              </a:defRPr>
            </a:lvl9pPr>
          </a:lstStyle>
          <a:p xmlns:a="http://schemas.openxmlformats.org/drawingml/2006/main">
            <a:pPr algn="ctr">
              <a:defRPr sz="3375" b="1">
                <a:solidFill>
                  <a:srgbClr val="9FFF68"/>
                </a:solidFill>
                <a:latin typeface="Pretendard"/>
                <a:ea typeface="Pretendard"/>
                <a:cs typeface="Pretendard"/>
              </a:defRPr>
            </a:pPr>
            <a:r>
              <a:rPr sz="3375" b="1">
                <a:solidFill>
                  <a:srgbClr val="9FFF68"/>
                </a:solidFill>
                <a:latin typeface="Pretendard"/>
                <a:ea typeface="Pretendard"/>
                <a:cs typeface="Pretendard"/>
              </a:rPr>
              <a:t>03</a:t>
            </a:r>
          </a:p>
        </p:txBody>
      </p:sp>
      <p:sp>
        <p:nvSpPr>
          <p:cNvPr id="17" name="rich">
            <a:extLst xmlns:a="http://schemas.openxmlformats.org/drawingml/2006/main">
              <a:ext uri="{FF2B5EF4-FFF2-40B4-BE49-F238E27FC236}">
                <a16:creationId xmlns:a16="http://schemas.microsoft.com/office/drawing/2014/main" id="{DE77D2D7-80F2-4EAA-927F-2CD9F4D54C5F}"/>
              </a:ext>
            </a:extLst>
          </p:cNvPr>
          <p:cNvSpPr>
            <a:spLocks xmlns:a="http://schemas.openxmlformats.org/drawingml/2006/main" noGrp="1"/>
          </p:cNvSpPr>
          <p:nvPr/>
        </p:nvSpPr>
        <p:spPr>
          <a:xfrm xmlns:a="http://schemas.openxmlformats.org/drawingml/2006/main">
            <a:off x="3114675" y="767715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C8C8C8"/>
                </a:solidFill>
                <a:latin typeface="Pretendard"/>
                <a:ea typeface="Pretendard"/>
                <a:cs typeface="Pretendard"/>
              </a:defRPr>
            </a:defPPr>
            <a:lvl1pPr algn="l">
              <a:defRPr sz="2625" b="1">
                <a:solidFill>
                  <a:srgbClr val="C8C8C8"/>
                </a:solidFill>
                <a:latin typeface="Pretendard"/>
                <a:ea typeface="Pretendard"/>
                <a:cs typeface="Pretendard"/>
              </a:defRPr>
            </a:lvl1pPr>
            <a:lvl2pPr algn="l">
              <a:defRPr sz="2625" b="1">
                <a:solidFill>
                  <a:srgbClr val="C8C8C8"/>
                </a:solidFill>
                <a:latin typeface="Pretendard"/>
                <a:ea typeface="Pretendard"/>
                <a:cs typeface="Pretendard"/>
              </a:defRPr>
            </a:lvl2pPr>
            <a:lvl3pPr algn="l">
              <a:defRPr sz="2625" b="1">
                <a:solidFill>
                  <a:srgbClr val="C8C8C8"/>
                </a:solidFill>
                <a:latin typeface="Pretendard"/>
                <a:ea typeface="Pretendard"/>
                <a:cs typeface="Pretendard"/>
              </a:defRPr>
            </a:lvl3pPr>
            <a:lvl4pPr algn="l">
              <a:defRPr sz="2625" b="1">
                <a:solidFill>
                  <a:srgbClr val="C8C8C8"/>
                </a:solidFill>
                <a:latin typeface="Pretendard"/>
                <a:ea typeface="Pretendard"/>
                <a:cs typeface="Pretendard"/>
              </a:defRPr>
            </a:lvl4pPr>
            <a:lvl5pPr algn="l">
              <a:defRPr sz="2625" b="1">
                <a:solidFill>
                  <a:srgbClr val="C8C8C8"/>
                </a:solidFill>
                <a:latin typeface="Pretendard"/>
                <a:ea typeface="Pretendard"/>
                <a:cs typeface="Pretendard"/>
              </a:defRPr>
            </a:lvl5pPr>
            <a:lvl6pPr algn="l">
              <a:defRPr sz="2625" b="1">
                <a:solidFill>
                  <a:srgbClr val="C8C8C8"/>
                </a:solidFill>
                <a:latin typeface="Pretendard"/>
                <a:ea typeface="Pretendard"/>
                <a:cs typeface="Pretendard"/>
              </a:defRPr>
            </a:lvl6pPr>
            <a:lvl7pPr algn="l">
              <a:defRPr sz="2625" b="1">
                <a:solidFill>
                  <a:srgbClr val="C8C8C8"/>
                </a:solidFill>
                <a:latin typeface="Pretendard"/>
                <a:ea typeface="Pretendard"/>
                <a:cs typeface="Pretendard"/>
              </a:defRPr>
            </a:lvl7pPr>
            <a:lvl8pPr algn="l">
              <a:defRPr sz="2625" b="1">
                <a:solidFill>
                  <a:srgbClr val="C8C8C8"/>
                </a:solidFill>
                <a:latin typeface="Pretendard"/>
                <a:ea typeface="Pretendard"/>
                <a:cs typeface="Pretendard"/>
              </a:defRPr>
            </a:lvl8pPr>
            <a:lvl9pPr algn="l">
              <a:defRPr sz="2625" b="1">
                <a:solidFill>
                  <a:srgbClr val="C8C8C8"/>
                </a:solidFill>
                <a:latin typeface="Pretendard"/>
                <a:ea typeface="Pretendard"/>
                <a:cs typeface="Pretendard"/>
              </a:defRPr>
            </a:lvl9pPr>
          </a:lstStyle>
          <a:p xmlns:a="http://schemas.openxmlformats.org/drawingml/2006/main">
            <a:pPr algn="l">
              <a:defRPr sz="2625" b="1">
                <a:solidFill>
                  <a:srgbClr val="C8C8C8"/>
                </a:solidFill>
                <a:latin typeface="Pretendard"/>
                <a:ea typeface="Pretendard"/>
                <a:cs typeface="Pretendard"/>
              </a:defRPr>
            </a:pPr>
            <a:r>
              <a:t>반응 엔탈피</a:t>
            </a:r>
          </a:p>
        </p:txBody>
      </p:sp>
      <p:sp>
        <p:nvSpPr>
          <p:cNvPr id="18" name="rich">
            <a:extLst xmlns:a="http://schemas.openxmlformats.org/drawingml/2006/main">
              <a:ext uri="{FF2B5EF4-FFF2-40B4-BE49-F238E27FC236}">
                <a16:creationId xmlns:a16="http://schemas.microsoft.com/office/drawing/2014/main" id="{143B9807-3BE4-424C-8A76-A71815355324}"/>
              </a:ext>
            </a:extLst>
          </p:cNvPr>
          <p:cNvSpPr>
            <a:spLocks xmlns:a="http://schemas.openxmlformats.org/drawingml/2006/main" noGrp="1"/>
          </p:cNvSpPr>
          <p:nvPr/>
        </p:nvSpPr>
        <p:spPr>
          <a:xfrm xmlns:a="http://schemas.openxmlformats.org/drawingml/2006/main">
            <a:off x="3114675" y="823912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64352160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08936B3-A3ED-4E7E-B192-A48642452F1F}"/>
              </a:ext>
            </a:extLst>
          </p:cNvPr>
          <p:cNvPicPr>
            <a:picLocks xmlns:a="http://schemas.openxmlformats.org/drawingml/2006/main" noChangeAspect="1"/>
          </p:cNvPicPr>
          <p:nvPr/>
        </p:nvPicPr>
        <p:blipFill>
          <a:blip xmlns:r="http://schemas.openxmlformats.org/officeDocument/2006/relationships" xmlns:a="http://schemas.openxmlformats.org/drawingml/2006/main" r:embed="R5217d916d163438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4D7F6E0-C38C-4306-B4CB-984CC8795C5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C014906-7C34-48A2-AAAC-7572C5A3FED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E138456-20B7-41C9-8045-201CB58516D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37FE5E2-A932-44E6-8963-499D9897779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F6B6A74-B643-4067-9650-5B4D1965B2B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2160872D-2970-4932-9C09-74B85C91BF73}"/>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AA1FADEA-522F-4642-B712-009732147229}"/>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4D63291-4430-4AD4-8DF2-79B0D0BC2D87}"/>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E55E230-1155-48B4-B145-2EB89189142F}"/>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5D81664-45D6-4E48-86A3-0EA6915DB0EF}"/>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9A1BAFE-4376-46CB-B151-170A7B34AB19}"/>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1057219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9D3CE29D-4269-49A3-9430-C9CE229B1941}"/>
              </a:ext>
            </a:extLst>
          </p:cNvPr>
          <p:cNvPicPr>
            <a:picLocks xmlns:a="http://schemas.openxmlformats.org/drawingml/2006/main" noChangeAspect="1"/>
          </p:cNvPicPr>
          <p:nvPr/>
        </p:nvPicPr>
        <p:blipFill>
          <a:blip xmlns:r="http://schemas.openxmlformats.org/officeDocument/2006/relationships" xmlns:a="http://schemas.openxmlformats.org/drawingml/2006/main" r:embed="R5e1c6c14f883410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D2B949A-4F74-44AE-91BE-DDC266B3C34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2B59265-F164-4D9A-B38A-1D19087207A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62F975B-0C55-447E-A106-0342B9C3121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E742DA2-3E19-4347-9250-24030DA51BA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087ECBF-7B68-4736-9D2C-6F0F89E79C9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2A7968F6-3BED-4CB3-A726-AEFDDB44BD31}"/>
              </a:ext>
            </a:extLst>
          </p:cNvPr>
          <p:cNvSpPr>
            <a:spLocks xmlns:a="http://schemas.openxmlformats.org/drawingml/2006/main" noGrp="1"/>
          </p:cNvSpPr>
          <p:nvPr/>
        </p:nvSpPr>
        <p:spPr>
          <a:xfrm xmlns:a="http://schemas.openxmlformats.org/drawingml/2006/main">
            <a:off x="2095500" y="42100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두 단계의 합</a:t>
            </a:r>
          </a:p>
        </p:txBody>
      </p:sp>
      <p:sp>
        <p:nvSpPr>
          <p:cNvPr id="8" name="반응식·수식">
            <a:extLst xmlns:a="http://schemas.openxmlformats.org/drawingml/2006/main">
              <a:ext uri="{FF2B5EF4-FFF2-40B4-BE49-F238E27FC236}">
                <a16:creationId xmlns:a16="http://schemas.microsoft.com/office/drawing/2014/main" id="{E59A6E50-7808-4F3A-81B9-6CB9968B003D}"/>
              </a:ext>
            </a:extLst>
          </p:cNvPr>
          <p:cNvSpPr>
            <a:spLocks xmlns:a="http://schemas.openxmlformats.org/drawingml/2006/main" noGrp="1"/>
          </p:cNvSpPr>
          <p:nvPr/>
        </p:nvSpPr>
        <p:spPr>
          <a:xfrm xmlns:a="http://schemas.openxmlformats.org/drawingml/2006/main">
            <a:off x="2095500" y="4895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000000"/>
                </a:solidFill>
                <a:latin typeface="Pretendard"/>
                <a:ea typeface="Pretendard"/>
                <a:cs typeface="Pretendard"/>
              </a:defRPr>
            </a:defPPr>
            <a:lvl1pPr algn="l">
              <a:defRPr sz="4275" b="0">
                <a:solidFill>
                  <a:srgbClr val="000000"/>
                </a:solidFill>
                <a:latin typeface="Pretendard"/>
                <a:ea typeface="Pretendard"/>
                <a:cs typeface="Pretendard"/>
              </a:defRPr>
            </a:lvl1pPr>
            <a:lvl2pPr algn="l">
              <a:defRPr sz="4275" b="0">
                <a:solidFill>
                  <a:srgbClr val="000000"/>
                </a:solidFill>
                <a:latin typeface="Pretendard"/>
                <a:ea typeface="Pretendard"/>
                <a:cs typeface="Pretendard"/>
              </a:defRPr>
            </a:lvl2pPr>
            <a:lvl3pPr algn="l">
              <a:defRPr sz="4275" b="0">
                <a:solidFill>
                  <a:srgbClr val="000000"/>
                </a:solidFill>
                <a:latin typeface="Pretendard"/>
                <a:ea typeface="Pretendard"/>
                <a:cs typeface="Pretendard"/>
              </a:defRPr>
            </a:lvl3pPr>
            <a:lvl4pPr algn="l">
              <a:defRPr sz="4275" b="0">
                <a:solidFill>
                  <a:srgbClr val="000000"/>
                </a:solidFill>
                <a:latin typeface="Pretendard"/>
                <a:ea typeface="Pretendard"/>
                <a:cs typeface="Pretendard"/>
              </a:defRPr>
            </a:lvl4pPr>
            <a:lvl5pPr algn="l">
              <a:defRPr sz="4275" b="0">
                <a:solidFill>
                  <a:srgbClr val="000000"/>
                </a:solidFill>
                <a:latin typeface="Pretendard"/>
                <a:ea typeface="Pretendard"/>
                <a:cs typeface="Pretendard"/>
              </a:defRPr>
            </a:lvl5pPr>
            <a:lvl6pPr algn="l">
              <a:defRPr sz="4275" b="0">
                <a:solidFill>
                  <a:srgbClr val="000000"/>
                </a:solidFill>
                <a:latin typeface="Pretendard"/>
                <a:ea typeface="Pretendard"/>
                <a:cs typeface="Pretendard"/>
              </a:defRPr>
            </a:lvl6pPr>
            <a:lvl7pPr algn="l">
              <a:defRPr sz="4275" b="0">
                <a:solidFill>
                  <a:srgbClr val="000000"/>
                </a:solidFill>
                <a:latin typeface="Pretendard"/>
                <a:ea typeface="Pretendard"/>
                <a:cs typeface="Pretendard"/>
              </a:defRPr>
            </a:lvl7pPr>
            <a:lvl8pPr algn="l">
              <a:defRPr sz="4275" b="0">
                <a:solidFill>
                  <a:srgbClr val="000000"/>
                </a:solidFill>
                <a:latin typeface="Pretendard"/>
                <a:ea typeface="Pretendard"/>
                <a:cs typeface="Pretendard"/>
              </a:defRPr>
            </a:lvl8pPr>
            <a:lvl9pPr algn="l">
              <a:defRPr sz="4275" b="0">
                <a:solidFill>
                  <a:srgbClr val="000000"/>
                </a:solidFill>
                <a:latin typeface="Pretendard"/>
                <a:ea typeface="Pretendard"/>
                <a:cs typeface="Pretendard"/>
              </a:defRPr>
            </a:lvl9pPr>
          </a:lstStyle>
          <a:p xmlns:a="http://schemas.openxmlformats.org/drawingml/2006/main">
            <a:pPr algn="l">
              <a:defRPr sz="4275" b="0">
                <a:solidFill>
                  <a:srgbClr val="000000"/>
                </a:solidFill>
                <a:latin typeface="Pretendard"/>
                <a:ea typeface="Pretendard"/>
                <a:cs typeface="Pretendard"/>
              </a:defRPr>
            </a:pPr>
            <a:r>
              <a:t>−41.50 + (−52.25)</a:t>
            </a:r>
          </a:p>
        </p:txBody>
      </p:sp>
      <p:sp>
        <p:nvSpPr>
          <p:cNvPr id="9" name="text">
            <a:extLst xmlns:a="http://schemas.openxmlformats.org/drawingml/2006/main">
              <a:ext uri="{FF2B5EF4-FFF2-40B4-BE49-F238E27FC236}">
                <a16:creationId xmlns:a16="http://schemas.microsoft.com/office/drawing/2014/main" id="{1E4C1FA5-B6A1-40BA-B3F6-91A6F10233EC}"/>
              </a:ext>
            </a:extLst>
          </p:cNvPr>
          <p:cNvSpPr>
            <a:spLocks xmlns:a="http://schemas.openxmlformats.org/drawingml/2006/main" noGrp="1"/>
          </p:cNvSpPr>
          <p:nvPr/>
        </p:nvSpPr>
        <p:spPr>
          <a:xfrm xmlns:a="http://schemas.openxmlformats.org/drawingml/2006/main">
            <a:off x="2095500" y="5676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100" b="1">
                <a:solidFill>
                  <a:srgbClr val="57962F"/>
                </a:solidFill>
                <a:latin typeface="Pretendard"/>
                <a:ea typeface="Pretendard"/>
                <a:cs typeface="Pretendard"/>
              </a:defRPr>
            </a:defPPr>
            <a:lvl1pPr algn="l">
              <a:defRPr sz="5100" b="1">
                <a:solidFill>
                  <a:srgbClr val="57962F"/>
                </a:solidFill>
                <a:latin typeface="Pretendard"/>
                <a:ea typeface="Pretendard"/>
                <a:cs typeface="Pretendard"/>
              </a:defRPr>
            </a:lvl1pPr>
            <a:lvl2pPr algn="l">
              <a:defRPr sz="5100" b="1">
                <a:solidFill>
                  <a:srgbClr val="57962F"/>
                </a:solidFill>
                <a:latin typeface="Pretendard"/>
                <a:ea typeface="Pretendard"/>
                <a:cs typeface="Pretendard"/>
              </a:defRPr>
            </a:lvl2pPr>
            <a:lvl3pPr algn="l">
              <a:defRPr sz="5100" b="1">
                <a:solidFill>
                  <a:srgbClr val="57962F"/>
                </a:solidFill>
                <a:latin typeface="Pretendard"/>
                <a:ea typeface="Pretendard"/>
                <a:cs typeface="Pretendard"/>
              </a:defRPr>
            </a:lvl3pPr>
            <a:lvl4pPr algn="l">
              <a:defRPr sz="5100" b="1">
                <a:solidFill>
                  <a:srgbClr val="57962F"/>
                </a:solidFill>
                <a:latin typeface="Pretendard"/>
                <a:ea typeface="Pretendard"/>
                <a:cs typeface="Pretendard"/>
              </a:defRPr>
            </a:lvl4pPr>
            <a:lvl5pPr algn="l">
              <a:defRPr sz="5100" b="1">
                <a:solidFill>
                  <a:srgbClr val="57962F"/>
                </a:solidFill>
                <a:latin typeface="Pretendard"/>
                <a:ea typeface="Pretendard"/>
                <a:cs typeface="Pretendard"/>
              </a:defRPr>
            </a:lvl5pPr>
            <a:lvl6pPr algn="l">
              <a:defRPr sz="5100" b="1">
                <a:solidFill>
                  <a:srgbClr val="57962F"/>
                </a:solidFill>
                <a:latin typeface="Pretendard"/>
                <a:ea typeface="Pretendard"/>
                <a:cs typeface="Pretendard"/>
              </a:defRPr>
            </a:lvl6pPr>
            <a:lvl7pPr algn="l">
              <a:defRPr sz="5100" b="1">
                <a:solidFill>
                  <a:srgbClr val="57962F"/>
                </a:solidFill>
                <a:latin typeface="Pretendard"/>
                <a:ea typeface="Pretendard"/>
                <a:cs typeface="Pretendard"/>
              </a:defRPr>
            </a:lvl7pPr>
            <a:lvl8pPr algn="l">
              <a:defRPr sz="5100" b="1">
                <a:solidFill>
                  <a:srgbClr val="57962F"/>
                </a:solidFill>
                <a:latin typeface="Pretendard"/>
                <a:ea typeface="Pretendard"/>
                <a:cs typeface="Pretendard"/>
              </a:defRPr>
            </a:lvl8pPr>
            <a:lvl9pPr algn="l">
              <a:defRPr sz="5100" b="1">
                <a:solidFill>
                  <a:srgbClr val="57962F"/>
                </a:solidFill>
                <a:latin typeface="Pretendard"/>
                <a:ea typeface="Pretendard"/>
                <a:cs typeface="Pretendard"/>
              </a:defRPr>
            </a:lvl9pPr>
          </a:lstStyle>
          <a:p xmlns:a="http://schemas.openxmlformats.org/drawingml/2006/main">
            <a:pPr algn="l">
              <a:defRPr sz="5100" b="1">
                <a:solidFill>
                  <a:srgbClr val="57962F"/>
                </a:solidFill>
                <a:latin typeface="Pretendard"/>
                <a:ea typeface="Pretendard"/>
                <a:cs typeface="Pretendard"/>
              </a:defRPr>
            </a:pPr>
            <a:r>
              <a:rPr sz="5100" b="1">
                <a:solidFill>
                  <a:srgbClr val="57962F"/>
                </a:solidFill>
                <a:latin typeface="Pretendard"/>
                <a:ea typeface="Pretendard"/>
                <a:cs typeface="Pretendard"/>
              </a:rPr>
              <a:t>= −93.75 kJ/mol</a:t>
            </a:r>
          </a:p>
        </p:txBody>
      </p:sp>
      <p:sp>
        <p:nvSpPr>
          <p:cNvPr id="10" name="text">
            <a:extLst xmlns:a="http://schemas.openxmlformats.org/drawingml/2006/main">
              <a:ext uri="{FF2B5EF4-FFF2-40B4-BE49-F238E27FC236}">
                <a16:creationId xmlns:a16="http://schemas.microsoft.com/office/drawing/2014/main" id="{62D8E66D-A54A-434C-9F93-F3591C21747A}"/>
              </a:ext>
            </a:extLst>
          </p:cNvPr>
          <p:cNvSpPr>
            <a:spLocks xmlns:a="http://schemas.openxmlformats.org/drawingml/2006/main" noGrp="1"/>
          </p:cNvSpPr>
          <p:nvPr/>
        </p:nvSpPr>
        <p:spPr>
          <a:xfrm xmlns:a="http://schemas.openxmlformats.org/drawingml/2006/main">
            <a:off x="2095500" y="69532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직접 반응</a:t>
            </a:r>
          </a:p>
        </p:txBody>
      </p:sp>
      <p:sp>
        <p:nvSpPr>
          <p:cNvPr id="11" name="text">
            <a:extLst xmlns:a="http://schemas.openxmlformats.org/drawingml/2006/main">
              <a:ext uri="{FF2B5EF4-FFF2-40B4-BE49-F238E27FC236}">
                <a16:creationId xmlns:a16="http://schemas.microsoft.com/office/drawing/2014/main" id="{2C256DA7-0B68-4E41-8736-B44370396CE7}"/>
              </a:ext>
            </a:extLst>
          </p:cNvPr>
          <p:cNvSpPr>
            <a:spLocks xmlns:a="http://schemas.openxmlformats.org/drawingml/2006/main" noGrp="1"/>
          </p:cNvSpPr>
          <p:nvPr/>
        </p:nvSpPr>
        <p:spPr>
          <a:xfrm xmlns:a="http://schemas.openxmlformats.org/drawingml/2006/main">
            <a:off x="2095500" y="76295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100" b="1">
                <a:solidFill>
                  <a:srgbClr val="000000"/>
                </a:solidFill>
                <a:latin typeface="Pretendard"/>
                <a:ea typeface="Pretendard"/>
                <a:cs typeface="Pretendard"/>
              </a:defRPr>
            </a:defPPr>
            <a:lvl1pPr algn="l">
              <a:defRPr sz="5100" b="1">
                <a:solidFill>
                  <a:srgbClr val="000000"/>
                </a:solidFill>
                <a:latin typeface="Pretendard"/>
                <a:ea typeface="Pretendard"/>
                <a:cs typeface="Pretendard"/>
              </a:defRPr>
            </a:lvl1pPr>
            <a:lvl2pPr algn="l">
              <a:defRPr sz="5100" b="1">
                <a:solidFill>
                  <a:srgbClr val="000000"/>
                </a:solidFill>
                <a:latin typeface="Pretendard"/>
                <a:ea typeface="Pretendard"/>
                <a:cs typeface="Pretendard"/>
              </a:defRPr>
            </a:lvl2pPr>
            <a:lvl3pPr algn="l">
              <a:defRPr sz="5100" b="1">
                <a:solidFill>
                  <a:srgbClr val="000000"/>
                </a:solidFill>
                <a:latin typeface="Pretendard"/>
                <a:ea typeface="Pretendard"/>
                <a:cs typeface="Pretendard"/>
              </a:defRPr>
            </a:lvl3pPr>
            <a:lvl4pPr algn="l">
              <a:defRPr sz="5100" b="1">
                <a:solidFill>
                  <a:srgbClr val="000000"/>
                </a:solidFill>
                <a:latin typeface="Pretendard"/>
                <a:ea typeface="Pretendard"/>
                <a:cs typeface="Pretendard"/>
              </a:defRPr>
            </a:lvl4pPr>
            <a:lvl5pPr algn="l">
              <a:defRPr sz="5100" b="1">
                <a:solidFill>
                  <a:srgbClr val="000000"/>
                </a:solidFill>
                <a:latin typeface="Pretendard"/>
                <a:ea typeface="Pretendard"/>
                <a:cs typeface="Pretendard"/>
              </a:defRPr>
            </a:lvl5pPr>
            <a:lvl6pPr algn="l">
              <a:defRPr sz="5100" b="1">
                <a:solidFill>
                  <a:srgbClr val="000000"/>
                </a:solidFill>
                <a:latin typeface="Pretendard"/>
                <a:ea typeface="Pretendard"/>
                <a:cs typeface="Pretendard"/>
              </a:defRPr>
            </a:lvl6pPr>
            <a:lvl7pPr algn="l">
              <a:defRPr sz="5100" b="1">
                <a:solidFill>
                  <a:srgbClr val="000000"/>
                </a:solidFill>
                <a:latin typeface="Pretendard"/>
                <a:ea typeface="Pretendard"/>
                <a:cs typeface="Pretendard"/>
              </a:defRPr>
            </a:lvl7pPr>
            <a:lvl8pPr algn="l">
              <a:defRPr sz="5100" b="1">
                <a:solidFill>
                  <a:srgbClr val="000000"/>
                </a:solidFill>
                <a:latin typeface="Pretendard"/>
                <a:ea typeface="Pretendard"/>
                <a:cs typeface="Pretendard"/>
              </a:defRPr>
            </a:lvl8pPr>
            <a:lvl9pPr algn="l">
              <a:defRPr sz="5100" b="1">
                <a:solidFill>
                  <a:srgbClr val="000000"/>
                </a:solidFill>
                <a:latin typeface="Pretendard"/>
                <a:ea typeface="Pretendard"/>
                <a:cs typeface="Pretendard"/>
              </a:defRPr>
            </a:lvl9pPr>
          </a:lstStyle>
          <a:p xmlns:a="http://schemas.openxmlformats.org/drawingml/2006/main">
            <a:pPr algn="l">
              <a:defRPr sz="5100" b="1">
                <a:solidFill>
                  <a:srgbClr val="000000"/>
                </a:solidFill>
                <a:latin typeface="Pretendard"/>
                <a:ea typeface="Pretendard"/>
                <a:cs typeface="Pretendard"/>
              </a:defRPr>
            </a:pPr>
            <a:r>
              <a:rPr sz="5100" b="1">
                <a:solidFill>
                  <a:srgbClr val="000000"/>
                </a:solidFill>
                <a:latin typeface="Pretendard"/>
                <a:ea typeface="Pretendard"/>
                <a:cs typeface="Pretendard"/>
              </a:rPr>
              <a:t>−94.25 kJ/mol</a:t>
            </a:r>
          </a:p>
        </p:txBody>
      </p:sp>
      <p:pic>
        <p:nvPicPr>
          <p:cNvPr id="12" name="">
            <a:extLst xmlns:a="http://schemas.openxmlformats.org/drawingml/2006/main">
              <a:ext uri="{FF2B5EF4-FFF2-40B4-BE49-F238E27FC236}">
                <a16:creationId xmlns:a16="http://schemas.microsoft.com/office/drawing/2014/main" id="{234157CA-A966-4ABB-BB44-FDA1E267FBE6}"/>
              </a:ext>
            </a:extLst>
          </p:cNvPr>
          <p:cNvPicPr>
            <a:picLocks xmlns:a="http://schemas.openxmlformats.org/drawingml/2006/main" noChangeAspect="1"/>
          </p:cNvPicPr>
          <p:nvPr/>
        </p:nvPicPr>
        <p:blipFill>
          <a:blip xmlns:r="http://schemas.openxmlformats.org/officeDocument/2006/relationships" xmlns:a="http://schemas.openxmlformats.org/drawingml/2006/main" r:embed="Rb78f023058114676"/>
          <a:stretch xmlns:a="http://schemas.openxmlformats.org/drawingml/2006/main"/>
        </p:blipFill>
        <p:spPr>
          <a:xfrm xmlns:a="http://schemas.openxmlformats.org/drawingml/2006/main">
            <a:off x="14675927" y="5810250"/>
            <a:ext cx="1652021" cy="2762250"/>
          </a:xfrm>
          <a:prstGeom xmlns:a="http://schemas.openxmlformats.org/drawingml/2006/main" prst="rect">
            <a:avLst/>
          </a:prstGeom>
        </p:spPr>
      </p:pic>
      <p:sp>
        <p:nvSpPr>
          <p:cNvPr id="13" name="참조 R03-22 여백 있는 말풍선">
            <a:extLst xmlns:a="http://schemas.openxmlformats.org/drawingml/2006/main">
              <a:ext uri="{FF2B5EF4-FFF2-40B4-BE49-F238E27FC236}">
                <a16:creationId xmlns:a16="http://schemas.microsoft.com/office/drawing/2014/main" id="{4959008C-F446-4A72-A420-5CD2499C7D09}"/>
              </a:ext>
            </a:extLst>
          </p:cNvPr>
          <p:cNvSpPr>
            <a:spLocks xmlns:a="http://schemas.openxmlformats.org/drawingml/2006/main" noGrp="1"/>
          </p:cNvSpPr>
          <p:nvPr/>
        </p:nvSpPr>
        <p:spPr>
          <a:xfrm xmlns:a="http://schemas.openxmlformats.org/drawingml/2006/main">
            <a:off x="13287375" y="4000500"/>
            <a:ext cx="4048125"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14" name="인물 발화 연결 꼬리">
            <a:extLst xmlns:a="http://schemas.openxmlformats.org/drawingml/2006/main">
              <a:ext uri="{FF2B5EF4-FFF2-40B4-BE49-F238E27FC236}">
                <a16:creationId xmlns:a16="http://schemas.microsoft.com/office/drawing/2014/main" id="{1410D305-E318-47C7-9602-9C4F31C9E050}"/>
              </a:ext>
            </a:extLst>
          </p:cNvPr>
          <p:cNvSpPr>
            <a:spLocks xmlns:a="http://schemas.openxmlformats.org/drawingml/2006/main" noGrp="1"/>
          </p:cNvSpPr>
          <p:nvPr/>
        </p:nvSpPr>
        <p:spPr>
          <a:xfrm xmlns:a="http://schemas.openxmlformats.org/drawingml/2006/main">
            <a:off x="15716250" y="54006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5" name="캐릭터 질문 1">
            <a:extLst xmlns:a="http://schemas.openxmlformats.org/drawingml/2006/main">
              <a:ext uri="{FF2B5EF4-FFF2-40B4-BE49-F238E27FC236}">
                <a16:creationId xmlns:a16="http://schemas.microsoft.com/office/drawing/2014/main" id="{5F6A9C39-2635-4677-A8AC-5AAD6B0B9825}"/>
              </a:ext>
            </a:extLst>
          </p:cNvPr>
          <p:cNvSpPr>
            <a:spLocks xmlns:a="http://schemas.openxmlformats.org/drawingml/2006/main" noGrp="1"/>
          </p:cNvSpPr>
          <p:nvPr/>
        </p:nvSpPr>
        <p:spPr>
          <a:xfrm xmlns:a="http://schemas.openxmlformats.org/drawingml/2006/main">
            <a:off x="13515975" y="4229100"/>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두 경로의 실험값은</a:t>
            </a:r>
          </a:p>
        </p:txBody>
      </p:sp>
      <p:sp>
        <p:nvSpPr>
          <p:cNvPr id="16" name="캐릭터 질문 2">
            <a:extLst xmlns:a="http://schemas.openxmlformats.org/drawingml/2006/main">
              <a:ext uri="{FF2B5EF4-FFF2-40B4-BE49-F238E27FC236}">
                <a16:creationId xmlns:a16="http://schemas.microsoft.com/office/drawing/2014/main" id="{5222A3F0-BEA5-4DF9-9DA2-0FE606301B84}"/>
              </a:ext>
            </a:extLst>
          </p:cNvPr>
          <p:cNvSpPr>
            <a:spLocks xmlns:a="http://schemas.openxmlformats.org/drawingml/2006/main" noGrp="1"/>
          </p:cNvSpPr>
          <p:nvPr/>
        </p:nvSpPr>
        <p:spPr>
          <a:xfrm xmlns:a="http://schemas.openxmlformats.org/drawingml/2006/main">
            <a:off x="13515975" y="4695825"/>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얼마나 가까울까?</a:t>
            </a:r>
          </a:p>
        </p:txBody>
      </p:sp>
      <p:sp>
        <p:nvSpPr>
          <p:cNvPr id="17" name="해석·결론">
            <a:extLst xmlns:a="http://schemas.openxmlformats.org/drawingml/2006/main">
              <a:ext uri="{FF2B5EF4-FFF2-40B4-BE49-F238E27FC236}">
                <a16:creationId xmlns:a16="http://schemas.microsoft.com/office/drawing/2014/main" id="{7CE13596-A9B9-4AC6-9030-1BD1BC209ED3}"/>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8" name="반응식·수식">
            <a:extLst xmlns:a="http://schemas.openxmlformats.org/drawingml/2006/main">
              <a:ext uri="{FF2B5EF4-FFF2-40B4-BE49-F238E27FC236}">
                <a16:creationId xmlns:a16="http://schemas.microsoft.com/office/drawing/2014/main" id="{031CA37D-2527-4B36-87C4-6432309794CD}"/>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두 결과의 차이: 0.50 kJ/mol</a:t>
            </a:r>
          </a:p>
        </p:txBody>
      </p:sp>
    </p:spTree>
    <p:extLst>
      <p:ext uri="{BB962C8B-B14F-4D97-AF65-F5344CB8AC3E}">
        <p14:creationId xmlns:p14="http://schemas.microsoft.com/office/powerpoint/2010/main" val="131138791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B73A3ADA-5C8E-4C8B-90BF-7CF3A8EFF2E4}"/>
              </a:ext>
            </a:extLst>
          </p:cNvPr>
          <p:cNvPicPr>
            <a:picLocks xmlns:a="http://schemas.openxmlformats.org/drawingml/2006/main" noChangeAspect="1"/>
          </p:cNvPicPr>
          <p:nvPr/>
        </p:nvPicPr>
        <p:blipFill>
          <a:blip xmlns:r="http://schemas.openxmlformats.org/officeDocument/2006/relationships" xmlns:a="http://schemas.openxmlformats.org/drawingml/2006/main" r:embed="R2577912f17b44bf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80CCFB0-0CE2-43BF-B245-D31ED621F1F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BE0FFE0-3188-4F01-BB32-29D80AE6932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9BD04CA-C9D8-4717-BB79-540C98FD089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8A771A8A-994F-44B6-B55A-955B02D94E3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A6B22E06-9919-42E1-84E5-F2BCB1EC48EA}"/>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0A10F6DC-3EE3-4728-8BC2-998436EFA4BC}"/>
              </a:ext>
            </a:extLst>
          </p:cNvPr>
          <p:cNvPicPr>
            <a:picLocks xmlns:a="http://schemas.openxmlformats.org/drawingml/2006/main" noChangeAspect="1"/>
          </p:cNvPicPr>
          <p:nvPr/>
        </p:nvPicPr>
        <p:blipFill>
          <a:blip xmlns:r="http://schemas.openxmlformats.org/officeDocument/2006/relationships" xmlns:a="http://schemas.openxmlformats.org/drawingml/2006/main" r:embed="Rd897cd7b46f1448a"/>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50067D2-7E90-4FEA-8B88-F812F26F6D9E}"/>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B2874608-B096-4FC3-AA47-551BD2E70F9B}"/>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여러 반응을 조합한다.</a:t>
            </a:r>
          </a:p>
        </p:txBody>
      </p:sp>
      <p:sp>
        <p:nvSpPr>
          <p:cNvPr id="10" name="text">
            <a:extLst xmlns:a="http://schemas.openxmlformats.org/drawingml/2006/main">
              <a:ext uri="{FF2B5EF4-FFF2-40B4-BE49-F238E27FC236}">
                <a16:creationId xmlns:a16="http://schemas.microsoft.com/office/drawing/2014/main" id="{833C765D-A8C3-44AB-BCF5-B7F04351BF70}"/>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05AC1D75-2428-4976-B8A2-0E9AD1AE5D1F}"/>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D13D1EB2-30F0-4E4A-9559-253BE50308F6}"/>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C2C77EDD-A637-4332-ABBE-6718514F5160}"/>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50765A26-C922-446B-8309-F69B612CCB13}"/>
              </a:ext>
            </a:extLst>
          </p:cNvPr>
          <p:cNvPicPr>
            <a:picLocks xmlns:a="http://schemas.openxmlformats.org/drawingml/2006/main" noChangeAspect="1"/>
          </p:cNvPicPr>
          <p:nvPr/>
        </p:nvPicPr>
        <p:blipFill>
          <a:blip xmlns:r="http://schemas.openxmlformats.org/officeDocument/2006/relationships" xmlns:a="http://schemas.openxmlformats.org/drawingml/2006/main" r:embed="R57a937b283844892"/>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C822FED8-374E-47E7-8ADF-ED112800531E}"/>
              </a:ext>
            </a:extLst>
          </p:cNvPr>
          <p:cNvPicPr>
            <a:picLocks xmlns:a="http://schemas.openxmlformats.org/drawingml/2006/main" noChangeAspect="1"/>
          </p:cNvPicPr>
          <p:nvPr/>
        </p:nvPicPr>
        <p:blipFill>
          <a:blip xmlns:r="http://schemas.openxmlformats.org/officeDocument/2006/relationships" xmlns:a="http://schemas.openxmlformats.org/drawingml/2006/main" r:embed="Rd271846fdba849de"/>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5EDC4756-803C-4287-AECB-C392469B76FC}"/>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8F612F00-8A27-4E84-9EE0-49A88913C4C0}"/>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69069E12-41C6-4EB6-8BC7-31BC712A659F}"/>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경로로도</a:t>
            </a:r>
          </a:p>
        </p:txBody>
      </p:sp>
      <p:sp>
        <p:nvSpPr>
          <p:cNvPr id="19" name="캐릭터 질문 2">
            <a:extLst xmlns:a="http://schemas.openxmlformats.org/drawingml/2006/main">
              <a:ext uri="{FF2B5EF4-FFF2-40B4-BE49-F238E27FC236}">
                <a16:creationId xmlns:a16="http://schemas.microsoft.com/office/drawing/2014/main" id="{4E0574A6-A4C6-4D3A-8F6E-8AEAE94E51CC}"/>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A1BA0316-26AC-40DD-A660-0AA921B4A870}"/>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B519B7A2-C0C9-4D76-A597-4F710DABB3FE}"/>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984B22D6-2DC4-4BA2-ABDD-D7DC7CF7CB6E}"/>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처음과 끝이</a:t>
            </a:r>
          </a:p>
        </p:txBody>
      </p:sp>
      <p:sp>
        <p:nvSpPr>
          <p:cNvPr id="23" name="캐릭터 질문 2">
            <a:extLst xmlns:a="http://schemas.openxmlformats.org/drawingml/2006/main">
              <a:ext uri="{FF2B5EF4-FFF2-40B4-BE49-F238E27FC236}">
                <a16:creationId xmlns:a16="http://schemas.microsoft.com/office/drawing/2014/main" id="{C9DC7689-DB25-42BA-B9A2-A7EB3482A684}"/>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같으면 가능해!</a:t>
            </a:r>
          </a:p>
        </p:txBody>
      </p:sp>
    </p:spTree>
    <p:extLst>
      <p:ext uri="{BB962C8B-B14F-4D97-AF65-F5344CB8AC3E}">
        <p14:creationId xmlns:p14="http://schemas.microsoft.com/office/powerpoint/2010/main" val="140109066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19698289-95DD-446B-B2FE-5270280A93BD}"/>
              </a:ext>
            </a:extLst>
          </p:cNvPr>
          <p:cNvPicPr>
            <a:picLocks xmlns:a="http://schemas.openxmlformats.org/drawingml/2006/main" noChangeAspect="1"/>
          </p:cNvPicPr>
          <p:nvPr/>
        </p:nvPicPr>
        <p:blipFill>
          <a:blip xmlns:r="http://schemas.openxmlformats.org/officeDocument/2006/relationships" xmlns:a="http://schemas.openxmlformats.org/drawingml/2006/main" r:embed="Re174bb71fa1c477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AB44F1A-333C-4D8D-A741-9158A05B7EF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AAF7DE9-4A73-4531-93B7-C0F5B4B13DA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880199C-6612-4650-8CB0-857EE983937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A2F2C8C7-8D04-4704-B1A6-FDAE87345CA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C5002E94-231A-4990-BD86-5A0B5DDB815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pic>
        <p:nvPicPr>
          <p:cNvPr id="7" name="">
            <a:extLst xmlns:a="http://schemas.openxmlformats.org/drawingml/2006/main">
              <a:ext uri="{FF2B5EF4-FFF2-40B4-BE49-F238E27FC236}">
                <a16:creationId xmlns:a16="http://schemas.microsoft.com/office/drawing/2014/main" id="{EAA89867-DDF4-4A5B-89CB-59CAA38E8087}"/>
              </a:ext>
            </a:extLst>
          </p:cNvPr>
          <p:cNvPicPr>
            <a:picLocks xmlns:a="http://schemas.openxmlformats.org/drawingml/2006/main" noChangeAspect="1"/>
          </p:cNvPicPr>
          <p:nvPr/>
        </p:nvPicPr>
        <p:blipFill>
          <a:blip xmlns:r="http://schemas.openxmlformats.org/officeDocument/2006/relationships" xmlns:a="http://schemas.openxmlformats.org/drawingml/2006/main" r:embed="R472f9adfd70d4614"/>
          <a:stretch xmlns:a="http://schemas.openxmlformats.org/drawingml/2006/main"/>
        </p:blipFill>
        <p:spPr>
          <a:xfrm xmlns:a="http://schemas.openxmlformats.org/drawingml/2006/main">
            <a:off x="1774911" y="5619750"/>
            <a:ext cx="3689177" cy="3762375"/>
          </a:xfrm>
          <a:prstGeom xmlns:a="http://schemas.openxmlformats.org/drawingml/2006/main" prst="rect">
            <a:avLst/>
          </a:prstGeom>
        </p:spPr>
      </p:pic>
      <p:sp>
        <p:nvSpPr>
          <p:cNvPr id="8" name="참조 R03-22 여백 있는 말풍선">
            <a:extLst xmlns:a="http://schemas.openxmlformats.org/drawingml/2006/main">
              <a:ext uri="{FF2B5EF4-FFF2-40B4-BE49-F238E27FC236}">
                <a16:creationId xmlns:a16="http://schemas.microsoft.com/office/drawing/2014/main" id="{3B13C949-CE4D-4684-8629-1E9F82B77675}"/>
              </a:ext>
            </a:extLst>
          </p:cNvPr>
          <p:cNvSpPr>
            <a:spLocks xmlns:a="http://schemas.openxmlformats.org/drawingml/2006/main" noGrp="1"/>
          </p:cNvSpPr>
          <p:nvPr/>
        </p:nvSpPr>
        <p:spPr>
          <a:xfrm xmlns:a="http://schemas.openxmlformats.org/drawingml/2006/main">
            <a:off x="1285875" y="3714750"/>
            <a:ext cx="4572000"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9" name="인물 발화 연결 꼬리">
            <a:extLst xmlns:a="http://schemas.openxmlformats.org/drawingml/2006/main">
              <a:ext uri="{FF2B5EF4-FFF2-40B4-BE49-F238E27FC236}">
                <a16:creationId xmlns:a16="http://schemas.microsoft.com/office/drawing/2014/main" id="{1F5F8F57-DAC3-44B7-BCF0-524961C5E389}"/>
              </a:ext>
            </a:extLst>
          </p:cNvPr>
          <p:cNvSpPr>
            <a:spLocks xmlns:a="http://schemas.openxmlformats.org/drawingml/2006/main" noGrp="1"/>
          </p:cNvSpPr>
          <p:nvPr/>
        </p:nvSpPr>
        <p:spPr>
          <a:xfrm xmlns:a="http://schemas.openxmlformats.org/drawingml/2006/main">
            <a:off x="3571875" y="51149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0" name="캐릭터 질문 1">
            <a:extLst xmlns:a="http://schemas.openxmlformats.org/drawingml/2006/main">
              <a:ext uri="{FF2B5EF4-FFF2-40B4-BE49-F238E27FC236}">
                <a16:creationId xmlns:a16="http://schemas.microsoft.com/office/drawing/2014/main" id="{328E83E0-B0FF-4626-B841-0EC2E06A0AA8}"/>
              </a:ext>
            </a:extLst>
          </p:cNvPr>
          <p:cNvSpPr>
            <a:spLocks xmlns:a="http://schemas.openxmlformats.org/drawingml/2006/main" noGrp="1"/>
          </p:cNvSpPr>
          <p:nvPr/>
        </p:nvSpPr>
        <p:spPr>
          <a:xfrm xmlns:a="http://schemas.openxmlformats.org/drawingml/2006/main">
            <a:off x="1514475" y="3943350"/>
            <a:ext cx="4114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식과 그래프를 근거로</a:t>
            </a:r>
          </a:p>
        </p:txBody>
      </p:sp>
      <p:sp>
        <p:nvSpPr>
          <p:cNvPr id="11" name="캐릭터 질문 2">
            <a:extLst xmlns:a="http://schemas.openxmlformats.org/drawingml/2006/main">
              <a:ext uri="{FF2B5EF4-FFF2-40B4-BE49-F238E27FC236}">
                <a16:creationId xmlns:a16="http://schemas.microsoft.com/office/drawing/2014/main" id="{C9260D6F-5439-42F9-A644-B33EA45384AF}"/>
              </a:ext>
            </a:extLst>
          </p:cNvPr>
          <p:cNvSpPr>
            <a:spLocks xmlns:a="http://schemas.openxmlformats.org/drawingml/2006/main" noGrp="1"/>
          </p:cNvSpPr>
          <p:nvPr/>
        </p:nvSpPr>
        <p:spPr>
          <a:xfrm xmlns:a="http://schemas.openxmlformats.org/drawingml/2006/main">
            <a:off x="1514475" y="4410075"/>
            <a:ext cx="4114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이유를 설명해 보자.</a:t>
            </a:r>
          </a:p>
        </p:txBody>
      </p:sp>
      <p:sp>
        <p:nvSpPr>
          <p:cNvPr id="12" name="R03-38 확인 목록 영역">
            <a:extLst xmlns:a="http://schemas.openxmlformats.org/drawingml/2006/main">
              <a:ext uri="{FF2B5EF4-FFF2-40B4-BE49-F238E27FC236}">
                <a16:creationId xmlns:a16="http://schemas.microsoft.com/office/drawing/2014/main" id="{D82BEE4C-72D2-4CF8-90A8-21CE9C8F04A7}"/>
              </a:ext>
            </a:extLst>
          </p:cNvPr>
          <p:cNvSpPr>
            <a:spLocks xmlns:a="http://schemas.openxmlformats.org/drawingml/2006/main" noGrp="1"/>
          </p:cNvSpPr>
          <p:nvPr/>
        </p:nvSpPr>
        <p:spPr>
          <a:xfrm xmlns:a="http://schemas.openxmlformats.org/drawingml/2006/main">
            <a:off x="6667500" y="3933825"/>
            <a:ext cx="10668000" cy="5276850"/>
          </a:xfrm>
          <a:prstGeom xmlns:a="http://schemas.openxmlformats.org/drawingml/2006/main" prst="roundRect">
            <a:avLst>
              <a:gd name="adj" fmla="val 5054"/>
            </a:avLst>
          </a:prstGeom>
          <a:solidFill xmlns:a="http://schemas.openxmlformats.org/drawingml/2006/main">
            <a:srgbClr val="F5F5F5"/>
          </a:solidFill>
          <a:ln xmlns:a="http://schemas.openxmlformats.org/drawingml/2006/main" w="0">
            <a:noFill/>
          </a:ln>
        </p:spPr>
      </p:sp>
      <p:sp>
        <p:nvSpPr>
          <p:cNvPr id="13" name="R03-38 확인 칸">
            <a:extLst xmlns:a="http://schemas.openxmlformats.org/drawingml/2006/main">
              <a:ext uri="{FF2B5EF4-FFF2-40B4-BE49-F238E27FC236}">
                <a16:creationId xmlns:a16="http://schemas.microsoft.com/office/drawing/2014/main" id="{75A64064-D997-4A19-9163-507B65A0CF49}"/>
              </a:ext>
            </a:extLst>
          </p:cNvPr>
          <p:cNvSpPr>
            <a:spLocks xmlns:a="http://schemas.openxmlformats.org/drawingml/2006/main" noGrp="1"/>
          </p:cNvSpPr>
          <p:nvPr/>
        </p:nvSpPr>
        <p:spPr>
          <a:xfrm xmlns:a="http://schemas.openxmlformats.org/drawingml/2006/main">
            <a:off x="6972300" y="433387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4" name="rich">
            <a:extLst xmlns:a="http://schemas.openxmlformats.org/drawingml/2006/main">
              <a:ext uri="{FF2B5EF4-FFF2-40B4-BE49-F238E27FC236}">
                <a16:creationId xmlns:a16="http://schemas.microsoft.com/office/drawing/2014/main" id="{2DE64FCD-CBF3-489E-AD90-72E16BA6FA84}"/>
              </a:ext>
            </a:extLst>
          </p:cNvPr>
          <p:cNvSpPr>
            <a:spLocks xmlns:a="http://schemas.openxmlformats.org/drawingml/2006/main" noGrp="1"/>
          </p:cNvSpPr>
          <p:nvPr/>
        </p:nvSpPr>
        <p:spPr>
          <a:xfrm xmlns:a="http://schemas.openxmlformats.org/drawingml/2006/main">
            <a:off x="7620000" y="421957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CO 생성 반응</a:t>
            </a:r>
          </a:p>
        </p:txBody>
      </p:sp>
      <p:sp>
        <p:nvSpPr>
          <p:cNvPr id="15" name="rich">
            <a:extLst xmlns:a="http://schemas.openxmlformats.org/drawingml/2006/main">
              <a:ext uri="{FF2B5EF4-FFF2-40B4-BE49-F238E27FC236}">
                <a16:creationId xmlns:a16="http://schemas.microsoft.com/office/drawing/2014/main" id="{5BEAC56E-3BA9-4651-BBE1-0F0A9DC20C5C}"/>
              </a:ext>
            </a:extLst>
          </p:cNvPr>
          <p:cNvSpPr>
            <a:spLocks xmlns:a="http://schemas.openxmlformats.org/drawingml/2006/main" noGrp="1"/>
          </p:cNvSpPr>
          <p:nvPr/>
        </p:nvSpPr>
        <p:spPr>
          <a:xfrm xmlns:a="http://schemas.openxmlformats.org/drawingml/2006/main">
            <a:off x="7620000" y="483870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₂가 되는 까닭은?</a:t>
            </a:r>
          </a:p>
        </p:txBody>
      </p:sp>
      <p:sp>
        <p:nvSpPr>
          <p:cNvPr id="16" name="R03-38 확인 칸">
            <a:extLst xmlns:a="http://schemas.openxmlformats.org/drawingml/2006/main">
              <a:ext uri="{FF2B5EF4-FFF2-40B4-BE49-F238E27FC236}">
                <a16:creationId xmlns:a16="http://schemas.microsoft.com/office/drawing/2014/main" id="{B34DD17F-426E-4C86-9027-160D7969A4A4}"/>
              </a:ext>
            </a:extLst>
          </p:cNvPr>
          <p:cNvSpPr>
            <a:spLocks xmlns:a="http://schemas.openxmlformats.org/drawingml/2006/main" noGrp="1"/>
          </p:cNvSpPr>
          <p:nvPr/>
        </p:nvSpPr>
        <p:spPr>
          <a:xfrm xmlns:a="http://schemas.openxmlformats.org/drawingml/2006/main">
            <a:off x="6972300" y="59531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7" name="rich">
            <a:extLst xmlns:a="http://schemas.openxmlformats.org/drawingml/2006/main">
              <a:ext uri="{FF2B5EF4-FFF2-40B4-BE49-F238E27FC236}">
                <a16:creationId xmlns:a16="http://schemas.microsoft.com/office/drawing/2014/main" id="{258C14D0-3C79-410D-A010-4FE6F4AA3363}"/>
              </a:ext>
            </a:extLst>
          </p:cNvPr>
          <p:cNvSpPr>
            <a:spLocks xmlns:a="http://schemas.openxmlformats.org/drawingml/2006/main" noGrp="1"/>
          </p:cNvSpPr>
          <p:nvPr/>
        </p:nvSpPr>
        <p:spPr>
          <a:xfrm xmlns:a="http://schemas.openxmlformats.org/drawingml/2006/main">
            <a:off x="7620000" y="58388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물의 기화</a:t>
            </a:r>
          </a:p>
        </p:txBody>
      </p:sp>
      <p:sp>
        <p:nvSpPr>
          <p:cNvPr id="18" name="rich">
            <a:extLst xmlns:a="http://schemas.openxmlformats.org/drawingml/2006/main">
              <a:ext uri="{FF2B5EF4-FFF2-40B4-BE49-F238E27FC236}">
                <a16:creationId xmlns:a16="http://schemas.microsoft.com/office/drawing/2014/main" id="{AB0EF6DD-C774-4733-9C1E-52B3810F88B2}"/>
              </a:ext>
            </a:extLst>
          </p:cNvPr>
          <p:cNvSpPr>
            <a:spLocks xmlns:a="http://schemas.openxmlformats.org/drawingml/2006/main" noGrp="1"/>
          </p:cNvSpPr>
          <p:nvPr/>
        </p:nvSpPr>
        <p:spPr>
          <a:xfrm xmlns:a="http://schemas.openxmlformats.org/drawingml/2006/main">
            <a:off x="7620000" y="64579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의 부호를 근거와 함께 설명하시오.</a:t>
            </a:r>
          </a:p>
        </p:txBody>
      </p:sp>
      <p:sp>
        <p:nvSpPr>
          <p:cNvPr id="19" name="R03-38 확인 칸">
            <a:extLst xmlns:a="http://schemas.openxmlformats.org/drawingml/2006/main">
              <a:ext uri="{FF2B5EF4-FFF2-40B4-BE49-F238E27FC236}">
                <a16:creationId xmlns:a16="http://schemas.microsoft.com/office/drawing/2014/main" id="{D576AC2A-E85C-4C89-A2BB-648FA180386F}"/>
              </a:ext>
            </a:extLst>
          </p:cNvPr>
          <p:cNvSpPr>
            <a:spLocks xmlns:a="http://schemas.openxmlformats.org/drawingml/2006/main" noGrp="1"/>
          </p:cNvSpPr>
          <p:nvPr/>
        </p:nvSpPr>
        <p:spPr>
          <a:xfrm xmlns:a="http://schemas.openxmlformats.org/drawingml/2006/main">
            <a:off x="6972300" y="757237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20" name="rich">
            <a:extLst xmlns:a="http://schemas.openxmlformats.org/drawingml/2006/main">
              <a:ext uri="{FF2B5EF4-FFF2-40B4-BE49-F238E27FC236}">
                <a16:creationId xmlns:a16="http://schemas.microsoft.com/office/drawing/2014/main" id="{85C97A23-6F47-4C78-938C-EABA1BE1B705}"/>
              </a:ext>
            </a:extLst>
          </p:cNvPr>
          <p:cNvSpPr>
            <a:spLocks xmlns:a="http://schemas.openxmlformats.org/drawingml/2006/main" noGrp="1"/>
          </p:cNvSpPr>
          <p:nvPr/>
        </p:nvSpPr>
        <p:spPr>
          <a:xfrm xmlns:a="http://schemas.openxmlformats.org/drawingml/2006/main">
            <a:off x="7620000" y="745807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실험값의 차이</a:t>
            </a:r>
          </a:p>
        </p:txBody>
      </p:sp>
      <p:sp>
        <p:nvSpPr>
          <p:cNvPr id="21" name="rich">
            <a:extLst xmlns:a="http://schemas.openxmlformats.org/drawingml/2006/main">
              <a:ext uri="{FF2B5EF4-FFF2-40B4-BE49-F238E27FC236}">
                <a16:creationId xmlns:a16="http://schemas.microsoft.com/office/drawing/2014/main" id="{0A8DD6A7-1DEF-4301-AA73-9304E3FD9C45}"/>
              </a:ext>
            </a:extLst>
          </p:cNvPr>
          <p:cNvSpPr>
            <a:spLocks xmlns:a="http://schemas.openxmlformats.org/drawingml/2006/main" noGrp="1"/>
          </p:cNvSpPr>
          <p:nvPr/>
        </p:nvSpPr>
        <p:spPr>
          <a:xfrm xmlns:a="http://schemas.openxmlformats.org/drawingml/2006/main">
            <a:off x="7620000" y="807720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두 값이 정확히 같지 않을 수 있는 이유는?</a:t>
            </a:r>
          </a:p>
        </p:txBody>
      </p:sp>
    </p:spTree>
    <p:extLst>
      <p:ext uri="{BB962C8B-B14F-4D97-AF65-F5344CB8AC3E}">
        <p14:creationId xmlns:p14="http://schemas.microsoft.com/office/powerpoint/2010/main" val="7905872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2026-10-27T15:28:56.2260000Z</dcterms:created>
  <dcterms:modified xsi:type="dcterms:W3CDTF">2026-10-27T15:28:56.2260000Z</dcterms:modified>
</coreProperties>
</file>