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a586381b87479c" /><Relationship Type="http://schemas.openxmlformats.org/officeDocument/2006/relationships/extended-properties" Target="/docProps/app.xml" Id="R0e99df7e5cd34ca6" /><Relationship Type="http://schemas.openxmlformats.org/officeDocument/2006/relationships/officeDocument" Target="/ppt/presentation.xml" Id="Rd400288bc1da4ac8" /></Relationships>
</file>

<file path=ppt/presentation.xml><?xml version="1.0" encoding="utf-8"?>
<p:presentation xmlns:p="http://schemas.openxmlformats.org/presentationml/2006/main">
  <p:sldMasterIdLst>
    <p:sldMasterId xmlns:r="http://schemas.openxmlformats.org/officeDocument/2006/relationships" id="2147483648" r:id="R14d220c63ec24bc7"/>
  </p:sldMasterIdLst>
  <p:notesMasterIdLst>
    <p:notesMasterId xmlns:r="http://schemas.openxmlformats.org/officeDocument/2006/relationships" r:id="R835d1c6e824e44b8"/>
  </p:notesMasterIdLst>
  <p:sldIdLst>
    <p:sldId xmlns:r="http://schemas.openxmlformats.org/officeDocument/2006/relationships" id="256" r:id="Refc4ae9eac91465b"/>
    <p:sldId xmlns:r="http://schemas.openxmlformats.org/officeDocument/2006/relationships" id="257" r:id="Ref56068584d644e9"/>
    <p:sldId xmlns:r="http://schemas.openxmlformats.org/officeDocument/2006/relationships" id="258" r:id="R876a8f43750e4247"/>
    <p:sldId xmlns:r="http://schemas.openxmlformats.org/officeDocument/2006/relationships" id="259" r:id="Rcadece1faca34339"/>
    <p:sldId xmlns:r="http://schemas.openxmlformats.org/officeDocument/2006/relationships" id="260" r:id="Rd468cbdca9ac400a"/>
    <p:sldId xmlns:r="http://schemas.openxmlformats.org/officeDocument/2006/relationships" id="261" r:id="Rf28f618437aa4030"/>
    <p:sldId xmlns:r="http://schemas.openxmlformats.org/officeDocument/2006/relationships" id="262" r:id="Rc02eece6b302446e"/>
    <p:sldId xmlns:r="http://schemas.openxmlformats.org/officeDocument/2006/relationships" id="263" r:id="R777151460ed04a44"/>
    <p:sldId xmlns:r="http://schemas.openxmlformats.org/officeDocument/2006/relationships" id="264" r:id="R258fdfb5c4644dfc"/>
    <p:sldId xmlns:r="http://schemas.openxmlformats.org/officeDocument/2006/relationships" id="265" r:id="Rc60232304ebb4eb3"/>
    <p:sldId xmlns:r="http://schemas.openxmlformats.org/officeDocument/2006/relationships" id="266" r:id="Rcbdcb61337b346d2"/>
    <p:sldId xmlns:r="http://schemas.openxmlformats.org/officeDocument/2006/relationships" id="267" r:id="R71a65851f7f84f03"/>
    <p:sldId xmlns:r="http://schemas.openxmlformats.org/officeDocument/2006/relationships" id="268" r:id="R4b68d8413c5c49f2"/>
    <p:sldId xmlns:r="http://schemas.openxmlformats.org/officeDocument/2006/relationships" id="269" r:id="R9b9ff31cacdb4353"/>
    <p:sldId xmlns:r="http://schemas.openxmlformats.org/officeDocument/2006/relationships" id="270" r:id="Rbeb4d7337ac34a2d"/>
    <p:sldId xmlns:r="http://schemas.openxmlformats.org/officeDocument/2006/relationships" id="271" r:id="Re10185c2088c4a7e"/>
    <p:sldId xmlns:r="http://schemas.openxmlformats.org/officeDocument/2006/relationships" id="272" r:id="Rbb133d9b2d69486b"/>
    <p:sldId xmlns:r="http://schemas.openxmlformats.org/officeDocument/2006/relationships" id="273" r:id="R631bf3a11d4a473b"/>
    <p:sldId xmlns:r="http://schemas.openxmlformats.org/officeDocument/2006/relationships" id="274" r:id="R4b035fbd49104547"/>
    <p:sldId xmlns:r="http://schemas.openxmlformats.org/officeDocument/2006/relationships" id="275" r:id="Rc8cb65b9642b456d"/>
    <p:sldId xmlns:r="http://schemas.openxmlformats.org/officeDocument/2006/relationships" id="276" r:id="R9739048b1dcb4ff4"/>
    <p:sldId xmlns:r="http://schemas.openxmlformats.org/officeDocument/2006/relationships" id="277" r:id="R7678f0e14f7747e3"/>
    <p:sldId xmlns:r="http://schemas.openxmlformats.org/officeDocument/2006/relationships" id="278" r:id="Rd338406ef5984c0b"/>
    <p:sldId xmlns:r="http://schemas.openxmlformats.org/officeDocument/2006/relationships" id="279" r:id="R512f8fba91c641f1"/>
    <p:sldId xmlns:r="http://schemas.openxmlformats.org/officeDocument/2006/relationships" id="280" r:id="R5a8b114824f9474d"/>
    <p:sldId xmlns:r="http://schemas.openxmlformats.org/officeDocument/2006/relationships" id="281" r:id="R8b4011eb6db04b95"/>
    <p:sldId xmlns:r="http://schemas.openxmlformats.org/officeDocument/2006/relationships" id="282" r:id="Rd08b34b4c1614811"/>
    <p:sldId xmlns:r="http://schemas.openxmlformats.org/officeDocument/2006/relationships" id="283" r:id="Rd9a5ac8182fe4452"/>
    <p:sldId xmlns:r="http://schemas.openxmlformats.org/officeDocument/2006/relationships" id="284" r:id="Rb7c4e29fe388420d"/>
    <p:sldId xmlns:r="http://schemas.openxmlformats.org/officeDocument/2006/relationships" id="285" r:id="R33d6eca0ce7a41fa"/>
    <p:sldId xmlns:r="http://schemas.openxmlformats.org/officeDocument/2006/relationships" id="286" r:id="R5e4bdb0e1fcb4c7b"/>
    <p:sldId xmlns:r="http://schemas.openxmlformats.org/officeDocument/2006/relationships" id="287" r:id="R84c2b80fde804fd8"/>
    <p:sldId xmlns:r="http://schemas.openxmlformats.org/officeDocument/2006/relationships" id="288" r:id="R4d71e55b92794b7e"/>
    <p:sldId xmlns:r="http://schemas.openxmlformats.org/officeDocument/2006/relationships" id="289" r:id="Rf519dc9677d749f4"/>
    <p:sldId xmlns:r="http://schemas.openxmlformats.org/officeDocument/2006/relationships" id="290" r:id="R5cdb490cb1db40bd"/>
    <p:sldId xmlns:r="http://schemas.openxmlformats.org/officeDocument/2006/relationships" id="291" r:id="R9400a0bcbe854cd8"/>
    <p:sldId xmlns:r="http://schemas.openxmlformats.org/officeDocument/2006/relationships" id="292" r:id="Recd622e9dcab48f2"/>
    <p:sldId xmlns:r="http://schemas.openxmlformats.org/officeDocument/2006/relationships" id="293" r:id="R786164bfc4134cbc"/>
    <p:sldId xmlns:r="http://schemas.openxmlformats.org/officeDocument/2006/relationships" id="294" r:id="R2a70029eb1a849ab"/>
    <p:sldId xmlns:r="http://schemas.openxmlformats.org/officeDocument/2006/relationships" id="295" r:id="R4aa2a19dc0a24867"/>
    <p:sldId xmlns:r="http://schemas.openxmlformats.org/officeDocument/2006/relationships" id="296" r:id="R72259903aed040c6"/>
    <p:sldId xmlns:r="http://schemas.openxmlformats.org/officeDocument/2006/relationships" id="297" r:id="Rdfe78ea4898f4328"/>
    <p:sldId xmlns:r="http://schemas.openxmlformats.org/officeDocument/2006/relationships" id="298" r:id="R661f0a2464714752"/>
    <p:sldId xmlns:r="http://schemas.openxmlformats.org/officeDocument/2006/relationships" id="299" r:id="Racd6c7ca206343e8"/>
    <p:sldId xmlns:r="http://schemas.openxmlformats.org/officeDocument/2006/relationships" id="300" r:id="Ra864a12bfe334dfd"/>
    <p:sldId xmlns:r="http://schemas.openxmlformats.org/officeDocument/2006/relationships" id="301" r:id="R75d02d5a72a04205"/>
    <p:sldId xmlns:r="http://schemas.openxmlformats.org/officeDocument/2006/relationships" id="302" r:id="R393b6ee2b51c4c86"/>
    <p:sldId xmlns:r="http://schemas.openxmlformats.org/officeDocument/2006/relationships" id="303" r:id="Rdb02c2f350a64bbd"/>
    <p:sldId xmlns:r="http://schemas.openxmlformats.org/officeDocument/2006/relationships" id="304" r:id="R94de5d17b9ed4fca"/>
    <p:sldId xmlns:r="http://schemas.openxmlformats.org/officeDocument/2006/relationships" id="305" r:id="Rb2fe249975b54ba4"/>
    <p:sldId xmlns:r="http://schemas.openxmlformats.org/officeDocument/2006/relationships" id="306" r:id="Re464561467fc4fc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3890f1eb974d53" /><Relationship Type="http://schemas.openxmlformats.org/officeDocument/2006/relationships/slideMaster" Target="/ppt/slideMasters/slideMaster1.xml" Id="R14d220c63ec24bc7" /><Relationship Type="http://schemas.openxmlformats.org/officeDocument/2006/relationships/notesMaster" Target="/ppt/notesMasters/notesMaster1.xml" Id="R835d1c6e824e44b8" /><Relationship Type="http://schemas.openxmlformats.org/officeDocument/2006/relationships/presProps" Target="/ppt/presProps.xml" Id="Reb2ec86c174b45db" /><Relationship Type="http://schemas.openxmlformats.org/officeDocument/2006/relationships/tableStyles" Target="/ppt/tableStyles.xml" Id="Ra178e89db06e450f" /><Relationship Type="http://schemas.openxmlformats.org/officeDocument/2006/relationships/slide" Target="/ppt/slides/slide1.xml" Id="Refc4ae9eac91465b" /><Relationship Type="http://schemas.openxmlformats.org/officeDocument/2006/relationships/slide" Target="/ppt/slides/slide2.xml" Id="Ref56068584d644e9" /><Relationship Type="http://schemas.openxmlformats.org/officeDocument/2006/relationships/slide" Target="/ppt/slides/slide3.xml" Id="R876a8f43750e4247" /><Relationship Type="http://schemas.openxmlformats.org/officeDocument/2006/relationships/slide" Target="/ppt/slides/slide4.xml" Id="Rcadece1faca34339" /><Relationship Type="http://schemas.openxmlformats.org/officeDocument/2006/relationships/slide" Target="/ppt/slides/slide5.xml" Id="Rd468cbdca9ac400a" /><Relationship Type="http://schemas.openxmlformats.org/officeDocument/2006/relationships/slide" Target="/ppt/slides/slide6.xml" Id="Rf28f618437aa4030" /><Relationship Type="http://schemas.openxmlformats.org/officeDocument/2006/relationships/slide" Target="/ppt/slides/slide7.xml" Id="Rc02eece6b302446e" /><Relationship Type="http://schemas.openxmlformats.org/officeDocument/2006/relationships/slide" Target="/ppt/slides/slide8.xml" Id="R777151460ed04a44" /><Relationship Type="http://schemas.openxmlformats.org/officeDocument/2006/relationships/slide" Target="/ppt/slides/slide9.xml" Id="R258fdfb5c4644dfc" /><Relationship Type="http://schemas.openxmlformats.org/officeDocument/2006/relationships/slide" Target="/ppt/slides/slide10.xml" Id="Rc60232304ebb4eb3" /><Relationship Type="http://schemas.openxmlformats.org/officeDocument/2006/relationships/slide" Target="/ppt/slides/slide11.xml" Id="Rcbdcb61337b346d2" /><Relationship Type="http://schemas.openxmlformats.org/officeDocument/2006/relationships/slide" Target="/ppt/slides/slide12.xml" Id="R71a65851f7f84f03" /><Relationship Type="http://schemas.openxmlformats.org/officeDocument/2006/relationships/slide" Target="/ppt/slides/slide13.xml" Id="R4b68d8413c5c49f2" /><Relationship Type="http://schemas.openxmlformats.org/officeDocument/2006/relationships/slide" Target="/ppt/slides/slide14.xml" Id="R9b9ff31cacdb4353" /><Relationship Type="http://schemas.openxmlformats.org/officeDocument/2006/relationships/slide" Target="/ppt/slides/slide15.xml" Id="Rbeb4d7337ac34a2d" /><Relationship Type="http://schemas.openxmlformats.org/officeDocument/2006/relationships/slide" Target="/ppt/slides/slide16.xml" Id="Re10185c2088c4a7e" /><Relationship Type="http://schemas.openxmlformats.org/officeDocument/2006/relationships/slide" Target="/ppt/slides/slide17.xml" Id="Rbb133d9b2d69486b" /><Relationship Type="http://schemas.openxmlformats.org/officeDocument/2006/relationships/slide" Target="/ppt/slides/slide18.xml" Id="R631bf3a11d4a473b" /><Relationship Type="http://schemas.openxmlformats.org/officeDocument/2006/relationships/slide" Target="/ppt/slides/slide19.xml" Id="R4b035fbd49104547" /><Relationship Type="http://schemas.openxmlformats.org/officeDocument/2006/relationships/slide" Target="/ppt/slides/slide20.xml" Id="Rc8cb65b9642b456d" /><Relationship Type="http://schemas.openxmlformats.org/officeDocument/2006/relationships/slide" Target="/ppt/slides/slide21.xml" Id="R9739048b1dcb4ff4" /><Relationship Type="http://schemas.openxmlformats.org/officeDocument/2006/relationships/slide" Target="/ppt/slides/slide22.xml" Id="R7678f0e14f7747e3" /><Relationship Type="http://schemas.openxmlformats.org/officeDocument/2006/relationships/slide" Target="/ppt/slides/slide23.xml" Id="Rd338406ef5984c0b" /><Relationship Type="http://schemas.openxmlformats.org/officeDocument/2006/relationships/slide" Target="/ppt/slides/slide24.xml" Id="R512f8fba91c641f1" /><Relationship Type="http://schemas.openxmlformats.org/officeDocument/2006/relationships/slide" Target="/ppt/slides/slide25.xml" Id="R5a8b114824f9474d" /><Relationship Type="http://schemas.openxmlformats.org/officeDocument/2006/relationships/slide" Target="/ppt/slides/slide26.xml" Id="R8b4011eb6db04b95" /><Relationship Type="http://schemas.openxmlformats.org/officeDocument/2006/relationships/slide" Target="/ppt/slides/slide27.xml" Id="Rd08b34b4c1614811" /><Relationship Type="http://schemas.openxmlformats.org/officeDocument/2006/relationships/slide" Target="/ppt/slides/slide28.xml" Id="Rd9a5ac8182fe4452" /><Relationship Type="http://schemas.openxmlformats.org/officeDocument/2006/relationships/slide" Target="/ppt/slides/slide29.xml" Id="Rb7c4e29fe388420d" /><Relationship Type="http://schemas.openxmlformats.org/officeDocument/2006/relationships/slide" Target="/ppt/slides/slide30.xml" Id="R33d6eca0ce7a41fa" /><Relationship Type="http://schemas.openxmlformats.org/officeDocument/2006/relationships/slide" Target="/ppt/slides/slide31.xml" Id="R5e4bdb0e1fcb4c7b" /><Relationship Type="http://schemas.openxmlformats.org/officeDocument/2006/relationships/slide" Target="/ppt/slides/slide32.xml" Id="R84c2b80fde804fd8" /><Relationship Type="http://schemas.openxmlformats.org/officeDocument/2006/relationships/slide" Target="/ppt/slides/slide33.xml" Id="R4d71e55b92794b7e" /><Relationship Type="http://schemas.openxmlformats.org/officeDocument/2006/relationships/slide" Target="/ppt/slides/slide34.xml" Id="Rf519dc9677d749f4" /><Relationship Type="http://schemas.openxmlformats.org/officeDocument/2006/relationships/slide" Target="/ppt/slides/slide35.xml" Id="R5cdb490cb1db40bd" /><Relationship Type="http://schemas.openxmlformats.org/officeDocument/2006/relationships/slide" Target="/ppt/slides/slide36.xml" Id="R9400a0bcbe854cd8" /><Relationship Type="http://schemas.openxmlformats.org/officeDocument/2006/relationships/slide" Target="/ppt/slides/slide37.xml" Id="Recd622e9dcab48f2" /><Relationship Type="http://schemas.openxmlformats.org/officeDocument/2006/relationships/slide" Target="/ppt/slides/slide38.xml" Id="R786164bfc4134cbc" /><Relationship Type="http://schemas.openxmlformats.org/officeDocument/2006/relationships/slide" Target="/ppt/slides/slide39.xml" Id="R2a70029eb1a849ab" /><Relationship Type="http://schemas.openxmlformats.org/officeDocument/2006/relationships/slide" Target="/ppt/slides/slide40.xml" Id="R4aa2a19dc0a24867" /><Relationship Type="http://schemas.openxmlformats.org/officeDocument/2006/relationships/slide" Target="/ppt/slides/slide41.xml" Id="R72259903aed040c6" /><Relationship Type="http://schemas.openxmlformats.org/officeDocument/2006/relationships/slide" Target="/ppt/slides/slide42.xml" Id="Rdfe78ea4898f4328" /><Relationship Type="http://schemas.openxmlformats.org/officeDocument/2006/relationships/slide" Target="/ppt/slides/slide43.xml" Id="R661f0a2464714752" /><Relationship Type="http://schemas.openxmlformats.org/officeDocument/2006/relationships/slide" Target="/ppt/slides/slide44.xml" Id="Racd6c7ca206343e8" /><Relationship Type="http://schemas.openxmlformats.org/officeDocument/2006/relationships/slide" Target="/ppt/slides/slide45.xml" Id="Ra864a12bfe334dfd" /><Relationship Type="http://schemas.openxmlformats.org/officeDocument/2006/relationships/slide" Target="/ppt/slides/slide46.xml" Id="R75d02d5a72a04205" /><Relationship Type="http://schemas.openxmlformats.org/officeDocument/2006/relationships/slide" Target="/ppt/slides/slide47.xml" Id="R393b6ee2b51c4c86" /><Relationship Type="http://schemas.openxmlformats.org/officeDocument/2006/relationships/slide" Target="/ppt/slides/slide48.xml" Id="Rdb02c2f350a64bbd" /><Relationship Type="http://schemas.openxmlformats.org/officeDocument/2006/relationships/slide" Target="/ppt/slides/slide49.xml" Id="R94de5d17b9ed4fca" /><Relationship Type="http://schemas.openxmlformats.org/officeDocument/2006/relationships/slide" Target="/ppt/slides/slide50.xml" Id="Rb2fe249975b54ba4" /><Relationship Type="http://schemas.openxmlformats.org/officeDocument/2006/relationships/slide" Target="/ppt/slides/slide51.xml" Id="Re464561467fc4f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ff584bbf354b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0c51ce838e4045" /><Relationship Type="http://schemas.openxmlformats.org/officeDocument/2006/relationships/notesMaster" Target="/ppt/notesMasters/notesMaster1.xml" Id="Rf5f1bb1c9fd447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f9097278c248ff" /><Relationship Type="http://schemas.openxmlformats.org/officeDocument/2006/relationships/notesMaster" Target="/ppt/notesMasters/notesMaster1.xml" Id="R8741a70916b640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a5d3d65bac48f6" /><Relationship Type="http://schemas.openxmlformats.org/officeDocument/2006/relationships/notesMaster" Target="/ppt/notesMasters/notesMaster1.xml" Id="R272166ee54c542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a6821590684561" /><Relationship Type="http://schemas.openxmlformats.org/officeDocument/2006/relationships/notesMaster" Target="/ppt/notesMasters/notesMaster1.xml" Id="R8f149be4603941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ae6660a7754241" /><Relationship Type="http://schemas.openxmlformats.org/officeDocument/2006/relationships/notesMaster" Target="/ppt/notesMasters/notesMaster1.xml" Id="R7681843c92d249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05c8ca5d5640d9" /><Relationship Type="http://schemas.openxmlformats.org/officeDocument/2006/relationships/notesMaster" Target="/ppt/notesMasters/notesMaster1.xml" Id="Ra4589a00633548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bb620f54c54636" /><Relationship Type="http://schemas.openxmlformats.org/officeDocument/2006/relationships/notesMaster" Target="/ppt/notesMasters/notesMaster1.xml" Id="R53ba8b9c557848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9ef216337a4ab6" /><Relationship Type="http://schemas.openxmlformats.org/officeDocument/2006/relationships/notesMaster" Target="/ppt/notesMasters/notesMaster1.xml" Id="Rb43993f55d8842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42e49be3644742" /><Relationship Type="http://schemas.openxmlformats.org/officeDocument/2006/relationships/notesMaster" Target="/ppt/notesMasters/notesMaster1.xml" Id="R6b5acdeff80846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cc7154259649e3" /><Relationship Type="http://schemas.openxmlformats.org/officeDocument/2006/relationships/notesMaster" Target="/ppt/notesMasters/notesMaster1.xml" Id="R77cd9035c8ab4b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6d42071d444d2b" /><Relationship Type="http://schemas.openxmlformats.org/officeDocument/2006/relationships/notesMaster" Target="/ppt/notesMasters/notesMaster1.xml" Id="Ra753512af6f74e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bd6c21663c489e" /><Relationship Type="http://schemas.openxmlformats.org/officeDocument/2006/relationships/notesMaster" Target="/ppt/notesMasters/notesMaster1.xml" Id="R343d41dfefc240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05cb4dab72418a" /><Relationship Type="http://schemas.openxmlformats.org/officeDocument/2006/relationships/notesMaster" Target="/ppt/notesMasters/notesMaster1.xml" Id="Rf4c7d3c1317e44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6c0cb4f214400e" /><Relationship Type="http://schemas.openxmlformats.org/officeDocument/2006/relationships/notesMaster" Target="/ppt/notesMasters/notesMaster1.xml" Id="R64bff52948ea45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f434be39fd4948" /><Relationship Type="http://schemas.openxmlformats.org/officeDocument/2006/relationships/notesMaster" Target="/ppt/notesMasters/notesMaster1.xml" Id="R8f2270c95a6e4b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e0ed4441f64e35" /><Relationship Type="http://schemas.openxmlformats.org/officeDocument/2006/relationships/notesMaster" Target="/ppt/notesMasters/notesMaster1.xml" Id="R5bb5d38f87204f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9d576791fb4ebb" /><Relationship Type="http://schemas.openxmlformats.org/officeDocument/2006/relationships/notesMaster" Target="/ppt/notesMasters/notesMaster1.xml" Id="R0708aafdf0544c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f2080338ed4b2d" /><Relationship Type="http://schemas.openxmlformats.org/officeDocument/2006/relationships/notesMaster" Target="/ppt/notesMasters/notesMaster1.xml" Id="Rf3ce2425ff4442c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2dd2821ac294bda" /><Relationship Type="http://schemas.openxmlformats.org/officeDocument/2006/relationships/notesMaster" Target="/ppt/notesMasters/notesMaster1.xml" Id="R89c968efc96c4b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f4e918acd0b4cdd" /><Relationship Type="http://schemas.openxmlformats.org/officeDocument/2006/relationships/notesMaster" Target="/ppt/notesMasters/notesMaster1.xml" Id="Rf7176f20f46542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2db50cd2df40ca" /><Relationship Type="http://schemas.openxmlformats.org/officeDocument/2006/relationships/notesMaster" Target="/ppt/notesMasters/notesMaster1.xml" Id="R59d3a643001148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e43d041856645dc" /><Relationship Type="http://schemas.openxmlformats.org/officeDocument/2006/relationships/notesMaster" Target="/ppt/notesMasters/notesMaster1.xml" Id="Re7740b87072146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c7f65ae7d34ec5" /><Relationship Type="http://schemas.openxmlformats.org/officeDocument/2006/relationships/notesMaster" Target="/ppt/notesMasters/notesMaster1.xml" Id="R64eac8e9d2b3463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4c20b1cb6f8408c" /><Relationship Type="http://schemas.openxmlformats.org/officeDocument/2006/relationships/notesMaster" Target="/ppt/notesMasters/notesMaster1.xml" Id="Rbdae3f1366ed44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833ee823e64c34" /><Relationship Type="http://schemas.openxmlformats.org/officeDocument/2006/relationships/notesMaster" Target="/ppt/notesMasters/notesMaster1.xml" Id="R6c7cef20724e489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977b934acb4961" /><Relationship Type="http://schemas.openxmlformats.org/officeDocument/2006/relationships/notesMaster" Target="/ppt/notesMasters/notesMaster1.xml" Id="R39119ea7c9db416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16d7f4fb99c45a0" /><Relationship Type="http://schemas.openxmlformats.org/officeDocument/2006/relationships/notesMaster" Target="/ppt/notesMasters/notesMaster1.xml" Id="R4aea88743cc34ec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e6abd04b0bd41f3" /><Relationship Type="http://schemas.openxmlformats.org/officeDocument/2006/relationships/notesMaster" Target="/ppt/notesMasters/notesMaster1.xml" Id="R3a8963d82a8643b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da53551507745c3" /><Relationship Type="http://schemas.openxmlformats.org/officeDocument/2006/relationships/notesMaster" Target="/ppt/notesMasters/notesMaster1.xml" Id="Rd06c092b410c48f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dfc9ae8a1145ad" /><Relationship Type="http://schemas.openxmlformats.org/officeDocument/2006/relationships/notesMaster" Target="/ppt/notesMasters/notesMaster1.xml" Id="R741821f26f1c420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8a275df1de4fd7" /><Relationship Type="http://schemas.openxmlformats.org/officeDocument/2006/relationships/notesMaster" Target="/ppt/notesMasters/notesMaster1.xml" Id="R59b3263bdaf2457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ca3cd9894994d7b" /><Relationship Type="http://schemas.openxmlformats.org/officeDocument/2006/relationships/notesMaster" Target="/ppt/notesMasters/notesMaster1.xml" Id="R6d4a65c2fa2a4d7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4d8940598084689" /><Relationship Type="http://schemas.openxmlformats.org/officeDocument/2006/relationships/notesMaster" Target="/ppt/notesMasters/notesMaster1.xml" Id="R96c72354beea4c0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ddfb68f660d45f4" /><Relationship Type="http://schemas.openxmlformats.org/officeDocument/2006/relationships/notesMaster" Target="/ppt/notesMasters/notesMaster1.xml" Id="R6c7ccb7f0b3b496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9dc034de20147b7" /><Relationship Type="http://schemas.openxmlformats.org/officeDocument/2006/relationships/notesMaster" Target="/ppt/notesMasters/notesMaster1.xml" Id="Rf5728b497e6d4bc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eac42f3a8774c2b" /><Relationship Type="http://schemas.openxmlformats.org/officeDocument/2006/relationships/notesMaster" Target="/ppt/notesMasters/notesMaster1.xml" Id="Rfd4ab74e975046a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7b8d26eda594933" /><Relationship Type="http://schemas.openxmlformats.org/officeDocument/2006/relationships/notesMaster" Target="/ppt/notesMasters/notesMaster1.xml" Id="R58a78e56674e47e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68a17fa401b4807" /><Relationship Type="http://schemas.openxmlformats.org/officeDocument/2006/relationships/notesMaster" Target="/ppt/notesMasters/notesMaster1.xml" Id="R4f643ee82d2f453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1aa8c414b9d4ddc" /><Relationship Type="http://schemas.openxmlformats.org/officeDocument/2006/relationships/notesMaster" Target="/ppt/notesMasters/notesMaster1.xml" Id="R5c527bba075d42f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9928af2ef894d7f" /><Relationship Type="http://schemas.openxmlformats.org/officeDocument/2006/relationships/notesMaster" Target="/ppt/notesMasters/notesMaster1.xml" Id="Rafb138bcabc2480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42138e9ba464040" /><Relationship Type="http://schemas.openxmlformats.org/officeDocument/2006/relationships/notesMaster" Target="/ppt/notesMasters/notesMaster1.xml" Id="R60a66b0eac7b43a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858cf3565a748a7" /><Relationship Type="http://schemas.openxmlformats.org/officeDocument/2006/relationships/notesMaster" Target="/ppt/notesMasters/notesMaster1.xml" Id="R12dd38315c22490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116699b7d55442f" /><Relationship Type="http://schemas.openxmlformats.org/officeDocument/2006/relationships/notesMaster" Target="/ppt/notesMasters/notesMaster1.xml" Id="R6441650cfd074b9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59a596d8c5d4101" /><Relationship Type="http://schemas.openxmlformats.org/officeDocument/2006/relationships/notesMaster" Target="/ppt/notesMasters/notesMaster1.xml" Id="R6b0edcbc594047f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bf8be147b6f4d73" /><Relationship Type="http://schemas.openxmlformats.org/officeDocument/2006/relationships/notesMaster" Target="/ppt/notesMasters/notesMaster1.xml" Id="R247a8a369da943c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9c20d152c2c4aa1" /><Relationship Type="http://schemas.openxmlformats.org/officeDocument/2006/relationships/notesMaster" Target="/ppt/notesMasters/notesMaster1.xml" Id="R30e8ae626dee41d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eacbc9edf074b35" /><Relationship Type="http://schemas.openxmlformats.org/officeDocument/2006/relationships/notesMaster" Target="/ppt/notesMasters/notesMaster1.xml" Id="R757c795c68f34d6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1b248c58fc74d8e" /><Relationship Type="http://schemas.openxmlformats.org/officeDocument/2006/relationships/notesMaster" Target="/ppt/notesMasters/notesMaster1.xml" Id="Rbecb3b29e176435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d3ce1120a1942a0" /><Relationship Type="http://schemas.openxmlformats.org/officeDocument/2006/relationships/notesMaster" Target="/ppt/notesMasters/notesMaster1.xml" Id="R99134e47008145f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2f91c3cd8644496" /><Relationship Type="http://schemas.openxmlformats.org/officeDocument/2006/relationships/notesMaster" Target="/ppt/notesMasters/notesMaster1.xml" Id="Raedfe33138d54d9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852981e554b49c5" /><Relationship Type="http://schemas.openxmlformats.org/officeDocument/2006/relationships/notesMaster" Target="/ppt/notesMasters/notesMaster1.xml" Id="Rdcff66800e604e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b495c1b9234f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cf9617d4cd4d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a3386f94a747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a806ca63ff41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11c3b5495840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6bcc03157243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52C81C-80BE-4108-B4CE-4031AC535A5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5B4C2D-CDA6-4353-8C6E-9689B91E5E3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12601A-ACDC-40B7-8778-16688E6373C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89AFAC-A4AA-438C-BFC2-2EB491B5801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56C230-63C8-4D5D-942C-23296DB683D8}"/>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EDF466-15AE-4F71-83A9-C96D3E7592A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7D88C8-63EB-4F01-B617-E368BDE4E50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FD212C-DE96-4B6D-B87B-CF0249F1F69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4337B2-4670-46F5-BDDC-77A1B36B2E7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A217E9-599F-4122-BA1F-2296ED418ED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13bd29f2164891" /><Relationship Type="http://schemas.openxmlformats.org/officeDocument/2006/relationships/slideLayout" Target="/ppt/slideLayouts/slideLayout1.xml" Id="R4fcb8edab812485f" /><Relationship Type="http://schemas.openxmlformats.org/officeDocument/2006/relationships/slideLayout" Target="/ppt/slideLayouts/slideLayout2.xml" Id="R8cdfd78c59a64f62" /><Relationship Type="http://schemas.openxmlformats.org/officeDocument/2006/relationships/slideLayout" Target="/ppt/slideLayouts/slideLayout3.xml" Id="R5bfbb36262ec468b" /><Relationship Type="http://schemas.openxmlformats.org/officeDocument/2006/relationships/slideLayout" Target="/ppt/slideLayouts/slideLayout4.xml" Id="R3ac219ae21914dea" /><Relationship Type="http://schemas.openxmlformats.org/officeDocument/2006/relationships/slideLayout" Target="/ppt/slideLayouts/slideLayout5.xml" Id="Rd3df0f15bfd04170" /><Relationship Type="http://schemas.openxmlformats.org/officeDocument/2006/relationships/slideLayout" Target="/ppt/slideLayouts/slideLayout6.xml" Id="R6080fa3a95cd41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cb8edab812485f"/>
    <p:sldLayoutId xmlns:r="http://schemas.openxmlformats.org/officeDocument/2006/relationships" id="2147483650" r:id="R8cdfd78c59a64f62"/>
    <p:sldLayoutId xmlns:r="http://schemas.openxmlformats.org/officeDocument/2006/relationships" id="2147483651" r:id="R5bfbb36262ec468b"/>
    <p:sldLayoutId xmlns:r="http://schemas.openxmlformats.org/officeDocument/2006/relationships" id="2147483652" r:id="R3ac219ae21914dea"/>
    <p:sldLayoutId xmlns:r="http://schemas.openxmlformats.org/officeDocument/2006/relationships" id="2147483653" r:id="Rd3df0f15bfd04170"/>
    <p:sldLayoutId xmlns:r="http://schemas.openxmlformats.org/officeDocument/2006/relationships" id="2147483654" r:id="R6080fa3a95cd41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1204d1f4a144a95" /><Relationship Type="http://schemas.openxmlformats.org/officeDocument/2006/relationships/image" Target="/ppt/media/image.png" Id="Rfb206b80582d429d" /><Relationship Type="http://schemas.openxmlformats.org/officeDocument/2006/relationships/image" Target="/ppt/media/image2.png" Id="Rf73cac148c764d42" /><Relationship Type="http://schemas.openxmlformats.org/officeDocument/2006/relationships/image" Target="/ppt/media/image3.png" Id="R31e2fd5a8aa842d3" /><Relationship Type="http://schemas.openxmlformats.org/officeDocument/2006/relationships/notesSlide" Target="/ppt/notesSlides/notesSlide1.xml" Id="Rf264ac26bbc74f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6d422bcbc54e44" /><Relationship Type="http://schemas.openxmlformats.org/officeDocument/2006/relationships/image" Target="/ppt/media/image4.png" Id="R75398f66c78547ef" /><Relationship Type="http://schemas.openxmlformats.org/officeDocument/2006/relationships/image" Target="/ppt/media/image5.png" Id="R519520e7d7624634" /><Relationship Type="http://schemas.openxmlformats.org/officeDocument/2006/relationships/image" Target="/ppt/media/image6.png" Id="Ra02c2f27fbdf4d82" /><Relationship Type="http://schemas.openxmlformats.org/officeDocument/2006/relationships/notesSlide" Target="/ppt/notesSlides/notesSlide2.xml" Id="R364aad2af1f941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3ea271198a4662" /><Relationship Type="http://schemas.openxmlformats.org/officeDocument/2006/relationships/image" Target="/ppt/media/image7.png" Id="Rd7c5044aee8a424f" /><Relationship Type="http://schemas.openxmlformats.org/officeDocument/2006/relationships/notesSlide" Target="/ppt/notesSlides/notesSlide3.xml" Id="Rc8970336970f49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591545c8904db0" /><Relationship Type="http://schemas.openxmlformats.org/officeDocument/2006/relationships/image" Target="/ppt/media/image8.png" Id="R524ba28b9e254d68" /><Relationship Type="http://schemas.openxmlformats.org/officeDocument/2006/relationships/image" Target="/ppt/media/image9.png" Id="R44439900a3d94f20" /><Relationship Type="http://schemas.openxmlformats.org/officeDocument/2006/relationships/notesSlide" Target="/ppt/notesSlides/notesSlide4.xml" Id="Rf5fd1995472447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90968ce2f34bf8" /><Relationship Type="http://schemas.openxmlformats.org/officeDocument/2006/relationships/image" Target="/ppt/media/image10.png" Id="Rb933c959bff54954" /><Relationship Type="http://schemas.openxmlformats.org/officeDocument/2006/relationships/image" Target="/ppt/media/image11.png" Id="Re7a1c381b67f48c1" /><Relationship Type="http://schemas.openxmlformats.org/officeDocument/2006/relationships/notesSlide" Target="/ppt/notesSlides/notesSlide5.xml" Id="R660fea96bb644b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6f0709783d4d6b" /><Relationship Type="http://schemas.openxmlformats.org/officeDocument/2006/relationships/image" Target="/ppt/media/image12.png" Id="R742855dccae1403f" /><Relationship Type="http://schemas.openxmlformats.org/officeDocument/2006/relationships/image" Target="/ppt/media/image13.png" Id="R049ffc8b51cd4680" /><Relationship Type="http://schemas.openxmlformats.org/officeDocument/2006/relationships/notesSlide" Target="/ppt/notesSlides/notesSlide6.xml" Id="R828eef2764ea44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71be4631284ea3" /><Relationship Type="http://schemas.openxmlformats.org/officeDocument/2006/relationships/image" Target="/ppt/media/image14.png" Id="Rcb222ef8b51042a0" /><Relationship Type="http://schemas.openxmlformats.org/officeDocument/2006/relationships/image" Target="/ppt/media/image15.png" Id="R43cbf3d0cabd4db2" /><Relationship Type="http://schemas.openxmlformats.org/officeDocument/2006/relationships/image" Target="/ppt/media/image16.png" Id="Rca3d5e59d42c4d36" /><Relationship Type="http://schemas.openxmlformats.org/officeDocument/2006/relationships/image" Target="/ppt/media/image17.png" Id="R9e7ffaaa0de74f7e" /><Relationship Type="http://schemas.openxmlformats.org/officeDocument/2006/relationships/notesSlide" Target="/ppt/notesSlides/notesSlide7.xml" Id="R2691ef8e29ae41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fd579b18fd4bb8" /><Relationship Type="http://schemas.openxmlformats.org/officeDocument/2006/relationships/image" Target="/ppt/media/image18.png" Id="R0798600c476f4d31" /><Relationship Type="http://schemas.openxmlformats.org/officeDocument/2006/relationships/image" Target="/ppt/media/image19.png" Id="Rb0fa6fa023764980" /><Relationship Type="http://schemas.openxmlformats.org/officeDocument/2006/relationships/image" Target="/ppt/media/image20.png" Id="R0ff9b840a22f4b32" /><Relationship Type="http://schemas.openxmlformats.org/officeDocument/2006/relationships/image" Target="/ppt/media/image21.png" Id="Rdb13a220237c4f99" /><Relationship Type="http://schemas.openxmlformats.org/officeDocument/2006/relationships/notesSlide" Target="/ppt/notesSlides/notesSlide8.xml" Id="R32e8ffa9276847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9a91957f16c4617" /><Relationship Type="http://schemas.openxmlformats.org/officeDocument/2006/relationships/image" Target="/ppt/media/image22.png" Id="R9d0f9f8c32b148a2" /><Relationship Type="http://schemas.openxmlformats.org/officeDocument/2006/relationships/image" Target="/ppt/media/image23.png" Id="R720b79684a48421e" /><Relationship Type="http://schemas.openxmlformats.org/officeDocument/2006/relationships/notesSlide" Target="/ppt/notesSlides/notesSlide9.xml" Id="Rf45646c3eec24c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280205681134cac" /><Relationship Type="http://schemas.openxmlformats.org/officeDocument/2006/relationships/image" Target="/ppt/media/image24.png" Id="R2d5335f6322c4bbb" /><Relationship Type="http://schemas.openxmlformats.org/officeDocument/2006/relationships/image" Target="/ppt/media/image25.png" Id="Rb3d02535a4b64abd" /><Relationship Type="http://schemas.openxmlformats.org/officeDocument/2006/relationships/image" Target="/ppt/media/image26.png" Id="Rd98df81a34474c19" /><Relationship Type="http://schemas.openxmlformats.org/officeDocument/2006/relationships/image" Target="/ppt/media/image27.png" Id="R99db428f9c5448c8" /><Relationship Type="http://schemas.openxmlformats.org/officeDocument/2006/relationships/image" Target="/ppt/media/image28.png" Id="R7a173c09a44c4edb" /><Relationship Type="http://schemas.openxmlformats.org/officeDocument/2006/relationships/notesSlide" Target="/ppt/notesSlides/notesSlide10.xml" Id="Rc3846046ecb34d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01b0525c6d4c6d" /><Relationship Type="http://schemas.openxmlformats.org/officeDocument/2006/relationships/image" Target="/ppt/media/image29.png" Id="R2fab8282f5ae4828" /><Relationship Type="http://schemas.openxmlformats.org/officeDocument/2006/relationships/image" Target="/ppt/media/image30.png" Id="Ra0f7a05cd69642fe" /><Relationship Type="http://schemas.openxmlformats.org/officeDocument/2006/relationships/image" Target="/ppt/media/image31.png" Id="Re73ca781e78d4e03" /><Relationship Type="http://schemas.openxmlformats.org/officeDocument/2006/relationships/notesSlide" Target="/ppt/notesSlides/notesSlide11.xml" Id="Rbd3d4e214c6844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6cab7f464e4e6c" /><Relationship Type="http://schemas.openxmlformats.org/officeDocument/2006/relationships/image" Target="/ppt/media/image32.png" Id="R476de0b8a00d4629" /><Relationship Type="http://schemas.openxmlformats.org/officeDocument/2006/relationships/image" Target="/ppt/media/image33.png" Id="Raebc60846f664264" /><Relationship Type="http://schemas.openxmlformats.org/officeDocument/2006/relationships/image" Target="/ppt/media/image34.png" Id="R612933e62ca5482f" /><Relationship Type="http://schemas.openxmlformats.org/officeDocument/2006/relationships/notesSlide" Target="/ppt/notesSlides/notesSlide12.xml" Id="R16a5d535dffd40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be533a8d47a4557" /><Relationship Type="http://schemas.openxmlformats.org/officeDocument/2006/relationships/image" Target="/ppt/media/image35.png" Id="R6aba2042462f47c1" /><Relationship Type="http://schemas.openxmlformats.org/officeDocument/2006/relationships/notesSlide" Target="/ppt/notesSlides/notesSlide13.xml" Id="R77b6626818e94c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a9c3b95ded64291" /><Relationship Type="http://schemas.openxmlformats.org/officeDocument/2006/relationships/image" Target="/ppt/media/image36.png" Id="R227f2012c3cb4e82" /><Relationship Type="http://schemas.openxmlformats.org/officeDocument/2006/relationships/image" Target="/ppt/media/image37.png" Id="R9980f05c46b14ee9" /><Relationship Type="http://schemas.openxmlformats.org/officeDocument/2006/relationships/notesSlide" Target="/ppt/notesSlides/notesSlide14.xml" Id="Rbc3450feaad447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f1efaf78df445c4" /><Relationship Type="http://schemas.openxmlformats.org/officeDocument/2006/relationships/image" Target="/ppt/media/image38.png" Id="Rc2a9639334604cb5" /><Relationship Type="http://schemas.openxmlformats.org/officeDocument/2006/relationships/image" Target="/ppt/media/image39.png" Id="Rf4abd0853f854244" /><Relationship Type="http://schemas.openxmlformats.org/officeDocument/2006/relationships/image" Target="/ppt/media/image40.png" Id="R00f51767510c413a" /><Relationship Type="http://schemas.openxmlformats.org/officeDocument/2006/relationships/notesSlide" Target="/ppt/notesSlides/notesSlide15.xml" Id="Rde93ec970af140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c5feb79321d426e" /><Relationship Type="http://schemas.openxmlformats.org/officeDocument/2006/relationships/image" Target="/ppt/media/image41.png" Id="Rc709bc0d55ee40c7" /><Relationship Type="http://schemas.openxmlformats.org/officeDocument/2006/relationships/image" Target="/ppt/media/image42.png" Id="R225a52a726864ec2" /><Relationship Type="http://schemas.openxmlformats.org/officeDocument/2006/relationships/image" Target="/ppt/media/image43.png" Id="R5fea0690eac84b7c" /><Relationship Type="http://schemas.openxmlformats.org/officeDocument/2006/relationships/image" Target="/ppt/media/image44.png" Id="R54227b8e2d6b40f4" /><Relationship Type="http://schemas.openxmlformats.org/officeDocument/2006/relationships/notesSlide" Target="/ppt/notesSlides/notesSlide16.xml" Id="R7a6563df97564a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ed57816bb474dd3" /><Relationship Type="http://schemas.openxmlformats.org/officeDocument/2006/relationships/image" Target="/ppt/media/image45.png" Id="R5fa5e593023646e0" /><Relationship Type="http://schemas.openxmlformats.org/officeDocument/2006/relationships/image" Target="/ppt/media/image46.png" Id="R27df1aa8e3d649e7" /><Relationship Type="http://schemas.openxmlformats.org/officeDocument/2006/relationships/image" Target="/ppt/media/image47.png" Id="R9a39c524ad9b41c4" /><Relationship Type="http://schemas.openxmlformats.org/officeDocument/2006/relationships/notesSlide" Target="/ppt/notesSlides/notesSlide17.xml" Id="Rac76560d25964f8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254227b91f74421" /><Relationship Type="http://schemas.openxmlformats.org/officeDocument/2006/relationships/image" Target="/ppt/media/image48.png" Id="Raa70b9665551445e" /><Relationship Type="http://schemas.openxmlformats.org/officeDocument/2006/relationships/image" Target="/ppt/media/image49.png" Id="Rbdaa6e4f6d6342a5" /><Relationship Type="http://schemas.openxmlformats.org/officeDocument/2006/relationships/image" Target="/ppt/media/image50.png" Id="R88d8fe6bdab242b5" /><Relationship Type="http://schemas.openxmlformats.org/officeDocument/2006/relationships/image" Target="/ppt/media/image51.png" Id="Rd266c5cd8c8b49eb" /><Relationship Type="http://schemas.openxmlformats.org/officeDocument/2006/relationships/notesSlide" Target="/ppt/notesSlides/notesSlide18.xml" Id="R53f6a8774dba443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8a2aaeb2aae4a76" /><Relationship Type="http://schemas.openxmlformats.org/officeDocument/2006/relationships/image" Target="/ppt/media/image52.png" Id="Re2b6ba9058a9473b" /><Relationship Type="http://schemas.openxmlformats.org/officeDocument/2006/relationships/image" Target="/ppt/media/image53.png" Id="Rbbcaaeaf61524d03" /><Relationship Type="http://schemas.openxmlformats.org/officeDocument/2006/relationships/image" Target="/ppt/media/image54.png" Id="R7c454b2daaad4fa8" /><Relationship Type="http://schemas.openxmlformats.org/officeDocument/2006/relationships/notesSlide" Target="/ppt/notesSlides/notesSlide19.xml" Id="Rf316599f43a748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0f73cd3ee9b4ccb" /><Relationship Type="http://schemas.openxmlformats.org/officeDocument/2006/relationships/image" Target="/ppt/media/image55.png" Id="Rfecf9ce1bc5941a3" /><Relationship Type="http://schemas.openxmlformats.org/officeDocument/2006/relationships/image" Target="/ppt/media/image56.png" Id="Rd912192417204795" /><Relationship Type="http://schemas.openxmlformats.org/officeDocument/2006/relationships/image" Target="/ppt/media/image57.png" Id="R9467394a82fe4e43" /><Relationship Type="http://schemas.openxmlformats.org/officeDocument/2006/relationships/image" Target="/ppt/media/image58.png" Id="R7b3cabb214b74637" /><Relationship Type="http://schemas.openxmlformats.org/officeDocument/2006/relationships/notesSlide" Target="/ppt/notesSlides/notesSlide20.xml" Id="Rcdc3cf2bd41e4b9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dab2fc903804bde" /><Relationship Type="http://schemas.openxmlformats.org/officeDocument/2006/relationships/image" Target="/ppt/media/image59.png" Id="R2f463b0c25b24cf8" /><Relationship Type="http://schemas.openxmlformats.org/officeDocument/2006/relationships/notesSlide" Target="/ppt/notesSlides/notesSlide21.xml" Id="R219c14a204de4e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aec1fb387764b5d" /><Relationship Type="http://schemas.openxmlformats.org/officeDocument/2006/relationships/image" Target="/ppt/media/image60.png" Id="R32f9c50e97c94493" /><Relationship Type="http://schemas.openxmlformats.org/officeDocument/2006/relationships/image" Target="/ppt/media/image61.png" Id="R9145d1ebabc249c9" /><Relationship Type="http://schemas.openxmlformats.org/officeDocument/2006/relationships/image" Target="/ppt/media/image62.png" Id="Rb81e1dde5a8f412d" /><Relationship Type="http://schemas.openxmlformats.org/officeDocument/2006/relationships/notesSlide" Target="/ppt/notesSlides/notesSlide22.xml" Id="R4e843ad9a3964e9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09e082348164baa" /><Relationship Type="http://schemas.openxmlformats.org/officeDocument/2006/relationships/image" Target="/ppt/media/image63.png" Id="R1f22a884e8054e39" /><Relationship Type="http://schemas.openxmlformats.org/officeDocument/2006/relationships/image" Target="/ppt/media/image64.png" Id="Rf8c6e400fbb841ad" /><Relationship Type="http://schemas.openxmlformats.org/officeDocument/2006/relationships/image" Target="/ppt/media/image65.png" Id="R2e385f8a04c54e59" /><Relationship Type="http://schemas.openxmlformats.org/officeDocument/2006/relationships/image" Target="/ppt/media/image66.png" Id="R473d895c5dcd4935" /><Relationship Type="http://schemas.openxmlformats.org/officeDocument/2006/relationships/notesSlide" Target="/ppt/notesSlides/notesSlide23.xml" Id="Rcc06a91cefdb43a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34c61286c4c4b7b" /><Relationship Type="http://schemas.openxmlformats.org/officeDocument/2006/relationships/image" Target="/ppt/media/image67.png" Id="R4086a4c7f46d4b91" /><Relationship Type="http://schemas.openxmlformats.org/officeDocument/2006/relationships/image" Target="/ppt/media/image68.png" Id="R40f58b0143664585" /><Relationship Type="http://schemas.openxmlformats.org/officeDocument/2006/relationships/image" Target="/ppt/media/image69.png" Id="R25756b2f1a9a4f5f" /><Relationship Type="http://schemas.openxmlformats.org/officeDocument/2006/relationships/notesSlide" Target="/ppt/notesSlides/notesSlide24.xml" Id="R80a6943f9c20420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0dc412e7fd54544" /><Relationship Type="http://schemas.openxmlformats.org/officeDocument/2006/relationships/image" Target="/ppt/media/image70.png" Id="R83c6585c52ab4711" /><Relationship Type="http://schemas.openxmlformats.org/officeDocument/2006/relationships/image" Target="/ppt/media/image71.png" Id="R790c9247bf0e437b" /><Relationship Type="http://schemas.openxmlformats.org/officeDocument/2006/relationships/notesSlide" Target="/ppt/notesSlides/notesSlide25.xml" Id="R86fa1feb004242d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5d55dd12a5c4d33" /><Relationship Type="http://schemas.openxmlformats.org/officeDocument/2006/relationships/image" Target="/ppt/media/image72.png" Id="R8d556eb2fcb3497f" /><Relationship Type="http://schemas.openxmlformats.org/officeDocument/2006/relationships/image" Target="/ppt/media/image73.png" Id="Rff2ce7909b594390" /><Relationship Type="http://schemas.openxmlformats.org/officeDocument/2006/relationships/notesSlide" Target="/ppt/notesSlides/notesSlide26.xml" Id="R78e9fe3889d945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449e1f381b146f4" /><Relationship Type="http://schemas.openxmlformats.org/officeDocument/2006/relationships/image" Target="/ppt/media/image74.png" Id="R4f32f47c1de14896" /><Relationship Type="http://schemas.openxmlformats.org/officeDocument/2006/relationships/image" Target="/ppt/media/image75.png" Id="Rd31522d45a184264" /><Relationship Type="http://schemas.openxmlformats.org/officeDocument/2006/relationships/notesSlide" Target="/ppt/notesSlides/notesSlide27.xml" Id="Re2d901eb997b42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d509f8007084b11" /><Relationship Type="http://schemas.openxmlformats.org/officeDocument/2006/relationships/image" Target="/ppt/media/image76.png" Id="R708e21f417404be3" /><Relationship Type="http://schemas.openxmlformats.org/officeDocument/2006/relationships/notesSlide" Target="/ppt/notesSlides/notesSlide28.xml" Id="Rb9255774135f481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42a6fb4273b46fe" /><Relationship Type="http://schemas.openxmlformats.org/officeDocument/2006/relationships/image" Target="/ppt/media/image77.png" Id="R50f803ba6ca84581" /><Relationship Type="http://schemas.openxmlformats.org/officeDocument/2006/relationships/notesSlide" Target="/ppt/notesSlides/notesSlide29.xml" Id="R389af39821c143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90cef272c1845e1" /><Relationship Type="http://schemas.openxmlformats.org/officeDocument/2006/relationships/image" Target="/ppt/media/image78.png" Id="R5ff87ceb686c4a2e" /><Relationship Type="http://schemas.openxmlformats.org/officeDocument/2006/relationships/notesSlide" Target="/ppt/notesSlides/notesSlide30.xml" Id="R0e4c3e04e2ac41c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35bcb34c5ab40f6" /><Relationship Type="http://schemas.openxmlformats.org/officeDocument/2006/relationships/image" Target="/ppt/media/image79.png" Id="Rf601709bb61e46a3" /><Relationship Type="http://schemas.openxmlformats.org/officeDocument/2006/relationships/notesSlide" Target="/ppt/notesSlides/notesSlide31.xml" Id="R5cfde01c00954ab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c52eed419aa40f5" /><Relationship Type="http://schemas.openxmlformats.org/officeDocument/2006/relationships/image" Target="/ppt/media/image80.png" Id="R25a4c5ad0b6044bd" /><Relationship Type="http://schemas.openxmlformats.org/officeDocument/2006/relationships/image" Target="/ppt/media/image81.png" Id="R6261f9a4905449cf" /><Relationship Type="http://schemas.openxmlformats.org/officeDocument/2006/relationships/image" Target="/ppt/media/image82.png" Id="R98b1057d8466499c" /><Relationship Type="http://schemas.openxmlformats.org/officeDocument/2006/relationships/image" Target="/ppt/media/image83.png" Id="R258e9665bc834b38" /><Relationship Type="http://schemas.openxmlformats.org/officeDocument/2006/relationships/notesSlide" Target="/ppt/notesSlides/notesSlide32.xml" Id="R2a857d8f3f634c7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11bc5beb4744005" /><Relationship Type="http://schemas.openxmlformats.org/officeDocument/2006/relationships/image" Target="/ppt/media/image84.png" Id="R025fe2a479024b5a" /><Relationship Type="http://schemas.openxmlformats.org/officeDocument/2006/relationships/image" Target="/ppt/media/image85.png" Id="Re41ebf785752444d" /><Relationship Type="http://schemas.openxmlformats.org/officeDocument/2006/relationships/image" Target="/ppt/media/image86.png" Id="Rc5d1f59a9837420b" /><Relationship Type="http://schemas.openxmlformats.org/officeDocument/2006/relationships/notesSlide" Target="/ppt/notesSlides/notesSlide33.xml" Id="R9d414609a6e8460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9a456785ae44697" /><Relationship Type="http://schemas.openxmlformats.org/officeDocument/2006/relationships/image" Target="/ppt/media/image87.png" Id="R5a7b9ea0771f4ef4" /><Relationship Type="http://schemas.openxmlformats.org/officeDocument/2006/relationships/image" Target="/ppt/media/image88.png" Id="R9effd439a73e4d8f" /><Relationship Type="http://schemas.openxmlformats.org/officeDocument/2006/relationships/notesSlide" Target="/ppt/notesSlides/notesSlide34.xml" Id="R0fc2fc8ec9954ac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f4431b1da8241a2" /><Relationship Type="http://schemas.openxmlformats.org/officeDocument/2006/relationships/image" Target="/ppt/media/image89.png" Id="R2bfe732c1bb14970" /><Relationship Type="http://schemas.openxmlformats.org/officeDocument/2006/relationships/image" Target="/ppt/media/image90.png" Id="R17ff2553fdd0408d" /><Relationship Type="http://schemas.openxmlformats.org/officeDocument/2006/relationships/notesSlide" Target="/ppt/notesSlides/notesSlide35.xml" Id="Re666bbcbfa5344b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e63da6a98374455" /><Relationship Type="http://schemas.openxmlformats.org/officeDocument/2006/relationships/image" Target="/ppt/media/image91.png" Id="R4dbc4c5ba5f6425f" /><Relationship Type="http://schemas.openxmlformats.org/officeDocument/2006/relationships/image" Target="/ppt/media/image92.png" Id="Rb9488ea580534d04" /><Relationship Type="http://schemas.openxmlformats.org/officeDocument/2006/relationships/notesSlide" Target="/ppt/notesSlides/notesSlide36.xml" Id="R4341d1c8f526419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070e39b733642d6" /><Relationship Type="http://schemas.openxmlformats.org/officeDocument/2006/relationships/image" Target="/ppt/media/image93.png" Id="R5c9381e608de48b2" /><Relationship Type="http://schemas.openxmlformats.org/officeDocument/2006/relationships/image" Target="/ppt/media/image94.png" Id="R6962f8e2035c4609" /><Relationship Type="http://schemas.openxmlformats.org/officeDocument/2006/relationships/image" Target="/ppt/media/image95.png" Id="Rbce1b5496e924eef" /><Relationship Type="http://schemas.openxmlformats.org/officeDocument/2006/relationships/notesSlide" Target="/ppt/notesSlides/notesSlide37.xml" Id="R3bc3d2269d60464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be54fbf00bb431d" /><Relationship Type="http://schemas.openxmlformats.org/officeDocument/2006/relationships/image" Target="/ppt/media/image96.png" Id="Rf71bcfb432404060" /><Relationship Type="http://schemas.openxmlformats.org/officeDocument/2006/relationships/image" Target="/ppt/media/image97.png" Id="R45a872f575424db5" /><Relationship Type="http://schemas.openxmlformats.org/officeDocument/2006/relationships/image" Target="/ppt/media/image98.png" Id="R2cf9b4eecb65436e" /><Relationship Type="http://schemas.openxmlformats.org/officeDocument/2006/relationships/image" Target="/ppt/media/image99.png" Id="R3b715a5325f14d55" /><Relationship Type="http://schemas.openxmlformats.org/officeDocument/2006/relationships/notesSlide" Target="/ppt/notesSlides/notesSlide38.xml" Id="R564fa17a81124f1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7b73d204a58436b" /><Relationship Type="http://schemas.openxmlformats.org/officeDocument/2006/relationships/image" Target="/ppt/media/image100.png" Id="Rd99f3470cf7341ed" /><Relationship Type="http://schemas.openxmlformats.org/officeDocument/2006/relationships/image" Target="/ppt/media/image101.png" Id="Raa6e427d097a4d9d" /><Relationship Type="http://schemas.openxmlformats.org/officeDocument/2006/relationships/notesSlide" Target="/ppt/notesSlides/notesSlide39.xml" Id="R2b8bf000bdf146d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dbe0686cabb4200" /><Relationship Type="http://schemas.openxmlformats.org/officeDocument/2006/relationships/image" Target="/ppt/media/image102.png" Id="R3520f05e7f0f4a14" /><Relationship Type="http://schemas.openxmlformats.org/officeDocument/2006/relationships/image" Target="/ppt/media/image103.png" Id="Rd7cebf54c5aa4d01" /><Relationship Type="http://schemas.openxmlformats.org/officeDocument/2006/relationships/image" Target="/ppt/media/image104.png" Id="R6c3736472e6845f4" /><Relationship Type="http://schemas.openxmlformats.org/officeDocument/2006/relationships/notesSlide" Target="/ppt/notesSlides/notesSlide40.xml" Id="R8e5865b346e542c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7c777b765f8749b4" /><Relationship Type="http://schemas.openxmlformats.org/officeDocument/2006/relationships/image" Target="/ppt/media/image105.png" Id="R22b7b72014104988" /><Relationship Type="http://schemas.openxmlformats.org/officeDocument/2006/relationships/notesSlide" Target="/ppt/notesSlides/notesSlide41.xml" Id="R8145324ad0b846a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8bc0f98ecf94f9c" /><Relationship Type="http://schemas.openxmlformats.org/officeDocument/2006/relationships/image" Target="/ppt/media/image106.png" Id="Rd94f04e2e986464f" /><Relationship Type="http://schemas.openxmlformats.org/officeDocument/2006/relationships/image" Target="/ppt/media/image107.png" Id="R5d4e83ea583f40f4" /><Relationship Type="http://schemas.openxmlformats.org/officeDocument/2006/relationships/notesSlide" Target="/ppt/notesSlides/notesSlide42.xml" Id="Rd763b557e5de4a4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fd77c1878b84970" /><Relationship Type="http://schemas.openxmlformats.org/officeDocument/2006/relationships/image" Target="/ppt/media/image108.png" Id="R5dabcd02ecda436e" /><Relationship Type="http://schemas.openxmlformats.org/officeDocument/2006/relationships/image" Target="/ppt/media/image109.png" Id="Ra9d95f7cfdc84d4e" /><Relationship Type="http://schemas.openxmlformats.org/officeDocument/2006/relationships/image" Target="/ppt/media/image110.png" Id="R653fd9f91f2341a7" /><Relationship Type="http://schemas.openxmlformats.org/officeDocument/2006/relationships/image" Target="/ppt/media/image111.png" Id="R48d8f238ff1d4ed3" /><Relationship Type="http://schemas.openxmlformats.org/officeDocument/2006/relationships/notesSlide" Target="/ppt/notesSlides/notesSlide43.xml" Id="Rb4eb102768ff42b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018b8c618b94c22" /><Relationship Type="http://schemas.openxmlformats.org/officeDocument/2006/relationships/image" Target="/ppt/media/image112.png" Id="R743f0121cdd14b80" /><Relationship Type="http://schemas.openxmlformats.org/officeDocument/2006/relationships/image" Target="/ppt/media/image113.png" Id="Rd2a72345935a463b" /><Relationship Type="http://schemas.openxmlformats.org/officeDocument/2006/relationships/notesSlide" Target="/ppt/notesSlides/notesSlide44.xml" Id="Ra22907111e87427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1cfd380f5394c01" /><Relationship Type="http://schemas.openxmlformats.org/officeDocument/2006/relationships/image" Target="/ppt/media/image114.png" Id="R69edd08801fd44d0" /><Relationship Type="http://schemas.openxmlformats.org/officeDocument/2006/relationships/image" Target="/ppt/media/image115.png" Id="R751f8ab9000e4357" /><Relationship Type="http://schemas.openxmlformats.org/officeDocument/2006/relationships/notesSlide" Target="/ppt/notesSlides/notesSlide45.xml" Id="R6d3612a127034ed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913c5a718f6a46c8" /><Relationship Type="http://schemas.openxmlformats.org/officeDocument/2006/relationships/image" Target="/ppt/media/image116.png" Id="R7a035ef4d45445a7" /><Relationship Type="http://schemas.openxmlformats.org/officeDocument/2006/relationships/notesSlide" Target="/ppt/notesSlides/notesSlide46.xml" Id="Rd57ac44535224ee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55556ba418b4269" /><Relationship Type="http://schemas.openxmlformats.org/officeDocument/2006/relationships/image" Target="/ppt/media/image117.png" Id="Ra09a36925ff945fe" /><Relationship Type="http://schemas.openxmlformats.org/officeDocument/2006/relationships/image" Target="/ppt/media/image118.png" Id="R6b99c63573454a62" /><Relationship Type="http://schemas.openxmlformats.org/officeDocument/2006/relationships/notesSlide" Target="/ppt/notesSlides/notesSlide47.xml" Id="R370e3d2e2a7349c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133573838c5a4d11" /><Relationship Type="http://schemas.openxmlformats.org/officeDocument/2006/relationships/image" Target="/ppt/media/image119.png" Id="R855ec72eccd645fc" /><Relationship Type="http://schemas.openxmlformats.org/officeDocument/2006/relationships/notesSlide" Target="/ppt/notesSlides/notesSlide48.xml" Id="R0746f3290e86400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78f01ee0f0b4375" /><Relationship Type="http://schemas.openxmlformats.org/officeDocument/2006/relationships/image" Target="/ppt/media/image120.png" Id="Rec7b4349a1a145a5" /><Relationship Type="http://schemas.openxmlformats.org/officeDocument/2006/relationships/image" Target="/ppt/media/image121.png" Id="R7a527776f1184182" /><Relationship Type="http://schemas.openxmlformats.org/officeDocument/2006/relationships/image" Target="/ppt/media/image122.png" Id="R62fa1748371941ab" /><Relationship Type="http://schemas.openxmlformats.org/officeDocument/2006/relationships/image" Target="/ppt/media/image123.png" Id="R3c56c22cb28f4352" /><Relationship Type="http://schemas.openxmlformats.org/officeDocument/2006/relationships/notesSlide" Target="/ppt/notesSlides/notesSlide49.xml" Id="Rfa45d029f67a44b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e55489b0e754327" /><Relationship Type="http://schemas.openxmlformats.org/officeDocument/2006/relationships/image" Target="/ppt/media/image124.png" Id="R8e6faf1b981a4f30" /><Relationship Type="http://schemas.openxmlformats.org/officeDocument/2006/relationships/image" Target="/ppt/media/image125.png" Id="R6e40d6e8932d4523" /><Relationship Type="http://schemas.openxmlformats.org/officeDocument/2006/relationships/image" Target="/ppt/media/image126.png" Id="Rab6a7e21895e424c" /><Relationship Type="http://schemas.openxmlformats.org/officeDocument/2006/relationships/image" Target="/ppt/media/image127.png" Id="R2b6291b79cbb4752" /><Relationship Type="http://schemas.openxmlformats.org/officeDocument/2006/relationships/notesSlide" Target="/ppt/notesSlides/notesSlide50.xml" Id="Rcafb26e276ac4f0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ea55f234926a405f" /><Relationship Type="http://schemas.openxmlformats.org/officeDocument/2006/relationships/image" Target="/ppt/media/image128.png" Id="R142fe4f11375416e" /><Relationship Type="http://schemas.openxmlformats.org/officeDocument/2006/relationships/notesSlide" Target="/ppt/notesSlides/notesSlide51.xml" Id="R4ecc7a73a72b4624"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91827E7-08D2-4B5E-89AB-BE06DC28E291}"/>
              </a:ext>
            </a:extLst>
          </p:cNvPr>
          <p:cNvPicPr>
            <a:picLocks xmlns:a="http://schemas.openxmlformats.org/drawingml/2006/main" noChangeAspect="1"/>
          </p:cNvPicPr>
          <p:nvPr/>
        </p:nvPicPr>
        <p:blipFill>
          <a:blip xmlns:r="http://schemas.openxmlformats.org/officeDocument/2006/relationships" xmlns:a="http://schemas.openxmlformats.org/drawingml/2006/main" r:embed="Rfb206b80582d429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E77CEC72-B24C-4145-9B20-6D273DF583B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E768816B-3DD1-4AFC-A9E4-D0FBA2F857C7}"/>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17199EC9-B88B-4D42-BD95-1C9DFC6EB379}"/>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F9C2C42D-D90F-4B8A-8E53-0F00633527EE}"/>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05D31C49-6E16-4D04-9C64-45B87DCBBB97}"/>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6D979FDB-E37B-423E-818E-361327144C21}"/>
              </a:ext>
            </a:extLst>
          </p:cNvPr>
          <p:cNvPicPr>
            <a:picLocks xmlns:a="http://schemas.openxmlformats.org/drawingml/2006/main" noChangeAspect="1"/>
          </p:cNvPicPr>
          <p:nvPr/>
        </p:nvPicPr>
        <p:blipFill>
          <a:blip xmlns:r="http://schemas.openxmlformats.org/officeDocument/2006/relationships" xmlns:a="http://schemas.openxmlformats.org/drawingml/2006/main" r:embed="Rf73cac148c764d4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D5515F5-4437-4335-8C6C-993658DF4679}"/>
              </a:ext>
            </a:extLst>
          </p:cNvPr>
          <p:cNvPicPr>
            <a:picLocks xmlns:a="http://schemas.openxmlformats.org/drawingml/2006/main" noChangeAspect="1"/>
          </p:cNvPicPr>
          <p:nvPr/>
        </p:nvPicPr>
        <p:blipFill>
          <a:blip xmlns:r="http://schemas.openxmlformats.org/officeDocument/2006/relationships" xmlns:a="http://schemas.openxmlformats.org/drawingml/2006/main" r:embed="R31e2fd5a8aa842d3"/>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6D548E9B-0AE1-4417-BEE9-9E27A63C3C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58365808"/>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FD6545D-1AD4-4C41-A7CA-64192C7F145E}"/>
              </a:ext>
            </a:extLst>
          </p:cNvPr>
          <p:cNvPicPr>
            <a:picLocks xmlns:a="http://schemas.openxmlformats.org/drawingml/2006/main" noChangeAspect="1"/>
          </p:cNvPicPr>
          <p:nvPr/>
        </p:nvPicPr>
        <p:blipFill>
          <a:blip xmlns:r="http://schemas.openxmlformats.org/officeDocument/2006/relationships" xmlns:a="http://schemas.openxmlformats.org/drawingml/2006/main" r:embed="R75398f66c78547e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569B7D7-AB4F-4DB7-9E1F-23ACA05B76FB}"/>
              </a:ext>
            </a:extLst>
          </p:cNvPr>
          <p:cNvPicPr>
            <a:picLocks xmlns:a="http://schemas.openxmlformats.org/drawingml/2006/main" noChangeAspect="1"/>
          </p:cNvPicPr>
          <p:nvPr/>
        </p:nvPicPr>
        <p:blipFill>
          <a:blip xmlns:r="http://schemas.openxmlformats.org/officeDocument/2006/relationships" xmlns:a="http://schemas.openxmlformats.org/drawingml/2006/main" r:embed="R519520e7d762463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A106FC1-D780-4902-8F48-39273E5E561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AEDC1D-56C3-4EF8-B17A-8FA59093FB4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CAC6118D-A016-4285-926F-F90ADB1DE5C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1D1A30-486D-4C0B-B1EE-13236BFCE47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933BA538-A02F-4FFC-A9F8-6A629216A4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580F8466-9888-4FF1-98B1-7C3C222FDB2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8CC4E1E7-99B8-4BCB-9A8B-28D58128C71A}"/>
              </a:ext>
            </a:extLst>
          </p:cNvPr>
          <p:cNvPicPr>
            <a:picLocks xmlns:a="http://schemas.openxmlformats.org/drawingml/2006/main" noChangeAspect="1"/>
          </p:cNvPicPr>
          <p:nvPr/>
        </p:nvPicPr>
        <p:blipFill>
          <a:blip xmlns:r="http://schemas.openxmlformats.org/officeDocument/2006/relationships" xmlns:a="http://schemas.openxmlformats.org/drawingml/2006/main" r:embed="Ra02c2f27fbdf4d82"/>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906037370"/>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66E6298B-ED02-4FDC-8166-5DACA02B26C1}"/>
              </a:ext>
            </a:extLst>
          </p:cNvPr>
          <p:cNvPicPr>
            <a:picLocks xmlns:a="http://schemas.openxmlformats.org/drawingml/2006/main" noChangeAspect="1"/>
          </p:cNvPicPr>
          <p:nvPr/>
        </p:nvPicPr>
        <p:blipFill>
          <a:blip xmlns:r="http://schemas.openxmlformats.org/officeDocument/2006/relationships" xmlns:a="http://schemas.openxmlformats.org/drawingml/2006/main" r:embed="Rd7c5044aee8a424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44AF2D-97E8-48D4-8E46-95D6E38B59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1B6F18-38DE-443D-8206-2F39CCA3C7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63C25CA0-9B10-4D63-AAD6-D29F41803E55}"/>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FC8020CC-26B8-4F2B-9528-D7AB10FBCED5}"/>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C1EBEC15-B6DB-4C1E-8926-A5C6A2A9341D}"/>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F5CBCAF7-5117-47C2-A352-02BA079CA3A3}"/>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E3598E55-E5A2-4C25-8534-46517844FA37}"/>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C37F9D5B-CD5C-445D-9E69-A5B274D3F429}"/>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4481F602-DE15-45C9-9917-BCEAE4B07499}"/>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ABC3F32-1E2E-499B-B213-EE16FE300DAE}"/>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E9519C02-743B-4E04-B369-0E45B84FB133}"/>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5495CE5C-800B-4BB3-8FC4-48CD56F9CD25}"/>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EA15EA3-E11B-4571-89DF-BC10E7745F84}"/>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9C25E7CE-4824-4480-9079-72143DF66384}"/>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244590946"/>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6017818-C09E-41EA-B978-77D79FDD7E27}"/>
              </a:ext>
            </a:extLst>
          </p:cNvPr>
          <p:cNvPicPr>
            <a:picLocks xmlns:a="http://schemas.openxmlformats.org/drawingml/2006/main" noChangeAspect="1"/>
          </p:cNvPicPr>
          <p:nvPr/>
        </p:nvPicPr>
        <p:blipFill>
          <a:blip xmlns:r="http://schemas.openxmlformats.org/officeDocument/2006/relationships" xmlns:a="http://schemas.openxmlformats.org/drawingml/2006/main" r:embed="R524ba28b9e254d6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33A864-8C3B-44A5-8463-75622D0CAC6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E6C73F-78A1-450F-AD2B-B7C23A4791FB}"/>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C841CC96-500F-4656-8BA8-2650DC9F3677}"/>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B49945-B891-4F39-83AA-C38F882BE175}"/>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5757335-8B0A-44EF-9B33-EA84ECAA677E}"/>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93E094A3-BE5B-4912-99E7-C5E70AF4B651}"/>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269DB960-8E24-4A10-8FB1-1309D9B96A26}"/>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A8540BD-538D-48F2-9624-E9CE0DE9AD4B}"/>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EB433FA9-CEA5-495E-B8FB-4E7C72A49828}"/>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E79EE53D-6222-423E-AB7F-F2F133ED8379}"/>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8133DCA-E52A-4129-A944-1EF659BDBA72}"/>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ED132DF9-F9A6-4C09-AD35-AE736890ED8B}"/>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EB7CBB6A-E84D-4C9D-BB97-98C50ED9AA73}"/>
              </a:ext>
            </a:extLst>
          </p:cNvPr>
          <p:cNvPicPr>
            <a:picLocks xmlns:a="http://schemas.openxmlformats.org/drawingml/2006/main" noChangeAspect="1"/>
          </p:cNvPicPr>
          <p:nvPr/>
        </p:nvPicPr>
        <p:blipFill>
          <a:blip xmlns:r="http://schemas.openxmlformats.org/officeDocument/2006/relationships" xmlns:a="http://schemas.openxmlformats.org/drawingml/2006/main" r:embed="R44439900a3d94f20"/>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76741859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83B7020-9DF5-4E7F-862C-783EAA48D69C}"/>
              </a:ext>
            </a:extLst>
          </p:cNvPr>
          <p:cNvPicPr>
            <a:picLocks xmlns:a="http://schemas.openxmlformats.org/drawingml/2006/main" noChangeAspect="1"/>
          </p:cNvPicPr>
          <p:nvPr/>
        </p:nvPicPr>
        <p:blipFill>
          <a:blip xmlns:r="http://schemas.openxmlformats.org/officeDocument/2006/relationships" xmlns:a="http://schemas.openxmlformats.org/drawingml/2006/main" r:embed="Rb933c959bff5495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EFEF447-270F-4069-BC2F-B7F6C050EC9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5B51FE43-DFD0-4F48-907F-E06B6F9F2A0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16DE0F69-1786-45F3-8075-683E816D8A3B}"/>
              </a:ext>
            </a:extLst>
          </p:cNvPr>
          <p:cNvPicPr>
            <a:picLocks xmlns:a="http://schemas.openxmlformats.org/drawingml/2006/main" noChangeAspect="1"/>
          </p:cNvPicPr>
          <p:nvPr/>
        </p:nvPicPr>
        <p:blipFill>
          <a:blip xmlns:r="http://schemas.openxmlformats.org/officeDocument/2006/relationships" xmlns:a="http://schemas.openxmlformats.org/drawingml/2006/main" r:embed="Re7a1c381b67f48c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A8C810EE-4AE6-4FAB-80ED-689FCD2D88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F658029E-F5C6-47E9-9EC9-356E7D8E9F1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0340CBD4-F88B-4137-8F3A-FDD01B6D6C8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F6ED0B8C-F2B8-4426-90C5-B8DA242292E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120313929"/>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0BAA8D9-4C14-4E32-B6C6-C3C6628CDA16}"/>
              </a:ext>
            </a:extLst>
          </p:cNvPr>
          <p:cNvPicPr>
            <a:picLocks xmlns:a="http://schemas.openxmlformats.org/drawingml/2006/main" noChangeAspect="1"/>
          </p:cNvPicPr>
          <p:nvPr/>
        </p:nvPicPr>
        <p:blipFill>
          <a:blip xmlns:r="http://schemas.openxmlformats.org/officeDocument/2006/relationships" xmlns:a="http://schemas.openxmlformats.org/drawingml/2006/main" r:embed="R742855dccae1403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2EFCF3-D0FA-4675-B60F-E8F4544EC77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031792-7B28-4634-9D53-96C0CB8DA17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AE7143D-DBA0-4874-BAFC-188DB4F52AB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1EFAA8E-4B88-41E6-BE1B-708E44601C2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F9500BF-B842-4FB5-9C7C-EF60846CF93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39220028-8037-4D6C-BCBF-2A879002A2A6}"/>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DD826DC6-850E-42A4-88EE-F237B26BCBFD}"/>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1247B321-3900-43B0-A3CD-9A47EA3AC631}"/>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9AEFF1D3-1176-400D-ABA2-01A4E5B0ECD7}"/>
              </a:ext>
            </a:extLst>
          </p:cNvPr>
          <p:cNvPicPr>
            <a:picLocks xmlns:a="http://schemas.openxmlformats.org/drawingml/2006/main" noChangeAspect="1"/>
          </p:cNvPicPr>
          <p:nvPr/>
        </p:nvPicPr>
        <p:blipFill>
          <a:blip xmlns:r="http://schemas.openxmlformats.org/officeDocument/2006/relationships" xmlns:a="http://schemas.openxmlformats.org/drawingml/2006/main" r:embed="R049ffc8b51cd4680"/>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9D994FC2-7894-4CF2-97D8-0FD18C5712FA}"/>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DC0C3C7B-7ABF-46EA-AA35-58FFA1A44A8D}"/>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A4711C07-7918-4F17-A81A-FFF3D77BDFAC}"/>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717002559"/>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8E0FA4F3-AD11-4FB3-90CB-AC2C73496EBC}"/>
              </a:ext>
            </a:extLst>
          </p:cNvPr>
          <p:cNvPicPr>
            <a:picLocks xmlns:a="http://schemas.openxmlformats.org/drawingml/2006/main" noChangeAspect="1"/>
          </p:cNvPicPr>
          <p:nvPr/>
        </p:nvPicPr>
        <p:blipFill>
          <a:blip xmlns:r="http://schemas.openxmlformats.org/officeDocument/2006/relationships" xmlns:a="http://schemas.openxmlformats.org/drawingml/2006/main" r:embed="Rcb222ef8b51042a0"/>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B656616-1A1A-4098-8EFB-1B72B1F7C63B}"/>
              </a:ext>
            </a:extLst>
          </p:cNvPr>
          <p:cNvPicPr>
            <a:picLocks xmlns:a="http://schemas.openxmlformats.org/drawingml/2006/main" noChangeAspect="1"/>
          </p:cNvPicPr>
          <p:nvPr/>
        </p:nvPicPr>
        <p:blipFill>
          <a:blip xmlns:r="http://schemas.openxmlformats.org/officeDocument/2006/relationships" xmlns:a="http://schemas.openxmlformats.org/drawingml/2006/main" r:embed="R43cbf3d0cabd4db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4972B5-245E-48F3-BBFB-370B158232D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9D3901-E836-42C8-8931-489A28DD45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BCF1F79-29DE-4042-AC71-C2FC4ED1481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65A9154-B042-4138-98F7-2C3496CB864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E32E1D4-1195-4C7F-9481-0C8F4234F7CB}"/>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5D6C78AD-D199-4D93-BCD0-88EA0E05C895}"/>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74F89E8C-AD73-4B89-841E-96493F4EB3EA}"/>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5F21368F-7F06-4CE3-84ED-4FCDF5DD73D1}"/>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14F7A90A-0122-46F3-9D9B-52991B92EFD7}"/>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D5F79051-1035-483F-82BD-DF0D20B9828E}"/>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C3406A14-3A53-4BF2-9285-9A9979AC6198}"/>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6A31053D-AFBC-4ACA-A558-51A22F8813DC}"/>
              </a:ext>
            </a:extLst>
          </p:cNvPr>
          <p:cNvPicPr>
            <a:picLocks xmlns:a="http://schemas.openxmlformats.org/drawingml/2006/main" noChangeAspect="1"/>
          </p:cNvPicPr>
          <p:nvPr/>
        </p:nvPicPr>
        <p:blipFill>
          <a:blip xmlns:r="http://schemas.openxmlformats.org/officeDocument/2006/relationships" xmlns:a="http://schemas.openxmlformats.org/drawingml/2006/main" r:embed="Rca3d5e59d42c4d36"/>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EB9EECD-E9CC-4AEE-A6E6-7D5B2154543C}"/>
              </a:ext>
            </a:extLst>
          </p:cNvPr>
          <p:cNvPicPr>
            <a:picLocks xmlns:a="http://schemas.openxmlformats.org/drawingml/2006/main" noChangeAspect="1"/>
          </p:cNvPicPr>
          <p:nvPr/>
        </p:nvPicPr>
        <p:blipFill>
          <a:blip xmlns:r="http://schemas.openxmlformats.org/officeDocument/2006/relationships" xmlns:a="http://schemas.openxmlformats.org/drawingml/2006/main" r:embed="R9e7ffaaa0de74f7e"/>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9F9368AD-63BF-4AA6-989A-04B350742291}"/>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310DC1C3-2E50-44AF-B8CD-A8160F05B1E5}"/>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471D12C9-E480-44EC-9EBC-D9256C37583B}"/>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4F247669-7355-4540-80FD-01BCE715A6C1}"/>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3E7097E7-7E57-40A6-8562-13471F11DBE4}"/>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63025374-1CE7-432D-BC4A-1C79D342D8A0}"/>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6EDD2F7C-9DC8-4750-B9CD-B634689E7D61}"/>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226EA625-49B7-424A-A570-6794C14296EE}"/>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8B4EC4D4-B9FD-4E37-A49E-1E821DE9C6B5}"/>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7E8CC9C0-61A1-4CD3-91CE-0BA6CA493309}"/>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1372238353"/>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AE16B30-1BAB-4EC3-9E2B-600EC0A65342}"/>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2C696ABA-B337-412C-A599-72708DD3041B}"/>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A7649F8-5DA0-4116-B690-2B8627FC0AA8}"/>
              </a:ext>
            </a:extLst>
          </p:cNvPr>
          <p:cNvPicPr>
            <a:picLocks xmlns:a="http://schemas.openxmlformats.org/drawingml/2006/main" noChangeAspect="1"/>
          </p:cNvPicPr>
          <p:nvPr/>
        </p:nvPicPr>
        <p:blipFill>
          <a:blip xmlns:r="http://schemas.openxmlformats.org/officeDocument/2006/relationships" xmlns:a="http://schemas.openxmlformats.org/drawingml/2006/main" r:embed="R0798600c476f4d3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278DF6C-F179-4949-9044-6F5DBAE0FC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3D56ED9-3F07-485B-8FB4-5A54E885F9A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38990AA-21F6-4207-847A-BC0054E53B0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A4BFC4-66E5-4586-AB4A-9D3EFE620B9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190CB317-5C8A-4683-9443-58B3A67F8EA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F513032D-9E11-4764-92FD-BE8D64AE7718}"/>
              </a:ext>
            </a:extLst>
          </p:cNvPr>
          <p:cNvPicPr>
            <a:picLocks xmlns:a="http://schemas.openxmlformats.org/drawingml/2006/main" noChangeAspect="1"/>
          </p:cNvPicPr>
          <p:nvPr/>
        </p:nvPicPr>
        <p:blipFill>
          <a:blip xmlns:r="http://schemas.openxmlformats.org/officeDocument/2006/relationships" xmlns:a="http://schemas.openxmlformats.org/drawingml/2006/main" r:embed="Rb0fa6fa023764980"/>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4482A0B-E048-4A34-84FC-14D3A67CF52A}"/>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3D284BA1-ED2C-4DAD-817E-551ED2705566}"/>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9F6203C5-76D3-42D6-8623-9B9D7E95A71E}"/>
              </a:ext>
            </a:extLst>
          </p:cNvPr>
          <p:cNvPicPr>
            <a:picLocks xmlns:a="http://schemas.openxmlformats.org/drawingml/2006/main" noChangeAspect="1"/>
          </p:cNvPicPr>
          <p:nvPr/>
        </p:nvPicPr>
        <p:blipFill>
          <a:blip xmlns:r="http://schemas.openxmlformats.org/officeDocument/2006/relationships" xmlns:a="http://schemas.openxmlformats.org/drawingml/2006/main" r:embed="R0ff9b840a22f4b32"/>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79E21AB0-A0BF-4AFA-A464-7E572278D4A8}"/>
              </a:ext>
            </a:extLst>
          </p:cNvPr>
          <p:cNvPicPr>
            <a:picLocks xmlns:a="http://schemas.openxmlformats.org/drawingml/2006/main" noChangeAspect="1"/>
          </p:cNvPicPr>
          <p:nvPr/>
        </p:nvPicPr>
        <p:blipFill>
          <a:blip xmlns:r="http://schemas.openxmlformats.org/officeDocument/2006/relationships" xmlns:a="http://schemas.openxmlformats.org/drawingml/2006/main" r:embed="Rdb13a220237c4f99"/>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984A7E3-F8D1-4A2A-8179-262E1D299262}"/>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2A594FF-506D-4D11-8151-D32A86AD006A}"/>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87BD1E86-0077-44CE-A8A7-1F75D5F311F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691151210"/>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AFD4A866-6BE2-46EE-91ED-835B99E066A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C3165AA1-4E75-403E-8F4E-60E0CF37C148}"/>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F0ED3DAF-B24E-46BC-B522-E06BB5DA8106}"/>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7D2DEAE1-61FE-4851-96B8-1FB309CF0AA7}"/>
              </a:ext>
            </a:extLst>
          </p:cNvPr>
          <p:cNvPicPr>
            <a:picLocks xmlns:a="http://schemas.openxmlformats.org/drawingml/2006/main" noChangeAspect="1"/>
          </p:cNvPicPr>
          <p:nvPr/>
        </p:nvPicPr>
        <p:blipFill>
          <a:blip xmlns:r="http://schemas.openxmlformats.org/officeDocument/2006/relationships" xmlns:a="http://schemas.openxmlformats.org/drawingml/2006/main" r:embed="R9d0f9f8c32b148a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072C0DF-70D7-472A-A283-06125770F1E8}"/>
              </a:ext>
            </a:extLst>
          </p:cNvPr>
          <p:cNvPicPr>
            <a:picLocks xmlns:a="http://schemas.openxmlformats.org/drawingml/2006/main" noChangeAspect="1"/>
          </p:cNvPicPr>
          <p:nvPr/>
        </p:nvPicPr>
        <p:blipFill>
          <a:blip xmlns:r="http://schemas.openxmlformats.org/officeDocument/2006/relationships" xmlns:a="http://schemas.openxmlformats.org/drawingml/2006/main" r:embed="R720b79684a48421e"/>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FFF6AE94-5C60-4837-A46A-FAC83F7E2C0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448102263"/>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4BE9E65A-FCAE-4649-A2E7-27D199F0E14D}"/>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952D4684-38FE-4CE2-91E3-51726DE983F7}"/>
              </a:ext>
            </a:extLst>
          </p:cNvPr>
          <p:cNvPicPr>
            <a:picLocks xmlns:a="http://schemas.openxmlformats.org/drawingml/2006/main" noChangeAspect="1"/>
          </p:cNvPicPr>
          <p:nvPr/>
        </p:nvPicPr>
        <p:blipFill>
          <a:blip xmlns:r="http://schemas.openxmlformats.org/officeDocument/2006/relationships" xmlns:a="http://schemas.openxmlformats.org/drawingml/2006/main" r:embed="R2d5335f6322c4bb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845D6FE-B0A6-493E-8705-C69B1D680F6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303A61-37F2-463A-8D4B-92CE96BAEBC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F2C4F73-8D36-4F20-8B2D-2E5AD6DF357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D6B1528-8D28-40B7-838C-541C5B6B5F4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F2F66F01-07C8-462E-AD3A-0748A079F0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6C17E21D-E497-427C-B6FA-8F8BA7BE0F3F}"/>
              </a:ext>
            </a:extLst>
          </p:cNvPr>
          <p:cNvPicPr>
            <a:picLocks xmlns:a="http://schemas.openxmlformats.org/drawingml/2006/main" noChangeAspect="1"/>
          </p:cNvPicPr>
          <p:nvPr/>
        </p:nvPicPr>
        <p:blipFill>
          <a:blip xmlns:r="http://schemas.openxmlformats.org/officeDocument/2006/relationships" xmlns:a="http://schemas.openxmlformats.org/drawingml/2006/main" r:embed="Rb3d02535a4b64abd"/>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CD170B8-6560-4FEB-B7BB-880BF30EF482}"/>
              </a:ext>
            </a:extLst>
          </p:cNvPr>
          <p:cNvPicPr>
            <a:picLocks xmlns:a="http://schemas.openxmlformats.org/drawingml/2006/main" noChangeAspect="1"/>
          </p:cNvPicPr>
          <p:nvPr/>
        </p:nvPicPr>
        <p:blipFill>
          <a:blip xmlns:r="http://schemas.openxmlformats.org/officeDocument/2006/relationships" xmlns:a="http://schemas.openxmlformats.org/drawingml/2006/main" r:embed="Rd98df81a34474c19"/>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D9495A3-BF6A-416E-B775-97739D671001}"/>
              </a:ext>
            </a:extLst>
          </p:cNvPr>
          <p:cNvPicPr>
            <a:picLocks xmlns:a="http://schemas.openxmlformats.org/drawingml/2006/main" noChangeAspect="1"/>
          </p:cNvPicPr>
          <p:nvPr/>
        </p:nvPicPr>
        <p:blipFill>
          <a:blip xmlns:r="http://schemas.openxmlformats.org/officeDocument/2006/relationships" xmlns:a="http://schemas.openxmlformats.org/drawingml/2006/main" r:embed="R99db428f9c5448c8"/>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45EA7288-E4E0-44B0-AB02-53129ED5B53C}"/>
              </a:ext>
            </a:extLst>
          </p:cNvPr>
          <p:cNvPicPr>
            <a:picLocks xmlns:a="http://schemas.openxmlformats.org/drawingml/2006/main" noChangeAspect="1"/>
          </p:cNvPicPr>
          <p:nvPr/>
        </p:nvPicPr>
        <p:blipFill>
          <a:blip xmlns:r="http://schemas.openxmlformats.org/officeDocument/2006/relationships" xmlns:a="http://schemas.openxmlformats.org/drawingml/2006/main" r:embed="R7a173c09a44c4edb"/>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88051375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C1082F4-714D-45C3-9C87-C2ED365D81FD}"/>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7978F289-A5EC-4F9A-8054-295EE4216438}"/>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274D7A1-6DF7-409D-AB1B-502F032191AE}"/>
              </a:ext>
            </a:extLst>
          </p:cNvPr>
          <p:cNvPicPr>
            <a:picLocks xmlns:a="http://schemas.openxmlformats.org/drawingml/2006/main" noChangeAspect="1"/>
          </p:cNvPicPr>
          <p:nvPr/>
        </p:nvPicPr>
        <p:blipFill>
          <a:blip xmlns:r="http://schemas.openxmlformats.org/officeDocument/2006/relationships" xmlns:a="http://schemas.openxmlformats.org/drawingml/2006/main" r:embed="R2fab8282f5ae482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465547-7C3F-486D-9DAB-6FD3B88E921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21C2A2-17FC-4292-AE6B-2A0963B959D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CBE18BE-700F-4E11-9BDA-F0D9750C686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A514C2F-6F71-43FD-96C6-8ACFD3575CF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81D97002-34B4-437A-A0A4-D150070524A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5885A0D7-3BC2-4B73-AF26-D586B3AAD9E0}"/>
              </a:ext>
            </a:extLst>
          </p:cNvPr>
          <p:cNvPicPr>
            <a:picLocks xmlns:a="http://schemas.openxmlformats.org/drawingml/2006/main" noChangeAspect="1"/>
          </p:cNvPicPr>
          <p:nvPr/>
        </p:nvPicPr>
        <p:blipFill>
          <a:blip xmlns:r="http://schemas.openxmlformats.org/officeDocument/2006/relationships" xmlns:a="http://schemas.openxmlformats.org/drawingml/2006/main" r:embed="Ra0f7a05cd69642fe"/>
          <a:stretch xmlns:a="http://schemas.openxmlformats.org/drawingml/2006/main"/>
        </p:blipFill>
        <p:spPr>
          <a:xfrm xmlns:a="http://schemas.openxmlformats.org/drawingml/2006/main">
            <a:off x="4637072" y="5381625"/>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7B742B5-D7E0-4ED6-A11D-73CF87E1D5B7}"/>
              </a:ext>
            </a:extLst>
          </p:cNvPr>
          <p:cNvPicPr>
            <a:picLocks xmlns:a="http://schemas.openxmlformats.org/drawingml/2006/main" noChangeAspect="1"/>
          </p:cNvPicPr>
          <p:nvPr/>
        </p:nvPicPr>
        <p:blipFill>
          <a:blip xmlns:r="http://schemas.openxmlformats.org/officeDocument/2006/relationships" xmlns:a="http://schemas.openxmlformats.org/drawingml/2006/main" r:embed="Re73ca781e78d4e03"/>
          <a:stretch xmlns:a="http://schemas.openxmlformats.org/drawingml/2006/main"/>
        </p:blipFill>
        <p:spPr>
          <a:xfrm xmlns:a="http://schemas.openxmlformats.org/drawingml/2006/main">
            <a:off x="4637072" y="7239000"/>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96FB94D-7745-4E3A-B866-76C7950EF0ED}"/>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AA27329C-095E-4303-9F8F-43CEAEFCC66D}"/>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26F3E28F-7BFF-4AD3-961C-DE727A45A639}"/>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723116949"/>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C277A95-D71E-434B-915C-241725019E24}"/>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3C79DB55-6332-4EC9-B56A-D7E838763190}"/>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8EE870B-47A5-46A6-8AFD-C32144EAC299}"/>
              </a:ext>
            </a:extLst>
          </p:cNvPr>
          <p:cNvPicPr>
            <a:picLocks xmlns:a="http://schemas.openxmlformats.org/drawingml/2006/main" noChangeAspect="1"/>
          </p:cNvPicPr>
          <p:nvPr/>
        </p:nvPicPr>
        <p:blipFill>
          <a:blip xmlns:r="http://schemas.openxmlformats.org/officeDocument/2006/relationships" xmlns:a="http://schemas.openxmlformats.org/drawingml/2006/main" r:embed="R476de0b8a00d462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A72E64-A945-4E07-B7BA-3071E78769C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FADC3F-48E3-4D3D-9BED-F086A60EF88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945AF55-9185-49AD-A960-FB376F42690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A1385FA-5615-4229-B07E-A79AE8C6385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63D6A52-D95E-4A8D-8418-41928CE7002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5B4E4BD0-2466-49F2-BBA1-6AC175FA4C24}"/>
              </a:ext>
            </a:extLst>
          </p:cNvPr>
          <p:cNvPicPr>
            <a:picLocks xmlns:a="http://schemas.openxmlformats.org/drawingml/2006/main" noChangeAspect="1"/>
          </p:cNvPicPr>
          <p:nvPr/>
        </p:nvPicPr>
        <p:blipFill>
          <a:blip xmlns:r="http://schemas.openxmlformats.org/officeDocument/2006/relationships" xmlns:a="http://schemas.openxmlformats.org/drawingml/2006/main" r:embed="Raebc60846f664264"/>
          <a:stretch xmlns:a="http://schemas.openxmlformats.org/drawingml/2006/main"/>
        </p:blipFill>
        <p:spPr>
          <a:xfrm xmlns:a="http://schemas.openxmlformats.org/drawingml/2006/main">
            <a:off x="3486626" y="5445258"/>
            <a:ext cx="11314748" cy="729984"/>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290BA05-1C89-4A53-8E67-2E3761B5AB63}"/>
              </a:ext>
            </a:extLst>
          </p:cNvPr>
          <p:cNvPicPr>
            <a:picLocks xmlns:a="http://schemas.openxmlformats.org/drawingml/2006/main" noChangeAspect="1"/>
          </p:cNvPicPr>
          <p:nvPr/>
        </p:nvPicPr>
        <p:blipFill>
          <a:blip xmlns:r="http://schemas.openxmlformats.org/officeDocument/2006/relationships" xmlns:a="http://schemas.openxmlformats.org/drawingml/2006/main" r:embed="R612933e62ca5482f"/>
          <a:stretch xmlns:a="http://schemas.openxmlformats.org/drawingml/2006/main"/>
        </p:blipFill>
        <p:spPr>
          <a:xfrm xmlns:a="http://schemas.openxmlformats.org/drawingml/2006/main">
            <a:off x="3286304" y="7307104"/>
            <a:ext cx="11715393" cy="720947"/>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FC67F13-B2E5-4937-BCB5-284A05C41807}"/>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84C9897B-52C5-4C24-BFBD-6DB4542D8B99}"/>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33F46505-B14B-4C3E-BEF4-DD963C7179B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22750687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592D728F-AE3A-473C-B722-F9F8476907AC}"/>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19D58E4E-7F03-4CD1-AFDE-D7A7C4AFA329}"/>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58D4D0AD-7D5A-4FD4-9B59-F179BCDD05AC}"/>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C4F2659D-21F6-4CA9-91BA-85D9E801A2B8}"/>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C356F5B0-8D66-45F3-B3FB-F1A4AC68C53F}"/>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862FE0E5-26C3-46D9-B3BD-FD1758821892}"/>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7A1EB074-345C-4143-B1B3-533482848AB8}"/>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4E418427-694E-4011-BD85-ADD767AF578A}"/>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F86F3350-06A4-4002-8226-86C680A99DA3}"/>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E180D315-09FC-4F67-91A9-3BFF8E433307}"/>
              </a:ext>
            </a:extLst>
          </p:cNvPr>
          <p:cNvPicPr>
            <a:picLocks xmlns:a="http://schemas.openxmlformats.org/drawingml/2006/main" noChangeAspect="1"/>
          </p:cNvPicPr>
          <p:nvPr/>
        </p:nvPicPr>
        <p:blipFill>
          <a:blip xmlns:r="http://schemas.openxmlformats.org/officeDocument/2006/relationships" xmlns:a="http://schemas.openxmlformats.org/drawingml/2006/main" r:embed="R6aba2042462f47c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9D1203-171D-48BE-B7CA-02676CEFF8A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C055B1-F6AE-4AE3-B2CA-2FC5ED6B37E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2576864-D7A5-44B8-92F1-B2B8E59E71E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C08396F-A5D2-4B6B-B77A-796EDD4CBA1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4A5A350-0039-43E3-8924-555382A187D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49503D7F-D8E6-4BC4-BD5E-DCBAAC564516}"/>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E56747C4-6508-41C0-888B-5BBB0094260D}"/>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D3DC9BC6-B860-4FE6-A7D8-38367D49FDDD}"/>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BD20780A-5A99-4807-AAA0-A7F57E74562F}"/>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73D1CF1A-2A50-48F5-A754-DD94DA68710F}"/>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593A12C9-BD70-4146-A230-4071163F34D0}"/>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17E46DF8-EE55-4F8F-8ED7-314B7DAAAA03}"/>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E5E3EB59-9B34-40E8-9A45-62CB6BCE913B}"/>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7302F9F0-7AA4-49FD-98AE-3FF53B2C94C9}"/>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CB2E9A05-35FC-4111-9A55-02BB994025F9}"/>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81E327C5-78EB-4148-83F5-F32332DCEBCE}"/>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DA6F670A-0E6C-4735-AA84-4A5F10A76960}"/>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614232341"/>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A7D4C61-007E-44E7-9A47-C369C864BF25}"/>
              </a:ext>
            </a:extLst>
          </p:cNvPr>
          <p:cNvPicPr>
            <a:picLocks xmlns:a="http://schemas.openxmlformats.org/drawingml/2006/main" noChangeAspect="1"/>
          </p:cNvPicPr>
          <p:nvPr/>
        </p:nvPicPr>
        <p:blipFill>
          <a:blip xmlns:r="http://schemas.openxmlformats.org/officeDocument/2006/relationships" xmlns:a="http://schemas.openxmlformats.org/drawingml/2006/main" r:embed="R227f2012c3cb4e8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41DE745-D3F6-4F4F-AF72-21F1C0CE730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9D6E4CE6-C7C9-4358-BEFE-55EB4E248B0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E60E70E2-A551-4857-B1B8-4334EAA66FF8}"/>
              </a:ext>
            </a:extLst>
          </p:cNvPr>
          <p:cNvPicPr>
            <a:picLocks xmlns:a="http://schemas.openxmlformats.org/drawingml/2006/main" noChangeAspect="1"/>
          </p:cNvPicPr>
          <p:nvPr/>
        </p:nvPicPr>
        <p:blipFill>
          <a:blip xmlns:r="http://schemas.openxmlformats.org/officeDocument/2006/relationships" xmlns:a="http://schemas.openxmlformats.org/drawingml/2006/main" r:embed="R9980f05c46b14ee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0F914CAB-8682-40B0-B1E0-CB321800A6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9426A34-70D3-413E-83FF-D479483C9FD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191C9C01-C010-4B01-BF69-D7122060304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2CD7BA9A-EEE8-45E7-9D4D-1E384C6D3E7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790746125"/>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F3F33038-1FC3-4BC1-85C8-ECBA86A7744A}"/>
              </a:ext>
            </a:extLst>
          </p:cNvPr>
          <p:cNvPicPr>
            <a:picLocks xmlns:a="http://schemas.openxmlformats.org/drawingml/2006/main" noChangeAspect="1"/>
          </p:cNvPicPr>
          <p:nvPr/>
        </p:nvPicPr>
        <p:blipFill>
          <a:blip xmlns:r="http://schemas.openxmlformats.org/officeDocument/2006/relationships" xmlns:a="http://schemas.openxmlformats.org/drawingml/2006/main" r:embed="Rc2a9639334604cb5"/>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9F05277C-EEDF-4473-B10C-37B9B24AF3F7}"/>
              </a:ext>
            </a:extLst>
          </p:cNvPr>
          <p:cNvPicPr>
            <a:picLocks xmlns:a="http://schemas.openxmlformats.org/drawingml/2006/main" noChangeAspect="1"/>
          </p:cNvPicPr>
          <p:nvPr/>
        </p:nvPicPr>
        <p:blipFill>
          <a:blip xmlns:r="http://schemas.openxmlformats.org/officeDocument/2006/relationships" xmlns:a="http://schemas.openxmlformats.org/drawingml/2006/main" r:embed="Rf4abd0853f85424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BD5B28-81D3-4E9A-99C1-709A8F1716F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B9C361-0DEF-4BC7-90F0-C8E1A3E0C5E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BE04B38-D4CB-4F53-ACCC-FC14E761CF8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B84889-3C75-4763-93CA-F59B0C0B8A3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B3F331B6-8535-4281-9A40-B03E06A8C2C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850B8135-E42B-40A1-A89D-11FFE0B42A04}"/>
              </a:ext>
            </a:extLst>
          </p:cNvPr>
          <p:cNvPicPr>
            <a:picLocks xmlns:a="http://schemas.openxmlformats.org/drawingml/2006/main" noChangeAspect="1"/>
          </p:cNvPicPr>
          <p:nvPr/>
        </p:nvPicPr>
        <p:blipFill>
          <a:blip xmlns:r="http://schemas.openxmlformats.org/officeDocument/2006/relationships" xmlns:a="http://schemas.openxmlformats.org/drawingml/2006/main" r:embed="R00f51767510c413a"/>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9F4721A3-2D09-4EA2-A07F-120FFC74B224}"/>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4851F285-D3A6-4ECE-9B5E-D5499F3A8001}"/>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3BC29F96-FE08-4D91-9F43-A89299E77EAB}"/>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B7D82EF5-9CF1-495A-B862-10F1EFDAA7A5}"/>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E5ADF0A2-5CA3-49CD-9BAA-ED406C7E0DAD}"/>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2DDB1293-E8C2-4AC7-A228-49F9C8968D63}"/>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2D080E4E-A7D0-4CBD-9B3D-C41E4BA37973}"/>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62FD952-9FD2-46BD-8296-F5338BAB3D4E}"/>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4FFF5A4C-7ACE-478F-9434-4EA364AC7E43}"/>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F082CAFB-B5C7-421D-829D-81DC9091BCC2}"/>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5588D371-5753-45B2-BE45-3BD91FDFCEE8}"/>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B0DC6BFC-80D4-4FD4-84AA-8642B4A7DA5F}"/>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483564552"/>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F992E97D-F5E0-4EFF-A740-484C7DCF3CB2}"/>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5E53BAB-B778-44D9-9025-DA21940CCF6E}"/>
              </a:ext>
            </a:extLst>
          </p:cNvPr>
          <p:cNvPicPr>
            <a:picLocks xmlns:a="http://schemas.openxmlformats.org/drawingml/2006/main" noChangeAspect="1"/>
          </p:cNvPicPr>
          <p:nvPr/>
        </p:nvPicPr>
        <p:blipFill>
          <a:blip xmlns:r="http://schemas.openxmlformats.org/officeDocument/2006/relationships" xmlns:a="http://schemas.openxmlformats.org/drawingml/2006/main" r:embed="Rc709bc0d55ee40c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B6698D-C879-439A-9259-1682D750FBC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549686-0428-4A4F-AA2F-B971272002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4D1EA28-9080-45AE-B6CE-15A5B7EAB47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FCB0E7-599C-481E-B679-7E537412A09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32031CF-CFFF-4327-A663-C103843C159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2FF47FD5-21F4-40FB-A331-D2650E5A0AE1}"/>
              </a:ext>
            </a:extLst>
          </p:cNvPr>
          <p:cNvPicPr>
            <a:picLocks xmlns:a="http://schemas.openxmlformats.org/drawingml/2006/main" noChangeAspect="1"/>
          </p:cNvPicPr>
          <p:nvPr/>
        </p:nvPicPr>
        <p:blipFill>
          <a:blip xmlns:r="http://schemas.openxmlformats.org/officeDocument/2006/relationships" xmlns:a="http://schemas.openxmlformats.org/drawingml/2006/main" r:embed="R225a52a726864ec2"/>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45DDA6F-66CA-4E27-8947-4175E91822BE}"/>
              </a:ext>
            </a:extLst>
          </p:cNvPr>
          <p:cNvPicPr>
            <a:picLocks xmlns:a="http://schemas.openxmlformats.org/drawingml/2006/main" noChangeAspect="1"/>
          </p:cNvPicPr>
          <p:nvPr/>
        </p:nvPicPr>
        <p:blipFill>
          <a:blip xmlns:r="http://schemas.openxmlformats.org/officeDocument/2006/relationships" xmlns:a="http://schemas.openxmlformats.org/drawingml/2006/main" r:embed="R5fea0690eac84b7c"/>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6B1D730-E3F4-4F3F-BF17-AC24126FAC82}"/>
              </a:ext>
            </a:extLst>
          </p:cNvPr>
          <p:cNvPicPr>
            <a:picLocks xmlns:a="http://schemas.openxmlformats.org/drawingml/2006/main" noChangeAspect="1"/>
          </p:cNvPicPr>
          <p:nvPr/>
        </p:nvPicPr>
        <p:blipFill>
          <a:blip xmlns:r="http://schemas.openxmlformats.org/officeDocument/2006/relationships" xmlns:a="http://schemas.openxmlformats.org/drawingml/2006/main" r:embed="R54227b8e2d6b40f4"/>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94EBFB8-D76A-452D-B2CF-A52A698BBF73}"/>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F32F346A-9645-4F34-BCF1-CD6FAC19A8DD}"/>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1648857498"/>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B593AFE-82FA-41C3-B088-868E9E14552B}"/>
              </a:ext>
            </a:extLst>
          </p:cNvPr>
          <p:cNvPicPr>
            <a:picLocks xmlns:a="http://schemas.openxmlformats.org/drawingml/2006/main" noChangeAspect="1"/>
          </p:cNvPicPr>
          <p:nvPr/>
        </p:nvPicPr>
        <p:blipFill>
          <a:blip xmlns:r="http://schemas.openxmlformats.org/officeDocument/2006/relationships" xmlns:a="http://schemas.openxmlformats.org/drawingml/2006/main" r:embed="R5fa5e593023646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AC6A1A-C9A0-40E8-87AF-B99F658399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A723966-1C97-4BFC-B193-B3064A64846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EE97EEB-790B-4E01-A56B-9003C3A4C1F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E3A05B3-7930-421D-9413-083D70A2448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DC2B0C4-215F-46D6-BA24-2873AA95657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4BADD824-19DF-4DFC-9BCD-2821256CBD86}"/>
              </a:ext>
            </a:extLst>
          </p:cNvPr>
          <p:cNvPicPr>
            <a:picLocks xmlns:a="http://schemas.openxmlformats.org/drawingml/2006/main" noChangeAspect="1"/>
          </p:cNvPicPr>
          <p:nvPr/>
        </p:nvPicPr>
        <p:blipFill>
          <a:blip xmlns:r="http://schemas.openxmlformats.org/officeDocument/2006/relationships" xmlns:a="http://schemas.openxmlformats.org/drawingml/2006/main" r:embed="R27df1aa8e3d649e7"/>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FDF1F79-E79F-4685-924B-DE1F89EBF7B9}"/>
              </a:ext>
            </a:extLst>
          </p:cNvPr>
          <p:cNvPicPr>
            <a:picLocks xmlns:a="http://schemas.openxmlformats.org/drawingml/2006/main" noChangeAspect="1"/>
          </p:cNvPicPr>
          <p:nvPr/>
        </p:nvPicPr>
        <p:blipFill>
          <a:blip xmlns:r="http://schemas.openxmlformats.org/officeDocument/2006/relationships" xmlns:a="http://schemas.openxmlformats.org/drawingml/2006/main" r:embed="R9a39c524ad9b41c4"/>
          <a:stretch xmlns:a="http://schemas.openxmlformats.org/drawingml/2006/main"/>
        </p:blipFill>
        <p:spPr>
          <a:xfrm xmlns:a="http://schemas.openxmlformats.org/drawingml/2006/main">
            <a:off x="6861813" y="8191500"/>
            <a:ext cx="4564278" cy="571976"/>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C4BD5DE-9521-4030-B401-06BB68A3A56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공통 물질을 소거하고, 산소는 남은 양을 확인한다.</a:t>
            </a:r>
          </a:p>
        </p:txBody>
      </p:sp>
      <p:sp>
        <p:nvSpPr>
          <p:cNvPr id="12" name="공통 CO₂ 소거 표시">
            <a:extLst xmlns:a="http://schemas.openxmlformats.org/drawingml/2006/main">
              <a:ext uri="{FF2B5EF4-FFF2-40B4-BE49-F238E27FC236}">
                <a16:creationId xmlns:a16="http://schemas.microsoft.com/office/drawing/2014/main" id="{605CF7E9-DF58-469C-85DC-E0EC24CEC2C8}"/>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37BC6389-5BF4-4EF2-881E-E60738FA23CA}"/>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61C0A6F7-F31D-43EA-B2D4-6C6E338C88EE}"/>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10F95FD4-FF77-4872-A5A0-725361BB4400}"/>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EDA0300E-6BF2-450F-B38A-FECF6FF74274}"/>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산소는 절반만 소거</a:t>
            </a:r>
          </a:p>
        </p:txBody>
      </p:sp>
      <p:sp>
        <p:nvSpPr>
          <p:cNvPr id="17" name="text">
            <a:extLst xmlns:a="http://schemas.openxmlformats.org/drawingml/2006/main">
              <a:ext uri="{FF2B5EF4-FFF2-40B4-BE49-F238E27FC236}">
                <a16:creationId xmlns:a16="http://schemas.microsoft.com/office/drawing/2014/main" id="{1076D95E-DC15-430E-9A2D-17FD6A5A4FC7}"/>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
        <p:nvSpPr>
          <p:cNvPr id="18" name="산소 공통 부분 소거 · 최종 절반 잔류">
            <a:extLst xmlns:a="http://schemas.openxmlformats.org/drawingml/2006/main">
              <a:ext uri="{FF2B5EF4-FFF2-40B4-BE49-F238E27FC236}">
                <a16:creationId xmlns:a16="http://schemas.microsoft.com/office/drawing/2014/main" id="{D6603567-2097-4C58-906F-05015CE5C081}"/>
              </a:ext>
            </a:extLst>
          </p:cNvPr>
          <p:cNvSpPr>
            <a:spLocks xmlns:a="http://schemas.openxmlformats.org/drawingml/2006/main" noGrp="1"/>
          </p:cNvSpPr>
          <p:nvPr/>
        </p:nvSpPr>
        <p:spPr>
          <a:xfrm xmlns:a="http://schemas.openxmlformats.org/drawingml/2006/main">
            <a:off x="8896350" y="4438650"/>
            <a:ext cx="1104900" cy="400050"/>
          </a:xfrm>
          <a:custGeom xmlns:a="http://schemas.openxmlformats.org/drawingml/2006/main">
            <a:pathLst>
              <a:path w="1104900" h="400050">
                <a:moveTo>
                  <a:pt x="0" y="400050"/>
                </a:moveTo>
                <a:lnTo>
                  <a:pt x="1104900" y="0"/>
                </a:lnTo>
              </a:path>
            </a:pathLst>
          </a:custGeom>
          <a:noFill xmlns:a="http://schemas.openxmlformats.org/drawingml/2006/main"/>
          <a:ln xmlns:a="http://schemas.openxmlformats.org/drawingml/2006/main" w="28575">
            <a:solidFill>
              <a:srgbClr val="9FFF68"/>
            </a:solidFill>
          </a:ln>
        </p:spPr>
      </p:sp>
      <p:sp>
        <p:nvSpPr>
          <p:cNvPr id="19" name="산소 공통 부분 소거 · 최종 절반 잔류">
            <a:extLst xmlns:a="http://schemas.openxmlformats.org/drawingml/2006/main">
              <a:ext uri="{FF2B5EF4-FFF2-40B4-BE49-F238E27FC236}">
                <a16:creationId xmlns:a16="http://schemas.microsoft.com/office/drawing/2014/main" id="{0E10724F-3C4D-4057-81B2-929A344A599F}"/>
              </a:ext>
            </a:extLst>
          </p:cNvPr>
          <p:cNvSpPr>
            <a:spLocks xmlns:a="http://schemas.openxmlformats.org/drawingml/2006/main" noGrp="1"/>
          </p:cNvSpPr>
          <p:nvPr/>
        </p:nvSpPr>
        <p:spPr>
          <a:xfrm xmlns:a="http://schemas.openxmlformats.org/drawingml/2006/main">
            <a:off x="8048625" y="5495925"/>
            <a:ext cx="1733550" cy="447675"/>
          </a:xfrm>
          <a:custGeom xmlns:a="http://schemas.openxmlformats.org/drawingml/2006/main">
            <a:pathLst>
              <a:path w="1733550" h="447675">
                <a:moveTo>
                  <a:pt x="0" y="447675"/>
                </a:moveTo>
                <a:lnTo>
                  <a:pt x="1733550"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172653302"/>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BDE943C0-571E-4121-A119-3D968CEE3F5F}"/>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229233C-60DC-4417-A030-0379FBFDEE0E}"/>
              </a:ext>
            </a:extLst>
          </p:cNvPr>
          <p:cNvPicPr>
            <a:picLocks xmlns:a="http://schemas.openxmlformats.org/drawingml/2006/main" noChangeAspect="1"/>
          </p:cNvPicPr>
          <p:nvPr/>
        </p:nvPicPr>
        <p:blipFill>
          <a:blip xmlns:r="http://schemas.openxmlformats.org/officeDocument/2006/relationships" xmlns:a="http://schemas.openxmlformats.org/drawingml/2006/main" r:embed="Raa70b9665551445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6B052D-42F9-43DE-8E7E-B29D8D00852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E6E376-E9A1-4E66-980D-56735A82F4C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77423CA-97E0-4938-8A21-34BB7456DC0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3D1A981-98A9-4C4F-B9E7-AB5D85806D8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D3F4313-CB2D-4B75-9AE9-945C1D6BE68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96FA6815-4DDF-4B93-B2D0-6038732B9EDC}"/>
              </a:ext>
            </a:extLst>
          </p:cNvPr>
          <p:cNvPicPr>
            <a:picLocks xmlns:a="http://schemas.openxmlformats.org/drawingml/2006/main" noChangeAspect="1"/>
          </p:cNvPicPr>
          <p:nvPr/>
        </p:nvPicPr>
        <p:blipFill>
          <a:blip xmlns:r="http://schemas.openxmlformats.org/officeDocument/2006/relationships" xmlns:a="http://schemas.openxmlformats.org/drawingml/2006/main" r:embed="Rbdaa6e4f6d6342a5"/>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EE871C7-190C-4A3B-8C91-47105AC74D39}"/>
              </a:ext>
            </a:extLst>
          </p:cNvPr>
          <p:cNvPicPr>
            <a:picLocks xmlns:a="http://schemas.openxmlformats.org/drawingml/2006/main" noChangeAspect="1"/>
          </p:cNvPicPr>
          <p:nvPr/>
        </p:nvPicPr>
        <p:blipFill>
          <a:blip xmlns:r="http://schemas.openxmlformats.org/officeDocument/2006/relationships" xmlns:a="http://schemas.openxmlformats.org/drawingml/2006/main" r:embed="R88d8fe6bdab242b5"/>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461125D-311D-4378-B060-F3AF643C03D2}"/>
              </a:ext>
            </a:extLst>
          </p:cNvPr>
          <p:cNvPicPr>
            <a:picLocks xmlns:a="http://schemas.openxmlformats.org/drawingml/2006/main" noChangeAspect="1"/>
          </p:cNvPicPr>
          <p:nvPr/>
        </p:nvPicPr>
        <p:blipFill>
          <a:blip xmlns:r="http://schemas.openxmlformats.org/officeDocument/2006/relationships" xmlns:a="http://schemas.openxmlformats.org/drawingml/2006/main" r:embed="Rd266c5cd8c8b49eb"/>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384685866"/>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BC565E0-9E81-48DB-99AD-B5B56E5B6EFB}"/>
              </a:ext>
            </a:extLst>
          </p:cNvPr>
          <p:cNvPicPr>
            <a:picLocks xmlns:a="http://schemas.openxmlformats.org/drawingml/2006/main" noChangeAspect="1"/>
          </p:cNvPicPr>
          <p:nvPr/>
        </p:nvPicPr>
        <p:blipFill>
          <a:blip xmlns:r="http://schemas.openxmlformats.org/officeDocument/2006/relationships" xmlns:a="http://schemas.openxmlformats.org/drawingml/2006/main" r:embed="Re2b6ba9058a947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42EEFA8-0DED-4AA2-9515-39FA5E340EB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4F0C84-1A63-4A44-B062-E200639B0A8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4E1F176-8029-41C3-8352-584659BFB05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8136D12-E432-4AF7-8AD6-82D26199C8E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7CBE246-DF75-4320-B86D-952ADE02E1F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44D73937-519C-4529-A24B-927187A5DBA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CCD178C4-DB0F-4C7C-BD26-2F1F414D96CB}"/>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sp>
        <p:nvSpPr>
          <p:cNvPr id="10" name="간접 측정 방법">
            <a:extLst xmlns:a="http://schemas.openxmlformats.org/drawingml/2006/main">
              <a:ext uri="{FF2B5EF4-FFF2-40B4-BE49-F238E27FC236}">
                <a16:creationId xmlns:a16="http://schemas.microsoft.com/office/drawing/2014/main" id="{E1B01AA8-9982-4B89-86D9-ABFB2557EB8B}"/>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0AA7FE1-6ACF-408F-B062-9365359EF362}"/>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2340BCC7-A49F-4EF1-9697-92B9585EA23F}"/>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149F1B83-FCE0-4BF9-8818-79661E9C54E8}"/>
              </a:ext>
            </a:extLst>
          </p:cNvPr>
          <p:cNvPicPr>
            <a:picLocks xmlns:a="http://schemas.openxmlformats.org/drawingml/2006/main" noChangeAspect="1"/>
          </p:cNvPicPr>
          <p:nvPr/>
        </p:nvPicPr>
        <p:blipFill>
          <a:blip xmlns:r="http://schemas.openxmlformats.org/officeDocument/2006/relationships" xmlns:a="http://schemas.openxmlformats.org/drawingml/2006/main" r:embed="Rbbcaaeaf61524d03"/>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CBC3E777-F73D-4EE7-8D56-9BE0A4383F2A}"/>
              </a:ext>
            </a:extLst>
          </p:cNvPr>
          <p:cNvPicPr>
            <a:picLocks xmlns:a="http://schemas.openxmlformats.org/drawingml/2006/main" noChangeAspect="1"/>
          </p:cNvPicPr>
          <p:nvPr/>
        </p:nvPicPr>
        <p:blipFill>
          <a:blip xmlns:r="http://schemas.openxmlformats.org/officeDocument/2006/relationships" xmlns:a="http://schemas.openxmlformats.org/drawingml/2006/main" r:embed="R7c454b2daaad4fa8"/>
          <a:srcRect xmlns:a="http://schemas.openxmlformats.org/drawingml/2006/main" l="0" t="0" r="24242" b="0"/>
          <a:stretch xmlns:a="http://schemas.openxmlformats.org/drawingml/2006/main"/>
        </p:blipFill>
        <p:spPr>
          <a:xfrm xmlns:a="http://schemas.openxmlformats.org/drawingml/2006/main">
            <a:off x="2276475" y="5581650"/>
            <a:ext cx="7328105" cy="1009650"/>
          </a:xfrm>
          <a:prstGeom xmlns:a="http://schemas.openxmlformats.org/drawingml/2006/main" prst="rect">
            <a:avLst/>
          </a:prstGeom>
        </p:spPr>
      </p:pic>
    </p:spTree>
    <p:extLst>
      <p:ext uri="{BB962C8B-B14F-4D97-AF65-F5344CB8AC3E}">
        <p14:creationId xmlns:p14="http://schemas.microsoft.com/office/powerpoint/2010/main" val="843151761"/>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B2265056-FF79-4160-8D1B-3671A02A7A1D}"/>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4743788-5492-4BF8-8D8F-3E40B8A2C4ED}"/>
              </a:ext>
            </a:extLst>
          </p:cNvPr>
          <p:cNvPicPr>
            <a:picLocks xmlns:a="http://schemas.openxmlformats.org/drawingml/2006/main" noChangeAspect="1"/>
          </p:cNvPicPr>
          <p:nvPr/>
        </p:nvPicPr>
        <p:blipFill>
          <a:blip xmlns:r="http://schemas.openxmlformats.org/officeDocument/2006/relationships" xmlns:a="http://schemas.openxmlformats.org/drawingml/2006/main" r:embed="Rfecf9ce1bc5941a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A488FD-A2ED-4CE1-B2C0-586D0975D25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7FFB7CB-59B5-4501-B2F7-410A1F819B2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6BD1E6A-F130-44B6-B911-74FA9F522C6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BBE6826-F23E-47C6-9436-E4CE8D6107E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C63BAA9-7569-4328-8B14-515DC6CC036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0C7D86F0-C214-4F51-8AFF-0DA270904A64}"/>
              </a:ext>
            </a:extLst>
          </p:cNvPr>
          <p:cNvPicPr>
            <a:picLocks xmlns:a="http://schemas.openxmlformats.org/drawingml/2006/main" noChangeAspect="1"/>
          </p:cNvPicPr>
          <p:nvPr/>
        </p:nvPicPr>
        <p:blipFill>
          <a:blip xmlns:r="http://schemas.openxmlformats.org/officeDocument/2006/relationships" xmlns:a="http://schemas.openxmlformats.org/drawingml/2006/main" r:embed="Rd912192417204795"/>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852D088-2643-4C4D-AB32-5586A4C1FF3A}"/>
              </a:ext>
            </a:extLst>
          </p:cNvPr>
          <p:cNvPicPr>
            <a:picLocks xmlns:a="http://schemas.openxmlformats.org/drawingml/2006/main" noChangeAspect="1"/>
          </p:cNvPicPr>
          <p:nvPr/>
        </p:nvPicPr>
        <p:blipFill>
          <a:blip xmlns:r="http://schemas.openxmlformats.org/officeDocument/2006/relationships" xmlns:a="http://schemas.openxmlformats.org/drawingml/2006/main" r:embed="R9467394a82fe4e43"/>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576E75AF-4A35-4CDB-8F1F-A33ABB58740B}"/>
              </a:ext>
            </a:extLst>
          </p:cNvPr>
          <p:cNvPicPr>
            <a:picLocks xmlns:a="http://schemas.openxmlformats.org/drawingml/2006/main" noChangeAspect="1"/>
          </p:cNvPicPr>
          <p:nvPr/>
        </p:nvPicPr>
        <p:blipFill>
          <a:blip xmlns:r="http://schemas.openxmlformats.org/officeDocument/2006/relationships" xmlns:a="http://schemas.openxmlformats.org/drawingml/2006/main" r:embed="R7b3cabb214b74637"/>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EDD95079-66F5-43BD-B351-18EB3CE6E121}"/>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CFA1CA0E-1A1C-46B4-8397-F8577376296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790560427"/>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F3D011F1-41DF-44D8-AF8B-E30E0F06070B}"/>
              </a:ext>
            </a:extLst>
          </p:cNvPr>
          <p:cNvPicPr>
            <a:picLocks xmlns:a="http://schemas.openxmlformats.org/drawingml/2006/main" noChangeAspect="1"/>
          </p:cNvPicPr>
          <p:nvPr/>
        </p:nvPicPr>
        <p:blipFill>
          <a:blip xmlns:r="http://schemas.openxmlformats.org/officeDocument/2006/relationships" xmlns:a="http://schemas.openxmlformats.org/drawingml/2006/main" r:embed="R2f463b0c25b24cf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9C0ED9-167A-4155-8D55-9E7CB2EC96D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3E7097-5B1A-47E7-A053-52245CD74E9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B274F45-A742-46A1-8C64-672B487D0D86}"/>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DBC0616-4789-4040-B6A3-EA0EF18CA263}"/>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5FCB55ED-A564-4E1F-BF5E-3C1C9143CDF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CBF6F28C-367F-4245-9236-B70DFB754328}"/>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24632775-D5A4-4820-A999-8EE10A1D1578}"/>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CE9AF85-9548-41E0-A2F3-38FF6F3F6931}"/>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4F909043-E08C-428D-938B-37D799110C3D}"/>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8A91C135-087E-46B0-A4F8-5CB3A0A9B4EF}"/>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800DAF1C-8706-4F42-94BE-A78BFA8E85D1}"/>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3" name="text">
            <a:extLst xmlns:a="http://schemas.openxmlformats.org/drawingml/2006/main">
              <a:ext uri="{FF2B5EF4-FFF2-40B4-BE49-F238E27FC236}">
                <a16:creationId xmlns:a16="http://schemas.microsoft.com/office/drawing/2014/main" id="{96731F9D-911D-45E4-BE47-7DBCF8973DD7}"/>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B712888C-436C-4105-BB94-13C168A6C69D}"/>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40BD5E6-3724-4378-827B-CBE937B8CCB7}"/>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F4903F6B-F4C1-4720-BE05-3FCFD40C4D29}"/>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C3DB7829-925F-4653-88B4-656A597A5093}"/>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F96B0A2B-2EEA-4B20-BC3E-ACAAB60AF8FA}"/>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9" name="text">
            <a:extLst xmlns:a="http://schemas.openxmlformats.org/drawingml/2006/main">
              <a:ext uri="{FF2B5EF4-FFF2-40B4-BE49-F238E27FC236}">
                <a16:creationId xmlns:a16="http://schemas.microsoft.com/office/drawing/2014/main" id="{F5E28FC2-3262-4F4A-9D8F-CFECA1D6EE77}"/>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BD403D9D-7FB3-41EF-8907-399CFCEF59B4}"/>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73DE5C26-0F8C-4CB9-9F60-74727879CA86}"/>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63785B9C-5026-4F70-9746-C517DAB8592E}"/>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C899473F-AACC-4C0C-B698-C9A1B324B673}"/>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045C0329-6D8A-419B-B442-39CFED2D2B00}"/>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25" name="text">
            <a:extLst xmlns:a="http://schemas.openxmlformats.org/drawingml/2006/main">
              <a:ext uri="{FF2B5EF4-FFF2-40B4-BE49-F238E27FC236}">
                <a16:creationId xmlns:a16="http://schemas.microsoft.com/office/drawing/2014/main" id="{47D619A9-A793-4180-B402-BA8D20EF970D}"/>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D072ABFA-722C-448C-8A08-49231DE380BE}"/>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7AD3874F-1E60-4EDC-9FAD-3290D34CC845}"/>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D7318ECB-D599-4786-88CB-0B3CB1D71B62}"/>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40DF1C11-AE25-4661-959B-0F05EAC3F568}"/>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3B7C0AFC-0068-4CEE-9C99-7017FAEEE206}"/>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31" name="text">
            <a:extLst xmlns:a="http://schemas.openxmlformats.org/drawingml/2006/main">
              <a:ext uri="{FF2B5EF4-FFF2-40B4-BE49-F238E27FC236}">
                <a16:creationId xmlns:a16="http://schemas.microsoft.com/office/drawing/2014/main" id="{155202EA-BF29-4598-8232-DF18A675053E}"/>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
        <p:nvSpPr>
          <p:cNvPr id="32" name="얇은 표면 반사">
            <a:extLst xmlns:a="http://schemas.openxmlformats.org/drawingml/2006/main">
              <a:ext uri="{FF2B5EF4-FFF2-40B4-BE49-F238E27FC236}">
                <a16:creationId xmlns:a16="http://schemas.microsoft.com/office/drawing/2014/main" id="{D009B58F-D26D-45B9-8C5A-4453BA4F6E64}"/>
              </a:ext>
            </a:extLst>
          </p:cNvPr>
          <p:cNvSpPr>
            <a:spLocks xmlns:a="http://schemas.openxmlformats.org/drawingml/2006/main" noGrp="1"/>
          </p:cNvSpPr>
          <p:nvPr/>
        </p:nvSpPr>
        <p:spPr>
          <a:xfrm xmlns:a="http://schemas.openxmlformats.org/drawingml/2006/main">
            <a:off x="13239750" y="442912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3" name="얇은 표면 반사">
            <a:extLst xmlns:a="http://schemas.openxmlformats.org/drawingml/2006/main">
              <a:ext uri="{FF2B5EF4-FFF2-40B4-BE49-F238E27FC236}">
                <a16:creationId xmlns:a16="http://schemas.microsoft.com/office/drawing/2014/main" id="{D435B90A-79C1-4C36-862D-A95F6E9C2910}"/>
              </a:ext>
            </a:extLst>
          </p:cNvPr>
          <p:cNvSpPr>
            <a:spLocks xmlns:a="http://schemas.openxmlformats.org/drawingml/2006/main" noGrp="1"/>
          </p:cNvSpPr>
          <p:nvPr/>
        </p:nvSpPr>
        <p:spPr>
          <a:xfrm xmlns:a="http://schemas.openxmlformats.org/drawingml/2006/main">
            <a:off x="13239750" y="554355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4" name="얇은 표면 반사">
            <a:extLst xmlns:a="http://schemas.openxmlformats.org/drawingml/2006/main">
              <a:ext uri="{FF2B5EF4-FFF2-40B4-BE49-F238E27FC236}">
                <a16:creationId xmlns:a16="http://schemas.microsoft.com/office/drawing/2014/main" id="{9FF0BE39-D593-40BC-944A-EA9A1ECE2CB6}"/>
              </a:ext>
            </a:extLst>
          </p:cNvPr>
          <p:cNvSpPr>
            <a:spLocks xmlns:a="http://schemas.openxmlformats.org/drawingml/2006/main" noGrp="1"/>
          </p:cNvSpPr>
          <p:nvPr/>
        </p:nvSpPr>
        <p:spPr>
          <a:xfrm xmlns:a="http://schemas.openxmlformats.org/drawingml/2006/main">
            <a:off x="13239750" y="665797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5" name="얇은 표면 반사">
            <a:extLst xmlns:a="http://schemas.openxmlformats.org/drawingml/2006/main">
              <a:ext uri="{FF2B5EF4-FFF2-40B4-BE49-F238E27FC236}">
                <a16:creationId xmlns:a16="http://schemas.microsoft.com/office/drawing/2014/main" id="{F8A05303-8EFA-4AC0-9B98-769CD9E79D99}"/>
              </a:ext>
            </a:extLst>
          </p:cNvPr>
          <p:cNvSpPr>
            <a:spLocks xmlns:a="http://schemas.openxmlformats.org/drawingml/2006/main" noGrp="1"/>
          </p:cNvSpPr>
          <p:nvPr/>
        </p:nvSpPr>
        <p:spPr>
          <a:xfrm xmlns:a="http://schemas.openxmlformats.org/drawingml/2006/main">
            <a:off x="13239750" y="777240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Tree>
    <p:extLst>
      <p:ext uri="{BB962C8B-B14F-4D97-AF65-F5344CB8AC3E}">
        <p14:creationId xmlns:p14="http://schemas.microsoft.com/office/powerpoint/2010/main" val="1359344907"/>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65ED0FDB-D3A8-4B24-8282-E8DCC3305225}"/>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1D354D30-75A2-4A0A-9F65-15917B8CB9FF}"/>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D3F513F-69BE-4FC0-94BF-E8EDE218598E}"/>
              </a:ext>
            </a:extLst>
          </p:cNvPr>
          <p:cNvPicPr>
            <a:picLocks xmlns:a="http://schemas.openxmlformats.org/drawingml/2006/main" noChangeAspect="1"/>
          </p:cNvPicPr>
          <p:nvPr/>
        </p:nvPicPr>
        <p:blipFill>
          <a:blip xmlns:r="http://schemas.openxmlformats.org/officeDocument/2006/relationships" xmlns:a="http://schemas.openxmlformats.org/drawingml/2006/main" r:embed="R32f9c50e97c9449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B36EC8-44E8-406E-B7EA-B49FD1BCE4A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A0E334-844C-42D0-AC94-F8C92E31DB7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4987876-38E2-4F39-BD29-06C848B93E8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A7F183E-3031-478F-8E9F-77C695008A8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FADAD11-46BB-476C-BD31-95B2344D6A4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8C95C1CD-BCE7-459A-86BC-C61B7E8646E0}"/>
              </a:ext>
            </a:extLst>
          </p:cNvPr>
          <p:cNvPicPr>
            <a:picLocks xmlns:a="http://schemas.openxmlformats.org/drawingml/2006/main" noChangeAspect="1"/>
          </p:cNvPicPr>
          <p:nvPr/>
        </p:nvPicPr>
        <p:blipFill>
          <a:blip xmlns:r="http://schemas.openxmlformats.org/officeDocument/2006/relationships" xmlns:a="http://schemas.openxmlformats.org/drawingml/2006/main" r:embed="R9145d1ebabc249c9"/>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B2AD79B-AB84-4F9F-81CD-2A9D4EA1C545}"/>
              </a:ext>
            </a:extLst>
          </p:cNvPr>
          <p:cNvPicPr>
            <a:picLocks xmlns:a="http://schemas.openxmlformats.org/drawingml/2006/main" noChangeAspect="1"/>
          </p:cNvPicPr>
          <p:nvPr/>
        </p:nvPicPr>
        <p:blipFill>
          <a:blip xmlns:r="http://schemas.openxmlformats.org/officeDocument/2006/relationships" xmlns:a="http://schemas.openxmlformats.org/drawingml/2006/main" r:embed="Rb81e1dde5a8f412d"/>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07449306-C1BE-4C8E-A892-EB6091608076}"/>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8480C3D0-D02A-412F-B766-9ADCBB69F49F}"/>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A29C464E-DEFB-4DB8-9DCF-2BAABBFA15E8}"/>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785085537"/>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09EDD145-C69C-4289-A54A-12B8D48B1EB7}"/>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30D3CEAB-AC84-4041-953A-29E43C6D04CE}"/>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A918772-8CFC-4FC5-85E0-37C5638D2345}"/>
              </a:ext>
            </a:extLst>
          </p:cNvPr>
          <p:cNvPicPr>
            <a:picLocks xmlns:a="http://schemas.openxmlformats.org/drawingml/2006/main" noChangeAspect="1"/>
          </p:cNvPicPr>
          <p:nvPr/>
        </p:nvPicPr>
        <p:blipFill>
          <a:blip xmlns:r="http://schemas.openxmlformats.org/officeDocument/2006/relationships" xmlns:a="http://schemas.openxmlformats.org/drawingml/2006/main" r:embed="R1f22a884e8054e3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13FAB0-ACE5-4283-8B80-7AF4F819182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D4DBD6-97A9-4BCA-A3EE-E780AA98A74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3A3591F-6F54-441F-A1BB-F3F30FA290B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D73311E-A7AA-4F40-83C4-65ACE140C80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5540667-187D-42F3-BEF8-BCCDDFEEC49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2C32CAB8-C06D-4FE4-A36E-618EB2F2B57C}"/>
              </a:ext>
            </a:extLst>
          </p:cNvPr>
          <p:cNvPicPr>
            <a:picLocks xmlns:a="http://schemas.openxmlformats.org/drawingml/2006/main" noChangeAspect="1"/>
          </p:cNvPicPr>
          <p:nvPr/>
        </p:nvPicPr>
        <p:blipFill>
          <a:blip xmlns:r="http://schemas.openxmlformats.org/officeDocument/2006/relationships" xmlns:a="http://schemas.openxmlformats.org/drawingml/2006/main" r:embed="Rf8c6e400fbb841ad"/>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7CF06AF-1425-4EEE-81CF-B45035CC667D}"/>
              </a:ext>
            </a:extLst>
          </p:cNvPr>
          <p:cNvPicPr>
            <a:picLocks xmlns:a="http://schemas.openxmlformats.org/drawingml/2006/main" noChangeAspect="1"/>
          </p:cNvPicPr>
          <p:nvPr/>
        </p:nvPicPr>
        <p:blipFill>
          <a:blip xmlns:r="http://schemas.openxmlformats.org/officeDocument/2006/relationships" xmlns:a="http://schemas.openxmlformats.org/drawingml/2006/main" r:embed="R2e385f8a04c54e59"/>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BDBEC04-14FA-4E1D-B640-2413F47719F2}"/>
              </a:ext>
            </a:extLst>
          </p:cNvPr>
          <p:cNvPicPr>
            <a:picLocks xmlns:a="http://schemas.openxmlformats.org/drawingml/2006/main" noChangeAspect="1"/>
          </p:cNvPicPr>
          <p:nvPr/>
        </p:nvPicPr>
        <p:blipFill>
          <a:blip xmlns:r="http://schemas.openxmlformats.org/officeDocument/2006/relationships" xmlns:a="http://schemas.openxmlformats.org/drawingml/2006/main" r:embed="R473d895c5dcd4935"/>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BFB6DC5-4B84-4BB1-905E-31FD016E46A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59B16CED-8398-461D-8702-714101FB9FBD}"/>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EF710217-34A1-4C29-8978-E4C20AC1D716}"/>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1861357995"/>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6BC9E56-9381-4E44-A069-3B96F1027F61}"/>
              </a:ext>
            </a:extLst>
          </p:cNvPr>
          <p:cNvPicPr>
            <a:picLocks xmlns:a="http://schemas.openxmlformats.org/drawingml/2006/main" noChangeAspect="1"/>
          </p:cNvPicPr>
          <p:nvPr/>
        </p:nvPicPr>
        <p:blipFill>
          <a:blip xmlns:r="http://schemas.openxmlformats.org/officeDocument/2006/relationships" xmlns:a="http://schemas.openxmlformats.org/drawingml/2006/main" r:embed="R4086a4c7f46d4b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A6721D-829C-43CE-AB49-6BE98140723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FC4F70-141C-4D36-B387-1F8E0B08C61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3908E2C-EA8B-4D03-9D3A-58F8F40D7F9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1715B8E-05A8-4E01-AB96-FE1A95A4DA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99EE4FB-4C2A-4196-9069-DDB4C8A32E8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24DE019F-763A-4BB2-96F9-1BD8939D09D1}"/>
              </a:ext>
            </a:extLst>
          </p:cNvPr>
          <p:cNvPicPr>
            <a:picLocks xmlns:a="http://schemas.openxmlformats.org/drawingml/2006/main" noChangeAspect="1"/>
          </p:cNvPicPr>
          <p:nvPr/>
        </p:nvPicPr>
        <p:blipFill>
          <a:blip xmlns:r="http://schemas.openxmlformats.org/officeDocument/2006/relationships" xmlns:a="http://schemas.openxmlformats.org/drawingml/2006/main" r:embed="R40f58b0143664585"/>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D9D9A74-2DDB-48FA-947F-1C87384D3909}"/>
              </a:ext>
            </a:extLst>
          </p:cNvPr>
          <p:cNvPicPr>
            <a:picLocks xmlns:a="http://schemas.openxmlformats.org/drawingml/2006/main" noChangeAspect="1"/>
          </p:cNvPicPr>
          <p:nvPr/>
        </p:nvPicPr>
        <p:blipFill>
          <a:blip xmlns:r="http://schemas.openxmlformats.org/officeDocument/2006/relationships" xmlns:a="http://schemas.openxmlformats.org/drawingml/2006/main" r:embed="R25756b2f1a9a4f5f"/>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FDBCF8B-55F2-45EE-B949-B86D7EE73D2D}"/>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1806168797"/>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B21360F-01A3-4CA3-80B2-38BFAFE4E4D9}"/>
              </a:ext>
            </a:extLst>
          </p:cNvPr>
          <p:cNvPicPr>
            <a:picLocks xmlns:a="http://schemas.openxmlformats.org/drawingml/2006/main" noChangeAspect="1"/>
          </p:cNvPicPr>
          <p:nvPr/>
        </p:nvPicPr>
        <p:blipFill>
          <a:blip xmlns:r="http://schemas.openxmlformats.org/officeDocument/2006/relationships" xmlns:a="http://schemas.openxmlformats.org/drawingml/2006/main" r:embed="R83c6585c52ab471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78D4BA7-C666-4115-B236-96CF93F6F07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B5FA48B-2C0B-4281-9A43-DB9300F50AF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A04B5711-1E38-4986-B1B4-70C3A4F8D63D}"/>
              </a:ext>
            </a:extLst>
          </p:cNvPr>
          <p:cNvPicPr>
            <a:picLocks xmlns:a="http://schemas.openxmlformats.org/drawingml/2006/main" noChangeAspect="1"/>
          </p:cNvPicPr>
          <p:nvPr/>
        </p:nvPicPr>
        <p:blipFill>
          <a:blip xmlns:r="http://schemas.openxmlformats.org/officeDocument/2006/relationships" xmlns:a="http://schemas.openxmlformats.org/drawingml/2006/main" r:embed="R790c9247bf0e437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2EC2D254-428B-4820-86E6-0D06BA1169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7BAEB716-B268-4228-92F0-1110BBC725A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E18E518D-FD9A-43B5-B9C3-2875ECEA37A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7BDAD444-2829-4180-83A8-E6DA5A7B401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257202334"/>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64F7EAC-D5BA-4126-A32F-2124F1607AFB}"/>
              </a:ext>
            </a:extLst>
          </p:cNvPr>
          <p:cNvPicPr>
            <a:picLocks xmlns:a="http://schemas.openxmlformats.org/drawingml/2006/main" noChangeAspect="1"/>
          </p:cNvPicPr>
          <p:nvPr/>
        </p:nvPicPr>
        <p:blipFill>
          <a:blip xmlns:r="http://schemas.openxmlformats.org/officeDocument/2006/relationships" xmlns:a="http://schemas.openxmlformats.org/drawingml/2006/main" r:embed="R8d556eb2fcb3497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F04F035-B0BF-4E87-90AE-CD875EB6887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700EAE7-D232-4F5C-AD00-294B24CA3B7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56FF6E3-75E5-41C1-AD2C-721583F684A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BA41A13-6BF9-43DF-B96D-9F541156A92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AAB931D-A44A-48F4-A320-63FFCE0CC76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EF5EE1DA-CA71-4B7C-BDCD-A4BCE27C9DD0}"/>
              </a:ext>
            </a:extLst>
          </p:cNvPr>
          <p:cNvPicPr>
            <a:picLocks xmlns:a="http://schemas.openxmlformats.org/drawingml/2006/main" noChangeAspect="1"/>
          </p:cNvPicPr>
          <p:nvPr/>
        </p:nvPicPr>
        <p:blipFill>
          <a:blip xmlns:r="http://schemas.openxmlformats.org/officeDocument/2006/relationships" xmlns:a="http://schemas.openxmlformats.org/drawingml/2006/main" r:embed="Rff2ce7909b594390"/>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10DE9469-EF6D-440A-BF70-DC495DB1A673}"/>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02754B15-18AD-496C-BC53-13CF6CF6D287}"/>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E98261D8-4134-4A92-ABD6-9AD29E3D5640}"/>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2000229297"/>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AEEBCDD2-22AF-4716-82E4-85DE214A0E1C}"/>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39B15C74-D3EC-461F-A77C-4565BCE3B08F}"/>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0E733952-B1AA-46BD-9F3D-AF6062752A85}"/>
              </a:ext>
            </a:extLst>
          </p:cNvPr>
          <p:cNvPicPr>
            <a:picLocks xmlns:a="http://schemas.openxmlformats.org/drawingml/2006/main" noChangeAspect="1"/>
          </p:cNvPicPr>
          <p:nvPr/>
        </p:nvPicPr>
        <p:blipFill>
          <a:blip xmlns:r="http://schemas.openxmlformats.org/officeDocument/2006/relationships" xmlns:a="http://schemas.openxmlformats.org/drawingml/2006/main" r:embed="R4f32f47c1de1489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65BC82-C9D5-422B-90AF-06008B50C81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71FDBD-94BF-43FC-AD51-9F5ADBEC0FF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A79E924-BCF0-4D63-AAB5-4B0653358CC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2DC4C0F-6D2B-4C06-ADCE-9A994E9572D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0FCE7F6-F006-49A6-9E0D-82EDD451F0B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06D29051-B055-43FB-9EB9-06196671A40C}"/>
              </a:ext>
            </a:extLst>
          </p:cNvPr>
          <p:cNvPicPr>
            <a:picLocks xmlns:a="http://schemas.openxmlformats.org/drawingml/2006/main" noChangeAspect="1"/>
          </p:cNvPicPr>
          <p:nvPr/>
        </p:nvPicPr>
        <p:blipFill>
          <a:blip xmlns:r="http://schemas.openxmlformats.org/officeDocument/2006/relationships" xmlns:a="http://schemas.openxmlformats.org/drawingml/2006/main" r:embed="Rd31522d45a184264"/>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475A443-F560-445D-94ED-C835C37967FC}"/>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FF396883-7901-4974-9ACC-4F4324D50F44}"/>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F84614B7-8705-4B3A-AEDE-1E0C40313348}"/>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316075C0-333D-4744-BEBA-3B8100314AB0}"/>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42772F0C-7E2E-4F6F-BD60-470EAE6F73A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16FC90F2-814E-4EF0-9B50-AB0C12E8763E}"/>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C21EF53-7B72-4C4F-949F-0DA936EB6EF7}"/>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428895307"/>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6A3B984-1837-41E7-AA6F-3D86561F6F71}"/>
              </a:ext>
            </a:extLst>
          </p:cNvPr>
          <p:cNvPicPr>
            <a:picLocks xmlns:a="http://schemas.openxmlformats.org/drawingml/2006/main" noChangeAspect="1"/>
          </p:cNvPicPr>
          <p:nvPr/>
        </p:nvPicPr>
        <p:blipFill>
          <a:blip xmlns:r="http://schemas.openxmlformats.org/officeDocument/2006/relationships" xmlns:a="http://schemas.openxmlformats.org/drawingml/2006/main" r:embed="R708e21f417404be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507A43-4602-4974-A437-B1CCF5A5256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6AED2A-C819-4164-98C1-6FB73C30848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47EC6B2-1B9F-41DA-B8C6-60DD0BE7834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8BC22F3-C05E-435E-984E-AD8D2A62BAA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0413D1A-A45E-41E2-BE62-D9B9788F443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06833C9D-5F27-4E56-98DE-20D0CCDAFB5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2629A440-78EA-449A-B222-95B58820AD93}"/>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A7E3CDC-C041-45B1-8D75-9831735486A0}"/>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68A89DC-BFB1-4B0C-A79C-3FDDC6463055}"/>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E5700F5-D322-4424-9F44-05E885AD2F79}"/>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D5BAA09-B82B-4691-AF03-28580D339759}"/>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79D94CC-3A59-4ECC-9FFD-B25B34EB675C}"/>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848327149"/>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F3375E96-C1BA-4A05-A344-250DDF901771}"/>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4D8DD087-68AA-48F8-8242-4EFD84C9110E}"/>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876179D2-5328-47F8-9D87-6F5842318507}"/>
              </a:ext>
            </a:extLst>
          </p:cNvPr>
          <p:cNvPicPr>
            <a:picLocks xmlns:a="http://schemas.openxmlformats.org/drawingml/2006/main" noChangeAspect="1"/>
          </p:cNvPicPr>
          <p:nvPr/>
        </p:nvPicPr>
        <p:blipFill>
          <a:blip xmlns:r="http://schemas.openxmlformats.org/officeDocument/2006/relationships" xmlns:a="http://schemas.openxmlformats.org/drawingml/2006/main" r:embed="R50f803ba6ca8458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CFB51F-E68B-4D5D-AE55-261D3029915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8708A0-6408-4ADE-9F3A-1ABAA6CC71F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19A4DF8-E815-4800-A885-B23A4621788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57FBD7D-1976-4985-9FF5-E4934D9951D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B4BE28C-7DE4-49CC-9068-58659E35700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E393D59E-3A83-4570-849B-A85E90E891FD}"/>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B2747AAA-EB66-4A58-9DA3-EF93FD6D31DC}"/>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2FEAFA93-066A-445A-9E40-ED6673D859D0}"/>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4ACA0021-AA56-4818-9A8C-578EB9084FA7}"/>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Tree>
    <p:extLst>
      <p:ext uri="{BB962C8B-B14F-4D97-AF65-F5344CB8AC3E}">
        <p14:creationId xmlns:p14="http://schemas.microsoft.com/office/powerpoint/2010/main" val="500637261"/>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082DEBD-646D-44B6-A8F9-CDD9DAB0A3B2}"/>
              </a:ext>
            </a:extLst>
          </p:cNvPr>
          <p:cNvPicPr>
            <a:picLocks xmlns:a="http://schemas.openxmlformats.org/drawingml/2006/main" noChangeAspect="1"/>
          </p:cNvPicPr>
          <p:nvPr/>
        </p:nvPicPr>
        <p:blipFill>
          <a:blip xmlns:r="http://schemas.openxmlformats.org/officeDocument/2006/relationships" xmlns:a="http://schemas.openxmlformats.org/drawingml/2006/main" r:embed="R5ff87ceb686c4a2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8A6B732-9DE9-4279-BE7E-1DD82318B63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49F784-4019-4D72-AF63-8AD61AE5765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464291B-ABFB-4DD7-884F-1821D71898E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349082-F62C-4DBE-928F-3B9AEB773C4F}"/>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B5F61665-55B1-4EEF-AF03-BABDF36D67B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F21F6C18-EBCF-4E41-8DE1-F7C8E2ED89A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E67508A8-AD18-408B-B547-EBE0B713E859}"/>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0F187F35-69C5-490F-A493-4BF47FCBA18D}"/>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A034BB0-5267-4434-8A4A-69B71D3278C9}"/>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A98EA78-4A31-4BA1-8FD9-6CEA18842A82}"/>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76EC55A-4174-4F37-AEE9-B83BA4ED6964}"/>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5C5414A-903B-4080-A4A8-1112B74A2786}"/>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603893539"/>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C6995299-B0A9-46F6-8064-54D761B158AE}"/>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2E6826B6-D82C-4F7E-AD6F-E52E5A325631}"/>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07D100D-979C-4F89-876F-59DD45B94969}"/>
              </a:ext>
            </a:extLst>
          </p:cNvPr>
          <p:cNvPicPr>
            <a:picLocks xmlns:a="http://schemas.openxmlformats.org/drawingml/2006/main" noChangeAspect="1"/>
          </p:cNvPicPr>
          <p:nvPr/>
        </p:nvPicPr>
        <p:blipFill>
          <a:blip xmlns:r="http://schemas.openxmlformats.org/officeDocument/2006/relationships" xmlns:a="http://schemas.openxmlformats.org/drawingml/2006/main" r:embed="Rf601709bb61e46a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2D695B-EF83-48E2-BAB5-983386868CF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014499-E346-4E0F-9A7E-58B83DC5CEE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2A2B245-628B-4924-978E-087CB7D977E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45F8305-4B22-4257-925B-324276277DA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35E7EC7-967B-41E3-B00D-1CD91A42C95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9A82982F-9890-4617-A8F5-02795CEE88C9}"/>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BA0C1275-3D17-4635-82C3-0AD833A89ABF}"/>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79F356FF-4078-4A02-96CA-59AA3E36B2BD}"/>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F40153C2-90AB-4340-B4D9-2D4519B9E165}"/>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3AE9845E-F19D-4B27-B9E7-8E2A1D2FED07}"/>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963365268"/>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09FD1F8-D2CE-40EF-B7CD-9FE3632AC676}"/>
              </a:ext>
            </a:extLst>
          </p:cNvPr>
          <p:cNvPicPr>
            <a:picLocks xmlns:a="http://schemas.openxmlformats.org/drawingml/2006/main" noChangeAspect="1"/>
          </p:cNvPicPr>
          <p:nvPr/>
        </p:nvPicPr>
        <p:blipFill>
          <a:blip xmlns:r="http://schemas.openxmlformats.org/officeDocument/2006/relationships" xmlns:a="http://schemas.openxmlformats.org/drawingml/2006/main" r:embed="R25a4c5ad0b6044b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CEDC97-C0B6-40D1-8ECA-FE4A0ED1399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A1B58C-0B54-496D-AD3C-1377D7735E8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FA2AFFD-E109-4CC8-BFE3-A253FB2DDAD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43C4F8B-7FE9-4E04-A41E-A1FB96A5606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13CF46F-72B7-47BE-9486-9CDEE4F2289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EBD5BBE0-74A3-43EF-BFBD-5CC27D6CCF47}"/>
              </a:ext>
            </a:extLst>
          </p:cNvPr>
          <p:cNvGraphicFramePr/>
          <p:nvPr/>
        </p:nvGraphicFramePr>
        <p:xfrm>
          <a:off xmlns:a="http://schemas.openxmlformats.org/drawingml/2006/main" x="7810500" y="4714875"/>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438D80CD-3BD0-46AB-B47F-077EC60FFCA2}"/>
              </a:ext>
            </a:extLst>
          </p:cNvPr>
          <p:cNvSpPr>
            <a:spLocks xmlns:a="http://schemas.openxmlformats.org/drawingml/2006/main" noGrp="1"/>
          </p:cNvSpPr>
          <p:nvPr/>
        </p:nvSpPr>
        <p:spPr>
          <a:xfrm xmlns:a="http://schemas.openxmlformats.org/drawingml/2006/main" rot="0">
            <a:off x="781050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D1C2289-3800-49D5-8E6E-A623ABBC5CD9}"/>
              </a:ext>
            </a:extLst>
          </p:cNvPr>
          <p:cNvSpPr>
            <a:spLocks xmlns:a="http://schemas.openxmlformats.org/drawingml/2006/main" noGrp="1"/>
          </p:cNvSpPr>
          <p:nvPr/>
        </p:nvSpPr>
        <p:spPr>
          <a:xfrm xmlns:a="http://schemas.openxmlformats.org/drawingml/2006/main" rot="5400000">
            <a:off x="1647825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63A20EC4-F986-4F7D-A381-36F05F3F2057}"/>
              </a:ext>
            </a:extLst>
          </p:cNvPr>
          <p:cNvSpPr>
            <a:spLocks xmlns:a="http://schemas.openxmlformats.org/drawingml/2006/main" noGrp="1"/>
          </p:cNvSpPr>
          <p:nvPr/>
        </p:nvSpPr>
        <p:spPr>
          <a:xfrm xmlns:a="http://schemas.openxmlformats.org/drawingml/2006/main" rot="10800000">
            <a:off x="1647825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749A731D-0C75-405A-9B23-5EA900D0BABF}"/>
              </a:ext>
            </a:extLst>
          </p:cNvPr>
          <p:cNvSpPr>
            <a:spLocks xmlns:a="http://schemas.openxmlformats.org/drawingml/2006/main" noGrp="1"/>
          </p:cNvSpPr>
          <p:nvPr/>
        </p:nvSpPr>
        <p:spPr>
          <a:xfrm xmlns:a="http://schemas.openxmlformats.org/drawingml/2006/main" rot="16200000">
            <a:off x="781050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FBC64709-3BC2-42C8-A157-16980BCC9DE4}"/>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a:solidFill>
                  <a:srgbClr val="BBBBBB"/>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5F64D3CA-D396-4092-AD58-4C0BC2882C98}"/>
              </a:ext>
            </a:extLst>
          </p:cNvPr>
          <p:cNvPicPr>
            <a:picLocks xmlns:a="http://schemas.openxmlformats.org/drawingml/2006/main" noChangeAspect="1"/>
          </p:cNvPicPr>
          <p:nvPr/>
        </p:nvPicPr>
        <p:blipFill>
          <a:blip xmlns:r="http://schemas.openxmlformats.org/officeDocument/2006/relationships" xmlns:a="http://schemas.openxmlformats.org/drawingml/2006/main" r:embed="R6261f9a4905449cf"/>
          <a:stretch xmlns:a="http://schemas.openxmlformats.org/drawingml/2006/main"/>
        </p:blipFill>
        <p:spPr>
          <a:xfrm xmlns:a="http://schemas.openxmlformats.org/drawingml/2006/main">
            <a:off x="1571625" y="5019506"/>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B1A9355D-03FA-44FA-9789-9CFFB4675032}"/>
              </a:ext>
            </a:extLst>
          </p:cNvPr>
          <p:cNvPicPr>
            <a:picLocks xmlns:a="http://schemas.openxmlformats.org/drawingml/2006/main" noChangeAspect="1"/>
          </p:cNvPicPr>
          <p:nvPr/>
        </p:nvPicPr>
        <p:blipFill>
          <a:blip xmlns:r="http://schemas.openxmlformats.org/officeDocument/2006/relationships" xmlns:a="http://schemas.openxmlformats.org/drawingml/2006/main" r:embed="R98b1057d8466499c"/>
          <a:stretch xmlns:a="http://schemas.openxmlformats.org/drawingml/2006/main"/>
        </p:blipFill>
        <p:spPr>
          <a:xfrm xmlns:a="http://schemas.openxmlformats.org/drawingml/2006/main">
            <a:off x="4667250" y="5392645"/>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02B6B338-2DC1-4C2F-9544-289EB280F9F1}"/>
              </a:ext>
            </a:extLst>
          </p:cNvPr>
          <p:cNvSpPr>
            <a:spLocks xmlns:a="http://schemas.openxmlformats.org/drawingml/2006/main" noGrp="1"/>
          </p:cNvSpPr>
          <p:nvPr/>
        </p:nvSpPr>
        <p:spPr>
          <a:xfrm xmlns:a="http://schemas.openxmlformats.org/drawingml/2006/main">
            <a:off x="1905000"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F845B93F-611A-4108-828E-E5912E01C0BF}"/>
              </a:ext>
            </a:extLst>
          </p:cNvPr>
          <p:cNvSpPr>
            <a:spLocks xmlns:a="http://schemas.openxmlformats.org/drawingml/2006/main" noGrp="1"/>
          </p:cNvSpPr>
          <p:nvPr/>
        </p:nvSpPr>
        <p:spPr>
          <a:xfrm xmlns:a="http://schemas.openxmlformats.org/drawingml/2006/main">
            <a:off x="5000625"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
        <p:nvSpPr>
          <p:cNvPr id="21" name="text">
            <a:extLst xmlns:a="http://schemas.openxmlformats.org/drawingml/2006/main">
              <a:ext uri="{FF2B5EF4-FFF2-40B4-BE49-F238E27FC236}">
                <a16:creationId xmlns:a16="http://schemas.microsoft.com/office/drawing/2014/main" id="{012A5015-EA48-4F99-93E9-B563D77F98CD}"/>
              </a:ext>
            </a:extLst>
          </p:cNvPr>
          <p:cNvSpPr>
            <a:spLocks xmlns:a="http://schemas.openxmlformats.org/drawingml/2006/main" noGrp="1"/>
          </p:cNvSpPr>
          <p:nvPr/>
        </p:nvSpPr>
        <p:spPr>
          <a:xfrm xmlns:a="http://schemas.openxmlformats.org/drawingml/2006/main">
            <a:off x="9620250" y="817245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이 조건에서 더 안정한 기준 원소 물질</a:t>
            </a:r>
          </a:p>
        </p:txBody>
      </p:sp>
      <p:pic>
        <p:nvPicPr>
          <p:cNvPr id="22" name="">
            <a:extLst xmlns:a="http://schemas.openxmlformats.org/drawingml/2006/main">
              <a:ext uri="{FF2B5EF4-FFF2-40B4-BE49-F238E27FC236}">
                <a16:creationId xmlns:a16="http://schemas.microsoft.com/office/drawing/2014/main" id="{6CBAE5E6-A848-472C-A317-11B0A4E22F56}"/>
              </a:ext>
            </a:extLst>
          </p:cNvPr>
          <p:cNvPicPr>
            <a:picLocks xmlns:a="http://schemas.openxmlformats.org/drawingml/2006/main" noChangeAspect="1"/>
          </p:cNvPicPr>
          <p:nvPr/>
        </p:nvPicPr>
        <p:blipFill>
          <a:blip xmlns:r="http://schemas.openxmlformats.org/officeDocument/2006/relationships" xmlns:a="http://schemas.openxmlformats.org/drawingml/2006/main" r:embed="R258e9665bc834b38"/>
          <a:stretch xmlns:a="http://schemas.openxmlformats.org/drawingml/2006/main"/>
        </p:blipFill>
        <p:spPr>
          <a:xfrm xmlns:a="http://schemas.openxmlformats.org/drawingml/2006/main">
            <a:off x="8286750" y="7954005"/>
            <a:ext cx="1238250" cy="532140"/>
          </a:xfrm>
          <a:prstGeom xmlns:a="http://schemas.openxmlformats.org/drawingml/2006/main" prst="rect">
            <a:avLst/>
          </a:prstGeom>
        </p:spPr>
      </p:pic>
    </p:spTree>
    <p:extLst>
      <p:ext uri="{BB962C8B-B14F-4D97-AF65-F5344CB8AC3E}">
        <p14:creationId xmlns:p14="http://schemas.microsoft.com/office/powerpoint/2010/main" val="814245160"/>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7F025F58-703A-407F-B6A6-F6AB0F15E426}"/>
              </a:ext>
            </a:extLst>
          </p:cNvPr>
          <p:cNvSpPr>
            <a:spLocks xmlns:a="http://schemas.openxmlformats.org/drawingml/2006/main" noGrp="1"/>
          </p:cNvSpPr>
          <p:nvPr/>
        </p:nvSpPr>
        <p:spPr>
          <a:xfrm xmlns:a="http://schemas.openxmlformats.org/drawingml/2006/main">
            <a:off x="2095500" y="762000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A6725A94-EA05-4C84-8CC3-CACE21B512BB}"/>
              </a:ext>
            </a:extLst>
          </p:cNvPr>
          <p:cNvSpPr>
            <a:spLocks xmlns:a="http://schemas.openxmlformats.org/drawingml/2006/main" noGrp="1"/>
          </p:cNvSpPr>
          <p:nvPr/>
        </p:nvSpPr>
        <p:spPr>
          <a:xfrm xmlns:a="http://schemas.openxmlformats.org/drawingml/2006/main">
            <a:off x="2095500" y="519112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76D9C7CE-DE8E-49FD-A1AF-5229FB342595}"/>
              </a:ext>
            </a:extLst>
          </p:cNvPr>
          <p:cNvPicPr>
            <a:picLocks xmlns:a="http://schemas.openxmlformats.org/drawingml/2006/main" noChangeAspect="1"/>
          </p:cNvPicPr>
          <p:nvPr/>
        </p:nvPicPr>
        <p:blipFill>
          <a:blip xmlns:r="http://schemas.openxmlformats.org/officeDocument/2006/relationships" xmlns:a="http://schemas.openxmlformats.org/drawingml/2006/main" r:embed="R025fe2a479024b5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1B61A6-FA79-408D-A5FA-260964DCA55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6DBAABB-5938-4C0C-A2D5-50EAF0ACF32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E64AC91-1F83-490A-B889-184F3A669AB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CCD3088-A6F3-4481-9213-F852329CF2D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3F9B3DE-F9A6-4664-A39F-5F0D642BBB9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00AF0B97-1C92-45AD-BD20-4E83A8541624}"/>
              </a:ext>
            </a:extLst>
          </p:cNvPr>
          <p:cNvPicPr>
            <a:picLocks xmlns:a="http://schemas.openxmlformats.org/drawingml/2006/main" noChangeAspect="1"/>
          </p:cNvPicPr>
          <p:nvPr/>
        </p:nvPicPr>
        <p:blipFill>
          <a:blip xmlns:r="http://schemas.openxmlformats.org/officeDocument/2006/relationships" xmlns:a="http://schemas.openxmlformats.org/drawingml/2006/main" r:embed="Re41ebf785752444d"/>
          <a:stretch xmlns:a="http://schemas.openxmlformats.org/drawingml/2006/main"/>
        </p:blipFill>
        <p:spPr>
          <a:xfrm xmlns:a="http://schemas.openxmlformats.org/drawingml/2006/main">
            <a:off x="4223957" y="5381627"/>
            <a:ext cx="9840087" cy="1047747"/>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A845C57-8C17-44F4-B4FF-999E878531C1}"/>
              </a:ext>
            </a:extLst>
          </p:cNvPr>
          <p:cNvPicPr>
            <a:picLocks xmlns:a="http://schemas.openxmlformats.org/drawingml/2006/main" noChangeAspect="1"/>
          </p:cNvPicPr>
          <p:nvPr/>
        </p:nvPicPr>
        <p:blipFill>
          <a:blip xmlns:r="http://schemas.openxmlformats.org/officeDocument/2006/relationships" xmlns:a="http://schemas.openxmlformats.org/drawingml/2006/main" r:embed="Rc5d1f59a9837420b"/>
          <a:stretch xmlns:a="http://schemas.openxmlformats.org/drawingml/2006/main"/>
        </p:blipFill>
        <p:spPr>
          <a:xfrm xmlns:a="http://schemas.openxmlformats.org/drawingml/2006/main">
            <a:off x="4223957" y="7810502"/>
            <a:ext cx="9840087" cy="1047747"/>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C50174E3-5CAC-468D-8424-18EF61609F51}"/>
              </a:ext>
            </a:extLst>
          </p:cNvPr>
          <p:cNvSpPr>
            <a:spLocks xmlns:a="http://schemas.openxmlformats.org/drawingml/2006/main" noGrp="1"/>
          </p:cNvSpPr>
          <p:nvPr/>
        </p:nvSpPr>
        <p:spPr>
          <a:xfrm xmlns:a="http://schemas.openxmlformats.org/drawingml/2006/main">
            <a:off x="2381250" y="457200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4C990602-9CEB-4F62-B46C-7BEA7BFC202F}"/>
              </a:ext>
            </a:extLst>
          </p:cNvPr>
          <p:cNvSpPr>
            <a:spLocks xmlns:a="http://schemas.openxmlformats.org/drawingml/2006/main" noGrp="1"/>
          </p:cNvSpPr>
          <p:nvPr/>
        </p:nvSpPr>
        <p:spPr>
          <a:xfrm xmlns:a="http://schemas.openxmlformats.org/drawingml/2006/main">
            <a:off x="2381250" y="700087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7C421505-92AF-4FC0-992D-E86D23FC24A2}"/>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240709491"/>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476667C-ECF3-451F-85DF-D7F078A7D988}"/>
              </a:ext>
            </a:extLst>
          </p:cNvPr>
          <p:cNvPicPr>
            <a:picLocks xmlns:a="http://schemas.openxmlformats.org/drawingml/2006/main" noChangeAspect="1"/>
          </p:cNvPicPr>
          <p:nvPr/>
        </p:nvPicPr>
        <p:blipFill>
          <a:blip xmlns:r="http://schemas.openxmlformats.org/officeDocument/2006/relationships" xmlns:a="http://schemas.openxmlformats.org/drawingml/2006/main" r:embed="R5a7b9ea0771f4ef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861C66-AA45-472F-B18C-E4C0044797B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88234EF-7FCC-4A8F-B322-6C7001A3B1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538AEC5-00EC-4A6E-8188-3AA08A780BF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A90DA9-3C48-47D8-83BE-ADAA61FD8F7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7959200-69F8-4581-8B49-8898CA1AF63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75" b="1">
                <a:solidFill>
                  <a:srgbClr val="FFFFFF"/>
                </a:solidFill>
                <a:latin typeface="Pretendard"/>
                <a:ea typeface="Pretendard"/>
                <a:cs typeface="Pretendard"/>
              </a:defRPr>
            </a:defPPr>
            <a:lvl1pPr algn="ctr">
              <a:defRPr sz="4275" b="1">
                <a:solidFill>
                  <a:srgbClr val="FFFFFF"/>
                </a:solidFill>
                <a:latin typeface="Pretendard"/>
                <a:ea typeface="Pretendard"/>
                <a:cs typeface="Pretendard"/>
              </a:defRPr>
            </a:lvl1pPr>
            <a:lvl2pPr algn="ctr">
              <a:defRPr sz="4275" b="1">
                <a:solidFill>
                  <a:srgbClr val="FFFFFF"/>
                </a:solidFill>
                <a:latin typeface="Pretendard"/>
                <a:ea typeface="Pretendard"/>
                <a:cs typeface="Pretendard"/>
              </a:defRPr>
            </a:lvl2pPr>
            <a:lvl3pPr algn="ctr">
              <a:defRPr sz="4275" b="1">
                <a:solidFill>
                  <a:srgbClr val="FFFFFF"/>
                </a:solidFill>
                <a:latin typeface="Pretendard"/>
                <a:ea typeface="Pretendard"/>
                <a:cs typeface="Pretendard"/>
              </a:defRPr>
            </a:lvl3pPr>
            <a:lvl4pPr algn="ctr">
              <a:defRPr sz="4275" b="1">
                <a:solidFill>
                  <a:srgbClr val="FFFFFF"/>
                </a:solidFill>
                <a:latin typeface="Pretendard"/>
                <a:ea typeface="Pretendard"/>
                <a:cs typeface="Pretendard"/>
              </a:defRPr>
            </a:lvl4pPr>
            <a:lvl5pPr algn="ctr">
              <a:defRPr sz="4275" b="1">
                <a:solidFill>
                  <a:srgbClr val="FFFFFF"/>
                </a:solidFill>
                <a:latin typeface="Pretendard"/>
                <a:ea typeface="Pretendard"/>
                <a:cs typeface="Pretendard"/>
              </a:defRPr>
            </a:lvl5pPr>
            <a:lvl6pPr algn="ctr">
              <a:defRPr sz="4275" b="1">
                <a:solidFill>
                  <a:srgbClr val="FFFFFF"/>
                </a:solidFill>
                <a:latin typeface="Pretendard"/>
                <a:ea typeface="Pretendard"/>
                <a:cs typeface="Pretendard"/>
              </a:defRPr>
            </a:lvl6pPr>
            <a:lvl7pPr algn="ctr">
              <a:defRPr sz="4275" b="1">
                <a:solidFill>
                  <a:srgbClr val="FFFFFF"/>
                </a:solidFill>
                <a:latin typeface="Pretendard"/>
                <a:ea typeface="Pretendard"/>
                <a:cs typeface="Pretendard"/>
              </a:defRPr>
            </a:lvl7pPr>
            <a:lvl8pPr algn="ctr">
              <a:defRPr sz="4275" b="1">
                <a:solidFill>
                  <a:srgbClr val="FFFFFF"/>
                </a:solidFill>
                <a:latin typeface="Pretendard"/>
                <a:ea typeface="Pretendard"/>
                <a:cs typeface="Pretendard"/>
              </a:defRPr>
            </a:lvl8pPr>
            <a:lvl9pPr algn="ctr">
              <a:defRPr sz="4275" b="1">
                <a:solidFill>
                  <a:srgbClr val="FFFFFF"/>
                </a:solidFill>
                <a:latin typeface="Pretendard"/>
                <a:ea typeface="Pretendard"/>
                <a:cs typeface="Pretendard"/>
              </a:defRPr>
            </a:lvl9pPr>
          </a:lstStyle>
          <a:p xmlns:a="http://schemas.openxmlformats.org/drawingml/2006/main">
            <a:pPr algn="ctr">
              <a:defRPr sz="4275" b="1">
                <a:solidFill>
                  <a:srgbClr val="FFFFFF"/>
                </a:solidFill>
                <a:latin typeface="Pretendard"/>
                <a:ea typeface="Pretendard"/>
                <a:cs typeface="Pretendard"/>
              </a:defRPr>
            </a:pPr>
            <a:r>
              <a:rPr sz="4275" b="1">
                <a:solidFill>
                  <a:srgbClr val="FFFFFF"/>
                </a:solidFill>
                <a:latin typeface="Pretendard"/>
                <a:ea typeface="Pretendard"/>
                <a:cs typeface="Pretendard"/>
              </a:rPr>
              <a:t>세 과정을 합하면 메테인의 연소 반응이 된다.</a:t>
            </a:r>
          </a:p>
        </p:txBody>
      </p:sp>
      <p:pic>
        <p:nvPicPr>
          <p:cNvPr id="7" name="">
            <a:extLst xmlns:a="http://schemas.openxmlformats.org/drawingml/2006/main">
              <a:ext uri="{FF2B5EF4-FFF2-40B4-BE49-F238E27FC236}">
                <a16:creationId xmlns:a16="http://schemas.microsoft.com/office/drawing/2014/main" id="{B73C1618-8E0F-43F0-A89F-CEF8E826A1D9}"/>
              </a:ext>
            </a:extLst>
          </p:cNvPr>
          <p:cNvPicPr>
            <a:picLocks xmlns:a="http://schemas.openxmlformats.org/drawingml/2006/main" noChangeAspect="1"/>
          </p:cNvPicPr>
          <p:nvPr/>
        </p:nvPicPr>
        <p:blipFill>
          <a:blip xmlns:r="http://schemas.openxmlformats.org/officeDocument/2006/relationships" xmlns:a="http://schemas.openxmlformats.org/drawingml/2006/main" r:embed="R9effd439a73e4d8f"/>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공통 물질 소거">
            <a:extLst xmlns:a="http://schemas.openxmlformats.org/drawingml/2006/main">
              <a:ext uri="{FF2B5EF4-FFF2-40B4-BE49-F238E27FC236}">
                <a16:creationId xmlns:a16="http://schemas.microsoft.com/office/drawing/2014/main" id="{872DEA42-9B72-4282-90D2-1C51E299E445}"/>
              </a:ext>
            </a:extLst>
          </p:cNvPr>
          <p:cNvSpPr>
            <a:spLocks xmlns:a="http://schemas.openxmlformats.org/drawingml/2006/main" noGrp="1"/>
          </p:cNvSpPr>
          <p:nvPr/>
        </p:nvSpPr>
        <p:spPr>
          <a:xfrm xmlns:a="http://schemas.openxmlformats.org/drawingml/2006/main">
            <a:off x="6096000" y="4229100"/>
            <a:ext cx="1685925" cy="381000"/>
          </a:xfrm>
          <a:custGeom xmlns:a="http://schemas.openxmlformats.org/drawingml/2006/main">
            <a:pathLst>
              <a:path w="1685925" h="381000">
                <a:moveTo>
                  <a:pt x="0" y="381000"/>
                </a:moveTo>
                <a:lnTo>
                  <a:pt x="1685925" y="0"/>
                </a:lnTo>
              </a:path>
            </a:pathLst>
          </a:custGeom>
          <a:noFill xmlns:a="http://schemas.openxmlformats.org/drawingml/2006/main"/>
          <a:ln xmlns:a="http://schemas.openxmlformats.org/drawingml/2006/main" w="28575">
            <a:solidFill>
              <a:srgbClr val="9FFF68"/>
            </a:solidFill>
          </a:ln>
        </p:spPr>
      </p:sp>
      <p:sp>
        <p:nvSpPr>
          <p:cNvPr id="9" name="공통 물질 소거">
            <a:extLst xmlns:a="http://schemas.openxmlformats.org/drawingml/2006/main">
              <a:ext uri="{FF2B5EF4-FFF2-40B4-BE49-F238E27FC236}">
                <a16:creationId xmlns:a16="http://schemas.microsoft.com/office/drawing/2014/main" id="{8ADD3800-23CA-4BA8-81C5-9C58B572DF3D}"/>
              </a:ext>
            </a:extLst>
          </p:cNvPr>
          <p:cNvSpPr>
            <a:spLocks xmlns:a="http://schemas.openxmlformats.org/drawingml/2006/main" noGrp="1"/>
          </p:cNvSpPr>
          <p:nvPr/>
        </p:nvSpPr>
        <p:spPr>
          <a:xfrm xmlns:a="http://schemas.openxmlformats.org/drawingml/2006/main">
            <a:off x="3905250" y="5667375"/>
            <a:ext cx="1647825" cy="381000"/>
          </a:xfrm>
          <a:custGeom xmlns:a="http://schemas.openxmlformats.org/drawingml/2006/main">
            <a:pathLst>
              <a:path w="1647825" h="381000">
                <a:moveTo>
                  <a:pt x="0" y="381000"/>
                </a:moveTo>
                <a:lnTo>
                  <a:pt x="1647825" y="0"/>
                </a:lnTo>
              </a:path>
            </a:pathLst>
          </a:custGeom>
          <a:noFill xmlns:a="http://schemas.openxmlformats.org/drawingml/2006/main"/>
          <a:ln xmlns:a="http://schemas.openxmlformats.org/drawingml/2006/main" w="28575">
            <a:solidFill>
              <a:srgbClr val="9FFF68"/>
            </a:solidFill>
          </a:ln>
        </p:spPr>
      </p:sp>
      <p:sp>
        <p:nvSpPr>
          <p:cNvPr id="10" name="공통 물질 소거">
            <a:extLst xmlns:a="http://schemas.openxmlformats.org/drawingml/2006/main">
              <a:ext uri="{FF2B5EF4-FFF2-40B4-BE49-F238E27FC236}">
                <a16:creationId xmlns:a16="http://schemas.microsoft.com/office/drawing/2014/main" id="{A1764024-FB40-40DB-9512-0A6237644E52}"/>
              </a:ext>
            </a:extLst>
          </p:cNvPr>
          <p:cNvSpPr>
            <a:spLocks xmlns:a="http://schemas.openxmlformats.org/drawingml/2006/main" noGrp="1"/>
          </p:cNvSpPr>
          <p:nvPr/>
        </p:nvSpPr>
        <p:spPr>
          <a:xfrm xmlns:a="http://schemas.openxmlformats.org/drawingml/2006/main">
            <a:off x="8410575" y="4229100"/>
            <a:ext cx="1066800" cy="381000"/>
          </a:xfrm>
          <a:custGeom xmlns:a="http://schemas.openxmlformats.org/drawingml/2006/main">
            <a:pathLst>
              <a:path w="1066800" h="381000">
                <a:moveTo>
                  <a:pt x="0" y="381000"/>
                </a:moveTo>
                <a:lnTo>
                  <a:pt x="1066800" y="0"/>
                </a:lnTo>
              </a:path>
            </a:pathLst>
          </a:custGeom>
          <a:noFill xmlns:a="http://schemas.openxmlformats.org/drawingml/2006/main"/>
          <a:ln xmlns:a="http://schemas.openxmlformats.org/drawingml/2006/main" w="28575">
            <a:solidFill>
              <a:srgbClr val="9FFF68"/>
            </a:solidFill>
          </a:ln>
        </p:spPr>
      </p:sp>
      <p:sp>
        <p:nvSpPr>
          <p:cNvPr id="11" name="공통 물질 소거">
            <a:extLst xmlns:a="http://schemas.openxmlformats.org/drawingml/2006/main">
              <a:ext uri="{FF2B5EF4-FFF2-40B4-BE49-F238E27FC236}">
                <a16:creationId xmlns:a16="http://schemas.microsoft.com/office/drawing/2014/main" id="{0ED308DC-855C-4FE4-BA37-6DAA67E0CA90}"/>
              </a:ext>
            </a:extLst>
          </p:cNvPr>
          <p:cNvSpPr>
            <a:spLocks xmlns:a="http://schemas.openxmlformats.org/drawingml/2006/main" noGrp="1"/>
          </p:cNvSpPr>
          <p:nvPr/>
        </p:nvSpPr>
        <p:spPr>
          <a:xfrm xmlns:a="http://schemas.openxmlformats.org/drawingml/2006/main">
            <a:off x="3905250" y="7115175"/>
            <a:ext cx="1076325" cy="381000"/>
          </a:xfrm>
          <a:custGeom xmlns:a="http://schemas.openxmlformats.org/drawingml/2006/main">
            <a:pathLst>
              <a:path w="1076325" h="381000">
                <a:moveTo>
                  <a:pt x="0" y="381000"/>
                </a:moveTo>
                <a:lnTo>
                  <a:pt x="1076325"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1771048095"/>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C944E647-20AE-421A-AA0C-996ACD79D816}"/>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3410505-5ACB-446E-A4E0-B8153CE3BCB2}"/>
              </a:ext>
            </a:extLst>
          </p:cNvPr>
          <p:cNvPicPr>
            <a:picLocks xmlns:a="http://schemas.openxmlformats.org/drawingml/2006/main" noChangeAspect="1"/>
          </p:cNvPicPr>
          <p:nvPr/>
        </p:nvPicPr>
        <p:blipFill>
          <a:blip xmlns:r="http://schemas.openxmlformats.org/officeDocument/2006/relationships" xmlns:a="http://schemas.openxmlformats.org/drawingml/2006/main" r:embed="R2bfe732c1bb149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59F69F-F617-4C1F-A513-982275F7C4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BC6A76-D54A-4161-B5C9-CE61D43B0AD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EC07FF3-0BAA-4B54-B419-CACA4374ACE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3453F90-0218-477C-A39A-3EDA443ED95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D3EFA50-B3D7-4EFA-A8EC-51F2DD5F312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6C98DDA1-B489-4F0F-9EC7-626660A9168E}"/>
              </a:ext>
            </a:extLst>
          </p:cNvPr>
          <p:cNvPicPr>
            <a:picLocks xmlns:a="http://schemas.openxmlformats.org/drawingml/2006/main" noChangeAspect="1"/>
          </p:cNvPicPr>
          <p:nvPr/>
        </p:nvPicPr>
        <p:blipFill>
          <a:blip xmlns:r="http://schemas.openxmlformats.org/officeDocument/2006/relationships" xmlns:a="http://schemas.openxmlformats.org/drawingml/2006/main" r:embed="R17ff2553fdd0408d"/>
          <a:stretch xmlns:a="http://schemas.openxmlformats.org/drawingml/2006/main"/>
        </p:blipFill>
        <p:spPr>
          <a:xfrm xmlns:a="http://schemas.openxmlformats.org/drawingml/2006/main">
            <a:off x="4590381" y="4988719"/>
            <a:ext cx="9107333" cy="1500188"/>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F63C3CDE-EA46-456F-B20A-2AAED4FBC8A4}"/>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D5A40751-99D7-4415-A23D-3CD358B3BE1F}"/>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7E1F3108-5641-45C9-8DD7-7AF9B348874B}"/>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F7AA0197-F4AB-4555-8EC8-C6A0A58395FF}"/>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B5B53E24-BBFD-409D-A54C-BEA02DF6121D}"/>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9116778D-D702-400D-AF8D-125041500CED}"/>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9A40F2EB-C3C0-4A11-8839-A506651CB81D}"/>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243E58FD-273C-4CBC-A7CB-1580D2A148D2}"/>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4E144256-58B4-4126-9666-8DC9617A34AA}"/>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4C8EEDE9-A355-40DA-A28C-AF05954D7E8A}"/>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2133036270"/>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292F78C-DF15-4550-B6C2-9B244DB5A4CA}"/>
              </a:ext>
            </a:extLst>
          </p:cNvPr>
          <p:cNvPicPr>
            <a:picLocks xmlns:a="http://schemas.openxmlformats.org/drawingml/2006/main" noChangeAspect="1"/>
          </p:cNvPicPr>
          <p:nvPr/>
        </p:nvPicPr>
        <p:blipFill>
          <a:blip xmlns:r="http://schemas.openxmlformats.org/officeDocument/2006/relationships" xmlns:a="http://schemas.openxmlformats.org/drawingml/2006/main" r:embed="R4dbc4c5ba5f6425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AD1123-8EC0-49F3-81B8-92C6655BCE4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F61D07-CE00-4E4A-99F7-1BFE367C0A8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E616467-CA16-4364-BF7C-CF53C816999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B3B5382-0A25-45A4-BFF8-5787BCF31AE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3B14AA8-BB38-4149-A581-1E52AA63807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sp>
        <p:nvSpPr>
          <p:cNvPr id="15" name="text">
            <a:extLst xmlns:a="http://schemas.openxmlformats.org/drawingml/2006/main">
              <a:ext uri="{FF2B5EF4-FFF2-40B4-BE49-F238E27FC236}">
                <a16:creationId xmlns:a16="http://schemas.microsoft.com/office/drawing/2014/main" id="{6B5F1DE0-56E7-43F9-A34C-46562E22961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6" name="수식 기호별 설명 바">
            <a:extLst xmlns:a="http://schemas.openxmlformats.org/drawingml/2006/main">
              <a:ext uri="{FF2B5EF4-FFF2-40B4-BE49-F238E27FC236}">
                <a16:creationId xmlns:a16="http://schemas.microsoft.com/office/drawing/2014/main" id="{AFDE53C6-224E-4446-8D9A-F68C43B74FD7}"/>
              </a:ext>
            </a:extLst>
          </p:cNvPr>
          <p:cNvSpPr>
            <a:spLocks xmlns:a="http://schemas.openxmlformats.org/drawingml/2006/main" noGrp="1"/>
          </p:cNvSpPr>
          <p:nvPr/>
        </p:nvSpPr>
        <p:spPr>
          <a:xfrm xmlns:a="http://schemas.openxmlformats.org/drawingml/2006/main">
            <a:off x="20002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3F697280-C816-4F6E-B9DC-DD688578DA2B}"/>
              </a:ext>
            </a:extLst>
          </p:cNvPr>
          <p:cNvSpPr>
            <a:spLocks xmlns:a="http://schemas.openxmlformats.org/drawingml/2006/main" noGrp="1"/>
          </p:cNvSpPr>
          <p:nvPr/>
        </p:nvSpPr>
        <p:spPr>
          <a:xfrm xmlns:a="http://schemas.openxmlformats.org/drawingml/2006/main">
            <a:off x="21907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몰수 n</a:t>
            </a:r>
          </a:p>
        </p:txBody>
      </p:sp>
      <p:sp>
        <p:nvSpPr>
          <p:cNvPr id="18" name="text">
            <a:extLst xmlns:a="http://schemas.openxmlformats.org/drawingml/2006/main">
              <a:ext uri="{FF2B5EF4-FFF2-40B4-BE49-F238E27FC236}">
                <a16:creationId xmlns:a16="http://schemas.microsoft.com/office/drawing/2014/main" id="{0D272D2A-568C-4CC4-B9A4-42CB57258B39}"/>
              </a:ext>
            </a:extLst>
          </p:cNvPr>
          <p:cNvSpPr>
            <a:spLocks xmlns:a="http://schemas.openxmlformats.org/drawingml/2006/main" noGrp="1"/>
          </p:cNvSpPr>
          <p:nvPr/>
        </p:nvSpPr>
        <p:spPr>
          <a:xfrm xmlns:a="http://schemas.openxmlformats.org/drawingml/2006/main">
            <a:off x="21907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반응 계수에 따른 물질의 양</a:t>
            </a:r>
          </a:p>
        </p:txBody>
      </p:sp>
      <p:sp>
        <p:nvSpPr>
          <p:cNvPr id="19" name="수식 기호별 설명 바">
            <a:extLst xmlns:a="http://schemas.openxmlformats.org/drawingml/2006/main">
              <a:ext uri="{FF2B5EF4-FFF2-40B4-BE49-F238E27FC236}">
                <a16:creationId xmlns:a16="http://schemas.microsoft.com/office/drawing/2014/main" id="{6F8D08F4-86CD-40CF-A8CC-730B83086B94}"/>
              </a:ext>
            </a:extLst>
          </p:cNvPr>
          <p:cNvSpPr>
            <a:spLocks xmlns:a="http://schemas.openxmlformats.org/drawingml/2006/main" noGrp="1"/>
          </p:cNvSpPr>
          <p:nvPr/>
        </p:nvSpPr>
        <p:spPr>
          <a:xfrm xmlns:a="http://schemas.openxmlformats.org/drawingml/2006/main">
            <a:off x="685800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413D8B54-DB67-4820-B66E-ACCF95D45B4E}"/>
              </a:ext>
            </a:extLst>
          </p:cNvPr>
          <p:cNvSpPr>
            <a:spLocks xmlns:a="http://schemas.openxmlformats.org/drawingml/2006/main" noGrp="1"/>
          </p:cNvSpPr>
          <p:nvPr/>
        </p:nvSpPr>
        <p:spPr>
          <a:xfrm xmlns:a="http://schemas.openxmlformats.org/drawingml/2006/main">
            <a:off x="704850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표준 생성 엔탈피</a:t>
            </a:r>
          </a:p>
        </p:txBody>
      </p:sp>
      <p:sp>
        <p:nvSpPr>
          <p:cNvPr id="21" name="text">
            <a:extLst xmlns:a="http://schemas.openxmlformats.org/drawingml/2006/main">
              <a:ext uri="{FF2B5EF4-FFF2-40B4-BE49-F238E27FC236}">
                <a16:creationId xmlns:a16="http://schemas.microsoft.com/office/drawing/2014/main" id="{C7CBBFA2-83A6-4330-A876-9C59D444C629}"/>
              </a:ext>
            </a:extLst>
          </p:cNvPr>
          <p:cNvSpPr>
            <a:spLocks xmlns:a="http://schemas.openxmlformats.org/drawingml/2006/main" noGrp="1"/>
          </p:cNvSpPr>
          <p:nvPr/>
        </p:nvSpPr>
        <p:spPr>
          <a:xfrm xmlns:a="http://schemas.openxmlformats.org/drawingml/2006/main">
            <a:off x="704850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물질 1 mol이 생성될 때의 값</a:t>
            </a:r>
          </a:p>
        </p:txBody>
      </p:sp>
      <p:sp>
        <p:nvSpPr>
          <p:cNvPr id="22" name="수식 기호별 설명 바">
            <a:extLst xmlns:a="http://schemas.openxmlformats.org/drawingml/2006/main">
              <a:ext uri="{FF2B5EF4-FFF2-40B4-BE49-F238E27FC236}">
                <a16:creationId xmlns:a16="http://schemas.microsoft.com/office/drawing/2014/main" id="{6B83225A-73D4-4007-A346-30D7148D6FF4}"/>
              </a:ext>
            </a:extLst>
          </p:cNvPr>
          <p:cNvSpPr>
            <a:spLocks xmlns:a="http://schemas.openxmlformats.org/drawingml/2006/main" noGrp="1"/>
          </p:cNvSpPr>
          <p:nvPr/>
        </p:nvSpPr>
        <p:spPr>
          <a:xfrm xmlns:a="http://schemas.openxmlformats.org/drawingml/2006/main">
            <a:off x="117157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5BD9423D-B6C1-4345-98DE-11B130B0C611}"/>
              </a:ext>
            </a:extLst>
          </p:cNvPr>
          <p:cNvSpPr>
            <a:spLocks xmlns:a="http://schemas.openxmlformats.org/drawingml/2006/main" noGrp="1"/>
          </p:cNvSpPr>
          <p:nvPr/>
        </p:nvSpPr>
        <p:spPr>
          <a:xfrm xmlns:a="http://schemas.openxmlformats.org/drawingml/2006/main">
            <a:off x="119062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 Σ</a:t>
            </a:r>
          </a:p>
        </p:txBody>
      </p:sp>
      <p:sp>
        <p:nvSpPr>
          <p:cNvPr id="24" name="text">
            <a:extLst xmlns:a="http://schemas.openxmlformats.org/drawingml/2006/main">
              <a:ext uri="{FF2B5EF4-FFF2-40B4-BE49-F238E27FC236}">
                <a16:creationId xmlns:a16="http://schemas.microsoft.com/office/drawing/2014/main" id="{75D13230-0764-4EBE-961D-B8981BE65E7F}"/>
              </a:ext>
            </a:extLst>
          </p:cNvPr>
          <p:cNvSpPr>
            <a:spLocks xmlns:a="http://schemas.openxmlformats.org/drawingml/2006/main" noGrp="1"/>
          </p:cNvSpPr>
          <p:nvPr/>
        </p:nvSpPr>
        <p:spPr>
          <a:xfrm xmlns:a="http://schemas.openxmlformats.org/drawingml/2006/main">
            <a:off x="119062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각 물질의 곱을 모두 더함</a:t>
            </a:r>
          </a:p>
        </p:txBody>
      </p:sp>
      <p:pic>
        <p:nvPicPr>
          <p:cNvPr id="25" name="">
            <a:extLst xmlns:a="http://schemas.openxmlformats.org/drawingml/2006/main">
              <a:ext uri="{FF2B5EF4-FFF2-40B4-BE49-F238E27FC236}">
                <a16:creationId xmlns:a16="http://schemas.microsoft.com/office/drawing/2014/main" id="{0CBE2F01-242C-48E5-8082-B3F362DF5CF5}"/>
              </a:ext>
            </a:extLst>
          </p:cNvPr>
          <p:cNvPicPr>
            <a:picLocks xmlns:a="http://schemas.openxmlformats.org/drawingml/2006/main" noChangeAspect="1"/>
          </p:cNvPicPr>
          <p:nvPr/>
        </p:nvPicPr>
        <p:blipFill>
          <a:blip xmlns:r="http://schemas.openxmlformats.org/officeDocument/2006/relationships" xmlns:a="http://schemas.openxmlformats.org/drawingml/2006/main" r:embed="Rb9488ea580534d04"/>
          <a:srcRect xmlns:a="http://schemas.openxmlformats.org/drawingml/2006/main" l="3453" t="34530" r="4006" b="40608"/>
          <a:stretch xmlns:a="http://schemas.openxmlformats.org/drawingml/2006/main"/>
        </p:blipFill>
        <p:spPr>
          <a:xfrm xmlns:a="http://schemas.openxmlformats.org/drawingml/2006/main">
            <a:off x="2000250" y="6334125"/>
            <a:ext cx="14287500" cy="1279478"/>
          </a:xfrm>
          <a:prstGeom xmlns:a="http://schemas.openxmlformats.org/drawingml/2006/main" prst="rect">
            <a:avLst/>
          </a:prstGeom>
        </p:spPr>
      </p:pic>
      <p:sp>
        <p:nvSpPr>
          <p:cNvPr id="26" name="몰수 적용 설명 바">
            <a:extLst xmlns:a="http://schemas.openxmlformats.org/drawingml/2006/main">
              <a:ext uri="{FF2B5EF4-FFF2-40B4-BE49-F238E27FC236}">
                <a16:creationId xmlns:a16="http://schemas.microsoft.com/office/drawing/2014/main" id="{0A83E58A-9C9F-48C9-AC68-808C73668CA7}"/>
              </a:ext>
            </a:extLst>
          </p:cNvPr>
          <p:cNvSpPr>
            <a:spLocks xmlns:a="http://schemas.openxmlformats.org/drawingml/2006/main" noGrp="1"/>
          </p:cNvSpPr>
          <p:nvPr/>
        </p:nvSpPr>
        <p:spPr>
          <a:xfrm xmlns:a="http://schemas.openxmlformats.org/drawingml/2006/main">
            <a:off x="2381250" y="8001000"/>
            <a:ext cx="13525500" cy="809625"/>
          </a:xfrm>
          <a:prstGeom xmlns:a="http://schemas.openxmlformats.org/drawingml/2006/main" prst="roundRect">
            <a:avLst>
              <a:gd name="adj" fmla="val 18824"/>
            </a:avLst>
          </a:prstGeom>
          <a:solidFill xmlns:a="http://schemas.openxmlformats.org/drawingml/2006/main">
            <a:srgbClr val="1D2918"/>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FA2A196C-DC9B-47AF-8E74-5385DD6E5EDC}"/>
              </a:ext>
            </a:extLst>
          </p:cNvPr>
          <p:cNvSpPr>
            <a:spLocks xmlns:a="http://schemas.openxmlformats.org/drawingml/2006/main" noGrp="1"/>
          </p:cNvSpPr>
          <p:nvPr/>
        </p:nvSpPr>
        <p:spPr>
          <a:xfrm xmlns:a="http://schemas.openxmlformats.org/drawingml/2006/main">
            <a:off x="2714625" y="8115300"/>
            <a:ext cx="1285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8" name="text">
            <a:extLst xmlns:a="http://schemas.openxmlformats.org/drawingml/2006/main">
              <a:ext uri="{FF2B5EF4-FFF2-40B4-BE49-F238E27FC236}">
                <a16:creationId xmlns:a16="http://schemas.microsoft.com/office/drawing/2014/main" id="{658519ED-01C2-4CBE-B90C-3B0CD5CFD2AE}"/>
              </a:ext>
            </a:extLst>
          </p:cNvPr>
          <p:cNvSpPr>
            <a:spLocks xmlns:a="http://schemas.openxmlformats.org/drawingml/2006/main" noGrp="1"/>
          </p:cNvSpPr>
          <p:nvPr/>
        </p:nvSpPr>
        <p:spPr>
          <a:xfrm xmlns:a="http://schemas.openxmlformats.org/drawingml/2006/main">
            <a:off x="2857500" y="9048750"/>
            <a:ext cx="1257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기준 원소 물질의 표준 생성 엔탈피는 0이다.</a:t>
            </a:r>
          </a:p>
        </p:txBody>
      </p:sp>
    </p:spTree>
    <p:extLst>
      <p:ext uri="{BB962C8B-B14F-4D97-AF65-F5344CB8AC3E}">
        <p14:creationId xmlns:p14="http://schemas.microsoft.com/office/powerpoint/2010/main" val="1526505893"/>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77C37FA-FF0E-400D-931A-AE8C5E72B20D}"/>
              </a:ext>
            </a:extLst>
          </p:cNvPr>
          <p:cNvPicPr>
            <a:picLocks xmlns:a="http://schemas.openxmlformats.org/drawingml/2006/main" noChangeAspect="1"/>
          </p:cNvPicPr>
          <p:nvPr/>
        </p:nvPicPr>
        <p:blipFill>
          <a:blip xmlns:r="http://schemas.openxmlformats.org/officeDocument/2006/relationships" xmlns:a="http://schemas.openxmlformats.org/drawingml/2006/main" r:embed="R5c9381e608de48b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BEEC95-8739-43E0-9E0A-48003819B3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EBF016-4EFD-4D3B-847F-85620345964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96A7FAC-A3EE-434D-AA68-F4B0A9CB9F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D04CB4A-031D-4727-A7C9-1A5AF020C03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F2B524B-3C12-4D0B-805F-41DBA865B01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2D5DC20A-E218-4404-BE1A-7322103E4028}"/>
              </a:ext>
            </a:extLst>
          </p:cNvPr>
          <p:cNvPicPr>
            <a:picLocks xmlns:a="http://schemas.openxmlformats.org/drawingml/2006/main" noChangeAspect="1"/>
          </p:cNvPicPr>
          <p:nvPr/>
        </p:nvPicPr>
        <p:blipFill>
          <a:blip xmlns:r="http://schemas.openxmlformats.org/officeDocument/2006/relationships" xmlns:a="http://schemas.openxmlformats.org/drawingml/2006/main" r:embed="R6962f8e2035c4609"/>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9CE22110-298B-45BC-9B18-0767534F486B}"/>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E6758A7-6B55-4454-89EC-F688FAF11CA7}"/>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B25746D-0E75-4BD6-9BD1-5E674258111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9DECA27-368E-4DDB-9833-7FB390CFE0D8}"/>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5D18B0C-722E-4AE5-B2E5-5ED558B5FE43}"/>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59934D09-7CCF-49B0-8D02-F38A8655463C}"/>
              </a:ext>
            </a:extLst>
          </p:cNvPr>
          <p:cNvPicPr>
            <a:picLocks xmlns:a="http://schemas.openxmlformats.org/drawingml/2006/main" noChangeAspect="1"/>
          </p:cNvPicPr>
          <p:nvPr/>
        </p:nvPicPr>
        <p:blipFill>
          <a:blip xmlns:r="http://schemas.openxmlformats.org/officeDocument/2006/relationships" xmlns:a="http://schemas.openxmlformats.org/drawingml/2006/main" r:embed="Rbce1b5496e924eef"/>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2032973373"/>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37BCEFA-FF26-4D67-8819-CF2B8C08F49A}"/>
              </a:ext>
            </a:extLst>
          </p:cNvPr>
          <p:cNvPicPr>
            <a:picLocks xmlns:a="http://schemas.openxmlformats.org/drawingml/2006/main" noChangeAspect="1"/>
          </p:cNvPicPr>
          <p:nvPr/>
        </p:nvPicPr>
        <p:blipFill>
          <a:blip xmlns:r="http://schemas.openxmlformats.org/officeDocument/2006/relationships" xmlns:a="http://schemas.openxmlformats.org/drawingml/2006/main" r:embed="Rf71bcfb43240406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8569651-ADAD-47F3-9F23-72F3470AA6C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7F361A-44D5-481E-8CDB-94112B58CC3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1C31D80-3E38-497E-B515-21965CF3A75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FB3691E-7455-4A06-83E2-5046EF9C5AB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3CEFC68-33D6-48C1-AA60-C2606277E97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6DC12A9F-ED92-48CF-B973-4226CEA8A58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sp>
        <p:nvSpPr>
          <p:cNvPr id="12" name="">
            <a:extLst xmlns:a="http://schemas.openxmlformats.org/drawingml/2006/main">
              <a:ext uri="{FF2B5EF4-FFF2-40B4-BE49-F238E27FC236}">
                <a16:creationId xmlns:a16="http://schemas.microsoft.com/office/drawing/2014/main" id="{2F2E25AE-0338-4D0B-B74A-8FF432F4C8B9}"/>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EE50FBD-978A-429D-8A4D-6DE711798799}"/>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5BEB4274-6C47-41BD-80B9-7130628B0C35}"/>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8957741-6766-46A6-8A5C-ED4DF3C98E9E}"/>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A6D5DF24-219D-4579-9CD1-18C03B1FB8AB}"/>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618E40AE-2A47-4EDC-8FDE-22CA5FA77563}"/>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pic>
        <p:nvPicPr>
          <p:cNvPr id="18" name="">
            <a:extLst xmlns:a="http://schemas.openxmlformats.org/drawingml/2006/main">
              <a:ext uri="{FF2B5EF4-FFF2-40B4-BE49-F238E27FC236}">
                <a16:creationId xmlns:a16="http://schemas.microsoft.com/office/drawing/2014/main" id="{80C6AFDC-C8DC-49AC-A436-2D8549EEAB00}"/>
              </a:ext>
            </a:extLst>
          </p:cNvPr>
          <p:cNvPicPr>
            <a:picLocks xmlns:a="http://schemas.openxmlformats.org/drawingml/2006/main" noChangeAspect="1"/>
          </p:cNvPicPr>
          <p:nvPr/>
        </p:nvPicPr>
        <p:blipFill>
          <a:blip xmlns:r="http://schemas.openxmlformats.org/officeDocument/2006/relationships" xmlns:a="http://schemas.openxmlformats.org/drawingml/2006/main" r:embed="R45a872f575424db5"/>
          <a:srcRect xmlns:a="http://schemas.openxmlformats.org/drawingml/2006/main" l="0" t="14986" r="0" b="69346"/>
          <a:stretch xmlns:a="http://schemas.openxmlformats.org/drawingml/2006/main"/>
        </p:blipFill>
        <p:spPr>
          <a:xfrm xmlns:a="http://schemas.openxmlformats.org/drawingml/2006/main">
            <a:off x="3143250" y="5327015"/>
            <a:ext cx="11963908" cy="64262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E03102E2-0996-4201-B3DC-2DCDB49916F7}"/>
              </a:ext>
            </a:extLst>
          </p:cNvPr>
          <p:cNvPicPr>
            <a:picLocks xmlns:a="http://schemas.openxmlformats.org/drawingml/2006/main" noChangeAspect="1"/>
          </p:cNvPicPr>
          <p:nvPr/>
        </p:nvPicPr>
        <p:blipFill>
          <a:blip xmlns:r="http://schemas.openxmlformats.org/officeDocument/2006/relationships" xmlns:a="http://schemas.openxmlformats.org/drawingml/2006/main" r:embed="R2cf9b4eecb65436e"/>
          <a:srcRect xmlns:a="http://schemas.openxmlformats.org/drawingml/2006/main" l="0" t="40872" r="0" b="42779"/>
          <a:stretch xmlns:a="http://schemas.openxmlformats.org/drawingml/2006/main"/>
        </p:blipFill>
        <p:spPr>
          <a:xfrm xmlns:a="http://schemas.openxmlformats.org/drawingml/2006/main">
            <a:off x="3143250" y="6546182"/>
            <a:ext cx="11806488" cy="661737"/>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49F0DF53-BDAE-4911-B685-2805138BBD22}"/>
              </a:ext>
            </a:extLst>
          </p:cNvPr>
          <p:cNvPicPr>
            <a:picLocks xmlns:a="http://schemas.openxmlformats.org/drawingml/2006/main" noChangeAspect="1"/>
          </p:cNvPicPr>
          <p:nvPr/>
        </p:nvPicPr>
        <p:blipFill>
          <a:blip xmlns:r="http://schemas.openxmlformats.org/officeDocument/2006/relationships" xmlns:a="http://schemas.openxmlformats.org/drawingml/2006/main" r:embed="R3b715a5325f14d55"/>
          <a:srcRect xmlns:a="http://schemas.openxmlformats.org/drawingml/2006/main" l="0" t="64033" r="0" b="8038"/>
          <a:stretch xmlns:a="http://schemas.openxmlformats.org/drawingml/2006/main"/>
        </p:blipFill>
        <p:spPr>
          <a:xfrm xmlns:a="http://schemas.openxmlformats.org/drawingml/2006/main">
            <a:off x="3143250" y="7518665"/>
            <a:ext cx="12462404" cy="1193271"/>
          </a:xfrm>
          <a:prstGeom xmlns:a="http://schemas.openxmlformats.org/drawingml/2006/main" prst="rect">
            <a:avLst/>
          </a:prstGeom>
        </p:spPr>
      </p:pic>
    </p:spTree>
    <p:extLst>
      <p:ext uri="{BB962C8B-B14F-4D97-AF65-F5344CB8AC3E}">
        <p14:creationId xmlns:p14="http://schemas.microsoft.com/office/powerpoint/2010/main" val="1348805747"/>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2AEE553C-C132-4FCB-B20B-F257A7CA8F77}"/>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F9DD3897-B9AB-472F-9136-6BA4AEB76CA5}"/>
              </a:ext>
            </a:extLst>
          </p:cNvPr>
          <p:cNvPicPr>
            <a:picLocks xmlns:a="http://schemas.openxmlformats.org/drawingml/2006/main" noChangeAspect="1"/>
          </p:cNvPicPr>
          <p:nvPr/>
        </p:nvPicPr>
        <p:blipFill>
          <a:blip xmlns:r="http://schemas.openxmlformats.org/officeDocument/2006/relationships" xmlns:a="http://schemas.openxmlformats.org/drawingml/2006/main" r:embed="Rd99f3470cf7341e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08D849-8763-4DB9-B4F7-7974B535A1C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A0ABC4-1B2B-4C94-AAD1-B3613E8CBFC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A629B9D-7808-4906-9AE0-0D0ABD4B179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93A5275-DD5E-4BBC-BE1D-DF1DA43919F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DBC5DEE-D820-4D77-BCF0-6ABAD85A3FA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C163A141-7FCB-4AFE-AA55-40D9659A4CAA}"/>
              </a:ext>
            </a:extLst>
          </p:cNvPr>
          <p:cNvPicPr>
            <a:picLocks xmlns:a="http://schemas.openxmlformats.org/drawingml/2006/main" noChangeAspect="1"/>
          </p:cNvPicPr>
          <p:nvPr/>
        </p:nvPicPr>
        <p:blipFill>
          <a:blip xmlns:r="http://schemas.openxmlformats.org/officeDocument/2006/relationships" xmlns:a="http://schemas.openxmlformats.org/drawingml/2006/main" r:embed="Raa6e427d097a4d9d"/>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AAFCAE04-47C7-40FB-B533-CC817A009B7A}"/>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4A701F07-A055-451A-9E9A-EDEA1D422526}"/>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CC71A4DE-C82E-4B90-BCB2-56903B10B915}"/>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7DD09786-312F-4330-890E-B8A6C07F7F95}"/>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30AB5F1B-C92B-40F4-BD77-EF6E5ED74334}"/>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1A6954BE-2AC3-4E87-A48F-24B73B1B1250}"/>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DA59E328-7FCE-4E16-AEDB-02B4B2794DC9}"/>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1211210372"/>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F5461ABD-4C9A-4A2F-B38E-A70632F26D01}"/>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4FED19C-897A-4DAB-BBE2-1ACFC1107844}"/>
              </a:ext>
            </a:extLst>
          </p:cNvPr>
          <p:cNvPicPr>
            <a:picLocks xmlns:a="http://schemas.openxmlformats.org/drawingml/2006/main" noChangeAspect="1"/>
          </p:cNvPicPr>
          <p:nvPr/>
        </p:nvPicPr>
        <p:blipFill>
          <a:blip xmlns:r="http://schemas.openxmlformats.org/officeDocument/2006/relationships" xmlns:a="http://schemas.openxmlformats.org/drawingml/2006/main" r:embed="R3520f05e7f0f4a1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30CC5E-5A9E-46D9-8492-F981D850291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49BD35-1473-42B3-B2B9-68C66E115DE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244729D-E441-4224-9D8B-F3275A16BB0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A185768-D064-465D-9EF2-48580491521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2BB5056-D5FE-49EF-9227-737D7737636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7CCA1A36-0510-49AE-AB06-F2008C1455C6}"/>
              </a:ext>
            </a:extLst>
          </p:cNvPr>
          <p:cNvPicPr>
            <a:picLocks xmlns:a="http://schemas.openxmlformats.org/drawingml/2006/main" noChangeAspect="1"/>
          </p:cNvPicPr>
          <p:nvPr/>
        </p:nvPicPr>
        <p:blipFill>
          <a:blip xmlns:r="http://schemas.openxmlformats.org/officeDocument/2006/relationships" xmlns:a="http://schemas.openxmlformats.org/drawingml/2006/main" r:embed="Rd7cebf54c5aa4d01"/>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6B7AF0FF-30BF-4E75-82DD-A3659FAB5AB6}"/>
              </a:ext>
            </a:extLst>
          </p:cNvPr>
          <p:cNvPicPr>
            <a:picLocks xmlns:a="http://schemas.openxmlformats.org/drawingml/2006/main" noChangeAspect="1"/>
          </p:cNvPicPr>
          <p:nvPr/>
        </p:nvPicPr>
        <p:blipFill>
          <a:blip xmlns:r="http://schemas.openxmlformats.org/officeDocument/2006/relationships" xmlns:a="http://schemas.openxmlformats.org/drawingml/2006/main" r:embed="R6c3736472e6845f4"/>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314C1085-C133-4AAE-B022-56BC4CFCA772}"/>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159811D8-37BB-42DD-8EF7-D8C8C1662DDC}"/>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8E989293-DA0C-4F5F-92F7-B38B3F5D4769}"/>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2264C757-EB22-4A73-B215-9AC20699AFC4}"/>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61AF0496-541A-4BBB-A11A-EE8AF90DF43B}"/>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61C58E82-D405-4725-98E7-DA786B1858E6}"/>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AD7A8682-2CA8-4CA9-9123-051DFE7C19F9}"/>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D3893871-2A5F-4791-A1EF-019B63227E3C}"/>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2ECDBD2D-10A8-4B7F-9EC7-E1E236B42E54}"/>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6E528C02-AAF9-4FAF-8611-63FAAA18C6A1}"/>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962883590"/>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79A8C83C-A53C-477C-B158-0B7D1A994672}"/>
              </a:ext>
            </a:extLst>
          </p:cNvPr>
          <p:cNvSpPr>
            <a:spLocks xmlns:a="http://schemas.openxmlformats.org/drawingml/2006/main" noGrp="1"/>
          </p:cNvSpPr>
          <p:nvPr/>
        </p:nvSpPr>
        <p:spPr>
          <a:xfrm xmlns:a="http://schemas.openxmlformats.org/drawingml/2006/main">
            <a:off x="1186815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5B422D88-16EE-40E0-9B62-856819156C4B}"/>
              </a:ext>
            </a:extLst>
          </p:cNvPr>
          <p:cNvSpPr>
            <a:spLocks xmlns:a="http://schemas.openxmlformats.org/drawingml/2006/main" noGrp="1"/>
          </p:cNvSpPr>
          <p:nvPr/>
        </p:nvSpPr>
        <p:spPr>
          <a:xfrm xmlns:a="http://schemas.openxmlformats.org/drawingml/2006/main">
            <a:off x="7038975"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1C6407C6-605B-4B86-B115-6F9CFDBB66DA}"/>
              </a:ext>
            </a:extLst>
          </p:cNvPr>
          <p:cNvSpPr>
            <a:spLocks xmlns:a="http://schemas.openxmlformats.org/drawingml/2006/main" noGrp="1"/>
          </p:cNvSpPr>
          <p:nvPr/>
        </p:nvSpPr>
        <p:spPr>
          <a:xfrm xmlns:a="http://schemas.openxmlformats.org/drawingml/2006/main">
            <a:off x="220980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4BBC271B-D257-49D4-9139-6E59E298B8C9}"/>
              </a:ext>
            </a:extLst>
          </p:cNvPr>
          <p:cNvPicPr>
            <a:picLocks xmlns:a="http://schemas.openxmlformats.org/drawingml/2006/main" noChangeAspect="1"/>
          </p:cNvPicPr>
          <p:nvPr/>
        </p:nvPicPr>
        <p:blipFill>
          <a:blip xmlns:r="http://schemas.openxmlformats.org/officeDocument/2006/relationships" xmlns:a="http://schemas.openxmlformats.org/drawingml/2006/main" r:embed="R22b7b7201410498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4876B04-B8E5-41EC-9C96-E7A213234B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99FFF2-1D67-4377-A321-9D84ABF16AE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3035988-8C9A-4E7C-BAD9-6793D1F3F25E}"/>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F427982-8652-4847-87DD-4D8DF60553D5}"/>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945AC3A1-9519-4C3A-892A-4E750C9F2D4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2E35884C-56B6-4E1B-BDE4-3FCB9E886F44}"/>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8DFFF60E-F036-4956-83AC-6010330E91AC}"/>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789E81F1-D47F-41D4-882B-BBE5E6273C41}"/>
              </a:ext>
            </a:extLst>
          </p:cNvPr>
          <p:cNvSpPr>
            <a:spLocks xmlns:a="http://schemas.openxmlformats.org/drawingml/2006/main" noGrp="1"/>
          </p:cNvSpPr>
          <p:nvPr/>
        </p:nvSpPr>
        <p:spPr>
          <a:xfrm xmlns:a="http://schemas.openxmlformats.org/drawingml/2006/main">
            <a:off x="245745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D18D692D-04A1-4EE7-B656-3863064E448E}"/>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3BC8858A-7798-435B-B9DC-B1EBB607F757}"/>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09645FDB-3E2A-40D7-8256-7697E047FD8A}"/>
              </a:ext>
            </a:extLst>
          </p:cNvPr>
          <p:cNvSpPr>
            <a:spLocks xmlns:a="http://schemas.openxmlformats.org/drawingml/2006/main" noGrp="1"/>
          </p:cNvSpPr>
          <p:nvPr/>
        </p:nvSpPr>
        <p:spPr>
          <a:xfrm xmlns:a="http://schemas.openxmlformats.org/drawingml/2006/main">
            <a:off x="7286625"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31434194-57B3-4180-AE70-E3F4E2B9FC88}"/>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EB8506E9-37F7-42B5-A3DE-F8656C408D86}"/>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0B767057-E9A4-43D0-BDC1-AC031AADE5EB}"/>
              </a:ext>
            </a:extLst>
          </p:cNvPr>
          <p:cNvSpPr>
            <a:spLocks xmlns:a="http://schemas.openxmlformats.org/drawingml/2006/main" noGrp="1"/>
          </p:cNvSpPr>
          <p:nvPr/>
        </p:nvSpPr>
        <p:spPr>
          <a:xfrm xmlns:a="http://schemas.openxmlformats.org/drawingml/2006/main">
            <a:off x="1211580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R06 p15 한 줄 정리 컨테이너">
            <a:extLst xmlns:a="http://schemas.openxmlformats.org/drawingml/2006/main">
              <a:ext uri="{FF2B5EF4-FFF2-40B4-BE49-F238E27FC236}">
                <a16:creationId xmlns:a16="http://schemas.microsoft.com/office/drawing/2014/main" id="{57AF865E-53CF-4C02-AD69-6165BE6B1B3F}"/>
              </a:ext>
            </a:extLst>
          </p:cNvPr>
          <p:cNvSpPr>
            <a:spLocks xmlns:a="http://schemas.openxmlformats.org/drawingml/2006/main" noGrp="1"/>
          </p:cNvSpPr>
          <p:nvPr/>
        </p:nvSpPr>
        <p:spPr>
          <a:xfrm xmlns:a="http://schemas.openxmlformats.org/drawingml/2006/main">
            <a:off x="3810000" y="8572500"/>
            <a:ext cx="10668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0" name="R06 p15 한 줄 정리 배지">
            <a:extLst xmlns:a="http://schemas.openxmlformats.org/drawingml/2006/main">
              <a:ext uri="{FF2B5EF4-FFF2-40B4-BE49-F238E27FC236}">
                <a16:creationId xmlns:a16="http://schemas.microsoft.com/office/drawing/2014/main" id="{5AEF169A-DA3F-4E6D-AE48-D62D0E884595}"/>
              </a:ext>
            </a:extLst>
          </p:cNvPr>
          <p:cNvSpPr>
            <a:spLocks xmlns:a="http://schemas.openxmlformats.org/drawingml/2006/main" noGrp="1"/>
          </p:cNvSpPr>
          <p:nvPr/>
        </p:nvSpPr>
        <p:spPr>
          <a:xfrm xmlns:a="http://schemas.openxmlformats.org/drawingml/2006/main">
            <a:off x="39624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DB5A62E2-AB66-49A0-B57F-5E2BF2EFA2A6}"/>
              </a:ext>
            </a:extLst>
          </p:cNvPr>
          <p:cNvSpPr>
            <a:spLocks xmlns:a="http://schemas.openxmlformats.org/drawingml/2006/main" noGrp="1"/>
          </p:cNvSpPr>
          <p:nvPr/>
        </p:nvSpPr>
        <p:spPr>
          <a:xfrm xmlns:a="http://schemas.openxmlformats.org/drawingml/2006/main">
            <a:off x="40386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2" name="text">
            <a:extLst xmlns:a="http://schemas.openxmlformats.org/drawingml/2006/main">
              <a:ext uri="{FF2B5EF4-FFF2-40B4-BE49-F238E27FC236}">
                <a16:creationId xmlns:a16="http://schemas.microsoft.com/office/drawing/2014/main" id="{D0940D75-428E-4B72-B863-57998D04E1CE}"/>
              </a:ext>
            </a:extLst>
          </p:cNvPr>
          <p:cNvSpPr>
            <a:spLocks xmlns:a="http://schemas.openxmlformats.org/drawingml/2006/main" noGrp="1"/>
          </p:cNvSpPr>
          <p:nvPr/>
        </p:nvSpPr>
        <p:spPr>
          <a:xfrm xmlns:a="http://schemas.openxmlformats.org/drawingml/2006/main">
            <a:off x="5619750" y="8667750"/>
            <a:ext cx="864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840199365"/>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EA245D8-71CE-4168-8BFE-F08B61B2A6E1}"/>
              </a:ext>
            </a:extLst>
          </p:cNvPr>
          <p:cNvPicPr>
            <a:picLocks xmlns:a="http://schemas.openxmlformats.org/drawingml/2006/main" noChangeAspect="1"/>
          </p:cNvPicPr>
          <p:nvPr/>
        </p:nvPicPr>
        <p:blipFill>
          <a:blip xmlns:r="http://schemas.openxmlformats.org/officeDocument/2006/relationships" xmlns:a="http://schemas.openxmlformats.org/drawingml/2006/main" r:embed="Rd94f04e2e986464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71F4ABA-205C-4AA9-86A9-BD1D0F04772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C30FB208-589B-4BD3-B36D-0F9E285BC83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0C5B542A-DFDC-4393-816A-A71C10196CBA}"/>
              </a:ext>
            </a:extLst>
          </p:cNvPr>
          <p:cNvPicPr>
            <a:picLocks xmlns:a="http://schemas.openxmlformats.org/drawingml/2006/main" noChangeAspect="1"/>
          </p:cNvPicPr>
          <p:nvPr/>
        </p:nvPicPr>
        <p:blipFill>
          <a:blip xmlns:r="http://schemas.openxmlformats.org/officeDocument/2006/relationships" xmlns:a="http://schemas.openxmlformats.org/drawingml/2006/main" r:embed="R5d4e83ea583f40f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BC1E3ACD-9CC1-4583-B308-B04AD484CC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5EF9BAB-13E0-4975-B036-0B7BEA8B7A7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20A4A0CF-88E8-44F6-998B-36561286879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150A8C1A-BF8D-407A-AE18-03B1A9BC6A5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35969556"/>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1B1D8961-9BBC-44BB-A0E6-D6ACB4AB3ACF}"/>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315F7508-A476-49EA-A255-200D5C3F8E40}"/>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5447F7A-D57E-4612-AF50-D2612F371459}"/>
              </a:ext>
            </a:extLst>
          </p:cNvPr>
          <p:cNvPicPr>
            <a:picLocks xmlns:a="http://schemas.openxmlformats.org/drawingml/2006/main" noChangeAspect="1"/>
          </p:cNvPicPr>
          <p:nvPr/>
        </p:nvPicPr>
        <p:blipFill>
          <a:blip xmlns:r="http://schemas.openxmlformats.org/officeDocument/2006/relationships" xmlns:a="http://schemas.openxmlformats.org/drawingml/2006/main" r:embed="R5dabcd02ecda436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5F3104-783A-413C-AEC5-8FF4488644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7649DCC-5E9A-44C5-8151-57D7F77F3A1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5F8E6BB-DD23-4BED-AB88-9B825AE4AB4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CB6DB1B-A11A-489A-AB4E-5E67893B93E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25B51D9-09CE-4BBB-A6F9-AD2BF77719F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801D4455-D3BE-4AB3-9C1E-931E8D4BC37B}"/>
              </a:ext>
            </a:extLst>
          </p:cNvPr>
          <p:cNvPicPr>
            <a:picLocks xmlns:a="http://schemas.openxmlformats.org/drawingml/2006/main" noChangeAspect="1"/>
          </p:cNvPicPr>
          <p:nvPr/>
        </p:nvPicPr>
        <p:blipFill>
          <a:blip xmlns:r="http://schemas.openxmlformats.org/officeDocument/2006/relationships" xmlns:a="http://schemas.openxmlformats.org/drawingml/2006/main" r:embed="Ra9d95f7cfdc84d4e"/>
          <a:stretch xmlns:a="http://schemas.openxmlformats.org/drawingml/2006/main"/>
        </p:blipFill>
        <p:spPr>
          <a:xfrm xmlns:a="http://schemas.openxmlformats.org/drawingml/2006/main">
            <a:off x="5982300" y="5267325"/>
            <a:ext cx="6323305" cy="6096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284A60B-2945-4A0D-BBAF-FA9EC436C44B}"/>
              </a:ext>
            </a:extLst>
          </p:cNvPr>
          <p:cNvPicPr>
            <a:picLocks xmlns:a="http://schemas.openxmlformats.org/drawingml/2006/main" noChangeAspect="1"/>
          </p:cNvPicPr>
          <p:nvPr/>
        </p:nvPicPr>
        <p:blipFill>
          <a:blip xmlns:r="http://schemas.openxmlformats.org/officeDocument/2006/relationships" xmlns:a="http://schemas.openxmlformats.org/drawingml/2006/main" r:embed="R653fd9f91f2341a7"/>
          <a:stretch xmlns:a="http://schemas.openxmlformats.org/drawingml/2006/main"/>
        </p:blipFill>
        <p:spPr>
          <a:xfrm xmlns:a="http://schemas.openxmlformats.org/drawingml/2006/main">
            <a:off x="4360895" y="6283985"/>
            <a:ext cx="9566114" cy="576529"/>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A7BE1371-FF13-4E42-84CA-AED3940817EA}"/>
              </a:ext>
            </a:extLst>
          </p:cNvPr>
          <p:cNvPicPr>
            <a:picLocks xmlns:a="http://schemas.openxmlformats.org/drawingml/2006/main" noChangeAspect="1"/>
          </p:cNvPicPr>
          <p:nvPr/>
        </p:nvPicPr>
        <p:blipFill>
          <a:blip xmlns:r="http://schemas.openxmlformats.org/officeDocument/2006/relationships" xmlns:a="http://schemas.openxmlformats.org/drawingml/2006/main" r:embed="R48d8f238ff1d4ed3"/>
          <a:stretch xmlns:a="http://schemas.openxmlformats.org/drawingml/2006/main"/>
        </p:blipFill>
        <p:spPr>
          <a:xfrm xmlns:a="http://schemas.openxmlformats.org/drawingml/2006/main">
            <a:off x="4439285" y="8360397"/>
            <a:ext cx="9409334" cy="56708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C914C58-CA08-486C-82DD-ADBE027D2AC1}"/>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95D87E95-4A7B-4BDF-A868-A57AFA4355EE}"/>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344E67"/>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484333643"/>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CF7B8D3F-11ED-4630-8C3D-11DFADC65EF0}"/>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027CDEB6-982F-460A-A761-34C5B9323942}"/>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DA2265D2-764A-4750-9DF6-88642FD23655}"/>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311903E-FA40-4514-9CED-36CDBF7B62DA}"/>
              </a:ext>
            </a:extLst>
          </p:cNvPr>
          <p:cNvPicPr>
            <a:picLocks xmlns:a="http://schemas.openxmlformats.org/drawingml/2006/main" noChangeAspect="1"/>
          </p:cNvPicPr>
          <p:nvPr/>
        </p:nvPicPr>
        <p:blipFill>
          <a:blip xmlns:r="http://schemas.openxmlformats.org/officeDocument/2006/relationships" xmlns:a="http://schemas.openxmlformats.org/drawingml/2006/main" r:embed="R743f0121cdd14b8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382BCAA-7494-4E08-B3A8-C2CDCE1B56F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54DEF07-4E0C-47E9-BA40-87E413739B6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F8AE267-FFFF-492F-BFB0-E07823CF06F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86336ED-83F2-4B28-B0A1-D1C5EE045A4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3103F153-A470-4514-AB5D-2BCF30DD657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2114D49A-2346-4793-9241-A3C0BC64BECC}"/>
              </a:ext>
            </a:extLst>
          </p:cNvPr>
          <p:cNvPicPr>
            <a:picLocks xmlns:a="http://schemas.openxmlformats.org/drawingml/2006/main" noChangeAspect="1"/>
          </p:cNvPicPr>
          <p:nvPr/>
        </p:nvPicPr>
        <p:blipFill>
          <a:blip xmlns:r="http://schemas.openxmlformats.org/officeDocument/2006/relationships" xmlns:a="http://schemas.openxmlformats.org/drawingml/2006/main" r:embed="Rd2a72345935a463b"/>
          <a:stretch xmlns:a="http://schemas.openxmlformats.org/drawingml/2006/main"/>
        </p:blipFill>
        <p:spPr>
          <a:xfrm xmlns:a="http://schemas.openxmlformats.org/drawingml/2006/main">
            <a:off x="6051032" y="5053015"/>
            <a:ext cx="6185840" cy="1181096"/>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EA5DC313-24FF-4729-B62B-431BB2436B7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B1E888F2-E869-4404-A703-9D74806843F5}"/>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633D4B51-78A1-4E67-9268-C2C17D346F63}"/>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D29E6B5F-40CB-4404-897A-C49CBA2F4173}"/>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94C94CE7-CA32-4852-A8FF-037F9929E921}"/>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1843260014"/>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C494B880-9792-4C41-B7BA-184710668F80}"/>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D95B28B3-37AB-4099-9371-62FC364C5AA7}"/>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B471773C-D068-49AE-9D27-A4F54D121042}"/>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5FB9598-5819-4C57-BCAD-EEEAE43DBF9B}"/>
              </a:ext>
            </a:extLst>
          </p:cNvPr>
          <p:cNvPicPr>
            <a:picLocks xmlns:a="http://schemas.openxmlformats.org/drawingml/2006/main" noChangeAspect="1"/>
          </p:cNvPicPr>
          <p:nvPr/>
        </p:nvPicPr>
        <p:blipFill>
          <a:blip xmlns:r="http://schemas.openxmlformats.org/officeDocument/2006/relationships" xmlns:a="http://schemas.openxmlformats.org/drawingml/2006/main" r:embed="R69edd08801fd44d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47431A-4EC9-4A49-B5A0-6C61DF10A05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991E4B-0E78-4424-B0D8-D0BCEDE4A8D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EFFFD07-AD46-4941-AAA2-7C7AD13CED2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1EA673B-B12F-462A-90C6-4F216DE83DB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7DC23B6-1168-4C4E-BB46-BADB7E25576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4C2F10DC-BE96-41AB-B535-E160ECF83562}"/>
              </a:ext>
            </a:extLst>
          </p:cNvPr>
          <p:cNvPicPr>
            <a:picLocks xmlns:a="http://schemas.openxmlformats.org/drawingml/2006/main" noChangeAspect="1"/>
          </p:cNvPicPr>
          <p:nvPr/>
        </p:nvPicPr>
        <p:blipFill>
          <a:blip xmlns:r="http://schemas.openxmlformats.org/officeDocument/2006/relationships" xmlns:a="http://schemas.openxmlformats.org/drawingml/2006/main" r:embed="R751f8ab9000e4357"/>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3831B187-DB6A-4EC6-829A-F761F78CADF5}"/>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5CA70A56-7350-46D9-8B27-43801E75A6A7}"/>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12B482ED-BADC-4E8F-90B9-F2599BCD1B5D}"/>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ECC4202E-AE86-4441-9E3D-DEFB369E3AAF}"/>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349F0621-754F-4410-A5FE-896464A78C84}"/>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03318237-2CE1-4083-8AB3-1893EC1F89EE}"/>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4811E47E-7BB0-431D-99C7-FB43716B1AEB}"/>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DC24CC41-A3D1-410D-95E3-E1E106672A62}"/>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63D7A7D7-4F0D-4177-BD00-5ADE275D4155}"/>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AE48E47B-7C2D-4E01-81FE-3495F7287113}"/>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1218270336"/>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2329801-2990-4684-A7F8-BB40950D1553}"/>
              </a:ext>
            </a:extLst>
          </p:cNvPr>
          <p:cNvPicPr>
            <a:picLocks xmlns:a="http://schemas.openxmlformats.org/drawingml/2006/main" noChangeAspect="1"/>
          </p:cNvPicPr>
          <p:nvPr/>
        </p:nvPicPr>
        <p:blipFill>
          <a:blip xmlns:r="http://schemas.openxmlformats.org/officeDocument/2006/relationships" xmlns:a="http://schemas.openxmlformats.org/drawingml/2006/main" r:embed="R7a035ef4d45445a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3956F7-5596-47E7-9B36-4456AA0ABB7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6CA82D-9195-4B18-8314-5AC7565AE80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DE65E32-0686-4F5D-9AE9-A3E3CB4EC11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41C13B4-A3E8-470E-A741-47EAAF6C4E2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803D0FA-E412-4F29-AC75-07776925BB6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471A12A9-F298-48A3-854B-97394D69598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CF76E6A-CB34-41CC-86E7-684C6AB6A26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22D9F73-7FB9-4D64-94E0-28DA7C8D722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E3340FE-D2D0-4ECE-943E-3102A3362C2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DDBCFEA-7C4A-4085-985E-5CD3025CA53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8FD442E-DE3E-43C7-985B-C4CDB41E4A30}"/>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816332736"/>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32BA7D6-B13B-4DC0-9196-7A11F0230F1F}"/>
              </a:ext>
            </a:extLst>
          </p:cNvPr>
          <p:cNvSpPr>
            <a:spLocks xmlns:a="http://schemas.openxmlformats.org/drawingml/2006/main" noGrp="1"/>
          </p:cNvSpPr>
          <p:nvPr/>
        </p:nvSpPr>
        <p:spPr>
          <a:xfrm xmlns:a="http://schemas.openxmlformats.org/drawingml/2006/main">
            <a:off x="2857500" y="5715000"/>
            <a:ext cx="12573000" cy="2952750"/>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E6A0138-7FA1-4DC0-AF10-E1E531DB369C}"/>
              </a:ext>
            </a:extLst>
          </p:cNvPr>
          <p:cNvPicPr>
            <a:picLocks xmlns:a="http://schemas.openxmlformats.org/drawingml/2006/main" noChangeAspect="1"/>
          </p:cNvPicPr>
          <p:nvPr/>
        </p:nvPicPr>
        <p:blipFill>
          <a:blip xmlns:r="http://schemas.openxmlformats.org/officeDocument/2006/relationships" xmlns:a="http://schemas.openxmlformats.org/drawingml/2006/main" r:embed="Ra09a36925ff945f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9A3FA06-ACA0-4F7E-A17F-89B5583B2EA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F06E0C-330E-42B3-85D9-F6B40E62361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1D0416F-5003-41DB-BB94-92495E76573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FFFD81F-3B22-41D2-ADD0-75F8A6C7BF2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FD2BFC1-D6CE-4E27-A35E-CCABB3C36D2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4CA329E5-688A-411D-8CEC-96D765CD1382}"/>
              </a:ext>
            </a:extLst>
          </p:cNvPr>
          <p:cNvPicPr>
            <a:picLocks xmlns:a="http://schemas.openxmlformats.org/drawingml/2006/main" noChangeAspect="1"/>
          </p:cNvPicPr>
          <p:nvPr/>
        </p:nvPicPr>
        <p:blipFill>
          <a:blip xmlns:r="http://schemas.openxmlformats.org/officeDocument/2006/relationships" xmlns:a="http://schemas.openxmlformats.org/drawingml/2006/main" r:embed="R6b99c63573454a62"/>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계산 순서 설명 바">
            <a:extLst xmlns:a="http://schemas.openxmlformats.org/drawingml/2006/main">
              <a:ext uri="{FF2B5EF4-FFF2-40B4-BE49-F238E27FC236}">
                <a16:creationId xmlns:a16="http://schemas.microsoft.com/office/drawing/2014/main" id="{321FE738-D336-4A04-A811-876420B25235}"/>
              </a:ext>
            </a:extLst>
          </p:cNvPr>
          <p:cNvSpPr>
            <a:spLocks xmlns:a="http://schemas.openxmlformats.org/drawingml/2006/main" noGrp="1"/>
          </p:cNvSpPr>
          <p:nvPr/>
        </p:nvSpPr>
        <p:spPr>
          <a:xfrm xmlns:a="http://schemas.openxmlformats.org/drawingml/2006/main">
            <a:off x="28575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2" name="계산 단계 번호">
            <a:extLst xmlns:a="http://schemas.openxmlformats.org/drawingml/2006/main">
              <a:ext uri="{FF2B5EF4-FFF2-40B4-BE49-F238E27FC236}">
                <a16:creationId xmlns:a16="http://schemas.microsoft.com/office/drawing/2014/main" id="{A404888B-F041-4248-80C2-5801DA3BCF2C}"/>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5CA819D-C6EF-4936-BF43-7B69E36C968D}"/>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1</a:t>
            </a:r>
          </a:p>
        </p:txBody>
      </p:sp>
      <p:sp>
        <p:nvSpPr>
          <p:cNvPr id="14" name="text">
            <a:extLst xmlns:a="http://schemas.openxmlformats.org/drawingml/2006/main">
              <a:ext uri="{FF2B5EF4-FFF2-40B4-BE49-F238E27FC236}">
                <a16:creationId xmlns:a16="http://schemas.microsoft.com/office/drawing/2014/main" id="{FA93BCF7-A8E3-44E2-AD38-DF9B8E9C0665}"/>
              </a:ext>
            </a:extLst>
          </p:cNvPr>
          <p:cNvSpPr>
            <a:spLocks xmlns:a="http://schemas.openxmlformats.org/drawingml/2006/main" noGrp="1"/>
          </p:cNvSpPr>
          <p:nvPr/>
        </p:nvSpPr>
        <p:spPr>
          <a:xfrm xmlns:a="http://schemas.openxmlformats.org/drawingml/2006/main">
            <a:off x="36385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용액이 얻은 열</a:t>
            </a:r>
          </a:p>
        </p:txBody>
      </p:sp>
      <p:sp>
        <p:nvSpPr>
          <p:cNvPr id="15" name="계산 순서 설명 바">
            <a:extLst xmlns:a="http://schemas.openxmlformats.org/drawingml/2006/main">
              <a:ext uri="{FF2B5EF4-FFF2-40B4-BE49-F238E27FC236}">
                <a16:creationId xmlns:a16="http://schemas.microsoft.com/office/drawing/2014/main" id="{7AD198FD-04C4-429F-8001-21A5FDB7356C}"/>
              </a:ext>
            </a:extLst>
          </p:cNvPr>
          <p:cNvSpPr>
            <a:spLocks xmlns:a="http://schemas.openxmlformats.org/drawingml/2006/main" noGrp="1"/>
          </p:cNvSpPr>
          <p:nvPr/>
        </p:nvSpPr>
        <p:spPr>
          <a:xfrm xmlns:a="http://schemas.openxmlformats.org/drawingml/2006/main">
            <a:off x="714375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6" name="계산 단계 번호">
            <a:extLst xmlns:a="http://schemas.openxmlformats.org/drawingml/2006/main">
              <a:ext uri="{FF2B5EF4-FFF2-40B4-BE49-F238E27FC236}">
                <a16:creationId xmlns:a16="http://schemas.microsoft.com/office/drawing/2014/main" id="{032EBEE5-388F-4ACB-9FFD-59CA63CCCF08}"/>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9F00C4E7-6308-4C15-AAE0-10E707C7BED7}"/>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2</a:t>
            </a:r>
          </a:p>
        </p:txBody>
      </p:sp>
      <p:sp>
        <p:nvSpPr>
          <p:cNvPr id="18" name="text">
            <a:extLst xmlns:a="http://schemas.openxmlformats.org/drawingml/2006/main">
              <a:ext uri="{FF2B5EF4-FFF2-40B4-BE49-F238E27FC236}">
                <a16:creationId xmlns:a16="http://schemas.microsoft.com/office/drawing/2014/main" id="{EED3D259-BD4E-4947-8B3C-AD9CAE3FA525}"/>
              </a:ext>
            </a:extLst>
          </p:cNvPr>
          <p:cNvSpPr>
            <a:spLocks xmlns:a="http://schemas.openxmlformats.org/drawingml/2006/main" noGrp="1"/>
          </p:cNvSpPr>
          <p:nvPr/>
        </p:nvSpPr>
        <p:spPr>
          <a:xfrm xmlns:a="http://schemas.openxmlformats.org/drawingml/2006/main">
            <a:off x="792480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반응한 몰수</a:t>
            </a:r>
          </a:p>
        </p:txBody>
      </p:sp>
      <p:sp>
        <p:nvSpPr>
          <p:cNvPr id="19" name="계산 순서 설명 바">
            <a:extLst xmlns:a="http://schemas.openxmlformats.org/drawingml/2006/main">
              <a:ext uri="{FF2B5EF4-FFF2-40B4-BE49-F238E27FC236}">
                <a16:creationId xmlns:a16="http://schemas.microsoft.com/office/drawing/2014/main" id="{F6B14379-6ABF-43C9-805A-F185DD20CB8C}"/>
              </a:ext>
            </a:extLst>
          </p:cNvPr>
          <p:cNvSpPr>
            <a:spLocks xmlns:a="http://schemas.openxmlformats.org/drawingml/2006/main" noGrp="1"/>
          </p:cNvSpPr>
          <p:nvPr/>
        </p:nvSpPr>
        <p:spPr>
          <a:xfrm xmlns:a="http://schemas.openxmlformats.org/drawingml/2006/main">
            <a:off x="114300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20" name="계산 단계 번호">
            <a:extLst xmlns:a="http://schemas.openxmlformats.org/drawingml/2006/main">
              <a:ext uri="{FF2B5EF4-FFF2-40B4-BE49-F238E27FC236}">
                <a16:creationId xmlns:a16="http://schemas.microsoft.com/office/drawing/2014/main" id="{D38B951A-EA3B-44A9-A870-56439CC12942}"/>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3D059B40-BE4E-4150-81BE-A6B517AA2838}"/>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3</a:t>
            </a:r>
          </a:p>
        </p:txBody>
      </p:sp>
      <p:sp>
        <p:nvSpPr>
          <p:cNvPr id="22" name="text">
            <a:extLst xmlns:a="http://schemas.openxmlformats.org/drawingml/2006/main">
              <a:ext uri="{FF2B5EF4-FFF2-40B4-BE49-F238E27FC236}">
                <a16:creationId xmlns:a16="http://schemas.microsoft.com/office/drawing/2014/main" id="{9A202C52-33CF-4772-8108-F3D7E1130835}"/>
              </a:ext>
            </a:extLst>
          </p:cNvPr>
          <p:cNvSpPr>
            <a:spLocks xmlns:a="http://schemas.openxmlformats.org/drawingml/2006/main" noGrp="1"/>
          </p:cNvSpPr>
          <p:nvPr/>
        </p:nvSpPr>
        <p:spPr>
          <a:xfrm xmlns:a="http://schemas.openxmlformats.org/drawingml/2006/main">
            <a:off x="122110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280233444"/>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9C0695C-A519-4CDC-B7F2-96C846BADC8C}"/>
              </a:ext>
            </a:extLst>
          </p:cNvPr>
          <p:cNvPicPr>
            <a:picLocks xmlns:a="http://schemas.openxmlformats.org/drawingml/2006/main" noChangeAspect="1"/>
          </p:cNvPicPr>
          <p:nvPr/>
        </p:nvPicPr>
        <p:blipFill>
          <a:blip xmlns:r="http://schemas.openxmlformats.org/officeDocument/2006/relationships" xmlns:a="http://schemas.openxmlformats.org/drawingml/2006/main" r:embed="R855ec72eccd645f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34F4292-0EFB-4735-B95B-5EB9844A7BE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B6E1F6-65C5-468A-9550-28C98C06057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64F8278-0F2C-4FE9-A51B-2152A06C79E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A0BF2F2-3CAF-4E6A-A4C9-91DCF4B4F16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E83DE8D-FD7B-4BBE-9132-23398A0310E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95F6DCFE-210F-40C9-8BFF-CB6EB44E884F}"/>
              </a:ext>
            </a:extLst>
          </p:cNvPr>
          <p:cNvGraphicFramePr/>
          <p:nvPr/>
        </p:nvGraphicFramePr>
        <p:xfrm>
          <a:off xmlns:a="http://schemas.openxmlformats.org/drawingml/2006/main" x="1828800" y="4924425"/>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F7A3BE0-92A9-45F0-ADBC-62983DFFB4ED}"/>
              </a:ext>
            </a:extLst>
          </p:cNvPr>
          <p:cNvSpPr>
            <a:spLocks xmlns:a="http://schemas.openxmlformats.org/drawingml/2006/main" noGrp="1"/>
          </p:cNvSpPr>
          <p:nvPr/>
        </p:nvSpPr>
        <p:spPr>
          <a:xfrm xmlns:a="http://schemas.openxmlformats.org/drawingml/2006/main" rot="0">
            <a:off x="1828800"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B21B98C-CB6C-4F7D-89C2-3CB826E7472C}"/>
              </a:ext>
            </a:extLst>
          </p:cNvPr>
          <p:cNvSpPr>
            <a:spLocks xmlns:a="http://schemas.openxmlformats.org/drawingml/2006/main" noGrp="1"/>
          </p:cNvSpPr>
          <p:nvPr/>
        </p:nvSpPr>
        <p:spPr>
          <a:xfrm xmlns:a="http://schemas.openxmlformats.org/drawingml/2006/main" rot="5400000">
            <a:off x="16278225"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7E053B7-4613-4DCD-898F-17090E5DA03E}"/>
              </a:ext>
            </a:extLst>
          </p:cNvPr>
          <p:cNvSpPr>
            <a:spLocks xmlns:a="http://schemas.openxmlformats.org/drawingml/2006/main" noGrp="1"/>
          </p:cNvSpPr>
          <p:nvPr/>
        </p:nvSpPr>
        <p:spPr>
          <a:xfrm xmlns:a="http://schemas.openxmlformats.org/drawingml/2006/main" rot="10800000">
            <a:off x="16278225"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F8C338B-6E5B-4B57-8E35-F89CDEF0B038}"/>
              </a:ext>
            </a:extLst>
          </p:cNvPr>
          <p:cNvSpPr>
            <a:spLocks xmlns:a="http://schemas.openxmlformats.org/drawingml/2006/main" noGrp="1"/>
          </p:cNvSpPr>
          <p:nvPr/>
        </p:nvSpPr>
        <p:spPr>
          <a:xfrm xmlns:a="http://schemas.openxmlformats.org/drawingml/2006/main" rot="16200000">
            <a:off x="1828800"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F181CC2-3142-4D20-8439-2B974097972C}"/>
              </a:ext>
            </a:extLst>
          </p:cNvPr>
          <p:cNvSpPr>
            <a:spLocks xmlns:a="http://schemas.openxmlformats.org/drawingml/2006/main" noGrp="1"/>
          </p:cNvSpPr>
          <p:nvPr/>
        </p:nvSpPr>
        <p:spPr>
          <a:xfrm xmlns:a="http://schemas.openxmlformats.org/drawingml/2006/main">
            <a:off x="1828800" y="3829050"/>
            <a:ext cx="14639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433654824"/>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A1E45BB0-53A4-48BF-B3B9-F014A498444C}"/>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AF176058-0784-404C-8D0E-8A2353179476}"/>
              </a:ext>
            </a:extLst>
          </p:cNvPr>
          <p:cNvPicPr>
            <a:picLocks xmlns:a="http://schemas.openxmlformats.org/drawingml/2006/main" noChangeAspect="1"/>
          </p:cNvPicPr>
          <p:nvPr/>
        </p:nvPicPr>
        <p:blipFill>
          <a:blip xmlns:r="http://schemas.openxmlformats.org/officeDocument/2006/relationships" xmlns:a="http://schemas.openxmlformats.org/drawingml/2006/main" r:embed="Rec7b4349a1a145a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081EF0-3801-459E-9755-6DCAD7CD4DF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2D2048-317C-4DE8-A0DB-AF0515C04EB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3A07B75-F0C8-4EE0-87F2-DB2D165726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035794B-2B4B-4982-843B-54000EDFA88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CA63F7D-4C33-4338-871C-17DD958F84C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DC030CFE-9E38-4C28-B3DD-052BB730BB5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sp>
        <p:nvSpPr>
          <p:cNvPr id="10" name="text">
            <a:extLst xmlns:a="http://schemas.openxmlformats.org/drawingml/2006/main">
              <a:ext uri="{FF2B5EF4-FFF2-40B4-BE49-F238E27FC236}">
                <a16:creationId xmlns:a16="http://schemas.microsoft.com/office/drawing/2014/main" id="{E2ED990A-8F5F-455B-B93B-13F76CD41478}"/>
              </a:ext>
            </a:extLst>
          </p:cNvPr>
          <p:cNvSpPr>
            <a:spLocks xmlns:a="http://schemas.openxmlformats.org/drawingml/2006/main" noGrp="1"/>
          </p:cNvSpPr>
          <p:nvPr/>
        </p:nvSpPr>
        <p:spPr>
          <a:xfrm xmlns:a="http://schemas.openxmlformats.org/drawingml/2006/main">
            <a:off x="4325207" y="5291138"/>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858DB660-3A05-4C23-B276-E4D7BBA38CFF}"/>
              </a:ext>
            </a:extLst>
          </p:cNvPr>
          <p:cNvSpPr>
            <a:spLocks xmlns:a="http://schemas.openxmlformats.org/drawingml/2006/main" noGrp="1"/>
          </p:cNvSpPr>
          <p:nvPr/>
        </p:nvSpPr>
        <p:spPr>
          <a:xfrm xmlns:a="http://schemas.openxmlformats.org/drawingml/2006/main">
            <a:off x="4325207" y="6215063"/>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9E29180C-841D-402B-82C2-602DBC311047}"/>
              </a:ext>
            </a:extLst>
          </p:cNvPr>
          <p:cNvSpPr>
            <a:spLocks xmlns:a="http://schemas.openxmlformats.org/drawingml/2006/main" noGrp="1"/>
          </p:cNvSpPr>
          <p:nvPr/>
        </p:nvSpPr>
        <p:spPr>
          <a:xfrm xmlns:a="http://schemas.openxmlformats.org/drawingml/2006/main">
            <a:off x="4325207" y="7138988"/>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5C856009-7422-443B-A85B-AE80D740476B}"/>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pic>
        <p:nvPicPr>
          <p:cNvPr id="14" name="">
            <a:extLst xmlns:a="http://schemas.openxmlformats.org/drawingml/2006/main">
              <a:ext uri="{FF2B5EF4-FFF2-40B4-BE49-F238E27FC236}">
                <a16:creationId xmlns:a16="http://schemas.microsoft.com/office/drawing/2014/main" id="{9B60045D-5A23-4632-9447-EA5D3149903A}"/>
              </a:ext>
            </a:extLst>
          </p:cNvPr>
          <p:cNvPicPr>
            <a:picLocks xmlns:a="http://schemas.openxmlformats.org/drawingml/2006/main" noChangeAspect="1"/>
          </p:cNvPicPr>
          <p:nvPr/>
        </p:nvPicPr>
        <p:blipFill>
          <a:blip xmlns:r="http://schemas.openxmlformats.org/officeDocument/2006/relationships" xmlns:a="http://schemas.openxmlformats.org/drawingml/2006/main" r:embed="R7a527776f1184182"/>
          <a:srcRect xmlns:a="http://schemas.openxmlformats.org/drawingml/2006/main" l="0" t="12058" r="0" b="62219"/>
          <a:stretch xmlns:a="http://schemas.openxmlformats.org/drawingml/2006/main"/>
        </p:blipFill>
        <p:spPr>
          <a:xfrm xmlns:a="http://schemas.openxmlformats.org/drawingml/2006/main">
            <a:off x="8135207" y="5369814"/>
            <a:ext cx="5827586" cy="461772"/>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4D5ADC4E-E296-4770-87EE-ACC078B610E6}"/>
              </a:ext>
            </a:extLst>
          </p:cNvPr>
          <p:cNvPicPr>
            <a:picLocks xmlns:a="http://schemas.openxmlformats.org/drawingml/2006/main" noChangeAspect="1"/>
          </p:cNvPicPr>
          <p:nvPr/>
        </p:nvPicPr>
        <p:blipFill>
          <a:blip xmlns:r="http://schemas.openxmlformats.org/officeDocument/2006/relationships" xmlns:a="http://schemas.openxmlformats.org/drawingml/2006/main" r:embed="R62fa1748371941ab"/>
          <a:srcRect xmlns:a="http://schemas.openxmlformats.org/drawingml/2006/main" l="0" t="44212" r="0" b="31672"/>
          <a:stretch xmlns:a="http://schemas.openxmlformats.org/drawingml/2006/main"/>
        </p:blipFill>
        <p:spPr>
          <a:xfrm xmlns:a="http://schemas.openxmlformats.org/drawingml/2006/main">
            <a:off x="8135207" y="6308122"/>
            <a:ext cx="5827586" cy="432911"/>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671C0A44-E187-44BC-B4D0-43681D053CE1}"/>
              </a:ext>
            </a:extLst>
          </p:cNvPr>
          <p:cNvPicPr>
            <a:picLocks xmlns:a="http://schemas.openxmlformats.org/drawingml/2006/main" noChangeAspect="1"/>
          </p:cNvPicPr>
          <p:nvPr/>
        </p:nvPicPr>
        <p:blipFill>
          <a:blip xmlns:r="http://schemas.openxmlformats.org/officeDocument/2006/relationships" xmlns:a="http://schemas.openxmlformats.org/drawingml/2006/main" r:embed="R3c56c22cb28f4352"/>
          <a:srcRect xmlns:a="http://schemas.openxmlformats.org/drawingml/2006/main" l="0" t="72347" r="0" b="1125"/>
          <a:stretch xmlns:a="http://schemas.openxmlformats.org/drawingml/2006/main"/>
        </p:blipFill>
        <p:spPr>
          <a:xfrm xmlns:a="http://schemas.openxmlformats.org/drawingml/2006/main">
            <a:off x="8135207" y="7210425"/>
            <a:ext cx="5827586" cy="476250"/>
          </a:xfrm>
          <a:prstGeom xmlns:a="http://schemas.openxmlformats.org/drawingml/2006/main" prst="rect">
            <a:avLst/>
          </a:prstGeom>
        </p:spPr>
      </p:pic>
    </p:spTree>
    <p:extLst>
      <p:ext uri="{BB962C8B-B14F-4D97-AF65-F5344CB8AC3E}">
        <p14:creationId xmlns:p14="http://schemas.microsoft.com/office/powerpoint/2010/main" val="1812025014"/>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354F4B10-84B4-445D-8956-D524B846B329}"/>
              </a:ext>
            </a:extLst>
          </p:cNvPr>
          <p:cNvPicPr>
            <a:picLocks xmlns:a="http://schemas.openxmlformats.org/drawingml/2006/main" noChangeAspect="1"/>
          </p:cNvPicPr>
          <p:nvPr/>
        </p:nvPicPr>
        <p:blipFill>
          <a:blip xmlns:r="http://schemas.openxmlformats.org/officeDocument/2006/relationships" xmlns:a="http://schemas.openxmlformats.org/drawingml/2006/main" r:embed="R8e6faf1b981a4f30"/>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8CB1BF6D-6BCE-4A3E-82D4-9A7ADA94C2C2}"/>
              </a:ext>
            </a:extLst>
          </p:cNvPr>
          <p:cNvPicPr>
            <a:picLocks xmlns:a="http://schemas.openxmlformats.org/drawingml/2006/main" noChangeAspect="1"/>
          </p:cNvPicPr>
          <p:nvPr/>
        </p:nvPicPr>
        <p:blipFill>
          <a:blip xmlns:r="http://schemas.openxmlformats.org/officeDocument/2006/relationships" xmlns:a="http://schemas.openxmlformats.org/drawingml/2006/main" r:embed="R6e40d6e8932d452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43BE6D-4701-4BCD-AD2C-0105532DC77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BE961A6-CF4A-4E3C-898E-0D2082A123C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74B6EFB-DD85-4486-B70F-301EA029196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B2E4A3D-882C-4DBB-839E-532AE62F414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9A1B1D7-BCC7-43EB-986B-8E26F8CC9DB9}"/>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sp>
        <p:nvSpPr>
          <p:cNvPr id="8" name="text">
            <a:extLst xmlns:a="http://schemas.openxmlformats.org/drawingml/2006/main">
              <a:ext uri="{FF2B5EF4-FFF2-40B4-BE49-F238E27FC236}">
                <a16:creationId xmlns:a16="http://schemas.microsoft.com/office/drawing/2014/main" id="{64889129-950D-4223-88F1-401F772C6F17}"/>
              </a:ext>
            </a:extLst>
          </p:cNvPr>
          <p:cNvSpPr>
            <a:spLocks xmlns:a="http://schemas.openxmlformats.org/drawingml/2006/main" noGrp="1"/>
          </p:cNvSpPr>
          <p:nvPr/>
        </p:nvSpPr>
        <p:spPr>
          <a:xfrm xmlns:a="http://schemas.openxmlformats.org/drawingml/2006/main">
            <a:off x="5715000" y="4143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37F1604A-4888-4D53-A333-E5DB254B65E8}"/>
              </a:ext>
            </a:extLst>
          </p:cNvPr>
          <p:cNvSpPr>
            <a:spLocks xmlns:a="http://schemas.openxmlformats.org/drawingml/2006/main" noGrp="1"/>
          </p:cNvSpPr>
          <p:nvPr/>
        </p:nvSpPr>
        <p:spPr>
          <a:xfrm xmlns:a="http://schemas.openxmlformats.org/drawingml/2006/main">
            <a:off x="5715000" y="4733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FEEC1AAC-2A6F-4597-A564-F9FFBEA367B7}"/>
              </a:ext>
            </a:extLst>
          </p:cNvPr>
          <p:cNvSpPr>
            <a:spLocks xmlns:a="http://schemas.openxmlformats.org/drawingml/2006/main" noGrp="1"/>
          </p:cNvSpPr>
          <p:nvPr/>
        </p:nvSpPr>
        <p:spPr>
          <a:xfrm xmlns:a="http://schemas.openxmlformats.org/drawingml/2006/main">
            <a:off x="5715000" y="58578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0EA805E1-8B26-45B2-A9E4-A39EB743045F}"/>
              </a:ext>
            </a:extLst>
          </p:cNvPr>
          <p:cNvSpPr>
            <a:spLocks xmlns:a="http://schemas.openxmlformats.org/drawingml/2006/main" noGrp="1"/>
          </p:cNvSpPr>
          <p:nvPr/>
        </p:nvSpPr>
        <p:spPr>
          <a:xfrm xmlns:a="http://schemas.openxmlformats.org/drawingml/2006/main">
            <a:off x="5715000" y="64484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F2E8A7CF-1178-4060-8B4F-5D5AF445F7D3}"/>
              </a:ext>
            </a:extLst>
          </p:cNvPr>
          <p:cNvSpPr>
            <a:spLocks xmlns:a="http://schemas.openxmlformats.org/drawingml/2006/main" noGrp="1"/>
          </p:cNvSpPr>
          <p:nvPr/>
        </p:nvSpPr>
        <p:spPr>
          <a:xfrm xmlns:a="http://schemas.openxmlformats.org/drawingml/2006/main">
            <a:off x="5715000" y="7572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E3CB5719-FA92-4292-B43A-508AB2C887F7}"/>
              </a:ext>
            </a:extLst>
          </p:cNvPr>
          <p:cNvSpPr>
            <a:spLocks xmlns:a="http://schemas.openxmlformats.org/drawingml/2006/main" noGrp="1"/>
          </p:cNvSpPr>
          <p:nvPr/>
        </p:nvSpPr>
        <p:spPr>
          <a:xfrm xmlns:a="http://schemas.openxmlformats.org/drawingml/2006/main">
            <a:off x="5715000" y="8162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알려진 </a:t>
            </a:r>
            <a:r>
              <a:rPr sz="2250">
                <a:solidFill>
                  <a:srgbClr val="EEEEEE"/>
                </a:solidFill>
                <a:latin typeface="Pretendard"/>
                <a:ea typeface="Pretendard"/>
                <a:cs typeface="Pretendard"/>
              </a:rPr>
              <a:t>Δ</a:t>
            </a:r>
            <a:r>
              <a:rPr sz="2250" i="1">
                <a:solidFill>
                  <a:srgbClr val="EEEEEE"/>
                </a:solidFill>
                <a:latin typeface="Pretendard"/>
                <a:ea typeface="Pretendard"/>
                <a:cs typeface="Pretendard"/>
              </a:rPr>
              <a:t>H</a:t>
            </a:r>
            <a:r>
              <a:rPr sz="2250">
                <a:solidFill>
                  <a:srgbClr val="EEEEEE"/>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A1808DE4-5CB9-4818-A1C9-3B0FAE37C7B9}"/>
              </a:ext>
            </a:extLst>
          </p:cNvPr>
          <p:cNvPicPr>
            <a:picLocks xmlns:a="http://schemas.openxmlformats.org/drawingml/2006/main" noChangeAspect="1"/>
          </p:cNvPicPr>
          <p:nvPr/>
        </p:nvPicPr>
        <p:blipFill>
          <a:blip xmlns:r="http://schemas.openxmlformats.org/officeDocument/2006/relationships" xmlns:a="http://schemas.openxmlformats.org/drawingml/2006/main" r:embed="Rab6a7e21895e424c"/>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7524E172-962C-403D-83AB-249EDDCD1F03}"/>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83E1F297-5CFD-4D2C-B5E8-1E02A2AECF42}"/>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118EA6FE-9080-4370-BE89-856DA7D68C70}"/>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A1AF995C-B7B1-44FD-9B00-0A0E0CBE37C8}"/>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F17C5555-2A6C-426D-971B-69ED0ED92A79}"/>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F6033DFF-CE00-4BBB-BC03-F2ACA58507C9}"/>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84ED3907-058E-43D0-809A-538A3128FF71}"/>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E68FF038-D0EB-45B4-BB32-556F23612AEE}"/>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E8219427-1561-4787-982C-649D30D6D393}"/>
              </a:ext>
            </a:extLst>
          </p:cNvPr>
          <p:cNvPicPr>
            <a:picLocks xmlns:a="http://schemas.openxmlformats.org/drawingml/2006/main" noChangeAspect="1"/>
          </p:cNvPicPr>
          <p:nvPr/>
        </p:nvPicPr>
        <p:blipFill>
          <a:blip xmlns:r="http://schemas.openxmlformats.org/officeDocument/2006/relationships" xmlns:a="http://schemas.openxmlformats.org/drawingml/2006/main" r:embed="R2b6291b79cbb4752"/>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
        <p:nvSpPr>
          <p:cNvPr id="26" name="칠판 내용 구분선">
            <a:extLst xmlns:a="http://schemas.openxmlformats.org/drawingml/2006/main">
              <a:ext uri="{FF2B5EF4-FFF2-40B4-BE49-F238E27FC236}">
                <a16:creationId xmlns:a16="http://schemas.microsoft.com/office/drawing/2014/main" id="{92AEB3AC-9BAB-49AC-A686-1271288DDC65}"/>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7" name="칠판 내용 구분선">
            <a:extLst xmlns:a="http://schemas.openxmlformats.org/drawingml/2006/main">
              <a:ext uri="{FF2B5EF4-FFF2-40B4-BE49-F238E27FC236}">
                <a16:creationId xmlns:a16="http://schemas.microsoft.com/office/drawing/2014/main" id="{1EA00E1D-F383-4982-9022-CB39509EA051}"/>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2106555313"/>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AFE9FC95-85C7-4FE8-9F75-245D9CE7C2DF}"/>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CF9A1813-41FA-47B7-BEBE-51A9AAD3DFAC}"/>
              </a:ext>
            </a:extLst>
          </p:cNvPr>
          <p:cNvPicPr>
            <a:picLocks xmlns:a="http://schemas.openxmlformats.org/drawingml/2006/main" noChangeAspect="1"/>
          </p:cNvPicPr>
          <p:nvPr/>
        </p:nvPicPr>
        <p:blipFill>
          <a:blip xmlns:r="http://schemas.openxmlformats.org/officeDocument/2006/relationships" xmlns:a="http://schemas.openxmlformats.org/drawingml/2006/main" r:embed="R142fe4f11375416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6BEFA65-D314-4931-8A3D-4347D567349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9A11962-249F-4495-B8D0-98B13873D9A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937D601-90B4-4FE3-B618-AAD97D5CB38F}"/>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4E5A0C3-E70D-41FA-83A1-A5898626471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10DCA324-15D9-451F-997E-F07030234EB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9A8BD7B1-5481-468C-8FF0-8DEC74EC68FD}"/>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D80B48E2-CDE3-423A-AD55-E57753131283}"/>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BF081534-EA35-438C-A2CB-5CD805B36D51}"/>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74981E0C-E131-43D5-A7B2-CD500A9CFA51}"/>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CB66A886-9AD1-4BAF-993B-779454643C35}"/>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D7743C45-17C9-4257-8BE7-A7060735BD85}"/>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29367A46-3B25-43A3-AA87-161FDFDE1CF5}"/>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564193AB-DA27-4A09-9F10-309F55E7B649}"/>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99D037A6-DBCF-4DFA-9B02-C4D03F45B205}"/>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2907653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2026-10-29T06:04:10.2310000Z</dcterms:created>
  <dcterms:modified xsi:type="dcterms:W3CDTF">2026-10-29T06:04:10.2310000Z</dcterms:modified>
</coreProperties>
</file>