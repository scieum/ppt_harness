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14ce1805134a69" /><Relationship Type="http://schemas.openxmlformats.org/officeDocument/2006/relationships/extended-properties" Target="/docProps/app.xml" Id="R991ef0a247af4f43" /><Relationship Type="http://schemas.openxmlformats.org/officeDocument/2006/relationships/officeDocument" Target="/ppt/presentation.xml" Id="R44258b266604471d" /></Relationships>
</file>

<file path=ppt/presentation.xml><?xml version="1.0" encoding="utf-8"?>
<p:presentation xmlns:p="http://schemas.openxmlformats.org/presentationml/2006/main">
  <p:sldMasterIdLst>
    <p:sldMasterId xmlns:r="http://schemas.openxmlformats.org/officeDocument/2006/relationships" id="2147483648" r:id="Rc09dd1d62cba402f"/>
  </p:sldMasterIdLst>
  <p:notesMasterIdLst>
    <p:notesMasterId xmlns:r="http://schemas.openxmlformats.org/officeDocument/2006/relationships" r:id="R4a47b4ff7fc14db0"/>
  </p:notesMasterIdLst>
  <p:sldIdLst>
    <p:sldId xmlns:r="http://schemas.openxmlformats.org/officeDocument/2006/relationships" id="256" r:id="R664fb53855d448ff"/>
    <p:sldId xmlns:r="http://schemas.openxmlformats.org/officeDocument/2006/relationships" id="257" r:id="Rd726385700ed46ae"/>
    <p:sldId xmlns:r="http://schemas.openxmlformats.org/officeDocument/2006/relationships" id="258" r:id="R8cddbcd72c314e74"/>
    <p:sldId xmlns:r="http://schemas.openxmlformats.org/officeDocument/2006/relationships" id="259" r:id="R9b8156c11f214f42"/>
    <p:sldId xmlns:r="http://schemas.openxmlformats.org/officeDocument/2006/relationships" id="260" r:id="R8259d9cd72fc40c6"/>
    <p:sldId xmlns:r="http://schemas.openxmlformats.org/officeDocument/2006/relationships" id="261" r:id="R6643c14e05774f67"/>
    <p:sldId xmlns:r="http://schemas.openxmlformats.org/officeDocument/2006/relationships" id="262" r:id="Ra725f72b35ed49aa"/>
    <p:sldId xmlns:r="http://schemas.openxmlformats.org/officeDocument/2006/relationships" id="263" r:id="Rabd64d269d0f41cd"/>
    <p:sldId xmlns:r="http://schemas.openxmlformats.org/officeDocument/2006/relationships" id="264" r:id="R677cc2c8c73945e2"/>
    <p:sldId xmlns:r="http://schemas.openxmlformats.org/officeDocument/2006/relationships" id="265" r:id="R754a27196c3848c6"/>
    <p:sldId xmlns:r="http://schemas.openxmlformats.org/officeDocument/2006/relationships" id="266" r:id="R2e95aa13881d4bde"/>
    <p:sldId xmlns:r="http://schemas.openxmlformats.org/officeDocument/2006/relationships" id="267" r:id="Ra2cbac2df1154530"/>
    <p:sldId xmlns:r="http://schemas.openxmlformats.org/officeDocument/2006/relationships" id="268" r:id="R757f66f21ba54664"/>
    <p:sldId xmlns:r="http://schemas.openxmlformats.org/officeDocument/2006/relationships" id="269" r:id="R72ff7a921be046c6"/>
    <p:sldId xmlns:r="http://schemas.openxmlformats.org/officeDocument/2006/relationships" id="270" r:id="R3f6436f8923d430b"/>
    <p:sldId xmlns:r="http://schemas.openxmlformats.org/officeDocument/2006/relationships" id="271" r:id="R57780344307a48ed"/>
    <p:sldId xmlns:r="http://schemas.openxmlformats.org/officeDocument/2006/relationships" id="272" r:id="Rcfd193a16ec94976"/>
    <p:sldId xmlns:r="http://schemas.openxmlformats.org/officeDocument/2006/relationships" id="273" r:id="R6109b0d031ea4866"/>
    <p:sldId xmlns:r="http://schemas.openxmlformats.org/officeDocument/2006/relationships" id="274" r:id="R28e707c681164959"/>
    <p:sldId xmlns:r="http://schemas.openxmlformats.org/officeDocument/2006/relationships" id="275" r:id="R93221b6c2546479c"/>
    <p:sldId xmlns:r="http://schemas.openxmlformats.org/officeDocument/2006/relationships" id="276" r:id="Ra40d10549e8d40a8"/>
    <p:sldId xmlns:r="http://schemas.openxmlformats.org/officeDocument/2006/relationships" id="277" r:id="R39feee17ccc9405b"/>
    <p:sldId xmlns:r="http://schemas.openxmlformats.org/officeDocument/2006/relationships" id="278" r:id="R6a82a1dcd27d4796"/>
    <p:sldId xmlns:r="http://schemas.openxmlformats.org/officeDocument/2006/relationships" id="279" r:id="R34f781fb54dd4107"/>
    <p:sldId xmlns:r="http://schemas.openxmlformats.org/officeDocument/2006/relationships" id="280" r:id="R4a1e4dd9339f429d"/>
    <p:sldId xmlns:r="http://schemas.openxmlformats.org/officeDocument/2006/relationships" id="281" r:id="R36d2f757dae94574"/>
    <p:sldId xmlns:r="http://schemas.openxmlformats.org/officeDocument/2006/relationships" id="282" r:id="Rf3f5b00cbe2a4c7d"/>
    <p:sldId xmlns:r="http://schemas.openxmlformats.org/officeDocument/2006/relationships" id="283" r:id="R2ebcf54916144262"/>
    <p:sldId xmlns:r="http://schemas.openxmlformats.org/officeDocument/2006/relationships" id="284" r:id="R23b80828315b4c05"/>
    <p:sldId xmlns:r="http://schemas.openxmlformats.org/officeDocument/2006/relationships" id="285" r:id="R233a58ce432640d6"/>
    <p:sldId xmlns:r="http://schemas.openxmlformats.org/officeDocument/2006/relationships" id="286" r:id="R3e6a69830e5a4300"/>
    <p:sldId xmlns:r="http://schemas.openxmlformats.org/officeDocument/2006/relationships" id="287" r:id="R4e44649be225440d"/>
    <p:sldId xmlns:r="http://schemas.openxmlformats.org/officeDocument/2006/relationships" id="288" r:id="R92bb4fb2bd934390"/>
    <p:sldId xmlns:r="http://schemas.openxmlformats.org/officeDocument/2006/relationships" id="289" r:id="Rf3152cda8afc4ddc"/>
    <p:sldId xmlns:r="http://schemas.openxmlformats.org/officeDocument/2006/relationships" id="290" r:id="Rc35816260baf474b"/>
    <p:sldId xmlns:r="http://schemas.openxmlformats.org/officeDocument/2006/relationships" id="291" r:id="R87a4e74fea0349df"/>
    <p:sldId xmlns:r="http://schemas.openxmlformats.org/officeDocument/2006/relationships" id="292" r:id="R6b06b1c4be0a43bb"/>
    <p:sldId xmlns:r="http://schemas.openxmlformats.org/officeDocument/2006/relationships" id="293" r:id="Rb2cb4908215540bd"/>
    <p:sldId xmlns:r="http://schemas.openxmlformats.org/officeDocument/2006/relationships" id="294" r:id="R92793c092c6447fd"/>
    <p:sldId xmlns:r="http://schemas.openxmlformats.org/officeDocument/2006/relationships" id="295" r:id="R33c57e0b1adf4f4c"/>
    <p:sldId xmlns:r="http://schemas.openxmlformats.org/officeDocument/2006/relationships" id="296" r:id="Rdda48e44edfe4555"/>
    <p:sldId xmlns:r="http://schemas.openxmlformats.org/officeDocument/2006/relationships" id="297" r:id="R3c9f4ddcf7084ef1"/>
    <p:sldId xmlns:r="http://schemas.openxmlformats.org/officeDocument/2006/relationships" id="298" r:id="R7b5ebc4e46db46c5"/>
    <p:sldId xmlns:r="http://schemas.openxmlformats.org/officeDocument/2006/relationships" id="299" r:id="Rf308af4baba24a5b"/>
    <p:sldId xmlns:r="http://schemas.openxmlformats.org/officeDocument/2006/relationships" id="300" r:id="R3762e031365745dd"/>
    <p:sldId xmlns:r="http://schemas.openxmlformats.org/officeDocument/2006/relationships" id="301" r:id="R8f553f9465f64a45"/>
    <p:sldId xmlns:r="http://schemas.openxmlformats.org/officeDocument/2006/relationships" id="302" r:id="Rdaebda300c6845df"/>
    <p:sldId xmlns:r="http://schemas.openxmlformats.org/officeDocument/2006/relationships" id="303" r:id="Refcf0d8063664f95"/>
    <p:sldId xmlns:r="http://schemas.openxmlformats.org/officeDocument/2006/relationships" id="304" r:id="Rdbf26c3ea8244950"/>
    <p:sldId xmlns:r="http://schemas.openxmlformats.org/officeDocument/2006/relationships" id="305" r:id="R38db637b726e4eed"/>
    <p:sldId xmlns:r="http://schemas.openxmlformats.org/officeDocument/2006/relationships" id="306" r:id="R12db1fcaaa1b472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ce5d35254d4a0d" /><Relationship Type="http://schemas.openxmlformats.org/officeDocument/2006/relationships/slideMaster" Target="/ppt/slideMasters/slideMaster1.xml" Id="Rc09dd1d62cba402f" /><Relationship Type="http://schemas.openxmlformats.org/officeDocument/2006/relationships/notesMaster" Target="/ppt/notesMasters/notesMaster1.xml" Id="R4a47b4ff7fc14db0" /><Relationship Type="http://schemas.openxmlformats.org/officeDocument/2006/relationships/presProps" Target="/ppt/presProps.xml" Id="Reec25e8be20744b4" /><Relationship Type="http://schemas.openxmlformats.org/officeDocument/2006/relationships/tableStyles" Target="/ppt/tableStyles.xml" Id="R83826877871c4279" /><Relationship Type="http://schemas.openxmlformats.org/officeDocument/2006/relationships/slide" Target="/ppt/slides/slide1.xml" Id="R664fb53855d448ff" /><Relationship Type="http://schemas.openxmlformats.org/officeDocument/2006/relationships/slide" Target="/ppt/slides/slide2.xml" Id="Rd726385700ed46ae" /><Relationship Type="http://schemas.openxmlformats.org/officeDocument/2006/relationships/slide" Target="/ppt/slides/slide3.xml" Id="R8cddbcd72c314e74" /><Relationship Type="http://schemas.openxmlformats.org/officeDocument/2006/relationships/slide" Target="/ppt/slides/slide4.xml" Id="R9b8156c11f214f42" /><Relationship Type="http://schemas.openxmlformats.org/officeDocument/2006/relationships/slide" Target="/ppt/slides/slide5.xml" Id="R8259d9cd72fc40c6" /><Relationship Type="http://schemas.openxmlformats.org/officeDocument/2006/relationships/slide" Target="/ppt/slides/slide6.xml" Id="R6643c14e05774f67" /><Relationship Type="http://schemas.openxmlformats.org/officeDocument/2006/relationships/slide" Target="/ppt/slides/slide7.xml" Id="Ra725f72b35ed49aa" /><Relationship Type="http://schemas.openxmlformats.org/officeDocument/2006/relationships/slide" Target="/ppt/slides/slide8.xml" Id="Rabd64d269d0f41cd" /><Relationship Type="http://schemas.openxmlformats.org/officeDocument/2006/relationships/slide" Target="/ppt/slides/slide9.xml" Id="R677cc2c8c73945e2" /><Relationship Type="http://schemas.openxmlformats.org/officeDocument/2006/relationships/slide" Target="/ppt/slides/slide10.xml" Id="R754a27196c3848c6" /><Relationship Type="http://schemas.openxmlformats.org/officeDocument/2006/relationships/slide" Target="/ppt/slides/slide11.xml" Id="R2e95aa13881d4bde" /><Relationship Type="http://schemas.openxmlformats.org/officeDocument/2006/relationships/slide" Target="/ppt/slides/slide12.xml" Id="Ra2cbac2df1154530" /><Relationship Type="http://schemas.openxmlformats.org/officeDocument/2006/relationships/slide" Target="/ppt/slides/slide13.xml" Id="R757f66f21ba54664" /><Relationship Type="http://schemas.openxmlformats.org/officeDocument/2006/relationships/slide" Target="/ppt/slides/slide14.xml" Id="R72ff7a921be046c6" /><Relationship Type="http://schemas.openxmlformats.org/officeDocument/2006/relationships/slide" Target="/ppt/slides/slide15.xml" Id="R3f6436f8923d430b" /><Relationship Type="http://schemas.openxmlformats.org/officeDocument/2006/relationships/slide" Target="/ppt/slides/slide16.xml" Id="R57780344307a48ed" /><Relationship Type="http://schemas.openxmlformats.org/officeDocument/2006/relationships/slide" Target="/ppt/slides/slide17.xml" Id="Rcfd193a16ec94976" /><Relationship Type="http://schemas.openxmlformats.org/officeDocument/2006/relationships/slide" Target="/ppt/slides/slide18.xml" Id="R6109b0d031ea4866" /><Relationship Type="http://schemas.openxmlformats.org/officeDocument/2006/relationships/slide" Target="/ppt/slides/slide19.xml" Id="R28e707c681164959" /><Relationship Type="http://schemas.openxmlformats.org/officeDocument/2006/relationships/slide" Target="/ppt/slides/slide20.xml" Id="R93221b6c2546479c" /><Relationship Type="http://schemas.openxmlformats.org/officeDocument/2006/relationships/slide" Target="/ppt/slides/slide21.xml" Id="Ra40d10549e8d40a8" /><Relationship Type="http://schemas.openxmlformats.org/officeDocument/2006/relationships/slide" Target="/ppt/slides/slide22.xml" Id="R39feee17ccc9405b" /><Relationship Type="http://schemas.openxmlformats.org/officeDocument/2006/relationships/slide" Target="/ppt/slides/slide23.xml" Id="R6a82a1dcd27d4796" /><Relationship Type="http://schemas.openxmlformats.org/officeDocument/2006/relationships/slide" Target="/ppt/slides/slide24.xml" Id="R34f781fb54dd4107" /><Relationship Type="http://schemas.openxmlformats.org/officeDocument/2006/relationships/slide" Target="/ppt/slides/slide25.xml" Id="R4a1e4dd9339f429d" /><Relationship Type="http://schemas.openxmlformats.org/officeDocument/2006/relationships/slide" Target="/ppt/slides/slide26.xml" Id="R36d2f757dae94574" /><Relationship Type="http://schemas.openxmlformats.org/officeDocument/2006/relationships/slide" Target="/ppt/slides/slide27.xml" Id="Rf3f5b00cbe2a4c7d" /><Relationship Type="http://schemas.openxmlformats.org/officeDocument/2006/relationships/slide" Target="/ppt/slides/slide28.xml" Id="R2ebcf54916144262" /><Relationship Type="http://schemas.openxmlformats.org/officeDocument/2006/relationships/slide" Target="/ppt/slides/slide29.xml" Id="R23b80828315b4c05" /><Relationship Type="http://schemas.openxmlformats.org/officeDocument/2006/relationships/slide" Target="/ppt/slides/slide30.xml" Id="R233a58ce432640d6" /><Relationship Type="http://schemas.openxmlformats.org/officeDocument/2006/relationships/slide" Target="/ppt/slides/slide31.xml" Id="R3e6a69830e5a4300" /><Relationship Type="http://schemas.openxmlformats.org/officeDocument/2006/relationships/slide" Target="/ppt/slides/slide32.xml" Id="R4e44649be225440d" /><Relationship Type="http://schemas.openxmlformats.org/officeDocument/2006/relationships/slide" Target="/ppt/slides/slide33.xml" Id="R92bb4fb2bd934390" /><Relationship Type="http://schemas.openxmlformats.org/officeDocument/2006/relationships/slide" Target="/ppt/slides/slide34.xml" Id="Rf3152cda8afc4ddc" /><Relationship Type="http://schemas.openxmlformats.org/officeDocument/2006/relationships/slide" Target="/ppt/slides/slide35.xml" Id="Rc35816260baf474b" /><Relationship Type="http://schemas.openxmlformats.org/officeDocument/2006/relationships/slide" Target="/ppt/slides/slide36.xml" Id="R87a4e74fea0349df" /><Relationship Type="http://schemas.openxmlformats.org/officeDocument/2006/relationships/slide" Target="/ppt/slides/slide37.xml" Id="R6b06b1c4be0a43bb" /><Relationship Type="http://schemas.openxmlformats.org/officeDocument/2006/relationships/slide" Target="/ppt/slides/slide38.xml" Id="Rb2cb4908215540bd" /><Relationship Type="http://schemas.openxmlformats.org/officeDocument/2006/relationships/slide" Target="/ppt/slides/slide39.xml" Id="R92793c092c6447fd" /><Relationship Type="http://schemas.openxmlformats.org/officeDocument/2006/relationships/slide" Target="/ppt/slides/slide40.xml" Id="R33c57e0b1adf4f4c" /><Relationship Type="http://schemas.openxmlformats.org/officeDocument/2006/relationships/slide" Target="/ppt/slides/slide41.xml" Id="Rdda48e44edfe4555" /><Relationship Type="http://schemas.openxmlformats.org/officeDocument/2006/relationships/slide" Target="/ppt/slides/slide42.xml" Id="R3c9f4ddcf7084ef1" /><Relationship Type="http://schemas.openxmlformats.org/officeDocument/2006/relationships/slide" Target="/ppt/slides/slide43.xml" Id="R7b5ebc4e46db46c5" /><Relationship Type="http://schemas.openxmlformats.org/officeDocument/2006/relationships/slide" Target="/ppt/slides/slide44.xml" Id="Rf308af4baba24a5b" /><Relationship Type="http://schemas.openxmlformats.org/officeDocument/2006/relationships/slide" Target="/ppt/slides/slide45.xml" Id="R3762e031365745dd" /><Relationship Type="http://schemas.openxmlformats.org/officeDocument/2006/relationships/slide" Target="/ppt/slides/slide46.xml" Id="R8f553f9465f64a45" /><Relationship Type="http://schemas.openxmlformats.org/officeDocument/2006/relationships/slide" Target="/ppt/slides/slide47.xml" Id="Rdaebda300c6845df" /><Relationship Type="http://schemas.openxmlformats.org/officeDocument/2006/relationships/slide" Target="/ppt/slides/slide48.xml" Id="Refcf0d8063664f95" /><Relationship Type="http://schemas.openxmlformats.org/officeDocument/2006/relationships/slide" Target="/ppt/slides/slide49.xml" Id="Rdbf26c3ea8244950" /><Relationship Type="http://schemas.openxmlformats.org/officeDocument/2006/relationships/slide" Target="/ppt/slides/slide50.xml" Id="R38db637b726e4eed" /><Relationship Type="http://schemas.openxmlformats.org/officeDocument/2006/relationships/slide" Target="/ppt/slides/slide51.xml" Id="R12db1fcaaa1b47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8513e9d13b4a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f12ae86beb4527" /><Relationship Type="http://schemas.openxmlformats.org/officeDocument/2006/relationships/notesMaster" Target="/ppt/notesMasters/notesMaster1.xml" Id="R992147be7fe449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33b1da84f544e0" /><Relationship Type="http://schemas.openxmlformats.org/officeDocument/2006/relationships/notesMaster" Target="/ppt/notesMasters/notesMaster1.xml" Id="Rdb3f17b78a1e45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4ef4a656694e10" /><Relationship Type="http://schemas.openxmlformats.org/officeDocument/2006/relationships/notesMaster" Target="/ppt/notesMasters/notesMaster1.xml" Id="Rf50fc4e4e0e640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b986aae11f4632" /><Relationship Type="http://schemas.openxmlformats.org/officeDocument/2006/relationships/notesMaster" Target="/ppt/notesMasters/notesMaster1.xml" Id="Rb4d1b3e52ad148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355a4870314059" /><Relationship Type="http://schemas.openxmlformats.org/officeDocument/2006/relationships/notesMaster" Target="/ppt/notesMasters/notesMaster1.xml" Id="R0510bba3ff7744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d39e85f7ba4684" /><Relationship Type="http://schemas.openxmlformats.org/officeDocument/2006/relationships/notesMaster" Target="/ppt/notesMasters/notesMaster1.xml" Id="R2e5111fc0ab046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385d20f6ac4a25" /><Relationship Type="http://schemas.openxmlformats.org/officeDocument/2006/relationships/notesMaster" Target="/ppt/notesMasters/notesMaster1.xml" Id="R9b4fe401b07d47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920aca917f4905" /><Relationship Type="http://schemas.openxmlformats.org/officeDocument/2006/relationships/notesMaster" Target="/ppt/notesMasters/notesMaster1.xml" Id="R55aae1cbb1894b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b7748d136c491e" /><Relationship Type="http://schemas.openxmlformats.org/officeDocument/2006/relationships/notesMaster" Target="/ppt/notesMasters/notesMaster1.xml" Id="R5f2bbd399fd14d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6edce34c534baa" /><Relationship Type="http://schemas.openxmlformats.org/officeDocument/2006/relationships/notesMaster" Target="/ppt/notesMasters/notesMaster1.xml" Id="Rfba83af1c4964c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3b47475d0f466c" /><Relationship Type="http://schemas.openxmlformats.org/officeDocument/2006/relationships/notesMaster" Target="/ppt/notesMasters/notesMaster1.xml" Id="Rff0bba97087340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15d3a2b7b246d0" /><Relationship Type="http://schemas.openxmlformats.org/officeDocument/2006/relationships/notesMaster" Target="/ppt/notesMasters/notesMaster1.xml" Id="Rd1cd72dfd17144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2e56d82ca244a7" /><Relationship Type="http://schemas.openxmlformats.org/officeDocument/2006/relationships/notesMaster" Target="/ppt/notesMasters/notesMaster1.xml" Id="Rb37c78e75cd846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0c5ed4dcee4d5f" /><Relationship Type="http://schemas.openxmlformats.org/officeDocument/2006/relationships/notesMaster" Target="/ppt/notesMasters/notesMaster1.xml" Id="R3a63183897e143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a58cdad8af4199" /><Relationship Type="http://schemas.openxmlformats.org/officeDocument/2006/relationships/notesMaster" Target="/ppt/notesMasters/notesMaster1.xml" Id="R5a6d9c00472b4b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3832858277422c" /><Relationship Type="http://schemas.openxmlformats.org/officeDocument/2006/relationships/notesMaster" Target="/ppt/notesMasters/notesMaster1.xml" Id="R02ab4ebfbef74c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6839b2a0874d8a" /><Relationship Type="http://schemas.openxmlformats.org/officeDocument/2006/relationships/notesMaster" Target="/ppt/notesMasters/notesMaster1.xml" Id="R8159e483b7e74b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a59fa5ee5c45db" /><Relationship Type="http://schemas.openxmlformats.org/officeDocument/2006/relationships/notesMaster" Target="/ppt/notesMasters/notesMaster1.xml" Id="R51fd28e4bdaa4d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3d705ac7af8440c" /><Relationship Type="http://schemas.openxmlformats.org/officeDocument/2006/relationships/notesMaster" Target="/ppt/notesMasters/notesMaster1.xml" Id="R8aa34028191045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4cb870583a84982" /><Relationship Type="http://schemas.openxmlformats.org/officeDocument/2006/relationships/notesMaster" Target="/ppt/notesMasters/notesMaster1.xml" Id="R93036fd5fe8d49c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5a6e39fe2e842fc" /><Relationship Type="http://schemas.openxmlformats.org/officeDocument/2006/relationships/notesMaster" Target="/ppt/notesMasters/notesMaster1.xml" Id="R45929ef48bf14c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f8544eda17f451c" /><Relationship Type="http://schemas.openxmlformats.org/officeDocument/2006/relationships/notesMaster" Target="/ppt/notesMasters/notesMaster1.xml" Id="R42e69eedb967456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b6515e894744bf1" /><Relationship Type="http://schemas.openxmlformats.org/officeDocument/2006/relationships/notesMaster" Target="/ppt/notesMasters/notesMaster1.xml" Id="R58be95db387243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997c33b3704ce1" /><Relationship Type="http://schemas.openxmlformats.org/officeDocument/2006/relationships/notesMaster" Target="/ppt/notesMasters/notesMaster1.xml" Id="Rf7eb6cd697354ad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15fe40de1364bae" /><Relationship Type="http://schemas.openxmlformats.org/officeDocument/2006/relationships/notesMaster" Target="/ppt/notesMasters/notesMaster1.xml" Id="Ra1ed9c97daa54d0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3fb86c666dc47f1" /><Relationship Type="http://schemas.openxmlformats.org/officeDocument/2006/relationships/notesMaster" Target="/ppt/notesMasters/notesMaster1.xml" Id="R407295b96940478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8237a42a98448e9" /><Relationship Type="http://schemas.openxmlformats.org/officeDocument/2006/relationships/notesMaster" Target="/ppt/notesMasters/notesMaster1.xml" Id="R3e167f1265f645b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5aa6465974f4b0d" /><Relationship Type="http://schemas.openxmlformats.org/officeDocument/2006/relationships/notesMaster" Target="/ppt/notesMasters/notesMaster1.xml" Id="Re425ff39fe4744f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9481fe2195d40fc" /><Relationship Type="http://schemas.openxmlformats.org/officeDocument/2006/relationships/notesMaster" Target="/ppt/notesMasters/notesMaster1.xml" Id="R8b1a9138d263471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7b5281063d4202" /><Relationship Type="http://schemas.openxmlformats.org/officeDocument/2006/relationships/notesMaster" Target="/ppt/notesMasters/notesMaster1.xml" Id="Reaf22a764f4542a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fea00e02afb4f10" /><Relationship Type="http://schemas.openxmlformats.org/officeDocument/2006/relationships/notesMaster" Target="/ppt/notesMasters/notesMaster1.xml" Id="Rd180c97c7a9e42a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b2a74221ad942f3" /><Relationship Type="http://schemas.openxmlformats.org/officeDocument/2006/relationships/notesMaster" Target="/ppt/notesMasters/notesMaster1.xml" Id="R16c0adf5166045e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95c324751e04901" /><Relationship Type="http://schemas.openxmlformats.org/officeDocument/2006/relationships/notesMaster" Target="/ppt/notesMasters/notesMaster1.xml" Id="R6d55a077102e474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899c3224b574033" /><Relationship Type="http://schemas.openxmlformats.org/officeDocument/2006/relationships/notesMaster" Target="/ppt/notesMasters/notesMaster1.xml" Id="R99aeeb201a1c455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2245acb5e6441e5" /><Relationship Type="http://schemas.openxmlformats.org/officeDocument/2006/relationships/notesMaster" Target="/ppt/notesMasters/notesMaster1.xml" Id="R3d664808a1fa408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fd543271ba842b0" /><Relationship Type="http://schemas.openxmlformats.org/officeDocument/2006/relationships/notesMaster" Target="/ppt/notesMasters/notesMaster1.xml" Id="R916d6bbd1edb44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917ae363b464a28" /><Relationship Type="http://schemas.openxmlformats.org/officeDocument/2006/relationships/notesMaster" Target="/ppt/notesMasters/notesMaster1.xml" Id="R822898f5ef384e7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bf5a3da282b4fbd" /><Relationship Type="http://schemas.openxmlformats.org/officeDocument/2006/relationships/notesMaster" Target="/ppt/notesMasters/notesMaster1.xml" Id="R0ac481f92acb45e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917c589ce2c4b6a" /><Relationship Type="http://schemas.openxmlformats.org/officeDocument/2006/relationships/notesMaster" Target="/ppt/notesMasters/notesMaster1.xml" Id="R7bdc387cc72a46d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ed273680cef496b" /><Relationship Type="http://schemas.openxmlformats.org/officeDocument/2006/relationships/notesMaster" Target="/ppt/notesMasters/notesMaster1.xml" Id="Rb3743950c1124f4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d3a8447f6b049ca" /><Relationship Type="http://schemas.openxmlformats.org/officeDocument/2006/relationships/notesMaster" Target="/ppt/notesMasters/notesMaster1.xml" Id="Rd62c5c262b67472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a907c36c049455e" /><Relationship Type="http://schemas.openxmlformats.org/officeDocument/2006/relationships/notesMaster" Target="/ppt/notesMasters/notesMaster1.xml" Id="Rf93a6b7261104d0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fee3eb115404a3f" /><Relationship Type="http://schemas.openxmlformats.org/officeDocument/2006/relationships/notesMaster" Target="/ppt/notesMasters/notesMaster1.xml" Id="R5500ba7744a9447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651929e3446460e" /><Relationship Type="http://schemas.openxmlformats.org/officeDocument/2006/relationships/notesMaster" Target="/ppt/notesMasters/notesMaster1.xml" Id="R43eac830e1ce49c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10f5ee848b440ff" /><Relationship Type="http://schemas.openxmlformats.org/officeDocument/2006/relationships/notesMaster" Target="/ppt/notesMasters/notesMaster1.xml" Id="R94f8495f041049a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458b3a435bd417a" /><Relationship Type="http://schemas.openxmlformats.org/officeDocument/2006/relationships/notesMaster" Target="/ppt/notesMasters/notesMaster1.xml" Id="R4bdd34c1d7c74a4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9cb4606a4de49dc" /><Relationship Type="http://schemas.openxmlformats.org/officeDocument/2006/relationships/notesMaster" Target="/ppt/notesMasters/notesMaster1.xml" Id="Rd0b8d3cd61a9442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09165d1290f4731" /><Relationship Type="http://schemas.openxmlformats.org/officeDocument/2006/relationships/notesMaster" Target="/ppt/notesMasters/notesMaster1.xml" Id="Rfc9628c488254fe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20474dd07cd42ff" /><Relationship Type="http://schemas.openxmlformats.org/officeDocument/2006/relationships/notesMaster" Target="/ppt/notesMasters/notesMaster1.xml" Id="Raa3c2a3f8f0045d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a01cca024b448ff" /><Relationship Type="http://schemas.openxmlformats.org/officeDocument/2006/relationships/notesMaster" Target="/ppt/notesMasters/notesMaster1.xml" Id="Rbc4391f89f714f7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333ed59594047c7" /><Relationship Type="http://schemas.openxmlformats.org/officeDocument/2006/relationships/notesMaster" Target="/ppt/notesMasters/notesMaster1.xml" Id="R59a64fee2c1844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797eb750dd40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64c80a903345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a4424f7a5644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fd7891da554b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e8cf0499c749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edc2b1ca504c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DF62F7-EC00-45DE-9A71-9D4B2759EED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A62E5E7-AAEF-4440-A4DE-4868453FD514}"/>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379105-8E41-4490-8E98-B3C842353760}"/>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3EF812-2EFD-46D4-9758-800434A6974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9CB8C73-FB20-4123-99CA-FC5EDF7146D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D2F049-BEC2-48D8-8EBB-AD25FB9CB01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DAFC53-2B13-49D0-9273-E467F3056E4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A3845E-CC21-4210-996D-E59C9B547FE2}"/>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E93CA0-62E9-4B11-8B8B-C41DAB7B106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2BF76C-E8F2-4AD8-93B6-51D019D0D87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57437fd0eb4997" /><Relationship Type="http://schemas.openxmlformats.org/officeDocument/2006/relationships/slideLayout" Target="/ppt/slideLayouts/slideLayout1.xml" Id="Rb1f54caeadef4964" /><Relationship Type="http://schemas.openxmlformats.org/officeDocument/2006/relationships/slideLayout" Target="/ppt/slideLayouts/slideLayout2.xml" Id="R0fdf69e160244af1" /><Relationship Type="http://schemas.openxmlformats.org/officeDocument/2006/relationships/slideLayout" Target="/ppt/slideLayouts/slideLayout3.xml" Id="R0d8d6230e4774540" /><Relationship Type="http://schemas.openxmlformats.org/officeDocument/2006/relationships/slideLayout" Target="/ppt/slideLayouts/slideLayout4.xml" Id="Rfa46e5f919ba4fd1" /><Relationship Type="http://schemas.openxmlformats.org/officeDocument/2006/relationships/slideLayout" Target="/ppt/slideLayouts/slideLayout5.xml" Id="Ra44eb8c8d2e24163" /><Relationship Type="http://schemas.openxmlformats.org/officeDocument/2006/relationships/slideLayout" Target="/ppt/slideLayouts/slideLayout6.xml" Id="R7f464407ad2a49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f54caeadef4964"/>
    <p:sldLayoutId xmlns:r="http://schemas.openxmlformats.org/officeDocument/2006/relationships" id="2147483650" r:id="R0fdf69e160244af1"/>
    <p:sldLayoutId xmlns:r="http://schemas.openxmlformats.org/officeDocument/2006/relationships" id="2147483651" r:id="R0d8d6230e4774540"/>
    <p:sldLayoutId xmlns:r="http://schemas.openxmlformats.org/officeDocument/2006/relationships" id="2147483652" r:id="Rfa46e5f919ba4fd1"/>
    <p:sldLayoutId xmlns:r="http://schemas.openxmlformats.org/officeDocument/2006/relationships" id="2147483653" r:id="Ra44eb8c8d2e24163"/>
    <p:sldLayoutId xmlns:r="http://schemas.openxmlformats.org/officeDocument/2006/relationships" id="2147483654" r:id="R7f464407ad2a49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8f956aeb444c6c" /><Relationship Type="http://schemas.openxmlformats.org/officeDocument/2006/relationships/image" Target="/ppt/media/image.png" Id="Rb21363683fa74525" /><Relationship Type="http://schemas.openxmlformats.org/officeDocument/2006/relationships/image" Target="/ppt/media/image2.png" Id="Rec7012c952734966" /><Relationship Type="http://schemas.openxmlformats.org/officeDocument/2006/relationships/image" Target="/ppt/media/image3.png" Id="R306576b149bb4433" /><Relationship Type="http://schemas.openxmlformats.org/officeDocument/2006/relationships/notesSlide" Target="/ppt/notesSlides/notesSlide1.xml" Id="R70a98679d05e45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34e9b8f3374652" /><Relationship Type="http://schemas.openxmlformats.org/officeDocument/2006/relationships/image" Target="/ppt/media/image4.png" Id="R710d7b68d6ac4aae" /><Relationship Type="http://schemas.openxmlformats.org/officeDocument/2006/relationships/image" Target="/ppt/media/image5.png" Id="Rf081d96a3fac4f0a" /><Relationship Type="http://schemas.openxmlformats.org/officeDocument/2006/relationships/image" Target="/ppt/media/image6.png" Id="R7d1615c5399f4e49" /><Relationship Type="http://schemas.openxmlformats.org/officeDocument/2006/relationships/notesSlide" Target="/ppt/notesSlides/notesSlide2.xml" Id="Rfbaa261e914846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725720153c482a" /><Relationship Type="http://schemas.openxmlformats.org/officeDocument/2006/relationships/image" Target="/ppt/media/image7.png" Id="R9f5d0610db17436a" /><Relationship Type="http://schemas.openxmlformats.org/officeDocument/2006/relationships/notesSlide" Target="/ppt/notesSlides/notesSlide3.xml" Id="R16341328699342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53f8c601764551" /><Relationship Type="http://schemas.openxmlformats.org/officeDocument/2006/relationships/image" Target="/ppt/media/image8.png" Id="R0b9a436b44de49e5" /><Relationship Type="http://schemas.openxmlformats.org/officeDocument/2006/relationships/image" Target="/ppt/media/image9.png" Id="Rc90c8c5e239b41fa" /><Relationship Type="http://schemas.openxmlformats.org/officeDocument/2006/relationships/notesSlide" Target="/ppt/notesSlides/notesSlide4.xml" Id="R5f68b725326f45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5b3db2b7364a52" /><Relationship Type="http://schemas.openxmlformats.org/officeDocument/2006/relationships/image" Target="/ppt/media/image10.png" Id="R85bb7573b5754029" /><Relationship Type="http://schemas.openxmlformats.org/officeDocument/2006/relationships/image" Target="/ppt/media/image11.png" Id="R4101c4e13bf44279" /><Relationship Type="http://schemas.openxmlformats.org/officeDocument/2006/relationships/notesSlide" Target="/ppt/notesSlides/notesSlide5.xml" Id="Rfb23786d9b784b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0e661a24061480a" /><Relationship Type="http://schemas.openxmlformats.org/officeDocument/2006/relationships/image" Target="/ppt/media/image12.png" Id="R739e06f698e3481b" /><Relationship Type="http://schemas.openxmlformats.org/officeDocument/2006/relationships/image" Target="/ppt/media/image13.png" Id="Re29b56d8daff45b7" /><Relationship Type="http://schemas.openxmlformats.org/officeDocument/2006/relationships/notesSlide" Target="/ppt/notesSlides/notesSlide6.xml" Id="Reab1555e5c774c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c9b605708754952" /><Relationship Type="http://schemas.openxmlformats.org/officeDocument/2006/relationships/image" Target="/ppt/media/image14.png" Id="R012402227e364f44" /><Relationship Type="http://schemas.openxmlformats.org/officeDocument/2006/relationships/image" Target="/ppt/media/image15.png" Id="Rbf88893c31804079" /><Relationship Type="http://schemas.openxmlformats.org/officeDocument/2006/relationships/image" Target="/ppt/media/image16.png" Id="R8cfff4ed109947b0" /><Relationship Type="http://schemas.openxmlformats.org/officeDocument/2006/relationships/image" Target="/ppt/media/image17.png" Id="Rd024a00e61a0445c" /><Relationship Type="http://schemas.openxmlformats.org/officeDocument/2006/relationships/notesSlide" Target="/ppt/notesSlides/notesSlide7.xml" Id="R94e2f28e52fa4b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32e52642fc4500" /><Relationship Type="http://schemas.openxmlformats.org/officeDocument/2006/relationships/image" Target="/ppt/media/image18.png" Id="R2300164dc0e6471a" /><Relationship Type="http://schemas.openxmlformats.org/officeDocument/2006/relationships/image" Target="/ppt/media/image19.png" Id="R454990c5356c46b6" /><Relationship Type="http://schemas.openxmlformats.org/officeDocument/2006/relationships/image" Target="/ppt/media/image20.png" Id="Rfdab3efce92743c1" /><Relationship Type="http://schemas.openxmlformats.org/officeDocument/2006/relationships/image" Target="/ppt/media/image21.png" Id="R260fe3108f0f444b" /><Relationship Type="http://schemas.openxmlformats.org/officeDocument/2006/relationships/notesSlide" Target="/ppt/notesSlides/notesSlide8.xml" Id="Ref816b28739b46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f5ebbcd522f458c" /><Relationship Type="http://schemas.openxmlformats.org/officeDocument/2006/relationships/image" Target="/ppt/media/image22.png" Id="R7deeecced57b4d31" /><Relationship Type="http://schemas.openxmlformats.org/officeDocument/2006/relationships/image" Target="/ppt/media/image23.png" Id="Rb6d563532bdc48e8" /><Relationship Type="http://schemas.openxmlformats.org/officeDocument/2006/relationships/notesSlide" Target="/ppt/notesSlides/notesSlide9.xml" Id="R9bfb9532252444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0f532619224c96" /><Relationship Type="http://schemas.openxmlformats.org/officeDocument/2006/relationships/image" Target="/ppt/media/image24.png" Id="R1c9c99aab28740b8" /><Relationship Type="http://schemas.openxmlformats.org/officeDocument/2006/relationships/image" Target="/ppt/media/image25.png" Id="R3d7316d6d2cf458b" /><Relationship Type="http://schemas.openxmlformats.org/officeDocument/2006/relationships/image" Target="/ppt/media/image26.png" Id="R764df4d8806242d5" /><Relationship Type="http://schemas.openxmlformats.org/officeDocument/2006/relationships/image" Target="/ppt/media/image27.png" Id="Rff784400f71a4384" /><Relationship Type="http://schemas.openxmlformats.org/officeDocument/2006/relationships/image" Target="/ppt/media/image28.png" Id="R4f942cde1f194151" /><Relationship Type="http://schemas.openxmlformats.org/officeDocument/2006/relationships/notesSlide" Target="/ppt/notesSlides/notesSlide10.xml" Id="R66a2c4c328ce45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46ee942db0a4736" /><Relationship Type="http://schemas.openxmlformats.org/officeDocument/2006/relationships/image" Target="/ppt/media/image29.png" Id="Rbeba8f80f7074c52" /><Relationship Type="http://schemas.openxmlformats.org/officeDocument/2006/relationships/image" Target="/ppt/media/image30.png" Id="Rf0ded75347004a7b" /><Relationship Type="http://schemas.openxmlformats.org/officeDocument/2006/relationships/image" Target="/ppt/media/image31.png" Id="R3dc9586ecf804647" /><Relationship Type="http://schemas.openxmlformats.org/officeDocument/2006/relationships/notesSlide" Target="/ppt/notesSlides/notesSlide11.xml" Id="Rbe8febb7ea0d4e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cd76f0f2ed444eb" /><Relationship Type="http://schemas.openxmlformats.org/officeDocument/2006/relationships/image" Target="/ppt/media/image32.png" Id="Rdca93264a2c543b8" /><Relationship Type="http://schemas.openxmlformats.org/officeDocument/2006/relationships/image" Target="/ppt/media/image33.png" Id="R8bf7bc4539084b8f" /><Relationship Type="http://schemas.openxmlformats.org/officeDocument/2006/relationships/image" Target="/ppt/media/image34.png" Id="R15cbd9e6f2e34ba5" /><Relationship Type="http://schemas.openxmlformats.org/officeDocument/2006/relationships/notesSlide" Target="/ppt/notesSlides/notesSlide12.xml" Id="R3ca5964727dc4c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d8323d741774290" /><Relationship Type="http://schemas.openxmlformats.org/officeDocument/2006/relationships/image" Target="/ppt/media/image35.png" Id="R4df15d060f3c47b4" /><Relationship Type="http://schemas.openxmlformats.org/officeDocument/2006/relationships/notesSlide" Target="/ppt/notesSlides/notesSlide13.xml" Id="Rd5d37cef459344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88d4c33431a4d93" /><Relationship Type="http://schemas.openxmlformats.org/officeDocument/2006/relationships/image" Target="/ppt/media/image36.png" Id="R658aecc32b7443b6" /><Relationship Type="http://schemas.openxmlformats.org/officeDocument/2006/relationships/image" Target="/ppt/media/image37.png" Id="Rc20c57174b9c4759" /><Relationship Type="http://schemas.openxmlformats.org/officeDocument/2006/relationships/notesSlide" Target="/ppt/notesSlides/notesSlide14.xml" Id="R0c0859a2ed424b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4077fab8d7248f1" /><Relationship Type="http://schemas.openxmlformats.org/officeDocument/2006/relationships/image" Target="/ppt/media/image38.png" Id="R8606453f299d4622" /><Relationship Type="http://schemas.openxmlformats.org/officeDocument/2006/relationships/image" Target="/ppt/media/image39.png" Id="Rf3b2b64f42984cbd" /><Relationship Type="http://schemas.openxmlformats.org/officeDocument/2006/relationships/image" Target="/ppt/media/image40.png" Id="Rb01fde08f7f1421b" /><Relationship Type="http://schemas.openxmlformats.org/officeDocument/2006/relationships/notesSlide" Target="/ppt/notesSlides/notesSlide15.xml" Id="R008e3408e00a40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fc177c0019941b1" /><Relationship Type="http://schemas.openxmlformats.org/officeDocument/2006/relationships/image" Target="/ppt/media/image41.png" Id="Rc0e945ba57054d5b" /><Relationship Type="http://schemas.openxmlformats.org/officeDocument/2006/relationships/image" Target="/ppt/media/image42.png" Id="R20034bb38c37444f" /><Relationship Type="http://schemas.openxmlformats.org/officeDocument/2006/relationships/image" Target="/ppt/media/image43.png" Id="R69cafc697b9d4e2f" /><Relationship Type="http://schemas.openxmlformats.org/officeDocument/2006/relationships/image" Target="/ppt/media/image44.png" Id="R176d475dd6df4fa7" /><Relationship Type="http://schemas.openxmlformats.org/officeDocument/2006/relationships/notesSlide" Target="/ppt/notesSlides/notesSlide16.xml" Id="R369f09dd9cc2467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cb8a9b49c534807" /><Relationship Type="http://schemas.openxmlformats.org/officeDocument/2006/relationships/image" Target="/ppt/media/image45.png" Id="R7cded49e84d64e2d" /><Relationship Type="http://schemas.openxmlformats.org/officeDocument/2006/relationships/image" Target="/ppt/media/image46.png" Id="R4c4f9eb233d74397" /><Relationship Type="http://schemas.openxmlformats.org/officeDocument/2006/relationships/image" Target="/ppt/media/image47.png" Id="R70ed18e32d5443a9" /><Relationship Type="http://schemas.openxmlformats.org/officeDocument/2006/relationships/notesSlide" Target="/ppt/notesSlides/notesSlide17.xml" Id="R27c9b469b35c4b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b6f992f1c6a4497" /><Relationship Type="http://schemas.openxmlformats.org/officeDocument/2006/relationships/image" Target="/ppt/media/image48.png" Id="Rac83c4bee4dd4543" /><Relationship Type="http://schemas.openxmlformats.org/officeDocument/2006/relationships/image" Target="/ppt/media/image49.png" Id="R7c41751bd9af48ce" /><Relationship Type="http://schemas.openxmlformats.org/officeDocument/2006/relationships/image" Target="/ppt/media/image50.png" Id="Re74b02d6261a4d0c" /><Relationship Type="http://schemas.openxmlformats.org/officeDocument/2006/relationships/image" Target="/ppt/media/image51.png" Id="R8221428ffde94b35" /><Relationship Type="http://schemas.openxmlformats.org/officeDocument/2006/relationships/notesSlide" Target="/ppt/notesSlides/notesSlide18.xml" Id="R89b5c15dad94431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2d3f813f8b24e6b" /><Relationship Type="http://schemas.openxmlformats.org/officeDocument/2006/relationships/image" Target="/ppt/media/image52.png" Id="R0687bafd46064b01" /><Relationship Type="http://schemas.openxmlformats.org/officeDocument/2006/relationships/image" Target="/ppt/media/image53.png" Id="Rf9075963fe38495b" /><Relationship Type="http://schemas.openxmlformats.org/officeDocument/2006/relationships/image" Target="/ppt/media/image54.png" Id="R5e885a7b69954736" /><Relationship Type="http://schemas.openxmlformats.org/officeDocument/2006/relationships/notesSlide" Target="/ppt/notesSlides/notesSlide19.xml" Id="Rd297a961619d449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3e19f14f3094361" /><Relationship Type="http://schemas.openxmlformats.org/officeDocument/2006/relationships/image" Target="/ppt/media/image55.png" Id="Ra5846a37214043ca" /><Relationship Type="http://schemas.openxmlformats.org/officeDocument/2006/relationships/image" Target="/ppt/media/image56.png" Id="R05de5f47ee64445a" /><Relationship Type="http://schemas.openxmlformats.org/officeDocument/2006/relationships/image" Target="/ppt/media/image57.png" Id="R114de0f170324217" /><Relationship Type="http://schemas.openxmlformats.org/officeDocument/2006/relationships/image" Target="/ppt/media/image58.png" Id="R90d826b2c11842bb" /><Relationship Type="http://schemas.openxmlformats.org/officeDocument/2006/relationships/notesSlide" Target="/ppt/notesSlides/notesSlide20.xml" Id="R0ba77ec4549147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6fe185133d04881" /><Relationship Type="http://schemas.openxmlformats.org/officeDocument/2006/relationships/image" Target="/ppt/media/image59.png" Id="R41f2fa3e53ee4daa" /><Relationship Type="http://schemas.openxmlformats.org/officeDocument/2006/relationships/notesSlide" Target="/ppt/notesSlides/notesSlide21.xml" Id="R93f342c7b6134c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d4687e6c2b04a00" /><Relationship Type="http://schemas.openxmlformats.org/officeDocument/2006/relationships/image" Target="/ppt/media/image60.png" Id="Rcf7c21d4355e4ebe" /><Relationship Type="http://schemas.openxmlformats.org/officeDocument/2006/relationships/image" Target="/ppt/media/image61.png" Id="R3c21868d692c4c0e" /><Relationship Type="http://schemas.openxmlformats.org/officeDocument/2006/relationships/image" Target="/ppt/media/image62.png" Id="Rf5949d45c0cb4ab7" /><Relationship Type="http://schemas.openxmlformats.org/officeDocument/2006/relationships/notesSlide" Target="/ppt/notesSlides/notesSlide22.xml" Id="Re9d844847204495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242a76035c94b69" /><Relationship Type="http://schemas.openxmlformats.org/officeDocument/2006/relationships/image" Target="/ppt/media/image63.png" Id="Rb5ca787d4b6549d5" /><Relationship Type="http://schemas.openxmlformats.org/officeDocument/2006/relationships/image" Target="/ppt/media/image64.png" Id="R03bc1d1071ec4b98" /><Relationship Type="http://schemas.openxmlformats.org/officeDocument/2006/relationships/image" Target="/ppt/media/image65.png" Id="R3aaa1bb2124a48d8" /><Relationship Type="http://schemas.openxmlformats.org/officeDocument/2006/relationships/image" Target="/ppt/media/image66.png" Id="Rcd803a2849e9414a" /><Relationship Type="http://schemas.openxmlformats.org/officeDocument/2006/relationships/notesSlide" Target="/ppt/notesSlides/notesSlide23.xml" Id="R9441e09d57784de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d884b00e87b48d5" /><Relationship Type="http://schemas.openxmlformats.org/officeDocument/2006/relationships/image" Target="/ppt/media/image67.png" Id="Rd238167dc6bf4281" /><Relationship Type="http://schemas.openxmlformats.org/officeDocument/2006/relationships/image" Target="/ppt/media/image68.png" Id="Raf66a8db13094a47" /><Relationship Type="http://schemas.openxmlformats.org/officeDocument/2006/relationships/image" Target="/ppt/media/image69.png" Id="R418bd09956c54cfe" /><Relationship Type="http://schemas.openxmlformats.org/officeDocument/2006/relationships/notesSlide" Target="/ppt/notesSlides/notesSlide24.xml" Id="R491afc1dee9444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705f4983f3d4a6f" /><Relationship Type="http://schemas.openxmlformats.org/officeDocument/2006/relationships/image" Target="/ppt/media/image70.png" Id="R20244a67643d4006" /><Relationship Type="http://schemas.openxmlformats.org/officeDocument/2006/relationships/image" Target="/ppt/media/image71.png" Id="R4e4401b83d8143e1" /><Relationship Type="http://schemas.openxmlformats.org/officeDocument/2006/relationships/notesSlide" Target="/ppt/notesSlides/notesSlide25.xml" Id="Rcc4cb3f399c14bf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4fbba27666840ff" /><Relationship Type="http://schemas.openxmlformats.org/officeDocument/2006/relationships/image" Target="/ppt/media/image72.png" Id="R4f1a4ecb126c4ab8" /><Relationship Type="http://schemas.openxmlformats.org/officeDocument/2006/relationships/image" Target="/ppt/media/image73.png" Id="R69d943b0538f4fd3" /><Relationship Type="http://schemas.openxmlformats.org/officeDocument/2006/relationships/notesSlide" Target="/ppt/notesSlides/notesSlide26.xml" Id="R642438d701064c2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6c7f0179c764ade" /><Relationship Type="http://schemas.openxmlformats.org/officeDocument/2006/relationships/image" Target="/ppt/media/image74.png" Id="Rc0a76017a7d840e6" /><Relationship Type="http://schemas.openxmlformats.org/officeDocument/2006/relationships/image" Target="/ppt/media/image75.png" Id="R16fe8fc7f9dc49a2" /><Relationship Type="http://schemas.openxmlformats.org/officeDocument/2006/relationships/notesSlide" Target="/ppt/notesSlides/notesSlide27.xml" Id="R16b14c44362c489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b3baf3f2d4a4806" /><Relationship Type="http://schemas.openxmlformats.org/officeDocument/2006/relationships/image" Target="/ppt/media/image76.png" Id="Re0fb5f00ab534ba9" /><Relationship Type="http://schemas.openxmlformats.org/officeDocument/2006/relationships/notesSlide" Target="/ppt/notesSlides/notesSlide28.xml" Id="Rbe279265fe684de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c5dac49b16a40d4" /><Relationship Type="http://schemas.openxmlformats.org/officeDocument/2006/relationships/image" Target="/ppt/media/image77.png" Id="R0101328c969749ce" /><Relationship Type="http://schemas.openxmlformats.org/officeDocument/2006/relationships/notesSlide" Target="/ppt/notesSlides/notesSlide29.xml" Id="R9a33d4ec5a9d49f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9d7227a528048bb" /><Relationship Type="http://schemas.openxmlformats.org/officeDocument/2006/relationships/image" Target="/ppt/media/image78.png" Id="R4063e21ce4f54cb2" /><Relationship Type="http://schemas.openxmlformats.org/officeDocument/2006/relationships/notesSlide" Target="/ppt/notesSlides/notesSlide30.xml" Id="R35264b026c564ba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20f7bd9167d4526" /><Relationship Type="http://schemas.openxmlformats.org/officeDocument/2006/relationships/image" Target="/ppt/media/image79.png" Id="R94410cc6fbd54cf6" /><Relationship Type="http://schemas.openxmlformats.org/officeDocument/2006/relationships/notesSlide" Target="/ppt/notesSlides/notesSlide31.xml" Id="Re78fb8ade26d40a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33abc0603a041c2" /><Relationship Type="http://schemas.openxmlformats.org/officeDocument/2006/relationships/image" Target="/ppt/media/image80.png" Id="R25ae4f13937a4d26" /><Relationship Type="http://schemas.openxmlformats.org/officeDocument/2006/relationships/image" Target="/ppt/media/image81.png" Id="R8455b54437404c87" /><Relationship Type="http://schemas.openxmlformats.org/officeDocument/2006/relationships/image" Target="/ppt/media/image82.png" Id="R7d325e3e853f4777" /><Relationship Type="http://schemas.openxmlformats.org/officeDocument/2006/relationships/notesSlide" Target="/ppt/notesSlides/notesSlide32.xml" Id="R60f4df8a684745d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46f2118f6124e3b" /><Relationship Type="http://schemas.openxmlformats.org/officeDocument/2006/relationships/image" Target="/ppt/media/image83.png" Id="R87e76c1cb6234e75" /><Relationship Type="http://schemas.openxmlformats.org/officeDocument/2006/relationships/image" Target="/ppt/media/image84.png" Id="R69ff0af3fd844b4a" /><Relationship Type="http://schemas.openxmlformats.org/officeDocument/2006/relationships/image" Target="/ppt/media/image85.png" Id="R79b06a4ec9f64c66" /><Relationship Type="http://schemas.openxmlformats.org/officeDocument/2006/relationships/notesSlide" Target="/ppt/notesSlides/notesSlide33.xml" Id="R9bfd2312d90d425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6962728d21a46f6" /><Relationship Type="http://schemas.openxmlformats.org/officeDocument/2006/relationships/image" Target="/ppt/media/image86.png" Id="R41a108d2f5554dc3" /><Relationship Type="http://schemas.openxmlformats.org/officeDocument/2006/relationships/image" Target="/ppt/media/image87.png" Id="R3378fa2cb7c649aa" /><Relationship Type="http://schemas.openxmlformats.org/officeDocument/2006/relationships/notesSlide" Target="/ppt/notesSlides/notesSlide34.xml" Id="R5a3a88e816b44bb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4713448342941d3" /><Relationship Type="http://schemas.openxmlformats.org/officeDocument/2006/relationships/image" Target="/ppt/media/image88.png" Id="R8d7243ebe65f4431" /><Relationship Type="http://schemas.openxmlformats.org/officeDocument/2006/relationships/image" Target="/ppt/media/image89.png" Id="Ra6e6c120f9374d34" /><Relationship Type="http://schemas.openxmlformats.org/officeDocument/2006/relationships/notesSlide" Target="/ppt/notesSlides/notesSlide35.xml" Id="R5af6188b322e45b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b61f4a488a34e77" /><Relationship Type="http://schemas.openxmlformats.org/officeDocument/2006/relationships/image" Target="/ppt/media/image90.png" Id="R3d273b5b617446ae" /><Relationship Type="http://schemas.openxmlformats.org/officeDocument/2006/relationships/image" Target="/ppt/media/image91.png" Id="Rdc108e9082c14419" /><Relationship Type="http://schemas.openxmlformats.org/officeDocument/2006/relationships/notesSlide" Target="/ppt/notesSlides/notesSlide36.xml" Id="R0f4aa7c05e104cc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ff7033abc164c0e" /><Relationship Type="http://schemas.openxmlformats.org/officeDocument/2006/relationships/image" Target="/ppt/media/image92.png" Id="Rdca6888bd9c148d6" /><Relationship Type="http://schemas.openxmlformats.org/officeDocument/2006/relationships/image" Target="/ppt/media/image93.png" Id="Rdf1e318c5ee74d53" /><Relationship Type="http://schemas.openxmlformats.org/officeDocument/2006/relationships/image" Target="/ppt/media/image94.png" Id="R61c3ec1d14844de4" /><Relationship Type="http://schemas.openxmlformats.org/officeDocument/2006/relationships/notesSlide" Target="/ppt/notesSlides/notesSlide37.xml" Id="Rd0f77d40399a42c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fcb483f6a3c4a9f" /><Relationship Type="http://schemas.openxmlformats.org/officeDocument/2006/relationships/image" Target="/ppt/media/image95.png" Id="R7385bcc13f4041ef" /><Relationship Type="http://schemas.openxmlformats.org/officeDocument/2006/relationships/image" Target="/ppt/media/image96.png" Id="R69062b4de8934127" /><Relationship Type="http://schemas.openxmlformats.org/officeDocument/2006/relationships/notesSlide" Target="/ppt/notesSlides/notesSlide38.xml" Id="R726052ccac254e0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4d9f99641c24f4b" /><Relationship Type="http://schemas.openxmlformats.org/officeDocument/2006/relationships/image" Target="/ppt/media/image97.png" Id="Rb77487f5533f45f2" /><Relationship Type="http://schemas.openxmlformats.org/officeDocument/2006/relationships/image" Target="/ppt/media/image98.png" Id="R5f106caaa4da4dcc" /><Relationship Type="http://schemas.openxmlformats.org/officeDocument/2006/relationships/notesSlide" Target="/ppt/notesSlides/notesSlide39.xml" Id="R12dc3a079bf34bc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50e7dffd1d14bb6" /><Relationship Type="http://schemas.openxmlformats.org/officeDocument/2006/relationships/image" Target="/ppt/media/image99.png" Id="R1e3f3c7dc80d4ce7" /><Relationship Type="http://schemas.openxmlformats.org/officeDocument/2006/relationships/image" Target="/ppt/media/image100.png" Id="R9754d16e0f3444f5" /><Relationship Type="http://schemas.openxmlformats.org/officeDocument/2006/relationships/image" Target="/ppt/media/image101.png" Id="R776bd49f726e43d0" /><Relationship Type="http://schemas.openxmlformats.org/officeDocument/2006/relationships/notesSlide" Target="/ppt/notesSlides/notesSlide40.xml" Id="Rb87a269e5ea0444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b28934581cd4bd9" /><Relationship Type="http://schemas.openxmlformats.org/officeDocument/2006/relationships/image" Target="/ppt/media/image102.png" Id="R84b15c38b31741de" /><Relationship Type="http://schemas.openxmlformats.org/officeDocument/2006/relationships/notesSlide" Target="/ppt/notesSlides/notesSlide41.xml" Id="Ra7f1a7a947e84f0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72f7da2e2f04860" /><Relationship Type="http://schemas.openxmlformats.org/officeDocument/2006/relationships/image" Target="/ppt/media/image103.png" Id="R5f81150d83f04d7e" /><Relationship Type="http://schemas.openxmlformats.org/officeDocument/2006/relationships/image" Target="/ppt/media/image104.png" Id="R6823d79cb2994ed0" /><Relationship Type="http://schemas.openxmlformats.org/officeDocument/2006/relationships/notesSlide" Target="/ppt/notesSlides/notesSlide42.xml" Id="R3dc46124e58e46f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c62ea6f50fb4a64" /><Relationship Type="http://schemas.openxmlformats.org/officeDocument/2006/relationships/image" Target="/ppt/media/image105.png" Id="Rc276e7553a234611" /><Relationship Type="http://schemas.openxmlformats.org/officeDocument/2006/relationships/image" Target="/ppt/media/image106.png" Id="Re2bf349db4154943" /><Relationship Type="http://schemas.openxmlformats.org/officeDocument/2006/relationships/image" Target="/ppt/media/image107.png" Id="R0f307375a8aa4916" /><Relationship Type="http://schemas.openxmlformats.org/officeDocument/2006/relationships/image" Target="/ppt/media/image108.png" Id="R4927d78abc88452d" /><Relationship Type="http://schemas.openxmlformats.org/officeDocument/2006/relationships/notesSlide" Target="/ppt/notesSlides/notesSlide43.xml" Id="R9d12b8d3ed57496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a4551b3162c4ad0" /><Relationship Type="http://schemas.openxmlformats.org/officeDocument/2006/relationships/image" Target="/ppt/media/image109.png" Id="R27a4ea7da42342bc" /><Relationship Type="http://schemas.openxmlformats.org/officeDocument/2006/relationships/image" Target="/ppt/media/image110.png" Id="R8f5f9c44354e4dfc" /><Relationship Type="http://schemas.openxmlformats.org/officeDocument/2006/relationships/notesSlide" Target="/ppt/notesSlides/notesSlide44.xml" Id="R56d6da017e88492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4687f3fada634bcb" /><Relationship Type="http://schemas.openxmlformats.org/officeDocument/2006/relationships/image" Target="/ppt/media/image111.png" Id="Rb4b5fec668e3413b" /><Relationship Type="http://schemas.openxmlformats.org/officeDocument/2006/relationships/image" Target="/ppt/media/image112.png" Id="R36985ed2d18c426e" /><Relationship Type="http://schemas.openxmlformats.org/officeDocument/2006/relationships/notesSlide" Target="/ppt/notesSlides/notesSlide45.xml" Id="R80a302f8d85f476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bef339a38814dd9" /><Relationship Type="http://schemas.openxmlformats.org/officeDocument/2006/relationships/image" Target="/ppt/media/image113.png" Id="R421f664909ec4655" /><Relationship Type="http://schemas.openxmlformats.org/officeDocument/2006/relationships/notesSlide" Target="/ppt/notesSlides/notesSlide46.xml" Id="R15a1333f6530481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790cd7c866e4b17" /><Relationship Type="http://schemas.openxmlformats.org/officeDocument/2006/relationships/image" Target="/ppt/media/image114.png" Id="Re0c4cb4da27c4df7" /><Relationship Type="http://schemas.openxmlformats.org/officeDocument/2006/relationships/image" Target="/ppt/media/image115.png" Id="Rf483fb26778d4848" /><Relationship Type="http://schemas.openxmlformats.org/officeDocument/2006/relationships/notesSlide" Target="/ppt/notesSlides/notesSlide47.xml" Id="R16b7c433f79e46f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44f203911607489d" /><Relationship Type="http://schemas.openxmlformats.org/officeDocument/2006/relationships/image" Target="/ppt/media/image116.png" Id="R020d958199ea4ae0" /><Relationship Type="http://schemas.openxmlformats.org/officeDocument/2006/relationships/notesSlide" Target="/ppt/notesSlides/notesSlide48.xml" Id="Rb37eb8c1f8044e3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7ff6c85a6fc4bbb" /><Relationship Type="http://schemas.openxmlformats.org/officeDocument/2006/relationships/image" Target="/ppt/media/image117.png" Id="R86148c1bb64345f7" /><Relationship Type="http://schemas.openxmlformats.org/officeDocument/2006/relationships/image" Target="/ppt/media/image118.png" Id="R7b985689f7c54b6b" /><Relationship Type="http://schemas.openxmlformats.org/officeDocument/2006/relationships/notesSlide" Target="/ppt/notesSlides/notesSlide49.xml" Id="R07a53209600b47e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bd5fcf035801462e" /><Relationship Type="http://schemas.openxmlformats.org/officeDocument/2006/relationships/image" Target="/ppt/media/image119.png" Id="Rcad3a4cd17494817" /><Relationship Type="http://schemas.openxmlformats.org/officeDocument/2006/relationships/image" Target="/ppt/media/image120.png" Id="R9fb7952e45474cf9" /><Relationship Type="http://schemas.openxmlformats.org/officeDocument/2006/relationships/image" Target="/ppt/media/image121.png" Id="Rcf04af806ce6486b" /><Relationship Type="http://schemas.openxmlformats.org/officeDocument/2006/relationships/image" Target="/ppt/media/image122.png" Id="Ra8e5084f29be43a1" /><Relationship Type="http://schemas.openxmlformats.org/officeDocument/2006/relationships/notesSlide" Target="/ppt/notesSlides/notesSlide50.xml" Id="R60d10080086f41d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e644ef1d1654714" /><Relationship Type="http://schemas.openxmlformats.org/officeDocument/2006/relationships/image" Target="/ppt/media/image123.png" Id="R2acc31ffe99e4dba" /><Relationship Type="http://schemas.openxmlformats.org/officeDocument/2006/relationships/notesSlide" Target="/ppt/notesSlides/notesSlide51.xml" Id="Rc87a92091ef64830"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3AC68B0-65B5-4408-89AD-F198E9AFE7B2}"/>
              </a:ext>
            </a:extLst>
          </p:cNvPr>
          <p:cNvPicPr>
            <a:picLocks xmlns:a="http://schemas.openxmlformats.org/drawingml/2006/main" noChangeAspect="1"/>
          </p:cNvPicPr>
          <p:nvPr/>
        </p:nvPicPr>
        <p:blipFill>
          <a:blip xmlns:r="http://schemas.openxmlformats.org/officeDocument/2006/relationships" xmlns:a="http://schemas.openxmlformats.org/drawingml/2006/main" r:embed="Rb21363683fa7452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3B69AB22-12D4-47F7-824B-015CC140D19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8553FC8D-8F6D-4007-91EC-418442B35F3F}"/>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01C978E7-C7FE-43FD-ACB3-777B9D8A4A4C}"/>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F57EA733-94E4-4914-B2EE-C6BB237594F8}"/>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F434E0EB-7045-4EA6-9ABE-873B76CFB3E5}"/>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8A0C8616-0F6B-4D82-8988-B063ABC97394}"/>
              </a:ext>
            </a:extLst>
          </p:cNvPr>
          <p:cNvPicPr>
            <a:picLocks xmlns:a="http://schemas.openxmlformats.org/drawingml/2006/main" noChangeAspect="1"/>
          </p:cNvPicPr>
          <p:nvPr/>
        </p:nvPicPr>
        <p:blipFill>
          <a:blip xmlns:r="http://schemas.openxmlformats.org/officeDocument/2006/relationships" xmlns:a="http://schemas.openxmlformats.org/drawingml/2006/main" r:embed="Rec7012c95273496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5485EB9-86BE-4E44-A8EA-5712F64E2149}"/>
              </a:ext>
            </a:extLst>
          </p:cNvPr>
          <p:cNvPicPr>
            <a:picLocks xmlns:a="http://schemas.openxmlformats.org/drawingml/2006/main" noChangeAspect="1"/>
          </p:cNvPicPr>
          <p:nvPr/>
        </p:nvPicPr>
        <p:blipFill>
          <a:blip xmlns:r="http://schemas.openxmlformats.org/officeDocument/2006/relationships" xmlns:a="http://schemas.openxmlformats.org/drawingml/2006/main" r:embed="R306576b149bb4433"/>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66AD433D-8527-4DBE-97CD-DDD28A4506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86822515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DD14F6F-D7DD-4B6A-BA56-092DBEADE216}"/>
              </a:ext>
            </a:extLst>
          </p:cNvPr>
          <p:cNvPicPr>
            <a:picLocks xmlns:a="http://schemas.openxmlformats.org/drawingml/2006/main" noChangeAspect="1"/>
          </p:cNvPicPr>
          <p:nvPr/>
        </p:nvPicPr>
        <p:blipFill>
          <a:blip xmlns:r="http://schemas.openxmlformats.org/officeDocument/2006/relationships" xmlns:a="http://schemas.openxmlformats.org/drawingml/2006/main" r:embed="R710d7b68d6ac4aa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3F18E72-26E3-4406-B587-1081813928CA}"/>
              </a:ext>
            </a:extLst>
          </p:cNvPr>
          <p:cNvPicPr>
            <a:picLocks xmlns:a="http://schemas.openxmlformats.org/drawingml/2006/main" noChangeAspect="1"/>
          </p:cNvPicPr>
          <p:nvPr/>
        </p:nvPicPr>
        <p:blipFill>
          <a:blip xmlns:r="http://schemas.openxmlformats.org/officeDocument/2006/relationships" xmlns:a="http://schemas.openxmlformats.org/drawingml/2006/main" r:embed="Rf081d96a3fac4f0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9985A05-2E42-43A3-BBCD-F786D8C5966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C5E0139-15C5-427C-A019-53DAF928066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B0E2D8EC-87A2-435E-AB59-3923B2FAE29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DAC44B3-3E85-43F8-B8A0-F5BF2FE6EAC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B6160E02-B84E-4837-AC92-726888AE0E0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28CB530A-D844-4E10-B178-7E9B901553E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292C8DB2-5136-4781-B8C5-89F60918497A}"/>
              </a:ext>
            </a:extLst>
          </p:cNvPr>
          <p:cNvPicPr>
            <a:picLocks xmlns:a="http://schemas.openxmlformats.org/drawingml/2006/main" noChangeAspect="1"/>
          </p:cNvPicPr>
          <p:nvPr/>
        </p:nvPicPr>
        <p:blipFill>
          <a:blip xmlns:r="http://schemas.openxmlformats.org/officeDocument/2006/relationships" xmlns:a="http://schemas.openxmlformats.org/drawingml/2006/main" r:embed="R7d1615c5399f4e49"/>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642577687"/>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BD40111-D32D-4412-9A5A-9D68DD20797A}"/>
              </a:ext>
            </a:extLst>
          </p:cNvPr>
          <p:cNvPicPr>
            <a:picLocks xmlns:a="http://schemas.openxmlformats.org/drawingml/2006/main" noChangeAspect="1"/>
          </p:cNvPicPr>
          <p:nvPr/>
        </p:nvPicPr>
        <p:blipFill>
          <a:blip xmlns:r="http://schemas.openxmlformats.org/officeDocument/2006/relationships" xmlns:a="http://schemas.openxmlformats.org/drawingml/2006/main" r:embed="R9f5d0610db17436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E515D5-1FDF-4DE3-9017-D8A0E0711A3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A78ED8-96DB-4A13-844F-D48FE361530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A4B2140C-8EFF-43CF-8703-961C6E4C2017}"/>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7F7B893C-7F9E-4D44-B991-0D33112A3C3B}"/>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F7F358EF-46AC-4BCB-B414-03D406D239D8}"/>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67992DF1-8622-429F-8981-2A9DD0D99E40}"/>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E016ACE7-2DC9-4CC2-918A-F8279F665DA1}"/>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C615C876-C1C0-4EBE-8886-3E134BC29C28}"/>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82317B0F-5C39-40E0-8E7E-4AE6A50C38DB}"/>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E226369-39D0-4ABC-9CB5-A1C503A20D7E}"/>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42C7C04B-FD73-4FC3-A85E-9419C82C7819}"/>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5F31320-E0BC-47D0-8084-CADC3C23B346}"/>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44870C04-3A9B-4E6D-9DF2-CDB9D162ED27}"/>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8A039330-4734-4D93-AC15-0DC42BB03318}"/>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248834119"/>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27F9F63-DCC1-4BEE-B069-854D86445FC4}"/>
              </a:ext>
            </a:extLst>
          </p:cNvPr>
          <p:cNvPicPr>
            <a:picLocks xmlns:a="http://schemas.openxmlformats.org/drawingml/2006/main" noChangeAspect="1"/>
          </p:cNvPicPr>
          <p:nvPr/>
        </p:nvPicPr>
        <p:blipFill>
          <a:blip xmlns:r="http://schemas.openxmlformats.org/officeDocument/2006/relationships" xmlns:a="http://schemas.openxmlformats.org/drawingml/2006/main" r:embed="R0b9a436b44de49e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C169C87-6094-4116-952D-FE29BCCCA24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876CCA-34A1-4327-975F-2A301CD40CA3}"/>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97C3BD21-CF52-4B0D-9DBB-1DBEFB84E22A}"/>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EAFF8C-06AE-4EF5-933B-50BD25774680}"/>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3C6F7CC3-229A-4B61-B07D-EADB0524594F}"/>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1998CBE3-F2FB-4A03-A883-13FD2AFF50F9}"/>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D331334F-CB57-4E20-8471-19A4B3652818}"/>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A8388B7-5FF2-4699-9E2C-AE9A6A6E4048}"/>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6470639F-4BD4-4778-A6E6-EE5747F82ECA}"/>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헤스 법칙으로 측정하기 어려운 반응의 </a:t>
            </a:r>
            <a:r>
              <a:rPr sz="3600" b="1">
                <a:solidFill>
                  <a:srgbClr val="BBBBBB"/>
                </a:solidFill>
                <a:latin typeface="Pretendard"/>
                <a:ea typeface="Pretendard"/>
                <a:cs typeface="Pretendard"/>
              </a:rPr>
              <a:t>Δ</a:t>
            </a:r>
            <a:r>
              <a:rPr sz="3600" b="1" i="1">
                <a:solidFill>
                  <a:srgbClr val="BBBBBB"/>
                </a:solidFill>
                <a:latin typeface="Pretendard"/>
                <a:ea typeface="Pretendard"/>
                <a:cs typeface="Pretendard"/>
              </a:rPr>
              <a:t>H</a:t>
            </a:r>
            <a:r>
              <a:rPr sz="3600" b="1">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8441CFC1-A828-40DA-8454-9003C94779EB}"/>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030803E-CF8A-4976-B206-965E3E6D8D25}"/>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64CD7DB5-19EA-4DFC-A970-B6A57281B38A}"/>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5610A463-0885-44D5-994B-95C61F707C06}"/>
              </a:ext>
            </a:extLst>
          </p:cNvPr>
          <p:cNvPicPr>
            <a:picLocks xmlns:a="http://schemas.openxmlformats.org/drawingml/2006/main" noChangeAspect="1"/>
          </p:cNvPicPr>
          <p:nvPr/>
        </p:nvPicPr>
        <p:blipFill>
          <a:blip xmlns:r="http://schemas.openxmlformats.org/officeDocument/2006/relationships" xmlns:a="http://schemas.openxmlformats.org/drawingml/2006/main" r:embed="Rc90c8c5e239b41fa"/>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000929218"/>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F462656-CC0B-4F76-953F-075CA9F4FF79}"/>
              </a:ext>
            </a:extLst>
          </p:cNvPr>
          <p:cNvPicPr>
            <a:picLocks xmlns:a="http://schemas.openxmlformats.org/drawingml/2006/main" noChangeAspect="1"/>
          </p:cNvPicPr>
          <p:nvPr/>
        </p:nvPicPr>
        <p:blipFill>
          <a:blip xmlns:r="http://schemas.openxmlformats.org/officeDocument/2006/relationships" xmlns:a="http://schemas.openxmlformats.org/drawingml/2006/main" r:embed="R85bb7573b575402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74C7E3B3-B1AE-4B71-8342-9D945B66494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A5E51BA-8BE0-4F6B-9A4D-4D0C48FD9C7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1613348-2F63-4508-B370-5E642566F3FA}"/>
              </a:ext>
            </a:extLst>
          </p:cNvPr>
          <p:cNvPicPr>
            <a:picLocks xmlns:a="http://schemas.openxmlformats.org/drawingml/2006/main" noChangeAspect="1"/>
          </p:cNvPicPr>
          <p:nvPr/>
        </p:nvPicPr>
        <p:blipFill>
          <a:blip xmlns:r="http://schemas.openxmlformats.org/officeDocument/2006/relationships" xmlns:a="http://schemas.openxmlformats.org/drawingml/2006/main" r:embed="R4101c4e13bf4427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0665CA72-E461-486D-B3BA-133B87C07F8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D5931ED4-C927-442D-A263-7D255A183FB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886A5623-1AC8-4833-82C4-47A2B232D46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ECE1B3F9-DDB4-4287-A415-41CD6AE0BB5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724894389"/>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97E4E85B-ED1F-4EFE-BCA8-60650723D343}"/>
              </a:ext>
            </a:extLst>
          </p:cNvPr>
          <p:cNvSpPr>
            <a:spLocks xmlns:a="http://schemas.openxmlformats.org/drawingml/2006/main" noGrp="1"/>
          </p:cNvSpPr>
          <p:nvPr/>
        </p:nvSpPr>
        <p:spPr>
          <a:xfrm xmlns:a="http://schemas.openxmlformats.org/drawingml/2006/main">
            <a:off x="5238750" y="747712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2652E177-7CE7-4906-ADD2-AA60DFFB90D0}"/>
              </a:ext>
            </a:extLst>
          </p:cNvPr>
          <p:cNvSpPr>
            <a:spLocks xmlns:a="http://schemas.openxmlformats.org/drawingml/2006/main" noGrp="1"/>
          </p:cNvSpPr>
          <p:nvPr/>
        </p:nvSpPr>
        <p:spPr>
          <a:xfrm xmlns:a="http://schemas.openxmlformats.org/drawingml/2006/main">
            <a:off x="5238750" y="6096000"/>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A43209C-21FB-4F1A-8BF8-194EA4AF0B33}"/>
              </a:ext>
            </a:extLst>
          </p:cNvPr>
          <p:cNvSpPr>
            <a:spLocks xmlns:a="http://schemas.openxmlformats.org/drawingml/2006/main" noGrp="1"/>
          </p:cNvSpPr>
          <p:nvPr/>
        </p:nvSpPr>
        <p:spPr>
          <a:xfrm xmlns:a="http://schemas.openxmlformats.org/drawingml/2006/main">
            <a:off x="5238750" y="471487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3F601C5F-D6DD-4B22-8080-66474261D591}"/>
              </a:ext>
            </a:extLst>
          </p:cNvPr>
          <p:cNvPicPr>
            <a:picLocks xmlns:a="http://schemas.openxmlformats.org/drawingml/2006/main" noChangeAspect="1"/>
          </p:cNvPicPr>
          <p:nvPr/>
        </p:nvPicPr>
        <p:blipFill>
          <a:blip xmlns:r="http://schemas.openxmlformats.org/officeDocument/2006/relationships" xmlns:a="http://schemas.openxmlformats.org/drawingml/2006/main" r:embed="R739e06f698e3481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849BAE3-6934-4C3F-A8E6-E925AA917B5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909665D-A6A5-4AF4-AD13-62971FE04A6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52CAEDA3-CED8-4D51-A827-F9FEFC79B43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2986926-6AE4-4D1A-8233-46524B084E3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D2BDEB3-FED7-45A6-BAA3-C65B0264750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pic>
        <p:nvPicPr>
          <p:cNvPr id="7" name="">
            <a:extLst xmlns:a="http://schemas.openxmlformats.org/drawingml/2006/main">
              <a:ext uri="{FF2B5EF4-FFF2-40B4-BE49-F238E27FC236}">
                <a16:creationId xmlns:a16="http://schemas.microsoft.com/office/drawing/2014/main" id="{B905AB81-24BC-47AF-8EB0-C2DFCDA33675}"/>
              </a:ext>
            </a:extLst>
          </p:cNvPr>
          <p:cNvPicPr>
            <a:picLocks xmlns:a="http://schemas.openxmlformats.org/drawingml/2006/main" noChangeAspect="1"/>
          </p:cNvPicPr>
          <p:nvPr/>
        </p:nvPicPr>
        <p:blipFill>
          <a:blip xmlns:r="http://schemas.openxmlformats.org/officeDocument/2006/relationships" xmlns:a="http://schemas.openxmlformats.org/drawingml/2006/main" r:embed="Re29b56d8daff45b7"/>
          <a:stretch xmlns:a="http://schemas.openxmlformats.org/drawingml/2006/main"/>
        </p:blipFill>
        <p:spPr>
          <a:xfrm xmlns:a="http://schemas.openxmlformats.org/drawingml/2006/main">
            <a:off x="960437" y="4429125"/>
            <a:ext cx="3889375" cy="46672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7C28462-4937-41BA-B54F-F99CD38066CD}"/>
              </a:ext>
            </a:extLst>
          </p:cNvPr>
          <p:cNvSpPr>
            <a:spLocks xmlns:a="http://schemas.openxmlformats.org/drawingml/2006/main" noGrp="1"/>
          </p:cNvSpPr>
          <p:nvPr/>
        </p:nvSpPr>
        <p:spPr>
          <a:xfrm xmlns:a="http://schemas.openxmlformats.org/drawingml/2006/main">
            <a:off x="1047750" y="9191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BBBBBB"/>
                </a:solidFill>
                <a:latin typeface="Pretendard"/>
                <a:ea typeface="Pretendard"/>
                <a:cs typeface="Pretendard"/>
              </a:defRPr>
            </a:defPPr>
            <a:lvl1pPr algn="ctr">
              <a:defRPr sz="1800" b="0">
                <a:solidFill>
                  <a:srgbClr val="BBBBBB"/>
                </a:solidFill>
                <a:latin typeface="Pretendard"/>
                <a:ea typeface="Pretendard"/>
                <a:cs typeface="Pretendard"/>
              </a:defRPr>
            </a:lvl1pPr>
            <a:lvl2pPr algn="ctr">
              <a:defRPr sz="1800" b="0">
                <a:solidFill>
                  <a:srgbClr val="BBBBBB"/>
                </a:solidFill>
                <a:latin typeface="Pretendard"/>
                <a:ea typeface="Pretendard"/>
                <a:cs typeface="Pretendard"/>
              </a:defRPr>
            </a:lvl2pPr>
            <a:lvl3pPr algn="ctr">
              <a:defRPr sz="1800" b="0">
                <a:solidFill>
                  <a:srgbClr val="BBBBBB"/>
                </a:solidFill>
                <a:latin typeface="Pretendard"/>
                <a:ea typeface="Pretendard"/>
                <a:cs typeface="Pretendard"/>
              </a:defRPr>
            </a:lvl3pPr>
            <a:lvl4pPr algn="ctr">
              <a:defRPr sz="1800" b="0">
                <a:solidFill>
                  <a:srgbClr val="BBBBBB"/>
                </a:solidFill>
                <a:latin typeface="Pretendard"/>
                <a:ea typeface="Pretendard"/>
                <a:cs typeface="Pretendard"/>
              </a:defRPr>
            </a:lvl4pPr>
            <a:lvl5pPr algn="ctr">
              <a:defRPr sz="1800" b="0">
                <a:solidFill>
                  <a:srgbClr val="BBBBBB"/>
                </a:solidFill>
                <a:latin typeface="Pretendard"/>
                <a:ea typeface="Pretendard"/>
                <a:cs typeface="Pretendard"/>
              </a:defRPr>
            </a:lvl5pPr>
            <a:lvl6pPr algn="ctr">
              <a:defRPr sz="1800" b="0">
                <a:solidFill>
                  <a:srgbClr val="BBBBBB"/>
                </a:solidFill>
                <a:latin typeface="Pretendard"/>
                <a:ea typeface="Pretendard"/>
                <a:cs typeface="Pretendard"/>
              </a:defRPr>
            </a:lvl6pPr>
            <a:lvl7pPr algn="ctr">
              <a:defRPr sz="1800" b="0">
                <a:solidFill>
                  <a:srgbClr val="BBBBBB"/>
                </a:solidFill>
                <a:latin typeface="Pretendard"/>
                <a:ea typeface="Pretendard"/>
                <a:cs typeface="Pretendard"/>
              </a:defRPr>
            </a:lvl7pPr>
            <a:lvl8pPr algn="ctr">
              <a:defRPr sz="1800" b="0">
                <a:solidFill>
                  <a:srgbClr val="BBBBBB"/>
                </a:solidFill>
                <a:latin typeface="Pretendard"/>
                <a:ea typeface="Pretendard"/>
                <a:cs typeface="Pretendard"/>
              </a:defRPr>
            </a:lvl8pPr>
            <a:lvl9pPr algn="ctr">
              <a:defRPr sz="1800" b="0">
                <a:solidFill>
                  <a:srgbClr val="BBBBBB"/>
                </a:solidFill>
                <a:latin typeface="Pretendard"/>
                <a:ea typeface="Pretendard"/>
                <a:cs typeface="Pretendard"/>
              </a:defRPr>
            </a:lvl9pPr>
          </a:lstStyle>
          <a:p xmlns:a="http://schemas.openxmlformats.org/drawingml/2006/main">
            <a:pPr algn="ctr">
              <a:defRPr sz="1800" b="0">
                <a:solidFill>
                  <a:srgbClr val="BBBBBB"/>
                </a:solidFill>
                <a:latin typeface="Pretendard"/>
                <a:ea typeface="Pretendard"/>
                <a:cs typeface="Pretendard"/>
              </a:defRPr>
            </a:pPr>
            <a:r>
              <a:rPr sz="1800" b="0">
                <a:solidFill>
                  <a:srgbClr val="BBBBBB"/>
                </a:solidFill>
                <a:latin typeface="Pretendard"/>
                <a:ea typeface="Pretendard"/>
                <a:cs typeface="Pretendard"/>
              </a:rPr>
              <a:t>헤스 · G. H. Hess</a:t>
            </a:r>
          </a:p>
        </p:txBody>
      </p:sp>
      <p:sp>
        <p:nvSpPr>
          <p:cNvPr id="10" name="text">
            <a:extLst xmlns:a="http://schemas.openxmlformats.org/drawingml/2006/main">
              <a:ext uri="{FF2B5EF4-FFF2-40B4-BE49-F238E27FC236}">
                <a16:creationId xmlns:a16="http://schemas.microsoft.com/office/drawing/2014/main" id="{4F45C80A-A0CD-454C-B28F-F8EE8BDC4053}"/>
              </a:ext>
            </a:extLst>
          </p:cNvPr>
          <p:cNvSpPr>
            <a:spLocks xmlns:a="http://schemas.openxmlformats.org/drawingml/2006/main" noGrp="1"/>
          </p:cNvSpPr>
          <p:nvPr/>
        </p:nvSpPr>
        <p:spPr>
          <a:xfrm xmlns:a="http://schemas.openxmlformats.org/drawingml/2006/main">
            <a:off x="5524500" y="490537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2" name="text">
            <a:extLst xmlns:a="http://schemas.openxmlformats.org/drawingml/2006/main">
              <a:ext uri="{FF2B5EF4-FFF2-40B4-BE49-F238E27FC236}">
                <a16:creationId xmlns:a16="http://schemas.microsoft.com/office/drawing/2014/main" id="{124D0476-B655-4B3B-8D39-24EC6AB4A986}"/>
              </a:ext>
            </a:extLst>
          </p:cNvPr>
          <p:cNvSpPr>
            <a:spLocks xmlns:a="http://schemas.openxmlformats.org/drawingml/2006/main" noGrp="1"/>
          </p:cNvSpPr>
          <p:nvPr/>
        </p:nvSpPr>
        <p:spPr>
          <a:xfrm xmlns:a="http://schemas.openxmlformats.org/drawingml/2006/main">
            <a:off x="5524500" y="62865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 총 열량 불변의 법칙이라고 부르기도 한다.</a:t>
            </a:r>
          </a:p>
        </p:txBody>
      </p:sp>
      <p:sp>
        <p:nvSpPr>
          <p:cNvPr id="14" name="text">
            <a:extLst xmlns:a="http://schemas.openxmlformats.org/drawingml/2006/main">
              <a:ext uri="{FF2B5EF4-FFF2-40B4-BE49-F238E27FC236}">
                <a16:creationId xmlns:a16="http://schemas.microsoft.com/office/drawing/2014/main" id="{FB02ACCC-8CA7-4FF3-A69A-11939A447BB9}"/>
              </a:ext>
            </a:extLst>
          </p:cNvPr>
          <p:cNvSpPr>
            <a:spLocks xmlns:a="http://schemas.openxmlformats.org/drawingml/2006/main" noGrp="1"/>
          </p:cNvSpPr>
          <p:nvPr/>
        </p:nvSpPr>
        <p:spPr>
          <a:xfrm xmlns:a="http://schemas.openxmlformats.org/drawingml/2006/main">
            <a:off x="5524500" y="766762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spTree>
    <p:extLst>
      <p:ext uri="{BB962C8B-B14F-4D97-AF65-F5344CB8AC3E}">
        <p14:creationId xmlns:p14="http://schemas.microsoft.com/office/powerpoint/2010/main" val="209571594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9936E047-C870-49DC-864C-DE6077E4EDA7}"/>
              </a:ext>
            </a:extLst>
          </p:cNvPr>
          <p:cNvPicPr>
            <a:picLocks xmlns:a="http://schemas.openxmlformats.org/drawingml/2006/main" noChangeAspect="1"/>
          </p:cNvPicPr>
          <p:nvPr/>
        </p:nvPicPr>
        <p:blipFill>
          <a:blip xmlns:r="http://schemas.openxmlformats.org/officeDocument/2006/relationships" xmlns:a="http://schemas.openxmlformats.org/drawingml/2006/main" r:embed="R012402227e364f4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30B213-B6D3-4618-92AD-BDED47733A9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F1858A-54C1-41CE-90A3-EA8D7402284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225BD0B6-FDA6-4CCB-AB4B-72C5E6956AD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0BB31DF-536C-49A3-8BFD-7F0864F2521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4B7F6A4-8B1D-4B83-B3F5-08BD126ACB31}"/>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C71D3708-D7D9-4698-B505-1D6AC1D969BF}"/>
              </a:ext>
            </a:extLst>
          </p:cNvPr>
          <p:cNvPicPr>
            <a:picLocks xmlns:a="http://schemas.openxmlformats.org/drawingml/2006/main" noChangeAspect="1"/>
          </p:cNvPicPr>
          <p:nvPr/>
        </p:nvPicPr>
        <p:blipFill>
          <a:blip xmlns:r="http://schemas.openxmlformats.org/officeDocument/2006/relationships" xmlns:a="http://schemas.openxmlformats.org/drawingml/2006/main" r:embed="Rbf88893c31804079"/>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09FB080-AACF-41D9-9D07-64B5398CD3A6}"/>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B8A5BEB3-0D16-45A7-8F56-E7506A277942}"/>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D10B48CC-E148-4BB7-947F-498CA06AAC4D}"/>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1B5C5B3C-CD5F-48B2-B776-096F77851749}"/>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51CEAD22-E6E3-4187-B82B-0C09900A9C1A}"/>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0FCB0853-A387-4B86-8457-C4D8E0A0C19A}"/>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D01C6CE6-1DE0-415F-8287-A9B101DBA0B0}"/>
              </a:ext>
            </a:extLst>
          </p:cNvPr>
          <p:cNvPicPr>
            <a:picLocks xmlns:a="http://schemas.openxmlformats.org/drawingml/2006/main" noChangeAspect="1"/>
          </p:cNvPicPr>
          <p:nvPr/>
        </p:nvPicPr>
        <p:blipFill>
          <a:blip xmlns:r="http://schemas.openxmlformats.org/officeDocument/2006/relationships" xmlns:a="http://schemas.openxmlformats.org/drawingml/2006/main" r:embed="R8cfff4ed109947b0"/>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ABED54AD-67D9-4AF7-A32E-0C4C97DF326E}"/>
              </a:ext>
            </a:extLst>
          </p:cNvPr>
          <p:cNvPicPr>
            <a:picLocks xmlns:a="http://schemas.openxmlformats.org/drawingml/2006/main" noChangeAspect="1"/>
          </p:cNvPicPr>
          <p:nvPr/>
        </p:nvPicPr>
        <p:blipFill>
          <a:blip xmlns:r="http://schemas.openxmlformats.org/officeDocument/2006/relationships" xmlns:a="http://schemas.openxmlformats.org/drawingml/2006/main" r:embed="Rd024a00e61a0445c"/>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4D48071D-4F89-45A2-B490-CFC89238BB73}"/>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C01EE73D-684B-4AC8-8C59-5D4F128A41A4}"/>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16277331-AF7B-4F49-9BAF-9567DD993BB1}"/>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C0404517-5A45-432C-AAB0-D1F8E6C36AAB}"/>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D993EC28-A388-4EE0-830B-88C90EB837B5}"/>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D634D426-6942-44C0-B904-836D487746A8}"/>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71D6C95D-1CD5-402C-9D93-16D7A5222B84}"/>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3356E76D-E55C-4F21-B45D-3A3FEA7C9BC6}"/>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869658238"/>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2E1A4A17-CF57-43E5-9B65-F35A34E0490D}"/>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06735F90-D55B-4CAE-90D3-31EDE782B134}"/>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F6A8D97-1E2C-472E-AF36-C97BF3470583}"/>
              </a:ext>
            </a:extLst>
          </p:cNvPr>
          <p:cNvPicPr>
            <a:picLocks xmlns:a="http://schemas.openxmlformats.org/drawingml/2006/main" noChangeAspect="1"/>
          </p:cNvPicPr>
          <p:nvPr/>
        </p:nvPicPr>
        <p:blipFill>
          <a:blip xmlns:r="http://schemas.openxmlformats.org/officeDocument/2006/relationships" xmlns:a="http://schemas.openxmlformats.org/drawingml/2006/main" r:embed="R2300164dc0e6471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B168366-E1FF-4315-B19A-1EE4D45CC17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3E1889-62D6-4E33-82A5-EB39EAD92A7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B93F7749-3AB7-4163-8A19-050B19E74E2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DCF0CD1-27F5-48C3-99F0-85AFEDE263F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D3ABDD86-02E3-4D1F-BF87-D30E8624947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9256C8C9-E994-472C-AF6C-0B88129EEB36}"/>
              </a:ext>
            </a:extLst>
          </p:cNvPr>
          <p:cNvPicPr>
            <a:picLocks xmlns:a="http://schemas.openxmlformats.org/drawingml/2006/main" noChangeAspect="1"/>
          </p:cNvPicPr>
          <p:nvPr/>
        </p:nvPicPr>
        <p:blipFill>
          <a:blip xmlns:r="http://schemas.openxmlformats.org/officeDocument/2006/relationships" xmlns:a="http://schemas.openxmlformats.org/drawingml/2006/main" r:embed="R454990c5356c46b6"/>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C8C63F27-BDC6-4106-91C7-BC53A4B75D8E}"/>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901C7B78-3E1D-44AA-85E5-B63A4F6F7ABD}"/>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65024F5C-04E9-4301-8C49-A95299C1E08B}"/>
              </a:ext>
            </a:extLst>
          </p:cNvPr>
          <p:cNvPicPr>
            <a:picLocks xmlns:a="http://schemas.openxmlformats.org/drawingml/2006/main" noChangeAspect="1"/>
          </p:cNvPicPr>
          <p:nvPr/>
        </p:nvPicPr>
        <p:blipFill>
          <a:blip xmlns:r="http://schemas.openxmlformats.org/officeDocument/2006/relationships" xmlns:a="http://schemas.openxmlformats.org/drawingml/2006/main" r:embed="Rfdab3efce92743c1"/>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2767F667-5A91-4456-859E-0A33E6F1D207}"/>
              </a:ext>
            </a:extLst>
          </p:cNvPr>
          <p:cNvPicPr>
            <a:picLocks xmlns:a="http://schemas.openxmlformats.org/drawingml/2006/main" noChangeAspect="1"/>
          </p:cNvPicPr>
          <p:nvPr/>
        </p:nvPicPr>
        <p:blipFill>
          <a:blip xmlns:r="http://schemas.openxmlformats.org/officeDocument/2006/relationships" xmlns:a="http://schemas.openxmlformats.org/drawingml/2006/main" r:embed="R260fe3108f0f444b"/>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F745A2B-7ADD-4F59-9E22-229EA9EB458E}"/>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6D348DE-5904-42C6-BC9B-682D39941E86}"/>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59B069AF-2256-4889-ACDD-FD849E1595D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2130056519"/>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F73CCEE1-3601-46AD-B4FF-0CB9237598F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2" name="text">
            <a:extLst xmlns:a="http://schemas.openxmlformats.org/drawingml/2006/main">
              <a:ext uri="{FF2B5EF4-FFF2-40B4-BE49-F238E27FC236}">
                <a16:creationId xmlns:a16="http://schemas.microsoft.com/office/drawing/2014/main" id="{305FB76F-D9F2-4C62-A025-27874DB3B2A8}"/>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94E341EC-02B1-4005-A327-F7DC666E8136}"/>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ED5D095D-EC5D-46A9-AF4C-BE086160BC50}"/>
              </a:ext>
            </a:extLst>
          </p:cNvPr>
          <p:cNvPicPr>
            <a:picLocks xmlns:a="http://schemas.openxmlformats.org/drawingml/2006/main" noChangeAspect="1"/>
          </p:cNvPicPr>
          <p:nvPr/>
        </p:nvPicPr>
        <p:blipFill>
          <a:blip xmlns:r="http://schemas.openxmlformats.org/officeDocument/2006/relationships" xmlns:a="http://schemas.openxmlformats.org/drawingml/2006/main" r:embed="R7deeecced57b4d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9E0C7A9-DFCE-444A-A7B3-EE5E0FFA0D2C}"/>
              </a:ext>
            </a:extLst>
          </p:cNvPr>
          <p:cNvPicPr>
            <a:picLocks xmlns:a="http://schemas.openxmlformats.org/drawingml/2006/main" noChangeAspect="1"/>
          </p:cNvPicPr>
          <p:nvPr/>
        </p:nvPicPr>
        <p:blipFill>
          <a:blip xmlns:r="http://schemas.openxmlformats.org/officeDocument/2006/relationships" xmlns:a="http://schemas.openxmlformats.org/drawingml/2006/main" r:embed="Rb6d563532bdc48e8"/>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4ECBACFD-EF24-432A-A6F4-8A5685ACBA5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802254000"/>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1498F9CE-F40E-4D78-AC4B-DA4ABD6C8E7E}"/>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64F4FF4C-9969-4137-B4B7-69962EE6DC2C}"/>
              </a:ext>
            </a:extLst>
          </p:cNvPr>
          <p:cNvPicPr>
            <a:picLocks xmlns:a="http://schemas.openxmlformats.org/drawingml/2006/main" noChangeAspect="1"/>
          </p:cNvPicPr>
          <p:nvPr/>
        </p:nvPicPr>
        <p:blipFill>
          <a:blip xmlns:r="http://schemas.openxmlformats.org/officeDocument/2006/relationships" xmlns:a="http://schemas.openxmlformats.org/drawingml/2006/main" r:embed="R1c9c99aab28740b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CFD33B-83C9-4653-B8B8-F6912C27CAF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CA777C-3D95-44BC-A22B-1973A5E92C4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9274728B-749C-4535-9257-FA92AAA1C45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22FB637-474A-42C9-9D22-6729CBAD43E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67E8761-E7BD-49B3-A902-B2F2C8F4FAD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7E513E29-4A10-452C-8DA9-000AE8A75516}"/>
              </a:ext>
            </a:extLst>
          </p:cNvPr>
          <p:cNvPicPr>
            <a:picLocks xmlns:a="http://schemas.openxmlformats.org/drawingml/2006/main" noChangeAspect="1"/>
          </p:cNvPicPr>
          <p:nvPr/>
        </p:nvPicPr>
        <p:blipFill>
          <a:blip xmlns:r="http://schemas.openxmlformats.org/officeDocument/2006/relationships" xmlns:a="http://schemas.openxmlformats.org/drawingml/2006/main" r:embed="R3d7316d6d2cf458b"/>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98321C6-6764-4D5B-A268-1754CFB8FBBC}"/>
              </a:ext>
            </a:extLst>
          </p:cNvPr>
          <p:cNvPicPr>
            <a:picLocks xmlns:a="http://schemas.openxmlformats.org/drawingml/2006/main" noChangeAspect="1"/>
          </p:cNvPicPr>
          <p:nvPr/>
        </p:nvPicPr>
        <p:blipFill>
          <a:blip xmlns:r="http://schemas.openxmlformats.org/officeDocument/2006/relationships" xmlns:a="http://schemas.openxmlformats.org/drawingml/2006/main" r:embed="R764df4d8806242d5"/>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B899370-EBCF-443E-BCBE-3E670121F37C}"/>
              </a:ext>
            </a:extLst>
          </p:cNvPr>
          <p:cNvPicPr>
            <a:picLocks xmlns:a="http://schemas.openxmlformats.org/drawingml/2006/main" noChangeAspect="1"/>
          </p:cNvPicPr>
          <p:nvPr/>
        </p:nvPicPr>
        <p:blipFill>
          <a:blip xmlns:r="http://schemas.openxmlformats.org/officeDocument/2006/relationships" xmlns:a="http://schemas.openxmlformats.org/drawingml/2006/main" r:embed="Rff784400f71a4384"/>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CA53A41C-8738-4F3A-9B6C-FB822346262B}"/>
              </a:ext>
            </a:extLst>
          </p:cNvPr>
          <p:cNvPicPr>
            <a:picLocks xmlns:a="http://schemas.openxmlformats.org/drawingml/2006/main" noChangeAspect="1"/>
          </p:cNvPicPr>
          <p:nvPr/>
        </p:nvPicPr>
        <p:blipFill>
          <a:blip xmlns:r="http://schemas.openxmlformats.org/officeDocument/2006/relationships" xmlns:a="http://schemas.openxmlformats.org/drawingml/2006/main" r:embed="R4f942cde1f194151"/>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1353031804"/>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C1A6D94A-C71D-4CE6-9F9F-516E96029E99}"/>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4AA51734-1D62-464B-91C8-A17DC8820EC9}"/>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C6253C85-34CF-41CF-9A4C-2CA5FBC4AAC0}"/>
              </a:ext>
            </a:extLst>
          </p:cNvPr>
          <p:cNvPicPr>
            <a:picLocks xmlns:a="http://schemas.openxmlformats.org/drawingml/2006/main" noChangeAspect="1"/>
          </p:cNvPicPr>
          <p:nvPr/>
        </p:nvPicPr>
        <p:blipFill>
          <a:blip xmlns:r="http://schemas.openxmlformats.org/officeDocument/2006/relationships" xmlns:a="http://schemas.openxmlformats.org/drawingml/2006/main" r:embed="Rbeba8f80f7074c5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66AB39-5460-4F8A-BAD1-2607BED72E5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BBB8D7-7E11-4A08-8DC4-F8A950BD464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5D6ADB9B-A732-44F2-8D38-A7E37C34BB6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9A1CED7-8B7C-4494-8EB3-6CDCBBB3772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0367EFA-9126-48FD-AF3C-06EF7A3819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EA350008-269F-4813-97CF-2EF0EFB658C4}"/>
              </a:ext>
            </a:extLst>
          </p:cNvPr>
          <p:cNvPicPr>
            <a:picLocks xmlns:a="http://schemas.openxmlformats.org/drawingml/2006/main" noChangeAspect="1"/>
          </p:cNvPicPr>
          <p:nvPr/>
        </p:nvPicPr>
        <p:blipFill>
          <a:blip xmlns:r="http://schemas.openxmlformats.org/officeDocument/2006/relationships" xmlns:a="http://schemas.openxmlformats.org/drawingml/2006/main" r:embed="Rf0ded75347004a7b"/>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940A547-3914-44BA-9A82-C0A6BEA3428A}"/>
              </a:ext>
            </a:extLst>
          </p:cNvPr>
          <p:cNvPicPr>
            <a:picLocks xmlns:a="http://schemas.openxmlformats.org/drawingml/2006/main" noChangeAspect="1"/>
          </p:cNvPicPr>
          <p:nvPr/>
        </p:nvPicPr>
        <p:blipFill>
          <a:blip xmlns:r="http://schemas.openxmlformats.org/officeDocument/2006/relationships" xmlns:a="http://schemas.openxmlformats.org/drawingml/2006/main" r:embed="R3dc9586ecf804647"/>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C9A6089-9D24-44FE-9484-B8BD8D7BB1DB}"/>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0B3DEB71-54D2-4AA2-A3E8-0F3DC53F1CF5}"/>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FD63020D-A20D-4612-84DC-B1A00E62B358}"/>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68466979"/>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A95FCA1-A693-4BB9-83AF-788628D9E5FA}"/>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8345290-6BE5-4A07-A0AE-9EBB7F7346BF}"/>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FCC8D71B-2296-402C-9A36-E3002299D2A1}"/>
              </a:ext>
            </a:extLst>
          </p:cNvPr>
          <p:cNvPicPr>
            <a:picLocks xmlns:a="http://schemas.openxmlformats.org/drawingml/2006/main" noChangeAspect="1"/>
          </p:cNvPicPr>
          <p:nvPr/>
        </p:nvPicPr>
        <p:blipFill>
          <a:blip xmlns:r="http://schemas.openxmlformats.org/officeDocument/2006/relationships" xmlns:a="http://schemas.openxmlformats.org/drawingml/2006/main" r:embed="Rdca93264a2c543b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2ADE52E-31B7-4CDA-BD70-9D00F3D90DA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A7BDE98-9C5C-4A4E-9DA6-214E680BA6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ADAF1923-E1F7-4BFA-99AF-370898A9377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062114-65EE-4E09-877B-260BF1AC3BB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3622327-D0B4-48AE-BFCF-6D1E63E42A0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FFCB6DB9-5E82-49E5-8E31-E263881DD3D7}"/>
              </a:ext>
            </a:extLst>
          </p:cNvPr>
          <p:cNvPicPr>
            <a:picLocks xmlns:a="http://schemas.openxmlformats.org/drawingml/2006/main" noChangeAspect="1"/>
          </p:cNvPicPr>
          <p:nvPr/>
        </p:nvPicPr>
        <p:blipFill>
          <a:blip xmlns:r="http://schemas.openxmlformats.org/officeDocument/2006/relationships" xmlns:a="http://schemas.openxmlformats.org/drawingml/2006/main" r:embed="R8bf7bc4539084b8f"/>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649B35D-6BCA-4FDB-9DE1-B668A7979D3F}"/>
              </a:ext>
            </a:extLst>
          </p:cNvPr>
          <p:cNvPicPr>
            <a:picLocks xmlns:a="http://schemas.openxmlformats.org/drawingml/2006/main" noChangeAspect="1"/>
          </p:cNvPicPr>
          <p:nvPr/>
        </p:nvPicPr>
        <p:blipFill>
          <a:blip xmlns:r="http://schemas.openxmlformats.org/officeDocument/2006/relationships" xmlns:a="http://schemas.openxmlformats.org/drawingml/2006/main" r:embed="R15cbd9e6f2e34ba5"/>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F09EC8B-9F71-41A4-98E4-7318F057DF3D}"/>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BB5B09D3-C0D2-4C82-8972-B1B6CCDC0073}"/>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D88CBB38-63C9-40AA-B5C0-BBA36C32472F}"/>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32632103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5B7728D9-7425-43D8-B6F5-DD18830BC237}"/>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DFFB4E1E-1C7D-438F-919B-F5B81577E51B}"/>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A90AB490-B8D9-4DDB-A44E-20F4126AE0EC}"/>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397F288D-AB1C-4898-9D0E-36EAB725B60F}"/>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37D68D1D-13D2-483C-8D9D-ED804C8066E0}"/>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E0CF31F8-ACD7-4C50-9303-3D348D736933}"/>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901D39E9-0995-43D4-88D8-FAFFDF61C69A}"/>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16194A3A-ACA9-4C51-8431-01991512C498}"/>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805165FD-CA5F-4142-9D58-BC28A70248D7}"/>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41E27314-5E2A-47C6-9CE6-06F5D71127BC}"/>
              </a:ext>
            </a:extLst>
          </p:cNvPr>
          <p:cNvPicPr>
            <a:picLocks xmlns:a="http://schemas.openxmlformats.org/drawingml/2006/main" noChangeAspect="1"/>
          </p:cNvPicPr>
          <p:nvPr/>
        </p:nvPicPr>
        <p:blipFill>
          <a:blip xmlns:r="http://schemas.openxmlformats.org/officeDocument/2006/relationships" xmlns:a="http://schemas.openxmlformats.org/drawingml/2006/main" r:embed="R4df15d060f3c47b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B4EE89E-9138-49C0-A07F-0FA0A96B10F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7151CBF-4C0F-480A-B7EF-37CC097A045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2BAB89E7-3EFF-4F39-9F3C-B2A0DD623BB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FB686DA-8E86-474A-BC7B-BEE5481C6D1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3C5EFD6-DF9C-4D95-91E7-0DD85D86507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4ED8C14D-DF7C-4194-BDC1-C2F1B248BA04}"/>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DDEC94FE-2DC0-45F6-BFD6-E4F5B8A433DE}"/>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21BA1803-C716-4EBA-87B3-0D97AB0BC78D}"/>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C62BADB1-6E8F-485E-B22A-DC334A6D7436}"/>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BA4B1208-715F-4CC1-AB15-1213948560C5}"/>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3684EE0C-8A4D-40D6-96CC-8A3409726399}"/>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B15D53C3-6D1B-4003-B7CA-88033C33E65E}"/>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C3D3246D-646C-4DCA-80CF-0C5F5B87F13D}"/>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6D8CC521-6D60-4ACC-B369-1FFEC6D901DB}"/>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6F4890CF-D1C3-4588-A3F3-39261CBA88DF}"/>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992FB046-7434-4411-BD6E-D35811DEC911}"/>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9F417DF6-19A8-491A-A68E-D696FE3E93F4}"/>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3017500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A2998C9-78C2-4437-A7C3-F243C4D6E356}"/>
              </a:ext>
            </a:extLst>
          </p:cNvPr>
          <p:cNvPicPr>
            <a:picLocks xmlns:a="http://schemas.openxmlformats.org/drawingml/2006/main" noChangeAspect="1"/>
          </p:cNvPicPr>
          <p:nvPr/>
        </p:nvPicPr>
        <p:blipFill>
          <a:blip xmlns:r="http://schemas.openxmlformats.org/officeDocument/2006/relationships" xmlns:a="http://schemas.openxmlformats.org/drawingml/2006/main" r:embed="R658aecc32b7443b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C690C26-FFA2-4653-9671-42FACDCCB61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D393C476-37D2-4DF5-B8B1-FBBA8CEB738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145A7D4-8E3F-4DEB-8B81-772D75EBAC21}"/>
              </a:ext>
            </a:extLst>
          </p:cNvPr>
          <p:cNvPicPr>
            <a:picLocks xmlns:a="http://schemas.openxmlformats.org/drawingml/2006/main" noChangeAspect="1"/>
          </p:cNvPicPr>
          <p:nvPr/>
        </p:nvPicPr>
        <p:blipFill>
          <a:blip xmlns:r="http://schemas.openxmlformats.org/officeDocument/2006/relationships" xmlns:a="http://schemas.openxmlformats.org/drawingml/2006/main" r:embed="Rc20c57174b9c475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12247506-00F8-429A-90AB-73ABA555CAF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8B4F64E-1A3F-45CD-8FE5-CA1C486F255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F82446D3-BE66-4D0E-82E5-EF4A54EB1AF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4BEE86AE-3CD4-4640-945B-5D3F1EDD90D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112752045"/>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436AAABD-1CE7-4EC0-9E87-50E950A823AF}"/>
              </a:ext>
            </a:extLst>
          </p:cNvPr>
          <p:cNvPicPr>
            <a:picLocks xmlns:a="http://schemas.openxmlformats.org/drawingml/2006/main" noChangeAspect="1"/>
          </p:cNvPicPr>
          <p:nvPr/>
        </p:nvPicPr>
        <p:blipFill>
          <a:blip xmlns:r="http://schemas.openxmlformats.org/officeDocument/2006/relationships" xmlns:a="http://schemas.openxmlformats.org/drawingml/2006/main" r:embed="R8606453f299d4622"/>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9608ED26-7F17-4F7C-9387-590B58601C0B}"/>
              </a:ext>
            </a:extLst>
          </p:cNvPr>
          <p:cNvPicPr>
            <a:picLocks xmlns:a="http://schemas.openxmlformats.org/drawingml/2006/main" noChangeAspect="1"/>
          </p:cNvPicPr>
          <p:nvPr/>
        </p:nvPicPr>
        <p:blipFill>
          <a:blip xmlns:r="http://schemas.openxmlformats.org/officeDocument/2006/relationships" xmlns:a="http://schemas.openxmlformats.org/drawingml/2006/main" r:embed="Rf3b2b64f42984cb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DF955AE-A3BB-45CA-90DB-417F3280E32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635F28-5469-4FC6-8F2A-4F5947183A0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D5E5FB60-3B7A-4EAB-9603-E8F53CC19060}"/>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5B05CB1-6029-4168-8C99-E3DEF68E3E7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A6360D3E-D8F8-4DBA-B23C-78073BB8A3E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9826F75E-D40B-47B9-A1DC-8833093B1BA3}"/>
              </a:ext>
            </a:extLst>
          </p:cNvPr>
          <p:cNvPicPr>
            <a:picLocks xmlns:a="http://schemas.openxmlformats.org/drawingml/2006/main" noChangeAspect="1"/>
          </p:cNvPicPr>
          <p:nvPr/>
        </p:nvPicPr>
        <p:blipFill>
          <a:blip xmlns:r="http://schemas.openxmlformats.org/officeDocument/2006/relationships" xmlns:a="http://schemas.openxmlformats.org/drawingml/2006/main" r:embed="Rb01fde08f7f1421b"/>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23D2E1DC-A47A-4DAD-AC1E-77E48458ABF2}"/>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524168CC-C4DC-450F-B0CB-E40A1F931CD6}"/>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AA539B49-00FE-46ED-BB2F-CB1ED5228DC9}"/>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8D6ED7F1-C8BD-4B38-9E19-DA63B664D921}"/>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948EDE4C-FBBC-42C7-A415-A57D463FB695}"/>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1187B060-A46D-4D78-8CD8-BE780C106378}"/>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14FF63ED-340F-42AD-9C69-AF759BCFB418}"/>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27A0785-3FDA-47F2-9196-2BE6D0BFD678}"/>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A9719DF0-1C59-40C9-BA13-47CDDDF47AC8}"/>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549C735E-A4A1-48E4-AEE3-EB82196D0B27}"/>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012CBD64-D1F8-469A-8F75-0D3996D1D6E1}"/>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9ED99D50-FECF-4706-8148-F04FAD0CFAB4}"/>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928804123"/>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5931FDB9-7C94-4529-B290-BE202163FCCB}"/>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B047CB5-2818-4B05-8F82-96AB544D867F}"/>
              </a:ext>
            </a:extLst>
          </p:cNvPr>
          <p:cNvPicPr>
            <a:picLocks xmlns:a="http://schemas.openxmlformats.org/drawingml/2006/main" noChangeAspect="1"/>
          </p:cNvPicPr>
          <p:nvPr/>
        </p:nvPicPr>
        <p:blipFill>
          <a:blip xmlns:r="http://schemas.openxmlformats.org/officeDocument/2006/relationships" xmlns:a="http://schemas.openxmlformats.org/drawingml/2006/main" r:embed="Rc0e945ba57054d5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DD3C973-6DBB-438F-B80B-57A6BB2AB66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DF6F455-317D-4D67-A8AF-AC4A91ED6E9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875A17D1-3485-47CA-B943-891C9AE84F3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1E205A4-5B3F-410E-BECA-B5FCBCB3C9D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3F4F40D-7675-44EC-B195-72FF4548C7D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6029AA5D-B887-4AC2-A391-029E503AB0B1}"/>
              </a:ext>
            </a:extLst>
          </p:cNvPr>
          <p:cNvPicPr>
            <a:picLocks xmlns:a="http://schemas.openxmlformats.org/drawingml/2006/main" noChangeAspect="1"/>
          </p:cNvPicPr>
          <p:nvPr/>
        </p:nvPicPr>
        <p:blipFill>
          <a:blip xmlns:r="http://schemas.openxmlformats.org/officeDocument/2006/relationships" xmlns:a="http://schemas.openxmlformats.org/drawingml/2006/main" r:embed="R20034bb38c37444f"/>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1CFE4A2-7DA7-4F46-9D78-B261B753C76D}"/>
              </a:ext>
            </a:extLst>
          </p:cNvPr>
          <p:cNvPicPr>
            <a:picLocks xmlns:a="http://schemas.openxmlformats.org/drawingml/2006/main" noChangeAspect="1"/>
          </p:cNvPicPr>
          <p:nvPr/>
        </p:nvPicPr>
        <p:blipFill>
          <a:blip xmlns:r="http://schemas.openxmlformats.org/officeDocument/2006/relationships" xmlns:a="http://schemas.openxmlformats.org/drawingml/2006/main" r:embed="R69cafc697b9d4e2f"/>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8FBB2BD-BA52-406F-9CE0-042D1C731834}"/>
              </a:ext>
            </a:extLst>
          </p:cNvPr>
          <p:cNvPicPr>
            <a:picLocks xmlns:a="http://schemas.openxmlformats.org/drawingml/2006/main" noChangeAspect="1"/>
          </p:cNvPicPr>
          <p:nvPr/>
        </p:nvPicPr>
        <p:blipFill>
          <a:blip xmlns:r="http://schemas.openxmlformats.org/officeDocument/2006/relationships" xmlns:a="http://schemas.openxmlformats.org/drawingml/2006/main" r:embed="R176d475dd6df4fa7"/>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F44F559-4FC7-4589-A1C0-F9F4E9E3AD25}"/>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976C92CE-59A2-423A-8509-9177AF77907D}"/>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9509054"/>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3A4264A-468C-48E0-A8A5-4A5FB54F9052}"/>
              </a:ext>
            </a:extLst>
          </p:cNvPr>
          <p:cNvPicPr>
            <a:picLocks xmlns:a="http://schemas.openxmlformats.org/drawingml/2006/main" noChangeAspect="1"/>
          </p:cNvPicPr>
          <p:nvPr/>
        </p:nvPicPr>
        <p:blipFill>
          <a:blip xmlns:r="http://schemas.openxmlformats.org/officeDocument/2006/relationships" xmlns:a="http://schemas.openxmlformats.org/drawingml/2006/main" r:embed="R7cded49e84d64e2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8F36B1-11D3-4591-A30B-63DE472BBD5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319D4D-7E96-416E-BA22-42DBD1A43AB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802B23F2-87C0-41F0-8FDD-25A41666052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304959D-CEC8-4E04-BDCB-051964D8D40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18CD461-507D-4A90-BCB7-681272CD446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1E6EA953-F6FC-48F9-A044-F4C6BCC607EB}"/>
              </a:ext>
            </a:extLst>
          </p:cNvPr>
          <p:cNvPicPr>
            <a:picLocks xmlns:a="http://schemas.openxmlformats.org/drawingml/2006/main" noChangeAspect="1"/>
          </p:cNvPicPr>
          <p:nvPr/>
        </p:nvPicPr>
        <p:blipFill>
          <a:blip xmlns:r="http://schemas.openxmlformats.org/officeDocument/2006/relationships" xmlns:a="http://schemas.openxmlformats.org/drawingml/2006/main" r:embed="R4c4f9eb233d74397"/>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5568630-EDE0-42F2-93EC-B6102951DBB4}"/>
              </a:ext>
            </a:extLst>
          </p:cNvPr>
          <p:cNvPicPr>
            <a:picLocks xmlns:a="http://schemas.openxmlformats.org/drawingml/2006/main" noChangeAspect="1"/>
          </p:cNvPicPr>
          <p:nvPr/>
        </p:nvPicPr>
        <p:blipFill>
          <a:blip xmlns:r="http://schemas.openxmlformats.org/officeDocument/2006/relationships" xmlns:a="http://schemas.openxmlformats.org/drawingml/2006/main" r:embed="R70ed18e32d5443a9"/>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FFF9194-F180-418D-9D88-428A3FEA8161}"/>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637232552"/>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7F89117B-A70E-4BBD-B1CC-6E12E1C565BF}"/>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852153D-F890-4948-A231-57F4DC5EBEB0}"/>
              </a:ext>
            </a:extLst>
          </p:cNvPr>
          <p:cNvPicPr>
            <a:picLocks xmlns:a="http://schemas.openxmlformats.org/drawingml/2006/main" noChangeAspect="1"/>
          </p:cNvPicPr>
          <p:nvPr/>
        </p:nvPicPr>
        <p:blipFill>
          <a:blip xmlns:r="http://schemas.openxmlformats.org/officeDocument/2006/relationships" xmlns:a="http://schemas.openxmlformats.org/drawingml/2006/main" r:embed="Rac83c4bee4dd454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D1F7B47-82B8-4ADD-AA59-AC70A837919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1D1918-F783-408D-B640-FAD025F4DC0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588B31D7-FE08-4A94-80EE-749FDD91DE0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C85E167-7E37-4A8A-AC87-99BB2DAD67D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AAE2455-6715-4864-8D6A-0FD1FC3CEAB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FEC5473A-CC9B-4D7F-94A0-8F89F52F95C0}"/>
              </a:ext>
            </a:extLst>
          </p:cNvPr>
          <p:cNvPicPr>
            <a:picLocks xmlns:a="http://schemas.openxmlformats.org/drawingml/2006/main" noChangeAspect="1"/>
          </p:cNvPicPr>
          <p:nvPr/>
        </p:nvPicPr>
        <p:blipFill>
          <a:blip xmlns:r="http://schemas.openxmlformats.org/officeDocument/2006/relationships" xmlns:a="http://schemas.openxmlformats.org/drawingml/2006/main" r:embed="R7c41751bd9af48ce"/>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65584D6-8C32-43B5-98A5-47265983DE8A}"/>
              </a:ext>
            </a:extLst>
          </p:cNvPr>
          <p:cNvPicPr>
            <a:picLocks xmlns:a="http://schemas.openxmlformats.org/drawingml/2006/main" noChangeAspect="1"/>
          </p:cNvPicPr>
          <p:nvPr/>
        </p:nvPicPr>
        <p:blipFill>
          <a:blip xmlns:r="http://schemas.openxmlformats.org/officeDocument/2006/relationships" xmlns:a="http://schemas.openxmlformats.org/drawingml/2006/main" r:embed="Re74b02d6261a4d0c"/>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4193C1B-CBDB-4811-A7D0-2D596750CED6}"/>
              </a:ext>
            </a:extLst>
          </p:cNvPr>
          <p:cNvPicPr>
            <a:picLocks xmlns:a="http://schemas.openxmlformats.org/drawingml/2006/main" noChangeAspect="1"/>
          </p:cNvPicPr>
          <p:nvPr/>
        </p:nvPicPr>
        <p:blipFill>
          <a:blip xmlns:r="http://schemas.openxmlformats.org/officeDocument/2006/relationships" xmlns:a="http://schemas.openxmlformats.org/drawingml/2006/main" r:embed="R8221428ffde94b35"/>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279235109"/>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1BF5827-4F43-4319-A5C2-C917CFF0BBC3}"/>
              </a:ext>
            </a:extLst>
          </p:cNvPr>
          <p:cNvPicPr>
            <a:picLocks xmlns:a="http://schemas.openxmlformats.org/drawingml/2006/main" noChangeAspect="1"/>
          </p:cNvPicPr>
          <p:nvPr/>
        </p:nvPicPr>
        <p:blipFill>
          <a:blip xmlns:r="http://schemas.openxmlformats.org/officeDocument/2006/relationships" xmlns:a="http://schemas.openxmlformats.org/drawingml/2006/main" r:embed="R0687bafd46064b0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282441A-DD1B-4E27-9C85-1BDCF10F049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F2B42AD-2647-45CE-9784-9113CBBE675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4C8FD534-78A6-475D-8AF3-D6DE051C079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7DD6040-F2DB-4587-9011-A081C184604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AE63E61-DD27-4B2C-B455-6CF32BC8495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28F7DA83-7291-4AE5-BF42-85004EE0DA5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58A032F2-69CE-4DB0-BFE2-108F801F1D33}"/>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51D5FDD6-F58F-48AA-A003-8ED5527D2558}"/>
              </a:ext>
            </a:extLst>
          </p:cNvPr>
          <p:cNvPicPr>
            <a:picLocks xmlns:a="http://schemas.openxmlformats.org/drawingml/2006/main" noChangeAspect="1"/>
          </p:cNvPicPr>
          <p:nvPr/>
        </p:nvPicPr>
        <p:blipFill>
          <a:blip xmlns:r="http://schemas.openxmlformats.org/officeDocument/2006/relationships" xmlns:a="http://schemas.openxmlformats.org/drawingml/2006/main" r:embed="Rf9075963fe38495b"/>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95E0C695-42AE-4EB9-9003-A1F193B0DCD2}"/>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86532A8-118C-40E7-A2EE-85E15AD57141}"/>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2D682E02-0F18-499F-9FE6-39F3F8F8BECE}"/>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73803DCD-75C8-48A2-9DF5-B709F885696B}"/>
              </a:ext>
            </a:extLst>
          </p:cNvPr>
          <p:cNvPicPr>
            <a:picLocks xmlns:a="http://schemas.openxmlformats.org/drawingml/2006/main" noChangeAspect="1"/>
          </p:cNvPicPr>
          <p:nvPr/>
        </p:nvPicPr>
        <p:blipFill>
          <a:blip xmlns:r="http://schemas.openxmlformats.org/officeDocument/2006/relationships" xmlns:a="http://schemas.openxmlformats.org/drawingml/2006/main" r:embed="R5e885a7b69954736"/>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18048147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420EDBB6-6247-4EF2-9348-D6663117DB21}"/>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3FC9033-9E90-4411-9477-6E7E3A3A95D2}"/>
              </a:ext>
            </a:extLst>
          </p:cNvPr>
          <p:cNvPicPr>
            <a:picLocks xmlns:a="http://schemas.openxmlformats.org/drawingml/2006/main" noChangeAspect="1"/>
          </p:cNvPicPr>
          <p:nvPr/>
        </p:nvPicPr>
        <p:blipFill>
          <a:blip xmlns:r="http://schemas.openxmlformats.org/officeDocument/2006/relationships" xmlns:a="http://schemas.openxmlformats.org/drawingml/2006/main" r:embed="Ra5846a37214043c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5B60DE-7958-4C39-8E9E-4FEBF0E8ABC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0409A93-1C69-4058-90C1-0171C13086D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5555E3CA-46C8-4EB1-A47F-F4AEA22609C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BCEB947-BF88-4176-A8D7-BFC7B99D20F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518DC97-835F-46CC-8312-E6CD49CC3E9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99DC1AA5-DCCD-4646-9FBB-E0D1563EA3C8}"/>
              </a:ext>
            </a:extLst>
          </p:cNvPr>
          <p:cNvPicPr>
            <a:picLocks xmlns:a="http://schemas.openxmlformats.org/drawingml/2006/main" noChangeAspect="1"/>
          </p:cNvPicPr>
          <p:nvPr/>
        </p:nvPicPr>
        <p:blipFill>
          <a:blip xmlns:r="http://schemas.openxmlformats.org/officeDocument/2006/relationships" xmlns:a="http://schemas.openxmlformats.org/drawingml/2006/main" r:embed="R05de5f47ee64445a"/>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C07CBD4-C38F-471F-B46F-9303A1BCBD6C}"/>
              </a:ext>
            </a:extLst>
          </p:cNvPr>
          <p:cNvPicPr>
            <a:picLocks xmlns:a="http://schemas.openxmlformats.org/drawingml/2006/main" noChangeAspect="1"/>
          </p:cNvPicPr>
          <p:nvPr/>
        </p:nvPicPr>
        <p:blipFill>
          <a:blip xmlns:r="http://schemas.openxmlformats.org/officeDocument/2006/relationships" xmlns:a="http://schemas.openxmlformats.org/drawingml/2006/main" r:embed="R114de0f170324217"/>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8B75D592-1EB0-45C3-8AB4-63FD5EF4BB60}"/>
              </a:ext>
            </a:extLst>
          </p:cNvPr>
          <p:cNvPicPr>
            <a:picLocks xmlns:a="http://schemas.openxmlformats.org/drawingml/2006/main" noChangeAspect="1"/>
          </p:cNvPicPr>
          <p:nvPr/>
        </p:nvPicPr>
        <p:blipFill>
          <a:blip xmlns:r="http://schemas.openxmlformats.org/officeDocument/2006/relationships" xmlns:a="http://schemas.openxmlformats.org/drawingml/2006/main" r:embed="R90d826b2c11842bb"/>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21090099-AC1C-4DB2-B83C-F54C9646D88F}"/>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D303B3D1-456A-41A0-A348-E0236FBEA3B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241966149"/>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21621EB0-3413-4655-B0C7-D6E7B00D334D}"/>
              </a:ext>
            </a:extLst>
          </p:cNvPr>
          <p:cNvPicPr>
            <a:picLocks xmlns:a="http://schemas.openxmlformats.org/drawingml/2006/main" noChangeAspect="1"/>
          </p:cNvPicPr>
          <p:nvPr/>
        </p:nvPicPr>
        <p:blipFill>
          <a:blip xmlns:r="http://schemas.openxmlformats.org/officeDocument/2006/relationships" xmlns:a="http://schemas.openxmlformats.org/drawingml/2006/main" r:embed="R41f2fa3e53ee4da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5155D1-E41B-44A0-ADD9-58050CBAE3F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877AFF-83BA-4233-88EA-4429430A72B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F5260158-2B22-4647-A9A4-39DBACBBCCB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B934C0D-370E-4092-8AE9-0B3940C21D9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C7337C64-0435-48C6-94E0-22B786D674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48F8A810-70A6-4702-9EE3-E1A15ADF2AA9}"/>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112D223C-06F8-4CB6-A95D-70E85BE6868E}"/>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ED5F5CD8-315B-4D15-8C6A-EFEDD6AB9C6F}"/>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A555E96A-3022-4741-A394-DB1CE41A6C24}"/>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2D8FD9AB-E689-44FD-B590-0E98FC897278}"/>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C9216A15-FE98-4F91-8D78-47B14C8C8408}"/>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552A661-B0E3-4352-B0CE-F741FE302943}"/>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36223883-8B04-48C6-8800-8AD1F881D1B0}"/>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D2CBE74-951F-41C8-8240-905487870526}"/>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1DD388F0-262A-42E9-9ADA-712608F6D110}"/>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15F351DE-B9F3-4DF6-81D0-A87CB83937A9}"/>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0E05C126-BFF1-4020-A795-82A5D7FA2641}"/>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418D7451-9F53-4449-B937-9A72A20C8407}"/>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F45DABAF-D193-4D3E-AE52-1E7D28147074}"/>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2E734B02-6DDE-40C2-9D47-67DD6F39D91D}"/>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2A8BE4EC-758F-4684-903C-E4E1DD0A0A82}"/>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A72567D7-3A8A-4F4B-A007-CA21BD9888B9}"/>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714798BF-BF60-4C93-B637-4BCCD06707FF}"/>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63FA36F9-76C3-40A3-9E21-51DB310A431B}"/>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CD1F71F3-84E4-498D-8906-CB2CBCAB1F1F}"/>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9DDAAB1C-0E45-4F11-9578-1BB28A49F31E}"/>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A7402870-8DB6-4A0E-ACD2-D4691BE9C2F1}"/>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72913F86-E7D4-4D76-A59A-A89299BA90CA}"/>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AEA93249-E37C-4040-A5DB-F19C481635DD}"/>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3FE755ED-925B-460C-AF65-D5655C08F8F4}"/>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880652948"/>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9A2687E7-7486-4BA5-9A27-6BA0BAC86D39}"/>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EAC923B3-9374-49FF-8E0F-2C43EA9BFBFC}"/>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E903406-1751-4FB6-9C7A-706F654A29C6}"/>
              </a:ext>
            </a:extLst>
          </p:cNvPr>
          <p:cNvPicPr>
            <a:picLocks xmlns:a="http://schemas.openxmlformats.org/drawingml/2006/main" noChangeAspect="1"/>
          </p:cNvPicPr>
          <p:nvPr/>
        </p:nvPicPr>
        <p:blipFill>
          <a:blip xmlns:r="http://schemas.openxmlformats.org/officeDocument/2006/relationships" xmlns:a="http://schemas.openxmlformats.org/drawingml/2006/main" r:embed="Rcf7c21d4355e4eb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8277DA7-DB8D-45E1-9ACB-8220C413481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0494424-C789-4837-A6BD-1DFDAEC7412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A3E0547C-1FFD-4B4B-BFA8-9335A4D3CCE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B6CFE0A-331B-48EE-A65F-46D42E478B9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1FBB7A7-4591-41F9-BA0B-1E66FE77FC4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FDA551B1-61AB-447A-B177-6099DDFBD324}"/>
              </a:ext>
            </a:extLst>
          </p:cNvPr>
          <p:cNvPicPr>
            <a:picLocks xmlns:a="http://schemas.openxmlformats.org/drawingml/2006/main" noChangeAspect="1"/>
          </p:cNvPicPr>
          <p:nvPr/>
        </p:nvPicPr>
        <p:blipFill>
          <a:blip xmlns:r="http://schemas.openxmlformats.org/officeDocument/2006/relationships" xmlns:a="http://schemas.openxmlformats.org/drawingml/2006/main" r:embed="R3c21868d692c4c0e"/>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6B1F4A3-0C4E-4EF9-9F0A-F4E0F299E1F6}"/>
              </a:ext>
            </a:extLst>
          </p:cNvPr>
          <p:cNvPicPr>
            <a:picLocks xmlns:a="http://schemas.openxmlformats.org/drawingml/2006/main" noChangeAspect="1"/>
          </p:cNvPicPr>
          <p:nvPr/>
        </p:nvPicPr>
        <p:blipFill>
          <a:blip xmlns:r="http://schemas.openxmlformats.org/officeDocument/2006/relationships" xmlns:a="http://schemas.openxmlformats.org/drawingml/2006/main" r:embed="Rf5949d45c0cb4ab7"/>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7DCD68EE-806E-4CAB-9E1D-FDEB7B2C086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C57C44B3-C29B-4819-9EB8-142B17AC706F}"/>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99797D68-5B40-45AE-894B-62C945B00627}"/>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80601729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3F00DA6D-DFEB-4FC3-948F-0CCE1530A9C4}"/>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3B0BDF2B-70D4-48CC-9052-C1AE8066F904}"/>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3A4EF87-9DF8-4BF8-8A4C-FCCCE3E1000B}"/>
              </a:ext>
            </a:extLst>
          </p:cNvPr>
          <p:cNvPicPr>
            <a:picLocks xmlns:a="http://schemas.openxmlformats.org/drawingml/2006/main" noChangeAspect="1"/>
          </p:cNvPicPr>
          <p:nvPr/>
        </p:nvPicPr>
        <p:blipFill>
          <a:blip xmlns:r="http://schemas.openxmlformats.org/officeDocument/2006/relationships" xmlns:a="http://schemas.openxmlformats.org/drawingml/2006/main" r:embed="Rb5ca787d4b6549d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7F6E4F-C40C-438A-8EC2-3C924ACE210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FF66BBA-B212-455A-878E-0A601D0D37E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AF317493-1A34-4895-8B67-E2F57DA4923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A7B8606-56E9-4341-B5B6-985B25A1DAF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67CDFFAB-F6E5-4C2F-9047-F62ED5D3DDC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EEEAB089-1511-433E-A938-8AE4B3A41259}"/>
              </a:ext>
            </a:extLst>
          </p:cNvPr>
          <p:cNvPicPr>
            <a:picLocks xmlns:a="http://schemas.openxmlformats.org/drawingml/2006/main" noChangeAspect="1"/>
          </p:cNvPicPr>
          <p:nvPr/>
        </p:nvPicPr>
        <p:blipFill>
          <a:blip xmlns:r="http://schemas.openxmlformats.org/officeDocument/2006/relationships" xmlns:a="http://schemas.openxmlformats.org/drawingml/2006/main" r:embed="R03bc1d1071ec4b98"/>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55B7BDE-6ACF-4052-A682-358C87456ABB}"/>
              </a:ext>
            </a:extLst>
          </p:cNvPr>
          <p:cNvPicPr>
            <a:picLocks xmlns:a="http://schemas.openxmlformats.org/drawingml/2006/main" noChangeAspect="1"/>
          </p:cNvPicPr>
          <p:nvPr/>
        </p:nvPicPr>
        <p:blipFill>
          <a:blip xmlns:r="http://schemas.openxmlformats.org/officeDocument/2006/relationships" xmlns:a="http://schemas.openxmlformats.org/drawingml/2006/main" r:embed="R3aaa1bb2124a48d8"/>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683FF700-A72A-4F7C-A2DC-A849F5A8EF2F}"/>
              </a:ext>
            </a:extLst>
          </p:cNvPr>
          <p:cNvPicPr>
            <a:picLocks xmlns:a="http://schemas.openxmlformats.org/drawingml/2006/main" noChangeAspect="1"/>
          </p:cNvPicPr>
          <p:nvPr/>
        </p:nvPicPr>
        <p:blipFill>
          <a:blip xmlns:r="http://schemas.openxmlformats.org/officeDocument/2006/relationships" xmlns:a="http://schemas.openxmlformats.org/drawingml/2006/main" r:embed="Rcd803a2849e9414a"/>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DA84F223-EA27-449F-8115-3510A1FAF3B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91A9B548-A887-43A0-AA44-456EC034F7FB}"/>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ECA28100-7E30-44BE-A5B7-36B3906E2782}"/>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225451217"/>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165C6CF-ECD5-4B81-9CFA-50D6CA49E26E}"/>
              </a:ext>
            </a:extLst>
          </p:cNvPr>
          <p:cNvPicPr>
            <a:picLocks xmlns:a="http://schemas.openxmlformats.org/drawingml/2006/main" noChangeAspect="1"/>
          </p:cNvPicPr>
          <p:nvPr/>
        </p:nvPicPr>
        <p:blipFill>
          <a:blip xmlns:r="http://schemas.openxmlformats.org/officeDocument/2006/relationships" xmlns:a="http://schemas.openxmlformats.org/drawingml/2006/main" r:embed="Rd238167dc6bf428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9502287-ABF2-4D6A-AF84-7BE29687C79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1D8C78-402C-4A40-98FE-8081D17AC7D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A4F4AAF2-054B-46EA-AD38-1A2AAC6DD43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E355928-C92B-4022-A9D5-520EA455669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3A35CED-DEF1-49B4-A86F-FB476E3A520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F39C0843-5F7A-4F0E-AA28-1E7214FD8169}"/>
              </a:ext>
            </a:extLst>
          </p:cNvPr>
          <p:cNvPicPr>
            <a:picLocks xmlns:a="http://schemas.openxmlformats.org/drawingml/2006/main" noChangeAspect="1"/>
          </p:cNvPicPr>
          <p:nvPr/>
        </p:nvPicPr>
        <p:blipFill>
          <a:blip xmlns:r="http://schemas.openxmlformats.org/officeDocument/2006/relationships" xmlns:a="http://schemas.openxmlformats.org/drawingml/2006/main" r:embed="Raf66a8db13094a47"/>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AC11AA5-C8CD-4276-A592-5F6991848751}"/>
              </a:ext>
            </a:extLst>
          </p:cNvPr>
          <p:cNvPicPr>
            <a:picLocks xmlns:a="http://schemas.openxmlformats.org/drawingml/2006/main" noChangeAspect="1"/>
          </p:cNvPicPr>
          <p:nvPr/>
        </p:nvPicPr>
        <p:blipFill>
          <a:blip xmlns:r="http://schemas.openxmlformats.org/officeDocument/2006/relationships" xmlns:a="http://schemas.openxmlformats.org/drawingml/2006/main" r:embed="R418bd09956c54cfe"/>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1A5F730F-4F7F-4CFA-81F1-4014DC4B7DC3}"/>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772238104"/>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022B621-F911-4366-AE06-EA071C5FAA4D}"/>
              </a:ext>
            </a:extLst>
          </p:cNvPr>
          <p:cNvPicPr>
            <a:picLocks xmlns:a="http://schemas.openxmlformats.org/drawingml/2006/main" noChangeAspect="1"/>
          </p:cNvPicPr>
          <p:nvPr/>
        </p:nvPicPr>
        <p:blipFill>
          <a:blip xmlns:r="http://schemas.openxmlformats.org/officeDocument/2006/relationships" xmlns:a="http://schemas.openxmlformats.org/drawingml/2006/main" r:embed="R20244a67643d400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6ED9D3C4-5A0B-415C-95EF-ADBE734AE88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6E60207-DB68-475B-8A1F-344F75AAD70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A5995BED-4525-49AD-AC8B-A61C55DA0814}"/>
              </a:ext>
            </a:extLst>
          </p:cNvPr>
          <p:cNvPicPr>
            <a:picLocks xmlns:a="http://schemas.openxmlformats.org/drawingml/2006/main" noChangeAspect="1"/>
          </p:cNvPicPr>
          <p:nvPr/>
        </p:nvPicPr>
        <p:blipFill>
          <a:blip xmlns:r="http://schemas.openxmlformats.org/officeDocument/2006/relationships" xmlns:a="http://schemas.openxmlformats.org/drawingml/2006/main" r:embed="R4e4401b83d8143e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8E58EE7-2209-42F5-B269-3C05316A776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44D5927-F1C4-49A9-AA76-885F0243885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08D7F243-7650-4D54-9DCA-0A36289158C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578C836A-7321-4DEA-8916-ACBDDC0AC14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2065383991"/>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940922D-8AA6-480E-A871-81F0E26E5A8C}"/>
              </a:ext>
            </a:extLst>
          </p:cNvPr>
          <p:cNvPicPr>
            <a:picLocks xmlns:a="http://schemas.openxmlformats.org/drawingml/2006/main" noChangeAspect="1"/>
          </p:cNvPicPr>
          <p:nvPr/>
        </p:nvPicPr>
        <p:blipFill>
          <a:blip xmlns:r="http://schemas.openxmlformats.org/officeDocument/2006/relationships" xmlns:a="http://schemas.openxmlformats.org/drawingml/2006/main" r:embed="R4f1a4ecb126c4ab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C2D42F-743E-4BAC-85B8-3045218F5F5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FF126E-897E-4316-878C-10E85821BAB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F4B8492-A662-44C1-9041-AA73C136875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0606BC9-FFB1-40FF-879F-25C17D3EBFE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1DA9B9E-A897-404A-877B-B46217AC54D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973D7172-7D66-43D4-9F5D-330E08EDD59D}"/>
              </a:ext>
            </a:extLst>
          </p:cNvPr>
          <p:cNvPicPr>
            <a:picLocks xmlns:a="http://schemas.openxmlformats.org/drawingml/2006/main" noChangeAspect="1"/>
          </p:cNvPicPr>
          <p:nvPr/>
        </p:nvPicPr>
        <p:blipFill>
          <a:blip xmlns:r="http://schemas.openxmlformats.org/officeDocument/2006/relationships" xmlns:a="http://schemas.openxmlformats.org/drawingml/2006/main" r:embed="R69d943b0538f4fd3"/>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7F69BF7-9467-4E63-B16A-BAE63EADC87D}"/>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79B7E299-30D8-4D28-8113-5FE216AA05F0}"/>
              </a:ext>
            </a:extLst>
          </p:cNvPr>
          <p:cNvSpPr>
            <a:spLocks xmlns:a="http://schemas.openxmlformats.org/drawingml/2006/main" noGrp="1"/>
          </p:cNvSpPr>
          <p:nvPr/>
        </p:nvSpPr>
        <p:spPr>
          <a:xfrm xmlns:a="http://schemas.openxmlformats.org/drawingml/2006/main">
            <a:off x="2857500" y="6953250"/>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38B3EDA8-1549-44AA-91AE-356907DCA20E}"/>
              </a:ext>
            </a:extLst>
          </p:cNvPr>
          <p:cNvSpPr>
            <a:spLocks xmlns:a="http://schemas.openxmlformats.org/drawingml/2006/main" noGrp="1"/>
          </p:cNvSpPr>
          <p:nvPr/>
        </p:nvSpPr>
        <p:spPr>
          <a:xfrm xmlns:a="http://schemas.openxmlformats.org/drawingml/2006/main">
            <a:off x="2857500" y="8048625"/>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73273787"/>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1B15D235-F771-407A-AC03-36E5BD9442A0}"/>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32560826-61C0-4A93-907B-47BFFFF9F86F}"/>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6D8C2F01-F391-43A2-A3A5-BF5876B8FA69}"/>
              </a:ext>
            </a:extLst>
          </p:cNvPr>
          <p:cNvPicPr>
            <a:picLocks xmlns:a="http://schemas.openxmlformats.org/drawingml/2006/main" noChangeAspect="1"/>
          </p:cNvPicPr>
          <p:nvPr/>
        </p:nvPicPr>
        <p:blipFill>
          <a:blip xmlns:r="http://schemas.openxmlformats.org/officeDocument/2006/relationships" xmlns:a="http://schemas.openxmlformats.org/drawingml/2006/main" r:embed="Rc0a76017a7d840e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22BDF8A-1D1B-4DD4-BC9C-C02E5AF4669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7E288A9-91ED-4CA8-A1B7-CD95BE2E4D6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C30B4B1-CBE6-4A34-91BB-965FCF08C25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3E31C66-28C0-498A-938F-363379BDBB7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75C213B-AFB0-4E20-B601-E652D31CC46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6A2835B8-76EC-4880-9DE5-81C461CB7CE2}"/>
              </a:ext>
            </a:extLst>
          </p:cNvPr>
          <p:cNvPicPr>
            <a:picLocks xmlns:a="http://schemas.openxmlformats.org/drawingml/2006/main" noChangeAspect="1"/>
          </p:cNvPicPr>
          <p:nvPr/>
        </p:nvPicPr>
        <p:blipFill>
          <a:blip xmlns:r="http://schemas.openxmlformats.org/officeDocument/2006/relationships" xmlns:a="http://schemas.openxmlformats.org/drawingml/2006/main" r:embed="R16fe8fc7f9dc49a2"/>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8883CD4-AD37-4D94-AFD7-BB4033B4C550}"/>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095B59A9-C379-4E3D-BAC1-6D87F916C9E6}"/>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B60BC36B-CC62-4801-8D20-11C8C6292073}"/>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679F6A1A-A22D-4F99-9C9F-3D5AB25A77B4}"/>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1C165B3E-6F5A-417D-8F68-9C7BEF34ACF6}"/>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CE343FEB-45C4-4A48-A2B8-0B26BD96799E}"/>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1AC3430-2072-4ABD-A66D-61EB21868422}"/>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1994032317"/>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B1E283D-C37F-4D89-8862-D43AAD7BEAC5}"/>
              </a:ext>
            </a:extLst>
          </p:cNvPr>
          <p:cNvPicPr>
            <a:picLocks xmlns:a="http://schemas.openxmlformats.org/drawingml/2006/main" noChangeAspect="1"/>
          </p:cNvPicPr>
          <p:nvPr/>
        </p:nvPicPr>
        <p:blipFill>
          <a:blip xmlns:r="http://schemas.openxmlformats.org/officeDocument/2006/relationships" xmlns:a="http://schemas.openxmlformats.org/drawingml/2006/main" r:embed="Re0fb5f00ab534ba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6457B3B-249A-4D2A-B9A9-5224E2A7FEC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2869BE-609A-4357-A704-4FF637FB11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ED424C4-15F9-467F-8DA2-26C4ADB590B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08F4334-62F1-42CD-81E6-35662F36DB0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A23BC46-6FFE-4D6B-A3AB-DB4B7F69884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F03D717C-B747-4F9F-B26E-8B1E13AB214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CBE244D8-F3BC-4D06-A3D0-7548D6956252}"/>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D21D160-31C6-4228-B5C7-6C66E9C02A96}"/>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45E143A-CF83-4867-88E5-C7DAC9CC9368}"/>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009CD92-D9DD-45F7-A66A-B8DE03364C77}"/>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4C460D3-9276-4389-A4D9-9A19DB300BC5}"/>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68858C3-85C7-4DD9-AD04-F422F5655094}"/>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70605209"/>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ABC1CE7-E20B-417F-A3E7-09E0AD6970A7}"/>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5772A3FA-34E4-4808-9D15-B13B7080DCE7}"/>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EE2EEFCE-C200-4365-B28B-28820F3D1CEB}"/>
              </a:ext>
            </a:extLst>
          </p:cNvPr>
          <p:cNvPicPr>
            <a:picLocks xmlns:a="http://schemas.openxmlformats.org/drawingml/2006/main" noChangeAspect="1"/>
          </p:cNvPicPr>
          <p:nvPr/>
        </p:nvPicPr>
        <p:blipFill>
          <a:blip xmlns:r="http://schemas.openxmlformats.org/officeDocument/2006/relationships" xmlns:a="http://schemas.openxmlformats.org/drawingml/2006/main" r:embed="R0101328c969749c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36AE4F-DB86-4CDD-88FB-6F1B486332C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635D6E-A45B-4D4C-8B96-2B2A4D0C25C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05D69FA-FA0E-4A7B-BF47-069350FF942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7995241-D8CF-4BEE-8D1F-57B81D59313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5B10A6A-A6DE-4E94-8419-77920721C5E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686AA5B2-2BB7-4F90-94B7-1838C54BF3E3}"/>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40F430F9-EE6C-4DC7-99A1-3ECCE5555974}"/>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0D77029C-56E1-4838-82A2-CB5D1B4BBDA8}"/>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0446D102-B89E-4002-B24D-21E92ABF7413}"/>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6EB24D20-BBC6-47CD-BDD9-0EEB393093E3}"/>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1403930718"/>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807D28A-30E9-4931-AF2F-7861BBA20B70}"/>
              </a:ext>
            </a:extLst>
          </p:cNvPr>
          <p:cNvPicPr>
            <a:picLocks xmlns:a="http://schemas.openxmlformats.org/drawingml/2006/main" noChangeAspect="1"/>
          </p:cNvPicPr>
          <p:nvPr/>
        </p:nvPicPr>
        <p:blipFill>
          <a:blip xmlns:r="http://schemas.openxmlformats.org/officeDocument/2006/relationships" xmlns:a="http://schemas.openxmlformats.org/drawingml/2006/main" r:embed="R4063e21ce4f54cb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959981-55F8-422B-B2C8-884B3BC6CBB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000E2C-B610-42A9-AEE3-7F80958D552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D5B7D1D-FA87-4169-B435-34520D992BA3}"/>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2D25648-FE9A-4DF9-820A-389B228D6F33}"/>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60A7A6DF-40E5-497B-B6B7-24F927B7A4D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8E04ACDC-9636-442E-A328-7793A6B71AC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9BE494F2-B14E-44D9-A858-6A7FDFC8BDCF}"/>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FE37B550-C3BC-47B1-B145-09BB9F72B5BF}"/>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C5FAB57-A842-4AF6-92BF-96789FB0C4E5}"/>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212AFCA-F214-4387-A4E5-9069DFB97D7E}"/>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F494C5F4-7087-4C67-818D-1310031A346E}"/>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F0C91B7-898E-4403-A949-13E39C86CB1A}"/>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114230025"/>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1F8F1B0-E97D-47BA-8695-419F7F69F241}"/>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4A04E518-6A10-4B7F-B6B5-4DA750236E3B}"/>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A3004B3-B7E5-47FE-B273-C3946AFC4C4F}"/>
              </a:ext>
            </a:extLst>
          </p:cNvPr>
          <p:cNvPicPr>
            <a:picLocks xmlns:a="http://schemas.openxmlformats.org/drawingml/2006/main" noChangeAspect="1"/>
          </p:cNvPicPr>
          <p:nvPr/>
        </p:nvPicPr>
        <p:blipFill>
          <a:blip xmlns:r="http://schemas.openxmlformats.org/officeDocument/2006/relationships" xmlns:a="http://schemas.openxmlformats.org/drawingml/2006/main" r:embed="R94410cc6fbd54cf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E98C19-7A71-44BF-AE7B-7C642FE5244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C2600B-D0C7-478E-B07A-0FB7CF1D2BB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04B4697-3D68-4A54-9439-91AC66CB2A7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88D2750-B3FE-4A2D-BDEA-7AF64574083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E744019-1ECD-4169-843E-64695B66083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664C6FB0-D156-4060-80FF-2CB6DBA81F4D}"/>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CEEE49B1-F7BF-4D84-9246-1435C411ED5D}"/>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D5AE460A-947E-4E9E-9BD2-FD7ABC01B2FD}"/>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157E111F-A505-4A63-9B4C-B45729FA8D61}"/>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9596ADA1-250F-4B2F-AD3A-7307E7E4D944}"/>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127237172"/>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65FC089-F008-4E55-888F-864B688F4A79}"/>
              </a:ext>
            </a:extLst>
          </p:cNvPr>
          <p:cNvPicPr>
            <a:picLocks xmlns:a="http://schemas.openxmlformats.org/drawingml/2006/main" noChangeAspect="1"/>
          </p:cNvPicPr>
          <p:nvPr/>
        </p:nvPicPr>
        <p:blipFill>
          <a:blip xmlns:r="http://schemas.openxmlformats.org/officeDocument/2006/relationships" xmlns:a="http://schemas.openxmlformats.org/drawingml/2006/main" r:embed="R25ae4f13937a4d2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5A3FE8-B35C-4543-9F6A-7B49DD86577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F19D15-498B-4F10-B116-DC00675105D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EF8E4FA3-2B31-4A60-A064-D62D5A533EC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406BF4-8B6F-4708-BF18-D424639DD84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3E7D666-6B98-459E-9903-4C543DF09A2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F647A36C-F1DE-44F2-AD7A-45A1FC15D6F3}"/>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44D811B8-0D42-48FD-95D7-DA47386F385B}"/>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5605731-39A1-4EB7-9676-540629F8862C}"/>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5BEEBAA-27FF-475B-93D0-02C024D835B5}"/>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AC42C54E-4599-4F3A-998B-156538DC6DEC}"/>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EC6CD21-3655-4B7E-91AC-07B0CE6FB591}"/>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2C2B8C73-62C7-45CD-85BF-13B6FC2169C1}"/>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06F59E13-84FC-4B24-AD43-CA7C5D57C7BB}"/>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D5113CE7-A58E-44F8-8129-54E860ACD566}"/>
              </a:ext>
            </a:extLst>
          </p:cNvPr>
          <p:cNvPicPr>
            <a:picLocks xmlns:a="http://schemas.openxmlformats.org/drawingml/2006/main" noChangeAspect="1"/>
          </p:cNvPicPr>
          <p:nvPr/>
        </p:nvPicPr>
        <p:blipFill>
          <a:blip xmlns:r="http://schemas.openxmlformats.org/officeDocument/2006/relationships" xmlns:a="http://schemas.openxmlformats.org/drawingml/2006/main" r:embed="R8455b54437404c87"/>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E19077F7-0ADB-4805-978F-087DF14D30FA}"/>
              </a:ext>
            </a:extLst>
          </p:cNvPr>
          <p:cNvPicPr>
            <a:picLocks xmlns:a="http://schemas.openxmlformats.org/drawingml/2006/main" noChangeAspect="1"/>
          </p:cNvPicPr>
          <p:nvPr/>
        </p:nvPicPr>
        <p:blipFill>
          <a:blip xmlns:r="http://schemas.openxmlformats.org/officeDocument/2006/relationships" xmlns:a="http://schemas.openxmlformats.org/drawingml/2006/main" r:embed="R7d325e3e853f4777"/>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E65E50F9-F875-4C80-8263-4E2FC2C3EEAA}"/>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194F0D99-1568-4FF5-927F-2131FC9278B9}"/>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202727111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C48D25F7-1A3A-4F33-9657-9E86B5FEBC35}"/>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5542E5D8-554B-4D45-A70F-7F7703D729DB}"/>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19151E02-7E7D-40A3-9336-E43DE4F3E485}"/>
              </a:ext>
            </a:extLst>
          </p:cNvPr>
          <p:cNvPicPr>
            <a:picLocks xmlns:a="http://schemas.openxmlformats.org/drawingml/2006/main" noChangeAspect="1"/>
          </p:cNvPicPr>
          <p:nvPr/>
        </p:nvPicPr>
        <p:blipFill>
          <a:blip xmlns:r="http://schemas.openxmlformats.org/officeDocument/2006/relationships" xmlns:a="http://schemas.openxmlformats.org/drawingml/2006/main" r:embed="R87e76c1cb6234e7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AD8F90C-858F-4DEF-BF39-61E102AC9B7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853C91-45D3-459D-8DDF-4436E5FEA26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FF62C30-4678-4A0F-95A0-2FD0ACA1078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CF9F89-539A-44FF-8193-68D4CEB8948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82E2C0E-225F-4754-9BA2-91F79975811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51F78D7B-CCB9-409C-84A3-F9061E31F79B}"/>
              </a:ext>
            </a:extLst>
          </p:cNvPr>
          <p:cNvPicPr>
            <a:picLocks xmlns:a="http://schemas.openxmlformats.org/drawingml/2006/main" noChangeAspect="1"/>
          </p:cNvPicPr>
          <p:nvPr/>
        </p:nvPicPr>
        <p:blipFill>
          <a:blip xmlns:r="http://schemas.openxmlformats.org/officeDocument/2006/relationships" xmlns:a="http://schemas.openxmlformats.org/drawingml/2006/main" r:embed="R69ff0af3fd844b4a"/>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FFC9D30-4CFC-4825-BC78-5026DD248BF4}"/>
              </a:ext>
            </a:extLst>
          </p:cNvPr>
          <p:cNvPicPr>
            <a:picLocks xmlns:a="http://schemas.openxmlformats.org/drawingml/2006/main" noChangeAspect="1"/>
          </p:cNvPicPr>
          <p:nvPr/>
        </p:nvPicPr>
        <p:blipFill>
          <a:blip xmlns:r="http://schemas.openxmlformats.org/officeDocument/2006/relationships" xmlns:a="http://schemas.openxmlformats.org/drawingml/2006/main" r:embed="R79b06a4ec9f64c66"/>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B8E21660-A60E-40AA-8A4E-85E8585A8099}"/>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9B067D3A-D0F6-4ABF-89E4-8ACDB007E89E}"/>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0249EA95-E729-48A8-B5EB-5DBA45926813}"/>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06490176"/>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9BDDA41-9F46-4BEE-BB48-698860C12956}"/>
              </a:ext>
            </a:extLst>
          </p:cNvPr>
          <p:cNvPicPr>
            <a:picLocks xmlns:a="http://schemas.openxmlformats.org/drawingml/2006/main" noChangeAspect="1"/>
          </p:cNvPicPr>
          <p:nvPr/>
        </p:nvPicPr>
        <p:blipFill>
          <a:blip xmlns:r="http://schemas.openxmlformats.org/officeDocument/2006/relationships" xmlns:a="http://schemas.openxmlformats.org/drawingml/2006/main" r:embed="R41a108d2f5554dc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4334E2-1DB2-4945-ADA5-A894BC4902E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FCC1AD4-64FD-41E6-BF3C-F04E8885675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503E598-0AF3-415A-A2C6-7C02B151188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8CBC240-0773-4E0C-B6B0-7EFF31D82A4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85C2CF0-D161-41D4-9F7E-D60300F64CA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C707E7B5-99F1-479B-831E-A126D895C04F}"/>
              </a:ext>
            </a:extLst>
          </p:cNvPr>
          <p:cNvPicPr>
            <a:picLocks xmlns:a="http://schemas.openxmlformats.org/drawingml/2006/main" noChangeAspect="1"/>
          </p:cNvPicPr>
          <p:nvPr/>
        </p:nvPicPr>
        <p:blipFill>
          <a:blip xmlns:r="http://schemas.openxmlformats.org/officeDocument/2006/relationships" xmlns:a="http://schemas.openxmlformats.org/drawingml/2006/main" r:embed="R3378fa2cb7c649aa"/>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CB9D2E96-C9FD-441C-986A-27B3B641B65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1F8F0D99-DDF7-4876-8AC3-427CA55F3AD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803839325"/>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1105F5EA-DD8D-45DC-A5DD-DAAB40C84FF8}"/>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4010628-398C-4077-A0A3-3F1CE2FA3742}"/>
              </a:ext>
            </a:extLst>
          </p:cNvPr>
          <p:cNvPicPr>
            <a:picLocks xmlns:a="http://schemas.openxmlformats.org/drawingml/2006/main" noChangeAspect="1"/>
          </p:cNvPicPr>
          <p:nvPr/>
        </p:nvPicPr>
        <p:blipFill>
          <a:blip xmlns:r="http://schemas.openxmlformats.org/officeDocument/2006/relationships" xmlns:a="http://schemas.openxmlformats.org/drawingml/2006/main" r:embed="R8d7243ebe65f44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17198A-6ADD-4F4E-820D-5840A61184D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3FDCDB-DEE5-41A5-8AC4-87F4C1ABC38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6AFF7EC7-3737-462F-A15A-2A62D370D70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B5B2116-798B-47FC-BB42-021A6A76D61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14D2036-08C6-48A6-8231-D9D947DA924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D044B711-613E-4697-8D14-EAF2DBB58761}"/>
              </a:ext>
            </a:extLst>
          </p:cNvPr>
          <p:cNvPicPr>
            <a:picLocks xmlns:a="http://schemas.openxmlformats.org/drawingml/2006/main" noChangeAspect="1"/>
          </p:cNvPicPr>
          <p:nvPr/>
        </p:nvPicPr>
        <p:blipFill>
          <a:blip xmlns:r="http://schemas.openxmlformats.org/officeDocument/2006/relationships" xmlns:a="http://schemas.openxmlformats.org/drawingml/2006/main" r:embed="Ra6e6c120f9374d34"/>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7A29A7FC-CBC7-412C-BBE5-F3306F4E0FE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5DB127EB-AC15-4DA0-9C38-27171F41369F}"/>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D9BE8B99-16AA-49B7-8741-582EE4D874FF}"/>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BDF5623C-7E9C-4B9F-8EEE-BB606CE610A4}"/>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C5D8CAC9-FECE-41DE-869A-F357155947F6}"/>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7D37F221-4540-45F2-BD24-C89A8D6D4EF6}"/>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7E25755B-D741-4738-9EAF-01EAF6CCD8A1}"/>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E6BDE44C-8E97-4B55-923A-5774D75D9D2B}"/>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ECBFAAA9-4C01-4220-A948-6387D7192BA0}"/>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57FC1413-5605-4D6A-B40B-0C7D0CBD650D}"/>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885118523"/>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041B82A1-C56E-44AE-8098-F4D79502B959}"/>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F6CCB87-7744-4D45-96BA-D65E66072AA5}"/>
              </a:ext>
            </a:extLst>
          </p:cNvPr>
          <p:cNvPicPr>
            <a:picLocks xmlns:a="http://schemas.openxmlformats.org/drawingml/2006/main" noChangeAspect="1"/>
          </p:cNvPicPr>
          <p:nvPr/>
        </p:nvPicPr>
        <p:blipFill>
          <a:blip xmlns:r="http://schemas.openxmlformats.org/officeDocument/2006/relationships" xmlns:a="http://schemas.openxmlformats.org/drawingml/2006/main" r:embed="R3d273b5b617446a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A54939-E311-4B69-B070-EEBACAE99E6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E00AF2-EE18-48D2-8096-AB6310B5620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526BB13-F302-481F-BF35-D3B8F088CCD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5090463-9434-459E-8E1F-E1CADCA5746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BA6DF80-FD7B-4C6A-944C-7FB1722411C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4CAED48E-5806-43F1-B536-C7D0908DC0FC}"/>
              </a:ext>
            </a:extLst>
          </p:cNvPr>
          <p:cNvPicPr>
            <a:picLocks xmlns:a="http://schemas.openxmlformats.org/drawingml/2006/main" noChangeAspect="1"/>
          </p:cNvPicPr>
          <p:nvPr/>
        </p:nvPicPr>
        <p:blipFill>
          <a:blip xmlns:r="http://schemas.openxmlformats.org/officeDocument/2006/relationships" xmlns:a="http://schemas.openxmlformats.org/drawingml/2006/main" r:embed="Rdc108e9082c14419"/>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CEF1E0F6-95D6-42BA-A6AB-FFBE2424850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C3374C45-B74F-461E-BEF2-A0695839D2BA}"/>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0F6926A1-689C-4112-BF73-4B5E9D136001}"/>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87F14D57-C147-46C3-BF5D-CCB03C9CED29}"/>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02A547DB-5A87-4111-B4F4-F9E8E0450C95}"/>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4DD2D159-932A-453A-801D-4D72C924F00D}"/>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3831F46C-28E6-4FB2-AF90-AD081DD3AFC9}"/>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4681ABCE-D02E-4905-8B09-59512E3C4D12}"/>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CB22DBC0-7C58-452D-9833-C3A796572D8F}"/>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93A439CB-FA57-4D4A-8296-B188C32D645C}"/>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1148867070"/>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0D86A67-74A9-4BF7-8DA5-5F7DFDE987DD}"/>
              </a:ext>
            </a:extLst>
          </p:cNvPr>
          <p:cNvPicPr>
            <a:picLocks xmlns:a="http://schemas.openxmlformats.org/drawingml/2006/main" noChangeAspect="1"/>
          </p:cNvPicPr>
          <p:nvPr/>
        </p:nvPicPr>
        <p:blipFill>
          <a:blip xmlns:r="http://schemas.openxmlformats.org/officeDocument/2006/relationships" xmlns:a="http://schemas.openxmlformats.org/drawingml/2006/main" r:embed="Rdca6888bd9c148d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C112C2-5920-40E3-A7DB-CDA1AF9FD4E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067ECD-4392-40B5-8844-53680FD817C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D17BFB3E-8DFA-4F29-8A53-7448DA5FB90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C761FA6-91CB-4A11-87C5-683E90BB0AE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86B5A77-C60B-4117-8C4D-D385F53E7E6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65A600D1-83B9-48ED-8AB3-CDA58E30B651}"/>
              </a:ext>
            </a:extLst>
          </p:cNvPr>
          <p:cNvPicPr>
            <a:picLocks xmlns:a="http://schemas.openxmlformats.org/drawingml/2006/main" noChangeAspect="1"/>
          </p:cNvPicPr>
          <p:nvPr/>
        </p:nvPicPr>
        <p:blipFill>
          <a:blip xmlns:r="http://schemas.openxmlformats.org/officeDocument/2006/relationships" xmlns:a="http://schemas.openxmlformats.org/drawingml/2006/main" r:embed="Rdf1e318c5ee74d53"/>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A13F12B2-57B3-48F2-B38A-CBE3026DCED6}"/>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FA13D93C-BAE5-406D-ADF5-5036ACF3E911}"/>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8F3C9A2-112E-4EF6-B549-6D796E920AE5}"/>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E8F3596-FA07-4937-BE1C-9DD0E8ECE502}"/>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CAA4D5B6-CB6C-478B-A146-A2D5D7FB05EF}"/>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7700F58B-DC75-43AC-B479-BF4C1DA14EEC}"/>
              </a:ext>
            </a:extLst>
          </p:cNvPr>
          <p:cNvPicPr>
            <a:picLocks xmlns:a="http://schemas.openxmlformats.org/drawingml/2006/main" noChangeAspect="1"/>
          </p:cNvPicPr>
          <p:nvPr/>
        </p:nvPicPr>
        <p:blipFill>
          <a:blip xmlns:r="http://schemas.openxmlformats.org/officeDocument/2006/relationships" xmlns:a="http://schemas.openxmlformats.org/drawingml/2006/main" r:embed="R61c3ec1d14844de4"/>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499068378"/>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767716F-33A1-4516-91CE-DD2F9D98ADA7}"/>
              </a:ext>
            </a:extLst>
          </p:cNvPr>
          <p:cNvPicPr>
            <a:picLocks xmlns:a="http://schemas.openxmlformats.org/drawingml/2006/main" noChangeAspect="1"/>
          </p:cNvPicPr>
          <p:nvPr/>
        </p:nvPicPr>
        <p:blipFill>
          <a:blip xmlns:r="http://schemas.openxmlformats.org/officeDocument/2006/relationships" xmlns:a="http://schemas.openxmlformats.org/drawingml/2006/main" r:embed="R7385bcc13f4041e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9485B4-DE7A-441F-B792-1530B4C7606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C694388-4900-4550-AE2B-29B00B0267E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94F5ABE-2B2E-4233-A86C-1C324540CB2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4E84B82-450C-4FD0-9D55-6FB82919E8F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1B89656-4569-46C4-B66C-7B2208ED5B8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7E0A1B13-59AF-429F-9419-71856387A5F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6BD3ACE3-89E6-43C1-81C8-099F667A5AB2}"/>
              </a:ext>
            </a:extLst>
          </p:cNvPr>
          <p:cNvPicPr>
            <a:picLocks xmlns:a="http://schemas.openxmlformats.org/drawingml/2006/main" noChangeAspect="1"/>
          </p:cNvPicPr>
          <p:nvPr/>
        </p:nvPicPr>
        <p:blipFill>
          <a:blip xmlns:r="http://schemas.openxmlformats.org/officeDocument/2006/relationships" xmlns:a="http://schemas.openxmlformats.org/drawingml/2006/main" r:embed="R69062b4de8934127"/>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4A81766-87B1-461D-A389-FE4C4ACD0B80}"/>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D119CA7-75F8-4784-A6F1-1238A542E693}"/>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A09776BD-0871-4E87-80D5-971319525FD1}"/>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FE9567C-76D6-4029-B1AE-26AD9B631C20}"/>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A23C023F-9B5C-49B3-ABD7-8F06B733EE93}"/>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BA319423-0C57-43CC-9075-99678BA4D330}"/>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933756949"/>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A369D6AB-BAB5-4310-BC8C-19B944107D26}"/>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BBCC1043-E3A7-4D60-9BBE-3CAE6F564BD6}"/>
              </a:ext>
            </a:extLst>
          </p:cNvPr>
          <p:cNvPicPr>
            <a:picLocks xmlns:a="http://schemas.openxmlformats.org/drawingml/2006/main" noChangeAspect="1"/>
          </p:cNvPicPr>
          <p:nvPr/>
        </p:nvPicPr>
        <p:blipFill>
          <a:blip xmlns:r="http://schemas.openxmlformats.org/officeDocument/2006/relationships" xmlns:a="http://schemas.openxmlformats.org/drawingml/2006/main" r:embed="Rb77487f5533f45f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4E7C12-3E2A-4763-966C-F740A06FAE1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58F8EC-B6A9-45AB-98C8-31FE52FB812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DC523651-7BE4-4F9A-B593-49C93542E3D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21341C5-308D-468E-B0AE-78DE3C27F66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B86E732-D916-4CD3-92B0-4BF0EE825B6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67211C3D-F1F6-41DE-80DB-1B47A98B77CD}"/>
              </a:ext>
            </a:extLst>
          </p:cNvPr>
          <p:cNvPicPr>
            <a:picLocks xmlns:a="http://schemas.openxmlformats.org/drawingml/2006/main" noChangeAspect="1"/>
          </p:cNvPicPr>
          <p:nvPr/>
        </p:nvPicPr>
        <p:blipFill>
          <a:blip xmlns:r="http://schemas.openxmlformats.org/officeDocument/2006/relationships" xmlns:a="http://schemas.openxmlformats.org/drawingml/2006/main" r:embed="R5f106caaa4da4dcc"/>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9B83950-6E98-4638-B958-D7609E3313E8}"/>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10EA60C1-D400-4B2A-AC01-7942F3BF0BF6}"/>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62B15149-8377-4B6A-962E-07EDB3A02B9D}"/>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5F1076D0-FB6F-4B6F-A528-F168B475146C}"/>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34E6482C-0D4F-4960-9EDF-7F47BF28A7CE}"/>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E58DB415-16DD-467F-83A8-5EFDB5176C15}"/>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745827CA-C0B8-47BE-A7B3-954EB68CF6E6}"/>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221671165"/>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0C168DB8-1E13-4E64-BB2A-F1EF916ADF06}"/>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238395A-8F3A-446D-AAEC-2579C5F87989}"/>
              </a:ext>
            </a:extLst>
          </p:cNvPr>
          <p:cNvPicPr>
            <a:picLocks xmlns:a="http://schemas.openxmlformats.org/drawingml/2006/main" noChangeAspect="1"/>
          </p:cNvPicPr>
          <p:nvPr/>
        </p:nvPicPr>
        <p:blipFill>
          <a:blip xmlns:r="http://schemas.openxmlformats.org/officeDocument/2006/relationships" xmlns:a="http://schemas.openxmlformats.org/drawingml/2006/main" r:embed="R1e3f3c7dc80d4ce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CFD7162-AD1B-4E5F-B88A-828E4D3529C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BB108E-C035-4DD2-AC9C-4FE023B16C7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F75C38B-B35A-4219-A5CE-F1CC72281B5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E970410-B8C2-42BA-9EB2-4BA63767A59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84C4326-ECBC-464D-88D0-A65DDBF70D3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656960C5-CFB3-47F1-BF5D-BCAEEB3CF398}"/>
              </a:ext>
            </a:extLst>
          </p:cNvPr>
          <p:cNvPicPr>
            <a:picLocks xmlns:a="http://schemas.openxmlformats.org/drawingml/2006/main" noChangeAspect="1"/>
          </p:cNvPicPr>
          <p:nvPr/>
        </p:nvPicPr>
        <p:blipFill>
          <a:blip xmlns:r="http://schemas.openxmlformats.org/officeDocument/2006/relationships" xmlns:a="http://schemas.openxmlformats.org/drawingml/2006/main" r:embed="R9754d16e0f3444f5"/>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561D0096-43FC-41E4-B49D-253ED158D6C5}"/>
              </a:ext>
            </a:extLst>
          </p:cNvPr>
          <p:cNvPicPr>
            <a:picLocks xmlns:a="http://schemas.openxmlformats.org/drawingml/2006/main" noChangeAspect="1"/>
          </p:cNvPicPr>
          <p:nvPr/>
        </p:nvPicPr>
        <p:blipFill>
          <a:blip xmlns:r="http://schemas.openxmlformats.org/officeDocument/2006/relationships" xmlns:a="http://schemas.openxmlformats.org/drawingml/2006/main" r:embed="R776bd49f726e43d0"/>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8F430AC-E3BA-4927-AA3F-080722C0B86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1F03D1CF-23EC-42AE-BD0E-0028F0BB4FBC}"/>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8B15D50B-EC85-437E-8F31-F6F6E25B3E2D}"/>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5257C36E-021A-4431-9F20-17D3071B99A9}"/>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C80AC8AA-1359-4435-ABE4-8E26E94A58EE}"/>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560820B3-0949-49E8-9B67-882AF0EB2DAB}"/>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text">
            <a:extLst xmlns:a="http://schemas.openxmlformats.org/drawingml/2006/main">
              <a:ext uri="{FF2B5EF4-FFF2-40B4-BE49-F238E27FC236}">
                <a16:creationId xmlns:a16="http://schemas.microsoft.com/office/drawing/2014/main" id="{DF40671E-2DB0-4FA8-9C97-2B493FB26EE6}"/>
              </a:ext>
            </a:extLst>
          </p:cNvPr>
          <p:cNvSpPr>
            <a:spLocks xmlns:a="http://schemas.openxmlformats.org/drawingml/2006/main" noGrp="1"/>
          </p:cNvSpPr>
          <p:nvPr/>
        </p:nvSpPr>
        <p:spPr>
          <a:xfrm xmlns:a="http://schemas.openxmlformats.org/drawingml/2006/main">
            <a:off x="1905000" y="8096250"/>
            <a:ext cx="1447800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492275645"/>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44C81EB3-5D9F-488E-A7C0-2F46158AA73F}"/>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D8177094-0BD2-4409-B0DD-D27C6059F0C9}"/>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70811B1B-9842-4B21-B401-8BE6E58A6C3E}"/>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68201DD3-EC2B-4A88-A31E-6F91BE2AA7B4}"/>
              </a:ext>
            </a:extLst>
          </p:cNvPr>
          <p:cNvPicPr>
            <a:picLocks xmlns:a="http://schemas.openxmlformats.org/drawingml/2006/main" noChangeAspect="1"/>
          </p:cNvPicPr>
          <p:nvPr/>
        </p:nvPicPr>
        <p:blipFill>
          <a:blip xmlns:r="http://schemas.openxmlformats.org/officeDocument/2006/relationships" xmlns:a="http://schemas.openxmlformats.org/drawingml/2006/main" r:embed="R84b15c38b31741d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C4449C-9D09-462D-8AB8-94E047C9F41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A6F7CF-5805-4986-A0B6-E3516F1C6A9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7D0D5C0-A83B-4880-878A-CF0975E60422}"/>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7C4490B-7FE9-451B-BD58-08F7DEED1FA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C5144E7C-9F1F-4AB3-A5DE-16891BD5647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01032161-E55F-4914-BB13-85A8B2F8C38F}"/>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6E5837E8-4980-4913-87ED-4ECD30820959}"/>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DE7C6F8C-6C3A-42E3-904F-4D47BBD3553A}"/>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18163BD8-4147-4EBB-A067-6520ABBAD9A9}"/>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49CF2A21-2CC8-4368-8EDE-EFAFBE40FB4F}"/>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33B5ED28-4D18-49DC-89DD-3C484F641969}"/>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3B9D385A-584E-45EF-A616-9A095BFF6E47}"/>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E610A701-D50C-41D3-9A80-2CFA06DF1AE4}"/>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EA3C3945-034B-482E-9BDA-CC8049177A33}"/>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3849ADF6-5EA5-42C5-AC55-4B584601A13E}"/>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596228057"/>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4748490-54C7-4459-B17C-6ED1E8FCB913}"/>
              </a:ext>
            </a:extLst>
          </p:cNvPr>
          <p:cNvPicPr>
            <a:picLocks xmlns:a="http://schemas.openxmlformats.org/drawingml/2006/main" noChangeAspect="1"/>
          </p:cNvPicPr>
          <p:nvPr/>
        </p:nvPicPr>
        <p:blipFill>
          <a:blip xmlns:r="http://schemas.openxmlformats.org/officeDocument/2006/relationships" xmlns:a="http://schemas.openxmlformats.org/drawingml/2006/main" r:embed="R5f81150d83f04d7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7E896D2-8574-4E49-8203-82BC4F30A60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57C8C594-FF20-4E79-845B-54A2AA67160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59C2744-C7CA-4C81-A052-58FA6153568F}"/>
              </a:ext>
            </a:extLst>
          </p:cNvPr>
          <p:cNvPicPr>
            <a:picLocks xmlns:a="http://schemas.openxmlformats.org/drawingml/2006/main" noChangeAspect="1"/>
          </p:cNvPicPr>
          <p:nvPr/>
        </p:nvPicPr>
        <p:blipFill>
          <a:blip xmlns:r="http://schemas.openxmlformats.org/officeDocument/2006/relationships" xmlns:a="http://schemas.openxmlformats.org/drawingml/2006/main" r:embed="R6823d79cb2994ed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7CCE41AB-9196-467D-B593-59B535A4255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D4254309-880F-4817-8712-6E0B2D13EBF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A22A8ABF-DF42-4796-8E10-5645896CB1C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5D3206DF-232B-46B0-A9F4-8537825C50F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738259060"/>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EA5146B6-384F-4560-AD59-D9E3AF0ED5AE}"/>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C17FA183-B668-4093-8C6A-0599F249E79C}"/>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3494F38-E65A-41F3-A7F7-2485122799E2}"/>
              </a:ext>
            </a:extLst>
          </p:cNvPr>
          <p:cNvPicPr>
            <a:picLocks xmlns:a="http://schemas.openxmlformats.org/drawingml/2006/main" noChangeAspect="1"/>
          </p:cNvPicPr>
          <p:nvPr/>
        </p:nvPicPr>
        <p:blipFill>
          <a:blip xmlns:r="http://schemas.openxmlformats.org/officeDocument/2006/relationships" xmlns:a="http://schemas.openxmlformats.org/drawingml/2006/main" r:embed="Rc276e7553a23461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DD4A5A-CF03-40D2-A45E-18AA47D0D05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2EBBA6-A011-4D37-9B7F-8066F8E2260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970A4153-8E4C-430A-8832-2FE831AB85F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27B50D7-D85A-497E-B8B1-E25461B18A5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6B54A2F-FE38-4B3B-8E1D-7C2E4FF7729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D44139B3-632B-4F15-AF9B-AD45F75716F7}"/>
              </a:ext>
            </a:extLst>
          </p:cNvPr>
          <p:cNvPicPr>
            <a:picLocks xmlns:a="http://schemas.openxmlformats.org/drawingml/2006/main" noChangeAspect="1"/>
          </p:cNvPicPr>
          <p:nvPr/>
        </p:nvPicPr>
        <p:blipFill>
          <a:blip xmlns:r="http://schemas.openxmlformats.org/officeDocument/2006/relationships" xmlns:a="http://schemas.openxmlformats.org/drawingml/2006/main" r:embed="Re2bf349db4154943"/>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3DAEF61-6200-4CDA-BDBF-1101DCE45DC3}"/>
              </a:ext>
            </a:extLst>
          </p:cNvPr>
          <p:cNvPicPr>
            <a:picLocks xmlns:a="http://schemas.openxmlformats.org/drawingml/2006/main" noChangeAspect="1"/>
          </p:cNvPicPr>
          <p:nvPr/>
        </p:nvPicPr>
        <p:blipFill>
          <a:blip xmlns:r="http://schemas.openxmlformats.org/officeDocument/2006/relationships" xmlns:a="http://schemas.openxmlformats.org/drawingml/2006/main" r:embed="R0f307375a8aa4916"/>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000A3428-DF0A-448C-BE6D-F83A0F4F7512}"/>
              </a:ext>
            </a:extLst>
          </p:cNvPr>
          <p:cNvPicPr>
            <a:picLocks xmlns:a="http://schemas.openxmlformats.org/drawingml/2006/main" noChangeAspect="1"/>
          </p:cNvPicPr>
          <p:nvPr/>
        </p:nvPicPr>
        <p:blipFill>
          <a:blip xmlns:r="http://schemas.openxmlformats.org/officeDocument/2006/relationships" xmlns:a="http://schemas.openxmlformats.org/drawingml/2006/main" r:embed="R4927d78abc88452d"/>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E4AC57F0-7C65-416D-AA9C-94753D205A69}"/>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929B1924-7BBD-4AA4-A7FA-75D38586AF5F}"/>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838696870"/>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D47F5B32-CB59-42E6-99A4-1371F48035A9}"/>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BCFF43B7-AECE-4F28-904D-205B076EA65B}"/>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7C4A53DE-1317-4CD0-8B8B-B9FB71972286}"/>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0AF06A3-E81E-4807-BC8B-DDC288EAD3C1}"/>
              </a:ext>
            </a:extLst>
          </p:cNvPr>
          <p:cNvPicPr>
            <a:picLocks xmlns:a="http://schemas.openxmlformats.org/drawingml/2006/main" noChangeAspect="1"/>
          </p:cNvPicPr>
          <p:nvPr/>
        </p:nvPicPr>
        <p:blipFill>
          <a:blip xmlns:r="http://schemas.openxmlformats.org/officeDocument/2006/relationships" xmlns:a="http://schemas.openxmlformats.org/drawingml/2006/main" r:embed="R27a4ea7da42342b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EB5841-B25F-4B4F-8318-771268728B0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366990-23F6-4933-8717-EAA376A6210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2561CFD0-5E42-45DD-8001-ED6C4A07434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B36145F-DA0E-45B3-B2BE-720C1D0E585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C8051C85-3847-4867-9974-1CF3D9044D1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ADB16E17-EE05-4D1A-8862-17CA92207E8D}"/>
              </a:ext>
            </a:extLst>
          </p:cNvPr>
          <p:cNvPicPr>
            <a:picLocks xmlns:a="http://schemas.openxmlformats.org/drawingml/2006/main" noChangeAspect="1"/>
          </p:cNvPicPr>
          <p:nvPr/>
        </p:nvPicPr>
        <p:blipFill>
          <a:blip xmlns:r="http://schemas.openxmlformats.org/officeDocument/2006/relationships" xmlns:a="http://schemas.openxmlformats.org/drawingml/2006/main" r:embed="R8f5f9c44354e4dfc"/>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67440C15-A513-4C44-8579-6CBD799460B8}"/>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A8734402-5043-4D2C-8085-BF347C4446E4}"/>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A30D2666-4D4D-4C4D-9E37-09B2CF431E69}"/>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973310B6-6B60-4587-B665-7C69521021C5}"/>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39A0F139-286F-4CC1-B880-FAFE42109B61}"/>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588540906"/>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BBB4BFBF-8261-47A6-8FDC-E765941F1C98}"/>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D670E5B6-FF1A-430E-ABDC-134AB4222B65}"/>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C9015B6A-E52B-4968-A68A-02328285B3C2}"/>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30AC0B4-D242-454B-9BE7-119FCCC97EB8}"/>
              </a:ext>
            </a:extLst>
          </p:cNvPr>
          <p:cNvPicPr>
            <a:picLocks xmlns:a="http://schemas.openxmlformats.org/drawingml/2006/main" noChangeAspect="1"/>
          </p:cNvPicPr>
          <p:nvPr/>
        </p:nvPicPr>
        <p:blipFill>
          <a:blip xmlns:r="http://schemas.openxmlformats.org/officeDocument/2006/relationships" xmlns:a="http://schemas.openxmlformats.org/drawingml/2006/main" r:embed="Rb4b5fec668e341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2387E5-4C6E-4DEF-8544-D13188BFC37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13D2817-39E4-4A1D-B49A-0FCFE93AA01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09461C46-C5A9-4E98-8F55-1D20E9D3D59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F3B8BE1-4C0C-448B-8836-AB09389C652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D81E06F-159C-4A05-AC6A-08860C350F2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6A69341E-6CFB-4C99-B88D-F393569176AD}"/>
              </a:ext>
            </a:extLst>
          </p:cNvPr>
          <p:cNvPicPr>
            <a:picLocks xmlns:a="http://schemas.openxmlformats.org/drawingml/2006/main" noChangeAspect="1"/>
          </p:cNvPicPr>
          <p:nvPr/>
        </p:nvPicPr>
        <p:blipFill>
          <a:blip xmlns:r="http://schemas.openxmlformats.org/officeDocument/2006/relationships" xmlns:a="http://schemas.openxmlformats.org/drawingml/2006/main" r:embed="R36985ed2d18c426e"/>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5F387C63-363C-41CA-B8EA-DB8716462CBC}"/>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DB189945-3ACE-4E7E-8076-704971EB66EE}"/>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DCA1708C-11B6-4748-8784-051D1EC6BBD1}"/>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436DA584-6A19-438A-9745-F982049DCEC6}"/>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71881D60-5DAF-4625-B45A-0FDA9398BAB1}"/>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D5E87EF2-7EAE-4278-A6F0-A83C9027AA10}"/>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F662BF27-97BE-4B44-B68B-3BDE563FD8F5}"/>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CC124DE7-DE2D-4BC4-BE2D-2C2FF37D6F34}"/>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3CA59528-F9CC-4BFC-AF07-29E543E41D5E}"/>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307F20D7-3617-4277-AA21-5069997247ED}"/>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1007889551"/>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C00A291-ED76-4B89-ABD5-7D44CC8B46EF}"/>
              </a:ext>
            </a:extLst>
          </p:cNvPr>
          <p:cNvPicPr>
            <a:picLocks xmlns:a="http://schemas.openxmlformats.org/drawingml/2006/main" noChangeAspect="1"/>
          </p:cNvPicPr>
          <p:nvPr/>
        </p:nvPicPr>
        <p:blipFill>
          <a:blip xmlns:r="http://schemas.openxmlformats.org/officeDocument/2006/relationships" xmlns:a="http://schemas.openxmlformats.org/drawingml/2006/main" r:embed="R421f664909ec465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FADE94-DA75-4613-ADFE-69F0065D112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9BE98DF-4234-43C6-8EB6-AA234B845A5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3E43A4AD-F13E-4F83-AF7B-EC0E74C66B1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4CC51DB-F94F-4472-9B76-F78A4EF16D7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294277D-A6B8-442C-B8FE-E3B3CCB07D5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87B9643A-8EC4-433D-A7B1-F44AE3C21CA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1ADF3BA-6DBD-4B00-BF9E-2E2AD334E74E}"/>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CE32A4E-3688-49F0-930B-CC8E83A43BF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F3CEC13-6DA7-4ECE-B673-19C827711E8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4939B89-F42D-4175-9300-994323DC6607}"/>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16A1218-77D1-44C7-A3DA-FDFF9B5E82CE}"/>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303016107"/>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D8FD7E61-7B8B-418D-9858-B22E3E2DB136}"/>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8C5D337-6A66-4265-BA6A-E42B058BA6FD}"/>
              </a:ext>
            </a:extLst>
          </p:cNvPr>
          <p:cNvPicPr>
            <a:picLocks xmlns:a="http://schemas.openxmlformats.org/drawingml/2006/main" noChangeAspect="1"/>
          </p:cNvPicPr>
          <p:nvPr/>
        </p:nvPicPr>
        <p:blipFill>
          <a:blip xmlns:r="http://schemas.openxmlformats.org/officeDocument/2006/relationships" xmlns:a="http://schemas.openxmlformats.org/drawingml/2006/main" r:embed="Re0c4cb4da27c4df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C91FCF-F47F-4C1B-A942-A7CCC7A1BA3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4B65F7-6F3B-460F-8AC6-4837516ABDF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89CE02C5-9C18-4A80-B685-B8D2509AB4E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99892F0-5018-42B3-BF63-EDFC568308F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628D0C0-075F-4BE0-9572-57702FC193D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486C92E6-3AC6-4395-AC8E-34F2D2FB7A35}"/>
              </a:ext>
            </a:extLst>
          </p:cNvPr>
          <p:cNvPicPr>
            <a:picLocks xmlns:a="http://schemas.openxmlformats.org/drawingml/2006/main" noChangeAspect="1"/>
          </p:cNvPicPr>
          <p:nvPr/>
        </p:nvPicPr>
        <p:blipFill>
          <a:blip xmlns:r="http://schemas.openxmlformats.org/officeDocument/2006/relationships" xmlns:a="http://schemas.openxmlformats.org/drawingml/2006/main" r:embed="Rf483fb26778d4848"/>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AC1C939-04A6-4930-B8E6-8B72E8C39C50}"/>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837894205"/>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57608E6-E642-41B4-9A80-8EF91925D6E6}"/>
              </a:ext>
            </a:extLst>
          </p:cNvPr>
          <p:cNvPicPr>
            <a:picLocks xmlns:a="http://schemas.openxmlformats.org/drawingml/2006/main" noChangeAspect="1"/>
          </p:cNvPicPr>
          <p:nvPr/>
        </p:nvPicPr>
        <p:blipFill>
          <a:blip xmlns:r="http://schemas.openxmlformats.org/officeDocument/2006/relationships" xmlns:a="http://schemas.openxmlformats.org/drawingml/2006/main" r:embed="R020d958199ea4ae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5E06EA9-8DC1-4EF9-A3BC-9D28C5DE1D8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AD6315-8674-4F96-B414-B3093435A7A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43DE5681-90FE-468F-88A0-4C5B777D739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1CFB790-7E6D-4D2C-BB4B-5052D00C6A0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6B8B7DC-CC45-40E1-8436-A4F35344666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7D40F9B0-6D65-4A11-A72C-6386B1B0807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EADC8C6-BF3C-4410-B763-16AB1FBC9266}"/>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5B6D272-3282-40FF-8A76-6732C98E1CE5}"/>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14FD242-33C0-4E07-A570-EF662ADC982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09AEA20-E504-4333-82F1-3079BB258C0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B519824-262C-4F52-B48C-8BEF0E0C28B0}"/>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449757552"/>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547132C2-B63A-43E7-9271-58903204441C}"/>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8692695-3D8A-4F82-AAAF-64AF93A0A767}"/>
              </a:ext>
            </a:extLst>
          </p:cNvPr>
          <p:cNvPicPr>
            <a:picLocks xmlns:a="http://schemas.openxmlformats.org/drawingml/2006/main" noChangeAspect="1"/>
          </p:cNvPicPr>
          <p:nvPr/>
        </p:nvPicPr>
        <p:blipFill>
          <a:blip xmlns:r="http://schemas.openxmlformats.org/officeDocument/2006/relationships" xmlns:a="http://schemas.openxmlformats.org/drawingml/2006/main" r:embed="R86148c1bb64345f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F7C2489-E707-4921-B7E6-916F669AB2C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A302293-A5B3-4361-81A4-045E6D8DE21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062D3787-E900-4073-9D5A-6108FCCE2AB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F997801-1A36-4521-B9C7-3DD8B1DE7BB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8E09FC2-103D-41FF-8313-2C81FBEF495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B6E9362E-FCB2-4067-ACD5-1D38A2F59CD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1C57AD6B-FE66-495D-A81D-99674FA40C4C}"/>
              </a:ext>
            </a:extLst>
          </p:cNvPr>
          <p:cNvPicPr>
            <a:picLocks xmlns:a="http://schemas.openxmlformats.org/drawingml/2006/main" noChangeAspect="1"/>
          </p:cNvPicPr>
          <p:nvPr/>
        </p:nvPicPr>
        <p:blipFill>
          <a:blip xmlns:r="http://schemas.openxmlformats.org/officeDocument/2006/relationships" xmlns:a="http://schemas.openxmlformats.org/drawingml/2006/main" r:embed="R7b985689f7c54b6b"/>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DAAA91ED-FB44-426E-ACAF-B429E7CEADE8}"/>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DD1D9B61-CB4C-4F4E-B2FC-F188B22A7AC3}"/>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AA8371CE-F9A5-4037-A62D-BDA677699D21}"/>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7934E077-9DF8-4A44-9D59-A1D39602CC90}"/>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463906991"/>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E7CE605-C6CC-42F4-B4D2-B16415BABC80}"/>
              </a:ext>
            </a:extLst>
          </p:cNvPr>
          <p:cNvPicPr>
            <a:picLocks xmlns:a="http://schemas.openxmlformats.org/drawingml/2006/main" noChangeAspect="1"/>
          </p:cNvPicPr>
          <p:nvPr/>
        </p:nvPicPr>
        <p:blipFill>
          <a:blip xmlns:r="http://schemas.openxmlformats.org/officeDocument/2006/relationships" xmlns:a="http://schemas.openxmlformats.org/drawingml/2006/main" r:embed="Rcad3a4cd1749481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340F06-CA4F-41B3-B54B-22406A66DF5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CFCE7E-396D-443E-897E-D90DB76EF98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7D6CDF6F-3832-46DD-971B-15D928513F3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F3A7D60B-42A9-4360-8CBC-AB5FA1A7635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3C7B365B-F7EE-4EEE-96C6-15431E8A8CF4}"/>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FB2128D0-FB73-40BE-AF51-AF7A8157E1EC}"/>
              </a:ext>
            </a:extLst>
          </p:cNvPr>
          <p:cNvPicPr>
            <a:picLocks xmlns:a="http://schemas.openxmlformats.org/drawingml/2006/main" noChangeAspect="1"/>
          </p:cNvPicPr>
          <p:nvPr/>
        </p:nvPicPr>
        <p:blipFill>
          <a:blip xmlns:r="http://schemas.openxmlformats.org/officeDocument/2006/relationships" xmlns:a="http://schemas.openxmlformats.org/drawingml/2006/main" r:embed="R9fb7952e45474cf9"/>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EFBEAA3-93C5-413E-A30D-15BEE1537D49}"/>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E7BF6276-3701-45E1-A3DC-6ACBCBE37C84}"/>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ADA5E7ED-A356-415A-8A4C-48EC14099314}"/>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25F68A71-8A80-4CAE-BB4A-278E2CF85DA3}"/>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E1B22352-BAE0-4C2C-9D52-E0C915EA0F98}"/>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784CD3CB-9AB4-4828-A8FA-05C5E3A17254}"/>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0D270110-E15B-46F7-89B2-78144EAF3C0E}"/>
              </a:ext>
            </a:extLst>
          </p:cNvPr>
          <p:cNvPicPr>
            <a:picLocks xmlns:a="http://schemas.openxmlformats.org/drawingml/2006/main" noChangeAspect="1"/>
          </p:cNvPicPr>
          <p:nvPr/>
        </p:nvPicPr>
        <p:blipFill>
          <a:blip xmlns:r="http://schemas.openxmlformats.org/officeDocument/2006/relationships" xmlns:a="http://schemas.openxmlformats.org/drawingml/2006/main" r:embed="Rcf04af806ce6486b"/>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8D64466F-337E-4E65-823E-9FF4CD1ADF25}"/>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8788B745-1196-47AB-B993-ACA7A6F8A68B}"/>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FD3E9505-6B74-4150-BB8E-73A29CF748AF}"/>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D94ECD35-DBBE-4DAC-BF15-9406F77774FB}"/>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17C901B4-BB3A-4DE8-B7B6-61EACDF131D5}"/>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239BD147-5A9A-407B-93EB-ED4CEF537A1F}"/>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2B9BE1EC-A961-4C54-8F18-9C590E2DDC3C}"/>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DCDA85F2-AEC4-4DD3-BC76-4833726E6808}"/>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CFA3413C-482B-400F-A1A7-10879937F134}"/>
              </a:ext>
            </a:extLst>
          </p:cNvPr>
          <p:cNvPicPr>
            <a:picLocks xmlns:a="http://schemas.openxmlformats.org/drawingml/2006/main" noChangeAspect="1"/>
          </p:cNvPicPr>
          <p:nvPr/>
        </p:nvPicPr>
        <p:blipFill>
          <a:blip xmlns:r="http://schemas.openxmlformats.org/officeDocument/2006/relationships" xmlns:a="http://schemas.openxmlformats.org/drawingml/2006/main" r:embed="Ra8e5084f29be43a1"/>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908566306"/>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0C34D79B-8DDA-489D-80F5-C25DDE5F1D30}"/>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5E7333E3-E646-4327-95A6-C0CD5D462750}"/>
              </a:ext>
            </a:extLst>
          </p:cNvPr>
          <p:cNvPicPr>
            <a:picLocks xmlns:a="http://schemas.openxmlformats.org/drawingml/2006/main" noChangeAspect="1"/>
          </p:cNvPicPr>
          <p:nvPr/>
        </p:nvPicPr>
        <p:blipFill>
          <a:blip xmlns:r="http://schemas.openxmlformats.org/officeDocument/2006/relationships" xmlns:a="http://schemas.openxmlformats.org/drawingml/2006/main" r:embed="R2acc31ffe99e4db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84A1E26-9426-474D-B7CB-16D09550D7D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458901-84DF-4C65-86CE-B76E0224D14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10F3C87-7EC8-4C55-B47F-7AD30E60EA6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D7005D8E-7019-48C1-A22C-F946C51EA804}"/>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EBB2A6E3-4550-4D65-97AC-1870CB59A4F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19087546-BF16-42B4-8AD6-5A0E9D089322}"/>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75DAEEF1-E5E3-4D2A-AE69-A738DDF87082}"/>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4E7EBDD6-5B14-4B68-B4EB-3D099CDD4515}"/>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9B18DFA3-4D80-4B15-93E9-E8FBF0C96D48}"/>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43327C57-8681-421B-89D3-44587C8EBC7E}"/>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9F75C896-B133-4A3C-9E19-A267A7B18929}"/>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8D88D97B-F6AF-4EE0-8783-D51E53C6E7B6}"/>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D9A78085-A923-4A24-9801-35B5C23E61D1}"/>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5CBA36FD-654C-430B-AB41-71064BC4EB47}"/>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6817782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2026-10-28T23:10:41.1990000Z</dcterms:created>
  <dcterms:modified xsi:type="dcterms:W3CDTF">2026-10-28T23:10:41.1990000Z</dcterms:modified>
</coreProperties>
</file>