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2f3618b6f34044" /><Relationship Type="http://schemas.openxmlformats.org/officeDocument/2006/relationships/extended-properties" Target="/docProps/app.xml" Id="R41fd4bc9822b41d8" /><Relationship Type="http://schemas.openxmlformats.org/officeDocument/2006/relationships/officeDocument" Target="/ppt/presentation.xml" Id="Re3211cc1c7ea465a" /></Relationships>
</file>

<file path=ppt/presentation.xml><?xml version="1.0" encoding="utf-8"?>
<p:presentation xmlns:p="http://schemas.openxmlformats.org/presentationml/2006/main">
  <p:sldMasterIdLst>
    <p:sldMasterId xmlns:r="http://schemas.openxmlformats.org/officeDocument/2006/relationships" id="2147483648" r:id="Ra952162c9db544a3"/>
  </p:sldMasterIdLst>
  <p:notesMasterIdLst>
    <p:notesMasterId xmlns:r="http://schemas.openxmlformats.org/officeDocument/2006/relationships" r:id="R91ff535413e64869"/>
  </p:notesMasterIdLst>
  <p:sldIdLst>
    <p:sldId xmlns:r="http://schemas.openxmlformats.org/officeDocument/2006/relationships" id="256" r:id="R746f2aa347044a7e"/>
    <p:sldId xmlns:r="http://schemas.openxmlformats.org/officeDocument/2006/relationships" id="257" r:id="R8d673899fa074845"/>
    <p:sldId xmlns:r="http://schemas.openxmlformats.org/officeDocument/2006/relationships" id="258" r:id="Re29e3d9547734ec2"/>
    <p:sldId xmlns:r="http://schemas.openxmlformats.org/officeDocument/2006/relationships" id="259" r:id="R6432fc1077b74ab8"/>
    <p:sldId xmlns:r="http://schemas.openxmlformats.org/officeDocument/2006/relationships" id="260" r:id="R642678894c104700"/>
    <p:sldId xmlns:r="http://schemas.openxmlformats.org/officeDocument/2006/relationships" id="261" r:id="R5e23bfeeebed4c00"/>
    <p:sldId xmlns:r="http://schemas.openxmlformats.org/officeDocument/2006/relationships" id="262" r:id="R47ddcc341aba4fac"/>
    <p:sldId xmlns:r="http://schemas.openxmlformats.org/officeDocument/2006/relationships" id="263" r:id="R1b55922f56924d86"/>
    <p:sldId xmlns:r="http://schemas.openxmlformats.org/officeDocument/2006/relationships" id="264" r:id="R0579a37f773e49b2"/>
    <p:sldId xmlns:r="http://schemas.openxmlformats.org/officeDocument/2006/relationships" id="265" r:id="R43fe020fbb894d9b"/>
    <p:sldId xmlns:r="http://schemas.openxmlformats.org/officeDocument/2006/relationships" id="266" r:id="R66c545076e4d4c93"/>
    <p:sldId xmlns:r="http://schemas.openxmlformats.org/officeDocument/2006/relationships" id="267" r:id="R694ca393b376479a"/>
    <p:sldId xmlns:r="http://schemas.openxmlformats.org/officeDocument/2006/relationships" id="268" r:id="R396565f2affa41d8"/>
    <p:sldId xmlns:r="http://schemas.openxmlformats.org/officeDocument/2006/relationships" id="269" r:id="R00d46814d94d4679"/>
    <p:sldId xmlns:r="http://schemas.openxmlformats.org/officeDocument/2006/relationships" id="270" r:id="Rcc3b2380605c446a"/>
    <p:sldId xmlns:r="http://schemas.openxmlformats.org/officeDocument/2006/relationships" id="271" r:id="Rf381a45da07a4637"/>
    <p:sldId xmlns:r="http://schemas.openxmlformats.org/officeDocument/2006/relationships" id="272" r:id="R1e9fc91a72aa4a94"/>
    <p:sldId xmlns:r="http://schemas.openxmlformats.org/officeDocument/2006/relationships" id="273" r:id="Refc51c4b06184685"/>
    <p:sldId xmlns:r="http://schemas.openxmlformats.org/officeDocument/2006/relationships" id="274" r:id="Rcc329cf31e854592"/>
    <p:sldId xmlns:r="http://schemas.openxmlformats.org/officeDocument/2006/relationships" id="275" r:id="R927b1a0a62b14f00"/>
    <p:sldId xmlns:r="http://schemas.openxmlformats.org/officeDocument/2006/relationships" id="276" r:id="R30aed344bb8749c5"/>
    <p:sldId xmlns:r="http://schemas.openxmlformats.org/officeDocument/2006/relationships" id="277" r:id="R763f6860fa124c1b"/>
    <p:sldId xmlns:r="http://schemas.openxmlformats.org/officeDocument/2006/relationships" id="278" r:id="R00970b4bab1d4041"/>
    <p:sldId xmlns:r="http://schemas.openxmlformats.org/officeDocument/2006/relationships" id="279" r:id="R43a9e2c09c5a4d3b"/>
    <p:sldId xmlns:r="http://schemas.openxmlformats.org/officeDocument/2006/relationships" id="280" r:id="Rc6bb4223c3b94e9b"/>
    <p:sldId xmlns:r="http://schemas.openxmlformats.org/officeDocument/2006/relationships" id="281" r:id="R8a6c9964897840f6"/>
    <p:sldId xmlns:r="http://schemas.openxmlformats.org/officeDocument/2006/relationships" id="282" r:id="R240685f0d6354c3e"/>
    <p:sldId xmlns:r="http://schemas.openxmlformats.org/officeDocument/2006/relationships" id="283" r:id="Rec84a52511134ec7"/>
    <p:sldId xmlns:r="http://schemas.openxmlformats.org/officeDocument/2006/relationships" id="284" r:id="R6aa81544402749b8"/>
    <p:sldId xmlns:r="http://schemas.openxmlformats.org/officeDocument/2006/relationships" id="285" r:id="Rc85fb12d81ef42d3"/>
    <p:sldId xmlns:r="http://schemas.openxmlformats.org/officeDocument/2006/relationships" id="286" r:id="R66516bd40c984c58"/>
    <p:sldId xmlns:r="http://schemas.openxmlformats.org/officeDocument/2006/relationships" id="287" r:id="R771737c2c19b4e10"/>
    <p:sldId xmlns:r="http://schemas.openxmlformats.org/officeDocument/2006/relationships" id="288" r:id="R6b35b34874654b26"/>
    <p:sldId xmlns:r="http://schemas.openxmlformats.org/officeDocument/2006/relationships" id="289" r:id="R6c45821c3c66441d"/>
    <p:sldId xmlns:r="http://schemas.openxmlformats.org/officeDocument/2006/relationships" id="290" r:id="Red2b10dacbd248a8"/>
    <p:sldId xmlns:r="http://schemas.openxmlformats.org/officeDocument/2006/relationships" id="291" r:id="R8fc840f40f2e4ba4"/>
    <p:sldId xmlns:r="http://schemas.openxmlformats.org/officeDocument/2006/relationships" id="292" r:id="R69fe6846c6784960"/>
    <p:sldId xmlns:r="http://schemas.openxmlformats.org/officeDocument/2006/relationships" id="293" r:id="R941c6a0543074dd9"/>
    <p:sldId xmlns:r="http://schemas.openxmlformats.org/officeDocument/2006/relationships" id="294" r:id="Re788362202ab47f8"/>
    <p:sldId xmlns:r="http://schemas.openxmlformats.org/officeDocument/2006/relationships" id="295" r:id="R756b9b6adafb4c0a"/>
    <p:sldId xmlns:r="http://schemas.openxmlformats.org/officeDocument/2006/relationships" id="296" r:id="R592b3df584ab41bf"/>
    <p:sldId xmlns:r="http://schemas.openxmlformats.org/officeDocument/2006/relationships" id="297" r:id="R2681710ef24946fe"/>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55985bd4004839" /><Relationship Type="http://schemas.openxmlformats.org/officeDocument/2006/relationships/slideMaster" Target="/ppt/slideMasters/slideMaster1.xml" Id="Ra952162c9db544a3" /><Relationship Type="http://schemas.openxmlformats.org/officeDocument/2006/relationships/notesMaster" Target="/ppt/notesMasters/notesMaster1.xml" Id="R91ff535413e64869" /><Relationship Type="http://schemas.openxmlformats.org/officeDocument/2006/relationships/presProps" Target="/ppt/presProps.xml" Id="R87dc15b8a9604862" /><Relationship Type="http://schemas.openxmlformats.org/officeDocument/2006/relationships/tableStyles" Target="/ppt/tableStyles.xml" Id="Rc54af811a4ab4e30" /><Relationship Type="http://schemas.openxmlformats.org/officeDocument/2006/relationships/slide" Target="/ppt/slides/slide1.xml" Id="R746f2aa347044a7e" /><Relationship Type="http://schemas.openxmlformats.org/officeDocument/2006/relationships/slide" Target="/ppt/slides/slide2.xml" Id="R8d673899fa074845" /><Relationship Type="http://schemas.openxmlformats.org/officeDocument/2006/relationships/slide" Target="/ppt/slides/slide3.xml" Id="Re29e3d9547734ec2" /><Relationship Type="http://schemas.openxmlformats.org/officeDocument/2006/relationships/slide" Target="/ppt/slides/slide4.xml" Id="R6432fc1077b74ab8" /><Relationship Type="http://schemas.openxmlformats.org/officeDocument/2006/relationships/slide" Target="/ppt/slides/slide5.xml" Id="R642678894c104700" /><Relationship Type="http://schemas.openxmlformats.org/officeDocument/2006/relationships/slide" Target="/ppt/slides/slide6.xml" Id="R5e23bfeeebed4c00" /><Relationship Type="http://schemas.openxmlformats.org/officeDocument/2006/relationships/slide" Target="/ppt/slides/slide7.xml" Id="R47ddcc341aba4fac" /><Relationship Type="http://schemas.openxmlformats.org/officeDocument/2006/relationships/slide" Target="/ppt/slides/slide8.xml" Id="R1b55922f56924d86" /><Relationship Type="http://schemas.openxmlformats.org/officeDocument/2006/relationships/slide" Target="/ppt/slides/slide9.xml" Id="R0579a37f773e49b2" /><Relationship Type="http://schemas.openxmlformats.org/officeDocument/2006/relationships/slide" Target="/ppt/slides/slide10.xml" Id="R43fe020fbb894d9b" /><Relationship Type="http://schemas.openxmlformats.org/officeDocument/2006/relationships/slide" Target="/ppt/slides/slide11.xml" Id="R66c545076e4d4c93" /><Relationship Type="http://schemas.openxmlformats.org/officeDocument/2006/relationships/slide" Target="/ppt/slides/slide12.xml" Id="R694ca393b376479a" /><Relationship Type="http://schemas.openxmlformats.org/officeDocument/2006/relationships/slide" Target="/ppt/slides/slide13.xml" Id="R396565f2affa41d8" /><Relationship Type="http://schemas.openxmlformats.org/officeDocument/2006/relationships/slide" Target="/ppt/slides/slide14.xml" Id="R00d46814d94d4679" /><Relationship Type="http://schemas.openxmlformats.org/officeDocument/2006/relationships/slide" Target="/ppt/slides/slide15.xml" Id="Rcc3b2380605c446a" /><Relationship Type="http://schemas.openxmlformats.org/officeDocument/2006/relationships/slide" Target="/ppt/slides/slide16.xml" Id="Rf381a45da07a4637" /><Relationship Type="http://schemas.openxmlformats.org/officeDocument/2006/relationships/slide" Target="/ppt/slides/slide17.xml" Id="R1e9fc91a72aa4a94" /><Relationship Type="http://schemas.openxmlformats.org/officeDocument/2006/relationships/slide" Target="/ppt/slides/slide18.xml" Id="Refc51c4b06184685" /><Relationship Type="http://schemas.openxmlformats.org/officeDocument/2006/relationships/slide" Target="/ppt/slides/slide19.xml" Id="Rcc329cf31e854592" /><Relationship Type="http://schemas.openxmlformats.org/officeDocument/2006/relationships/slide" Target="/ppt/slides/slide20.xml" Id="R927b1a0a62b14f00" /><Relationship Type="http://schemas.openxmlformats.org/officeDocument/2006/relationships/slide" Target="/ppt/slides/slide21.xml" Id="R30aed344bb8749c5" /><Relationship Type="http://schemas.openxmlformats.org/officeDocument/2006/relationships/slide" Target="/ppt/slides/slide22.xml" Id="R763f6860fa124c1b" /><Relationship Type="http://schemas.openxmlformats.org/officeDocument/2006/relationships/slide" Target="/ppt/slides/slide23.xml" Id="R00970b4bab1d4041" /><Relationship Type="http://schemas.openxmlformats.org/officeDocument/2006/relationships/slide" Target="/ppt/slides/slide24.xml" Id="R43a9e2c09c5a4d3b" /><Relationship Type="http://schemas.openxmlformats.org/officeDocument/2006/relationships/slide" Target="/ppt/slides/slide25.xml" Id="Rc6bb4223c3b94e9b" /><Relationship Type="http://schemas.openxmlformats.org/officeDocument/2006/relationships/slide" Target="/ppt/slides/slide26.xml" Id="R8a6c9964897840f6" /><Relationship Type="http://schemas.openxmlformats.org/officeDocument/2006/relationships/slide" Target="/ppt/slides/slide27.xml" Id="R240685f0d6354c3e" /><Relationship Type="http://schemas.openxmlformats.org/officeDocument/2006/relationships/slide" Target="/ppt/slides/slide28.xml" Id="Rec84a52511134ec7" /><Relationship Type="http://schemas.openxmlformats.org/officeDocument/2006/relationships/slide" Target="/ppt/slides/slide29.xml" Id="R6aa81544402749b8" /><Relationship Type="http://schemas.openxmlformats.org/officeDocument/2006/relationships/slide" Target="/ppt/slides/slide30.xml" Id="Rc85fb12d81ef42d3" /><Relationship Type="http://schemas.openxmlformats.org/officeDocument/2006/relationships/slide" Target="/ppt/slides/slide31.xml" Id="R66516bd40c984c58" /><Relationship Type="http://schemas.openxmlformats.org/officeDocument/2006/relationships/slide" Target="/ppt/slides/slide32.xml" Id="R771737c2c19b4e10" /><Relationship Type="http://schemas.openxmlformats.org/officeDocument/2006/relationships/slide" Target="/ppt/slides/slide33.xml" Id="R6b35b34874654b26" /><Relationship Type="http://schemas.openxmlformats.org/officeDocument/2006/relationships/slide" Target="/ppt/slides/slide34.xml" Id="R6c45821c3c66441d" /><Relationship Type="http://schemas.openxmlformats.org/officeDocument/2006/relationships/slide" Target="/ppt/slides/slide35.xml" Id="Red2b10dacbd248a8" /><Relationship Type="http://schemas.openxmlformats.org/officeDocument/2006/relationships/slide" Target="/ppt/slides/slide36.xml" Id="R8fc840f40f2e4ba4" /><Relationship Type="http://schemas.openxmlformats.org/officeDocument/2006/relationships/slide" Target="/ppt/slides/slide37.xml" Id="R69fe6846c6784960" /><Relationship Type="http://schemas.openxmlformats.org/officeDocument/2006/relationships/slide" Target="/ppt/slides/slide38.xml" Id="R941c6a0543074dd9" /><Relationship Type="http://schemas.openxmlformats.org/officeDocument/2006/relationships/slide" Target="/ppt/slides/slide39.xml" Id="Re788362202ab47f8" /><Relationship Type="http://schemas.openxmlformats.org/officeDocument/2006/relationships/slide" Target="/ppt/slides/slide40.xml" Id="R756b9b6adafb4c0a" /><Relationship Type="http://schemas.openxmlformats.org/officeDocument/2006/relationships/slide" Target="/ppt/slides/slide41.xml" Id="R592b3df584ab41bf" /><Relationship Type="http://schemas.openxmlformats.org/officeDocument/2006/relationships/slide" Target="/ppt/slides/slide42.xml" Id="R2681710ef24946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8501d70ba248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6854a14068488c" /><Relationship Type="http://schemas.openxmlformats.org/officeDocument/2006/relationships/notesMaster" Target="/ppt/notesMasters/notesMaster1.xml" Id="R43217928ccb948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373b4a1ec04869" /><Relationship Type="http://schemas.openxmlformats.org/officeDocument/2006/relationships/notesMaster" Target="/ppt/notesMasters/notesMaster1.xml" Id="Rbf9ba910b28741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15664aec514c82" /><Relationship Type="http://schemas.openxmlformats.org/officeDocument/2006/relationships/notesMaster" Target="/ppt/notesMasters/notesMaster1.xml" Id="Rc05a736597f243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bcc71469634e1e" /><Relationship Type="http://schemas.openxmlformats.org/officeDocument/2006/relationships/notesMaster" Target="/ppt/notesMasters/notesMaster1.xml" Id="R33ac5ca70bc34a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e86cec1a344687" /><Relationship Type="http://schemas.openxmlformats.org/officeDocument/2006/relationships/notesMaster" Target="/ppt/notesMasters/notesMaster1.xml" Id="Rb9b4b898abdc4d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8e1fca7e6f4f0c" /><Relationship Type="http://schemas.openxmlformats.org/officeDocument/2006/relationships/notesMaster" Target="/ppt/notesMasters/notesMaster1.xml" Id="Rdc932fe946c142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75cb672d794678" /><Relationship Type="http://schemas.openxmlformats.org/officeDocument/2006/relationships/notesMaster" Target="/ppt/notesMasters/notesMaster1.xml" Id="Rbcd44d82a8c645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eeac1243784d60" /><Relationship Type="http://schemas.openxmlformats.org/officeDocument/2006/relationships/notesMaster" Target="/ppt/notesMasters/notesMaster1.xml" Id="R64f8ed58183f4bab"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df04d5abbe4a02" /><Relationship Type="http://schemas.openxmlformats.org/officeDocument/2006/relationships/notesMaster" Target="/ppt/notesMasters/notesMaster1.xml" Id="R6ac041f2ac2348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1afe0ee5af47b1" /><Relationship Type="http://schemas.openxmlformats.org/officeDocument/2006/relationships/notesMaster" Target="/ppt/notesMasters/notesMaster1.xml" Id="Re15e73d98ae7433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5586130eb434860" /><Relationship Type="http://schemas.openxmlformats.org/officeDocument/2006/relationships/notesMaster" Target="/ppt/notesMasters/notesMaster1.xml" Id="R21969e701ffb46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7f0bec4f2644ea2" /><Relationship Type="http://schemas.openxmlformats.org/officeDocument/2006/relationships/notesMaster" Target="/ppt/notesMasters/notesMaster1.xml" Id="R18d354b528a8454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6879ec3b0794a15" /><Relationship Type="http://schemas.openxmlformats.org/officeDocument/2006/relationships/notesMaster" Target="/ppt/notesMasters/notesMaster1.xml" Id="R190d20db0038462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fa73dd0b1a64bbf" /><Relationship Type="http://schemas.openxmlformats.org/officeDocument/2006/relationships/notesMaster" Target="/ppt/notesMasters/notesMaster1.xml" Id="Rdf1eb002205b470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1de0a6f271d4123" /><Relationship Type="http://schemas.openxmlformats.org/officeDocument/2006/relationships/notesMaster" Target="/ppt/notesMasters/notesMaster1.xml" Id="R7b7c65e21ddc4aa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1cc20513c984aba" /><Relationship Type="http://schemas.openxmlformats.org/officeDocument/2006/relationships/notesMaster" Target="/ppt/notesMasters/notesMaster1.xml" Id="R3c1a9fb09686410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0edaaa3b88b4731" /><Relationship Type="http://schemas.openxmlformats.org/officeDocument/2006/relationships/notesMaster" Target="/ppt/notesMasters/notesMaster1.xml" Id="R35de7fb3f3164ad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48b491970214f9e" /><Relationship Type="http://schemas.openxmlformats.org/officeDocument/2006/relationships/notesMaster" Target="/ppt/notesMasters/notesMaster1.xml" Id="R0463acc51e954ae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c8aa53412d14815" /><Relationship Type="http://schemas.openxmlformats.org/officeDocument/2006/relationships/notesMaster" Target="/ppt/notesMasters/notesMaster1.xml" Id="R6123cde00a8c418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847b68b1bbb40af" /><Relationship Type="http://schemas.openxmlformats.org/officeDocument/2006/relationships/notesMaster" Target="/ppt/notesMasters/notesMaster1.xml" Id="Re0cf678444c64d5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9d01e2ed31f4ec6" /><Relationship Type="http://schemas.openxmlformats.org/officeDocument/2006/relationships/notesMaster" Target="/ppt/notesMasters/notesMaster1.xml" Id="R980ecd845d2745e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e2c53318bb04708" /><Relationship Type="http://schemas.openxmlformats.org/officeDocument/2006/relationships/notesMaster" Target="/ppt/notesMasters/notesMaster1.xml" Id="R1f2fa31c90f0439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1eb21882b044199" /><Relationship Type="http://schemas.openxmlformats.org/officeDocument/2006/relationships/notesMaster" Target="/ppt/notesMasters/notesMaster1.xml" Id="R64b915fcac1141c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27623f96f944c38" /><Relationship Type="http://schemas.openxmlformats.org/officeDocument/2006/relationships/notesMaster" Target="/ppt/notesMasters/notesMaster1.xml" Id="Rda2473a20bda49a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f237825bd7a471f" /><Relationship Type="http://schemas.openxmlformats.org/officeDocument/2006/relationships/notesMaster" Target="/ppt/notesMasters/notesMaster1.xml" Id="R8fbf41973077427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7707b10f64343bc" /><Relationship Type="http://schemas.openxmlformats.org/officeDocument/2006/relationships/notesMaster" Target="/ppt/notesMasters/notesMaster1.xml" Id="R07c3a95779284b8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80943f0938e48ea" /><Relationship Type="http://schemas.openxmlformats.org/officeDocument/2006/relationships/notesMaster" Target="/ppt/notesMasters/notesMaster1.xml" Id="R5ef82cd39c0446d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b60ef07c1574249" /><Relationship Type="http://schemas.openxmlformats.org/officeDocument/2006/relationships/notesMaster" Target="/ppt/notesMasters/notesMaster1.xml" Id="R5f119a555db8403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54c9b058a924fbe" /><Relationship Type="http://schemas.openxmlformats.org/officeDocument/2006/relationships/notesMaster" Target="/ppt/notesMasters/notesMaster1.xml" Id="Rf3d017477ad1487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83efe4df6454a59" /><Relationship Type="http://schemas.openxmlformats.org/officeDocument/2006/relationships/notesMaster" Target="/ppt/notesMasters/notesMaster1.xml" Id="R16dd5bf552514da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75100d715654447" /><Relationship Type="http://schemas.openxmlformats.org/officeDocument/2006/relationships/notesMaster" Target="/ppt/notesMasters/notesMaster1.xml" Id="R1ad4ee74dc2847b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dcb58888ad94a06" /><Relationship Type="http://schemas.openxmlformats.org/officeDocument/2006/relationships/notesMaster" Target="/ppt/notesMasters/notesMaster1.xml" Id="R3182e9dc7b4040a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9c2022b6d5e44b7" /><Relationship Type="http://schemas.openxmlformats.org/officeDocument/2006/relationships/notesMaster" Target="/ppt/notesMasters/notesMaster1.xml" Id="R8847799ce530499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b69bf6b85b747e8" /><Relationship Type="http://schemas.openxmlformats.org/officeDocument/2006/relationships/notesMaster" Target="/ppt/notesMasters/notesMaster1.xml" Id="Rd1c24d5520f4468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e82fe8a320347fb" /><Relationship Type="http://schemas.openxmlformats.org/officeDocument/2006/relationships/notesMaster" Target="/ppt/notesMasters/notesMaster1.xml" Id="Rb5f2966a62ce499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d7bac7a3495498c" /><Relationship Type="http://schemas.openxmlformats.org/officeDocument/2006/relationships/notesMaster" Target="/ppt/notesMasters/notesMaster1.xml" Id="R8fc682e9808d422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1f67f19d3b64527" /><Relationship Type="http://schemas.openxmlformats.org/officeDocument/2006/relationships/notesMaster" Target="/ppt/notesMasters/notesMaster1.xml" Id="Red6e6636ff2b47d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ad8ea0203c54bb8" /><Relationship Type="http://schemas.openxmlformats.org/officeDocument/2006/relationships/notesMaster" Target="/ppt/notesMasters/notesMaster1.xml" Id="R4e6e889d9367495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ea0e4ad0af74b04" /><Relationship Type="http://schemas.openxmlformats.org/officeDocument/2006/relationships/notesMaster" Target="/ppt/notesMasters/notesMaster1.xml" Id="R01eb0bf912ed40f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84e47e625754366" /><Relationship Type="http://schemas.openxmlformats.org/officeDocument/2006/relationships/notesMaster" Target="/ppt/notesMasters/notesMaster1.xml" Id="Re34e6336f31c43a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030903a0cc74d4a" /><Relationship Type="http://schemas.openxmlformats.org/officeDocument/2006/relationships/notesMaster" Target="/ppt/notesMasters/notesMaster1.xml" Id="R7289bfe94ab449a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7dcdb9e6aa44d06" /><Relationship Type="http://schemas.openxmlformats.org/officeDocument/2006/relationships/notesMaster" Target="/ppt/notesMasters/notesMaster1.xml" Id="Rcdf0798d36ec4f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1/42.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2/42.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3/42.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4/42.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5/42.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6/42.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7/42.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8/42.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9/42.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10/42.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11/42.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12/42.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13/42.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14/42.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15/42.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16/42.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17/42.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18/42.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19/42.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20/42.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21/42.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22/42.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23/42.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24/42.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25/42.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26/42.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27/42.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28/42.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29/42.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30/42.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31/42.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32/42.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33/42.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34/42.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35/42.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36/42.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37/42.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38/42.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39/42.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40/42.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41/42.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42/42.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e8b26a2f614e0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ec130faeeb44a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1d9763eba87416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e260e2072446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e268ebe7db741b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f09a70029324b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151CC1-6AC7-43B9-BC53-D3F645549C26}"/>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89FBA70-B600-4D5C-B9DB-343014B819A8}"/>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9290A1A-0E60-46B5-8DA2-55414327782D}"/>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EF4A37-5804-45BC-B3AF-6F30A0E52F2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437593-8512-44FA-AD2F-12FE88DDDAED}"/>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5F7962D-5DDF-4159-9D5D-216CE3ED647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61713D-3C75-4FF2-B3EC-B5C1D302D673}"/>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4AADF61-9868-4B38-A3FC-44F9AC01B47D}"/>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F258F2-B0D8-4A2B-B73E-69844C2935E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FC406F-6798-4C3B-927B-6B642B6E572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669cdee7fb4054" /><Relationship Type="http://schemas.openxmlformats.org/officeDocument/2006/relationships/slideLayout" Target="/ppt/slideLayouts/slideLayout1.xml" Id="R30df65a57d894ba2" /><Relationship Type="http://schemas.openxmlformats.org/officeDocument/2006/relationships/slideLayout" Target="/ppt/slideLayouts/slideLayout2.xml" Id="R65d879c7ffad410b" /><Relationship Type="http://schemas.openxmlformats.org/officeDocument/2006/relationships/slideLayout" Target="/ppt/slideLayouts/slideLayout3.xml" Id="Rb9248db883e34fe8" /><Relationship Type="http://schemas.openxmlformats.org/officeDocument/2006/relationships/slideLayout" Target="/ppt/slideLayouts/slideLayout4.xml" Id="R2f960663e49448e5" /><Relationship Type="http://schemas.openxmlformats.org/officeDocument/2006/relationships/slideLayout" Target="/ppt/slideLayouts/slideLayout5.xml" Id="R58acbc18106b4a02" /><Relationship Type="http://schemas.openxmlformats.org/officeDocument/2006/relationships/slideLayout" Target="/ppt/slideLayouts/slideLayout6.xml" Id="R6c29d03044234d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df65a57d894ba2"/>
    <p:sldLayoutId xmlns:r="http://schemas.openxmlformats.org/officeDocument/2006/relationships" id="2147483650" r:id="R65d879c7ffad410b"/>
    <p:sldLayoutId xmlns:r="http://schemas.openxmlformats.org/officeDocument/2006/relationships" id="2147483651" r:id="Rb9248db883e34fe8"/>
    <p:sldLayoutId xmlns:r="http://schemas.openxmlformats.org/officeDocument/2006/relationships" id="2147483652" r:id="R2f960663e49448e5"/>
    <p:sldLayoutId xmlns:r="http://schemas.openxmlformats.org/officeDocument/2006/relationships" id="2147483653" r:id="R58acbc18106b4a02"/>
    <p:sldLayoutId xmlns:r="http://schemas.openxmlformats.org/officeDocument/2006/relationships" id="2147483654" r:id="R6c29d03044234d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d8c5d80b0504b85" /><Relationship Type="http://schemas.openxmlformats.org/officeDocument/2006/relationships/image" Target="/ppt/media/image.png" Id="R7707364e64864295" /><Relationship Type="http://schemas.openxmlformats.org/officeDocument/2006/relationships/image" Target="/ppt/media/image2.png" Id="Rc08e3c7a99b14c6b" /><Relationship Type="http://schemas.openxmlformats.org/officeDocument/2006/relationships/image" Target="/ppt/media/image3.png" Id="R79bcb76f68ff446b" /><Relationship Type="http://schemas.openxmlformats.org/officeDocument/2006/relationships/notesSlide" Target="/ppt/notesSlides/notesSlide1.xml" Id="R9b3660017cca48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819f48c7b004cac" /><Relationship Type="http://schemas.openxmlformats.org/officeDocument/2006/relationships/image" Target="/ppt/media/image4.png" Id="Rbb26084119304ab3" /><Relationship Type="http://schemas.openxmlformats.org/officeDocument/2006/relationships/image" Target="/ppt/media/image5.png" Id="Rdf9a05f2514249e6" /><Relationship Type="http://schemas.openxmlformats.org/officeDocument/2006/relationships/notesSlide" Target="/ppt/notesSlides/notesSlide2.xml" Id="R818cd7f675994c5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f703dc2a88742b1" /><Relationship Type="http://schemas.openxmlformats.org/officeDocument/2006/relationships/image" Target="/ppt/media/image6.png" Id="Rbbf2e7ad404b426a" /><Relationship Type="http://schemas.openxmlformats.org/officeDocument/2006/relationships/notesSlide" Target="/ppt/notesSlides/notesSlide3.xml" Id="R445dbb38565440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80118629dac41a4" /><Relationship Type="http://schemas.openxmlformats.org/officeDocument/2006/relationships/image" Target="/ppt/media/image7.png" Id="Rd30c909f45fe4900" /><Relationship Type="http://schemas.openxmlformats.org/officeDocument/2006/relationships/image" Target="/ppt/media/image8.png" Id="R26273675e2c3484f" /><Relationship Type="http://schemas.openxmlformats.org/officeDocument/2006/relationships/notesSlide" Target="/ppt/notesSlides/notesSlide4.xml" Id="R866166ac9284417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f60ab0601c14d1f" /><Relationship Type="http://schemas.openxmlformats.org/officeDocument/2006/relationships/image" Target="/ppt/media/image9.png" Id="R9ca860feaf5047ed" /><Relationship Type="http://schemas.openxmlformats.org/officeDocument/2006/relationships/image" Target="/ppt/media/image10.png" Id="Rf393abf9f4dc4c99" /><Relationship Type="http://schemas.openxmlformats.org/officeDocument/2006/relationships/notesSlide" Target="/ppt/notesSlides/notesSlide5.xml" Id="Ra69224f9f5bb41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c3ed3f8789248f5" /><Relationship Type="http://schemas.openxmlformats.org/officeDocument/2006/relationships/image" Target="/ppt/media/image11.png" Id="Ree6a2db70ce44c56" /><Relationship Type="http://schemas.openxmlformats.org/officeDocument/2006/relationships/notesSlide" Target="/ppt/notesSlides/notesSlide6.xml" Id="R6613516ee63e4d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819de67747e427c" /><Relationship Type="http://schemas.openxmlformats.org/officeDocument/2006/relationships/image" Target="/ppt/media/image12.png" Id="Rf84e3a5eafc442d0" /><Relationship Type="http://schemas.openxmlformats.org/officeDocument/2006/relationships/image" Target="/ppt/media/image13.png" Id="R7fc51720d5314a7b" /><Relationship Type="http://schemas.openxmlformats.org/officeDocument/2006/relationships/image" Target="/ppt/media/image14.png" Id="Re41063279e084c7a" /><Relationship Type="http://schemas.openxmlformats.org/officeDocument/2006/relationships/image" Target="/ppt/media/image15.png" Id="Re567cbaab7634bad" /><Relationship Type="http://schemas.openxmlformats.org/officeDocument/2006/relationships/notesSlide" Target="/ppt/notesSlides/notesSlide7.xml" Id="Ra6b98408848148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ab45eafc5dc47ef" /><Relationship Type="http://schemas.openxmlformats.org/officeDocument/2006/relationships/image" Target="/ppt/media/image16.png" Id="R3ad94bddfee44f93" /><Relationship Type="http://schemas.openxmlformats.org/officeDocument/2006/relationships/image" Target="/ppt/media/image17.png" Id="R7deee1f4cd9e4c0d" /><Relationship Type="http://schemas.openxmlformats.org/officeDocument/2006/relationships/notesSlide" Target="/ppt/notesSlides/notesSlide8.xml" Id="R8799f913f507449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ef97bcac2f5421b" /><Relationship Type="http://schemas.openxmlformats.org/officeDocument/2006/relationships/image" Target="/ppt/media/image18.png" Id="Rc42d02cf14e84140" /><Relationship Type="http://schemas.openxmlformats.org/officeDocument/2006/relationships/image" Target="/ppt/media/image19.png" Id="R0190adf543cc4ce3" /><Relationship Type="http://schemas.openxmlformats.org/officeDocument/2006/relationships/image" Target="/ppt/media/image20.png" Id="R82b955dd41504969" /><Relationship Type="http://schemas.openxmlformats.org/officeDocument/2006/relationships/image" Target="/ppt/media/image21.png" Id="Rf88eb7e106ee4d89" /><Relationship Type="http://schemas.openxmlformats.org/officeDocument/2006/relationships/notesSlide" Target="/ppt/notesSlides/notesSlide9.xml" Id="R2de10ddcf902412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b8754c295a94ea3" /><Relationship Type="http://schemas.openxmlformats.org/officeDocument/2006/relationships/image" Target="/ppt/media/image22.png" Id="R63f31870d5e64a14" /><Relationship Type="http://schemas.openxmlformats.org/officeDocument/2006/relationships/image" Target="/ppt/media/image23.png" Id="R3c1082d1cb824700" /><Relationship Type="http://schemas.openxmlformats.org/officeDocument/2006/relationships/image" Target="/ppt/media/image24.png" Id="R01f6115968784a72" /><Relationship Type="http://schemas.openxmlformats.org/officeDocument/2006/relationships/notesSlide" Target="/ppt/notesSlides/notesSlide10.xml" Id="Rc96326be84904c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86635133bb94ce5" /><Relationship Type="http://schemas.openxmlformats.org/officeDocument/2006/relationships/image" Target="/ppt/media/image25.png" Id="R3fd8631e7e64436e" /><Relationship Type="http://schemas.openxmlformats.org/officeDocument/2006/relationships/image" Target="/ppt/media/image26.png" Id="R8220be5ffa5d4839" /><Relationship Type="http://schemas.openxmlformats.org/officeDocument/2006/relationships/image" Target="/ppt/media/image27.png" Id="Ra7e9a20939774c86" /><Relationship Type="http://schemas.openxmlformats.org/officeDocument/2006/relationships/notesSlide" Target="/ppt/notesSlides/notesSlide11.xml" Id="R3874331699a0431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6306b0c1db54744" /><Relationship Type="http://schemas.openxmlformats.org/officeDocument/2006/relationships/image" Target="/ppt/media/image28.png" Id="Re83c6d6e1e8a433a" /><Relationship Type="http://schemas.openxmlformats.org/officeDocument/2006/relationships/image" Target="/ppt/media/image29.png" Id="R2f1e22ef59e54970" /><Relationship Type="http://schemas.openxmlformats.org/officeDocument/2006/relationships/notesSlide" Target="/ppt/notesSlides/notesSlide12.xml" Id="Rb3c1819710f64a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cd01885433b4dc8" /><Relationship Type="http://schemas.openxmlformats.org/officeDocument/2006/relationships/image" Target="/ppt/media/image30.png" Id="R524e86fac00c48c0" /><Relationship Type="http://schemas.openxmlformats.org/officeDocument/2006/relationships/image" Target="/ppt/media/image31.png" Id="R8659eee7904f41ba" /><Relationship Type="http://schemas.openxmlformats.org/officeDocument/2006/relationships/notesSlide" Target="/ppt/notesSlides/notesSlide13.xml" Id="R8784bc3a5b2a48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97055cb7b684ef6" /><Relationship Type="http://schemas.openxmlformats.org/officeDocument/2006/relationships/image" Target="/ppt/media/image32.png" Id="R724b3041a21f478e" /><Relationship Type="http://schemas.openxmlformats.org/officeDocument/2006/relationships/image" Target="/ppt/media/image33.png" Id="R9e3208992efa4fb6" /><Relationship Type="http://schemas.openxmlformats.org/officeDocument/2006/relationships/notesSlide" Target="/ppt/notesSlides/notesSlide14.xml" Id="R32f25a385703482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6c3b60949a24467" /><Relationship Type="http://schemas.openxmlformats.org/officeDocument/2006/relationships/image" Target="/ppt/media/image34.png" Id="R2cc18d360c044d52" /><Relationship Type="http://schemas.openxmlformats.org/officeDocument/2006/relationships/image" Target="/ppt/media/image35.png" Id="Rae8fcb62213b48fa" /><Relationship Type="http://schemas.openxmlformats.org/officeDocument/2006/relationships/image" Target="/ppt/media/image36.png" Id="Rc2b17587f5ef4614" /><Relationship Type="http://schemas.openxmlformats.org/officeDocument/2006/relationships/image" Target="/ppt/media/image37.png" Id="R092323a9b41c4bd0" /><Relationship Type="http://schemas.openxmlformats.org/officeDocument/2006/relationships/notesSlide" Target="/ppt/notesSlides/notesSlide15.xml" Id="R103f68ab2583410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cb65070a6fa4322" /><Relationship Type="http://schemas.openxmlformats.org/officeDocument/2006/relationships/image" Target="/ppt/media/image38.png" Id="R414301f9baa140eb" /><Relationship Type="http://schemas.openxmlformats.org/officeDocument/2006/relationships/image" Target="/ppt/media/image39.png" Id="R926d1a257e244c37" /><Relationship Type="http://schemas.openxmlformats.org/officeDocument/2006/relationships/notesSlide" Target="/ppt/notesSlides/notesSlide16.xml" Id="Rc5a3a06115b0456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5249910cbe34088" /><Relationship Type="http://schemas.openxmlformats.org/officeDocument/2006/relationships/image" Target="/ppt/media/image40.png" Id="Rbf10ddb676a541a6" /><Relationship Type="http://schemas.openxmlformats.org/officeDocument/2006/relationships/image" Target="/ppt/media/image41.png" Id="R26b10cd888d04f51" /><Relationship Type="http://schemas.openxmlformats.org/officeDocument/2006/relationships/image" Target="/ppt/media/image42.png" Id="R62a6caf4c8194e59" /><Relationship Type="http://schemas.openxmlformats.org/officeDocument/2006/relationships/notesSlide" Target="/ppt/notesSlides/notesSlide17.xml" Id="R942d61d4f78848d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0aeaf2a272f4246" /><Relationship Type="http://schemas.openxmlformats.org/officeDocument/2006/relationships/image" Target="/ppt/media/image43.png" Id="Redd5947756384fff" /><Relationship Type="http://schemas.openxmlformats.org/officeDocument/2006/relationships/image" Target="/ppt/media/image44.png" Id="Re9c9f819856e4e48" /><Relationship Type="http://schemas.openxmlformats.org/officeDocument/2006/relationships/image" Target="/ppt/media/image45.png" Id="R67b38f41743f4f5c" /><Relationship Type="http://schemas.openxmlformats.org/officeDocument/2006/relationships/notesSlide" Target="/ppt/notesSlides/notesSlide18.xml" Id="Rf9676d10466d4ff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01904eb69264acf" /><Relationship Type="http://schemas.openxmlformats.org/officeDocument/2006/relationships/image" Target="/ppt/media/image46.png" Id="Rce7f8ae479344597" /><Relationship Type="http://schemas.openxmlformats.org/officeDocument/2006/relationships/image" Target="/ppt/media/image47.png" Id="Ra6ccfcb391094737" /><Relationship Type="http://schemas.openxmlformats.org/officeDocument/2006/relationships/image" Target="/ppt/media/image48.png" Id="R9105a52b2a09420e" /><Relationship Type="http://schemas.openxmlformats.org/officeDocument/2006/relationships/notesSlide" Target="/ppt/notesSlides/notesSlide19.xml" Id="R0a934d55e0d64ba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6646b77d28947be" /><Relationship Type="http://schemas.openxmlformats.org/officeDocument/2006/relationships/image" Target="/ppt/media/image49.png" Id="R3cc4585bc4f44656" /><Relationship Type="http://schemas.openxmlformats.org/officeDocument/2006/relationships/notesSlide" Target="/ppt/notesSlides/notesSlide20.xml" Id="Rbfd97ca030494c0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4fc056d2ea14b9a" /><Relationship Type="http://schemas.openxmlformats.org/officeDocument/2006/relationships/image" Target="/ppt/media/image50.png" Id="R92c6f84cabca482e" /><Relationship Type="http://schemas.openxmlformats.org/officeDocument/2006/relationships/image" Target="/ppt/media/image51.png" Id="R60cf76d455004251" /><Relationship Type="http://schemas.openxmlformats.org/officeDocument/2006/relationships/image" Target="/ppt/media/image52.png" Id="Ra9d4604431314001" /><Relationship Type="http://schemas.openxmlformats.org/officeDocument/2006/relationships/notesSlide" Target="/ppt/notesSlides/notesSlide21.xml" Id="Rb333f0023d00420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a17fc2d59d849e6" /><Relationship Type="http://schemas.openxmlformats.org/officeDocument/2006/relationships/image" Target="/ppt/media/image53.png" Id="Rd4e6902df85c4adc" /><Relationship Type="http://schemas.openxmlformats.org/officeDocument/2006/relationships/image" Target="/ppt/media/image54.png" Id="Rbd47c6d9e98548b4" /><Relationship Type="http://schemas.openxmlformats.org/officeDocument/2006/relationships/image" Target="/ppt/media/image55.png" Id="R2ae7b8b881a7499a" /><Relationship Type="http://schemas.openxmlformats.org/officeDocument/2006/relationships/notesSlide" Target="/ppt/notesSlides/notesSlide22.xml" Id="Rfc1ee112d8dc432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3f6df16ab1845d9" /><Relationship Type="http://schemas.openxmlformats.org/officeDocument/2006/relationships/image" Target="/ppt/media/image56.png" Id="R6fcffb90a0a04267" /><Relationship Type="http://schemas.openxmlformats.org/officeDocument/2006/relationships/image" Target="/ppt/media/image57.png" Id="R85f50c722bf541ae" /><Relationship Type="http://schemas.openxmlformats.org/officeDocument/2006/relationships/notesSlide" Target="/ppt/notesSlides/notesSlide23.xml" Id="Rf19c5b589332468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e76e42ca6ee4596" /><Relationship Type="http://schemas.openxmlformats.org/officeDocument/2006/relationships/image" Target="/ppt/media/image58.png" Id="R76f29c5cc1aa4303" /><Relationship Type="http://schemas.openxmlformats.org/officeDocument/2006/relationships/image" Target="/ppt/media/image59.png" Id="R29d9c46fd43a4855" /><Relationship Type="http://schemas.openxmlformats.org/officeDocument/2006/relationships/notesSlide" Target="/ppt/notesSlides/notesSlide24.xml" Id="Raea096147528483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e7d201f71a9d4ad3" /><Relationship Type="http://schemas.openxmlformats.org/officeDocument/2006/relationships/image" Target="/ppt/media/image60.png" Id="R3df84e11dd6c48ca" /><Relationship Type="http://schemas.openxmlformats.org/officeDocument/2006/relationships/image" Target="/ppt/media/image61.png" Id="Rd149c801bfcb4ab4" /><Relationship Type="http://schemas.openxmlformats.org/officeDocument/2006/relationships/image" Target="/ppt/media/image62.png" Id="R97769993657040b9" /><Relationship Type="http://schemas.openxmlformats.org/officeDocument/2006/relationships/notesSlide" Target="/ppt/notesSlides/notesSlide25.xml" Id="R40549587878d4bc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64c2343f76a4635" /><Relationship Type="http://schemas.openxmlformats.org/officeDocument/2006/relationships/image" Target="/ppt/media/image63.png" Id="Rcf42ea3e709e43c7" /><Relationship Type="http://schemas.openxmlformats.org/officeDocument/2006/relationships/image" Target="/ppt/media/image64.png" Id="R16ac7fd234144a19" /><Relationship Type="http://schemas.openxmlformats.org/officeDocument/2006/relationships/notesSlide" Target="/ppt/notesSlides/notesSlide26.xml" Id="R5225e1c8f64645b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81128f09f1c4ffe" /><Relationship Type="http://schemas.openxmlformats.org/officeDocument/2006/relationships/image" Target="/ppt/media/image65.png" Id="R51550ffeede64952" /><Relationship Type="http://schemas.openxmlformats.org/officeDocument/2006/relationships/image" Target="/ppt/media/image66.png" Id="Ref8737fd509a490c" /><Relationship Type="http://schemas.openxmlformats.org/officeDocument/2006/relationships/image" Target="/ppt/media/image67.png" Id="Re680fb6298d640d3" /><Relationship Type="http://schemas.openxmlformats.org/officeDocument/2006/relationships/image" Target="/ppt/media/image68.png" Id="R8af98cdf3be0436e" /><Relationship Type="http://schemas.openxmlformats.org/officeDocument/2006/relationships/image" Target="/ppt/media/image69.png" Id="R9f5bc813bbc84070" /><Relationship Type="http://schemas.openxmlformats.org/officeDocument/2006/relationships/notesSlide" Target="/ppt/notesSlides/notesSlide27.xml" Id="R414445a29e004fd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d7519cca8fe49ad" /><Relationship Type="http://schemas.openxmlformats.org/officeDocument/2006/relationships/image" Target="/ppt/media/image70.png" Id="Ra59feca4b2b54d27" /><Relationship Type="http://schemas.openxmlformats.org/officeDocument/2006/relationships/image" Target="/ppt/media/image71.png" Id="R9adb845a846d4143" /><Relationship Type="http://schemas.openxmlformats.org/officeDocument/2006/relationships/notesSlide" Target="/ppt/notesSlides/notesSlide28.xml" Id="R125f1c2d9279424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09babbe460a4d27" /><Relationship Type="http://schemas.openxmlformats.org/officeDocument/2006/relationships/image" Target="/ppt/media/image72.png" Id="R88d540d534fa4a04" /><Relationship Type="http://schemas.openxmlformats.org/officeDocument/2006/relationships/image" Target="/ppt/media/image73.png" Id="Race560a342ef4d3f" /><Relationship Type="http://schemas.openxmlformats.org/officeDocument/2006/relationships/notesSlide" Target="/ppt/notesSlides/notesSlide29.xml" Id="Rad5d164fcdbb435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811ff2f02dcb40fa" /><Relationship Type="http://schemas.openxmlformats.org/officeDocument/2006/relationships/image" Target="/ppt/media/image74.png" Id="R6f69dd131b7a410c" /><Relationship Type="http://schemas.openxmlformats.org/officeDocument/2006/relationships/image" Target="/ppt/media/image75.png" Id="R1118d40ee8864321" /><Relationship Type="http://schemas.openxmlformats.org/officeDocument/2006/relationships/notesSlide" Target="/ppt/notesSlides/notesSlide30.xml" Id="Rbac9dac20dbd430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95c3219fc2541df" /><Relationship Type="http://schemas.openxmlformats.org/officeDocument/2006/relationships/image" Target="/ppt/media/image76.png" Id="Rabe9455cff6f4092" /><Relationship Type="http://schemas.openxmlformats.org/officeDocument/2006/relationships/image" Target="/ppt/media/image77.png" Id="R204f207915b540b3" /><Relationship Type="http://schemas.openxmlformats.org/officeDocument/2006/relationships/image" Target="/ppt/media/image78.png" Id="R574ba39362034850" /><Relationship Type="http://schemas.openxmlformats.org/officeDocument/2006/relationships/notesSlide" Target="/ppt/notesSlides/notesSlide31.xml" Id="Ra23d38b19568455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78108b765887423a" /><Relationship Type="http://schemas.openxmlformats.org/officeDocument/2006/relationships/image" Target="/ppt/media/image79.png" Id="R21ce9752eac245dd" /><Relationship Type="http://schemas.openxmlformats.org/officeDocument/2006/relationships/image" Target="/ppt/media/image80.png" Id="Ra2234512fb7e4611" /><Relationship Type="http://schemas.openxmlformats.org/officeDocument/2006/relationships/notesSlide" Target="/ppt/notesSlides/notesSlide32.xml" Id="R0f64cbaf95b74f4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a81dc8724a74007" /><Relationship Type="http://schemas.openxmlformats.org/officeDocument/2006/relationships/image" Target="/ppt/media/image81.png" Id="Rc3d59b29f5b44197" /><Relationship Type="http://schemas.openxmlformats.org/officeDocument/2006/relationships/image" Target="/ppt/media/image82.png" Id="R55914acd87314968" /><Relationship Type="http://schemas.openxmlformats.org/officeDocument/2006/relationships/notesSlide" Target="/ppt/notesSlides/notesSlide33.xml" Id="Ra9e5c3707fdd4fa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ce4c52f68ca4e0a" /><Relationship Type="http://schemas.openxmlformats.org/officeDocument/2006/relationships/image" Target="/ppt/media/image83.png" Id="R833357c0400e4025" /><Relationship Type="http://schemas.openxmlformats.org/officeDocument/2006/relationships/image" Target="/ppt/media/image84.png" Id="R8aa9933a84044aad" /><Relationship Type="http://schemas.openxmlformats.org/officeDocument/2006/relationships/image" Target="/ppt/media/image85.png" Id="Rdb8bcac4109341c2" /><Relationship Type="http://schemas.openxmlformats.org/officeDocument/2006/relationships/image" Target="/ppt/media/image86.png" Id="Re14bb93350714d9f" /><Relationship Type="http://schemas.openxmlformats.org/officeDocument/2006/relationships/image" Target="/ppt/media/image87.png" Id="R16b843775c9a4eee" /><Relationship Type="http://schemas.openxmlformats.org/officeDocument/2006/relationships/notesSlide" Target="/ppt/notesSlides/notesSlide34.xml" Id="R4e2f90bd5bee431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9174a8657d55421f" /><Relationship Type="http://schemas.openxmlformats.org/officeDocument/2006/relationships/image" Target="/ppt/media/image88.png" Id="Rf6768b44205e46c6" /><Relationship Type="http://schemas.openxmlformats.org/officeDocument/2006/relationships/image" Target="/ppt/media/image89.png" Id="Rb9fc8533f926416c" /><Relationship Type="http://schemas.openxmlformats.org/officeDocument/2006/relationships/image" Target="/ppt/media/image90.png" Id="R4624de7866a94927" /><Relationship Type="http://schemas.openxmlformats.org/officeDocument/2006/relationships/notesSlide" Target="/ppt/notesSlides/notesSlide35.xml" Id="R02cb12965820468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22349b8d3fb499a" /><Relationship Type="http://schemas.openxmlformats.org/officeDocument/2006/relationships/image" Target="/ppt/media/image91.png" Id="R3dd93a5c93ba4e17" /><Relationship Type="http://schemas.openxmlformats.org/officeDocument/2006/relationships/image" Target="/ppt/media/image92.png" Id="R1429caafc4d14a6b" /><Relationship Type="http://schemas.openxmlformats.org/officeDocument/2006/relationships/notesSlide" Target="/ppt/notesSlides/notesSlide36.xml" Id="R72945257fda24c57"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d485abe186d64318" /><Relationship Type="http://schemas.openxmlformats.org/officeDocument/2006/relationships/image" Target="/ppt/media/image93.png" Id="R302223687ca14ac1" /><Relationship Type="http://schemas.openxmlformats.org/officeDocument/2006/relationships/notesSlide" Target="/ppt/notesSlides/notesSlide37.xml" Id="Rd31f8dfacaaf401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1bde2f0f6fa4d2e" /><Relationship Type="http://schemas.openxmlformats.org/officeDocument/2006/relationships/image" Target="/ppt/media/image94.png" Id="Rcff2b7fe70124261" /><Relationship Type="http://schemas.openxmlformats.org/officeDocument/2006/relationships/notesSlide" Target="/ppt/notesSlides/notesSlide38.xml" Id="R94fa5326d13641c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58fa72e7912548a3" /><Relationship Type="http://schemas.openxmlformats.org/officeDocument/2006/relationships/image" Target="/ppt/media/image95.png" Id="R2205d91697a940f9" /><Relationship Type="http://schemas.openxmlformats.org/officeDocument/2006/relationships/notesSlide" Target="/ppt/notesSlides/notesSlide39.xml" Id="R00b2312ef4544bd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cd42a9250ee647f5" /><Relationship Type="http://schemas.openxmlformats.org/officeDocument/2006/relationships/image" Target="/ppt/media/image96.png" Id="R47a21f4617f14e64" /><Relationship Type="http://schemas.openxmlformats.org/officeDocument/2006/relationships/image" Target="/ppt/media/image97.png" Id="R82cb3a5625d34b88" /><Relationship Type="http://schemas.openxmlformats.org/officeDocument/2006/relationships/notesSlide" Target="/ppt/notesSlides/notesSlide40.xml" Id="R27a222b76d3040b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190d71d248884235" /><Relationship Type="http://schemas.openxmlformats.org/officeDocument/2006/relationships/image" Target="/ppt/media/image98.png" Id="R7fdd2b9bb57845be" /><Relationship Type="http://schemas.openxmlformats.org/officeDocument/2006/relationships/image" Target="/ppt/media/image99.png" Id="R718994e38f9b4d39" /><Relationship Type="http://schemas.openxmlformats.org/officeDocument/2006/relationships/image" Target="/ppt/media/image100.png" Id="R177cdda0611b40bd" /><Relationship Type="http://schemas.openxmlformats.org/officeDocument/2006/relationships/image" Target="/ppt/media/image101.png" Id="R4a6d2b00bfcb41d3" /><Relationship Type="http://schemas.openxmlformats.org/officeDocument/2006/relationships/notesSlide" Target="/ppt/notesSlides/notesSlide41.xml" Id="R0ba5bffe0239475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8a944ecd023446ff" /><Relationship Type="http://schemas.openxmlformats.org/officeDocument/2006/relationships/image" Target="/ppt/media/image102.png" Id="R3e0b38c212d04397" /><Relationship Type="http://schemas.openxmlformats.org/officeDocument/2006/relationships/image" Target="/ppt/media/image103.png" Id="R2ac3e240548343c4" /><Relationship Type="http://schemas.openxmlformats.org/officeDocument/2006/relationships/notesSlide" Target="/ppt/notesSlides/notesSlide42.xml" Id="R899cdf51108e48a9"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E81E492-E35F-4093-AF8B-ACAEDE85EFDE}"/>
              </a:ext>
            </a:extLst>
          </p:cNvPr>
          <p:cNvPicPr>
            <a:picLocks xmlns:a="http://schemas.openxmlformats.org/drawingml/2006/main" noChangeAspect="1"/>
          </p:cNvPicPr>
          <p:nvPr/>
        </p:nvPicPr>
        <p:blipFill>
          <a:blip xmlns:r="http://schemas.openxmlformats.org/officeDocument/2006/relationships" xmlns:a="http://schemas.openxmlformats.org/drawingml/2006/main" r:embed="R7707364e64864295"/>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CE1A6B81-74FB-4239-9071-0E6CC080806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3F9FDCC6-6704-4D77-910D-57F0E548193A}"/>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A9D7D390-ED32-4FF0-AE07-3C626B7C7AE9}"/>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F6FA69B8-EBFC-4B13-99B6-6BF5D4921CCA}"/>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2BD34AA1-E858-4C4B-8F60-398E37EF93E1}"/>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CD56540A-934D-4B6A-8E47-D53B8B95FD91}"/>
              </a:ext>
            </a:extLst>
          </p:cNvPr>
          <p:cNvPicPr>
            <a:picLocks xmlns:a="http://schemas.openxmlformats.org/drawingml/2006/main" noChangeAspect="1"/>
          </p:cNvPicPr>
          <p:nvPr/>
        </p:nvPicPr>
        <p:blipFill>
          <a:blip xmlns:r="http://schemas.openxmlformats.org/officeDocument/2006/relationships" xmlns:a="http://schemas.openxmlformats.org/drawingml/2006/main" r:embed="Rc08e3c7a99b14c6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10705F3-0896-42C0-A8F5-C0D427C1BE70}"/>
              </a:ext>
            </a:extLst>
          </p:cNvPr>
          <p:cNvPicPr>
            <a:picLocks xmlns:a="http://schemas.openxmlformats.org/drawingml/2006/main" noChangeAspect="1"/>
          </p:cNvPicPr>
          <p:nvPr/>
        </p:nvPicPr>
        <p:blipFill>
          <a:blip xmlns:r="http://schemas.openxmlformats.org/officeDocument/2006/relationships" xmlns:a="http://schemas.openxmlformats.org/drawingml/2006/main" r:embed="R79bcb76f68ff446b"/>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4670E781-1C32-48F3-A24E-0D879A8AAD6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2327784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D4DEFB2-44C6-42C8-9C51-79E4BD5BF008}"/>
              </a:ext>
            </a:extLst>
          </p:cNvPr>
          <p:cNvPicPr>
            <a:picLocks xmlns:a="http://schemas.openxmlformats.org/drawingml/2006/main" noChangeAspect="1"/>
          </p:cNvPicPr>
          <p:nvPr/>
        </p:nvPicPr>
        <p:blipFill>
          <a:blip xmlns:r="http://schemas.openxmlformats.org/officeDocument/2006/relationships" xmlns:a="http://schemas.openxmlformats.org/drawingml/2006/main" r:embed="Rbb26084119304ab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68B4458-0243-42EE-9A2A-8910B7C6E4F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FE36C80-EA15-4D9B-A56D-29D35454BB9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4082CB24-6E8E-41E0-A00E-2D4547FFE43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1C61E51-6C1A-4823-BF1E-7DD3EFF24CB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23B67403-4207-44E6-927F-16E12FDB923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C98BFAEA-2556-4621-9802-E3527BAE4861}"/>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8A915188-1BE9-4B48-9E98-83E78AE2EF0E}"/>
              </a:ext>
            </a:extLst>
          </p:cNvPr>
          <p:cNvPicPr>
            <a:picLocks xmlns:a="http://schemas.openxmlformats.org/drawingml/2006/main" noChangeAspect="1"/>
          </p:cNvPicPr>
          <p:nvPr/>
        </p:nvPicPr>
        <p:blipFill>
          <a:blip xmlns:r="http://schemas.openxmlformats.org/officeDocument/2006/relationships" xmlns:a="http://schemas.openxmlformats.org/drawingml/2006/main" r:embed="Rdf9a05f2514249e6"/>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1776018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A675E923-4F09-4004-A33A-4F32A8D76701}"/>
              </a:ext>
            </a:extLst>
          </p:cNvPr>
          <p:cNvPicPr>
            <a:picLocks xmlns:a="http://schemas.openxmlformats.org/drawingml/2006/main" noChangeAspect="1"/>
          </p:cNvPicPr>
          <p:nvPr/>
        </p:nvPicPr>
        <p:blipFill>
          <a:blip xmlns:r="http://schemas.openxmlformats.org/officeDocument/2006/relationships" xmlns:a="http://schemas.openxmlformats.org/drawingml/2006/main" r:embed="Rbbf2e7ad404b426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B064034-F8EA-4A48-99F1-318F684B96B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B636452-C744-45FB-8D1A-B5158B602ECB}"/>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079C5F19-5D50-4450-8280-F57B16C26D73}"/>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7A64A07E-0134-44C4-98F0-4666A7248C39}"/>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82830E77-0BE6-4E8C-ABD7-5C6E6A811D47}"/>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C1397629-01E2-49B2-AA94-097D8AB8D434}"/>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E1FDE006-94B5-40D3-AF2E-7A14D71E7780}"/>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D330E526-0811-4924-8C5D-32EA6EFD20A9}"/>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B37D1084-18FF-4979-923F-0E818FD2451F}"/>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15208026-3084-4A12-BE7F-94AB72E2A2B1}"/>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FC7A8901-C546-474D-A2DC-2AC51BD63055}"/>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323699C6-3907-408F-8817-F80119504D5B}"/>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E2B54F50-20FD-41D0-97AC-A9CF1DE86694}"/>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20BA9A41-3AA8-40F6-A4F5-9CF305399964}"/>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97739089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5A4185EA-483B-4A96-98B1-BAF8411B8F8C}"/>
              </a:ext>
            </a:extLst>
          </p:cNvPr>
          <p:cNvPicPr>
            <a:picLocks xmlns:a="http://schemas.openxmlformats.org/drawingml/2006/main" noChangeAspect="1"/>
          </p:cNvPicPr>
          <p:nvPr/>
        </p:nvPicPr>
        <p:blipFill>
          <a:blip xmlns:r="http://schemas.openxmlformats.org/officeDocument/2006/relationships" xmlns:a="http://schemas.openxmlformats.org/drawingml/2006/main" r:embed="Rd30c909f45fe490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0616B54-EA57-4B71-AE85-EFC8EC0E0E5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9D4546B-B4E3-4DC3-BA46-BF5DB819E3E4}"/>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23E303C7-2716-44CB-B8DC-E1C0159E862B}"/>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3AAADCB-A244-4BCE-8FC8-8C5EB7234494}"/>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2F331514-7DD8-49CC-A393-EC8221333397}"/>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312302D2-C955-4CB1-9720-F58E1301D43C}"/>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5AE3BAA1-8B21-4EDE-AF7B-7A2F3C2C9BA0}"/>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27E1B63E-CF1B-40A3-ADE1-ADEE9B429D2E}"/>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899697D8-708E-426B-956B-D8EFD02B1C89}"/>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5013094B-028C-43CC-822A-30A391C8FCF0}"/>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D18C88C-BEB7-4B1B-BCFC-85FE22D01D07}"/>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6245020F-3791-4B32-8855-4B9F4AD7B5CB}"/>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352F18D1-0295-4963-B663-1016B9EFA29D}"/>
              </a:ext>
            </a:extLst>
          </p:cNvPr>
          <p:cNvPicPr>
            <a:picLocks xmlns:a="http://schemas.openxmlformats.org/drawingml/2006/main" noChangeAspect="1"/>
          </p:cNvPicPr>
          <p:nvPr/>
        </p:nvPicPr>
        <p:blipFill>
          <a:blip xmlns:r="http://schemas.openxmlformats.org/officeDocument/2006/relationships" xmlns:a="http://schemas.openxmlformats.org/drawingml/2006/main" r:embed="R26273675e2c3484f"/>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418224751"/>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9C53103-FEC3-413B-9B84-E8AF9769C64C}"/>
              </a:ext>
            </a:extLst>
          </p:cNvPr>
          <p:cNvPicPr>
            <a:picLocks xmlns:a="http://schemas.openxmlformats.org/drawingml/2006/main" noChangeAspect="1"/>
          </p:cNvPicPr>
          <p:nvPr/>
        </p:nvPicPr>
        <p:blipFill>
          <a:blip xmlns:r="http://schemas.openxmlformats.org/officeDocument/2006/relationships" xmlns:a="http://schemas.openxmlformats.org/drawingml/2006/main" r:embed="R9ca860feaf5047ed"/>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4DFD6D75-20BC-494A-91DA-544E334FFEE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C7B267BF-3339-4ABF-98DD-A97CA10BFBD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87F9A573-D004-44C3-B155-A50CCFE5AFD5}"/>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35CA578C-8A31-4D7F-8388-0D00BD535510}"/>
              </a:ext>
            </a:extLst>
          </p:cNvPr>
          <p:cNvPicPr>
            <a:picLocks xmlns:a="http://schemas.openxmlformats.org/drawingml/2006/main" noChangeAspect="1"/>
          </p:cNvPicPr>
          <p:nvPr/>
        </p:nvPicPr>
        <p:blipFill>
          <a:blip xmlns:r="http://schemas.openxmlformats.org/officeDocument/2006/relationships" xmlns:a="http://schemas.openxmlformats.org/drawingml/2006/main" r:embed="Rf393abf9f4dc4c9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E3289486-626C-4359-9B71-2D9D22DFEE9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67C9AE3C-D810-4F40-ABFD-DD5B40F62207}"/>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8" name="text">
            <a:extLst xmlns:a="http://schemas.openxmlformats.org/drawingml/2006/main">
              <a:ext uri="{FF2B5EF4-FFF2-40B4-BE49-F238E27FC236}">
                <a16:creationId xmlns:a16="http://schemas.microsoft.com/office/drawing/2014/main" id="{352204C2-7AFB-4C1E-8BBB-9E1E4096A987}"/>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9" name="text">
            <a:extLst xmlns:a="http://schemas.openxmlformats.org/drawingml/2006/main">
              <a:ext uri="{FF2B5EF4-FFF2-40B4-BE49-F238E27FC236}">
                <a16:creationId xmlns:a16="http://schemas.microsoft.com/office/drawing/2014/main" id="{62478F63-8425-475A-92D6-2A715EFF15B0}"/>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9148873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8B7D3E5-8B01-4A0B-B30F-2C116CE34E26}"/>
              </a:ext>
            </a:extLst>
          </p:cNvPr>
          <p:cNvPicPr>
            <a:picLocks xmlns:a="http://schemas.openxmlformats.org/drawingml/2006/main" noChangeAspect="1"/>
          </p:cNvPicPr>
          <p:nvPr/>
        </p:nvPicPr>
        <p:blipFill>
          <a:blip xmlns:r="http://schemas.openxmlformats.org/officeDocument/2006/relationships" xmlns:a="http://schemas.openxmlformats.org/drawingml/2006/main" r:embed="Ree6a2db70ce44c5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649DEA1-6BAF-4DC0-BF57-90C824DA646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21C1F7C-6542-4666-880D-76AFC416458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AE6FDE8-10C5-41E3-A362-9232C791E8A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110E0A1-374E-40ED-B520-90A66CF65C1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40CCE56C-E8FD-4A50-B87D-21F1D691F7A8}"/>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29F7FE87-F4A0-4DA7-A6F2-53FF6C56E3F3}"/>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E069C3A4-37E8-4C8F-90AA-FD0689075501}"/>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08040584-34E4-4649-AE05-2254DC4BB834}"/>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834D968F-DA27-4CE2-8C8D-1FE6BABA7593}"/>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EDAA2ED5-A545-4420-9D49-BD4C5E370746}"/>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7B4E369C-50EE-4FE8-B35E-088471A6B3D6}"/>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14031982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5E41D60B-09DC-406F-A584-45B906B87262}"/>
              </a:ext>
            </a:extLst>
          </p:cNvPr>
          <p:cNvPicPr>
            <a:picLocks xmlns:a="http://schemas.openxmlformats.org/drawingml/2006/main" noChangeAspect="1"/>
          </p:cNvPicPr>
          <p:nvPr/>
        </p:nvPicPr>
        <p:blipFill>
          <a:blip xmlns:r="http://schemas.openxmlformats.org/officeDocument/2006/relationships" xmlns:a="http://schemas.openxmlformats.org/drawingml/2006/main" r:embed="Rf84e3a5eafc442d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2296BFA-5D99-4B5D-9317-178CBD7B770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18B3122-9620-4030-9259-F908DD8E26F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13C95C7A-3AA6-49B6-B799-B175D8A1B65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1916F0D-D3AB-458A-BB05-20A7DBE04C4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414EB0A5-C22E-485F-9E19-DC18FCF9D624}"/>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C8979E3B-14DF-4FC1-AA3A-BE36FEC4405B}"/>
              </a:ext>
            </a:extLst>
          </p:cNvPr>
          <p:cNvPicPr>
            <a:picLocks xmlns:a="http://schemas.openxmlformats.org/drawingml/2006/main" noChangeAspect="1"/>
          </p:cNvPicPr>
          <p:nvPr/>
        </p:nvPicPr>
        <p:blipFill>
          <a:blip xmlns:r="http://schemas.openxmlformats.org/officeDocument/2006/relationships" xmlns:a="http://schemas.openxmlformats.org/drawingml/2006/main" r:embed="R7fc51720d5314a7b"/>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D6C0431-BD77-467A-9A08-74A272EF2EF7}"/>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8B166975-BCDA-4399-AD40-BDB7DB255A82}"/>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반응 전후의 종류와 상태를 같게 한다.</a:t>
            </a:r>
          </a:p>
        </p:txBody>
      </p:sp>
      <p:sp>
        <p:nvSpPr>
          <p:cNvPr id="10" name="text">
            <a:extLst xmlns:a="http://schemas.openxmlformats.org/drawingml/2006/main">
              <a:ext uri="{FF2B5EF4-FFF2-40B4-BE49-F238E27FC236}">
                <a16:creationId xmlns:a16="http://schemas.microsoft.com/office/drawing/2014/main" id="{960F5CCE-9C85-415A-BA86-E66A03C5E537}"/>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6D41F049-6968-45F7-BA87-01DA91EBF01A}"/>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물질의 양을 같게 한다.</a:t>
            </a:r>
          </a:p>
        </p:txBody>
      </p:sp>
      <p:sp>
        <p:nvSpPr>
          <p:cNvPr id="12" name="text">
            <a:extLst xmlns:a="http://schemas.openxmlformats.org/drawingml/2006/main">
              <a:ext uri="{FF2B5EF4-FFF2-40B4-BE49-F238E27FC236}">
                <a16:creationId xmlns:a16="http://schemas.microsoft.com/office/drawing/2014/main" id="{DB7FFD46-9093-4853-BBC3-B8982B439D06}"/>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CD845869-E878-4B2D-BA6F-1B56B1858C38}"/>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온도와 압력 조건을 같게 한다.</a:t>
            </a:r>
          </a:p>
        </p:txBody>
      </p:sp>
      <p:pic>
        <p:nvPicPr>
          <p:cNvPr id="14" name="">
            <a:extLst xmlns:a="http://schemas.openxmlformats.org/drawingml/2006/main">
              <a:ext uri="{FF2B5EF4-FFF2-40B4-BE49-F238E27FC236}">
                <a16:creationId xmlns:a16="http://schemas.microsoft.com/office/drawing/2014/main" id="{84760B5B-2ACE-440C-879E-C26C5BE09B4D}"/>
              </a:ext>
            </a:extLst>
          </p:cNvPr>
          <p:cNvPicPr>
            <a:picLocks xmlns:a="http://schemas.openxmlformats.org/drawingml/2006/main" noChangeAspect="1"/>
          </p:cNvPicPr>
          <p:nvPr/>
        </p:nvPicPr>
        <p:blipFill>
          <a:blip xmlns:r="http://schemas.openxmlformats.org/officeDocument/2006/relationships" xmlns:a="http://schemas.openxmlformats.org/drawingml/2006/main" r:embed="Re41063279e084c7a"/>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BC4A873D-37FD-487F-94D6-226C2AFFFD57}"/>
              </a:ext>
            </a:extLst>
          </p:cNvPr>
          <p:cNvPicPr>
            <a:picLocks xmlns:a="http://schemas.openxmlformats.org/drawingml/2006/main" noChangeAspect="1"/>
          </p:cNvPicPr>
          <p:nvPr/>
        </p:nvPicPr>
        <p:blipFill>
          <a:blip xmlns:r="http://schemas.openxmlformats.org/officeDocument/2006/relationships" xmlns:a="http://schemas.openxmlformats.org/drawingml/2006/main" r:embed="Re567cbaab7634bad"/>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7B05E60E-93E1-4638-ACEB-22C10E3FFC9D}"/>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67BE2885-0E5E-44FA-90E2-029618E63AD6}"/>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C0D2D41B-E216-42FB-A45E-C750F8EA3D38}"/>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경로만 다르게</a:t>
            </a:r>
          </a:p>
        </p:txBody>
      </p:sp>
      <p:sp>
        <p:nvSpPr>
          <p:cNvPr id="19" name="캐릭터 질문 2">
            <a:extLst xmlns:a="http://schemas.openxmlformats.org/drawingml/2006/main">
              <a:ext uri="{FF2B5EF4-FFF2-40B4-BE49-F238E27FC236}">
                <a16:creationId xmlns:a16="http://schemas.microsoft.com/office/drawing/2014/main" id="{898AF241-AE83-4174-927E-E15F515B622C}"/>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비교해 볼까?</a:t>
            </a:r>
          </a:p>
        </p:txBody>
      </p:sp>
      <p:sp>
        <p:nvSpPr>
          <p:cNvPr id="20" name="참조 R03-22 여백 있는 말풍선">
            <a:extLst xmlns:a="http://schemas.openxmlformats.org/drawingml/2006/main">
              <a:ext uri="{FF2B5EF4-FFF2-40B4-BE49-F238E27FC236}">
                <a16:creationId xmlns:a16="http://schemas.microsoft.com/office/drawing/2014/main" id="{F0F6D812-F6F7-4035-A18C-CF88D95A5EA2}"/>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04B5867C-4910-4E22-A390-93C9AFE2EF69}"/>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EA63C270-7B63-4101-B064-075125193449}"/>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나머지 조건은</a:t>
            </a:r>
          </a:p>
        </p:txBody>
      </p:sp>
      <p:sp>
        <p:nvSpPr>
          <p:cNvPr id="23" name="캐릭터 질문 2">
            <a:extLst xmlns:a="http://schemas.openxmlformats.org/drawingml/2006/main">
              <a:ext uri="{FF2B5EF4-FFF2-40B4-BE49-F238E27FC236}">
                <a16:creationId xmlns:a16="http://schemas.microsoft.com/office/drawing/2014/main" id="{73D4193F-588E-413C-ABB6-7F1CADB220B2}"/>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모두 같게!</a:t>
            </a:r>
          </a:p>
        </p:txBody>
      </p:sp>
    </p:spTree>
    <p:extLst>
      <p:ext uri="{BB962C8B-B14F-4D97-AF65-F5344CB8AC3E}">
        <p14:creationId xmlns:p14="http://schemas.microsoft.com/office/powerpoint/2010/main" val="144389985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2B17DA0D-00B4-4DEA-A09B-956E50D0C474}"/>
              </a:ext>
            </a:extLst>
          </p:cNvPr>
          <p:cNvPicPr>
            <a:picLocks xmlns:a="http://schemas.openxmlformats.org/drawingml/2006/main" noChangeAspect="1"/>
          </p:cNvPicPr>
          <p:nvPr/>
        </p:nvPicPr>
        <p:blipFill>
          <a:blip xmlns:r="http://schemas.openxmlformats.org/officeDocument/2006/relationships" xmlns:a="http://schemas.openxmlformats.org/drawingml/2006/main" r:embed="R3ad94bddfee44f9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EB90389-B6EA-4EF4-9790-81DE04C4883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C104F6F-EE8A-457E-BEDB-B6EEDF55F6C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39CB3BB-437B-49D6-940D-43FB2B97680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74D2CBD-1A3A-4ECB-9DA5-77B99E151CC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7DE60389-EFF9-4D2A-BD32-C0224BE05E8C}"/>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0D9C76FA-8D37-4736-B203-9726069D2AE1}"/>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F3CAC266-C65A-42C4-9A77-14ACAE26F0D4}"/>
              </a:ext>
            </a:extLst>
          </p:cNvPr>
          <p:cNvPicPr>
            <a:picLocks xmlns:a="http://schemas.openxmlformats.org/drawingml/2006/main" noChangeAspect="1"/>
          </p:cNvPicPr>
          <p:nvPr/>
        </p:nvPicPr>
        <p:blipFill>
          <a:blip xmlns:r="http://schemas.openxmlformats.org/officeDocument/2006/relationships" xmlns:a="http://schemas.openxmlformats.org/drawingml/2006/main" r:embed="R7deee1f4cd9e4c0d"/>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C212EEB9-A892-4EF6-AC1F-13D9D05E5DC8}"/>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94D47F83-2EF8-4148-85CD-CE8E6ACE5E3B}"/>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834393DA-39F1-48B9-867D-E2F9FB18B466}"/>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C51FC53F-D865-4629-847A-47878D4B55AC}"/>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FFB1FC3C-0F10-450C-B66F-526B91EEF293}"/>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D85A2E05-FB70-4E7A-9161-EA0301087669}"/>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50489DFA-F44F-4F0E-BD98-741CF461FE65}"/>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6E769C88-A5B4-4107-B695-F7C7474199A2}"/>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20774279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643B7C2-DE6F-4951-B425-8FCAB930AE95}"/>
              </a:ext>
            </a:extLst>
          </p:cNvPr>
          <p:cNvPicPr>
            <a:picLocks xmlns:a="http://schemas.openxmlformats.org/drawingml/2006/main" noChangeAspect="1"/>
          </p:cNvPicPr>
          <p:nvPr/>
        </p:nvPicPr>
        <p:blipFill>
          <a:blip xmlns:r="http://schemas.openxmlformats.org/officeDocument/2006/relationships" xmlns:a="http://schemas.openxmlformats.org/drawingml/2006/main" r:embed="Rc42d02cf14e8414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43D6FD8-6F30-41CB-B3BD-EAE1BB8CD15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0F69040-0F96-4B93-A999-5B9337F1116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106F823-0D25-42A1-B797-3CD0952691A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760D05D-05C4-4500-B043-EDE038A83E0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02675DF5-3811-461D-BC11-0935FFC1AA0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CE5AE6FB-595F-4F96-8DA9-24D961F66C01}"/>
              </a:ext>
            </a:extLst>
          </p:cNvPr>
          <p:cNvPicPr>
            <a:picLocks xmlns:a="http://schemas.openxmlformats.org/drawingml/2006/main" noChangeAspect="1"/>
          </p:cNvPicPr>
          <p:nvPr/>
        </p:nvPicPr>
        <p:blipFill>
          <a:blip xmlns:r="http://schemas.openxmlformats.org/officeDocument/2006/relationships" xmlns:a="http://schemas.openxmlformats.org/drawingml/2006/main" r:embed="R0190adf543cc4ce3"/>
          <a:stretch xmlns:a="http://schemas.openxmlformats.org/drawingml/2006/main"/>
        </p:blipFill>
        <p:spPr>
          <a:xfrm xmlns:a="http://schemas.openxmlformats.org/drawingml/2006/main">
            <a:off x="1905000" y="4922520"/>
            <a:ext cx="13844588" cy="81438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2DBFDB2-E860-4E27-9375-CD4E3B5288B3}"/>
              </a:ext>
            </a:extLst>
          </p:cNvPr>
          <p:cNvPicPr>
            <a:picLocks xmlns:a="http://schemas.openxmlformats.org/drawingml/2006/main" noChangeAspect="1"/>
          </p:cNvPicPr>
          <p:nvPr/>
        </p:nvPicPr>
        <p:blipFill>
          <a:blip xmlns:r="http://schemas.openxmlformats.org/officeDocument/2006/relationships" xmlns:a="http://schemas.openxmlformats.org/drawingml/2006/main" r:embed="R82b955dd41504969"/>
          <a:stretch xmlns:a="http://schemas.openxmlformats.org/drawingml/2006/main"/>
        </p:blipFill>
        <p:spPr>
          <a:xfrm xmlns:a="http://schemas.openxmlformats.org/drawingml/2006/main">
            <a:off x="1905000" y="5631656"/>
            <a:ext cx="15066169" cy="814388"/>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EB01D718-A5DD-43FD-B569-A4088B9CCB84}"/>
              </a:ext>
            </a:extLst>
          </p:cNvPr>
          <p:cNvSpPr>
            <a:spLocks xmlns:a="http://schemas.openxmlformats.org/drawingml/2006/main" noGrp="1"/>
          </p:cNvSpPr>
          <p:nvPr/>
        </p:nvSpPr>
        <p:spPr>
          <a:xfrm xmlns:a="http://schemas.openxmlformats.org/drawingml/2006/main">
            <a:off x="2219325" y="6560344"/>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056FFEAF-BD4D-4614-AF14-8225DB514ED2}"/>
              </a:ext>
            </a:extLst>
          </p:cNvPr>
          <p:cNvPicPr>
            <a:picLocks xmlns:a="http://schemas.openxmlformats.org/drawingml/2006/main" noChangeAspect="1"/>
          </p:cNvPicPr>
          <p:nvPr/>
        </p:nvPicPr>
        <p:blipFill>
          <a:blip xmlns:r="http://schemas.openxmlformats.org/officeDocument/2006/relationships" xmlns:a="http://schemas.openxmlformats.org/drawingml/2006/main" r:embed="Rf88eb7e106ee4d89"/>
          <a:stretch xmlns:a="http://schemas.openxmlformats.org/drawingml/2006/main"/>
        </p:blipFill>
        <p:spPr>
          <a:xfrm xmlns:a="http://schemas.openxmlformats.org/drawingml/2006/main">
            <a:off x="1905000" y="6647498"/>
            <a:ext cx="13844588" cy="814388"/>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434A3B8F-1184-4D43-8727-3CE842E9BCE6}"/>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110F7444-A0AD-43F8-B666-4BCB567411BD}"/>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9568129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6FF35AD-503C-4BA4-AF9C-549D73A60DD2}"/>
              </a:ext>
            </a:extLst>
          </p:cNvPr>
          <p:cNvPicPr>
            <a:picLocks xmlns:a="http://schemas.openxmlformats.org/drawingml/2006/main" noChangeAspect="1"/>
          </p:cNvPicPr>
          <p:nvPr/>
        </p:nvPicPr>
        <p:blipFill>
          <a:blip xmlns:r="http://schemas.openxmlformats.org/officeDocument/2006/relationships" xmlns:a="http://schemas.openxmlformats.org/drawingml/2006/main" r:embed="R63f31870d5e64a1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40058D5-05CA-42DE-8495-A7B00DFDD18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185401E-6DC9-4E0E-BBD5-3563F18381D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B4CA16E3-0465-46CB-A351-667AF3B3FBA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6B226F1-549A-4147-B377-3AA92591843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620CC2A6-7453-4C55-80A0-8C710FA0C9A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E3DF7D33-A63B-4893-9C1D-337FC9600DF8}"/>
              </a:ext>
            </a:extLst>
          </p:cNvPr>
          <p:cNvPicPr>
            <a:picLocks xmlns:a="http://schemas.openxmlformats.org/drawingml/2006/main" noChangeAspect="1"/>
          </p:cNvPicPr>
          <p:nvPr/>
        </p:nvPicPr>
        <p:blipFill>
          <a:blip xmlns:r="http://schemas.openxmlformats.org/officeDocument/2006/relationships" xmlns:a="http://schemas.openxmlformats.org/drawingml/2006/main" r:embed="R3c1082d1cb824700"/>
          <a:stretch xmlns:a="http://schemas.openxmlformats.org/drawingml/2006/main"/>
        </p:blipFill>
        <p:spPr>
          <a:xfrm xmlns:a="http://schemas.openxmlformats.org/drawingml/2006/main">
            <a:off x="2247909" y="4836566"/>
            <a:ext cx="13811231" cy="13134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37C5147-86B9-4EEE-8462-B31049FE5FC9}"/>
              </a:ext>
            </a:extLst>
          </p:cNvPr>
          <p:cNvPicPr>
            <a:picLocks xmlns:a="http://schemas.openxmlformats.org/drawingml/2006/main" noChangeAspect="1"/>
          </p:cNvPicPr>
          <p:nvPr/>
        </p:nvPicPr>
        <p:blipFill>
          <a:blip xmlns:r="http://schemas.openxmlformats.org/officeDocument/2006/relationships" xmlns:a="http://schemas.openxmlformats.org/drawingml/2006/main" r:embed="R01f6115968784a72"/>
          <a:stretch xmlns:a="http://schemas.openxmlformats.org/drawingml/2006/main"/>
        </p:blipFill>
        <p:spPr>
          <a:xfrm xmlns:a="http://schemas.openxmlformats.org/drawingml/2006/main">
            <a:off x="1547813" y="5963591"/>
            <a:ext cx="15192375" cy="1444849"/>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D120D4D2-9550-4142-ACDB-2CC0C6B2EFE3}"/>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84222764-6D3B-44F3-830C-42409FD49158}"/>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
        <p:nvSpPr>
          <p:cNvPr id="11" name="text">
            <a:extLst xmlns:a="http://schemas.openxmlformats.org/drawingml/2006/main">
              <a:ext uri="{FF2B5EF4-FFF2-40B4-BE49-F238E27FC236}">
                <a16:creationId xmlns:a16="http://schemas.microsoft.com/office/drawing/2014/main" id="{2CA6C05C-9C40-4391-B778-9082DD089A1E}"/>
              </a:ext>
            </a:extLst>
          </p:cNvPr>
          <p:cNvSpPr>
            <a:spLocks xmlns:a="http://schemas.openxmlformats.org/drawingml/2006/main" noGrp="1"/>
          </p:cNvSpPr>
          <p:nvPr/>
        </p:nvSpPr>
        <p:spPr>
          <a:xfrm xmlns:a="http://schemas.openxmlformats.org/drawingml/2006/main">
            <a:off x="2286000" y="74866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계수 2배</a:t>
            </a:r>
          </a:p>
        </p:txBody>
      </p:sp>
      <p:sp>
        <p:nvSpPr>
          <p:cNvPr id="12" name="text">
            <a:extLst xmlns:a="http://schemas.openxmlformats.org/drawingml/2006/main">
              <a:ext uri="{FF2B5EF4-FFF2-40B4-BE49-F238E27FC236}">
                <a16:creationId xmlns:a16="http://schemas.microsoft.com/office/drawing/2014/main" id="{BB41DC2F-CD17-4C3C-B6DE-AAD394354702}"/>
              </a:ext>
            </a:extLst>
          </p:cNvPr>
          <p:cNvSpPr>
            <a:spLocks xmlns:a="http://schemas.openxmlformats.org/drawingml/2006/main" noGrp="1"/>
          </p:cNvSpPr>
          <p:nvPr/>
        </p:nvSpPr>
        <p:spPr>
          <a:xfrm xmlns:a="http://schemas.openxmlformats.org/drawingml/2006/main">
            <a:off x="11477625" y="74866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t>Δ</a:t>
            </a:r>
            <a:r>
              <a:rPr i="1">
                <a:latin typeface="Pretendard"/>
                <a:ea typeface="Pretendard"/>
                <a:cs typeface="Pretendard"/>
              </a:rPr>
              <a:t>H</a:t>
            </a:r>
            <a:r>
              <a:t>도 2배</a:t>
            </a:r>
          </a:p>
        </p:txBody>
      </p:sp>
    </p:spTree>
    <p:extLst>
      <p:ext uri="{BB962C8B-B14F-4D97-AF65-F5344CB8AC3E}">
        <p14:creationId xmlns:p14="http://schemas.microsoft.com/office/powerpoint/2010/main" val="10201057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F89BB22-FFA7-40D8-BCD5-21605A202A88}"/>
              </a:ext>
            </a:extLst>
          </p:cNvPr>
          <p:cNvPicPr>
            <a:picLocks xmlns:a="http://schemas.openxmlformats.org/drawingml/2006/main" noChangeAspect="1"/>
          </p:cNvPicPr>
          <p:nvPr/>
        </p:nvPicPr>
        <p:blipFill>
          <a:blip xmlns:r="http://schemas.openxmlformats.org/officeDocument/2006/relationships" xmlns:a="http://schemas.openxmlformats.org/drawingml/2006/main" r:embed="R3fd8631e7e64436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0362CA2-B31A-4281-BBCB-E0D755D1F5C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9BE13B1-F7FE-4533-9125-4CC8BB19459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04B1671B-C564-4AC7-A7A5-1358DD7A225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506B202-B71B-478A-A72C-DFBB417D703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5182B10D-157D-4B40-9D5C-0FC37B17FA6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5B1BA0A8-7CF7-440E-B8BB-7A074FC40710}"/>
              </a:ext>
            </a:extLst>
          </p:cNvPr>
          <p:cNvPicPr>
            <a:picLocks xmlns:a="http://schemas.openxmlformats.org/drawingml/2006/main" noChangeAspect="1"/>
          </p:cNvPicPr>
          <p:nvPr/>
        </p:nvPicPr>
        <p:blipFill>
          <a:blip xmlns:r="http://schemas.openxmlformats.org/officeDocument/2006/relationships" xmlns:a="http://schemas.openxmlformats.org/drawingml/2006/main" r:embed="R8220be5ffa5d4839"/>
          <a:stretch xmlns:a="http://schemas.openxmlformats.org/drawingml/2006/main"/>
        </p:blipFill>
        <p:spPr>
          <a:xfrm xmlns:a="http://schemas.openxmlformats.org/drawingml/2006/main">
            <a:off x="2247929" y="5029187"/>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4310817-A61A-40EF-8F03-598E474AD010}"/>
              </a:ext>
            </a:extLst>
          </p:cNvPr>
          <p:cNvPicPr>
            <a:picLocks xmlns:a="http://schemas.openxmlformats.org/drawingml/2006/main" noChangeAspect="1"/>
          </p:cNvPicPr>
          <p:nvPr/>
        </p:nvPicPr>
        <p:blipFill>
          <a:blip xmlns:r="http://schemas.openxmlformats.org/officeDocument/2006/relationships" xmlns:a="http://schemas.openxmlformats.org/drawingml/2006/main" r:embed="Ra7e9a20939774c86"/>
          <a:stretch xmlns:a="http://schemas.openxmlformats.org/drawingml/2006/main"/>
        </p:blipFill>
        <p:spPr>
          <a:xfrm xmlns:a="http://schemas.openxmlformats.org/drawingml/2006/main">
            <a:off x="1332671" y="5997033"/>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028205A6-3A4E-4211-8A91-AD2A33BD8AD9}"/>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6B0BEFF6-DE28-4AC5-8E76-2F40D060C525}"/>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
        <p:nvSpPr>
          <p:cNvPr id="11" name="text">
            <a:extLst xmlns:a="http://schemas.openxmlformats.org/drawingml/2006/main">
              <a:ext uri="{FF2B5EF4-FFF2-40B4-BE49-F238E27FC236}">
                <a16:creationId xmlns:a16="http://schemas.microsoft.com/office/drawing/2014/main" id="{2557F0A2-2651-4502-8D98-7C032AB27AC4}"/>
              </a:ext>
            </a:extLst>
          </p:cNvPr>
          <p:cNvSpPr>
            <a:spLocks xmlns:a="http://schemas.openxmlformats.org/drawingml/2006/main" noGrp="1"/>
          </p:cNvSpPr>
          <p:nvPr/>
        </p:nvSpPr>
        <p:spPr>
          <a:xfrm xmlns:a="http://schemas.openxmlformats.org/drawingml/2006/main">
            <a:off x="11430000" y="4593922"/>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발열 반응</a:t>
            </a:r>
          </a:p>
        </p:txBody>
      </p:sp>
      <p:sp>
        <p:nvSpPr>
          <p:cNvPr id="12" name="text">
            <a:extLst xmlns:a="http://schemas.openxmlformats.org/drawingml/2006/main">
              <a:ext uri="{FF2B5EF4-FFF2-40B4-BE49-F238E27FC236}">
                <a16:creationId xmlns:a16="http://schemas.microsoft.com/office/drawing/2014/main" id="{87526E1C-34AA-4EFC-BCAD-68F11CE1FB62}"/>
              </a:ext>
            </a:extLst>
          </p:cNvPr>
          <p:cNvSpPr>
            <a:spLocks xmlns:a="http://schemas.openxmlformats.org/drawingml/2006/main" noGrp="1"/>
          </p:cNvSpPr>
          <p:nvPr/>
        </p:nvSpPr>
        <p:spPr>
          <a:xfrm xmlns:a="http://schemas.openxmlformats.org/drawingml/2006/main">
            <a:off x="11430000" y="6874178"/>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흡열 반응</a:t>
            </a:r>
          </a:p>
        </p:txBody>
      </p:sp>
    </p:spTree>
    <p:extLst>
      <p:ext uri="{BB962C8B-B14F-4D97-AF65-F5344CB8AC3E}">
        <p14:creationId xmlns:p14="http://schemas.microsoft.com/office/powerpoint/2010/main" val="4919850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688B61F6-7D3B-4314-9EB3-FCED7C15BE28}"/>
              </a:ext>
            </a:extLst>
          </p:cNvPr>
          <p:cNvPicPr>
            <a:picLocks xmlns:a="http://schemas.openxmlformats.org/drawingml/2006/main" noChangeAspect="1"/>
          </p:cNvPicPr>
          <p:nvPr/>
        </p:nvPicPr>
        <p:blipFill>
          <a:blip xmlns:r="http://schemas.openxmlformats.org/officeDocument/2006/relationships" xmlns:a="http://schemas.openxmlformats.org/drawingml/2006/main" r:embed="Re83c6d6e1e8a433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8C3B5BA-D5DA-44CA-854F-D81309D37DB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AB0DE3D-89A1-4A8F-8315-4B4CA022038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F75A948-F16D-4C08-9AF6-8EA02035716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E89FD3C-05F7-4392-8263-A83C7176974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AE6914C9-A573-4257-ABC1-759C07112AA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7682B1D3-AEFF-4B1B-8358-694E93267908}"/>
              </a:ext>
            </a:extLst>
          </p:cNvPr>
          <p:cNvGraphicFramePr/>
          <p:nvPr/>
        </p:nvGraphicFramePr>
        <p:xfrm>
          <a:off xmlns:a="http://schemas.openxmlformats.org/drawingml/2006/main" x="1828800" y="4286250"/>
          <a:ext xmlns:a="http://schemas.openxmlformats.org/drawingml/2006/main" cx="11334750" cy="3810000"/>
        </p:xfrm>
        <a:graphic xmlns:a="http://schemas.openxmlformats.org/drawingml/2006/main">
          <a:graphicData uri="http://schemas.openxmlformats.org/drawingml/2006/table">
            <a:tbl>
              <a:tblPr/>
              <a:tblGrid>
                <a:gridCol w="5429250"/>
                <a:gridCol w="5905500"/>
              </a:tblGrid>
              <a:tr h="952500">
                <a:tc>
                  <a:txBody>
                    <a:bodyPr wrap="none" lIns="114300" tIns="114300" rIns="114300" bIns="114300"/>
                    <a:lstStyle/>
                    <a:p>
                      <a:pPr algn="ctr"/>
                      <a:r>
                        <a:rPr sz="315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각 </a:t>
                      </a: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D720F2D4-8A85-4612-BE42-A0AD013CA3EF}"/>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47CFD19B-29CB-4307-BF0F-F2C86D69DF0A}"/>
              </a:ext>
            </a:extLst>
          </p:cNvPr>
          <p:cNvSpPr>
            <a:spLocks xmlns:a="http://schemas.openxmlformats.org/drawingml/2006/main" noGrp="1"/>
          </p:cNvSpPr>
          <p:nvPr/>
        </p:nvSpPr>
        <p:spPr>
          <a:xfrm xmlns:a="http://schemas.openxmlformats.org/drawingml/2006/main" rot="5400000">
            <a:off x="1297305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FCC18155-AAAD-4B55-AF40-1A13E8FB1E16}"/>
              </a:ext>
            </a:extLst>
          </p:cNvPr>
          <p:cNvSpPr>
            <a:spLocks xmlns:a="http://schemas.openxmlformats.org/drawingml/2006/main" noGrp="1"/>
          </p:cNvSpPr>
          <p:nvPr/>
        </p:nvSpPr>
        <p:spPr>
          <a:xfrm xmlns:a="http://schemas.openxmlformats.org/drawingml/2006/main" rot="10800000">
            <a:off x="12973050"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5F036B50-E7CB-416A-B8A8-D47AD62EBF19}"/>
              </a:ext>
            </a:extLst>
          </p:cNvPr>
          <p:cNvSpPr>
            <a:spLocks xmlns:a="http://schemas.openxmlformats.org/drawingml/2006/main" noGrp="1"/>
          </p:cNvSpPr>
          <p:nvPr/>
        </p:nvSpPr>
        <p:spPr>
          <a:xfrm xmlns:a="http://schemas.openxmlformats.org/drawingml/2006/main" rot="16200000">
            <a:off x="1828800"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참조 R03-22 여백 있는 말풍선">
            <a:extLst xmlns:a="http://schemas.openxmlformats.org/drawingml/2006/main">
              <a:ext uri="{FF2B5EF4-FFF2-40B4-BE49-F238E27FC236}">
                <a16:creationId xmlns:a16="http://schemas.microsoft.com/office/drawing/2014/main" id="{BFED82EF-E80E-4C25-9627-7892E23BC00C}"/>
              </a:ext>
            </a:extLst>
          </p:cNvPr>
          <p:cNvSpPr>
            <a:spLocks xmlns:a="http://schemas.openxmlformats.org/drawingml/2006/main" noGrp="1"/>
          </p:cNvSpPr>
          <p:nvPr/>
        </p:nvSpPr>
        <p:spPr>
          <a:xfrm xmlns:a="http://schemas.openxmlformats.org/drawingml/2006/main">
            <a:off x="13287375" y="3962400"/>
            <a:ext cx="4048125" cy="1409700"/>
          </a:xfrm>
          <a:prstGeom xmlns:a="http://schemas.openxmlformats.org/drawingml/2006/main" prst="roundRect">
            <a:avLst>
              <a:gd name="adj" fmla="val 17568"/>
            </a:avLst>
          </a:prstGeom>
          <a:solidFill xmlns:a="http://schemas.openxmlformats.org/drawingml/2006/main">
            <a:srgbClr val="F5F5F5"/>
          </a:solidFill>
          <a:ln xmlns:a="http://schemas.openxmlformats.org/drawingml/2006/main" w="0">
            <a:noFill/>
          </a:ln>
        </p:spPr>
      </p:sp>
      <p:sp>
        <p:nvSpPr>
          <p:cNvPr id="13" name="인물 발화 연결 꼬리">
            <a:extLst xmlns:a="http://schemas.openxmlformats.org/drawingml/2006/main">
              <a:ext uri="{FF2B5EF4-FFF2-40B4-BE49-F238E27FC236}">
                <a16:creationId xmlns:a16="http://schemas.microsoft.com/office/drawing/2014/main" id="{917125AC-1373-496B-9310-C2A0493A1EFE}"/>
              </a:ext>
            </a:extLst>
          </p:cNvPr>
          <p:cNvSpPr>
            <a:spLocks xmlns:a="http://schemas.openxmlformats.org/drawingml/2006/main" noGrp="1"/>
          </p:cNvSpPr>
          <p:nvPr/>
        </p:nvSpPr>
        <p:spPr>
          <a:xfrm xmlns:a="http://schemas.openxmlformats.org/drawingml/2006/main">
            <a:off x="15513844"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4" name="캐릭터 질문 1">
            <a:extLst xmlns:a="http://schemas.openxmlformats.org/drawingml/2006/main">
              <a:ext uri="{FF2B5EF4-FFF2-40B4-BE49-F238E27FC236}">
                <a16:creationId xmlns:a16="http://schemas.microsoft.com/office/drawing/2014/main" id="{2A3057D6-8603-4ABF-B433-3D013382C2ED}"/>
              </a:ext>
            </a:extLst>
          </p:cNvPr>
          <p:cNvSpPr>
            <a:spLocks xmlns:a="http://schemas.openxmlformats.org/drawingml/2006/main" noGrp="1"/>
          </p:cNvSpPr>
          <p:nvPr/>
        </p:nvSpPr>
        <p:spPr>
          <a:xfrm xmlns:a="http://schemas.openxmlformats.org/drawingml/2006/main">
            <a:off x="13515975" y="4191000"/>
            <a:ext cx="3590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계수·방향을 바꾸면</a:t>
            </a:r>
          </a:p>
        </p:txBody>
      </p:sp>
      <p:sp>
        <p:nvSpPr>
          <p:cNvPr id="15" name="캐릭터 질문 2">
            <a:extLst xmlns:a="http://schemas.openxmlformats.org/drawingml/2006/main">
              <a:ext uri="{FF2B5EF4-FFF2-40B4-BE49-F238E27FC236}">
                <a16:creationId xmlns:a16="http://schemas.microsoft.com/office/drawing/2014/main" id="{37D91608-26BA-4794-9ECA-375673403A95}"/>
              </a:ext>
            </a:extLst>
          </p:cNvPr>
          <p:cNvSpPr>
            <a:spLocks xmlns:a="http://schemas.openxmlformats.org/drawingml/2006/main" noGrp="1"/>
          </p:cNvSpPr>
          <p:nvPr/>
        </p:nvSpPr>
        <p:spPr>
          <a:xfrm xmlns:a="http://schemas.openxmlformats.org/drawingml/2006/main">
            <a:off x="13515975" y="4657725"/>
            <a:ext cx="3590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Δ</a:t>
            </a:r>
            <a:r>
              <a:rPr i="1">
                <a:latin typeface="Pretendard"/>
                <a:ea typeface="Pretendard"/>
                <a:cs typeface="Pretendard"/>
              </a:rPr>
              <a:t>H</a:t>
            </a:r>
            <a:r>
              <a:t>도 함께 바꿔!</a:t>
            </a:r>
          </a:p>
        </p:txBody>
      </p:sp>
      <p:pic>
        <p:nvPicPr>
          <p:cNvPr id="16" name="">
            <a:extLst xmlns:a="http://schemas.openxmlformats.org/drawingml/2006/main">
              <a:ext uri="{FF2B5EF4-FFF2-40B4-BE49-F238E27FC236}">
                <a16:creationId xmlns:a16="http://schemas.microsoft.com/office/drawing/2014/main" id="{EB49F837-4AEB-43C4-ACE8-A40C768B4506}"/>
              </a:ext>
            </a:extLst>
          </p:cNvPr>
          <p:cNvPicPr>
            <a:picLocks xmlns:a="http://schemas.openxmlformats.org/drawingml/2006/main" noChangeAspect="1"/>
          </p:cNvPicPr>
          <p:nvPr/>
        </p:nvPicPr>
        <p:blipFill>
          <a:blip xmlns:r="http://schemas.openxmlformats.org/officeDocument/2006/relationships" xmlns:a="http://schemas.openxmlformats.org/drawingml/2006/main" r:embed="R2f1e22ef59e54970"/>
          <a:stretch xmlns:a="http://schemas.openxmlformats.org/drawingml/2006/main"/>
        </p:blipFill>
        <p:spPr>
          <a:xfrm xmlns:a="http://schemas.openxmlformats.org/drawingml/2006/main">
            <a:off x="14309858" y="5781675"/>
            <a:ext cx="2050785" cy="3429000"/>
          </a:xfrm>
          <a:prstGeom xmlns:a="http://schemas.openxmlformats.org/drawingml/2006/main" prst="rect">
            <a:avLst/>
          </a:prstGeom>
        </p:spPr>
      </p:pic>
    </p:spTree>
    <p:extLst>
      <p:ext uri="{BB962C8B-B14F-4D97-AF65-F5344CB8AC3E}">
        <p14:creationId xmlns:p14="http://schemas.microsoft.com/office/powerpoint/2010/main" val="1275228634"/>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4AE2CFC-9A3B-4494-B5A7-CA71DFB88B3A}"/>
              </a:ext>
            </a:extLst>
          </p:cNvPr>
          <p:cNvPicPr>
            <a:picLocks xmlns:a="http://schemas.openxmlformats.org/drawingml/2006/main" noChangeAspect="1"/>
          </p:cNvPicPr>
          <p:nvPr/>
        </p:nvPicPr>
        <p:blipFill>
          <a:blip xmlns:r="http://schemas.openxmlformats.org/officeDocument/2006/relationships" xmlns:a="http://schemas.openxmlformats.org/drawingml/2006/main" r:embed="R524e86fac00c48c0"/>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7D7C5E29-9FA7-4D41-9E73-B3CFB0646A2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14835085-75FC-4165-8AB5-12F5DBBD5AA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E5101574-5311-4566-B84D-8967F669C623}"/>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2F1B32BE-0175-4D06-B832-EDD50F0896A5}"/>
              </a:ext>
            </a:extLst>
          </p:cNvPr>
          <p:cNvPicPr>
            <a:picLocks xmlns:a="http://schemas.openxmlformats.org/drawingml/2006/main" noChangeAspect="1"/>
          </p:cNvPicPr>
          <p:nvPr/>
        </p:nvPicPr>
        <p:blipFill>
          <a:blip xmlns:r="http://schemas.openxmlformats.org/officeDocument/2006/relationships" xmlns:a="http://schemas.openxmlformats.org/drawingml/2006/main" r:embed="R8659eee7904f41b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9998FBA2-3BE1-4C96-8F5F-46B087C5353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71ACF2F6-ACB8-41C1-B7FE-9771544DE8F2}"/>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8" name="text">
            <a:extLst xmlns:a="http://schemas.openxmlformats.org/drawingml/2006/main">
              <a:ext uri="{FF2B5EF4-FFF2-40B4-BE49-F238E27FC236}">
                <a16:creationId xmlns:a16="http://schemas.microsoft.com/office/drawing/2014/main" id="{B2DB5596-A2F7-450A-A632-9E89DA265381}"/>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9" name="text">
            <a:extLst xmlns:a="http://schemas.openxmlformats.org/drawingml/2006/main">
              <a:ext uri="{FF2B5EF4-FFF2-40B4-BE49-F238E27FC236}">
                <a16:creationId xmlns:a16="http://schemas.microsoft.com/office/drawing/2014/main" id="{F1475354-BEF4-4146-A85F-71AB3EA4BE30}"/>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85232864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02438861-2189-441D-9466-0DCE72C2FDFD}"/>
              </a:ext>
            </a:extLst>
          </p:cNvPr>
          <p:cNvPicPr>
            <a:picLocks xmlns:a="http://schemas.openxmlformats.org/drawingml/2006/main" noChangeAspect="1"/>
          </p:cNvPicPr>
          <p:nvPr/>
        </p:nvPicPr>
        <p:blipFill>
          <a:blip xmlns:r="http://schemas.openxmlformats.org/officeDocument/2006/relationships" xmlns:a="http://schemas.openxmlformats.org/drawingml/2006/main" r:embed="R724b3041a21f478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5687437-650F-4571-ACEA-822A6233470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E4B04E6-E27A-4420-841B-734DF7A9635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5D9F89C-E0FC-49E9-9A5C-1FA40C10D03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6FD7587-E64F-49A7-B965-DEC79A67663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A308719D-06AC-4A41-BDCA-56482702FB6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pic>
        <p:nvPicPr>
          <p:cNvPr id="7" name="">
            <a:extLst xmlns:a="http://schemas.openxmlformats.org/drawingml/2006/main">
              <a:ext uri="{FF2B5EF4-FFF2-40B4-BE49-F238E27FC236}">
                <a16:creationId xmlns:a16="http://schemas.microsoft.com/office/drawing/2014/main" id="{2D812E36-5C67-42E6-BC8B-D03A8B8ED434}"/>
              </a:ext>
            </a:extLst>
          </p:cNvPr>
          <p:cNvPicPr>
            <a:picLocks xmlns:a="http://schemas.openxmlformats.org/drawingml/2006/main" noChangeAspect="1"/>
          </p:cNvPicPr>
          <p:nvPr/>
        </p:nvPicPr>
        <p:blipFill>
          <a:blip xmlns:r="http://schemas.openxmlformats.org/officeDocument/2006/relationships" xmlns:a="http://schemas.openxmlformats.org/drawingml/2006/main" r:embed="R9e3208992efa4fb6"/>
          <a:stretch xmlns:a="http://schemas.openxmlformats.org/drawingml/2006/main"/>
        </p:blipFill>
        <p:spPr>
          <a:xfrm xmlns:a="http://schemas.openxmlformats.org/drawingml/2006/main">
            <a:off x="2503792" y="5238750"/>
            <a:ext cx="2755292" cy="4238625"/>
          </a:xfrm>
          <a:prstGeom xmlns:a="http://schemas.openxmlformats.org/drawingml/2006/main" prst="rect">
            <a:avLst/>
          </a:prstGeom>
        </p:spPr>
      </p:pic>
      <p:sp>
        <p:nvSpPr>
          <p:cNvPr id="8" name="참조 R03-22 여백 있는 말풍선">
            <a:extLst xmlns:a="http://schemas.openxmlformats.org/drawingml/2006/main">
              <a:ext uri="{FF2B5EF4-FFF2-40B4-BE49-F238E27FC236}">
                <a16:creationId xmlns:a16="http://schemas.microsoft.com/office/drawing/2014/main" id="{623182D1-AB78-4BAB-BAD7-D2B50DE5B348}"/>
              </a:ext>
            </a:extLst>
          </p:cNvPr>
          <p:cNvSpPr>
            <a:spLocks xmlns:a="http://schemas.openxmlformats.org/drawingml/2006/main" noGrp="1"/>
          </p:cNvSpPr>
          <p:nvPr/>
        </p:nvSpPr>
        <p:spPr>
          <a:xfrm xmlns:a="http://schemas.openxmlformats.org/drawingml/2006/main">
            <a:off x="1524000" y="3714750"/>
            <a:ext cx="4524375" cy="1390650"/>
          </a:xfrm>
          <a:prstGeom xmlns:a="http://schemas.openxmlformats.org/drawingml/2006/main" prst="roundRect">
            <a:avLst>
              <a:gd name="adj" fmla="val 17808"/>
            </a:avLst>
          </a:prstGeom>
          <a:solidFill xmlns:a="http://schemas.openxmlformats.org/drawingml/2006/main">
            <a:srgbClr val="F5F5F5"/>
          </a:solidFill>
          <a:ln xmlns:a="http://schemas.openxmlformats.org/drawingml/2006/main" w="0">
            <a:noFill/>
          </a:ln>
        </p:spPr>
      </p:sp>
      <p:sp>
        <p:nvSpPr>
          <p:cNvPr id="9" name="인물 발화 연결 꼬리">
            <a:extLst xmlns:a="http://schemas.openxmlformats.org/drawingml/2006/main">
              <a:ext uri="{FF2B5EF4-FFF2-40B4-BE49-F238E27FC236}">
                <a16:creationId xmlns:a16="http://schemas.microsoft.com/office/drawing/2014/main" id="{87E419D7-1922-4CC0-BA3A-93C13BD4A226}"/>
              </a:ext>
            </a:extLst>
          </p:cNvPr>
          <p:cNvSpPr>
            <a:spLocks xmlns:a="http://schemas.openxmlformats.org/drawingml/2006/main" noGrp="1"/>
          </p:cNvSpPr>
          <p:nvPr/>
        </p:nvSpPr>
        <p:spPr>
          <a:xfrm xmlns:a="http://schemas.openxmlformats.org/drawingml/2006/main">
            <a:off x="3786188" y="50958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0" name="캐릭터 질문 1">
            <a:extLst xmlns:a="http://schemas.openxmlformats.org/drawingml/2006/main">
              <a:ext uri="{FF2B5EF4-FFF2-40B4-BE49-F238E27FC236}">
                <a16:creationId xmlns:a16="http://schemas.microsoft.com/office/drawing/2014/main" id="{C5ACEFE1-5658-4BBC-965F-DAE1C6BEC0A2}"/>
              </a:ext>
            </a:extLst>
          </p:cNvPr>
          <p:cNvSpPr>
            <a:spLocks xmlns:a="http://schemas.openxmlformats.org/drawingml/2006/main" noGrp="1"/>
          </p:cNvSpPr>
          <p:nvPr/>
        </p:nvSpPr>
        <p:spPr>
          <a:xfrm xmlns:a="http://schemas.openxmlformats.org/drawingml/2006/main">
            <a:off x="1752600" y="3943350"/>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CO만 생길 때의 열을</a:t>
            </a:r>
          </a:p>
        </p:txBody>
      </p:sp>
      <p:sp>
        <p:nvSpPr>
          <p:cNvPr id="11" name="캐릭터 질문 2">
            <a:extLst xmlns:a="http://schemas.openxmlformats.org/drawingml/2006/main">
              <a:ext uri="{FF2B5EF4-FFF2-40B4-BE49-F238E27FC236}">
                <a16:creationId xmlns:a16="http://schemas.microsoft.com/office/drawing/2014/main" id="{AE2D0BD9-A550-41C3-830C-70AB1C180980}"/>
              </a:ext>
            </a:extLst>
          </p:cNvPr>
          <p:cNvSpPr>
            <a:spLocks xmlns:a="http://schemas.openxmlformats.org/drawingml/2006/main" noGrp="1"/>
          </p:cNvSpPr>
          <p:nvPr/>
        </p:nvSpPr>
        <p:spPr>
          <a:xfrm xmlns:a="http://schemas.openxmlformats.org/drawingml/2006/main">
            <a:off x="1752600" y="4410075"/>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어떻게 구할까?</a:t>
            </a:r>
          </a:p>
        </p:txBody>
      </p:sp>
      <p:sp>
        <p:nvSpPr>
          <p:cNvPr id="12" name="text">
            <a:extLst xmlns:a="http://schemas.openxmlformats.org/drawingml/2006/main">
              <a:ext uri="{FF2B5EF4-FFF2-40B4-BE49-F238E27FC236}">
                <a16:creationId xmlns:a16="http://schemas.microsoft.com/office/drawing/2014/main" id="{F5697E58-F0CE-4BCE-830F-0AC209579660}"/>
              </a:ext>
            </a:extLst>
          </p:cNvPr>
          <p:cNvSpPr>
            <a:spLocks xmlns:a="http://schemas.openxmlformats.org/drawingml/2006/main" noGrp="1"/>
          </p:cNvSpPr>
          <p:nvPr/>
        </p:nvSpPr>
        <p:spPr>
          <a:xfrm xmlns:a="http://schemas.openxmlformats.org/drawingml/2006/main">
            <a:off x="7239000" y="4000500"/>
            <a:ext cx="981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함께 생성될 수 있는 CO₂</a:t>
            </a:r>
          </a:p>
        </p:txBody>
      </p:sp>
      <p:sp>
        <p:nvSpPr>
          <p:cNvPr id="13" name="rich">
            <a:extLst xmlns:a="http://schemas.openxmlformats.org/drawingml/2006/main">
              <a:ext uri="{FF2B5EF4-FFF2-40B4-BE49-F238E27FC236}">
                <a16:creationId xmlns:a16="http://schemas.microsoft.com/office/drawing/2014/main" id="{FED174B8-CB41-41C4-BFED-71BFA5D88AF1}"/>
              </a:ext>
            </a:extLst>
          </p:cNvPr>
          <p:cNvSpPr>
            <a:spLocks xmlns:a="http://schemas.openxmlformats.org/drawingml/2006/main" noGrp="1"/>
          </p:cNvSpPr>
          <p:nvPr/>
        </p:nvSpPr>
        <p:spPr>
          <a:xfrm xmlns:a="http://schemas.openxmlformats.org/drawingml/2006/main">
            <a:off x="7239000" y="47339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탄소가 불완전 연소할 때 CO₂도 생성될 수 있다.</a:t>
            </a:r>
          </a:p>
        </p:txBody>
      </p:sp>
      <p:sp>
        <p:nvSpPr>
          <p:cNvPr id="14" name="text">
            <a:extLst xmlns:a="http://schemas.openxmlformats.org/drawingml/2006/main">
              <a:ext uri="{FF2B5EF4-FFF2-40B4-BE49-F238E27FC236}">
                <a16:creationId xmlns:a16="http://schemas.microsoft.com/office/drawing/2014/main" id="{8E3925A8-4AFB-4ABC-AA47-BC7E8D64401C}"/>
              </a:ext>
            </a:extLst>
          </p:cNvPr>
          <p:cNvSpPr>
            <a:spLocks xmlns:a="http://schemas.openxmlformats.org/drawingml/2006/main" noGrp="1"/>
          </p:cNvSpPr>
          <p:nvPr/>
        </p:nvSpPr>
        <p:spPr>
          <a:xfrm xmlns:a="http://schemas.openxmlformats.org/drawingml/2006/main">
            <a:off x="7239000" y="5857875"/>
            <a:ext cx="981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따로 측정하기 어려운 열</a:t>
            </a:r>
          </a:p>
        </p:txBody>
      </p:sp>
      <p:sp>
        <p:nvSpPr>
          <p:cNvPr id="15" name="rich">
            <a:extLst xmlns:a="http://schemas.openxmlformats.org/drawingml/2006/main">
              <a:ext uri="{FF2B5EF4-FFF2-40B4-BE49-F238E27FC236}">
                <a16:creationId xmlns:a16="http://schemas.microsoft.com/office/drawing/2014/main" id="{EE5FFCFB-3019-4AD1-8356-AF7AA21825C1}"/>
              </a:ext>
            </a:extLst>
          </p:cNvPr>
          <p:cNvSpPr>
            <a:spLocks xmlns:a="http://schemas.openxmlformats.org/drawingml/2006/main" noGrp="1"/>
          </p:cNvSpPr>
          <p:nvPr/>
        </p:nvSpPr>
        <p:spPr>
          <a:xfrm xmlns:a="http://schemas.openxmlformats.org/drawingml/2006/main">
            <a:off x="7239000" y="659130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CO만 생성되는 반응의 열을 분리하기 어렵다.</a:t>
            </a:r>
          </a:p>
        </p:txBody>
      </p:sp>
      <p:sp>
        <p:nvSpPr>
          <p:cNvPr id="16" name="text">
            <a:extLst xmlns:a="http://schemas.openxmlformats.org/drawingml/2006/main">
              <a:ext uri="{FF2B5EF4-FFF2-40B4-BE49-F238E27FC236}">
                <a16:creationId xmlns:a16="http://schemas.microsoft.com/office/drawing/2014/main" id="{8006E211-318F-4DE0-9772-589277726F1C}"/>
              </a:ext>
            </a:extLst>
          </p:cNvPr>
          <p:cNvSpPr>
            <a:spLocks xmlns:a="http://schemas.openxmlformats.org/drawingml/2006/main" noGrp="1"/>
          </p:cNvSpPr>
          <p:nvPr/>
        </p:nvSpPr>
        <p:spPr>
          <a:xfrm xmlns:a="http://schemas.openxmlformats.org/drawingml/2006/main">
            <a:off x="7239000" y="7715250"/>
            <a:ext cx="981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다른 반응을 이용한 간접 측정</a:t>
            </a:r>
          </a:p>
        </p:txBody>
      </p:sp>
      <p:sp>
        <p:nvSpPr>
          <p:cNvPr id="17" name="rich">
            <a:extLst xmlns:a="http://schemas.openxmlformats.org/drawingml/2006/main">
              <a:ext uri="{FF2B5EF4-FFF2-40B4-BE49-F238E27FC236}">
                <a16:creationId xmlns:a16="http://schemas.microsoft.com/office/drawing/2014/main" id="{2F2D0C70-738D-43B9-85DB-50FBE4D0A819}"/>
              </a:ext>
            </a:extLst>
          </p:cNvPr>
          <p:cNvSpPr>
            <a:spLocks xmlns:a="http://schemas.openxmlformats.org/drawingml/2006/main" noGrp="1"/>
          </p:cNvSpPr>
          <p:nvPr/>
        </p:nvSpPr>
        <p:spPr>
          <a:xfrm xmlns:a="http://schemas.openxmlformats.org/drawingml/2006/main">
            <a:off x="7239000" y="844867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이미 알고 있는 반응의 </a:t>
            </a:r>
            <a:r>
              <a:t>Δ</a:t>
            </a:r>
            <a:r>
              <a:rPr i="1">
                <a:latin typeface="Pretendard"/>
                <a:ea typeface="Pretendard"/>
                <a:cs typeface="Pretendard"/>
              </a:rPr>
              <a:t>H</a:t>
            </a:r>
            <a:r>
              <a:t>로 구한다.</a:t>
            </a:r>
          </a:p>
        </p:txBody>
      </p:sp>
    </p:spTree>
    <p:extLst>
      <p:ext uri="{BB962C8B-B14F-4D97-AF65-F5344CB8AC3E}">
        <p14:creationId xmlns:p14="http://schemas.microsoft.com/office/powerpoint/2010/main" val="107850848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9A11F03-B0F3-45C9-90B2-FC286A987AF9}"/>
              </a:ext>
            </a:extLst>
          </p:cNvPr>
          <p:cNvPicPr>
            <a:picLocks xmlns:a="http://schemas.openxmlformats.org/drawingml/2006/main" noChangeAspect="1"/>
          </p:cNvPicPr>
          <p:nvPr/>
        </p:nvPicPr>
        <p:blipFill>
          <a:blip xmlns:r="http://schemas.openxmlformats.org/officeDocument/2006/relationships" xmlns:a="http://schemas.openxmlformats.org/drawingml/2006/main" r:embed="R2cc18d360c044d5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B55D28B-E4F6-4C49-B023-74C92223A8B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88249EC-D8C8-434E-8D77-A6AE4F32145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900A4AD-61D4-4878-B54E-406AFE7FF01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8DD03DE-8D6A-45D7-A029-0756EC1E38C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374EA2C2-51E9-45C9-86B5-05715DD7889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99FA3B25-F586-4D08-A455-B784FCE1CB30}"/>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02AD346D-6015-45E2-8D84-43F83AE3219E}"/>
              </a:ext>
            </a:extLst>
          </p:cNvPr>
          <p:cNvPicPr>
            <a:picLocks xmlns:a="http://schemas.openxmlformats.org/drawingml/2006/main" noChangeAspect="1"/>
          </p:cNvPicPr>
          <p:nvPr/>
        </p:nvPicPr>
        <p:blipFill>
          <a:blip xmlns:r="http://schemas.openxmlformats.org/officeDocument/2006/relationships" xmlns:a="http://schemas.openxmlformats.org/drawingml/2006/main" r:embed="Rae8fcb62213b48fa"/>
          <a:stretch xmlns:a="http://schemas.openxmlformats.org/drawingml/2006/main"/>
        </p:blipFill>
        <p:spPr>
          <a:xfrm xmlns:a="http://schemas.openxmlformats.org/drawingml/2006/main">
            <a:off x="2505075" y="4423479"/>
            <a:ext cx="11577161" cy="1178576"/>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E8A1FF7-C361-4EE7-A0EE-EFA0FF1311BF}"/>
              </a:ext>
            </a:extLst>
          </p:cNvPr>
          <p:cNvPicPr>
            <a:picLocks xmlns:a="http://schemas.openxmlformats.org/drawingml/2006/main" noChangeAspect="1"/>
          </p:cNvPicPr>
          <p:nvPr/>
        </p:nvPicPr>
        <p:blipFill>
          <a:blip xmlns:r="http://schemas.openxmlformats.org/officeDocument/2006/relationships" xmlns:a="http://schemas.openxmlformats.org/drawingml/2006/main" r:embed="Rc2b17587f5ef4614"/>
          <a:stretch xmlns:a="http://schemas.openxmlformats.org/drawingml/2006/main"/>
        </p:blipFill>
        <p:spPr>
          <a:xfrm xmlns:a="http://schemas.openxmlformats.org/drawingml/2006/main">
            <a:off x="2505415" y="5930080"/>
            <a:ext cx="13191445" cy="80295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4B5D3161-84CC-4F0D-B58F-5B0F11282AE8}"/>
              </a:ext>
            </a:extLst>
          </p:cNvPr>
          <p:cNvPicPr>
            <a:picLocks xmlns:a="http://schemas.openxmlformats.org/drawingml/2006/main" noChangeAspect="1"/>
          </p:cNvPicPr>
          <p:nvPr/>
        </p:nvPicPr>
        <p:blipFill>
          <a:blip xmlns:r="http://schemas.openxmlformats.org/officeDocument/2006/relationships" xmlns:a="http://schemas.openxmlformats.org/drawingml/2006/main" r:embed="R092323a9b41c4bd0"/>
          <a:stretch xmlns:a="http://schemas.openxmlformats.org/drawingml/2006/main"/>
        </p:blipFill>
        <p:spPr>
          <a:xfrm xmlns:a="http://schemas.openxmlformats.org/drawingml/2006/main">
            <a:off x="2506108" y="6853749"/>
            <a:ext cx="13190060" cy="1178243"/>
          </a:xfrm>
          <a:prstGeom xmlns:a="http://schemas.openxmlformats.org/drawingml/2006/main" prst="rect">
            <a:avLst/>
          </a:prstGeom>
        </p:spPr>
      </p:pic>
    </p:spTree>
    <p:extLst>
      <p:ext uri="{BB962C8B-B14F-4D97-AF65-F5344CB8AC3E}">
        <p14:creationId xmlns:p14="http://schemas.microsoft.com/office/powerpoint/2010/main" val="22674948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0D7565AF-1613-404F-9522-4482C1209843}"/>
              </a:ext>
            </a:extLst>
          </p:cNvPr>
          <p:cNvPicPr>
            <a:picLocks xmlns:a="http://schemas.openxmlformats.org/drawingml/2006/main" noChangeAspect="1"/>
          </p:cNvPicPr>
          <p:nvPr/>
        </p:nvPicPr>
        <p:blipFill>
          <a:blip xmlns:r="http://schemas.openxmlformats.org/officeDocument/2006/relationships" xmlns:a="http://schemas.openxmlformats.org/drawingml/2006/main" r:embed="R414301f9baa140e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F9D6183-736B-41AF-AB6C-792FFD8B003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AF3F378-A7A8-4992-8BD0-5EE91D3860A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58B1925-B94C-4602-B876-434F327675E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74D8C38-2487-4A84-A947-E5716A42B22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A6F52B5-BBCB-4A5C-97A1-24BDA214616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D1C8D46D-32E0-41C9-852E-919590A812CF}"/>
              </a:ext>
            </a:extLst>
          </p:cNvPr>
          <p:cNvPicPr>
            <a:picLocks xmlns:a="http://schemas.openxmlformats.org/drawingml/2006/main" noChangeAspect="1"/>
          </p:cNvPicPr>
          <p:nvPr/>
        </p:nvPicPr>
        <p:blipFill>
          <a:blip xmlns:r="http://schemas.openxmlformats.org/officeDocument/2006/relationships" xmlns:a="http://schemas.openxmlformats.org/drawingml/2006/main" r:embed="R926d1a257e244c37"/>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CF8E5332-B084-4636-A22C-016934768F49}"/>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3B5166AB-FB2B-4DC0-BCBD-FF4283FE8C87}"/>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8DA3D15C-5B8C-4DDA-9EBA-6A022ADE48AB}"/>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21834303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E7AC93F5-2680-4564-9FCB-91104C4B10DD}"/>
              </a:ext>
            </a:extLst>
          </p:cNvPr>
          <p:cNvPicPr>
            <a:picLocks xmlns:a="http://schemas.openxmlformats.org/drawingml/2006/main" noChangeAspect="1"/>
          </p:cNvPicPr>
          <p:nvPr/>
        </p:nvPicPr>
        <p:blipFill>
          <a:blip xmlns:r="http://schemas.openxmlformats.org/officeDocument/2006/relationships" xmlns:a="http://schemas.openxmlformats.org/drawingml/2006/main" r:embed="Rbf10ddb676a541a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25E3ACB-6F31-4E54-8486-FFDADBA4F66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8E77837-A046-4A6E-BFBA-FFD7DB6765B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BF484CA8-4959-4BC4-8559-2D4E746321C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5F4D719-A06F-4928-B9F7-4FD9915AF62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C8C4E68-B10B-4709-83C8-7FD8683588F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E24D6C59-BF0C-49DD-9734-EB13E4E03DB2}"/>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9C6A7EE1-DA42-4EF1-AEEF-7DAE915E7FE8}"/>
              </a:ext>
            </a:extLst>
          </p:cNvPr>
          <p:cNvPicPr>
            <a:picLocks xmlns:a="http://schemas.openxmlformats.org/drawingml/2006/main" noChangeAspect="1"/>
          </p:cNvPicPr>
          <p:nvPr/>
        </p:nvPicPr>
        <p:blipFill>
          <a:blip xmlns:r="http://schemas.openxmlformats.org/officeDocument/2006/relationships" xmlns:a="http://schemas.openxmlformats.org/drawingml/2006/main" r:embed="R26b10cd888d04f51"/>
          <a:stretch xmlns:a="http://schemas.openxmlformats.org/drawingml/2006/main"/>
        </p:blipFill>
        <p:spPr>
          <a:xfrm xmlns:a="http://schemas.openxmlformats.org/drawingml/2006/main">
            <a:off x="2505415" y="5309931"/>
            <a:ext cx="13191445" cy="802958"/>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B46D2A9-727B-47AC-AD26-236B83C12AFF}"/>
              </a:ext>
            </a:extLst>
          </p:cNvPr>
          <p:cNvPicPr>
            <a:picLocks xmlns:a="http://schemas.openxmlformats.org/drawingml/2006/main" noChangeAspect="1"/>
          </p:cNvPicPr>
          <p:nvPr/>
        </p:nvPicPr>
        <p:blipFill>
          <a:blip xmlns:r="http://schemas.openxmlformats.org/officeDocument/2006/relationships" xmlns:a="http://schemas.openxmlformats.org/drawingml/2006/main" r:embed="R62a6caf4c8194e59"/>
          <a:stretch xmlns:a="http://schemas.openxmlformats.org/drawingml/2006/main"/>
        </p:blipFill>
        <p:spPr>
          <a:xfrm xmlns:a="http://schemas.openxmlformats.org/drawingml/2006/main">
            <a:off x="2506108" y="6233600"/>
            <a:ext cx="13190060" cy="1178243"/>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C8019352-9153-4D54-B787-B4B23DE017D9}"/>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F78AA94A-38EF-4F41-8573-487202CD65CA}"/>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42364758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D860E74C-0695-46D5-AF01-CEC2C706268F}"/>
              </a:ext>
            </a:extLst>
          </p:cNvPr>
          <p:cNvPicPr>
            <a:picLocks xmlns:a="http://schemas.openxmlformats.org/drawingml/2006/main" noChangeAspect="1"/>
          </p:cNvPicPr>
          <p:nvPr/>
        </p:nvPicPr>
        <p:blipFill>
          <a:blip xmlns:r="http://schemas.openxmlformats.org/officeDocument/2006/relationships" xmlns:a="http://schemas.openxmlformats.org/drawingml/2006/main" r:embed="Redd5947756384ff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83E2DD5-0B10-4CB8-91CE-DB92A9498FD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ED64ABD-4B85-4001-99DC-A350BEA3613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EF80732-437F-4993-BEFC-B881C65E02F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BEC483A-7898-4214-8F23-1C3842877FF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6772CD9F-8347-488C-A03C-FD70DF72297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923D6D1A-E4B2-421D-8004-DFCAF4C44B71}"/>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D213E76B-5249-4B2B-89A8-CFAEBFE64173}"/>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A4BAE53A-EBC5-4C01-A4A5-4C3760BD27FC}"/>
              </a:ext>
            </a:extLst>
          </p:cNvPr>
          <p:cNvPicPr>
            <a:picLocks xmlns:a="http://schemas.openxmlformats.org/drawingml/2006/main" noChangeAspect="1"/>
          </p:cNvPicPr>
          <p:nvPr/>
        </p:nvPicPr>
        <p:blipFill>
          <a:blip xmlns:r="http://schemas.openxmlformats.org/officeDocument/2006/relationships" xmlns:a="http://schemas.openxmlformats.org/drawingml/2006/main" r:embed="Re9c9f819856e4e48"/>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1E513179-CDBF-4020-B5E4-2E352F4C0DDE}"/>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7CEF39F8-5511-43A9-BA7F-4D1C4E4414E3}"/>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23662233-A7A5-4F9C-9414-71B457768451}"/>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DE431585-B43D-4ECF-8BA2-18BE93B75BC2}"/>
              </a:ext>
            </a:extLst>
          </p:cNvPr>
          <p:cNvPicPr>
            <a:picLocks xmlns:a="http://schemas.openxmlformats.org/drawingml/2006/main" noChangeAspect="1"/>
          </p:cNvPicPr>
          <p:nvPr/>
        </p:nvPicPr>
        <p:blipFill>
          <a:blip xmlns:r="http://schemas.openxmlformats.org/officeDocument/2006/relationships" xmlns:a="http://schemas.openxmlformats.org/drawingml/2006/main" r:embed="R67b38f41743f4f5c"/>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126824923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26976B4-965D-4604-9969-E43AA4B50113}"/>
              </a:ext>
            </a:extLst>
          </p:cNvPr>
          <p:cNvPicPr>
            <a:picLocks xmlns:a="http://schemas.openxmlformats.org/drawingml/2006/main" noChangeAspect="1"/>
          </p:cNvPicPr>
          <p:nvPr/>
        </p:nvPicPr>
        <p:blipFill>
          <a:blip xmlns:r="http://schemas.openxmlformats.org/officeDocument/2006/relationships" xmlns:a="http://schemas.openxmlformats.org/drawingml/2006/main" r:embed="Rce7f8ae47934459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2AB87FD-C340-4D95-A0E3-77CEE678877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0D178EB-E2C4-4129-8B23-B91710FB332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9E002E0-BD64-4C22-8EE4-15D220C8B88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4896AAA-49D6-4D67-B212-7AFE360BAF4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AC7897B-5B9F-452C-9534-5D50E87931E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694DE85B-C7FF-46D8-BF39-E98573B839FE}"/>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A02D0C07-DBA2-42CC-AA38-622BD8716F94}"/>
              </a:ext>
            </a:extLst>
          </p:cNvPr>
          <p:cNvPicPr>
            <a:picLocks xmlns:a="http://schemas.openxmlformats.org/drawingml/2006/main" noChangeAspect="1"/>
          </p:cNvPicPr>
          <p:nvPr/>
        </p:nvPicPr>
        <p:blipFill>
          <a:blip xmlns:r="http://schemas.openxmlformats.org/officeDocument/2006/relationships" xmlns:a="http://schemas.openxmlformats.org/drawingml/2006/main" r:embed="Ra6ccfcb391094737"/>
          <a:stretch xmlns:a="http://schemas.openxmlformats.org/drawingml/2006/main"/>
        </p:blipFill>
        <p:spPr>
          <a:xfrm xmlns:a="http://schemas.openxmlformats.org/drawingml/2006/main">
            <a:off x="1905000" y="522066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8AF3976-9B7B-4B02-84B9-A95999CD497A}"/>
              </a:ext>
            </a:extLst>
          </p:cNvPr>
          <p:cNvPicPr>
            <a:picLocks xmlns:a="http://schemas.openxmlformats.org/drawingml/2006/main" noChangeAspect="1"/>
          </p:cNvPicPr>
          <p:nvPr/>
        </p:nvPicPr>
        <p:blipFill>
          <a:blip xmlns:r="http://schemas.openxmlformats.org/officeDocument/2006/relationships" xmlns:a="http://schemas.openxmlformats.org/drawingml/2006/main" r:embed="R9105a52b2a09420e"/>
          <a:stretch xmlns:a="http://schemas.openxmlformats.org/drawingml/2006/main"/>
        </p:blipFill>
        <p:spPr>
          <a:xfrm xmlns:a="http://schemas.openxmlformats.org/drawingml/2006/main">
            <a:off x="1905000" y="63540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C0858D46-9614-45A1-B032-387888803F78}"/>
              </a:ext>
            </a:extLst>
          </p:cNvPr>
          <p:cNvSpPr>
            <a:spLocks xmlns:a="http://schemas.openxmlformats.org/drawingml/2006/main" noGrp="1"/>
          </p:cNvSpPr>
          <p:nvPr/>
        </p:nvSpPr>
        <p:spPr>
          <a:xfrm xmlns:a="http://schemas.openxmlformats.org/drawingml/2006/main">
            <a:off x="2000250" y="762000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AC1AC5FB-A27F-4AC4-8701-7ADFC7CC63B5}"/>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48BBA5FB-795F-4D6A-86F6-FA2149B1080A}"/>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195174021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AE7E1BE4-F415-4491-AACA-11C89AE72E31}"/>
              </a:ext>
            </a:extLst>
          </p:cNvPr>
          <p:cNvPicPr>
            <a:picLocks xmlns:a="http://schemas.openxmlformats.org/drawingml/2006/main" noChangeAspect="1"/>
          </p:cNvPicPr>
          <p:nvPr/>
        </p:nvPicPr>
        <p:blipFill>
          <a:blip xmlns:r="http://schemas.openxmlformats.org/officeDocument/2006/relationships" xmlns:a="http://schemas.openxmlformats.org/drawingml/2006/main" r:embed="R3cc4585bc4f4465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6FA08AE-02B2-48F1-BDDB-C052795924A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967D257-9C53-4635-AAB1-778903A9277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F1A8E8B-6AF5-4131-815B-EB23DCAA76B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3BB5AE7-2B26-460E-BAFE-FB06FF28297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2B471360-E5C2-456A-98CC-9CA5354A030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text">
            <a:extLst xmlns:a="http://schemas.openxmlformats.org/drawingml/2006/main">
              <a:ext uri="{FF2B5EF4-FFF2-40B4-BE49-F238E27FC236}">
                <a16:creationId xmlns:a16="http://schemas.microsoft.com/office/drawing/2014/main" id="{5DB20E98-B853-46B3-A5D6-A2E33178F189}"/>
              </a:ext>
            </a:extLst>
          </p:cNvPr>
          <p:cNvSpPr>
            <a:spLocks xmlns:a="http://schemas.openxmlformats.org/drawingml/2006/main" noGrp="1"/>
          </p:cNvSpPr>
          <p:nvPr/>
        </p:nvSpPr>
        <p:spPr>
          <a:xfrm xmlns:a="http://schemas.openxmlformats.org/drawingml/2006/main">
            <a:off x="1905000" y="4038600"/>
            <a:ext cx="95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0">
                <a:solidFill>
                  <a:srgbClr val="898989"/>
                </a:solidFill>
                <a:latin typeface="Pretendard"/>
                <a:ea typeface="Pretendard"/>
                <a:cs typeface="Pretendard"/>
              </a:defRPr>
            </a:defPPr>
            <a:lvl1pPr algn="l">
              <a:defRPr sz="4275" b="0">
                <a:solidFill>
                  <a:srgbClr val="898989"/>
                </a:solidFill>
                <a:latin typeface="Pretendard"/>
                <a:ea typeface="Pretendard"/>
                <a:cs typeface="Pretendard"/>
              </a:defRPr>
            </a:lvl1pPr>
            <a:lvl2pPr algn="l">
              <a:defRPr sz="4275" b="0">
                <a:solidFill>
                  <a:srgbClr val="898989"/>
                </a:solidFill>
                <a:latin typeface="Pretendard"/>
                <a:ea typeface="Pretendard"/>
                <a:cs typeface="Pretendard"/>
              </a:defRPr>
            </a:lvl2pPr>
            <a:lvl3pPr algn="l">
              <a:defRPr sz="4275" b="0">
                <a:solidFill>
                  <a:srgbClr val="898989"/>
                </a:solidFill>
                <a:latin typeface="Pretendard"/>
                <a:ea typeface="Pretendard"/>
                <a:cs typeface="Pretendard"/>
              </a:defRPr>
            </a:lvl3pPr>
            <a:lvl4pPr algn="l">
              <a:defRPr sz="4275" b="0">
                <a:solidFill>
                  <a:srgbClr val="898989"/>
                </a:solidFill>
                <a:latin typeface="Pretendard"/>
                <a:ea typeface="Pretendard"/>
                <a:cs typeface="Pretendard"/>
              </a:defRPr>
            </a:lvl4pPr>
            <a:lvl5pPr algn="l">
              <a:defRPr sz="4275" b="0">
                <a:solidFill>
                  <a:srgbClr val="898989"/>
                </a:solidFill>
                <a:latin typeface="Pretendard"/>
                <a:ea typeface="Pretendard"/>
                <a:cs typeface="Pretendard"/>
              </a:defRPr>
            </a:lvl5pPr>
            <a:lvl6pPr algn="l">
              <a:defRPr sz="4275" b="0">
                <a:solidFill>
                  <a:srgbClr val="898989"/>
                </a:solidFill>
                <a:latin typeface="Pretendard"/>
                <a:ea typeface="Pretendard"/>
                <a:cs typeface="Pretendard"/>
              </a:defRPr>
            </a:lvl6pPr>
            <a:lvl7pPr algn="l">
              <a:defRPr sz="4275" b="0">
                <a:solidFill>
                  <a:srgbClr val="898989"/>
                </a:solidFill>
                <a:latin typeface="Pretendard"/>
                <a:ea typeface="Pretendard"/>
                <a:cs typeface="Pretendard"/>
              </a:defRPr>
            </a:lvl7pPr>
            <a:lvl8pPr algn="l">
              <a:defRPr sz="4275" b="0">
                <a:solidFill>
                  <a:srgbClr val="898989"/>
                </a:solidFill>
                <a:latin typeface="Pretendard"/>
                <a:ea typeface="Pretendard"/>
                <a:cs typeface="Pretendard"/>
              </a:defRPr>
            </a:lvl8pPr>
            <a:lvl9pPr algn="l">
              <a:defRPr sz="4275" b="0">
                <a:solidFill>
                  <a:srgbClr val="898989"/>
                </a:solidFill>
                <a:latin typeface="Pretendard"/>
                <a:ea typeface="Pretendard"/>
                <a:cs typeface="Pretendard"/>
              </a:defRPr>
            </a:lvl9pPr>
          </a:lstStyle>
          <a:p xmlns:a="http://schemas.openxmlformats.org/drawingml/2006/main">
            <a:pPr algn="l">
              <a:defRPr sz="4275" b="0">
                <a:solidFill>
                  <a:srgbClr val="898989"/>
                </a:solidFill>
                <a:latin typeface="Pretendard"/>
                <a:ea typeface="Pretendard"/>
                <a:cs typeface="Pretendard"/>
              </a:defRPr>
            </a:pPr>
            <a:r>
              <a:rPr sz="4275" b="0">
                <a:solidFill>
                  <a:srgbClr val="898989"/>
                </a:solidFill>
                <a:latin typeface="Pretendard"/>
                <a:ea typeface="Pretendard"/>
                <a:cs typeface="Pretendard"/>
              </a:rPr>
              <a:t>01</a:t>
            </a:r>
          </a:p>
        </p:txBody>
      </p:sp>
      <p:sp>
        <p:nvSpPr>
          <p:cNvPr id="8" name="text">
            <a:extLst xmlns:a="http://schemas.openxmlformats.org/drawingml/2006/main">
              <a:ext uri="{FF2B5EF4-FFF2-40B4-BE49-F238E27FC236}">
                <a16:creationId xmlns:a16="http://schemas.microsoft.com/office/drawing/2014/main" id="{FD73E73E-4571-4828-88D9-7BC9BF4397EE}"/>
              </a:ext>
            </a:extLst>
          </p:cNvPr>
          <p:cNvSpPr>
            <a:spLocks xmlns:a="http://schemas.openxmlformats.org/drawingml/2006/main" noGrp="1"/>
          </p:cNvSpPr>
          <p:nvPr/>
        </p:nvSpPr>
        <p:spPr>
          <a:xfrm xmlns:a="http://schemas.openxmlformats.org/drawingml/2006/main">
            <a:off x="3238500" y="4038600"/>
            <a:ext cx="381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목표식 확인</a:t>
            </a:r>
          </a:p>
        </p:txBody>
      </p:sp>
      <p:sp>
        <p:nvSpPr>
          <p:cNvPr id="9" name="rich">
            <a:extLst xmlns:a="http://schemas.openxmlformats.org/drawingml/2006/main">
              <a:ext uri="{FF2B5EF4-FFF2-40B4-BE49-F238E27FC236}">
                <a16:creationId xmlns:a16="http://schemas.microsoft.com/office/drawing/2014/main" id="{E9B5AA73-A695-4F56-BAE2-CD0B9E8797B4}"/>
              </a:ext>
            </a:extLst>
          </p:cNvPr>
          <p:cNvSpPr>
            <a:spLocks xmlns:a="http://schemas.openxmlformats.org/drawingml/2006/main" noGrp="1"/>
          </p:cNvSpPr>
          <p:nvPr/>
        </p:nvSpPr>
        <p:spPr>
          <a:xfrm xmlns:a="http://schemas.openxmlformats.org/drawingml/2006/main">
            <a:off x="7572375" y="4038600"/>
            <a:ext cx="885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구하려는 반응의 물질·위치·계수를 확인한다.</a:t>
            </a:r>
          </a:p>
        </p:txBody>
      </p:sp>
      <p:sp>
        <p:nvSpPr>
          <p:cNvPr id="10" name="段階の区切り">
            <a:extLst xmlns:a="http://schemas.openxmlformats.org/drawingml/2006/main">
              <a:ext uri="{FF2B5EF4-FFF2-40B4-BE49-F238E27FC236}">
                <a16:creationId xmlns:a16="http://schemas.microsoft.com/office/drawing/2014/main" id="{74C972F4-7D3E-4C3F-801C-5F83A29DDFA3}"/>
              </a:ext>
            </a:extLst>
          </p:cNvPr>
          <p:cNvSpPr>
            <a:spLocks xmlns:a="http://schemas.openxmlformats.org/drawingml/2006/main" noGrp="1"/>
          </p:cNvSpPr>
          <p:nvPr/>
        </p:nvSpPr>
        <p:spPr>
          <a:xfrm xmlns:a="http://schemas.openxmlformats.org/drawingml/2006/main">
            <a:off x="1905000" y="5105400"/>
            <a:ext cx="14573250" cy="9525"/>
          </a:xfrm>
          <a:custGeom xmlns:a="http://schemas.openxmlformats.org/drawingml/2006/main">
            <a:pathLst>
              <a:path w="14573250" h="9525">
                <a:moveTo>
                  <a:pt x="0" y="0"/>
                </a:moveTo>
                <a:lnTo>
                  <a:pt x="14573250" y="0"/>
                </a:lnTo>
              </a:path>
            </a:pathLst>
          </a:custGeom>
          <a:noFill xmlns:a="http://schemas.openxmlformats.org/drawingml/2006/main"/>
          <a:ln xmlns:a="http://schemas.openxmlformats.org/drawingml/2006/main" w="19050">
            <a:solidFill>
              <a:srgbClr val="E2E2E2"/>
            </a:solidFill>
            <a:prstDash val="solid"/>
          </a:ln>
        </p:spPr>
      </p:sp>
      <p:sp>
        <p:nvSpPr>
          <p:cNvPr id="11" name="text">
            <a:extLst xmlns:a="http://schemas.openxmlformats.org/drawingml/2006/main">
              <a:ext uri="{FF2B5EF4-FFF2-40B4-BE49-F238E27FC236}">
                <a16:creationId xmlns:a16="http://schemas.microsoft.com/office/drawing/2014/main" id="{5214B409-2C32-4F63-9EE1-F50E81D41C12}"/>
              </a:ext>
            </a:extLst>
          </p:cNvPr>
          <p:cNvSpPr>
            <a:spLocks xmlns:a="http://schemas.openxmlformats.org/drawingml/2006/main" noGrp="1"/>
          </p:cNvSpPr>
          <p:nvPr/>
        </p:nvSpPr>
        <p:spPr>
          <a:xfrm xmlns:a="http://schemas.openxmlformats.org/drawingml/2006/main">
            <a:off x="1905000" y="5372100"/>
            <a:ext cx="95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0">
                <a:solidFill>
                  <a:srgbClr val="898989"/>
                </a:solidFill>
                <a:latin typeface="Pretendard"/>
                <a:ea typeface="Pretendard"/>
                <a:cs typeface="Pretendard"/>
              </a:defRPr>
            </a:defPPr>
            <a:lvl1pPr algn="l">
              <a:defRPr sz="4275" b="0">
                <a:solidFill>
                  <a:srgbClr val="898989"/>
                </a:solidFill>
                <a:latin typeface="Pretendard"/>
                <a:ea typeface="Pretendard"/>
                <a:cs typeface="Pretendard"/>
              </a:defRPr>
            </a:lvl1pPr>
            <a:lvl2pPr algn="l">
              <a:defRPr sz="4275" b="0">
                <a:solidFill>
                  <a:srgbClr val="898989"/>
                </a:solidFill>
                <a:latin typeface="Pretendard"/>
                <a:ea typeface="Pretendard"/>
                <a:cs typeface="Pretendard"/>
              </a:defRPr>
            </a:lvl2pPr>
            <a:lvl3pPr algn="l">
              <a:defRPr sz="4275" b="0">
                <a:solidFill>
                  <a:srgbClr val="898989"/>
                </a:solidFill>
                <a:latin typeface="Pretendard"/>
                <a:ea typeface="Pretendard"/>
                <a:cs typeface="Pretendard"/>
              </a:defRPr>
            </a:lvl3pPr>
            <a:lvl4pPr algn="l">
              <a:defRPr sz="4275" b="0">
                <a:solidFill>
                  <a:srgbClr val="898989"/>
                </a:solidFill>
                <a:latin typeface="Pretendard"/>
                <a:ea typeface="Pretendard"/>
                <a:cs typeface="Pretendard"/>
              </a:defRPr>
            </a:lvl4pPr>
            <a:lvl5pPr algn="l">
              <a:defRPr sz="4275" b="0">
                <a:solidFill>
                  <a:srgbClr val="898989"/>
                </a:solidFill>
                <a:latin typeface="Pretendard"/>
                <a:ea typeface="Pretendard"/>
                <a:cs typeface="Pretendard"/>
              </a:defRPr>
            </a:lvl5pPr>
            <a:lvl6pPr algn="l">
              <a:defRPr sz="4275" b="0">
                <a:solidFill>
                  <a:srgbClr val="898989"/>
                </a:solidFill>
                <a:latin typeface="Pretendard"/>
                <a:ea typeface="Pretendard"/>
                <a:cs typeface="Pretendard"/>
              </a:defRPr>
            </a:lvl6pPr>
            <a:lvl7pPr algn="l">
              <a:defRPr sz="4275" b="0">
                <a:solidFill>
                  <a:srgbClr val="898989"/>
                </a:solidFill>
                <a:latin typeface="Pretendard"/>
                <a:ea typeface="Pretendard"/>
                <a:cs typeface="Pretendard"/>
              </a:defRPr>
            </a:lvl7pPr>
            <a:lvl8pPr algn="l">
              <a:defRPr sz="4275" b="0">
                <a:solidFill>
                  <a:srgbClr val="898989"/>
                </a:solidFill>
                <a:latin typeface="Pretendard"/>
                <a:ea typeface="Pretendard"/>
                <a:cs typeface="Pretendard"/>
              </a:defRPr>
            </a:lvl8pPr>
            <a:lvl9pPr algn="l">
              <a:defRPr sz="4275" b="0">
                <a:solidFill>
                  <a:srgbClr val="898989"/>
                </a:solidFill>
                <a:latin typeface="Pretendard"/>
                <a:ea typeface="Pretendard"/>
                <a:cs typeface="Pretendard"/>
              </a:defRPr>
            </a:lvl9pPr>
          </a:lstStyle>
          <a:p xmlns:a="http://schemas.openxmlformats.org/drawingml/2006/main">
            <a:pPr algn="l">
              <a:defRPr sz="4275" b="0">
                <a:solidFill>
                  <a:srgbClr val="898989"/>
                </a:solidFill>
                <a:latin typeface="Pretendard"/>
                <a:ea typeface="Pretendard"/>
                <a:cs typeface="Pretendard"/>
              </a:defRPr>
            </a:pPr>
            <a:r>
              <a:rPr sz="4275" b="0">
                <a:solidFill>
                  <a:srgbClr val="898989"/>
                </a:solidFill>
                <a:latin typeface="Pretendard"/>
                <a:ea typeface="Pretendard"/>
                <a:cs typeface="Pretendard"/>
              </a:rPr>
              <a:t>02</a:t>
            </a:r>
          </a:p>
        </p:txBody>
      </p:sp>
      <p:sp>
        <p:nvSpPr>
          <p:cNvPr id="12" name="text">
            <a:extLst xmlns:a="http://schemas.openxmlformats.org/drawingml/2006/main">
              <a:ext uri="{FF2B5EF4-FFF2-40B4-BE49-F238E27FC236}">
                <a16:creationId xmlns:a16="http://schemas.microsoft.com/office/drawing/2014/main" id="{CE1E1756-DB87-4328-ABEF-53531D7A5E3A}"/>
              </a:ext>
            </a:extLst>
          </p:cNvPr>
          <p:cNvSpPr>
            <a:spLocks xmlns:a="http://schemas.openxmlformats.org/drawingml/2006/main" noGrp="1"/>
          </p:cNvSpPr>
          <p:nvPr/>
        </p:nvSpPr>
        <p:spPr>
          <a:xfrm xmlns:a="http://schemas.openxmlformats.org/drawingml/2006/main">
            <a:off x="3238500" y="5372100"/>
            <a:ext cx="381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방향·계수 조절</a:t>
            </a:r>
          </a:p>
        </p:txBody>
      </p:sp>
      <p:sp>
        <p:nvSpPr>
          <p:cNvPr id="13" name="rich">
            <a:extLst xmlns:a="http://schemas.openxmlformats.org/drawingml/2006/main">
              <a:ext uri="{FF2B5EF4-FFF2-40B4-BE49-F238E27FC236}">
                <a16:creationId xmlns:a16="http://schemas.microsoft.com/office/drawing/2014/main" id="{F0DA1420-0C6F-4B5F-B135-A42618E476A7}"/>
              </a:ext>
            </a:extLst>
          </p:cNvPr>
          <p:cNvSpPr>
            <a:spLocks xmlns:a="http://schemas.openxmlformats.org/drawingml/2006/main" noGrp="1"/>
          </p:cNvSpPr>
          <p:nvPr/>
        </p:nvSpPr>
        <p:spPr>
          <a:xfrm xmlns:a="http://schemas.openxmlformats.org/drawingml/2006/main">
            <a:off x="7572375" y="5372100"/>
            <a:ext cx="885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4" name="段階の区切り">
            <a:extLst xmlns:a="http://schemas.openxmlformats.org/drawingml/2006/main">
              <a:ext uri="{FF2B5EF4-FFF2-40B4-BE49-F238E27FC236}">
                <a16:creationId xmlns:a16="http://schemas.microsoft.com/office/drawing/2014/main" id="{A5D45942-5E64-424B-8C33-27D0CFD29888}"/>
              </a:ext>
            </a:extLst>
          </p:cNvPr>
          <p:cNvSpPr>
            <a:spLocks xmlns:a="http://schemas.openxmlformats.org/drawingml/2006/main" noGrp="1"/>
          </p:cNvSpPr>
          <p:nvPr/>
        </p:nvSpPr>
        <p:spPr>
          <a:xfrm xmlns:a="http://schemas.openxmlformats.org/drawingml/2006/main">
            <a:off x="1905000" y="6438900"/>
            <a:ext cx="14573250" cy="9525"/>
          </a:xfrm>
          <a:custGeom xmlns:a="http://schemas.openxmlformats.org/drawingml/2006/main">
            <a:pathLst>
              <a:path w="14573250" h="9525">
                <a:moveTo>
                  <a:pt x="0" y="0"/>
                </a:moveTo>
                <a:lnTo>
                  <a:pt x="14573250" y="0"/>
                </a:lnTo>
              </a:path>
            </a:pathLst>
          </a:custGeom>
          <a:noFill xmlns:a="http://schemas.openxmlformats.org/drawingml/2006/main"/>
          <a:ln xmlns:a="http://schemas.openxmlformats.org/drawingml/2006/main" w="19050">
            <a:solidFill>
              <a:srgbClr val="E2E2E2"/>
            </a:solidFill>
            <a:prstDash val="solid"/>
          </a:ln>
        </p:spPr>
      </p:sp>
      <p:sp>
        <p:nvSpPr>
          <p:cNvPr id="15" name="text">
            <a:extLst xmlns:a="http://schemas.openxmlformats.org/drawingml/2006/main">
              <a:ext uri="{FF2B5EF4-FFF2-40B4-BE49-F238E27FC236}">
                <a16:creationId xmlns:a16="http://schemas.microsoft.com/office/drawing/2014/main" id="{33D39A3F-4BBB-451D-91CD-34995A172FFB}"/>
              </a:ext>
            </a:extLst>
          </p:cNvPr>
          <p:cNvSpPr>
            <a:spLocks xmlns:a="http://schemas.openxmlformats.org/drawingml/2006/main" noGrp="1"/>
          </p:cNvSpPr>
          <p:nvPr/>
        </p:nvSpPr>
        <p:spPr>
          <a:xfrm xmlns:a="http://schemas.openxmlformats.org/drawingml/2006/main">
            <a:off x="1905000" y="6705600"/>
            <a:ext cx="95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0">
                <a:solidFill>
                  <a:srgbClr val="898989"/>
                </a:solidFill>
                <a:latin typeface="Pretendard"/>
                <a:ea typeface="Pretendard"/>
                <a:cs typeface="Pretendard"/>
              </a:defRPr>
            </a:defPPr>
            <a:lvl1pPr algn="l">
              <a:defRPr sz="4275" b="0">
                <a:solidFill>
                  <a:srgbClr val="898989"/>
                </a:solidFill>
                <a:latin typeface="Pretendard"/>
                <a:ea typeface="Pretendard"/>
                <a:cs typeface="Pretendard"/>
              </a:defRPr>
            </a:lvl1pPr>
            <a:lvl2pPr algn="l">
              <a:defRPr sz="4275" b="0">
                <a:solidFill>
                  <a:srgbClr val="898989"/>
                </a:solidFill>
                <a:latin typeface="Pretendard"/>
                <a:ea typeface="Pretendard"/>
                <a:cs typeface="Pretendard"/>
              </a:defRPr>
            </a:lvl2pPr>
            <a:lvl3pPr algn="l">
              <a:defRPr sz="4275" b="0">
                <a:solidFill>
                  <a:srgbClr val="898989"/>
                </a:solidFill>
                <a:latin typeface="Pretendard"/>
                <a:ea typeface="Pretendard"/>
                <a:cs typeface="Pretendard"/>
              </a:defRPr>
            </a:lvl3pPr>
            <a:lvl4pPr algn="l">
              <a:defRPr sz="4275" b="0">
                <a:solidFill>
                  <a:srgbClr val="898989"/>
                </a:solidFill>
                <a:latin typeface="Pretendard"/>
                <a:ea typeface="Pretendard"/>
                <a:cs typeface="Pretendard"/>
              </a:defRPr>
            </a:lvl4pPr>
            <a:lvl5pPr algn="l">
              <a:defRPr sz="4275" b="0">
                <a:solidFill>
                  <a:srgbClr val="898989"/>
                </a:solidFill>
                <a:latin typeface="Pretendard"/>
                <a:ea typeface="Pretendard"/>
                <a:cs typeface="Pretendard"/>
              </a:defRPr>
            </a:lvl5pPr>
            <a:lvl6pPr algn="l">
              <a:defRPr sz="4275" b="0">
                <a:solidFill>
                  <a:srgbClr val="898989"/>
                </a:solidFill>
                <a:latin typeface="Pretendard"/>
                <a:ea typeface="Pretendard"/>
                <a:cs typeface="Pretendard"/>
              </a:defRPr>
            </a:lvl6pPr>
            <a:lvl7pPr algn="l">
              <a:defRPr sz="4275" b="0">
                <a:solidFill>
                  <a:srgbClr val="898989"/>
                </a:solidFill>
                <a:latin typeface="Pretendard"/>
                <a:ea typeface="Pretendard"/>
                <a:cs typeface="Pretendard"/>
              </a:defRPr>
            </a:lvl7pPr>
            <a:lvl8pPr algn="l">
              <a:defRPr sz="4275" b="0">
                <a:solidFill>
                  <a:srgbClr val="898989"/>
                </a:solidFill>
                <a:latin typeface="Pretendard"/>
                <a:ea typeface="Pretendard"/>
                <a:cs typeface="Pretendard"/>
              </a:defRPr>
            </a:lvl8pPr>
            <a:lvl9pPr algn="l">
              <a:defRPr sz="4275" b="0">
                <a:solidFill>
                  <a:srgbClr val="898989"/>
                </a:solidFill>
                <a:latin typeface="Pretendard"/>
                <a:ea typeface="Pretendard"/>
                <a:cs typeface="Pretendard"/>
              </a:defRPr>
            </a:lvl9pPr>
          </a:lstStyle>
          <a:p xmlns:a="http://schemas.openxmlformats.org/drawingml/2006/main">
            <a:pPr algn="l">
              <a:defRPr sz="4275" b="0">
                <a:solidFill>
                  <a:srgbClr val="898989"/>
                </a:solidFill>
                <a:latin typeface="Pretendard"/>
                <a:ea typeface="Pretendard"/>
                <a:cs typeface="Pretendard"/>
              </a:defRPr>
            </a:pPr>
            <a:r>
              <a:rPr sz="4275" b="0">
                <a:solidFill>
                  <a:srgbClr val="898989"/>
                </a:solidFill>
                <a:latin typeface="Pretendard"/>
                <a:ea typeface="Pretendard"/>
                <a:cs typeface="Pretendard"/>
              </a:rPr>
              <a:t>03</a:t>
            </a:r>
          </a:p>
        </p:txBody>
      </p:sp>
      <p:sp>
        <p:nvSpPr>
          <p:cNvPr id="16" name="text">
            <a:extLst xmlns:a="http://schemas.openxmlformats.org/drawingml/2006/main">
              <a:ext uri="{FF2B5EF4-FFF2-40B4-BE49-F238E27FC236}">
                <a16:creationId xmlns:a16="http://schemas.microsoft.com/office/drawing/2014/main" id="{2753A19C-616D-4B8C-929F-4E352F58B6D5}"/>
              </a:ext>
            </a:extLst>
          </p:cNvPr>
          <p:cNvSpPr>
            <a:spLocks xmlns:a="http://schemas.openxmlformats.org/drawingml/2006/main" noGrp="1"/>
          </p:cNvSpPr>
          <p:nvPr/>
        </p:nvSpPr>
        <p:spPr>
          <a:xfrm xmlns:a="http://schemas.openxmlformats.org/drawingml/2006/main">
            <a:off x="3238500" y="6705600"/>
            <a:ext cx="381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중간 물질 소거</a:t>
            </a:r>
          </a:p>
        </p:txBody>
      </p:sp>
      <p:sp>
        <p:nvSpPr>
          <p:cNvPr id="17" name="rich">
            <a:extLst xmlns:a="http://schemas.openxmlformats.org/drawingml/2006/main">
              <a:ext uri="{FF2B5EF4-FFF2-40B4-BE49-F238E27FC236}">
                <a16:creationId xmlns:a16="http://schemas.microsoft.com/office/drawing/2014/main" id="{9DEA0567-8546-4944-A069-275844D8C25E}"/>
              </a:ext>
            </a:extLst>
          </p:cNvPr>
          <p:cNvSpPr>
            <a:spLocks xmlns:a="http://schemas.openxmlformats.org/drawingml/2006/main" noGrp="1"/>
          </p:cNvSpPr>
          <p:nvPr/>
        </p:nvSpPr>
        <p:spPr>
          <a:xfrm xmlns:a="http://schemas.openxmlformats.org/drawingml/2006/main">
            <a:off x="7572375" y="6705600"/>
            <a:ext cx="885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종류·상태·양이 같은 항을 소거한다.</a:t>
            </a:r>
          </a:p>
        </p:txBody>
      </p:sp>
      <p:sp>
        <p:nvSpPr>
          <p:cNvPr id="18" name="段階の区切り">
            <a:extLst xmlns:a="http://schemas.openxmlformats.org/drawingml/2006/main">
              <a:ext uri="{FF2B5EF4-FFF2-40B4-BE49-F238E27FC236}">
                <a16:creationId xmlns:a16="http://schemas.microsoft.com/office/drawing/2014/main" id="{9D34DC45-9956-40D3-8F23-281969F6F2B6}"/>
              </a:ext>
            </a:extLst>
          </p:cNvPr>
          <p:cNvSpPr>
            <a:spLocks xmlns:a="http://schemas.openxmlformats.org/drawingml/2006/main" noGrp="1"/>
          </p:cNvSpPr>
          <p:nvPr/>
        </p:nvSpPr>
        <p:spPr>
          <a:xfrm xmlns:a="http://schemas.openxmlformats.org/drawingml/2006/main">
            <a:off x="1905000" y="7772400"/>
            <a:ext cx="14573250" cy="9525"/>
          </a:xfrm>
          <a:custGeom xmlns:a="http://schemas.openxmlformats.org/drawingml/2006/main">
            <a:pathLst>
              <a:path w="14573250" h="9525">
                <a:moveTo>
                  <a:pt x="0" y="0"/>
                </a:moveTo>
                <a:lnTo>
                  <a:pt x="14573250" y="0"/>
                </a:lnTo>
              </a:path>
            </a:pathLst>
          </a:custGeom>
          <a:noFill xmlns:a="http://schemas.openxmlformats.org/drawingml/2006/main"/>
          <a:ln xmlns:a="http://schemas.openxmlformats.org/drawingml/2006/main" w="19050">
            <a:solidFill>
              <a:srgbClr val="E2E2E2"/>
            </a:solidFill>
            <a:prstDash val="solid"/>
          </a:ln>
        </p:spPr>
      </p:sp>
      <p:sp>
        <p:nvSpPr>
          <p:cNvPr id="19" name="text">
            <a:extLst xmlns:a="http://schemas.openxmlformats.org/drawingml/2006/main">
              <a:ext uri="{FF2B5EF4-FFF2-40B4-BE49-F238E27FC236}">
                <a16:creationId xmlns:a16="http://schemas.microsoft.com/office/drawing/2014/main" id="{7D143AEE-A431-460F-8B1F-6CDF31F995AC}"/>
              </a:ext>
            </a:extLst>
          </p:cNvPr>
          <p:cNvSpPr>
            <a:spLocks xmlns:a="http://schemas.openxmlformats.org/drawingml/2006/main" noGrp="1"/>
          </p:cNvSpPr>
          <p:nvPr/>
        </p:nvSpPr>
        <p:spPr>
          <a:xfrm xmlns:a="http://schemas.openxmlformats.org/drawingml/2006/main">
            <a:off x="1905000" y="8039100"/>
            <a:ext cx="952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0">
                <a:solidFill>
                  <a:srgbClr val="898989"/>
                </a:solidFill>
                <a:latin typeface="Pretendard"/>
                <a:ea typeface="Pretendard"/>
                <a:cs typeface="Pretendard"/>
              </a:defRPr>
            </a:defPPr>
            <a:lvl1pPr algn="l">
              <a:defRPr sz="4275" b="0">
                <a:solidFill>
                  <a:srgbClr val="898989"/>
                </a:solidFill>
                <a:latin typeface="Pretendard"/>
                <a:ea typeface="Pretendard"/>
                <a:cs typeface="Pretendard"/>
              </a:defRPr>
            </a:lvl1pPr>
            <a:lvl2pPr algn="l">
              <a:defRPr sz="4275" b="0">
                <a:solidFill>
                  <a:srgbClr val="898989"/>
                </a:solidFill>
                <a:latin typeface="Pretendard"/>
                <a:ea typeface="Pretendard"/>
                <a:cs typeface="Pretendard"/>
              </a:defRPr>
            </a:lvl2pPr>
            <a:lvl3pPr algn="l">
              <a:defRPr sz="4275" b="0">
                <a:solidFill>
                  <a:srgbClr val="898989"/>
                </a:solidFill>
                <a:latin typeface="Pretendard"/>
                <a:ea typeface="Pretendard"/>
                <a:cs typeface="Pretendard"/>
              </a:defRPr>
            </a:lvl3pPr>
            <a:lvl4pPr algn="l">
              <a:defRPr sz="4275" b="0">
                <a:solidFill>
                  <a:srgbClr val="898989"/>
                </a:solidFill>
                <a:latin typeface="Pretendard"/>
                <a:ea typeface="Pretendard"/>
                <a:cs typeface="Pretendard"/>
              </a:defRPr>
            </a:lvl4pPr>
            <a:lvl5pPr algn="l">
              <a:defRPr sz="4275" b="0">
                <a:solidFill>
                  <a:srgbClr val="898989"/>
                </a:solidFill>
                <a:latin typeface="Pretendard"/>
                <a:ea typeface="Pretendard"/>
                <a:cs typeface="Pretendard"/>
              </a:defRPr>
            </a:lvl5pPr>
            <a:lvl6pPr algn="l">
              <a:defRPr sz="4275" b="0">
                <a:solidFill>
                  <a:srgbClr val="898989"/>
                </a:solidFill>
                <a:latin typeface="Pretendard"/>
                <a:ea typeface="Pretendard"/>
                <a:cs typeface="Pretendard"/>
              </a:defRPr>
            </a:lvl6pPr>
            <a:lvl7pPr algn="l">
              <a:defRPr sz="4275" b="0">
                <a:solidFill>
                  <a:srgbClr val="898989"/>
                </a:solidFill>
                <a:latin typeface="Pretendard"/>
                <a:ea typeface="Pretendard"/>
                <a:cs typeface="Pretendard"/>
              </a:defRPr>
            </a:lvl7pPr>
            <a:lvl8pPr algn="l">
              <a:defRPr sz="4275" b="0">
                <a:solidFill>
                  <a:srgbClr val="898989"/>
                </a:solidFill>
                <a:latin typeface="Pretendard"/>
                <a:ea typeface="Pretendard"/>
                <a:cs typeface="Pretendard"/>
              </a:defRPr>
            </a:lvl8pPr>
            <a:lvl9pPr algn="l">
              <a:defRPr sz="4275" b="0">
                <a:solidFill>
                  <a:srgbClr val="898989"/>
                </a:solidFill>
                <a:latin typeface="Pretendard"/>
                <a:ea typeface="Pretendard"/>
                <a:cs typeface="Pretendard"/>
              </a:defRPr>
            </a:lvl9pPr>
          </a:lstStyle>
          <a:p xmlns:a="http://schemas.openxmlformats.org/drawingml/2006/main">
            <a:pPr algn="l">
              <a:defRPr sz="4275" b="0">
                <a:solidFill>
                  <a:srgbClr val="898989"/>
                </a:solidFill>
                <a:latin typeface="Pretendard"/>
                <a:ea typeface="Pretendard"/>
                <a:cs typeface="Pretendard"/>
              </a:defRPr>
            </a:pPr>
            <a:r>
              <a:rPr sz="4275" b="0">
                <a:solidFill>
                  <a:srgbClr val="898989"/>
                </a:solidFill>
                <a:latin typeface="Pretendard"/>
                <a:ea typeface="Pretendard"/>
                <a:cs typeface="Pretendard"/>
              </a:rPr>
              <a:t>04</a:t>
            </a:r>
          </a:p>
        </p:txBody>
      </p:sp>
      <p:sp>
        <p:nvSpPr>
          <p:cNvPr id="20" name="text">
            <a:extLst xmlns:a="http://schemas.openxmlformats.org/drawingml/2006/main">
              <a:ext uri="{FF2B5EF4-FFF2-40B4-BE49-F238E27FC236}">
                <a16:creationId xmlns:a16="http://schemas.microsoft.com/office/drawing/2014/main" id="{E9D047D1-B6F0-4849-9B5E-70C9E361F9E7}"/>
              </a:ext>
            </a:extLst>
          </p:cNvPr>
          <p:cNvSpPr>
            <a:spLocks xmlns:a="http://schemas.openxmlformats.org/drawingml/2006/main" noGrp="1"/>
          </p:cNvSpPr>
          <p:nvPr/>
        </p:nvSpPr>
        <p:spPr>
          <a:xfrm xmlns:a="http://schemas.openxmlformats.org/drawingml/2006/main">
            <a:off x="3238500" y="8039100"/>
            <a:ext cx="3810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1" name="rich">
            <a:extLst xmlns:a="http://schemas.openxmlformats.org/drawingml/2006/main">
              <a:ext uri="{FF2B5EF4-FFF2-40B4-BE49-F238E27FC236}">
                <a16:creationId xmlns:a16="http://schemas.microsoft.com/office/drawing/2014/main" id="{D789C7A8-534B-47B1-B815-B195CEAA2EF9}"/>
              </a:ext>
            </a:extLst>
          </p:cNvPr>
          <p:cNvSpPr>
            <a:spLocks xmlns:a="http://schemas.openxmlformats.org/drawingml/2006/main" noGrp="1"/>
          </p:cNvSpPr>
          <p:nvPr/>
        </p:nvSpPr>
        <p:spPr>
          <a:xfrm xmlns:a="http://schemas.openxmlformats.org/drawingml/2006/main">
            <a:off x="7572375" y="8039100"/>
            <a:ext cx="885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남은 반응식과 부호·단위를 확인한다.</a:t>
            </a:r>
          </a:p>
        </p:txBody>
      </p:sp>
    </p:spTree>
    <p:extLst>
      <p:ext uri="{BB962C8B-B14F-4D97-AF65-F5344CB8AC3E}">
        <p14:creationId xmlns:p14="http://schemas.microsoft.com/office/powerpoint/2010/main" val="22640228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13C93F1-1029-4246-8546-685ACA8DE2AC}"/>
              </a:ext>
            </a:extLst>
          </p:cNvPr>
          <p:cNvPicPr>
            <a:picLocks xmlns:a="http://schemas.openxmlformats.org/drawingml/2006/main" noChangeAspect="1"/>
          </p:cNvPicPr>
          <p:nvPr/>
        </p:nvPicPr>
        <p:blipFill>
          <a:blip xmlns:r="http://schemas.openxmlformats.org/officeDocument/2006/relationships" xmlns:a="http://schemas.openxmlformats.org/drawingml/2006/main" r:embed="R92c6f84cabca482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50FF2C6-522A-4227-8966-3BE0690F67A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2FC61A2-B2AA-4D98-8090-9B24170C694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850FE8F-D812-4B98-8E26-1E87BB7616C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C284D77-972B-46CE-9298-9DBB2520CAB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04BF5D35-5CB1-448B-A772-73518268207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7355B5B8-8E9A-490A-9405-747F8D55AB36}"/>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b="0">
                <a:solidFill>
                  <a:srgbClr val="777777"/>
                </a:solidFill>
              </a:rPr>
              <a:t>다음 두 반응을 이용하여 목표 반응의 </a:t>
            </a:r>
            <a:r>
              <a:rPr b="0">
                <a:solidFill>
                  <a:srgbClr val="777777"/>
                </a:solidFill>
              </a:rPr>
              <a:t>Δ</a:t>
            </a:r>
            <a:r>
              <a:rPr b="0" i="1">
                <a:solidFill>
                  <a:srgbClr val="777777"/>
                </a:solidFill>
                <a:latin typeface="Pretendard"/>
                <a:ea typeface="Pretendard"/>
                <a:cs typeface="Pretendard"/>
              </a:rPr>
              <a:t>H</a:t>
            </a:r>
            <a:r>
              <a:rPr b="0">
                <a:solidFill>
                  <a:srgbClr val="777777"/>
                </a:solidFill>
              </a:rPr>
              <a:t>를 구하시오.</a:t>
            </a:r>
          </a:p>
        </p:txBody>
      </p:sp>
      <p:pic>
        <p:nvPicPr>
          <p:cNvPr id="8" name="">
            <a:extLst xmlns:a="http://schemas.openxmlformats.org/drawingml/2006/main">
              <a:ext uri="{FF2B5EF4-FFF2-40B4-BE49-F238E27FC236}">
                <a16:creationId xmlns:a16="http://schemas.microsoft.com/office/drawing/2014/main" id="{6DFCD0F6-26AA-46E8-9F72-2229507BADFC}"/>
              </a:ext>
            </a:extLst>
          </p:cNvPr>
          <p:cNvPicPr>
            <a:picLocks xmlns:a="http://schemas.openxmlformats.org/drawingml/2006/main" noChangeAspect="1"/>
          </p:cNvPicPr>
          <p:nvPr/>
        </p:nvPicPr>
        <p:blipFill>
          <a:blip xmlns:r="http://schemas.openxmlformats.org/officeDocument/2006/relationships" xmlns:a="http://schemas.openxmlformats.org/drawingml/2006/main" r:embed="R60cf76d455004251"/>
          <a:stretch xmlns:a="http://schemas.openxmlformats.org/drawingml/2006/main"/>
        </p:blipFill>
        <p:spPr>
          <a:xfrm xmlns:a="http://schemas.openxmlformats.org/drawingml/2006/main">
            <a:off x="2395728" y="4546473"/>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90D08CC0-2EBA-483F-A275-013748DCB6EC}"/>
              </a:ext>
            </a:extLst>
          </p:cNvPr>
          <p:cNvSpPr>
            <a:spLocks xmlns:a="http://schemas.openxmlformats.org/drawingml/2006/main" noGrp="1"/>
          </p:cNvSpPr>
          <p:nvPr/>
        </p:nvSpPr>
        <p:spPr>
          <a:xfrm xmlns:a="http://schemas.openxmlformats.org/drawingml/2006/main">
            <a:off x="2247900" y="6957441"/>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0F065A0F-BD96-41DD-936D-19FC400DEEE4}"/>
              </a:ext>
            </a:extLst>
          </p:cNvPr>
          <p:cNvPicPr>
            <a:picLocks xmlns:a="http://schemas.openxmlformats.org/drawingml/2006/main" noChangeAspect="1"/>
          </p:cNvPicPr>
          <p:nvPr/>
        </p:nvPicPr>
        <p:blipFill>
          <a:blip xmlns:r="http://schemas.openxmlformats.org/officeDocument/2006/relationships" xmlns:a="http://schemas.openxmlformats.org/drawingml/2006/main" r:embed="Ra9d4604431314001"/>
          <a:stretch xmlns:a="http://schemas.openxmlformats.org/drawingml/2006/main"/>
        </p:blipFill>
        <p:spPr>
          <a:xfrm xmlns:a="http://schemas.openxmlformats.org/drawingml/2006/main">
            <a:off x="5619750" y="6627495"/>
            <a:ext cx="11782044" cy="1549908"/>
          </a:xfrm>
          <a:prstGeom xmlns:a="http://schemas.openxmlformats.org/drawingml/2006/main" prst="rect">
            <a:avLst/>
          </a:prstGeom>
        </p:spPr>
      </p:pic>
    </p:spTree>
    <p:extLst>
      <p:ext uri="{BB962C8B-B14F-4D97-AF65-F5344CB8AC3E}">
        <p14:creationId xmlns:p14="http://schemas.microsoft.com/office/powerpoint/2010/main" val="184364322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1D35616-9CB1-4E13-9292-85F81B3B8731}"/>
              </a:ext>
            </a:extLst>
          </p:cNvPr>
          <p:cNvPicPr>
            <a:picLocks xmlns:a="http://schemas.openxmlformats.org/drawingml/2006/main" noChangeAspect="1"/>
          </p:cNvPicPr>
          <p:nvPr/>
        </p:nvPicPr>
        <p:blipFill>
          <a:blip xmlns:r="http://schemas.openxmlformats.org/officeDocument/2006/relationships" xmlns:a="http://schemas.openxmlformats.org/drawingml/2006/main" r:embed="Rd4e6902df85c4ad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B1E4669-24B6-4AF1-9A45-B1654084E06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F53625F-47E4-42D4-9018-AE2AFA55599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5EE2C4A-565A-42D5-8940-2B20D48FF01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C4D0D57-2E85-4149-A5C5-6856345AEC8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8A6FA1E1-C4A8-4548-B970-DF486B775FB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9D0BDE8D-F0D5-4227-9662-8997FAC27685}"/>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AFA3E919-0FAF-4E71-872A-9774CCFE9F69}"/>
              </a:ext>
            </a:extLst>
          </p:cNvPr>
          <p:cNvPicPr>
            <a:picLocks xmlns:a="http://schemas.openxmlformats.org/drawingml/2006/main" noChangeAspect="1"/>
          </p:cNvPicPr>
          <p:nvPr/>
        </p:nvPicPr>
        <p:blipFill>
          <a:blip xmlns:r="http://schemas.openxmlformats.org/officeDocument/2006/relationships" xmlns:a="http://schemas.openxmlformats.org/drawingml/2006/main" r:embed="Rbd47c6d9e98548b4"/>
          <a:stretch xmlns:a="http://schemas.openxmlformats.org/drawingml/2006/main"/>
        </p:blipFill>
        <p:spPr>
          <a:xfrm xmlns:a="http://schemas.openxmlformats.org/drawingml/2006/main">
            <a:off x="2395728" y="4594098"/>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5A695AF-2166-4091-8F9B-45E33FD4BC0F}"/>
              </a:ext>
            </a:extLst>
          </p:cNvPr>
          <p:cNvPicPr>
            <a:picLocks xmlns:a="http://schemas.openxmlformats.org/drawingml/2006/main" noChangeAspect="1"/>
          </p:cNvPicPr>
          <p:nvPr/>
        </p:nvPicPr>
        <p:blipFill>
          <a:blip xmlns:r="http://schemas.openxmlformats.org/officeDocument/2006/relationships" xmlns:a="http://schemas.openxmlformats.org/drawingml/2006/main" r:embed="R2ae7b8b881a7499a"/>
          <a:stretch xmlns:a="http://schemas.openxmlformats.org/drawingml/2006/main"/>
        </p:blipFill>
        <p:spPr>
          <a:xfrm xmlns:a="http://schemas.openxmlformats.org/drawingml/2006/main">
            <a:off x="3252978" y="657987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D9475F46-9F8D-4F57-AD87-542BF5F52387}"/>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4F1F8F41-25F7-402C-A578-BE38BCDBDEA3}"/>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65337050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7B258E1-941A-40D5-988F-551500731F10}"/>
              </a:ext>
            </a:extLst>
          </p:cNvPr>
          <p:cNvPicPr>
            <a:picLocks xmlns:a="http://schemas.openxmlformats.org/drawingml/2006/main" noChangeAspect="1"/>
          </p:cNvPicPr>
          <p:nvPr/>
        </p:nvPicPr>
        <p:blipFill>
          <a:blip xmlns:r="http://schemas.openxmlformats.org/officeDocument/2006/relationships" xmlns:a="http://schemas.openxmlformats.org/drawingml/2006/main" r:embed="R6fcffb90a0a0426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817778A-3930-4D70-91D5-35BE8E0A652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0CEFAEA-84CA-48F1-B3F7-5505A04B52C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63BD9C9-072A-4D12-BFF4-C5D3E9B47E8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AB96EC0-1D00-4EF9-9830-78E3638CC41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A8FBD5C1-4A7F-4FC0-B8EC-62648F88954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4541998D-F93E-40B5-AE01-B299AA739797}"/>
              </a:ext>
            </a:extLst>
          </p:cNvPr>
          <p:cNvPicPr>
            <a:picLocks xmlns:a="http://schemas.openxmlformats.org/drawingml/2006/main" noChangeAspect="1"/>
          </p:cNvPicPr>
          <p:nvPr/>
        </p:nvPicPr>
        <p:blipFill>
          <a:blip xmlns:r="http://schemas.openxmlformats.org/officeDocument/2006/relationships" xmlns:a="http://schemas.openxmlformats.org/drawingml/2006/main" r:embed="R85f50c722bf541ae"/>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6354E8BD-F2CF-484A-888E-39B96248017A}"/>
              </a:ext>
            </a:extLst>
          </p:cNvPr>
          <p:cNvSpPr>
            <a:spLocks xmlns:a="http://schemas.openxmlformats.org/drawingml/2006/main" noGrp="1"/>
          </p:cNvSpPr>
          <p:nvPr/>
        </p:nvSpPr>
        <p:spPr>
          <a:xfrm xmlns:a="http://schemas.openxmlformats.org/drawingml/2006/main">
            <a:off x="10668000" y="48577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36803210-7DA0-4867-9104-0E33C8CFBC2E}"/>
              </a:ext>
            </a:extLst>
          </p:cNvPr>
          <p:cNvSpPr>
            <a:spLocks xmlns:a="http://schemas.openxmlformats.org/drawingml/2006/main" noGrp="1"/>
          </p:cNvSpPr>
          <p:nvPr/>
        </p:nvSpPr>
        <p:spPr>
          <a:xfrm xmlns:a="http://schemas.openxmlformats.org/drawingml/2006/main">
            <a:off x="10668000" y="55435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7D23CB7B-3598-412D-82B1-80C4BAAAD778}"/>
              </a:ext>
            </a:extLst>
          </p:cNvPr>
          <p:cNvSpPr>
            <a:spLocks xmlns:a="http://schemas.openxmlformats.org/drawingml/2006/main" noGrp="1"/>
          </p:cNvSpPr>
          <p:nvPr/>
        </p:nvSpPr>
        <p:spPr>
          <a:xfrm xmlns:a="http://schemas.openxmlformats.org/drawingml/2006/main">
            <a:off x="10668000" y="6838950"/>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6497E4FA-307B-4DBE-9827-E73CD54610FB}"/>
              </a:ext>
            </a:extLst>
          </p:cNvPr>
          <p:cNvSpPr>
            <a:spLocks xmlns:a="http://schemas.openxmlformats.org/drawingml/2006/main" noGrp="1"/>
          </p:cNvSpPr>
          <p:nvPr/>
        </p:nvSpPr>
        <p:spPr>
          <a:xfrm xmlns:a="http://schemas.openxmlformats.org/drawingml/2006/main">
            <a:off x="10668000" y="75247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362046261"/>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14E2041-36D3-4625-97E8-A848DC39C435}"/>
              </a:ext>
            </a:extLst>
          </p:cNvPr>
          <p:cNvPicPr>
            <a:picLocks xmlns:a="http://schemas.openxmlformats.org/drawingml/2006/main" noChangeAspect="1"/>
          </p:cNvPicPr>
          <p:nvPr/>
        </p:nvPicPr>
        <p:blipFill>
          <a:blip xmlns:r="http://schemas.openxmlformats.org/officeDocument/2006/relationships" xmlns:a="http://schemas.openxmlformats.org/drawingml/2006/main" r:embed="R76f29c5cc1aa4303"/>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807E0E3D-AB64-4AD0-8A52-B821C1CD633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32766777-B680-4DB4-8307-DA5AD6FDE18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3DAE816C-C6F2-401B-9246-451F296DB54D}"/>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65E5C51C-E792-4D70-9F51-4DB32C7E40F0}"/>
              </a:ext>
            </a:extLst>
          </p:cNvPr>
          <p:cNvPicPr>
            <a:picLocks xmlns:a="http://schemas.openxmlformats.org/drawingml/2006/main" noChangeAspect="1"/>
          </p:cNvPicPr>
          <p:nvPr/>
        </p:nvPicPr>
        <p:blipFill>
          <a:blip xmlns:r="http://schemas.openxmlformats.org/officeDocument/2006/relationships" xmlns:a="http://schemas.openxmlformats.org/drawingml/2006/main" r:embed="R29d9c46fd43a485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71232098-6946-43D5-8BD5-19B9E735A91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208E9920-455A-4D5E-AD52-075C2180AA68}"/>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8" name="text">
            <a:extLst xmlns:a="http://schemas.openxmlformats.org/drawingml/2006/main">
              <a:ext uri="{FF2B5EF4-FFF2-40B4-BE49-F238E27FC236}">
                <a16:creationId xmlns:a16="http://schemas.microsoft.com/office/drawing/2014/main" id="{B0CBB496-C235-4018-BBCB-666B18295038}"/>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9" name="text">
            <a:extLst xmlns:a="http://schemas.openxmlformats.org/drawingml/2006/main">
              <a:ext uri="{FF2B5EF4-FFF2-40B4-BE49-F238E27FC236}">
                <a16:creationId xmlns:a16="http://schemas.microsoft.com/office/drawing/2014/main" id="{4980C16E-0C11-4C2F-AAFE-E4DF774383B0}"/>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73181903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74651C19-20B3-469A-B5E3-8C8D2254E0BD}"/>
              </a:ext>
            </a:extLst>
          </p:cNvPr>
          <p:cNvPicPr>
            <a:picLocks xmlns:a="http://schemas.openxmlformats.org/drawingml/2006/main" noChangeAspect="1"/>
          </p:cNvPicPr>
          <p:nvPr/>
        </p:nvPicPr>
        <p:blipFill>
          <a:blip xmlns:r="http://schemas.openxmlformats.org/officeDocument/2006/relationships" xmlns:a="http://schemas.openxmlformats.org/drawingml/2006/main" r:embed="R3df84e11dd6c48c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AB33AB7-9A25-462A-832D-983FC96BF6A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211CE16-96EC-4763-9CB0-99E979B7CB9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DE54D90-3379-4E72-8260-70F11D8CE0C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6BB1B24-8950-406C-8F32-9C1366EB2D2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D3ED061-0059-4DFB-B3BF-C2BDC721098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0DB96DB8-7276-4672-970C-83B3051DE172}"/>
              </a:ext>
            </a:extLst>
          </p:cNvPr>
          <p:cNvSpPr>
            <a:spLocks xmlns:a="http://schemas.openxmlformats.org/drawingml/2006/main" noGrp="1"/>
          </p:cNvSpPr>
          <p:nvPr/>
        </p:nvSpPr>
        <p:spPr>
          <a:xfrm xmlns:a="http://schemas.openxmlformats.org/drawingml/2006/main">
            <a:off x="1524000" y="3667125"/>
            <a:ext cx="15240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555462A1-6342-4084-9F0D-71C594EB51D4}"/>
              </a:ext>
            </a:extLst>
          </p:cNvPr>
          <p:cNvPicPr>
            <a:picLocks xmlns:a="http://schemas.openxmlformats.org/drawingml/2006/main" noChangeAspect="1"/>
          </p:cNvPicPr>
          <p:nvPr/>
        </p:nvPicPr>
        <p:blipFill>
          <a:blip xmlns:r="http://schemas.openxmlformats.org/officeDocument/2006/relationships" xmlns:a="http://schemas.openxmlformats.org/drawingml/2006/main" r:embed="Rd149c801bfcb4ab4"/>
          <a:stretch xmlns:a="http://schemas.openxmlformats.org/drawingml/2006/main"/>
        </p:blipFill>
        <p:spPr>
          <a:xfrm xmlns:a="http://schemas.openxmlformats.org/drawingml/2006/main">
            <a:off x="1829161" y="4733925"/>
            <a:ext cx="11334028" cy="1206818"/>
          </a:xfrm>
          <a:prstGeom xmlns:a="http://schemas.openxmlformats.org/drawingml/2006/main" prst="rect">
            <a:avLst/>
          </a:prstGeom>
        </p:spPr>
      </p:pic>
      <p:sp>
        <p:nvSpPr>
          <p:cNvPr id="9" name="rich">
            <a:extLst xmlns:a="http://schemas.openxmlformats.org/drawingml/2006/main">
              <a:ext uri="{FF2B5EF4-FFF2-40B4-BE49-F238E27FC236}">
                <a16:creationId xmlns:a16="http://schemas.microsoft.com/office/drawing/2014/main" id="{1508F68E-E735-42C7-8C5C-7B733E310F97}"/>
              </a:ext>
            </a:extLst>
          </p:cNvPr>
          <p:cNvSpPr>
            <a:spLocks xmlns:a="http://schemas.openxmlformats.org/drawingml/2006/main" noGrp="1"/>
          </p:cNvSpPr>
          <p:nvPr/>
        </p:nvSpPr>
        <p:spPr>
          <a:xfrm xmlns:a="http://schemas.openxmlformats.org/drawingml/2006/main">
            <a:off x="2143125" y="67151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생성되는 물질 </a:t>
            </a:r>
            <a:r>
              <a:rPr b="1">
                <a:solidFill>
                  <a:srgbClr val="57962F"/>
                </a:solidFill>
              </a:rPr>
              <a:t>1 mol</a:t>
            </a:r>
            <a:r>
              <a:t>을 기준으로 나타낸다.</a:t>
            </a:r>
          </a:p>
        </p:txBody>
      </p:sp>
      <p:sp>
        <p:nvSpPr>
          <p:cNvPr id="10" name="rich">
            <a:extLst xmlns:a="http://schemas.openxmlformats.org/drawingml/2006/main">
              <a:ext uri="{FF2B5EF4-FFF2-40B4-BE49-F238E27FC236}">
                <a16:creationId xmlns:a16="http://schemas.microsoft.com/office/drawing/2014/main" id="{E2B3D975-55BE-4175-8048-A9A7504760BD}"/>
              </a:ext>
            </a:extLst>
          </p:cNvPr>
          <p:cNvSpPr>
            <a:spLocks xmlns:a="http://schemas.openxmlformats.org/drawingml/2006/main" noGrp="1"/>
          </p:cNvSpPr>
          <p:nvPr/>
        </p:nvSpPr>
        <p:spPr>
          <a:xfrm xmlns:a="http://schemas.openxmlformats.org/drawingml/2006/main">
            <a:off x="2143125" y="77343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H₂O</a:t>
            </a:r>
            <a:r>
              <a:t>(</a:t>
            </a:r>
            <a:r>
              <a:rPr i="1">
                <a:latin typeface="Pretendard"/>
                <a:ea typeface="Pretendard"/>
                <a:cs typeface="Pretendard"/>
              </a:rPr>
              <a:t>l</a:t>
            </a:r>
            <a:r>
              <a:t>)의 표준 생성 엔탈피는</a:t>
            </a:r>
          </a:p>
        </p:txBody>
      </p:sp>
      <p:sp>
        <p:nvSpPr>
          <p:cNvPr id="11" name="text">
            <a:extLst xmlns:a="http://schemas.openxmlformats.org/drawingml/2006/main">
              <a:ext uri="{FF2B5EF4-FFF2-40B4-BE49-F238E27FC236}">
                <a16:creationId xmlns:a16="http://schemas.microsoft.com/office/drawing/2014/main" id="{C3B6BC18-2145-487C-A686-D8128E210B74}"/>
              </a:ext>
            </a:extLst>
          </p:cNvPr>
          <p:cNvSpPr>
            <a:spLocks xmlns:a="http://schemas.openxmlformats.org/drawingml/2006/main" noGrp="1"/>
          </p:cNvSpPr>
          <p:nvPr/>
        </p:nvSpPr>
        <p:spPr>
          <a:xfrm xmlns:a="http://schemas.openxmlformats.org/drawingml/2006/main">
            <a:off x="2143125" y="83820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650" b="1">
                <a:solidFill>
                  <a:srgbClr val="57962F"/>
                </a:solidFill>
                <a:latin typeface="Pretendard"/>
                <a:ea typeface="Pretendard"/>
                <a:cs typeface="Pretendard"/>
              </a:defRPr>
            </a:defPPr>
            <a:lvl1pPr algn="l">
              <a:defRPr sz="4650" b="1">
                <a:solidFill>
                  <a:srgbClr val="57962F"/>
                </a:solidFill>
                <a:latin typeface="Pretendard"/>
                <a:ea typeface="Pretendard"/>
                <a:cs typeface="Pretendard"/>
              </a:defRPr>
            </a:lvl1pPr>
            <a:lvl2pPr algn="l">
              <a:defRPr sz="4650" b="1">
                <a:solidFill>
                  <a:srgbClr val="57962F"/>
                </a:solidFill>
                <a:latin typeface="Pretendard"/>
                <a:ea typeface="Pretendard"/>
                <a:cs typeface="Pretendard"/>
              </a:defRPr>
            </a:lvl2pPr>
            <a:lvl3pPr algn="l">
              <a:defRPr sz="4650" b="1">
                <a:solidFill>
                  <a:srgbClr val="57962F"/>
                </a:solidFill>
                <a:latin typeface="Pretendard"/>
                <a:ea typeface="Pretendard"/>
                <a:cs typeface="Pretendard"/>
              </a:defRPr>
            </a:lvl3pPr>
            <a:lvl4pPr algn="l">
              <a:defRPr sz="4650" b="1">
                <a:solidFill>
                  <a:srgbClr val="57962F"/>
                </a:solidFill>
                <a:latin typeface="Pretendard"/>
                <a:ea typeface="Pretendard"/>
                <a:cs typeface="Pretendard"/>
              </a:defRPr>
            </a:lvl4pPr>
            <a:lvl5pPr algn="l">
              <a:defRPr sz="4650" b="1">
                <a:solidFill>
                  <a:srgbClr val="57962F"/>
                </a:solidFill>
                <a:latin typeface="Pretendard"/>
                <a:ea typeface="Pretendard"/>
                <a:cs typeface="Pretendard"/>
              </a:defRPr>
            </a:lvl5pPr>
            <a:lvl6pPr algn="l">
              <a:defRPr sz="4650" b="1">
                <a:solidFill>
                  <a:srgbClr val="57962F"/>
                </a:solidFill>
                <a:latin typeface="Pretendard"/>
                <a:ea typeface="Pretendard"/>
                <a:cs typeface="Pretendard"/>
              </a:defRPr>
            </a:lvl6pPr>
            <a:lvl7pPr algn="l">
              <a:defRPr sz="4650" b="1">
                <a:solidFill>
                  <a:srgbClr val="57962F"/>
                </a:solidFill>
                <a:latin typeface="Pretendard"/>
                <a:ea typeface="Pretendard"/>
                <a:cs typeface="Pretendard"/>
              </a:defRPr>
            </a:lvl7pPr>
            <a:lvl8pPr algn="l">
              <a:defRPr sz="4650" b="1">
                <a:solidFill>
                  <a:srgbClr val="57962F"/>
                </a:solidFill>
                <a:latin typeface="Pretendard"/>
                <a:ea typeface="Pretendard"/>
                <a:cs typeface="Pretendard"/>
              </a:defRPr>
            </a:lvl8pPr>
            <a:lvl9pPr algn="l">
              <a:defRPr sz="4650" b="1">
                <a:solidFill>
                  <a:srgbClr val="57962F"/>
                </a:solidFill>
                <a:latin typeface="Pretendard"/>
                <a:ea typeface="Pretendard"/>
                <a:cs typeface="Pretendard"/>
              </a:defRPr>
            </a:lvl9pPr>
          </a:lstStyle>
          <a:p xmlns:a="http://schemas.openxmlformats.org/drawingml/2006/main">
            <a:pPr algn="l">
              <a:defRPr sz="4650" b="1">
                <a:solidFill>
                  <a:srgbClr val="57962F"/>
                </a:solidFill>
                <a:latin typeface="Pretendard"/>
                <a:ea typeface="Pretendard"/>
                <a:cs typeface="Pretendard"/>
              </a:defRPr>
            </a:pPr>
            <a:r>
              <a:rPr sz="4650" b="1">
                <a:solidFill>
                  <a:srgbClr val="57962F"/>
                </a:solidFill>
                <a:latin typeface="Pretendard"/>
                <a:ea typeface="Pretendard"/>
                <a:cs typeface="Pretendard"/>
              </a:rPr>
              <a:t>−285.8 kJ/mol</a:t>
            </a:r>
          </a:p>
        </p:txBody>
      </p:sp>
      <p:pic>
        <p:nvPicPr>
          <p:cNvPr id="12" name="">
            <a:extLst xmlns:a="http://schemas.openxmlformats.org/drawingml/2006/main">
              <a:ext uri="{FF2B5EF4-FFF2-40B4-BE49-F238E27FC236}">
                <a16:creationId xmlns:a16="http://schemas.microsoft.com/office/drawing/2014/main" id="{B2F8D271-8CAB-4437-83BA-906BA5907284}"/>
              </a:ext>
            </a:extLst>
          </p:cNvPr>
          <p:cNvPicPr>
            <a:picLocks xmlns:a="http://schemas.openxmlformats.org/drawingml/2006/main" noChangeAspect="1"/>
          </p:cNvPicPr>
          <p:nvPr/>
        </p:nvPicPr>
        <p:blipFill>
          <a:blip xmlns:r="http://schemas.openxmlformats.org/officeDocument/2006/relationships" xmlns:a="http://schemas.openxmlformats.org/drawingml/2006/main" r:embed="R97769993657040b9"/>
          <a:stretch xmlns:a="http://schemas.openxmlformats.org/drawingml/2006/main"/>
        </p:blipFill>
        <p:spPr>
          <a:xfrm xmlns:a="http://schemas.openxmlformats.org/drawingml/2006/main">
            <a:off x="13629054" y="5867400"/>
            <a:ext cx="3460016" cy="3429000"/>
          </a:xfrm>
          <a:prstGeom xmlns:a="http://schemas.openxmlformats.org/drawingml/2006/main" prst="rect">
            <a:avLst/>
          </a:prstGeom>
        </p:spPr>
      </p:pic>
      <p:sp>
        <p:nvSpPr>
          <p:cNvPr id="13" name="참조 R03-22 여백 있는 말풍선">
            <a:extLst xmlns:a="http://schemas.openxmlformats.org/drawingml/2006/main">
              <a:ext uri="{FF2B5EF4-FFF2-40B4-BE49-F238E27FC236}">
                <a16:creationId xmlns:a16="http://schemas.microsoft.com/office/drawing/2014/main" id="{C9E89468-2391-46D7-9FFF-520034AC4EC7}"/>
              </a:ext>
            </a:extLst>
          </p:cNvPr>
          <p:cNvSpPr>
            <a:spLocks xmlns:a="http://schemas.openxmlformats.org/drawingml/2006/main" noGrp="1"/>
          </p:cNvSpPr>
          <p:nvPr/>
        </p:nvSpPr>
        <p:spPr>
          <a:xfrm xmlns:a="http://schemas.openxmlformats.org/drawingml/2006/main">
            <a:off x="13335000" y="4333875"/>
            <a:ext cx="4000500" cy="1409700"/>
          </a:xfrm>
          <a:prstGeom xmlns:a="http://schemas.openxmlformats.org/drawingml/2006/main" prst="roundRect">
            <a:avLst>
              <a:gd name="adj" fmla="val 17568"/>
            </a:avLst>
          </a:prstGeom>
          <a:solidFill xmlns:a="http://schemas.openxmlformats.org/drawingml/2006/main">
            <a:srgbClr val="F5F5F5"/>
          </a:solidFill>
          <a:ln xmlns:a="http://schemas.openxmlformats.org/drawingml/2006/main" w="0">
            <a:noFill/>
          </a:ln>
        </p:spPr>
      </p:sp>
      <p:sp>
        <p:nvSpPr>
          <p:cNvPr id="14" name="인물 발화 연결 꼬리">
            <a:extLst xmlns:a="http://schemas.openxmlformats.org/drawingml/2006/main">
              <a:ext uri="{FF2B5EF4-FFF2-40B4-BE49-F238E27FC236}">
                <a16:creationId xmlns:a16="http://schemas.microsoft.com/office/drawing/2014/main" id="{5931907C-47EF-429B-ACAF-DBF17A1427E1}"/>
              </a:ext>
            </a:extLst>
          </p:cNvPr>
          <p:cNvSpPr>
            <a:spLocks xmlns:a="http://schemas.openxmlformats.org/drawingml/2006/main" noGrp="1"/>
          </p:cNvSpPr>
          <p:nvPr/>
        </p:nvSpPr>
        <p:spPr>
          <a:xfrm xmlns:a="http://schemas.openxmlformats.org/drawingml/2006/main">
            <a:off x="15735300" y="573405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5" name="캐릭터 질문 1">
            <a:extLst xmlns:a="http://schemas.openxmlformats.org/drawingml/2006/main">
              <a:ext uri="{FF2B5EF4-FFF2-40B4-BE49-F238E27FC236}">
                <a16:creationId xmlns:a16="http://schemas.microsoft.com/office/drawing/2014/main" id="{F952CB1C-B98C-49F3-B2C4-09547A7BAFD4}"/>
              </a:ext>
            </a:extLst>
          </p:cNvPr>
          <p:cNvSpPr>
            <a:spLocks xmlns:a="http://schemas.openxmlformats.org/drawingml/2006/main" noGrp="1"/>
          </p:cNvSpPr>
          <p:nvPr/>
        </p:nvSpPr>
        <p:spPr>
          <a:xfrm xmlns:a="http://schemas.openxmlformats.org/drawingml/2006/main">
            <a:off x="13563600" y="4562475"/>
            <a:ext cx="35433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생성되는 물질이</a:t>
            </a:r>
          </a:p>
        </p:txBody>
      </p:sp>
      <p:sp>
        <p:nvSpPr>
          <p:cNvPr id="16" name="캐릭터 질문 2">
            <a:extLst xmlns:a="http://schemas.openxmlformats.org/drawingml/2006/main">
              <a:ext uri="{FF2B5EF4-FFF2-40B4-BE49-F238E27FC236}">
                <a16:creationId xmlns:a16="http://schemas.microsoft.com/office/drawing/2014/main" id="{8F5DD69D-F71E-4F13-992D-8FF29FC919C7}"/>
              </a:ext>
            </a:extLst>
          </p:cNvPr>
          <p:cNvSpPr>
            <a:spLocks xmlns:a="http://schemas.openxmlformats.org/drawingml/2006/main" noGrp="1"/>
          </p:cNvSpPr>
          <p:nvPr/>
        </p:nvSpPr>
        <p:spPr>
          <a:xfrm xmlns:a="http://schemas.openxmlformats.org/drawingml/2006/main">
            <a:off x="13563600" y="5029200"/>
            <a:ext cx="35433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1 mol인지 확인해!</a:t>
            </a:r>
          </a:p>
        </p:txBody>
      </p:sp>
    </p:spTree>
    <p:extLst>
      <p:ext uri="{BB962C8B-B14F-4D97-AF65-F5344CB8AC3E}">
        <p14:creationId xmlns:p14="http://schemas.microsoft.com/office/powerpoint/2010/main" val="20503019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9BA8136A-B00D-49EC-8486-D04CB87C41B2}"/>
              </a:ext>
            </a:extLst>
          </p:cNvPr>
          <p:cNvPicPr>
            <a:picLocks xmlns:a="http://schemas.openxmlformats.org/drawingml/2006/main" noChangeAspect="1"/>
          </p:cNvPicPr>
          <p:nvPr/>
        </p:nvPicPr>
        <p:blipFill>
          <a:blip xmlns:r="http://schemas.openxmlformats.org/officeDocument/2006/relationships" xmlns:a="http://schemas.openxmlformats.org/drawingml/2006/main" r:embed="Rcf42ea3e709e43c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D124261-DA81-46F1-8F6D-04ABDA8102A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CC1AA34-BA74-47FF-A50A-E2965A5FF4C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7522753-D109-4FBF-B942-D858F6C1FFE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2C1ECE3-A7CA-4C58-A510-3684C03E1E1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8FF1DBF1-CEC2-4D3E-99AB-C547D45EBCE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2331152C-1EF6-4FE1-8D3D-AEB1FD21B27B}"/>
              </a:ext>
            </a:extLst>
          </p:cNvPr>
          <p:cNvGraphicFramePr/>
          <p:nvPr/>
        </p:nvGraphicFramePr>
        <p:xfrm>
          <a:off xmlns:a="http://schemas.openxmlformats.org/drawingml/2006/main" x="1828800" y="4238625"/>
          <a:ext xmlns:a="http://schemas.openxmlformats.org/drawingml/2006/main" cx="11334750" cy="3810000"/>
        </p:xfrm>
        <a:graphic xmlns:a="http://schemas.openxmlformats.org/drawingml/2006/main">
          <a:graphicData uri="http://schemas.openxmlformats.org/drawingml/2006/table">
            <a:tbl>
              <a:tblPr/>
              <a:tblGrid>
                <a:gridCol w="4762500"/>
                <a:gridCol w="6572250"/>
              </a:tblGrid>
              <a:tr h="952500">
                <a:tc>
                  <a:txBody>
                    <a:bodyPr wrap="none" lIns="114300" tIns="114300" rIns="114300" bIns="114300"/>
                    <a:lstStyle/>
                    <a:p>
                      <a:pPr algn="ctr"/>
                      <a:r>
                        <a:rPr sz="315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C</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s</a:t>
                      </a:r>
                      <a:r>
                        <a:rPr sz="315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H₂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O₂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745E4D8A-BF0A-47DF-B30D-7864FFB5618A}"/>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230F2F3D-C351-4BBB-9425-54A200EAAC73}"/>
              </a:ext>
            </a:extLst>
          </p:cNvPr>
          <p:cNvSpPr>
            <a:spLocks xmlns:a="http://schemas.openxmlformats.org/drawingml/2006/main" noGrp="1"/>
          </p:cNvSpPr>
          <p:nvPr/>
        </p:nvSpPr>
        <p:spPr>
          <a:xfrm xmlns:a="http://schemas.openxmlformats.org/drawingml/2006/main" rot="5400000">
            <a:off x="1297305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7085DDAE-BABF-44C4-969F-0E427BCA2658}"/>
              </a:ext>
            </a:extLst>
          </p:cNvPr>
          <p:cNvSpPr>
            <a:spLocks xmlns:a="http://schemas.openxmlformats.org/drawingml/2006/main" noGrp="1"/>
          </p:cNvSpPr>
          <p:nvPr/>
        </p:nvSpPr>
        <p:spPr>
          <a:xfrm xmlns:a="http://schemas.openxmlformats.org/drawingml/2006/main" rot="10800000">
            <a:off x="12973050"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1CB9A4A-88AB-4170-BFD9-27AFA671037D}"/>
              </a:ext>
            </a:extLst>
          </p:cNvPr>
          <p:cNvSpPr>
            <a:spLocks xmlns:a="http://schemas.openxmlformats.org/drawingml/2006/main" noGrp="1"/>
          </p:cNvSpPr>
          <p:nvPr/>
        </p:nvSpPr>
        <p:spPr>
          <a:xfrm xmlns:a="http://schemas.openxmlformats.org/drawingml/2006/main" rot="16200000">
            <a:off x="1828800"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85EF0286-E025-4585-9EE0-F61283EAEFE2}"/>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2C15CB92-8571-4D43-B7C2-FA15083F1727}"/>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
        <p:nvSpPr>
          <p:cNvPr id="14" name="참조 R03-22 여백 있는 말풍선">
            <a:extLst xmlns:a="http://schemas.openxmlformats.org/drawingml/2006/main">
              <a:ext uri="{FF2B5EF4-FFF2-40B4-BE49-F238E27FC236}">
                <a16:creationId xmlns:a16="http://schemas.microsoft.com/office/drawing/2014/main" id="{0A84BBFC-705A-4278-BAAE-723B6905A18D}"/>
              </a:ext>
            </a:extLst>
          </p:cNvPr>
          <p:cNvSpPr>
            <a:spLocks xmlns:a="http://schemas.openxmlformats.org/drawingml/2006/main" noGrp="1"/>
          </p:cNvSpPr>
          <p:nvPr/>
        </p:nvSpPr>
        <p:spPr>
          <a:xfrm xmlns:a="http://schemas.openxmlformats.org/drawingml/2006/main">
            <a:off x="13287375" y="3962400"/>
            <a:ext cx="4048125" cy="1409700"/>
          </a:xfrm>
          <a:prstGeom xmlns:a="http://schemas.openxmlformats.org/drawingml/2006/main" prst="roundRect">
            <a:avLst>
              <a:gd name="adj" fmla="val 17568"/>
            </a:avLst>
          </a:prstGeom>
          <a:solidFill xmlns:a="http://schemas.openxmlformats.org/drawingml/2006/main">
            <a:srgbClr val="F5F5F5"/>
          </a:solidFill>
          <a:ln xmlns:a="http://schemas.openxmlformats.org/drawingml/2006/main" w="0">
            <a:noFill/>
          </a:ln>
        </p:spPr>
      </p:sp>
      <p:sp>
        <p:nvSpPr>
          <p:cNvPr id="15" name="인물 발화 연결 꼬리">
            <a:extLst xmlns:a="http://schemas.openxmlformats.org/drawingml/2006/main">
              <a:ext uri="{FF2B5EF4-FFF2-40B4-BE49-F238E27FC236}">
                <a16:creationId xmlns:a16="http://schemas.microsoft.com/office/drawing/2014/main" id="{9ED97BB7-E88E-450A-A4E1-9889C126A322}"/>
              </a:ext>
            </a:extLst>
          </p:cNvPr>
          <p:cNvSpPr>
            <a:spLocks xmlns:a="http://schemas.openxmlformats.org/drawingml/2006/main" noGrp="1"/>
          </p:cNvSpPr>
          <p:nvPr/>
        </p:nvSpPr>
        <p:spPr>
          <a:xfrm xmlns:a="http://schemas.openxmlformats.org/drawingml/2006/main">
            <a:off x="15513844"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6" name="캐릭터 질문 1">
            <a:extLst xmlns:a="http://schemas.openxmlformats.org/drawingml/2006/main">
              <a:ext uri="{FF2B5EF4-FFF2-40B4-BE49-F238E27FC236}">
                <a16:creationId xmlns:a16="http://schemas.microsoft.com/office/drawing/2014/main" id="{561C945B-8E5B-4297-AEEA-82EBB37E6463}"/>
              </a:ext>
            </a:extLst>
          </p:cNvPr>
          <p:cNvSpPr>
            <a:spLocks xmlns:a="http://schemas.openxmlformats.org/drawingml/2006/main" noGrp="1"/>
          </p:cNvSpPr>
          <p:nvPr/>
        </p:nvSpPr>
        <p:spPr>
          <a:xfrm xmlns:a="http://schemas.openxmlformats.org/drawingml/2006/main">
            <a:off x="13515975" y="4191000"/>
            <a:ext cx="3590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O₂의 값은 0이지만,</a:t>
            </a:r>
          </a:p>
        </p:txBody>
      </p:sp>
      <p:sp>
        <p:nvSpPr>
          <p:cNvPr id="17" name="캐릭터 질문 2">
            <a:extLst xmlns:a="http://schemas.openxmlformats.org/drawingml/2006/main">
              <a:ext uri="{FF2B5EF4-FFF2-40B4-BE49-F238E27FC236}">
                <a16:creationId xmlns:a16="http://schemas.microsoft.com/office/drawing/2014/main" id="{1EFB9658-17BD-4F59-8179-7B1F78F0FD7A}"/>
              </a:ext>
            </a:extLst>
          </p:cNvPr>
          <p:cNvSpPr>
            <a:spLocks xmlns:a="http://schemas.openxmlformats.org/drawingml/2006/main" noGrp="1"/>
          </p:cNvSpPr>
          <p:nvPr/>
        </p:nvSpPr>
        <p:spPr>
          <a:xfrm xmlns:a="http://schemas.openxmlformats.org/drawingml/2006/main">
            <a:off x="13515975" y="4657725"/>
            <a:ext cx="3590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다른 동소체는 달라.</a:t>
            </a:r>
          </a:p>
        </p:txBody>
      </p:sp>
      <p:pic>
        <p:nvPicPr>
          <p:cNvPr id="18" name="">
            <a:extLst xmlns:a="http://schemas.openxmlformats.org/drawingml/2006/main">
              <a:ext uri="{FF2B5EF4-FFF2-40B4-BE49-F238E27FC236}">
                <a16:creationId xmlns:a16="http://schemas.microsoft.com/office/drawing/2014/main" id="{D52B0B31-98D4-496A-A3CA-99EC775BEE33}"/>
              </a:ext>
            </a:extLst>
          </p:cNvPr>
          <p:cNvPicPr>
            <a:picLocks xmlns:a="http://schemas.openxmlformats.org/drawingml/2006/main" noChangeAspect="1"/>
          </p:cNvPicPr>
          <p:nvPr/>
        </p:nvPicPr>
        <p:blipFill>
          <a:blip xmlns:r="http://schemas.openxmlformats.org/officeDocument/2006/relationships" xmlns:a="http://schemas.openxmlformats.org/drawingml/2006/main" r:embed="R16ac7fd234144a19"/>
          <a:stretch xmlns:a="http://schemas.openxmlformats.org/drawingml/2006/main"/>
        </p:blipFill>
        <p:spPr>
          <a:xfrm xmlns:a="http://schemas.openxmlformats.org/drawingml/2006/main">
            <a:off x="14537723" y="5781675"/>
            <a:ext cx="1595055" cy="2667000"/>
          </a:xfrm>
          <a:prstGeom xmlns:a="http://schemas.openxmlformats.org/drawingml/2006/main" prst="rect">
            <a:avLst/>
          </a:prstGeom>
        </p:spPr>
      </p:pic>
    </p:spTree>
    <p:extLst>
      <p:ext uri="{BB962C8B-B14F-4D97-AF65-F5344CB8AC3E}">
        <p14:creationId xmlns:p14="http://schemas.microsoft.com/office/powerpoint/2010/main" val="171159054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C78DC0FC-A1F5-4991-B306-BD507A0907A8}"/>
              </a:ext>
            </a:extLst>
          </p:cNvPr>
          <p:cNvPicPr>
            <a:picLocks xmlns:a="http://schemas.openxmlformats.org/drawingml/2006/main" noChangeAspect="1"/>
          </p:cNvPicPr>
          <p:nvPr/>
        </p:nvPicPr>
        <p:blipFill>
          <a:blip xmlns:r="http://schemas.openxmlformats.org/officeDocument/2006/relationships" xmlns:a="http://schemas.openxmlformats.org/drawingml/2006/main" r:embed="R51550ffeede6495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E6CAF33-6BC9-46A3-A300-EC74E382A67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0C7AE3B-FB79-4379-897F-F61F5374A88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775020E-BB5C-4E39-8246-3860737E2BC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514E874-ABB9-4DCF-B044-91D8FA0D8B5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C39D0ECA-6973-4504-A009-E90BD5B7ABF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94A9EFFC-25CE-4A10-9FCF-3FDDE5CDAD37}"/>
              </a:ext>
            </a:extLst>
          </p:cNvPr>
          <p:cNvPicPr>
            <a:picLocks xmlns:a="http://schemas.openxmlformats.org/drawingml/2006/main" noChangeAspect="1"/>
          </p:cNvPicPr>
          <p:nvPr/>
        </p:nvPicPr>
        <p:blipFill>
          <a:blip xmlns:r="http://schemas.openxmlformats.org/officeDocument/2006/relationships" xmlns:a="http://schemas.openxmlformats.org/drawingml/2006/main" r:embed="Ref8737fd509a490c"/>
          <a:stretch xmlns:a="http://schemas.openxmlformats.org/drawingml/2006/main"/>
        </p:blipFill>
        <p:spPr>
          <a:xfrm xmlns:a="http://schemas.openxmlformats.org/drawingml/2006/main">
            <a:off x="2444353" y="4574381"/>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2D45B4AE-C268-494A-AE1C-BFEF9031E0B7}"/>
              </a:ext>
            </a:extLst>
          </p:cNvPr>
          <p:cNvPicPr>
            <a:picLocks xmlns:a="http://schemas.openxmlformats.org/drawingml/2006/main" noChangeAspect="1"/>
          </p:cNvPicPr>
          <p:nvPr/>
        </p:nvPicPr>
        <p:blipFill>
          <a:blip xmlns:r="http://schemas.openxmlformats.org/officeDocument/2006/relationships" xmlns:a="http://schemas.openxmlformats.org/drawingml/2006/main" r:embed="Re680fb6298d640d3"/>
          <a:stretch xmlns:a="http://schemas.openxmlformats.org/drawingml/2006/main"/>
        </p:blipFill>
        <p:spPr>
          <a:xfrm xmlns:a="http://schemas.openxmlformats.org/drawingml/2006/main">
            <a:off x="2444353" y="6165056"/>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3EB089AB-BF9C-4C08-AB14-968E4D1441F5}"/>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B470B6AF-AB07-472A-8FAF-D8A19CADCEE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
        <p:nvSpPr>
          <p:cNvPr id="11" name="text">
            <a:extLst xmlns:a="http://schemas.openxmlformats.org/drawingml/2006/main">
              <a:ext uri="{FF2B5EF4-FFF2-40B4-BE49-F238E27FC236}">
                <a16:creationId xmlns:a16="http://schemas.microsoft.com/office/drawing/2014/main" id="{0E9156F0-5B49-4846-AB13-203E8D01C9C9}"/>
              </a:ext>
            </a:extLst>
          </p:cNvPr>
          <p:cNvSpPr>
            <a:spLocks xmlns:a="http://schemas.openxmlformats.org/drawingml/2006/main" noGrp="1"/>
          </p:cNvSpPr>
          <p:nvPr/>
        </p:nvSpPr>
        <p:spPr>
          <a:xfrm xmlns:a="http://schemas.openxmlformats.org/drawingml/2006/main">
            <a:off x="10572750" y="4236244"/>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액체 물</a:t>
            </a:r>
          </a:p>
        </p:txBody>
      </p:sp>
      <p:pic>
        <p:nvPicPr>
          <p:cNvPr id="12" name="">
            <a:extLst xmlns:a="http://schemas.openxmlformats.org/drawingml/2006/main">
              <a:ext uri="{FF2B5EF4-FFF2-40B4-BE49-F238E27FC236}">
                <a16:creationId xmlns:a16="http://schemas.microsoft.com/office/drawing/2014/main" id="{CA9B4FFC-9FF8-4FF7-8078-968111089F63}"/>
              </a:ext>
            </a:extLst>
          </p:cNvPr>
          <p:cNvPicPr>
            <a:picLocks xmlns:a="http://schemas.openxmlformats.org/drawingml/2006/main" noChangeAspect="1"/>
          </p:cNvPicPr>
          <p:nvPr/>
        </p:nvPicPr>
        <p:blipFill>
          <a:blip xmlns:r="http://schemas.openxmlformats.org/officeDocument/2006/relationships" xmlns:a="http://schemas.openxmlformats.org/drawingml/2006/main" r:embed="R8af98cdf3be0436e"/>
          <a:stretch xmlns:a="http://schemas.openxmlformats.org/drawingml/2006/main"/>
        </p:blipFill>
        <p:spPr>
          <a:xfrm xmlns:a="http://schemas.openxmlformats.org/drawingml/2006/main">
            <a:off x="9486900" y="4617244"/>
            <a:ext cx="1085850" cy="57150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00D6C51F-9917-45A6-90C9-8C89BD9A48EC}"/>
              </a:ext>
            </a:extLst>
          </p:cNvPr>
          <p:cNvSpPr>
            <a:spLocks xmlns:a="http://schemas.openxmlformats.org/drawingml/2006/main" noGrp="1"/>
          </p:cNvSpPr>
          <p:nvPr/>
        </p:nvSpPr>
        <p:spPr>
          <a:xfrm xmlns:a="http://schemas.openxmlformats.org/drawingml/2006/main">
            <a:off x="10572750" y="57912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수증기</a:t>
            </a:r>
          </a:p>
        </p:txBody>
      </p:sp>
      <p:pic>
        <p:nvPicPr>
          <p:cNvPr id="14" name="">
            <a:extLst xmlns:a="http://schemas.openxmlformats.org/drawingml/2006/main">
              <a:ext uri="{FF2B5EF4-FFF2-40B4-BE49-F238E27FC236}">
                <a16:creationId xmlns:a16="http://schemas.microsoft.com/office/drawing/2014/main" id="{5E3CC101-D27A-4E36-9F05-D7092BC46C27}"/>
              </a:ext>
            </a:extLst>
          </p:cNvPr>
          <p:cNvPicPr>
            <a:picLocks xmlns:a="http://schemas.openxmlformats.org/drawingml/2006/main" noChangeAspect="1"/>
          </p:cNvPicPr>
          <p:nvPr/>
        </p:nvPicPr>
        <p:blipFill>
          <a:blip xmlns:r="http://schemas.openxmlformats.org/officeDocument/2006/relationships" xmlns:a="http://schemas.openxmlformats.org/drawingml/2006/main" r:embed="R9f5bc813bbc84070"/>
          <a:stretch xmlns:a="http://schemas.openxmlformats.org/drawingml/2006/main"/>
        </p:blipFill>
        <p:spPr>
          <a:xfrm xmlns:a="http://schemas.openxmlformats.org/drawingml/2006/main">
            <a:off x="9486900" y="6172200"/>
            <a:ext cx="1085850" cy="571500"/>
          </a:xfrm>
          <a:prstGeom xmlns:a="http://schemas.openxmlformats.org/drawingml/2006/main" prst="rect">
            <a:avLst/>
          </a:prstGeom>
        </p:spPr>
      </p:pic>
    </p:spTree>
    <p:extLst>
      <p:ext uri="{BB962C8B-B14F-4D97-AF65-F5344CB8AC3E}">
        <p14:creationId xmlns:p14="http://schemas.microsoft.com/office/powerpoint/2010/main" val="67307137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76C38EB-9DD8-4911-9661-70145931417B}"/>
              </a:ext>
            </a:extLst>
          </p:cNvPr>
          <p:cNvPicPr>
            <a:picLocks xmlns:a="http://schemas.openxmlformats.org/drawingml/2006/main" noChangeAspect="1"/>
          </p:cNvPicPr>
          <p:nvPr/>
        </p:nvPicPr>
        <p:blipFill>
          <a:blip xmlns:r="http://schemas.openxmlformats.org/officeDocument/2006/relationships" xmlns:a="http://schemas.openxmlformats.org/drawingml/2006/main" r:embed="Ra59feca4b2b54d2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1763AF4-DF1B-407A-9CEE-3A1F0D9234B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F837416-E3A6-436E-BF21-BD1DAD01DE3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A08BD57-BB7D-4393-A79E-5638CEFD76C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A5A2AEE-DCAC-4F18-8BDD-505C4EA8D81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23A4ED7-15B3-4092-8CCC-57B30D58353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33D00756-B489-454A-AA21-48CEC23721C3}"/>
              </a:ext>
            </a:extLst>
          </p:cNvPr>
          <p:cNvPicPr>
            <a:picLocks xmlns:a="http://schemas.openxmlformats.org/drawingml/2006/main" noChangeAspect="1"/>
          </p:cNvPicPr>
          <p:nvPr/>
        </p:nvPicPr>
        <p:blipFill>
          <a:blip xmlns:r="http://schemas.openxmlformats.org/officeDocument/2006/relationships" xmlns:a="http://schemas.openxmlformats.org/drawingml/2006/main" r:embed="R9adb845a846d4143"/>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DED019C4-DAAB-4187-BC1A-10E28C46946A}"/>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062BE018-5B3A-41C0-9078-1AB619F12B4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183433299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9C03AD0D-E1E8-4F4F-BF17-BD2F663D0395}"/>
              </a:ext>
            </a:extLst>
          </p:cNvPr>
          <p:cNvPicPr>
            <a:picLocks xmlns:a="http://schemas.openxmlformats.org/drawingml/2006/main" noChangeAspect="1"/>
          </p:cNvPicPr>
          <p:nvPr/>
        </p:nvPicPr>
        <p:blipFill>
          <a:blip xmlns:r="http://schemas.openxmlformats.org/officeDocument/2006/relationships" xmlns:a="http://schemas.openxmlformats.org/drawingml/2006/main" r:embed="R88d540d534fa4a0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DFE271A-ED5E-4DC5-B1AD-9647EA1BA70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19351D2-F50B-4E50-992D-A5F0C5D0D0D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53305B1-A5FA-4F16-BDD0-7FA3514494C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174EDAB-3CC1-41A1-9F1B-82ED61076BC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F45833F-4A32-4E13-B6CA-24490628D06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7D074116-8AFC-4D03-B5F4-BC51B3D1C811}"/>
              </a:ext>
            </a:extLst>
          </p:cNvPr>
          <p:cNvSpPr>
            <a:spLocks xmlns:a="http://schemas.openxmlformats.org/drawingml/2006/main" noGrp="1"/>
          </p:cNvSpPr>
          <p:nvPr/>
        </p:nvSpPr>
        <p:spPr>
          <a:xfrm xmlns:a="http://schemas.openxmlformats.org/drawingml/2006/main">
            <a:off x="1809750" y="4038600"/>
            <a:ext cx="1162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500" b="1">
                <a:solidFill>
                  <a:srgbClr val="57962F"/>
                </a:solidFill>
                <a:latin typeface="Pretendard"/>
                <a:ea typeface="Pretendard"/>
                <a:cs typeface="Pretendard"/>
              </a:defRPr>
            </a:defPPr>
            <a:lvl1pPr algn="l">
              <a:defRPr sz="4500" b="1">
                <a:solidFill>
                  <a:srgbClr val="57962F"/>
                </a:solidFill>
                <a:latin typeface="Pretendard"/>
                <a:ea typeface="Pretendard"/>
                <a:cs typeface="Pretendard"/>
              </a:defRPr>
            </a:lvl1pPr>
            <a:lvl2pPr algn="l">
              <a:defRPr sz="4500" b="1">
                <a:solidFill>
                  <a:srgbClr val="57962F"/>
                </a:solidFill>
                <a:latin typeface="Pretendard"/>
                <a:ea typeface="Pretendard"/>
                <a:cs typeface="Pretendard"/>
              </a:defRPr>
            </a:lvl2pPr>
            <a:lvl3pPr algn="l">
              <a:defRPr sz="4500" b="1">
                <a:solidFill>
                  <a:srgbClr val="57962F"/>
                </a:solidFill>
                <a:latin typeface="Pretendard"/>
                <a:ea typeface="Pretendard"/>
                <a:cs typeface="Pretendard"/>
              </a:defRPr>
            </a:lvl3pPr>
            <a:lvl4pPr algn="l">
              <a:defRPr sz="4500" b="1">
                <a:solidFill>
                  <a:srgbClr val="57962F"/>
                </a:solidFill>
                <a:latin typeface="Pretendard"/>
                <a:ea typeface="Pretendard"/>
                <a:cs typeface="Pretendard"/>
              </a:defRPr>
            </a:lvl4pPr>
            <a:lvl5pPr algn="l">
              <a:defRPr sz="4500" b="1">
                <a:solidFill>
                  <a:srgbClr val="57962F"/>
                </a:solidFill>
                <a:latin typeface="Pretendard"/>
                <a:ea typeface="Pretendard"/>
                <a:cs typeface="Pretendard"/>
              </a:defRPr>
            </a:lvl5pPr>
            <a:lvl6pPr algn="l">
              <a:defRPr sz="4500" b="1">
                <a:solidFill>
                  <a:srgbClr val="57962F"/>
                </a:solidFill>
                <a:latin typeface="Pretendard"/>
                <a:ea typeface="Pretendard"/>
                <a:cs typeface="Pretendard"/>
              </a:defRPr>
            </a:lvl6pPr>
            <a:lvl7pPr algn="l">
              <a:defRPr sz="4500" b="1">
                <a:solidFill>
                  <a:srgbClr val="57962F"/>
                </a:solidFill>
                <a:latin typeface="Pretendard"/>
                <a:ea typeface="Pretendard"/>
                <a:cs typeface="Pretendard"/>
              </a:defRPr>
            </a:lvl7pPr>
            <a:lvl8pPr algn="l">
              <a:defRPr sz="4500" b="1">
                <a:solidFill>
                  <a:srgbClr val="57962F"/>
                </a:solidFill>
                <a:latin typeface="Pretendard"/>
                <a:ea typeface="Pretendard"/>
                <a:cs typeface="Pretendard"/>
              </a:defRPr>
            </a:lvl8pPr>
            <a:lvl9pPr algn="l">
              <a:defRPr sz="4500" b="1">
                <a:solidFill>
                  <a:srgbClr val="57962F"/>
                </a:solidFill>
                <a:latin typeface="Pretendard"/>
                <a:ea typeface="Pretendard"/>
                <a:cs typeface="Pretendard"/>
              </a:defRPr>
            </a:lvl9pPr>
          </a:lstStyle>
          <a:p xmlns:a="http://schemas.openxmlformats.org/drawingml/2006/main">
            <a:pPr algn="l">
              <a:defRPr sz="45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5E9A60DE-EC49-4715-A20A-DDC2CBD09DAC}"/>
              </a:ext>
            </a:extLst>
          </p:cNvPr>
          <p:cNvSpPr>
            <a:spLocks xmlns:a="http://schemas.openxmlformats.org/drawingml/2006/main" noGrp="1"/>
          </p:cNvSpPr>
          <p:nvPr/>
        </p:nvSpPr>
        <p:spPr>
          <a:xfrm xmlns:a="http://schemas.openxmlformats.org/drawingml/2006/main">
            <a:off x="3209925" y="4933950"/>
            <a:ext cx="1028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500" b="1">
                <a:solidFill>
                  <a:srgbClr val="57962F"/>
                </a:solidFill>
                <a:latin typeface="Pretendard"/>
                <a:ea typeface="Pretendard"/>
                <a:cs typeface="Pretendard"/>
              </a:defRPr>
            </a:defPPr>
            <a:lvl1pPr algn="l">
              <a:defRPr sz="4500" b="1">
                <a:solidFill>
                  <a:srgbClr val="57962F"/>
                </a:solidFill>
                <a:latin typeface="Pretendard"/>
                <a:ea typeface="Pretendard"/>
                <a:cs typeface="Pretendard"/>
              </a:defRPr>
            </a:lvl1pPr>
            <a:lvl2pPr algn="l">
              <a:defRPr sz="4500" b="1">
                <a:solidFill>
                  <a:srgbClr val="57962F"/>
                </a:solidFill>
                <a:latin typeface="Pretendard"/>
                <a:ea typeface="Pretendard"/>
                <a:cs typeface="Pretendard"/>
              </a:defRPr>
            </a:lvl2pPr>
            <a:lvl3pPr algn="l">
              <a:defRPr sz="4500" b="1">
                <a:solidFill>
                  <a:srgbClr val="57962F"/>
                </a:solidFill>
                <a:latin typeface="Pretendard"/>
                <a:ea typeface="Pretendard"/>
                <a:cs typeface="Pretendard"/>
              </a:defRPr>
            </a:lvl3pPr>
            <a:lvl4pPr algn="l">
              <a:defRPr sz="4500" b="1">
                <a:solidFill>
                  <a:srgbClr val="57962F"/>
                </a:solidFill>
                <a:latin typeface="Pretendard"/>
                <a:ea typeface="Pretendard"/>
                <a:cs typeface="Pretendard"/>
              </a:defRPr>
            </a:lvl4pPr>
            <a:lvl5pPr algn="l">
              <a:defRPr sz="4500" b="1">
                <a:solidFill>
                  <a:srgbClr val="57962F"/>
                </a:solidFill>
                <a:latin typeface="Pretendard"/>
                <a:ea typeface="Pretendard"/>
                <a:cs typeface="Pretendard"/>
              </a:defRPr>
            </a:lvl5pPr>
            <a:lvl6pPr algn="l">
              <a:defRPr sz="4500" b="1">
                <a:solidFill>
                  <a:srgbClr val="57962F"/>
                </a:solidFill>
                <a:latin typeface="Pretendard"/>
                <a:ea typeface="Pretendard"/>
                <a:cs typeface="Pretendard"/>
              </a:defRPr>
            </a:lvl6pPr>
            <a:lvl7pPr algn="l">
              <a:defRPr sz="4500" b="1">
                <a:solidFill>
                  <a:srgbClr val="57962F"/>
                </a:solidFill>
                <a:latin typeface="Pretendard"/>
                <a:ea typeface="Pretendard"/>
                <a:cs typeface="Pretendard"/>
              </a:defRPr>
            </a:lvl7pPr>
            <a:lvl8pPr algn="l">
              <a:defRPr sz="4500" b="1">
                <a:solidFill>
                  <a:srgbClr val="57962F"/>
                </a:solidFill>
                <a:latin typeface="Pretendard"/>
                <a:ea typeface="Pretendard"/>
                <a:cs typeface="Pretendard"/>
              </a:defRPr>
            </a:lvl8pPr>
            <a:lvl9pPr algn="l">
              <a:defRPr sz="4500" b="1">
                <a:solidFill>
                  <a:srgbClr val="57962F"/>
                </a:solidFill>
                <a:latin typeface="Pretendard"/>
                <a:ea typeface="Pretendard"/>
                <a:cs typeface="Pretendard"/>
              </a:defRPr>
            </a:lvl9pPr>
          </a:lstStyle>
          <a:p xmlns:a="http://schemas.openxmlformats.org/drawingml/2006/main">
            <a:pPr algn="l">
              <a:defRPr sz="4500" b="1">
                <a:solidFill>
                  <a:srgbClr val="57962F"/>
                </a:solidFill>
                <a:latin typeface="Pretendard"/>
                <a:ea typeface="Pretendard"/>
                <a:cs typeface="Pretendard"/>
              </a:defRPr>
            </a:pPr>
            <a:r>
              <a:rPr sz="4500" b="1">
                <a:solidFill>
                  <a:srgbClr val="57962F"/>
                </a:solidFill>
                <a:latin typeface="Pretendard"/>
                <a:ea typeface="Pretendard"/>
                <a:cs typeface="Pretendard"/>
              </a:rPr>
              <a:t>− 반응물의 표준 생성 엔탈피 합</a:t>
            </a:r>
          </a:p>
        </p:txBody>
      </p:sp>
      <p:sp>
        <p:nvSpPr>
          <p:cNvPr id="9" name="text">
            <a:extLst xmlns:a="http://schemas.openxmlformats.org/drawingml/2006/main">
              <a:ext uri="{FF2B5EF4-FFF2-40B4-BE49-F238E27FC236}">
                <a16:creationId xmlns:a16="http://schemas.microsoft.com/office/drawing/2014/main" id="{FC7B2741-E458-4418-8FE2-6F3B08D13508}"/>
              </a:ext>
            </a:extLst>
          </p:cNvPr>
          <p:cNvSpPr>
            <a:spLocks xmlns:a="http://schemas.openxmlformats.org/drawingml/2006/main" noGrp="1"/>
          </p:cNvSpPr>
          <p:nvPr/>
        </p:nvSpPr>
        <p:spPr>
          <a:xfrm xmlns:a="http://schemas.openxmlformats.org/drawingml/2006/main">
            <a:off x="2143125" y="66294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각 물질의 반응 계수</a:t>
            </a:r>
          </a:p>
        </p:txBody>
      </p:sp>
      <p:sp>
        <p:nvSpPr>
          <p:cNvPr id="10" name="rich">
            <a:extLst xmlns:a="http://schemas.openxmlformats.org/drawingml/2006/main">
              <a:ext uri="{FF2B5EF4-FFF2-40B4-BE49-F238E27FC236}">
                <a16:creationId xmlns:a16="http://schemas.microsoft.com/office/drawing/2014/main" id="{F044BAA9-860D-41FD-89EF-116480500BA2}"/>
              </a:ext>
            </a:extLst>
          </p:cNvPr>
          <p:cNvSpPr>
            <a:spLocks xmlns:a="http://schemas.openxmlformats.org/drawingml/2006/main" noGrp="1"/>
          </p:cNvSpPr>
          <p:nvPr/>
        </p:nvSpPr>
        <p:spPr>
          <a:xfrm xmlns:a="http://schemas.openxmlformats.org/drawingml/2006/main">
            <a:off x="2143125" y="73628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표의 값에 반응 계수를 곱한다.</a:t>
            </a:r>
          </a:p>
        </p:txBody>
      </p:sp>
      <p:sp>
        <p:nvSpPr>
          <p:cNvPr id="11" name="text">
            <a:extLst xmlns:a="http://schemas.openxmlformats.org/drawingml/2006/main">
              <a:ext uri="{FF2B5EF4-FFF2-40B4-BE49-F238E27FC236}">
                <a16:creationId xmlns:a16="http://schemas.microsoft.com/office/drawing/2014/main" id="{3CB67F1A-3FCA-4749-923A-2F7D23F02E8B}"/>
              </a:ext>
            </a:extLst>
          </p:cNvPr>
          <p:cNvSpPr>
            <a:spLocks xmlns:a="http://schemas.openxmlformats.org/drawingml/2006/main" noGrp="1"/>
          </p:cNvSpPr>
          <p:nvPr/>
        </p:nvSpPr>
        <p:spPr>
          <a:xfrm xmlns:a="http://schemas.openxmlformats.org/drawingml/2006/main">
            <a:off x="2143125" y="86772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생성물의 합에서 반응물의 합을 뺀다.</a:t>
            </a:r>
          </a:p>
        </p:txBody>
      </p:sp>
      <p:pic>
        <p:nvPicPr>
          <p:cNvPr id="12" name="">
            <a:extLst xmlns:a="http://schemas.openxmlformats.org/drawingml/2006/main">
              <a:ext uri="{FF2B5EF4-FFF2-40B4-BE49-F238E27FC236}">
                <a16:creationId xmlns:a16="http://schemas.microsoft.com/office/drawing/2014/main" id="{675217B1-D4B5-4CF9-8BA1-D61670DC6EF5}"/>
              </a:ext>
            </a:extLst>
          </p:cNvPr>
          <p:cNvPicPr>
            <a:picLocks xmlns:a="http://schemas.openxmlformats.org/drawingml/2006/main" noChangeAspect="1"/>
          </p:cNvPicPr>
          <p:nvPr/>
        </p:nvPicPr>
        <p:blipFill>
          <a:blip xmlns:r="http://schemas.openxmlformats.org/officeDocument/2006/relationships" xmlns:a="http://schemas.openxmlformats.org/drawingml/2006/main" r:embed="Race560a342ef4d3f"/>
          <a:stretch xmlns:a="http://schemas.openxmlformats.org/drawingml/2006/main"/>
        </p:blipFill>
        <p:spPr>
          <a:xfrm xmlns:a="http://schemas.openxmlformats.org/drawingml/2006/main">
            <a:off x="14330292" y="6057900"/>
            <a:ext cx="2105167" cy="3238500"/>
          </a:xfrm>
          <a:prstGeom xmlns:a="http://schemas.openxmlformats.org/drawingml/2006/main" prst="rect">
            <a:avLst/>
          </a:prstGeom>
        </p:spPr>
      </p:pic>
      <p:sp>
        <p:nvSpPr>
          <p:cNvPr id="13" name="참조 R03-22 여백 있는 말풍선">
            <a:extLst xmlns:a="http://schemas.openxmlformats.org/drawingml/2006/main">
              <a:ext uri="{FF2B5EF4-FFF2-40B4-BE49-F238E27FC236}">
                <a16:creationId xmlns:a16="http://schemas.microsoft.com/office/drawing/2014/main" id="{F07E687A-D79E-4163-9D4B-EE7517AD73DC}"/>
              </a:ext>
            </a:extLst>
          </p:cNvPr>
          <p:cNvSpPr>
            <a:spLocks xmlns:a="http://schemas.openxmlformats.org/drawingml/2006/main" noGrp="1"/>
          </p:cNvSpPr>
          <p:nvPr/>
        </p:nvSpPr>
        <p:spPr>
          <a:xfrm xmlns:a="http://schemas.openxmlformats.org/drawingml/2006/main">
            <a:off x="13335000" y="4191000"/>
            <a:ext cx="4000500" cy="1409700"/>
          </a:xfrm>
          <a:prstGeom xmlns:a="http://schemas.openxmlformats.org/drawingml/2006/main" prst="roundRect">
            <a:avLst>
              <a:gd name="adj" fmla="val 17568"/>
            </a:avLst>
          </a:prstGeom>
          <a:solidFill xmlns:a="http://schemas.openxmlformats.org/drawingml/2006/main">
            <a:srgbClr val="F5F5F5"/>
          </a:solidFill>
          <a:ln xmlns:a="http://schemas.openxmlformats.org/drawingml/2006/main" w="0">
            <a:noFill/>
          </a:ln>
        </p:spPr>
      </p:sp>
      <p:sp>
        <p:nvSpPr>
          <p:cNvPr id="14" name="인물 발화 연결 꼬리">
            <a:extLst xmlns:a="http://schemas.openxmlformats.org/drawingml/2006/main">
              <a:ext uri="{FF2B5EF4-FFF2-40B4-BE49-F238E27FC236}">
                <a16:creationId xmlns:a16="http://schemas.microsoft.com/office/drawing/2014/main" id="{E8811248-228D-40F1-B918-7B3A78F0D99A}"/>
              </a:ext>
            </a:extLst>
          </p:cNvPr>
          <p:cNvSpPr>
            <a:spLocks xmlns:a="http://schemas.openxmlformats.org/drawingml/2006/main" noGrp="1"/>
          </p:cNvSpPr>
          <p:nvPr/>
        </p:nvSpPr>
        <p:spPr>
          <a:xfrm xmlns:a="http://schemas.openxmlformats.org/drawingml/2006/main">
            <a:off x="15535275" y="55911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5" name="캐릭터 질문 1">
            <a:extLst xmlns:a="http://schemas.openxmlformats.org/drawingml/2006/main">
              <a:ext uri="{FF2B5EF4-FFF2-40B4-BE49-F238E27FC236}">
                <a16:creationId xmlns:a16="http://schemas.microsoft.com/office/drawing/2014/main" id="{7A29BE3E-4848-4BEE-8555-E618829B204E}"/>
              </a:ext>
            </a:extLst>
          </p:cNvPr>
          <p:cNvSpPr>
            <a:spLocks xmlns:a="http://schemas.openxmlformats.org/drawingml/2006/main" noGrp="1"/>
          </p:cNvSpPr>
          <p:nvPr/>
        </p:nvSpPr>
        <p:spPr>
          <a:xfrm xmlns:a="http://schemas.openxmlformats.org/drawingml/2006/main">
            <a:off x="13563600" y="4419600"/>
            <a:ext cx="35433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계수를 곱하는 것을</a:t>
            </a:r>
          </a:p>
        </p:txBody>
      </p:sp>
      <p:sp>
        <p:nvSpPr>
          <p:cNvPr id="16" name="캐릭터 질문 2">
            <a:extLst xmlns:a="http://schemas.openxmlformats.org/drawingml/2006/main">
              <a:ext uri="{FF2B5EF4-FFF2-40B4-BE49-F238E27FC236}">
                <a16:creationId xmlns:a16="http://schemas.microsoft.com/office/drawing/2014/main" id="{51CC98D0-7F73-445A-A8E6-12BF76332530}"/>
              </a:ext>
            </a:extLst>
          </p:cNvPr>
          <p:cNvSpPr>
            <a:spLocks xmlns:a="http://schemas.openxmlformats.org/drawingml/2006/main" noGrp="1"/>
          </p:cNvSpPr>
          <p:nvPr/>
        </p:nvSpPr>
        <p:spPr>
          <a:xfrm xmlns:a="http://schemas.openxmlformats.org/drawingml/2006/main">
            <a:off x="13563600" y="4886325"/>
            <a:ext cx="35433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잊지 마!</a:t>
            </a:r>
          </a:p>
        </p:txBody>
      </p:sp>
    </p:spTree>
    <p:extLst>
      <p:ext uri="{BB962C8B-B14F-4D97-AF65-F5344CB8AC3E}">
        <p14:creationId xmlns:p14="http://schemas.microsoft.com/office/powerpoint/2010/main" val="165528073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8D18296B-1C9C-4850-8F0F-62C261FF4406}"/>
              </a:ext>
            </a:extLst>
          </p:cNvPr>
          <p:cNvPicPr>
            <a:picLocks xmlns:a="http://schemas.openxmlformats.org/drawingml/2006/main" noChangeAspect="1"/>
          </p:cNvPicPr>
          <p:nvPr/>
        </p:nvPicPr>
        <p:blipFill>
          <a:blip xmlns:r="http://schemas.openxmlformats.org/officeDocument/2006/relationships" xmlns:a="http://schemas.openxmlformats.org/drawingml/2006/main" r:embed="R6f69dd131b7a410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239553C-A9F3-4F64-B4C6-1AFB0A7DB21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A74FF65-8207-4BBB-836D-CE57342441F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5E6111D-B7FD-47DC-A3DD-F05E36222A9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CA96A01-044B-4141-B826-7D78AADBE50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1C78F70-4FB7-4D4C-B207-12E67FCDFD4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AB5885B0-C8A4-4CB6-AB3E-13796E55687D}"/>
              </a:ext>
            </a:extLst>
          </p:cNvPr>
          <p:cNvPicPr>
            <a:picLocks xmlns:a="http://schemas.openxmlformats.org/drawingml/2006/main" noChangeAspect="1"/>
          </p:cNvPicPr>
          <p:nvPr/>
        </p:nvPicPr>
        <p:blipFill>
          <a:blip xmlns:r="http://schemas.openxmlformats.org/officeDocument/2006/relationships" xmlns:a="http://schemas.openxmlformats.org/drawingml/2006/main" r:embed="R1118d40ee8864321"/>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68C7581D-87FA-426A-AE7C-46F23EAE3D47}"/>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03C5667F-B35C-4348-8E60-16F05CBB06B6}"/>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30567DA0-1280-4789-91C8-160473BA0E66}"/>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770C3B0-B976-4A7E-A130-13DBBCD4D73D}"/>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C92B479E-45DE-4DDF-A1F0-C41E31EC056E}"/>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ECC7C95E-B622-447E-BB77-6E826C628FA9}"/>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EA03BB7E-9898-4343-B657-36A0DA70AA07}"/>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2A75EE83-E510-4CE6-A4AA-FDBC70C75B01}"/>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FC75FF76-1F0B-4BF1-A2B6-9EE2C7B4F132}"/>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5411606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310EE3E-1137-4170-B9BF-D4CAD07ACF4F}"/>
              </a:ext>
            </a:extLst>
          </p:cNvPr>
          <p:cNvPicPr>
            <a:picLocks xmlns:a="http://schemas.openxmlformats.org/drawingml/2006/main" noChangeAspect="1"/>
          </p:cNvPicPr>
          <p:nvPr/>
        </p:nvPicPr>
        <p:blipFill>
          <a:blip xmlns:r="http://schemas.openxmlformats.org/officeDocument/2006/relationships" xmlns:a="http://schemas.openxmlformats.org/drawingml/2006/main" r:embed="Rabe9455cff6f409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7EA78F7-18F6-422C-9398-340E023FD13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E125767-EE56-475F-B4B6-724EA467832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A3FC7C9-6870-4991-A49B-20DCF2AB2A1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2288F91-CC25-415E-85B0-CF6105FB71E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27F405EC-24EE-45DA-9284-FE44BA02246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E9135155-CA85-4CA1-98A3-CCCB0AF59D50}"/>
              </a:ext>
            </a:extLst>
          </p:cNvPr>
          <p:cNvPicPr>
            <a:picLocks xmlns:a="http://schemas.openxmlformats.org/drawingml/2006/main" noChangeAspect="1"/>
          </p:cNvPicPr>
          <p:nvPr/>
        </p:nvPicPr>
        <p:blipFill>
          <a:blip xmlns:r="http://schemas.openxmlformats.org/officeDocument/2006/relationships" xmlns:a="http://schemas.openxmlformats.org/drawingml/2006/main" r:embed="R204f207915b540b3"/>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696F8BF3-F689-48F0-8CB9-336B6D62CD63}"/>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4AF1E246-18C8-4718-8215-0B9FD3ECB135}"/>
              </a:ext>
            </a:extLst>
          </p:cNvPr>
          <p:cNvPicPr>
            <a:picLocks xmlns:a="http://schemas.openxmlformats.org/drawingml/2006/main" noChangeAspect="1"/>
          </p:cNvPicPr>
          <p:nvPr/>
        </p:nvPicPr>
        <p:blipFill>
          <a:blip xmlns:r="http://schemas.openxmlformats.org/officeDocument/2006/relationships" xmlns:a="http://schemas.openxmlformats.org/drawingml/2006/main" r:embed="R574ba39362034850"/>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3AD83E8E-833F-4864-8C1C-B3B3DCEF25DD}"/>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BEC53757-FAB7-4042-BA7A-3104886CDD0A}"/>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301FA8B3-878B-4C4A-97EB-381941987652}"/>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5A4F672A-5E9C-4DE0-8105-D0BA32D5ECB6}"/>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112362259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490ACE56-3E40-49E4-8A60-BB5CFBCDC1C5}"/>
              </a:ext>
            </a:extLst>
          </p:cNvPr>
          <p:cNvPicPr>
            <a:picLocks xmlns:a="http://schemas.openxmlformats.org/drawingml/2006/main" noChangeAspect="1"/>
          </p:cNvPicPr>
          <p:nvPr/>
        </p:nvPicPr>
        <p:blipFill>
          <a:blip xmlns:r="http://schemas.openxmlformats.org/officeDocument/2006/relationships" xmlns:a="http://schemas.openxmlformats.org/drawingml/2006/main" r:embed="R21ce9752eac245d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F4444F1-066F-4CCE-81A9-CBA676DF997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E221DF8-B3C1-4716-B736-AABF9E0F5D8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89E42AD-1FA2-46B3-911C-C0A4C544464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5A44214-2964-47C0-8849-8B42F328B0F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EB01256-03AB-451A-AAC6-E3D6659DA01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4E01077C-C762-4D8D-8660-3BBA17BDE64E}"/>
              </a:ext>
            </a:extLst>
          </p:cNvPr>
          <p:cNvGraphicFramePr/>
          <p:nvPr/>
        </p:nvGraphicFramePr>
        <p:xfrm>
          <a:off xmlns:a="http://schemas.openxmlformats.org/drawingml/2006/main" x="1828800" y="4286250"/>
          <a:ext xmlns:a="http://schemas.openxmlformats.org/drawingml/2006/main" cx="11334750" cy="3810000"/>
        </p:xfrm>
        <a:graphic xmlns:a="http://schemas.openxmlformats.org/drawingml/2006/main">
          <a:graphicData uri="http://schemas.openxmlformats.org/drawingml/2006/table">
            <a:tbl>
              <a:tblPr/>
              <a:tblGrid>
                <a:gridCol w="2857500"/>
                <a:gridCol w="8477250"/>
              </a:tblGrid>
              <a:tr h="952500">
                <a:tc>
                  <a:txBody>
                    <a:bodyPr wrap="none" lIns="114300" tIns="114300" rIns="114300" bIns="114300"/>
                    <a:lstStyle/>
                    <a:p>
                      <a:pPr algn="ctr"/>
                      <a:r>
                        <a:rPr sz="30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0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BC2D776F-56F8-4A72-91ED-E068FFAE1734}"/>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59CAB80E-1134-423D-9A37-4208D28D08AC}"/>
              </a:ext>
            </a:extLst>
          </p:cNvPr>
          <p:cNvSpPr>
            <a:spLocks xmlns:a="http://schemas.openxmlformats.org/drawingml/2006/main" noGrp="1"/>
          </p:cNvSpPr>
          <p:nvPr/>
        </p:nvSpPr>
        <p:spPr>
          <a:xfrm xmlns:a="http://schemas.openxmlformats.org/drawingml/2006/main" rot="5400000">
            <a:off x="1297305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D44C6C0-BE57-4D19-A9BB-712F3B32BD11}"/>
              </a:ext>
            </a:extLst>
          </p:cNvPr>
          <p:cNvSpPr>
            <a:spLocks xmlns:a="http://schemas.openxmlformats.org/drawingml/2006/main" noGrp="1"/>
          </p:cNvSpPr>
          <p:nvPr/>
        </p:nvSpPr>
        <p:spPr>
          <a:xfrm xmlns:a="http://schemas.openxmlformats.org/drawingml/2006/main" rot="10800000">
            <a:off x="12973050"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6532405-3DA6-420E-815B-C8B23B34A471}"/>
              </a:ext>
            </a:extLst>
          </p:cNvPr>
          <p:cNvSpPr>
            <a:spLocks xmlns:a="http://schemas.openxmlformats.org/drawingml/2006/main" noGrp="1"/>
          </p:cNvSpPr>
          <p:nvPr/>
        </p:nvSpPr>
        <p:spPr>
          <a:xfrm xmlns:a="http://schemas.openxmlformats.org/drawingml/2006/main" rot="16200000">
            <a:off x="1828800"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참조 R03-22 여백 있는 말풍선">
            <a:extLst xmlns:a="http://schemas.openxmlformats.org/drawingml/2006/main">
              <a:ext uri="{FF2B5EF4-FFF2-40B4-BE49-F238E27FC236}">
                <a16:creationId xmlns:a16="http://schemas.microsoft.com/office/drawing/2014/main" id="{CB16DADE-97E2-41CF-B3FB-37E28E19E8A8}"/>
              </a:ext>
            </a:extLst>
          </p:cNvPr>
          <p:cNvSpPr>
            <a:spLocks xmlns:a="http://schemas.openxmlformats.org/drawingml/2006/main" noGrp="1"/>
          </p:cNvSpPr>
          <p:nvPr/>
        </p:nvSpPr>
        <p:spPr>
          <a:xfrm xmlns:a="http://schemas.openxmlformats.org/drawingml/2006/main">
            <a:off x="13287375" y="3962400"/>
            <a:ext cx="4048125" cy="1409700"/>
          </a:xfrm>
          <a:prstGeom xmlns:a="http://schemas.openxmlformats.org/drawingml/2006/main" prst="roundRect">
            <a:avLst>
              <a:gd name="adj" fmla="val 17568"/>
            </a:avLst>
          </a:prstGeom>
          <a:solidFill xmlns:a="http://schemas.openxmlformats.org/drawingml/2006/main">
            <a:srgbClr val="F5F5F5"/>
          </a:solidFill>
          <a:ln xmlns:a="http://schemas.openxmlformats.org/drawingml/2006/main" w="0">
            <a:noFill/>
          </a:ln>
        </p:spPr>
      </p:sp>
      <p:sp>
        <p:nvSpPr>
          <p:cNvPr id="13" name="인물 발화 연결 꼬리">
            <a:extLst xmlns:a="http://schemas.openxmlformats.org/drawingml/2006/main">
              <a:ext uri="{FF2B5EF4-FFF2-40B4-BE49-F238E27FC236}">
                <a16:creationId xmlns:a16="http://schemas.microsoft.com/office/drawing/2014/main" id="{E9DBCD68-149A-44FF-90DB-5E94DA97551B}"/>
              </a:ext>
            </a:extLst>
          </p:cNvPr>
          <p:cNvSpPr>
            <a:spLocks xmlns:a="http://schemas.openxmlformats.org/drawingml/2006/main" noGrp="1"/>
          </p:cNvSpPr>
          <p:nvPr/>
        </p:nvSpPr>
        <p:spPr>
          <a:xfrm xmlns:a="http://schemas.openxmlformats.org/drawingml/2006/main">
            <a:off x="15513844"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4" name="캐릭터 질문 1">
            <a:extLst xmlns:a="http://schemas.openxmlformats.org/drawingml/2006/main">
              <a:ext uri="{FF2B5EF4-FFF2-40B4-BE49-F238E27FC236}">
                <a16:creationId xmlns:a16="http://schemas.microsoft.com/office/drawing/2014/main" id="{BD637B5F-FA35-4486-8C4F-963BDCC59EC7}"/>
              </a:ext>
            </a:extLst>
          </p:cNvPr>
          <p:cNvSpPr>
            <a:spLocks xmlns:a="http://schemas.openxmlformats.org/drawingml/2006/main" noGrp="1"/>
          </p:cNvSpPr>
          <p:nvPr/>
        </p:nvSpPr>
        <p:spPr>
          <a:xfrm xmlns:a="http://schemas.openxmlformats.org/drawingml/2006/main">
            <a:off x="13515975" y="4191000"/>
            <a:ext cx="3590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기준·상태·계수·단위,</a:t>
            </a:r>
          </a:p>
        </p:txBody>
      </p:sp>
      <p:sp>
        <p:nvSpPr>
          <p:cNvPr id="15" name="캐릭터 질문 2">
            <a:extLst xmlns:a="http://schemas.openxmlformats.org/drawingml/2006/main">
              <a:ext uri="{FF2B5EF4-FFF2-40B4-BE49-F238E27FC236}">
                <a16:creationId xmlns:a16="http://schemas.microsoft.com/office/drawing/2014/main" id="{549846A4-0A1E-4CAD-881C-C2B5317E94D0}"/>
              </a:ext>
            </a:extLst>
          </p:cNvPr>
          <p:cNvSpPr>
            <a:spLocks xmlns:a="http://schemas.openxmlformats.org/drawingml/2006/main" noGrp="1"/>
          </p:cNvSpPr>
          <p:nvPr/>
        </p:nvSpPr>
        <p:spPr>
          <a:xfrm xmlns:a="http://schemas.openxmlformats.org/drawingml/2006/main">
            <a:off x="13515975" y="4657725"/>
            <a:ext cx="3590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네 가지를 확인해!</a:t>
            </a:r>
          </a:p>
        </p:txBody>
      </p:sp>
      <p:pic>
        <p:nvPicPr>
          <p:cNvPr id="16" name="">
            <a:extLst xmlns:a="http://schemas.openxmlformats.org/drawingml/2006/main">
              <a:ext uri="{FF2B5EF4-FFF2-40B4-BE49-F238E27FC236}">
                <a16:creationId xmlns:a16="http://schemas.microsoft.com/office/drawing/2014/main" id="{6997F1A4-D33E-4352-AA14-58CD9270F961}"/>
              </a:ext>
            </a:extLst>
          </p:cNvPr>
          <p:cNvPicPr>
            <a:picLocks xmlns:a="http://schemas.openxmlformats.org/drawingml/2006/main" noChangeAspect="1"/>
          </p:cNvPicPr>
          <p:nvPr/>
        </p:nvPicPr>
        <p:blipFill>
          <a:blip xmlns:r="http://schemas.openxmlformats.org/officeDocument/2006/relationships" xmlns:a="http://schemas.openxmlformats.org/drawingml/2006/main" r:embed="Ra2234512fb7e4611"/>
          <a:stretch xmlns:a="http://schemas.openxmlformats.org/drawingml/2006/main"/>
        </p:blipFill>
        <p:spPr>
          <a:xfrm xmlns:a="http://schemas.openxmlformats.org/drawingml/2006/main">
            <a:off x="13668375" y="5796227"/>
            <a:ext cx="3333750" cy="3399896"/>
          </a:xfrm>
          <a:prstGeom xmlns:a="http://schemas.openxmlformats.org/drawingml/2006/main" prst="rect">
            <a:avLst/>
          </a:prstGeom>
        </p:spPr>
      </p:pic>
    </p:spTree>
    <p:extLst>
      <p:ext uri="{BB962C8B-B14F-4D97-AF65-F5344CB8AC3E}">
        <p14:creationId xmlns:p14="http://schemas.microsoft.com/office/powerpoint/2010/main" val="1837077080"/>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26312C2-C63E-412A-B170-B153AEF5C315}"/>
              </a:ext>
            </a:extLst>
          </p:cNvPr>
          <p:cNvPicPr>
            <a:picLocks xmlns:a="http://schemas.openxmlformats.org/drawingml/2006/main" noChangeAspect="1"/>
          </p:cNvPicPr>
          <p:nvPr/>
        </p:nvPicPr>
        <p:blipFill>
          <a:blip xmlns:r="http://schemas.openxmlformats.org/officeDocument/2006/relationships" xmlns:a="http://schemas.openxmlformats.org/drawingml/2006/main" r:embed="Rc3d59b29f5b4419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EBA15495-F47A-4E64-9898-4670B646D23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8255ECAB-E406-4FD2-A570-CAD5B4B3101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91F22460-FA99-4EB6-955E-F6DB15744AD8}"/>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3A327A8D-A2CB-497C-A7B3-D00B391B601A}"/>
              </a:ext>
            </a:extLst>
          </p:cNvPr>
          <p:cNvPicPr>
            <a:picLocks xmlns:a="http://schemas.openxmlformats.org/drawingml/2006/main" noChangeAspect="1"/>
          </p:cNvPicPr>
          <p:nvPr/>
        </p:nvPicPr>
        <p:blipFill>
          <a:blip xmlns:r="http://schemas.openxmlformats.org/officeDocument/2006/relationships" xmlns:a="http://schemas.openxmlformats.org/drawingml/2006/main" r:embed="R55914acd8731496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281F4076-6FBF-45A7-8353-04281416703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ACF578BD-BE26-4959-AFBB-60DA82015D9D}"/>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8" name="text">
            <a:extLst xmlns:a="http://schemas.openxmlformats.org/drawingml/2006/main">
              <a:ext uri="{FF2B5EF4-FFF2-40B4-BE49-F238E27FC236}">
                <a16:creationId xmlns:a16="http://schemas.microsoft.com/office/drawing/2014/main" id="{DE670184-3040-4637-AC57-4BAF06CEA44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9" name="text">
            <a:extLst xmlns:a="http://schemas.openxmlformats.org/drawingml/2006/main">
              <a:ext uri="{FF2B5EF4-FFF2-40B4-BE49-F238E27FC236}">
                <a16:creationId xmlns:a16="http://schemas.microsoft.com/office/drawing/2014/main" id="{9CA601BF-6F1B-4F30-8E57-8E00557DAD59}"/>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15568058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D7B1C847-3E39-42E9-A4DC-8D577CCE0D15}"/>
              </a:ext>
            </a:extLst>
          </p:cNvPr>
          <p:cNvPicPr>
            <a:picLocks xmlns:a="http://schemas.openxmlformats.org/drawingml/2006/main" noChangeAspect="1"/>
          </p:cNvPicPr>
          <p:nvPr/>
        </p:nvPicPr>
        <p:blipFill>
          <a:blip xmlns:r="http://schemas.openxmlformats.org/officeDocument/2006/relationships" xmlns:a="http://schemas.openxmlformats.org/drawingml/2006/main" r:embed="R833357c0400e402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56A3E4D-A37A-43C5-AC9F-C3B0EDB82E9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2811D67-A96E-49DA-B357-7F40CA697F1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9E74B2C0-A6AB-4E9A-AACB-9DEF17C7E59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6314733-D644-4454-A07B-1997F9EA9A2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4F3F55AA-9E8D-471B-A068-312410254A8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3F184268-E149-4D98-A314-3701EEEDA621}"/>
              </a:ext>
            </a:extLst>
          </p:cNvPr>
          <p:cNvPicPr>
            <a:picLocks xmlns:a="http://schemas.openxmlformats.org/drawingml/2006/main" noChangeAspect="1"/>
          </p:cNvPicPr>
          <p:nvPr/>
        </p:nvPicPr>
        <p:blipFill>
          <a:blip xmlns:r="http://schemas.openxmlformats.org/officeDocument/2006/relationships" xmlns:a="http://schemas.openxmlformats.org/drawingml/2006/main" r:embed="R8aa9933a84044aad"/>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BE44FC17-783C-4603-B466-63083B4C21F8}"/>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D5723B01-8D1D-4306-AB63-AF36A577BDBA}"/>
              </a:ext>
            </a:extLst>
          </p:cNvPr>
          <p:cNvPicPr>
            <a:picLocks xmlns:a="http://schemas.openxmlformats.org/drawingml/2006/main" noChangeAspect="1"/>
          </p:cNvPicPr>
          <p:nvPr/>
        </p:nvPicPr>
        <p:blipFill>
          <a:blip xmlns:r="http://schemas.openxmlformats.org/officeDocument/2006/relationships" xmlns:a="http://schemas.openxmlformats.org/drawingml/2006/main" r:embed="Rdb8bcac4109341c2"/>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A9E3B42E-A9B3-4BD4-8A5C-E3AF91AE0090}"/>
              </a:ext>
            </a:extLst>
          </p:cNvPr>
          <p:cNvPicPr>
            <a:picLocks xmlns:a="http://schemas.openxmlformats.org/drawingml/2006/main" noChangeAspect="1"/>
          </p:cNvPicPr>
          <p:nvPr/>
        </p:nvPicPr>
        <p:blipFill>
          <a:blip xmlns:r="http://schemas.openxmlformats.org/officeDocument/2006/relationships" xmlns:a="http://schemas.openxmlformats.org/drawingml/2006/main" r:embed="Re14bb93350714d9f"/>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D29ACE3E-DAE9-49C5-89C1-B8482BE375AD}"/>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DA63507C-3B7A-4000-B635-489F1ECD6A25}"/>
              </a:ext>
            </a:extLst>
          </p:cNvPr>
          <p:cNvPicPr>
            <a:picLocks xmlns:a="http://schemas.openxmlformats.org/drawingml/2006/main" noChangeAspect="1"/>
          </p:cNvPicPr>
          <p:nvPr/>
        </p:nvPicPr>
        <p:blipFill>
          <a:blip xmlns:r="http://schemas.openxmlformats.org/officeDocument/2006/relationships" xmlns:a="http://schemas.openxmlformats.org/drawingml/2006/main" r:embed="R16b843775c9a4eee"/>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25966306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6875A1B-3C93-418A-A153-FDA901F127D7}"/>
              </a:ext>
            </a:extLst>
          </p:cNvPr>
          <p:cNvPicPr>
            <a:picLocks xmlns:a="http://schemas.openxmlformats.org/drawingml/2006/main" noChangeAspect="1"/>
          </p:cNvPicPr>
          <p:nvPr/>
        </p:nvPicPr>
        <p:blipFill>
          <a:blip xmlns:r="http://schemas.openxmlformats.org/officeDocument/2006/relationships" xmlns:a="http://schemas.openxmlformats.org/drawingml/2006/main" r:embed="Rf6768b44205e46c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FC322D0-69DB-414A-B3DC-2BF6C44AD8C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AA7B520-4E8C-4C53-A01F-A3D360A5C47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DA7BEAB-0967-46E9-AFE6-587498FB824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A72C7B5-AB69-4B04-B367-8BE0348FDA5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99A0FD4D-9151-4227-B965-CB948860A0D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4F31426D-8902-4C3D-9FFB-99AA411A20B1}"/>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BEE3D142-9E17-4FD4-81AF-1B4A1A839BF7}"/>
              </a:ext>
            </a:extLst>
          </p:cNvPr>
          <p:cNvPicPr>
            <a:picLocks xmlns:a="http://schemas.openxmlformats.org/drawingml/2006/main" noChangeAspect="1"/>
          </p:cNvPicPr>
          <p:nvPr/>
        </p:nvPicPr>
        <p:blipFill>
          <a:blip xmlns:r="http://schemas.openxmlformats.org/officeDocument/2006/relationships" xmlns:a="http://schemas.openxmlformats.org/drawingml/2006/main" r:embed="Rb9fc8533f926416c"/>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94268092-8ACF-46F0-86C5-D52044E13BF5}"/>
              </a:ext>
            </a:extLst>
          </p:cNvPr>
          <p:cNvPicPr>
            <a:picLocks xmlns:a="http://schemas.openxmlformats.org/drawingml/2006/main" noChangeAspect="1"/>
          </p:cNvPicPr>
          <p:nvPr/>
        </p:nvPicPr>
        <p:blipFill>
          <a:blip xmlns:r="http://schemas.openxmlformats.org/officeDocument/2006/relationships" xmlns:a="http://schemas.openxmlformats.org/drawingml/2006/main" r:embed="R4624de7866a94927"/>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AC6809E8-A058-4FD8-A974-9A0B148FBC11}"/>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6DAD53DA-37C0-4413-B6EB-DA0D14982870}"/>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B70D8F66-719E-4CB8-9B27-D0501A77F3D4}"/>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C2753B43-76D9-4DDE-9D92-83A72BF36181}"/>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28858833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53272BA7-F914-48BA-A9D1-FD3BFDC7DDDC}"/>
              </a:ext>
            </a:extLst>
          </p:cNvPr>
          <p:cNvPicPr>
            <a:picLocks xmlns:a="http://schemas.openxmlformats.org/drawingml/2006/main" noChangeAspect="1"/>
          </p:cNvPicPr>
          <p:nvPr/>
        </p:nvPicPr>
        <p:blipFill>
          <a:blip xmlns:r="http://schemas.openxmlformats.org/officeDocument/2006/relationships" xmlns:a="http://schemas.openxmlformats.org/drawingml/2006/main" r:embed="R3dd93a5c93ba4e1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400DAE5-7F93-4122-AE83-E6A7420493E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85E8399-D31E-4B72-B973-5C870003008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1532535-4FA2-419A-BF0C-3EED6316CF8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36EADB6-4E4D-4EC5-BF2F-EBB99A63969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65F750B9-8308-4BAB-8A6A-988B5616D4B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63C1BC49-9A8F-4FC1-B4BC-2A8E6F9CA51A}"/>
              </a:ext>
            </a:extLst>
          </p:cNvPr>
          <p:cNvSpPr>
            <a:spLocks xmlns:a="http://schemas.openxmlformats.org/drawingml/2006/main" noGrp="1"/>
          </p:cNvSpPr>
          <p:nvPr/>
        </p:nvSpPr>
        <p:spPr>
          <a:xfrm xmlns:a="http://schemas.openxmlformats.org/drawingml/2006/main">
            <a:off x="2000250" y="3933825"/>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57962F"/>
                </a:solidFill>
                <a:latin typeface="Pretendard"/>
                <a:ea typeface="Pretendard"/>
                <a:cs typeface="Pretendard"/>
              </a:defRPr>
            </a:defPPr>
            <a:lvl1pPr algn="l">
              <a:defRPr sz="5730" b="1">
                <a:solidFill>
                  <a:srgbClr val="57962F"/>
                </a:solidFill>
                <a:latin typeface="Pretendard"/>
                <a:ea typeface="Pretendard"/>
                <a:cs typeface="Pretendard"/>
              </a:defRPr>
            </a:lvl1pPr>
            <a:lvl2pPr algn="l">
              <a:defRPr sz="5730" b="1">
                <a:solidFill>
                  <a:srgbClr val="57962F"/>
                </a:solidFill>
                <a:latin typeface="Pretendard"/>
                <a:ea typeface="Pretendard"/>
                <a:cs typeface="Pretendard"/>
              </a:defRPr>
            </a:lvl2pPr>
            <a:lvl3pPr algn="l">
              <a:defRPr sz="5730" b="1">
                <a:solidFill>
                  <a:srgbClr val="57962F"/>
                </a:solidFill>
                <a:latin typeface="Pretendard"/>
                <a:ea typeface="Pretendard"/>
                <a:cs typeface="Pretendard"/>
              </a:defRPr>
            </a:lvl3pPr>
            <a:lvl4pPr algn="l">
              <a:defRPr sz="5730" b="1">
                <a:solidFill>
                  <a:srgbClr val="57962F"/>
                </a:solidFill>
                <a:latin typeface="Pretendard"/>
                <a:ea typeface="Pretendard"/>
                <a:cs typeface="Pretendard"/>
              </a:defRPr>
            </a:lvl4pPr>
            <a:lvl5pPr algn="l">
              <a:defRPr sz="5730" b="1">
                <a:solidFill>
                  <a:srgbClr val="57962F"/>
                </a:solidFill>
                <a:latin typeface="Pretendard"/>
                <a:ea typeface="Pretendard"/>
                <a:cs typeface="Pretendard"/>
              </a:defRPr>
            </a:lvl5pPr>
            <a:lvl6pPr algn="l">
              <a:defRPr sz="5730" b="1">
                <a:solidFill>
                  <a:srgbClr val="57962F"/>
                </a:solidFill>
                <a:latin typeface="Pretendard"/>
                <a:ea typeface="Pretendard"/>
                <a:cs typeface="Pretendard"/>
              </a:defRPr>
            </a:lvl6pPr>
            <a:lvl7pPr algn="l">
              <a:defRPr sz="5730" b="1">
                <a:solidFill>
                  <a:srgbClr val="57962F"/>
                </a:solidFill>
                <a:latin typeface="Pretendard"/>
                <a:ea typeface="Pretendard"/>
                <a:cs typeface="Pretendard"/>
              </a:defRPr>
            </a:lvl7pPr>
            <a:lvl8pPr algn="l">
              <a:defRPr sz="5730" b="1">
                <a:solidFill>
                  <a:srgbClr val="57962F"/>
                </a:solidFill>
                <a:latin typeface="Pretendard"/>
                <a:ea typeface="Pretendard"/>
                <a:cs typeface="Pretendard"/>
              </a:defRPr>
            </a:lvl8pPr>
            <a:lvl9pPr algn="l">
              <a:defRPr sz="5730" b="1">
                <a:solidFill>
                  <a:srgbClr val="57962F"/>
                </a:solidFill>
                <a:latin typeface="Pretendard"/>
                <a:ea typeface="Pretendard"/>
                <a:cs typeface="Pretendard"/>
              </a:defRPr>
            </a:lvl9pPr>
          </a:lstStyle>
          <a:p xmlns:a="http://schemas.openxmlformats.org/drawingml/2006/main">
            <a:pPr algn="l">
              <a:defRPr sz="5730" b="1">
                <a:solidFill>
                  <a:srgbClr val="57962F"/>
                </a:solidFill>
                <a:latin typeface="Pretendard"/>
                <a:ea typeface="Pretendard"/>
                <a:cs typeface="Pretendard"/>
              </a:defRPr>
            </a:pPr>
            <a:r>
              <a:t>Q용액 = c × m × Δt</a:t>
            </a:r>
          </a:p>
        </p:txBody>
      </p:sp>
      <p:sp>
        <p:nvSpPr>
          <p:cNvPr id="8" name="text">
            <a:extLst xmlns:a="http://schemas.openxmlformats.org/drawingml/2006/main">
              <a:ext uri="{FF2B5EF4-FFF2-40B4-BE49-F238E27FC236}">
                <a16:creationId xmlns:a16="http://schemas.microsoft.com/office/drawing/2014/main" id="{7466A022-C6EA-442D-8677-D41D52AA3F97}"/>
              </a:ext>
            </a:extLst>
          </p:cNvPr>
          <p:cNvSpPr>
            <a:spLocks xmlns:a="http://schemas.openxmlformats.org/drawingml/2006/main" noGrp="1"/>
          </p:cNvSpPr>
          <p:nvPr/>
        </p:nvSpPr>
        <p:spPr>
          <a:xfrm xmlns:a="http://schemas.openxmlformats.org/drawingml/2006/main">
            <a:off x="2286000" y="56197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b="0">
                <a:solidFill>
                  <a:srgbClr val="000000"/>
                </a:solidFill>
                <a:latin typeface="Pretendard"/>
                <a:ea typeface="Pretendard"/>
                <a:cs typeface="Pretendard"/>
              </a:rPr>
              <a:t>c  용액의 비열</a:t>
            </a:r>
          </a:p>
        </p:txBody>
      </p:sp>
      <p:sp>
        <p:nvSpPr>
          <p:cNvPr id="9" name="text">
            <a:extLst xmlns:a="http://schemas.openxmlformats.org/drawingml/2006/main">
              <a:ext uri="{FF2B5EF4-FFF2-40B4-BE49-F238E27FC236}">
                <a16:creationId xmlns:a16="http://schemas.microsoft.com/office/drawing/2014/main" id="{49014442-B07B-48CF-B4DE-8E89A8ADEBE0}"/>
              </a:ext>
            </a:extLst>
          </p:cNvPr>
          <p:cNvSpPr>
            <a:spLocks xmlns:a="http://schemas.openxmlformats.org/drawingml/2006/main" noGrp="1"/>
          </p:cNvSpPr>
          <p:nvPr/>
        </p:nvSpPr>
        <p:spPr>
          <a:xfrm xmlns:a="http://schemas.openxmlformats.org/drawingml/2006/main">
            <a:off x="2286000" y="654367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b="0">
                <a:solidFill>
                  <a:srgbClr val="000000"/>
                </a:solidFill>
                <a:latin typeface="Pretendard"/>
                <a:ea typeface="Pretendard"/>
                <a:cs typeface="Pretendard"/>
              </a:rPr>
              <a:t>m  용액 전체의 질량</a:t>
            </a:r>
          </a:p>
        </p:txBody>
      </p:sp>
      <p:sp>
        <p:nvSpPr>
          <p:cNvPr id="10" name="text">
            <a:extLst xmlns:a="http://schemas.openxmlformats.org/drawingml/2006/main">
              <a:ext uri="{FF2B5EF4-FFF2-40B4-BE49-F238E27FC236}">
                <a16:creationId xmlns:a16="http://schemas.microsoft.com/office/drawing/2014/main" id="{1BC62B4D-F0D2-4286-A9E0-5173F93BC1E1}"/>
              </a:ext>
            </a:extLst>
          </p:cNvPr>
          <p:cNvSpPr>
            <a:spLocks xmlns:a="http://schemas.openxmlformats.org/drawingml/2006/main" noGrp="1"/>
          </p:cNvSpPr>
          <p:nvPr/>
        </p:nvSpPr>
        <p:spPr>
          <a:xfrm xmlns:a="http://schemas.openxmlformats.org/drawingml/2006/main">
            <a:off x="2286000" y="746760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rPr sz="3600" b="0">
                <a:solidFill>
                  <a:srgbClr val="000000"/>
                </a:solidFill>
                <a:latin typeface="Pretendard"/>
                <a:ea typeface="Pretendard"/>
                <a:cs typeface="Pretendard"/>
              </a:rPr>
              <a:t>Δt  나중 온도 − 처음 온도</a:t>
            </a:r>
          </a:p>
        </p:txBody>
      </p:sp>
      <p:pic>
        <p:nvPicPr>
          <p:cNvPr id="11" name="">
            <a:extLst xmlns:a="http://schemas.openxmlformats.org/drawingml/2006/main">
              <a:ext uri="{FF2B5EF4-FFF2-40B4-BE49-F238E27FC236}">
                <a16:creationId xmlns:a16="http://schemas.microsoft.com/office/drawing/2014/main" id="{4C942B64-B440-43FE-ADF1-38F82910BE54}"/>
              </a:ext>
            </a:extLst>
          </p:cNvPr>
          <p:cNvPicPr>
            <a:picLocks xmlns:a="http://schemas.openxmlformats.org/drawingml/2006/main" noChangeAspect="1"/>
          </p:cNvPicPr>
          <p:nvPr/>
        </p:nvPicPr>
        <p:blipFill>
          <a:blip xmlns:r="http://schemas.openxmlformats.org/officeDocument/2006/relationships" xmlns:a="http://schemas.openxmlformats.org/drawingml/2006/main" r:embed="R1429caafc4d14a6b"/>
          <a:stretch xmlns:a="http://schemas.openxmlformats.org/drawingml/2006/main"/>
        </p:blipFill>
        <p:spPr>
          <a:xfrm xmlns:a="http://schemas.openxmlformats.org/drawingml/2006/main">
            <a:off x="14122952" y="5743575"/>
            <a:ext cx="2710346" cy="2686050"/>
          </a:xfrm>
          <a:prstGeom xmlns:a="http://schemas.openxmlformats.org/drawingml/2006/main" prst="rect">
            <a:avLst/>
          </a:prstGeom>
        </p:spPr>
      </p:pic>
      <p:sp>
        <p:nvSpPr>
          <p:cNvPr id="12" name="참조 R03-22 여백 있는 말풍선">
            <a:extLst xmlns:a="http://schemas.openxmlformats.org/drawingml/2006/main">
              <a:ext uri="{FF2B5EF4-FFF2-40B4-BE49-F238E27FC236}">
                <a16:creationId xmlns:a16="http://schemas.microsoft.com/office/drawing/2014/main" id="{56410223-FB42-4576-9F10-08871010E0B7}"/>
              </a:ext>
            </a:extLst>
          </p:cNvPr>
          <p:cNvSpPr>
            <a:spLocks xmlns:a="http://schemas.openxmlformats.org/drawingml/2006/main" noGrp="1"/>
          </p:cNvSpPr>
          <p:nvPr/>
        </p:nvSpPr>
        <p:spPr>
          <a:xfrm xmlns:a="http://schemas.openxmlformats.org/drawingml/2006/main">
            <a:off x="13239750" y="3952875"/>
            <a:ext cx="4191000" cy="1409700"/>
          </a:xfrm>
          <a:prstGeom xmlns:a="http://schemas.openxmlformats.org/drawingml/2006/main" prst="roundRect">
            <a:avLst>
              <a:gd name="adj" fmla="val 17568"/>
            </a:avLst>
          </a:prstGeom>
          <a:solidFill xmlns:a="http://schemas.openxmlformats.org/drawingml/2006/main">
            <a:srgbClr val="F5F5F5"/>
          </a:solidFill>
          <a:ln xmlns:a="http://schemas.openxmlformats.org/drawingml/2006/main" w="0">
            <a:noFill/>
          </a:ln>
        </p:spPr>
      </p:sp>
      <p:sp>
        <p:nvSpPr>
          <p:cNvPr id="13" name="인물 발화 연결 꼬리">
            <a:extLst xmlns:a="http://schemas.openxmlformats.org/drawingml/2006/main">
              <a:ext uri="{FF2B5EF4-FFF2-40B4-BE49-F238E27FC236}">
                <a16:creationId xmlns:a16="http://schemas.microsoft.com/office/drawing/2014/main" id="{208DD8B2-B9A2-4138-99A8-45ADDF43196D}"/>
              </a:ext>
            </a:extLst>
          </p:cNvPr>
          <p:cNvSpPr>
            <a:spLocks xmlns:a="http://schemas.openxmlformats.org/drawingml/2006/main" noGrp="1"/>
          </p:cNvSpPr>
          <p:nvPr/>
        </p:nvSpPr>
        <p:spPr>
          <a:xfrm xmlns:a="http://schemas.openxmlformats.org/drawingml/2006/main">
            <a:off x="15754350" y="535305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4" name="캐릭터 질문 1">
            <a:extLst xmlns:a="http://schemas.openxmlformats.org/drawingml/2006/main">
              <a:ext uri="{FF2B5EF4-FFF2-40B4-BE49-F238E27FC236}">
                <a16:creationId xmlns:a16="http://schemas.microsoft.com/office/drawing/2014/main" id="{E7A17D4B-F35E-4496-B42E-3FFD98B91071}"/>
              </a:ext>
            </a:extLst>
          </p:cNvPr>
          <p:cNvSpPr>
            <a:spLocks xmlns:a="http://schemas.openxmlformats.org/drawingml/2006/main" noGrp="1"/>
          </p:cNvSpPr>
          <p:nvPr/>
        </p:nvSpPr>
        <p:spPr>
          <a:xfrm xmlns:a="http://schemas.openxmlformats.org/drawingml/2006/main">
            <a:off x="13468350" y="4181475"/>
            <a:ext cx="3733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온도가 올랐다면</a:t>
            </a:r>
          </a:p>
        </p:txBody>
      </p:sp>
      <p:sp>
        <p:nvSpPr>
          <p:cNvPr id="15" name="캐릭터 질문 2">
            <a:extLst xmlns:a="http://schemas.openxmlformats.org/drawingml/2006/main">
              <a:ext uri="{FF2B5EF4-FFF2-40B4-BE49-F238E27FC236}">
                <a16:creationId xmlns:a16="http://schemas.microsoft.com/office/drawing/2014/main" id="{D088F0AE-82BC-41AF-98FB-A3914DCAE53D}"/>
              </a:ext>
            </a:extLst>
          </p:cNvPr>
          <p:cNvSpPr>
            <a:spLocks xmlns:a="http://schemas.openxmlformats.org/drawingml/2006/main" noGrp="1"/>
          </p:cNvSpPr>
          <p:nvPr/>
        </p:nvSpPr>
        <p:spPr>
          <a:xfrm xmlns:a="http://schemas.openxmlformats.org/drawingml/2006/main">
            <a:off x="13468350" y="4648200"/>
            <a:ext cx="3733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반응은 열을 방출했어.</a:t>
            </a:r>
          </a:p>
        </p:txBody>
      </p:sp>
      <p:sp>
        <p:nvSpPr>
          <p:cNvPr id="16" name="해석·결론">
            <a:extLst xmlns:a="http://schemas.openxmlformats.org/drawingml/2006/main">
              <a:ext uri="{FF2B5EF4-FFF2-40B4-BE49-F238E27FC236}">
                <a16:creationId xmlns:a16="http://schemas.microsoft.com/office/drawing/2014/main" id="{82729858-5535-4538-8DE2-B78D87A554EC}"/>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7" name="반응식·수식">
            <a:extLst xmlns:a="http://schemas.openxmlformats.org/drawingml/2006/main">
              <a:ext uri="{FF2B5EF4-FFF2-40B4-BE49-F238E27FC236}">
                <a16:creationId xmlns:a16="http://schemas.microsoft.com/office/drawing/2014/main" id="{48E8C06E-0003-4CB9-B81B-9527E303F5ED}"/>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151631780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F9F75FD-E85F-41C0-98F4-911DD29ED368}"/>
              </a:ext>
            </a:extLst>
          </p:cNvPr>
          <p:cNvPicPr>
            <a:picLocks xmlns:a="http://schemas.openxmlformats.org/drawingml/2006/main" noChangeAspect="1"/>
          </p:cNvPicPr>
          <p:nvPr/>
        </p:nvPicPr>
        <p:blipFill>
          <a:blip xmlns:r="http://schemas.openxmlformats.org/officeDocument/2006/relationships" xmlns:a="http://schemas.openxmlformats.org/drawingml/2006/main" r:embed="R302223687ca14ac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995924E-9766-46A8-A519-36AC540CED8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F76E7B1-7643-40FB-8167-96CDA7D6621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29B448B6-AC14-43E2-9FA3-FE5C6380CA7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FDFD473-6F96-4940-BE26-B6F5DF7DC59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6A18AC8D-FD9F-4870-BB7B-D59C8ECEF92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0A346D10-B76B-4385-A26D-CB699EA59A4C}"/>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001207BB-74BF-4AF9-B166-B5F4B0FB6004}"/>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A3D8CCBB-FBCB-46CB-916E-7FFF7ECA075E}"/>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DC35BFFE-0263-452C-8C8D-CD91DFE04BAB}"/>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1AE24DD6-30E4-419C-9CED-24F731ABF3C4}"/>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75EA291-838E-4A88-BD26-B6403B7A6126}"/>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61894931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5054D080-2852-41C1-8549-768967092CFE}"/>
              </a:ext>
            </a:extLst>
          </p:cNvPr>
          <p:cNvPicPr>
            <a:picLocks xmlns:a="http://schemas.openxmlformats.org/drawingml/2006/main" noChangeAspect="1"/>
          </p:cNvPicPr>
          <p:nvPr/>
        </p:nvPicPr>
        <p:blipFill>
          <a:blip xmlns:r="http://schemas.openxmlformats.org/officeDocument/2006/relationships" xmlns:a="http://schemas.openxmlformats.org/drawingml/2006/main" r:embed="Rcff2b7fe7012426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F7C47C1-34A0-4E1D-A0F1-049402ACF89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164FC5A-FD22-4FBC-BD4D-ED4386FAB0D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4B9780E-B67B-42CE-9152-FC1C285742A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10EA8D5-F228-4EEF-9526-0CEA71410CB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A3309D38-82A9-489C-A1FB-633E0355328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text">
            <a:extLst xmlns:a="http://schemas.openxmlformats.org/drawingml/2006/main">
              <a:ext uri="{FF2B5EF4-FFF2-40B4-BE49-F238E27FC236}">
                <a16:creationId xmlns:a16="http://schemas.microsoft.com/office/drawing/2014/main" id="{029FDA69-3014-4ACE-9F58-41080417CF38}"/>
              </a:ext>
            </a:extLst>
          </p:cNvPr>
          <p:cNvSpPr>
            <a:spLocks xmlns:a="http://schemas.openxmlformats.org/drawingml/2006/main" noGrp="1"/>
          </p:cNvSpPr>
          <p:nvPr/>
        </p:nvSpPr>
        <p:spPr>
          <a:xfrm xmlns:a="http://schemas.openxmlformats.org/drawingml/2006/main">
            <a:off x="1952625" y="41338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898989"/>
                </a:solidFill>
                <a:latin typeface="Pretendard"/>
                <a:ea typeface="Pretendard"/>
                <a:cs typeface="Pretendard"/>
              </a:defRPr>
            </a:defPPr>
            <a:lvl1pPr algn="l">
              <a:defRPr sz="3600" b="0">
                <a:solidFill>
                  <a:srgbClr val="898989"/>
                </a:solidFill>
                <a:latin typeface="Pretendard"/>
                <a:ea typeface="Pretendard"/>
                <a:cs typeface="Pretendard"/>
              </a:defRPr>
            </a:lvl1pPr>
            <a:lvl2pPr algn="l">
              <a:defRPr sz="3600" b="0">
                <a:solidFill>
                  <a:srgbClr val="898989"/>
                </a:solidFill>
                <a:latin typeface="Pretendard"/>
                <a:ea typeface="Pretendard"/>
                <a:cs typeface="Pretendard"/>
              </a:defRPr>
            </a:lvl2pPr>
            <a:lvl3pPr algn="l">
              <a:defRPr sz="3600" b="0">
                <a:solidFill>
                  <a:srgbClr val="898989"/>
                </a:solidFill>
                <a:latin typeface="Pretendard"/>
                <a:ea typeface="Pretendard"/>
                <a:cs typeface="Pretendard"/>
              </a:defRPr>
            </a:lvl3pPr>
            <a:lvl4pPr algn="l">
              <a:defRPr sz="3600" b="0">
                <a:solidFill>
                  <a:srgbClr val="898989"/>
                </a:solidFill>
                <a:latin typeface="Pretendard"/>
                <a:ea typeface="Pretendard"/>
                <a:cs typeface="Pretendard"/>
              </a:defRPr>
            </a:lvl4pPr>
            <a:lvl5pPr algn="l">
              <a:defRPr sz="3600" b="0">
                <a:solidFill>
                  <a:srgbClr val="898989"/>
                </a:solidFill>
                <a:latin typeface="Pretendard"/>
                <a:ea typeface="Pretendard"/>
                <a:cs typeface="Pretendard"/>
              </a:defRPr>
            </a:lvl5pPr>
            <a:lvl6pPr algn="l">
              <a:defRPr sz="3600" b="0">
                <a:solidFill>
                  <a:srgbClr val="898989"/>
                </a:solidFill>
                <a:latin typeface="Pretendard"/>
                <a:ea typeface="Pretendard"/>
                <a:cs typeface="Pretendard"/>
              </a:defRPr>
            </a:lvl6pPr>
            <a:lvl7pPr algn="l">
              <a:defRPr sz="3600" b="0">
                <a:solidFill>
                  <a:srgbClr val="898989"/>
                </a:solidFill>
                <a:latin typeface="Pretendard"/>
                <a:ea typeface="Pretendard"/>
                <a:cs typeface="Pretendard"/>
              </a:defRPr>
            </a:lvl7pPr>
            <a:lvl8pPr algn="l">
              <a:defRPr sz="3600" b="0">
                <a:solidFill>
                  <a:srgbClr val="898989"/>
                </a:solidFill>
                <a:latin typeface="Pretendard"/>
                <a:ea typeface="Pretendard"/>
                <a:cs typeface="Pretendard"/>
              </a:defRPr>
            </a:lvl8pPr>
            <a:lvl9pPr algn="l">
              <a:defRPr sz="3600" b="0">
                <a:solidFill>
                  <a:srgbClr val="898989"/>
                </a:solidFill>
                <a:latin typeface="Pretendard"/>
                <a:ea typeface="Pretendard"/>
                <a:cs typeface="Pretendard"/>
              </a:defRPr>
            </a:lvl9pPr>
          </a:lstStyle>
          <a:p xmlns:a="http://schemas.openxmlformats.org/drawingml/2006/main">
            <a:pPr algn="l">
              <a:defRPr sz="3600" b="0">
                <a:solidFill>
                  <a:srgbClr val="898989"/>
                </a:solidFill>
                <a:latin typeface="Pretendard"/>
                <a:ea typeface="Pretendard"/>
                <a:cs typeface="Pretendard"/>
              </a:defRPr>
            </a:pPr>
            <a:r>
              <a:rPr sz="3600" b="0">
                <a:solidFill>
                  <a:srgbClr val="898989"/>
                </a:solidFill>
                <a:latin typeface="Pretendard"/>
                <a:ea typeface="Pretendard"/>
                <a:cs typeface="Pretendard"/>
              </a:rPr>
              <a:t>01</a:t>
            </a:r>
          </a:p>
        </p:txBody>
      </p:sp>
      <p:sp>
        <p:nvSpPr>
          <p:cNvPr id="8" name="text">
            <a:extLst xmlns:a="http://schemas.openxmlformats.org/drawingml/2006/main">
              <a:ext uri="{FF2B5EF4-FFF2-40B4-BE49-F238E27FC236}">
                <a16:creationId xmlns:a16="http://schemas.microsoft.com/office/drawing/2014/main" id="{04595632-DCD8-4CDE-B7E2-0DAE47D3FA35}"/>
              </a:ext>
            </a:extLst>
          </p:cNvPr>
          <p:cNvSpPr>
            <a:spLocks xmlns:a="http://schemas.openxmlformats.org/drawingml/2006/main" noGrp="1"/>
          </p:cNvSpPr>
          <p:nvPr/>
        </p:nvSpPr>
        <p:spPr>
          <a:xfrm xmlns:a="http://schemas.openxmlformats.org/drawingml/2006/main">
            <a:off x="3143250" y="4057650"/>
            <a:ext cx="1257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용액이 얻은 열</a:t>
            </a:r>
          </a:p>
        </p:txBody>
      </p:sp>
      <p:sp>
        <p:nvSpPr>
          <p:cNvPr id="9" name="rich">
            <a:extLst xmlns:a="http://schemas.openxmlformats.org/drawingml/2006/main">
              <a:ext uri="{FF2B5EF4-FFF2-40B4-BE49-F238E27FC236}">
                <a16:creationId xmlns:a16="http://schemas.microsoft.com/office/drawing/2014/main" id="{83516F10-1568-4C51-893A-65EF985E9977}"/>
              </a:ext>
            </a:extLst>
          </p:cNvPr>
          <p:cNvSpPr>
            <a:spLocks xmlns:a="http://schemas.openxmlformats.org/drawingml/2006/main" noGrp="1"/>
          </p:cNvSpPr>
          <p:nvPr/>
        </p:nvSpPr>
        <p:spPr>
          <a:xfrm xmlns:a="http://schemas.openxmlformats.org/drawingml/2006/main">
            <a:off x="3143250" y="4724400"/>
            <a:ext cx="1323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75" b="0">
                <a:solidFill>
                  <a:srgbClr val="000000"/>
                </a:solidFill>
                <a:latin typeface="Pretendard"/>
                <a:ea typeface="Pretendard"/>
                <a:cs typeface="Pretendard"/>
              </a:defRPr>
            </a:defPPr>
            <a:lvl1pPr algn="l">
              <a:defRPr sz="3375" b="0">
                <a:solidFill>
                  <a:srgbClr val="000000"/>
                </a:solidFill>
                <a:latin typeface="Pretendard"/>
                <a:ea typeface="Pretendard"/>
                <a:cs typeface="Pretendard"/>
              </a:defRPr>
            </a:lvl1pPr>
            <a:lvl2pPr algn="l">
              <a:defRPr sz="3375" b="0">
                <a:solidFill>
                  <a:srgbClr val="000000"/>
                </a:solidFill>
                <a:latin typeface="Pretendard"/>
                <a:ea typeface="Pretendard"/>
                <a:cs typeface="Pretendard"/>
              </a:defRPr>
            </a:lvl2pPr>
            <a:lvl3pPr algn="l">
              <a:defRPr sz="3375" b="0">
                <a:solidFill>
                  <a:srgbClr val="000000"/>
                </a:solidFill>
                <a:latin typeface="Pretendard"/>
                <a:ea typeface="Pretendard"/>
                <a:cs typeface="Pretendard"/>
              </a:defRPr>
            </a:lvl3pPr>
            <a:lvl4pPr algn="l">
              <a:defRPr sz="3375" b="0">
                <a:solidFill>
                  <a:srgbClr val="000000"/>
                </a:solidFill>
                <a:latin typeface="Pretendard"/>
                <a:ea typeface="Pretendard"/>
                <a:cs typeface="Pretendard"/>
              </a:defRPr>
            </a:lvl4pPr>
            <a:lvl5pPr algn="l">
              <a:defRPr sz="3375" b="0">
                <a:solidFill>
                  <a:srgbClr val="000000"/>
                </a:solidFill>
                <a:latin typeface="Pretendard"/>
                <a:ea typeface="Pretendard"/>
                <a:cs typeface="Pretendard"/>
              </a:defRPr>
            </a:lvl5pPr>
            <a:lvl6pPr algn="l">
              <a:defRPr sz="3375" b="0">
                <a:solidFill>
                  <a:srgbClr val="000000"/>
                </a:solidFill>
                <a:latin typeface="Pretendard"/>
                <a:ea typeface="Pretendard"/>
                <a:cs typeface="Pretendard"/>
              </a:defRPr>
            </a:lvl6pPr>
            <a:lvl7pPr algn="l">
              <a:defRPr sz="3375" b="0">
                <a:solidFill>
                  <a:srgbClr val="000000"/>
                </a:solidFill>
                <a:latin typeface="Pretendard"/>
                <a:ea typeface="Pretendard"/>
                <a:cs typeface="Pretendard"/>
              </a:defRPr>
            </a:lvl7pPr>
            <a:lvl8pPr algn="l">
              <a:defRPr sz="3375" b="0">
                <a:solidFill>
                  <a:srgbClr val="000000"/>
                </a:solidFill>
                <a:latin typeface="Pretendard"/>
                <a:ea typeface="Pretendard"/>
                <a:cs typeface="Pretendard"/>
              </a:defRPr>
            </a:lvl8pPr>
            <a:lvl9pPr algn="l">
              <a:defRPr sz="3375" b="0">
                <a:solidFill>
                  <a:srgbClr val="000000"/>
                </a:solidFill>
                <a:latin typeface="Pretendard"/>
                <a:ea typeface="Pretendard"/>
                <a:cs typeface="Pretendard"/>
              </a:defRPr>
            </a:lvl9pPr>
          </a:lstStyle>
          <a:p xmlns:a="http://schemas.openxmlformats.org/drawingml/2006/main">
            <a:pPr algn="l">
              <a:defRPr sz="3375" b="0">
                <a:solidFill>
                  <a:srgbClr val="000000"/>
                </a:solidFill>
                <a:latin typeface="Pretendard"/>
                <a:ea typeface="Pretendard"/>
                <a:cs typeface="Pretendard"/>
              </a:defRPr>
            </a:pPr>
            <a:r>
              <a:t>Q용액 = 4.2 × 208 × 9.5 = 8299.2 J ≈ 8.30 kJ</a:t>
            </a:r>
          </a:p>
        </p:txBody>
      </p:sp>
      <p:sp>
        <p:nvSpPr>
          <p:cNvPr id="10" name="text">
            <a:extLst xmlns:a="http://schemas.openxmlformats.org/drawingml/2006/main">
              <a:ext uri="{FF2B5EF4-FFF2-40B4-BE49-F238E27FC236}">
                <a16:creationId xmlns:a16="http://schemas.microsoft.com/office/drawing/2014/main" id="{DC019DAA-7E78-4B7B-82BC-24F955CA466A}"/>
              </a:ext>
            </a:extLst>
          </p:cNvPr>
          <p:cNvSpPr>
            <a:spLocks xmlns:a="http://schemas.openxmlformats.org/drawingml/2006/main" noGrp="1"/>
          </p:cNvSpPr>
          <p:nvPr/>
        </p:nvSpPr>
        <p:spPr>
          <a:xfrm xmlns:a="http://schemas.openxmlformats.org/drawingml/2006/main">
            <a:off x="1952625" y="5857875"/>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898989"/>
                </a:solidFill>
                <a:latin typeface="Pretendard"/>
                <a:ea typeface="Pretendard"/>
                <a:cs typeface="Pretendard"/>
              </a:defRPr>
            </a:defPPr>
            <a:lvl1pPr algn="l">
              <a:defRPr sz="3600" b="0">
                <a:solidFill>
                  <a:srgbClr val="898989"/>
                </a:solidFill>
                <a:latin typeface="Pretendard"/>
                <a:ea typeface="Pretendard"/>
                <a:cs typeface="Pretendard"/>
              </a:defRPr>
            </a:lvl1pPr>
            <a:lvl2pPr algn="l">
              <a:defRPr sz="3600" b="0">
                <a:solidFill>
                  <a:srgbClr val="898989"/>
                </a:solidFill>
                <a:latin typeface="Pretendard"/>
                <a:ea typeface="Pretendard"/>
                <a:cs typeface="Pretendard"/>
              </a:defRPr>
            </a:lvl2pPr>
            <a:lvl3pPr algn="l">
              <a:defRPr sz="3600" b="0">
                <a:solidFill>
                  <a:srgbClr val="898989"/>
                </a:solidFill>
                <a:latin typeface="Pretendard"/>
                <a:ea typeface="Pretendard"/>
                <a:cs typeface="Pretendard"/>
              </a:defRPr>
            </a:lvl3pPr>
            <a:lvl4pPr algn="l">
              <a:defRPr sz="3600" b="0">
                <a:solidFill>
                  <a:srgbClr val="898989"/>
                </a:solidFill>
                <a:latin typeface="Pretendard"/>
                <a:ea typeface="Pretendard"/>
                <a:cs typeface="Pretendard"/>
              </a:defRPr>
            </a:lvl4pPr>
            <a:lvl5pPr algn="l">
              <a:defRPr sz="3600" b="0">
                <a:solidFill>
                  <a:srgbClr val="898989"/>
                </a:solidFill>
                <a:latin typeface="Pretendard"/>
                <a:ea typeface="Pretendard"/>
                <a:cs typeface="Pretendard"/>
              </a:defRPr>
            </a:lvl5pPr>
            <a:lvl6pPr algn="l">
              <a:defRPr sz="3600" b="0">
                <a:solidFill>
                  <a:srgbClr val="898989"/>
                </a:solidFill>
                <a:latin typeface="Pretendard"/>
                <a:ea typeface="Pretendard"/>
                <a:cs typeface="Pretendard"/>
              </a:defRPr>
            </a:lvl6pPr>
            <a:lvl7pPr algn="l">
              <a:defRPr sz="3600" b="0">
                <a:solidFill>
                  <a:srgbClr val="898989"/>
                </a:solidFill>
                <a:latin typeface="Pretendard"/>
                <a:ea typeface="Pretendard"/>
                <a:cs typeface="Pretendard"/>
              </a:defRPr>
            </a:lvl7pPr>
            <a:lvl8pPr algn="l">
              <a:defRPr sz="3600" b="0">
                <a:solidFill>
                  <a:srgbClr val="898989"/>
                </a:solidFill>
                <a:latin typeface="Pretendard"/>
                <a:ea typeface="Pretendard"/>
                <a:cs typeface="Pretendard"/>
              </a:defRPr>
            </a:lvl8pPr>
            <a:lvl9pPr algn="l">
              <a:defRPr sz="3600" b="0">
                <a:solidFill>
                  <a:srgbClr val="898989"/>
                </a:solidFill>
                <a:latin typeface="Pretendard"/>
                <a:ea typeface="Pretendard"/>
                <a:cs typeface="Pretendard"/>
              </a:defRPr>
            </a:lvl9pPr>
          </a:lstStyle>
          <a:p xmlns:a="http://schemas.openxmlformats.org/drawingml/2006/main">
            <a:pPr algn="l">
              <a:defRPr sz="3600" b="0">
                <a:solidFill>
                  <a:srgbClr val="898989"/>
                </a:solidFill>
                <a:latin typeface="Pretendard"/>
                <a:ea typeface="Pretendard"/>
                <a:cs typeface="Pretendard"/>
              </a:defRPr>
            </a:pPr>
            <a:r>
              <a:rPr sz="3600" b="0">
                <a:solidFill>
                  <a:srgbClr val="898989"/>
                </a:solidFill>
                <a:latin typeface="Pretendard"/>
                <a:ea typeface="Pretendard"/>
                <a:cs typeface="Pretendard"/>
              </a:rPr>
              <a:t>02</a:t>
            </a:r>
          </a:p>
        </p:txBody>
      </p:sp>
      <p:sp>
        <p:nvSpPr>
          <p:cNvPr id="11" name="text">
            <a:extLst xmlns:a="http://schemas.openxmlformats.org/drawingml/2006/main">
              <a:ext uri="{FF2B5EF4-FFF2-40B4-BE49-F238E27FC236}">
                <a16:creationId xmlns:a16="http://schemas.microsoft.com/office/drawing/2014/main" id="{FF54D65D-D7EC-48AC-B826-147AD4240436}"/>
              </a:ext>
            </a:extLst>
          </p:cNvPr>
          <p:cNvSpPr>
            <a:spLocks xmlns:a="http://schemas.openxmlformats.org/drawingml/2006/main" noGrp="1"/>
          </p:cNvSpPr>
          <p:nvPr/>
        </p:nvSpPr>
        <p:spPr>
          <a:xfrm xmlns:a="http://schemas.openxmlformats.org/drawingml/2006/main">
            <a:off x="3143250" y="5781675"/>
            <a:ext cx="1257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반응한 물질의 양</a:t>
            </a:r>
          </a:p>
        </p:txBody>
      </p:sp>
      <p:sp>
        <p:nvSpPr>
          <p:cNvPr id="12" name="rich">
            <a:extLst xmlns:a="http://schemas.openxmlformats.org/drawingml/2006/main">
              <a:ext uri="{FF2B5EF4-FFF2-40B4-BE49-F238E27FC236}">
                <a16:creationId xmlns:a16="http://schemas.microsoft.com/office/drawing/2014/main" id="{7D46DFB9-9BED-4F28-858C-C5F99193750A}"/>
              </a:ext>
            </a:extLst>
          </p:cNvPr>
          <p:cNvSpPr>
            <a:spLocks xmlns:a="http://schemas.openxmlformats.org/drawingml/2006/main" noGrp="1"/>
          </p:cNvSpPr>
          <p:nvPr/>
        </p:nvSpPr>
        <p:spPr>
          <a:xfrm xmlns:a="http://schemas.openxmlformats.org/drawingml/2006/main">
            <a:off x="3143250" y="6448425"/>
            <a:ext cx="1323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NaOH의 양 = 8.0 ÷ 40.0 = 0.200 mol</a:t>
            </a:r>
          </a:p>
        </p:txBody>
      </p:sp>
      <p:sp>
        <p:nvSpPr>
          <p:cNvPr id="13" name="text">
            <a:extLst xmlns:a="http://schemas.openxmlformats.org/drawingml/2006/main">
              <a:ext uri="{FF2B5EF4-FFF2-40B4-BE49-F238E27FC236}">
                <a16:creationId xmlns:a16="http://schemas.microsoft.com/office/drawing/2014/main" id="{C09CF393-0624-4706-8CD8-46236B283496}"/>
              </a:ext>
            </a:extLst>
          </p:cNvPr>
          <p:cNvSpPr>
            <a:spLocks xmlns:a="http://schemas.openxmlformats.org/drawingml/2006/main" noGrp="1"/>
          </p:cNvSpPr>
          <p:nvPr/>
        </p:nvSpPr>
        <p:spPr>
          <a:xfrm xmlns:a="http://schemas.openxmlformats.org/drawingml/2006/main">
            <a:off x="1952625" y="75819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898989"/>
                </a:solidFill>
                <a:latin typeface="Pretendard"/>
                <a:ea typeface="Pretendard"/>
                <a:cs typeface="Pretendard"/>
              </a:defRPr>
            </a:defPPr>
            <a:lvl1pPr algn="l">
              <a:defRPr sz="3600" b="0">
                <a:solidFill>
                  <a:srgbClr val="898989"/>
                </a:solidFill>
                <a:latin typeface="Pretendard"/>
                <a:ea typeface="Pretendard"/>
                <a:cs typeface="Pretendard"/>
              </a:defRPr>
            </a:lvl1pPr>
            <a:lvl2pPr algn="l">
              <a:defRPr sz="3600" b="0">
                <a:solidFill>
                  <a:srgbClr val="898989"/>
                </a:solidFill>
                <a:latin typeface="Pretendard"/>
                <a:ea typeface="Pretendard"/>
                <a:cs typeface="Pretendard"/>
              </a:defRPr>
            </a:lvl2pPr>
            <a:lvl3pPr algn="l">
              <a:defRPr sz="3600" b="0">
                <a:solidFill>
                  <a:srgbClr val="898989"/>
                </a:solidFill>
                <a:latin typeface="Pretendard"/>
                <a:ea typeface="Pretendard"/>
                <a:cs typeface="Pretendard"/>
              </a:defRPr>
            </a:lvl3pPr>
            <a:lvl4pPr algn="l">
              <a:defRPr sz="3600" b="0">
                <a:solidFill>
                  <a:srgbClr val="898989"/>
                </a:solidFill>
                <a:latin typeface="Pretendard"/>
                <a:ea typeface="Pretendard"/>
                <a:cs typeface="Pretendard"/>
              </a:defRPr>
            </a:lvl4pPr>
            <a:lvl5pPr algn="l">
              <a:defRPr sz="3600" b="0">
                <a:solidFill>
                  <a:srgbClr val="898989"/>
                </a:solidFill>
                <a:latin typeface="Pretendard"/>
                <a:ea typeface="Pretendard"/>
                <a:cs typeface="Pretendard"/>
              </a:defRPr>
            </a:lvl5pPr>
            <a:lvl6pPr algn="l">
              <a:defRPr sz="3600" b="0">
                <a:solidFill>
                  <a:srgbClr val="898989"/>
                </a:solidFill>
                <a:latin typeface="Pretendard"/>
                <a:ea typeface="Pretendard"/>
                <a:cs typeface="Pretendard"/>
              </a:defRPr>
            </a:lvl6pPr>
            <a:lvl7pPr algn="l">
              <a:defRPr sz="3600" b="0">
                <a:solidFill>
                  <a:srgbClr val="898989"/>
                </a:solidFill>
                <a:latin typeface="Pretendard"/>
                <a:ea typeface="Pretendard"/>
                <a:cs typeface="Pretendard"/>
              </a:defRPr>
            </a:lvl7pPr>
            <a:lvl8pPr algn="l">
              <a:defRPr sz="3600" b="0">
                <a:solidFill>
                  <a:srgbClr val="898989"/>
                </a:solidFill>
                <a:latin typeface="Pretendard"/>
                <a:ea typeface="Pretendard"/>
                <a:cs typeface="Pretendard"/>
              </a:defRPr>
            </a:lvl8pPr>
            <a:lvl9pPr algn="l">
              <a:defRPr sz="3600" b="0">
                <a:solidFill>
                  <a:srgbClr val="898989"/>
                </a:solidFill>
                <a:latin typeface="Pretendard"/>
                <a:ea typeface="Pretendard"/>
                <a:cs typeface="Pretendard"/>
              </a:defRPr>
            </a:lvl9pPr>
          </a:lstStyle>
          <a:p xmlns:a="http://schemas.openxmlformats.org/drawingml/2006/main">
            <a:pPr algn="l">
              <a:defRPr sz="3600" b="0">
                <a:solidFill>
                  <a:srgbClr val="898989"/>
                </a:solidFill>
                <a:latin typeface="Pretendard"/>
                <a:ea typeface="Pretendard"/>
                <a:cs typeface="Pretendard"/>
              </a:defRPr>
            </a:pPr>
            <a:r>
              <a:rPr sz="3600" b="0">
                <a:solidFill>
                  <a:srgbClr val="898989"/>
                </a:solidFill>
                <a:latin typeface="Pretendard"/>
                <a:ea typeface="Pretendard"/>
                <a:cs typeface="Pretendard"/>
              </a:rPr>
              <a:t>03</a:t>
            </a:r>
          </a:p>
        </p:txBody>
      </p:sp>
      <p:sp>
        <p:nvSpPr>
          <p:cNvPr id="14" name="text">
            <a:extLst xmlns:a="http://schemas.openxmlformats.org/drawingml/2006/main">
              <a:ext uri="{FF2B5EF4-FFF2-40B4-BE49-F238E27FC236}">
                <a16:creationId xmlns:a16="http://schemas.microsoft.com/office/drawing/2014/main" id="{1C7B83F5-DDF1-440C-AAB6-778A4D25F986}"/>
              </a:ext>
            </a:extLst>
          </p:cNvPr>
          <p:cNvSpPr>
            <a:spLocks xmlns:a="http://schemas.openxmlformats.org/drawingml/2006/main" noGrp="1"/>
          </p:cNvSpPr>
          <p:nvPr/>
        </p:nvSpPr>
        <p:spPr>
          <a:xfrm xmlns:a="http://schemas.openxmlformats.org/drawingml/2006/main">
            <a:off x="3143250" y="7505700"/>
            <a:ext cx="1257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반응 엔탈피</a:t>
            </a:r>
          </a:p>
        </p:txBody>
      </p:sp>
      <p:sp>
        <p:nvSpPr>
          <p:cNvPr id="15" name="rich">
            <a:extLst xmlns:a="http://schemas.openxmlformats.org/drawingml/2006/main">
              <a:ext uri="{FF2B5EF4-FFF2-40B4-BE49-F238E27FC236}">
                <a16:creationId xmlns:a16="http://schemas.microsoft.com/office/drawing/2014/main" id="{5F73F293-2A93-42DB-B371-94C2EFFE82C3}"/>
              </a:ext>
            </a:extLst>
          </p:cNvPr>
          <p:cNvSpPr>
            <a:spLocks xmlns:a="http://schemas.openxmlformats.org/drawingml/2006/main" noGrp="1"/>
          </p:cNvSpPr>
          <p:nvPr/>
        </p:nvSpPr>
        <p:spPr>
          <a:xfrm xmlns:a="http://schemas.openxmlformats.org/drawingml/2006/main">
            <a:off x="3143250" y="8172450"/>
            <a:ext cx="1323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62918783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452D827-46D0-4F8B-ABE1-28714AEB3A4A}"/>
              </a:ext>
            </a:extLst>
          </p:cNvPr>
          <p:cNvPicPr>
            <a:picLocks xmlns:a="http://schemas.openxmlformats.org/drawingml/2006/main" noChangeAspect="1"/>
          </p:cNvPicPr>
          <p:nvPr/>
        </p:nvPicPr>
        <p:blipFill>
          <a:blip xmlns:r="http://schemas.openxmlformats.org/officeDocument/2006/relationships" xmlns:a="http://schemas.openxmlformats.org/drawingml/2006/main" r:embed="R2205d91697a940f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2F24EBC-B759-40F7-84A2-6D635B879E5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833CFAF-6E43-42BC-9ADB-C1DFFD02470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ADC4611-F1B9-4B51-8FC6-D464618D2AA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5F51670-8B09-404A-B523-0B4776EA07F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EA6E8828-9A34-4738-A5B1-48D6F40F365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5467F575-7C5F-4935-9140-4DEE9422EC64}"/>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241B9319-3B27-4302-B500-404145B5817D}"/>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D72D603E-3899-4E38-8E2D-3F8A089979F5}"/>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583C8B44-B59E-4D99-B4EF-A9349CCABAF8}"/>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D8133BC-E048-4BE8-8453-B4B43A64045F}"/>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A4EF6BC1-71CF-48BE-93A9-F265275BB762}"/>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31936116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B1FF6C1E-C619-4C8C-A438-D2925161B65D}"/>
              </a:ext>
            </a:extLst>
          </p:cNvPr>
          <p:cNvPicPr>
            <a:picLocks xmlns:a="http://schemas.openxmlformats.org/drawingml/2006/main" noChangeAspect="1"/>
          </p:cNvPicPr>
          <p:nvPr/>
        </p:nvPicPr>
        <p:blipFill>
          <a:blip xmlns:r="http://schemas.openxmlformats.org/officeDocument/2006/relationships" xmlns:a="http://schemas.openxmlformats.org/drawingml/2006/main" r:embed="R47a21f4617f14e6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D57ADE9-51DC-467D-93D4-666ED1471B1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FB6DB53-6013-47F5-B5AF-B97CEBBBFD0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E329E9A-C2E5-4CDA-B4FE-A90B6E89F04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4DD6202-947F-41F8-8CEF-2AB82659B51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0636497A-6CD3-4190-A64A-31D547083C3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E79BC898-13AF-4D21-AB1D-ECC0C05309BD}"/>
              </a:ext>
            </a:extLst>
          </p:cNvPr>
          <p:cNvSpPr>
            <a:spLocks xmlns:a="http://schemas.openxmlformats.org/drawingml/2006/main" noGrp="1"/>
          </p:cNvSpPr>
          <p:nvPr/>
        </p:nvSpPr>
        <p:spPr>
          <a:xfrm xmlns:a="http://schemas.openxmlformats.org/drawingml/2006/main">
            <a:off x="2095500" y="42100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두 단계의 합</a:t>
            </a:r>
          </a:p>
        </p:txBody>
      </p:sp>
      <p:sp>
        <p:nvSpPr>
          <p:cNvPr id="8" name="반응식·수식">
            <a:extLst xmlns:a="http://schemas.openxmlformats.org/drawingml/2006/main">
              <a:ext uri="{FF2B5EF4-FFF2-40B4-BE49-F238E27FC236}">
                <a16:creationId xmlns:a16="http://schemas.microsoft.com/office/drawing/2014/main" id="{946CB670-DED6-4537-86A1-BDBA2C42314A}"/>
              </a:ext>
            </a:extLst>
          </p:cNvPr>
          <p:cNvSpPr>
            <a:spLocks xmlns:a="http://schemas.openxmlformats.org/drawingml/2006/main" noGrp="1"/>
          </p:cNvSpPr>
          <p:nvPr/>
        </p:nvSpPr>
        <p:spPr>
          <a:xfrm xmlns:a="http://schemas.openxmlformats.org/drawingml/2006/main">
            <a:off x="2095500" y="48958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0">
                <a:solidFill>
                  <a:srgbClr val="000000"/>
                </a:solidFill>
                <a:latin typeface="Pretendard"/>
                <a:ea typeface="Pretendard"/>
                <a:cs typeface="Pretendard"/>
              </a:defRPr>
            </a:defPPr>
            <a:lvl1pPr algn="l">
              <a:defRPr sz="4275" b="0">
                <a:solidFill>
                  <a:srgbClr val="000000"/>
                </a:solidFill>
                <a:latin typeface="Pretendard"/>
                <a:ea typeface="Pretendard"/>
                <a:cs typeface="Pretendard"/>
              </a:defRPr>
            </a:lvl1pPr>
            <a:lvl2pPr algn="l">
              <a:defRPr sz="4275" b="0">
                <a:solidFill>
                  <a:srgbClr val="000000"/>
                </a:solidFill>
                <a:latin typeface="Pretendard"/>
                <a:ea typeface="Pretendard"/>
                <a:cs typeface="Pretendard"/>
              </a:defRPr>
            </a:lvl2pPr>
            <a:lvl3pPr algn="l">
              <a:defRPr sz="4275" b="0">
                <a:solidFill>
                  <a:srgbClr val="000000"/>
                </a:solidFill>
                <a:latin typeface="Pretendard"/>
                <a:ea typeface="Pretendard"/>
                <a:cs typeface="Pretendard"/>
              </a:defRPr>
            </a:lvl3pPr>
            <a:lvl4pPr algn="l">
              <a:defRPr sz="4275" b="0">
                <a:solidFill>
                  <a:srgbClr val="000000"/>
                </a:solidFill>
                <a:latin typeface="Pretendard"/>
                <a:ea typeface="Pretendard"/>
                <a:cs typeface="Pretendard"/>
              </a:defRPr>
            </a:lvl4pPr>
            <a:lvl5pPr algn="l">
              <a:defRPr sz="4275" b="0">
                <a:solidFill>
                  <a:srgbClr val="000000"/>
                </a:solidFill>
                <a:latin typeface="Pretendard"/>
                <a:ea typeface="Pretendard"/>
                <a:cs typeface="Pretendard"/>
              </a:defRPr>
            </a:lvl5pPr>
            <a:lvl6pPr algn="l">
              <a:defRPr sz="4275" b="0">
                <a:solidFill>
                  <a:srgbClr val="000000"/>
                </a:solidFill>
                <a:latin typeface="Pretendard"/>
                <a:ea typeface="Pretendard"/>
                <a:cs typeface="Pretendard"/>
              </a:defRPr>
            </a:lvl6pPr>
            <a:lvl7pPr algn="l">
              <a:defRPr sz="4275" b="0">
                <a:solidFill>
                  <a:srgbClr val="000000"/>
                </a:solidFill>
                <a:latin typeface="Pretendard"/>
                <a:ea typeface="Pretendard"/>
                <a:cs typeface="Pretendard"/>
              </a:defRPr>
            </a:lvl7pPr>
            <a:lvl8pPr algn="l">
              <a:defRPr sz="4275" b="0">
                <a:solidFill>
                  <a:srgbClr val="000000"/>
                </a:solidFill>
                <a:latin typeface="Pretendard"/>
                <a:ea typeface="Pretendard"/>
                <a:cs typeface="Pretendard"/>
              </a:defRPr>
            </a:lvl8pPr>
            <a:lvl9pPr algn="l">
              <a:defRPr sz="4275" b="0">
                <a:solidFill>
                  <a:srgbClr val="000000"/>
                </a:solidFill>
                <a:latin typeface="Pretendard"/>
                <a:ea typeface="Pretendard"/>
                <a:cs typeface="Pretendard"/>
              </a:defRPr>
            </a:lvl9pPr>
          </a:lstStyle>
          <a:p xmlns:a="http://schemas.openxmlformats.org/drawingml/2006/main">
            <a:pPr algn="l">
              <a:defRPr sz="4275" b="0">
                <a:solidFill>
                  <a:srgbClr val="000000"/>
                </a:solidFill>
                <a:latin typeface="Pretendard"/>
                <a:ea typeface="Pretendard"/>
                <a:cs typeface="Pretendard"/>
              </a:defRPr>
            </a:pPr>
            <a:r>
              <a:t>−41.50 + (−52.25)</a:t>
            </a:r>
          </a:p>
        </p:txBody>
      </p:sp>
      <p:sp>
        <p:nvSpPr>
          <p:cNvPr id="9" name="text">
            <a:extLst xmlns:a="http://schemas.openxmlformats.org/drawingml/2006/main">
              <a:ext uri="{FF2B5EF4-FFF2-40B4-BE49-F238E27FC236}">
                <a16:creationId xmlns:a16="http://schemas.microsoft.com/office/drawing/2014/main" id="{80AA3D32-1B34-4A54-AC1D-3F9189E0D889}"/>
              </a:ext>
            </a:extLst>
          </p:cNvPr>
          <p:cNvSpPr>
            <a:spLocks xmlns:a="http://schemas.openxmlformats.org/drawingml/2006/main" noGrp="1"/>
          </p:cNvSpPr>
          <p:nvPr/>
        </p:nvSpPr>
        <p:spPr>
          <a:xfrm xmlns:a="http://schemas.openxmlformats.org/drawingml/2006/main">
            <a:off x="2095500" y="56769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100" b="1">
                <a:solidFill>
                  <a:srgbClr val="57962F"/>
                </a:solidFill>
                <a:latin typeface="Pretendard"/>
                <a:ea typeface="Pretendard"/>
                <a:cs typeface="Pretendard"/>
              </a:defRPr>
            </a:defPPr>
            <a:lvl1pPr algn="l">
              <a:defRPr sz="5100" b="1">
                <a:solidFill>
                  <a:srgbClr val="57962F"/>
                </a:solidFill>
                <a:latin typeface="Pretendard"/>
                <a:ea typeface="Pretendard"/>
                <a:cs typeface="Pretendard"/>
              </a:defRPr>
            </a:lvl1pPr>
            <a:lvl2pPr algn="l">
              <a:defRPr sz="5100" b="1">
                <a:solidFill>
                  <a:srgbClr val="57962F"/>
                </a:solidFill>
                <a:latin typeface="Pretendard"/>
                <a:ea typeface="Pretendard"/>
                <a:cs typeface="Pretendard"/>
              </a:defRPr>
            </a:lvl2pPr>
            <a:lvl3pPr algn="l">
              <a:defRPr sz="5100" b="1">
                <a:solidFill>
                  <a:srgbClr val="57962F"/>
                </a:solidFill>
                <a:latin typeface="Pretendard"/>
                <a:ea typeface="Pretendard"/>
                <a:cs typeface="Pretendard"/>
              </a:defRPr>
            </a:lvl3pPr>
            <a:lvl4pPr algn="l">
              <a:defRPr sz="5100" b="1">
                <a:solidFill>
                  <a:srgbClr val="57962F"/>
                </a:solidFill>
                <a:latin typeface="Pretendard"/>
                <a:ea typeface="Pretendard"/>
                <a:cs typeface="Pretendard"/>
              </a:defRPr>
            </a:lvl4pPr>
            <a:lvl5pPr algn="l">
              <a:defRPr sz="5100" b="1">
                <a:solidFill>
                  <a:srgbClr val="57962F"/>
                </a:solidFill>
                <a:latin typeface="Pretendard"/>
                <a:ea typeface="Pretendard"/>
                <a:cs typeface="Pretendard"/>
              </a:defRPr>
            </a:lvl5pPr>
            <a:lvl6pPr algn="l">
              <a:defRPr sz="5100" b="1">
                <a:solidFill>
                  <a:srgbClr val="57962F"/>
                </a:solidFill>
                <a:latin typeface="Pretendard"/>
                <a:ea typeface="Pretendard"/>
                <a:cs typeface="Pretendard"/>
              </a:defRPr>
            </a:lvl6pPr>
            <a:lvl7pPr algn="l">
              <a:defRPr sz="5100" b="1">
                <a:solidFill>
                  <a:srgbClr val="57962F"/>
                </a:solidFill>
                <a:latin typeface="Pretendard"/>
                <a:ea typeface="Pretendard"/>
                <a:cs typeface="Pretendard"/>
              </a:defRPr>
            </a:lvl7pPr>
            <a:lvl8pPr algn="l">
              <a:defRPr sz="5100" b="1">
                <a:solidFill>
                  <a:srgbClr val="57962F"/>
                </a:solidFill>
                <a:latin typeface="Pretendard"/>
                <a:ea typeface="Pretendard"/>
                <a:cs typeface="Pretendard"/>
              </a:defRPr>
            </a:lvl8pPr>
            <a:lvl9pPr algn="l">
              <a:defRPr sz="5100" b="1">
                <a:solidFill>
                  <a:srgbClr val="57962F"/>
                </a:solidFill>
                <a:latin typeface="Pretendard"/>
                <a:ea typeface="Pretendard"/>
                <a:cs typeface="Pretendard"/>
              </a:defRPr>
            </a:lvl9pPr>
          </a:lstStyle>
          <a:p xmlns:a="http://schemas.openxmlformats.org/drawingml/2006/main">
            <a:pPr algn="l">
              <a:defRPr sz="5100" b="1">
                <a:solidFill>
                  <a:srgbClr val="57962F"/>
                </a:solidFill>
                <a:latin typeface="Pretendard"/>
                <a:ea typeface="Pretendard"/>
                <a:cs typeface="Pretendard"/>
              </a:defRPr>
            </a:pPr>
            <a:r>
              <a:rPr sz="5100" b="1">
                <a:solidFill>
                  <a:srgbClr val="57962F"/>
                </a:solidFill>
                <a:latin typeface="Pretendard"/>
                <a:ea typeface="Pretendard"/>
                <a:cs typeface="Pretendard"/>
              </a:rPr>
              <a:t>= −93.75 kJ/mol</a:t>
            </a:r>
          </a:p>
        </p:txBody>
      </p:sp>
      <p:sp>
        <p:nvSpPr>
          <p:cNvPr id="10" name="text">
            <a:extLst xmlns:a="http://schemas.openxmlformats.org/drawingml/2006/main">
              <a:ext uri="{FF2B5EF4-FFF2-40B4-BE49-F238E27FC236}">
                <a16:creationId xmlns:a16="http://schemas.microsoft.com/office/drawing/2014/main" id="{9C5216BE-44ED-437E-A409-802FD8D091EF}"/>
              </a:ext>
            </a:extLst>
          </p:cNvPr>
          <p:cNvSpPr>
            <a:spLocks xmlns:a="http://schemas.openxmlformats.org/drawingml/2006/main" noGrp="1"/>
          </p:cNvSpPr>
          <p:nvPr/>
        </p:nvSpPr>
        <p:spPr>
          <a:xfrm xmlns:a="http://schemas.openxmlformats.org/drawingml/2006/main">
            <a:off x="2095500" y="69532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직접 반응</a:t>
            </a:r>
          </a:p>
        </p:txBody>
      </p:sp>
      <p:sp>
        <p:nvSpPr>
          <p:cNvPr id="11" name="text">
            <a:extLst xmlns:a="http://schemas.openxmlformats.org/drawingml/2006/main">
              <a:ext uri="{FF2B5EF4-FFF2-40B4-BE49-F238E27FC236}">
                <a16:creationId xmlns:a16="http://schemas.microsoft.com/office/drawing/2014/main" id="{074CBD47-2F9B-42FA-AF9A-E7C0AC64BA6B}"/>
              </a:ext>
            </a:extLst>
          </p:cNvPr>
          <p:cNvSpPr>
            <a:spLocks xmlns:a="http://schemas.openxmlformats.org/drawingml/2006/main" noGrp="1"/>
          </p:cNvSpPr>
          <p:nvPr/>
        </p:nvSpPr>
        <p:spPr>
          <a:xfrm xmlns:a="http://schemas.openxmlformats.org/drawingml/2006/main">
            <a:off x="2095500" y="76295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100" b="1">
                <a:solidFill>
                  <a:srgbClr val="000000"/>
                </a:solidFill>
                <a:latin typeface="Pretendard"/>
                <a:ea typeface="Pretendard"/>
                <a:cs typeface="Pretendard"/>
              </a:defRPr>
            </a:defPPr>
            <a:lvl1pPr algn="l">
              <a:defRPr sz="5100" b="1">
                <a:solidFill>
                  <a:srgbClr val="000000"/>
                </a:solidFill>
                <a:latin typeface="Pretendard"/>
                <a:ea typeface="Pretendard"/>
                <a:cs typeface="Pretendard"/>
              </a:defRPr>
            </a:lvl1pPr>
            <a:lvl2pPr algn="l">
              <a:defRPr sz="5100" b="1">
                <a:solidFill>
                  <a:srgbClr val="000000"/>
                </a:solidFill>
                <a:latin typeface="Pretendard"/>
                <a:ea typeface="Pretendard"/>
                <a:cs typeface="Pretendard"/>
              </a:defRPr>
            </a:lvl2pPr>
            <a:lvl3pPr algn="l">
              <a:defRPr sz="5100" b="1">
                <a:solidFill>
                  <a:srgbClr val="000000"/>
                </a:solidFill>
                <a:latin typeface="Pretendard"/>
                <a:ea typeface="Pretendard"/>
                <a:cs typeface="Pretendard"/>
              </a:defRPr>
            </a:lvl3pPr>
            <a:lvl4pPr algn="l">
              <a:defRPr sz="5100" b="1">
                <a:solidFill>
                  <a:srgbClr val="000000"/>
                </a:solidFill>
                <a:latin typeface="Pretendard"/>
                <a:ea typeface="Pretendard"/>
                <a:cs typeface="Pretendard"/>
              </a:defRPr>
            </a:lvl4pPr>
            <a:lvl5pPr algn="l">
              <a:defRPr sz="5100" b="1">
                <a:solidFill>
                  <a:srgbClr val="000000"/>
                </a:solidFill>
                <a:latin typeface="Pretendard"/>
                <a:ea typeface="Pretendard"/>
                <a:cs typeface="Pretendard"/>
              </a:defRPr>
            </a:lvl5pPr>
            <a:lvl6pPr algn="l">
              <a:defRPr sz="5100" b="1">
                <a:solidFill>
                  <a:srgbClr val="000000"/>
                </a:solidFill>
                <a:latin typeface="Pretendard"/>
                <a:ea typeface="Pretendard"/>
                <a:cs typeface="Pretendard"/>
              </a:defRPr>
            </a:lvl6pPr>
            <a:lvl7pPr algn="l">
              <a:defRPr sz="5100" b="1">
                <a:solidFill>
                  <a:srgbClr val="000000"/>
                </a:solidFill>
                <a:latin typeface="Pretendard"/>
                <a:ea typeface="Pretendard"/>
                <a:cs typeface="Pretendard"/>
              </a:defRPr>
            </a:lvl7pPr>
            <a:lvl8pPr algn="l">
              <a:defRPr sz="5100" b="1">
                <a:solidFill>
                  <a:srgbClr val="000000"/>
                </a:solidFill>
                <a:latin typeface="Pretendard"/>
                <a:ea typeface="Pretendard"/>
                <a:cs typeface="Pretendard"/>
              </a:defRPr>
            </a:lvl8pPr>
            <a:lvl9pPr algn="l">
              <a:defRPr sz="5100" b="1">
                <a:solidFill>
                  <a:srgbClr val="000000"/>
                </a:solidFill>
                <a:latin typeface="Pretendard"/>
                <a:ea typeface="Pretendard"/>
                <a:cs typeface="Pretendard"/>
              </a:defRPr>
            </a:lvl9pPr>
          </a:lstStyle>
          <a:p xmlns:a="http://schemas.openxmlformats.org/drawingml/2006/main">
            <a:pPr algn="l">
              <a:defRPr sz="5100" b="1">
                <a:solidFill>
                  <a:srgbClr val="000000"/>
                </a:solidFill>
                <a:latin typeface="Pretendard"/>
                <a:ea typeface="Pretendard"/>
                <a:cs typeface="Pretendard"/>
              </a:defRPr>
            </a:pPr>
            <a:r>
              <a:rPr sz="5100" b="1">
                <a:solidFill>
                  <a:srgbClr val="000000"/>
                </a:solidFill>
                <a:latin typeface="Pretendard"/>
                <a:ea typeface="Pretendard"/>
                <a:cs typeface="Pretendard"/>
              </a:rPr>
              <a:t>−94.25 kJ/mol</a:t>
            </a:r>
          </a:p>
        </p:txBody>
      </p:sp>
      <p:pic>
        <p:nvPicPr>
          <p:cNvPr id="12" name="">
            <a:extLst xmlns:a="http://schemas.openxmlformats.org/drawingml/2006/main">
              <a:ext uri="{FF2B5EF4-FFF2-40B4-BE49-F238E27FC236}">
                <a16:creationId xmlns:a16="http://schemas.microsoft.com/office/drawing/2014/main" id="{9B3C83A7-B375-4E28-B62B-05238E43498D}"/>
              </a:ext>
            </a:extLst>
          </p:cNvPr>
          <p:cNvPicPr>
            <a:picLocks xmlns:a="http://schemas.openxmlformats.org/drawingml/2006/main" noChangeAspect="1"/>
          </p:cNvPicPr>
          <p:nvPr/>
        </p:nvPicPr>
        <p:blipFill>
          <a:blip xmlns:r="http://schemas.openxmlformats.org/officeDocument/2006/relationships" xmlns:a="http://schemas.openxmlformats.org/drawingml/2006/main" r:embed="R82cb3a5625d34b88"/>
          <a:stretch xmlns:a="http://schemas.openxmlformats.org/drawingml/2006/main"/>
        </p:blipFill>
        <p:spPr>
          <a:xfrm xmlns:a="http://schemas.openxmlformats.org/drawingml/2006/main">
            <a:off x="14675927" y="5810250"/>
            <a:ext cx="1652021" cy="2762250"/>
          </a:xfrm>
          <a:prstGeom xmlns:a="http://schemas.openxmlformats.org/drawingml/2006/main" prst="rect">
            <a:avLst/>
          </a:prstGeom>
        </p:spPr>
      </p:pic>
      <p:sp>
        <p:nvSpPr>
          <p:cNvPr id="13" name="참조 R03-22 여백 있는 말풍선">
            <a:extLst xmlns:a="http://schemas.openxmlformats.org/drawingml/2006/main">
              <a:ext uri="{FF2B5EF4-FFF2-40B4-BE49-F238E27FC236}">
                <a16:creationId xmlns:a16="http://schemas.microsoft.com/office/drawing/2014/main" id="{77F13D75-4E7E-488E-B4EC-074BB5994AC3}"/>
              </a:ext>
            </a:extLst>
          </p:cNvPr>
          <p:cNvSpPr>
            <a:spLocks xmlns:a="http://schemas.openxmlformats.org/drawingml/2006/main" noGrp="1"/>
          </p:cNvSpPr>
          <p:nvPr/>
        </p:nvSpPr>
        <p:spPr>
          <a:xfrm xmlns:a="http://schemas.openxmlformats.org/drawingml/2006/main">
            <a:off x="13287375" y="4000500"/>
            <a:ext cx="4048125" cy="1409700"/>
          </a:xfrm>
          <a:prstGeom xmlns:a="http://schemas.openxmlformats.org/drawingml/2006/main" prst="roundRect">
            <a:avLst>
              <a:gd name="adj" fmla="val 17568"/>
            </a:avLst>
          </a:prstGeom>
          <a:solidFill xmlns:a="http://schemas.openxmlformats.org/drawingml/2006/main">
            <a:srgbClr val="F5F5F5"/>
          </a:solidFill>
          <a:ln xmlns:a="http://schemas.openxmlformats.org/drawingml/2006/main" w="0">
            <a:noFill/>
          </a:ln>
        </p:spPr>
      </p:sp>
      <p:sp>
        <p:nvSpPr>
          <p:cNvPr id="14" name="인물 발화 연결 꼬리">
            <a:extLst xmlns:a="http://schemas.openxmlformats.org/drawingml/2006/main">
              <a:ext uri="{FF2B5EF4-FFF2-40B4-BE49-F238E27FC236}">
                <a16:creationId xmlns:a16="http://schemas.microsoft.com/office/drawing/2014/main" id="{424EC5D6-AF58-4202-98FF-8E3AC4E1028D}"/>
              </a:ext>
            </a:extLst>
          </p:cNvPr>
          <p:cNvSpPr>
            <a:spLocks xmlns:a="http://schemas.openxmlformats.org/drawingml/2006/main" noGrp="1"/>
          </p:cNvSpPr>
          <p:nvPr/>
        </p:nvSpPr>
        <p:spPr>
          <a:xfrm xmlns:a="http://schemas.openxmlformats.org/drawingml/2006/main">
            <a:off x="15716250" y="54006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5" name="캐릭터 질문 1">
            <a:extLst xmlns:a="http://schemas.openxmlformats.org/drawingml/2006/main">
              <a:ext uri="{FF2B5EF4-FFF2-40B4-BE49-F238E27FC236}">
                <a16:creationId xmlns:a16="http://schemas.microsoft.com/office/drawing/2014/main" id="{24230113-EE3E-40AF-9218-5A534027987A}"/>
              </a:ext>
            </a:extLst>
          </p:cNvPr>
          <p:cNvSpPr>
            <a:spLocks xmlns:a="http://schemas.openxmlformats.org/drawingml/2006/main" noGrp="1"/>
          </p:cNvSpPr>
          <p:nvPr/>
        </p:nvSpPr>
        <p:spPr>
          <a:xfrm xmlns:a="http://schemas.openxmlformats.org/drawingml/2006/main">
            <a:off x="13515975" y="4229100"/>
            <a:ext cx="3590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두 경로의 실험값은</a:t>
            </a:r>
          </a:p>
        </p:txBody>
      </p:sp>
      <p:sp>
        <p:nvSpPr>
          <p:cNvPr id="16" name="캐릭터 질문 2">
            <a:extLst xmlns:a="http://schemas.openxmlformats.org/drawingml/2006/main">
              <a:ext uri="{FF2B5EF4-FFF2-40B4-BE49-F238E27FC236}">
                <a16:creationId xmlns:a16="http://schemas.microsoft.com/office/drawing/2014/main" id="{9100F49C-4DB7-4134-A523-6E75EB7AAF0A}"/>
              </a:ext>
            </a:extLst>
          </p:cNvPr>
          <p:cNvSpPr>
            <a:spLocks xmlns:a="http://schemas.openxmlformats.org/drawingml/2006/main" noGrp="1"/>
          </p:cNvSpPr>
          <p:nvPr/>
        </p:nvSpPr>
        <p:spPr>
          <a:xfrm xmlns:a="http://schemas.openxmlformats.org/drawingml/2006/main">
            <a:off x="13515975" y="4695825"/>
            <a:ext cx="35909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얼마나 가까울까?</a:t>
            </a:r>
          </a:p>
        </p:txBody>
      </p:sp>
      <p:sp>
        <p:nvSpPr>
          <p:cNvPr id="17" name="해석·결론">
            <a:extLst xmlns:a="http://schemas.openxmlformats.org/drawingml/2006/main">
              <a:ext uri="{FF2B5EF4-FFF2-40B4-BE49-F238E27FC236}">
                <a16:creationId xmlns:a16="http://schemas.microsoft.com/office/drawing/2014/main" id="{16364288-41AA-49C4-9391-3F5E7DB59421}"/>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8" name="반응식·수식">
            <a:extLst xmlns:a="http://schemas.openxmlformats.org/drawingml/2006/main">
              <a:ext uri="{FF2B5EF4-FFF2-40B4-BE49-F238E27FC236}">
                <a16:creationId xmlns:a16="http://schemas.microsoft.com/office/drawing/2014/main" id="{93824800-23F3-47BB-ABBF-09747FB5CDE0}"/>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두 결과의 차이: 0.50 kJ/mol</a:t>
            </a:r>
          </a:p>
        </p:txBody>
      </p:sp>
    </p:spTree>
    <p:extLst>
      <p:ext uri="{BB962C8B-B14F-4D97-AF65-F5344CB8AC3E}">
        <p14:creationId xmlns:p14="http://schemas.microsoft.com/office/powerpoint/2010/main" val="183439121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5E2AF9D0-FE1B-4E28-AD40-FC77D6BA804B}"/>
              </a:ext>
            </a:extLst>
          </p:cNvPr>
          <p:cNvPicPr>
            <a:picLocks xmlns:a="http://schemas.openxmlformats.org/drawingml/2006/main" noChangeAspect="1"/>
          </p:cNvPicPr>
          <p:nvPr/>
        </p:nvPicPr>
        <p:blipFill>
          <a:blip xmlns:r="http://schemas.openxmlformats.org/officeDocument/2006/relationships" xmlns:a="http://schemas.openxmlformats.org/drawingml/2006/main" r:embed="R7fdd2b9bb57845b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E3330C1-9845-49BC-9186-2E20628FAA0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DB15B6B-EECB-4EB0-AC60-AF1E7C6C688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E571367-1882-4061-A048-52C1C7F6FCD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E9DCDCFA-9154-4C41-8034-06A2A040F4F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2CC10BAA-76F7-44F6-8145-72191B0C5C4B}"/>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pic>
        <p:nvPicPr>
          <p:cNvPr id="7" name="">
            <a:extLst xmlns:a="http://schemas.openxmlformats.org/drawingml/2006/main">
              <a:ext uri="{FF2B5EF4-FFF2-40B4-BE49-F238E27FC236}">
                <a16:creationId xmlns:a16="http://schemas.microsoft.com/office/drawing/2014/main" id="{34C471AA-11A8-4F57-845B-BE69B31A3F8F}"/>
              </a:ext>
            </a:extLst>
          </p:cNvPr>
          <p:cNvPicPr>
            <a:picLocks xmlns:a="http://schemas.openxmlformats.org/drawingml/2006/main" noChangeAspect="1"/>
          </p:cNvPicPr>
          <p:nvPr/>
        </p:nvPicPr>
        <p:blipFill>
          <a:blip xmlns:r="http://schemas.openxmlformats.org/officeDocument/2006/relationships" xmlns:a="http://schemas.openxmlformats.org/drawingml/2006/main" r:embed="R718994e38f9b4d39"/>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D9A6806-45DD-441B-8E49-C3AB19C73111}"/>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B0B2EA33-5E76-442F-9255-741C29C72C55}"/>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여러 반응을 조합한다.</a:t>
            </a:r>
          </a:p>
        </p:txBody>
      </p:sp>
      <p:sp>
        <p:nvSpPr>
          <p:cNvPr id="10" name="text">
            <a:extLst xmlns:a="http://schemas.openxmlformats.org/drawingml/2006/main">
              <a:ext uri="{FF2B5EF4-FFF2-40B4-BE49-F238E27FC236}">
                <a16:creationId xmlns:a16="http://schemas.microsoft.com/office/drawing/2014/main" id="{2F32491A-C7B2-4973-A547-84FF5F6C3AC7}"/>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0A2F62B5-E259-4C2C-9179-C2EF3D41F827}"/>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9D2FC541-6996-4453-8459-262A49D4D566}"/>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8DA52A56-05DA-4242-A902-689D8769955D}"/>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알려진 </a:t>
            </a:r>
            <a:r>
              <a:t>Δ</a:t>
            </a:r>
            <a:r>
              <a:rPr i="1">
                <a:latin typeface="Pretendard"/>
                <a:ea typeface="Pretendard"/>
                <a:cs typeface="Pretendard"/>
              </a:rPr>
              <a:t>H</a:t>
            </a:r>
            <a:r>
              <a:t>를 더해 구한다.</a:t>
            </a:r>
          </a:p>
        </p:txBody>
      </p:sp>
      <p:pic>
        <p:nvPicPr>
          <p:cNvPr id="14" name="">
            <a:extLst xmlns:a="http://schemas.openxmlformats.org/drawingml/2006/main">
              <a:ext uri="{FF2B5EF4-FFF2-40B4-BE49-F238E27FC236}">
                <a16:creationId xmlns:a16="http://schemas.microsoft.com/office/drawing/2014/main" id="{DD98EA6A-896E-4FE5-B8C2-12E7979C6551}"/>
              </a:ext>
            </a:extLst>
          </p:cNvPr>
          <p:cNvPicPr>
            <a:picLocks xmlns:a="http://schemas.openxmlformats.org/drawingml/2006/main" noChangeAspect="1"/>
          </p:cNvPicPr>
          <p:nvPr/>
        </p:nvPicPr>
        <p:blipFill>
          <a:blip xmlns:r="http://schemas.openxmlformats.org/officeDocument/2006/relationships" xmlns:a="http://schemas.openxmlformats.org/drawingml/2006/main" r:embed="R177cdda0611b40bd"/>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6C29BD56-F284-40EE-B491-011F93A4DB10}"/>
              </a:ext>
            </a:extLst>
          </p:cNvPr>
          <p:cNvPicPr>
            <a:picLocks xmlns:a="http://schemas.openxmlformats.org/drawingml/2006/main" noChangeAspect="1"/>
          </p:cNvPicPr>
          <p:nvPr/>
        </p:nvPicPr>
        <p:blipFill>
          <a:blip xmlns:r="http://schemas.openxmlformats.org/officeDocument/2006/relationships" xmlns:a="http://schemas.openxmlformats.org/drawingml/2006/main" r:embed="R4a6d2b00bfcb41d3"/>
          <a:stretch xmlns:a="http://schemas.openxmlformats.org/drawingml/2006/main"/>
        </p:blipFill>
        <p:spPr>
          <a:xfrm xmlns:a="http://schemas.openxmlformats.org/drawingml/2006/main">
            <a:off x="14395766" y="5695950"/>
            <a:ext cx="2164717" cy="361950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3A8AA4F8-6B05-441A-B52F-C9122E89AF6B}"/>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6F8F6C2D-0F4C-45C7-9BCA-18CC60FCFCD7}"/>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AEA5A3E5-574A-4651-8C94-E87BEE1ABAD7}"/>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다른 경로로도</a:t>
            </a:r>
          </a:p>
        </p:txBody>
      </p:sp>
      <p:sp>
        <p:nvSpPr>
          <p:cNvPr id="19" name="캐릭터 질문 2">
            <a:extLst xmlns:a="http://schemas.openxmlformats.org/drawingml/2006/main">
              <a:ext uri="{FF2B5EF4-FFF2-40B4-BE49-F238E27FC236}">
                <a16:creationId xmlns:a16="http://schemas.microsoft.com/office/drawing/2014/main" id="{471CA3F2-FAB8-4F8E-98F8-CD0AE9497BBA}"/>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617FD218-7CCA-4DED-9C80-2060ECC9BA30}"/>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B6F0A316-9B45-4EC7-80DD-A7725DD67747}"/>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1A57B779-F321-4634-BD6E-9BFAFC5D1B0C}"/>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처음과 끝이</a:t>
            </a:r>
          </a:p>
        </p:txBody>
      </p:sp>
      <p:sp>
        <p:nvSpPr>
          <p:cNvPr id="23" name="캐릭터 질문 2">
            <a:extLst xmlns:a="http://schemas.openxmlformats.org/drawingml/2006/main">
              <a:ext uri="{FF2B5EF4-FFF2-40B4-BE49-F238E27FC236}">
                <a16:creationId xmlns:a16="http://schemas.microsoft.com/office/drawing/2014/main" id="{2C87EE11-01E4-4412-A639-571E4E2F1A59}"/>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같으면 가능해!</a:t>
            </a:r>
          </a:p>
        </p:txBody>
      </p:sp>
    </p:spTree>
    <p:extLst>
      <p:ext uri="{BB962C8B-B14F-4D97-AF65-F5344CB8AC3E}">
        <p14:creationId xmlns:p14="http://schemas.microsoft.com/office/powerpoint/2010/main" val="176172997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4D7FFFA6-63F8-49A5-BA93-3DB8EF12EE7B}"/>
              </a:ext>
            </a:extLst>
          </p:cNvPr>
          <p:cNvPicPr>
            <a:picLocks xmlns:a="http://schemas.openxmlformats.org/drawingml/2006/main" noChangeAspect="1"/>
          </p:cNvPicPr>
          <p:nvPr/>
        </p:nvPicPr>
        <p:blipFill>
          <a:blip xmlns:r="http://schemas.openxmlformats.org/officeDocument/2006/relationships" xmlns:a="http://schemas.openxmlformats.org/drawingml/2006/main" r:embed="R3e0b38c212d0439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8938BFD-40D6-4531-9E57-CA5C4A66778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438CEAC-2347-4964-83D2-492CA6FBA86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CB3DDCE-9271-456C-8B1C-4AA40F99CF06}"/>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A7DCBC7F-4993-4A2D-A762-D0779154487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D0BDFD0D-ED19-4683-AF02-CA22953CF2B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pic>
        <p:nvPicPr>
          <p:cNvPr id="7" name="">
            <a:extLst xmlns:a="http://schemas.openxmlformats.org/drawingml/2006/main">
              <a:ext uri="{FF2B5EF4-FFF2-40B4-BE49-F238E27FC236}">
                <a16:creationId xmlns:a16="http://schemas.microsoft.com/office/drawing/2014/main" id="{01885359-61DC-4C61-98A3-55C27ED91421}"/>
              </a:ext>
            </a:extLst>
          </p:cNvPr>
          <p:cNvPicPr>
            <a:picLocks xmlns:a="http://schemas.openxmlformats.org/drawingml/2006/main" noChangeAspect="1"/>
          </p:cNvPicPr>
          <p:nvPr/>
        </p:nvPicPr>
        <p:blipFill>
          <a:blip xmlns:r="http://schemas.openxmlformats.org/officeDocument/2006/relationships" xmlns:a="http://schemas.openxmlformats.org/drawingml/2006/main" r:embed="R2ac3e240548343c4"/>
          <a:stretch xmlns:a="http://schemas.openxmlformats.org/drawingml/2006/main"/>
        </p:blipFill>
        <p:spPr>
          <a:xfrm xmlns:a="http://schemas.openxmlformats.org/drawingml/2006/main">
            <a:off x="1774911" y="5619750"/>
            <a:ext cx="3689177" cy="3762375"/>
          </a:xfrm>
          <a:prstGeom xmlns:a="http://schemas.openxmlformats.org/drawingml/2006/main" prst="rect">
            <a:avLst/>
          </a:prstGeom>
        </p:spPr>
      </p:pic>
      <p:sp>
        <p:nvSpPr>
          <p:cNvPr id="8" name="참조 R03-22 여백 있는 말풍선">
            <a:extLst xmlns:a="http://schemas.openxmlformats.org/drawingml/2006/main">
              <a:ext uri="{FF2B5EF4-FFF2-40B4-BE49-F238E27FC236}">
                <a16:creationId xmlns:a16="http://schemas.microsoft.com/office/drawing/2014/main" id="{8608A580-0FD2-471D-85F5-93F811336B4C}"/>
              </a:ext>
            </a:extLst>
          </p:cNvPr>
          <p:cNvSpPr>
            <a:spLocks xmlns:a="http://schemas.openxmlformats.org/drawingml/2006/main" noGrp="1"/>
          </p:cNvSpPr>
          <p:nvPr/>
        </p:nvSpPr>
        <p:spPr>
          <a:xfrm xmlns:a="http://schemas.openxmlformats.org/drawingml/2006/main">
            <a:off x="1285875" y="3714750"/>
            <a:ext cx="4572000" cy="1409700"/>
          </a:xfrm>
          <a:prstGeom xmlns:a="http://schemas.openxmlformats.org/drawingml/2006/main" prst="roundRect">
            <a:avLst>
              <a:gd name="adj" fmla="val 17568"/>
            </a:avLst>
          </a:prstGeom>
          <a:solidFill xmlns:a="http://schemas.openxmlformats.org/drawingml/2006/main">
            <a:srgbClr val="F5F5F5"/>
          </a:solidFill>
          <a:ln xmlns:a="http://schemas.openxmlformats.org/drawingml/2006/main" w="0">
            <a:noFill/>
          </a:ln>
        </p:spPr>
      </p:sp>
      <p:sp>
        <p:nvSpPr>
          <p:cNvPr id="9" name="인물 발화 연결 꼬리">
            <a:extLst xmlns:a="http://schemas.openxmlformats.org/drawingml/2006/main">
              <a:ext uri="{FF2B5EF4-FFF2-40B4-BE49-F238E27FC236}">
                <a16:creationId xmlns:a16="http://schemas.microsoft.com/office/drawing/2014/main" id="{5C932F65-E78D-4A99-9577-B6FAF11F690F}"/>
              </a:ext>
            </a:extLst>
          </p:cNvPr>
          <p:cNvSpPr>
            <a:spLocks xmlns:a="http://schemas.openxmlformats.org/drawingml/2006/main" noGrp="1"/>
          </p:cNvSpPr>
          <p:nvPr/>
        </p:nvSpPr>
        <p:spPr>
          <a:xfrm xmlns:a="http://schemas.openxmlformats.org/drawingml/2006/main">
            <a:off x="3571875" y="51149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0" name="캐릭터 질문 1">
            <a:extLst xmlns:a="http://schemas.openxmlformats.org/drawingml/2006/main">
              <a:ext uri="{FF2B5EF4-FFF2-40B4-BE49-F238E27FC236}">
                <a16:creationId xmlns:a16="http://schemas.microsoft.com/office/drawing/2014/main" id="{D44DF647-8355-4C3F-8319-2963B2D6B5C3}"/>
              </a:ext>
            </a:extLst>
          </p:cNvPr>
          <p:cNvSpPr>
            <a:spLocks xmlns:a="http://schemas.openxmlformats.org/drawingml/2006/main" noGrp="1"/>
          </p:cNvSpPr>
          <p:nvPr/>
        </p:nvSpPr>
        <p:spPr>
          <a:xfrm xmlns:a="http://schemas.openxmlformats.org/drawingml/2006/main">
            <a:off x="1514475" y="3943350"/>
            <a:ext cx="4114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식과 그래프를 근거로</a:t>
            </a:r>
          </a:p>
        </p:txBody>
      </p:sp>
      <p:sp>
        <p:nvSpPr>
          <p:cNvPr id="11" name="캐릭터 질문 2">
            <a:extLst xmlns:a="http://schemas.openxmlformats.org/drawingml/2006/main">
              <a:ext uri="{FF2B5EF4-FFF2-40B4-BE49-F238E27FC236}">
                <a16:creationId xmlns:a16="http://schemas.microsoft.com/office/drawing/2014/main" id="{B26BB562-EBE5-451D-8909-7B49639DA6B8}"/>
              </a:ext>
            </a:extLst>
          </p:cNvPr>
          <p:cNvSpPr>
            <a:spLocks xmlns:a="http://schemas.openxmlformats.org/drawingml/2006/main" noGrp="1"/>
          </p:cNvSpPr>
          <p:nvPr/>
        </p:nvSpPr>
        <p:spPr>
          <a:xfrm xmlns:a="http://schemas.openxmlformats.org/drawingml/2006/main">
            <a:off x="1514475" y="4410075"/>
            <a:ext cx="4114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이유를 설명해 보자.</a:t>
            </a:r>
          </a:p>
        </p:txBody>
      </p:sp>
      <p:sp>
        <p:nvSpPr>
          <p:cNvPr id="12" name="text">
            <a:extLst xmlns:a="http://schemas.openxmlformats.org/drawingml/2006/main">
              <a:ext uri="{FF2B5EF4-FFF2-40B4-BE49-F238E27FC236}">
                <a16:creationId xmlns:a16="http://schemas.microsoft.com/office/drawing/2014/main" id="{91B54DAB-5C9A-4241-A436-5DE08052D21C}"/>
              </a:ext>
            </a:extLst>
          </p:cNvPr>
          <p:cNvSpPr>
            <a:spLocks xmlns:a="http://schemas.openxmlformats.org/drawingml/2006/main" noGrp="1"/>
          </p:cNvSpPr>
          <p:nvPr/>
        </p:nvSpPr>
        <p:spPr>
          <a:xfrm xmlns:a="http://schemas.openxmlformats.org/drawingml/2006/main">
            <a:off x="7096125" y="4057650"/>
            <a:ext cx="990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CO 생성 반응</a:t>
            </a:r>
          </a:p>
        </p:txBody>
      </p:sp>
      <p:sp>
        <p:nvSpPr>
          <p:cNvPr id="13" name="rich">
            <a:extLst xmlns:a="http://schemas.openxmlformats.org/drawingml/2006/main">
              <a:ext uri="{FF2B5EF4-FFF2-40B4-BE49-F238E27FC236}">
                <a16:creationId xmlns:a16="http://schemas.microsoft.com/office/drawing/2014/main" id="{71EECC00-B205-41E3-82C3-23EDAF31D993}"/>
              </a:ext>
            </a:extLst>
          </p:cNvPr>
          <p:cNvSpPr>
            <a:spLocks xmlns:a="http://schemas.openxmlformats.org/drawingml/2006/main" noGrp="1"/>
          </p:cNvSpPr>
          <p:nvPr/>
        </p:nvSpPr>
        <p:spPr>
          <a:xfrm xmlns:a="http://schemas.openxmlformats.org/drawingml/2006/main">
            <a:off x="7096125" y="4791075"/>
            <a:ext cx="990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₂가 되는 까닭은?</a:t>
            </a:r>
          </a:p>
        </p:txBody>
      </p:sp>
      <p:sp>
        <p:nvSpPr>
          <p:cNvPr id="14" name="text">
            <a:extLst xmlns:a="http://schemas.openxmlformats.org/drawingml/2006/main">
              <a:ext uri="{FF2B5EF4-FFF2-40B4-BE49-F238E27FC236}">
                <a16:creationId xmlns:a16="http://schemas.microsoft.com/office/drawing/2014/main" id="{C9042706-5209-44B5-8A66-AC5AEEDBE957}"/>
              </a:ext>
            </a:extLst>
          </p:cNvPr>
          <p:cNvSpPr>
            <a:spLocks xmlns:a="http://schemas.openxmlformats.org/drawingml/2006/main" noGrp="1"/>
          </p:cNvSpPr>
          <p:nvPr/>
        </p:nvSpPr>
        <p:spPr>
          <a:xfrm xmlns:a="http://schemas.openxmlformats.org/drawingml/2006/main">
            <a:off x="7096125" y="5886450"/>
            <a:ext cx="990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물의 기화</a:t>
            </a:r>
          </a:p>
        </p:txBody>
      </p:sp>
      <p:sp>
        <p:nvSpPr>
          <p:cNvPr id="15" name="rich">
            <a:extLst xmlns:a="http://schemas.openxmlformats.org/drawingml/2006/main">
              <a:ext uri="{FF2B5EF4-FFF2-40B4-BE49-F238E27FC236}">
                <a16:creationId xmlns:a16="http://schemas.microsoft.com/office/drawing/2014/main" id="{EA1E8C45-90DC-416D-8241-33AF0119FF03}"/>
              </a:ext>
            </a:extLst>
          </p:cNvPr>
          <p:cNvSpPr>
            <a:spLocks xmlns:a="http://schemas.openxmlformats.org/drawingml/2006/main" noGrp="1"/>
          </p:cNvSpPr>
          <p:nvPr/>
        </p:nvSpPr>
        <p:spPr>
          <a:xfrm xmlns:a="http://schemas.openxmlformats.org/drawingml/2006/main">
            <a:off x="7096125" y="6619875"/>
            <a:ext cx="990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Δ</a:t>
            </a:r>
            <a:r>
              <a:rPr i="1">
                <a:latin typeface="Pretendard"/>
                <a:ea typeface="Pretendard"/>
                <a:cs typeface="Pretendard"/>
              </a:rPr>
              <a:t>H</a:t>
            </a:r>
            <a:r>
              <a:t>의 부호를 근거와 함께 설명하시오.</a:t>
            </a:r>
          </a:p>
        </p:txBody>
      </p:sp>
      <p:sp>
        <p:nvSpPr>
          <p:cNvPr id="16" name="text">
            <a:extLst xmlns:a="http://schemas.openxmlformats.org/drawingml/2006/main">
              <a:ext uri="{FF2B5EF4-FFF2-40B4-BE49-F238E27FC236}">
                <a16:creationId xmlns:a16="http://schemas.microsoft.com/office/drawing/2014/main" id="{E3829DA8-96C4-44A5-BC95-402D485B0A9B}"/>
              </a:ext>
            </a:extLst>
          </p:cNvPr>
          <p:cNvSpPr>
            <a:spLocks xmlns:a="http://schemas.openxmlformats.org/drawingml/2006/main" noGrp="1"/>
          </p:cNvSpPr>
          <p:nvPr/>
        </p:nvSpPr>
        <p:spPr>
          <a:xfrm xmlns:a="http://schemas.openxmlformats.org/drawingml/2006/main">
            <a:off x="7096125" y="7715250"/>
            <a:ext cx="990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57962F"/>
                </a:solidFill>
                <a:latin typeface="Pretendard"/>
                <a:ea typeface="Pretendard"/>
                <a:cs typeface="Pretendard"/>
              </a:defRPr>
            </a:defPPr>
            <a:lvl1pPr algn="l">
              <a:defRPr sz="3450" b="1">
                <a:solidFill>
                  <a:srgbClr val="57962F"/>
                </a:solidFill>
                <a:latin typeface="Pretendard"/>
                <a:ea typeface="Pretendard"/>
                <a:cs typeface="Pretendard"/>
              </a:defRPr>
            </a:lvl1pPr>
            <a:lvl2pPr algn="l">
              <a:defRPr sz="3450" b="1">
                <a:solidFill>
                  <a:srgbClr val="57962F"/>
                </a:solidFill>
                <a:latin typeface="Pretendard"/>
                <a:ea typeface="Pretendard"/>
                <a:cs typeface="Pretendard"/>
              </a:defRPr>
            </a:lvl2pPr>
            <a:lvl3pPr algn="l">
              <a:defRPr sz="3450" b="1">
                <a:solidFill>
                  <a:srgbClr val="57962F"/>
                </a:solidFill>
                <a:latin typeface="Pretendard"/>
                <a:ea typeface="Pretendard"/>
                <a:cs typeface="Pretendard"/>
              </a:defRPr>
            </a:lvl3pPr>
            <a:lvl4pPr algn="l">
              <a:defRPr sz="3450" b="1">
                <a:solidFill>
                  <a:srgbClr val="57962F"/>
                </a:solidFill>
                <a:latin typeface="Pretendard"/>
                <a:ea typeface="Pretendard"/>
                <a:cs typeface="Pretendard"/>
              </a:defRPr>
            </a:lvl4pPr>
            <a:lvl5pPr algn="l">
              <a:defRPr sz="3450" b="1">
                <a:solidFill>
                  <a:srgbClr val="57962F"/>
                </a:solidFill>
                <a:latin typeface="Pretendard"/>
                <a:ea typeface="Pretendard"/>
                <a:cs typeface="Pretendard"/>
              </a:defRPr>
            </a:lvl5pPr>
            <a:lvl6pPr algn="l">
              <a:defRPr sz="3450" b="1">
                <a:solidFill>
                  <a:srgbClr val="57962F"/>
                </a:solidFill>
                <a:latin typeface="Pretendard"/>
                <a:ea typeface="Pretendard"/>
                <a:cs typeface="Pretendard"/>
              </a:defRPr>
            </a:lvl6pPr>
            <a:lvl7pPr algn="l">
              <a:defRPr sz="3450" b="1">
                <a:solidFill>
                  <a:srgbClr val="57962F"/>
                </a:solidFill>
                <a:latin typeface="Pretendard"/>
                <a:ea typeface="Pretendard"/>
                <a:cs typeface="Pretendard"/>
              </a:defRPr>
            </a:lvl7pPr>
            <a:lvl8pPr algn="l">
              <a:defRPr sz="3450" b="1">
                <a:solidFill>
                  <a:srgbClr val="57962F"/>
                </a:solidFill>
                <a:latin typeface="Pretendard"/>
                <a:ea typeface="Pretendard"/>
                <a:cs typeface="Pretendard"/>
              </a:defRPr>
            </a:lvl8pPr>
            <a:lvl9pPr algn="l">
              <a:defRPr sz="3450" b="1">
                <a:solidFill>
                  <a:srgbClr val="57962F"/>
                </a:solidFill>
                <a:latin typeface="Pretendard"/>
                <a:ea typeface="Pretendard"/>
                <a:cs typeface="Pretendard"/>
              </a:defRPr>
            </a:lvl9pPr>
          </a:lstStyle>
          <a:p xmlns:a="http://schemas.openxmlformats.org/drawingml/2006/main">
            <a:pPr algn="l">
              <a:defRPr sz="3450" b="1">
                <a:solidFill>
                  <a:srgbClr val="57962F"/>
                </a:solidFill>
                <a:latin typeface="Pretendard"/>
                <a:ea typeface="Pretendard"/>
                <a:cs typeface="Pretendard"/>
              </a:defRPr>
            </a:pPr>
            <a:r>
              <a:rPr sz="3450" b="1">
                <a:solidFill>
                  <a:srgbClr val="57962F"/>
                </a:solidFill>
                <a:latin typeface="Pretendard"/>
                <a:ea typeface="Pretendard"/>
                <a:cs typeface="Pretendard"/>
              </a:rPr>
              <a:t>실험값의 차이</a:t>
            </a:r>
          </a:p>
        </p:txBody>
      </p:sp>
      <p:sp>
        <p:nvSpPr>
          <p:cNvPr id="17" name="rich">
            <a:extLst xmlns:a="http://schemas.openxmlformats.org/drawingml/2006/main">
              <a:ext uri="{FF2B5EF4-FFF2-40B4-BE49-F238E27FC236}">
                <a16:creationId xmlns:a16="http://schemas.microsoft.com/office/drawing/2014/main" id="{5124BEF5-A6EE-466F-A88A-52B7FCF27D54}"/>
              </a:ext>
            </a:extLst>
          </p:cNvPr>
          <p:cNvSpPr>
            <a:spLocks xmlns:a="http://schemas.openxmlformats.org/drawingml/2006/main" noGrp="1"/>
          </p:cNvSpPr>
          <p:nvPr/>
        </p:nvSpPr>
        <p:spPr>
          <a:xfrm xmlns:a="http://schemas.openxmlformats.org/drawingml/2006/main">
            <a:off x="7096125" y="8448675"/>
            <a:ext cx="990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두 값이 정확히 같지 않을 수 있는 이유는?</a:t>
            </a:r>
          </a:p>
        </p:txBody>
      </p:sp>
    </p:spTree>
    <p:extLst>
      <p:ext uri="{BB962C8B-B14F-4D97-AF65-F5344CB8AC3E}">
        <p14:creationId xmlns:p14="http://schemas.microsoft.com/office/powerpoint/2010/main" val="3280049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2026-10-27T15:07:23.5940000Z</dcterms:created>
  <dcterms:modified xsi:type="dcterms:W3CDTF">2026-10-27T15:07:23.5940000Z</dcterms:modified>
</coreProperties>
</file>