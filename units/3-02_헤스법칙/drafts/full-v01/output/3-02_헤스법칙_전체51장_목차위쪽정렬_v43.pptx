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390141398443e3" /><Relationship Type="http://schemas.openxmlformats.org/officeDocument/2006/relationships/extended-properties" Target="/docProps/app.xml" Id="R840a892224214672" /><Relationship Type="http://schemas.openxmlformats.org/officeDocument/2006/relationships/officeDocument" Target="/ppt/presentation.xml" Id="Rf806a0d72e7046a8" /></Relationships>
</file>

<file path=ppt/presentation.xml><?xml version="1.0" encoding="utf-8"?>
<p:presentation xmlns:p="http://schemas.openxmlformats.org/presentationml/2006/main">
  <p:sldMasterIdLst>
    <p:sldMasterId xmlns:r="http://schemas.openxmlformats.org/officeDocument/2006/relationships" id="2147483648" r:id="Rc147f1f186e0498e"/>
  </p:sldMasterIdLst>
  <p:notesMasterIdLst>
    <p:notesMasterId xmlns:r="http://schemas.openxmlformats.org/officeDocument/2006/relationships" r:id="R1bdfe0f2f8304a4e"/>
  </p:notesMasterIdLst>
  <p:sldIdLst>
    <p:sldId xmlns:r="http://schemas.openxmlformats.org/officeDocument/2006/relationships" id="256" r:id="Ra8dbb5b19cf94171"/>
    <p:sldId xmlns:r="http://schemas.openxmlformats.org/officeDocument/2006/relationships" id="257" r:id="R05243e192fc4467c"/>
    <p:sldId xmlns:r="http://schemas.openxmlformats.org/officeDocument/2006/relationships" id="258" r:id="Rfaf2973c75b64382"/>
    <p:sldId xmlns:r="http://schemas.openxmlformats.org/officeDocument/2006/relationships" id="259" r:id="R6bbafcd3417147d1"/>
    <p:sldId xmlns:r="http://schemas.openxmlformats.org/officeDocument/2006/relationships" id="260" r:id="R5a67e9fd594b4784"/>
    <p:sldId xmlns:r="http://schemas.openxmlformats.org/officeDocument/2006/relationships" id="261" r:id="Rb223a2b7f9ea49af"/>
    <p:sldId xmlns:r="http://schemas.openxmlformats.org/officeDocument/2006/relationships" id="262" r:id="R82955c8d102e444c"/>
    <p:sldId xmlns:r="http://schemas.openxmlformats.org/officeDocument/2006/relationships" id="263" r:id="R1f715611c7dc4533"/>
    <p:sldId xmlns:r="http://schemas.openxmlformats.org/officeDocument/2006/relationships" id="264" r:id="Rd7468dbe6ac14ec8"/>
    <p:sldId xmlns:r="http://schemas.openxmlformats.org/officeDocument/2006/relationships" id="265" r:id="Ra98a9491f3154c9c"/>
    <p:sldId xmlns:r="http://schemas.openxmlformats.org/officeDocument/2006/relationships" id="266" r:id="Rab45a844128c4eec"/>
    <p:sldId xmlns:r="http://schemas.openxmlformats.org/officeDocument/2006/relationships" id="267" r:id="R466684ae89b343f0"/>
    <p:sldId xmlns:r="http://schemas.openxmlformats.org/officeDocument/2006/relationships" id="268" r:id="R6498d3cc9b8e47be"/>
    <p:sldId xmlns:r="http://schemas.openxmlformats.org/officeDocument/2006/relationships" id="269" r:id="Rabffbbd921ab4c60"/>
    <p:sldId xmlns:r="http://schemas.openxmlformats.org/officeDocument/2006/relationships" id="270" r:id="Rc7ad7acf38f84f85"/>
    <p:sldId xmlns:r="http://schemas.openxmlformats.org/officeDocument/2006/relationships" id="271" r:id="Rd1793d3a678a45b0"/>
    <p:sldId xmlns:r="http://schemas.openxmlformats.org/officeDocument/2006/relationships" id="272" r:id="Re8209f7fd5c74ea4"/>
    <p:sldId xmlns:r="http://schemas.openxmlformats.org/officeDocument/2006/relationships" id="273" r:id="Raec4fde4a9b743dd"/>
    <p:sldId xmlns:r="http://schemas.openxmlformats.org/officeDocument/2006/relationships" id="274" r:id="Re44cb23ca2da403e"/>
    <p:sldId xmlns:r="http://schemas.openxmlformats.org/officeDocument/2006/relationships" id="275" r:id="R45e84519677d4a02"/>
    <p:sldId xmlns:r="http://schemas.openxmlformats.org/officeDocument/2006/relationships" id="276" r:id="R66cbe17fa83f4080"/>
    <p:sldId xmlns:r="http://schemas.openxmlformats.org/officeDocument/2006/relationships" id="277" r:id="R26968f0a3703428f"/>
    <p:sldId xmlns:r="http://schemas.openxmlformats.org/officeDocument/2006/relationships" id="278" r:id="Ra346bfff3a864ceb"/>
    <p:sldId xmlns:r="http://schemas.openxmlformats.org/officeDocument/2006/relationships" id="279" r:id="R037cd336f04d4346"/>
    <p:sldId xmlns:r="http://schemas.openxmlformats.org/officeDocument/2006/relationships" id="280" r:id="Rde9c2e67e4464571"/>
    <p:sldId xmlns:r="http://schemas.openxmlformats.org/officeDocument/2006/relationships" id="281" r:id="Ra112c3b8a7b845c7"/>
    <p:sldId xmlns:r="http://schemas.openxmlformats.org/officeDocument/2006/relationships" id="282" r:id="Rf510612794154766"/>
    <p:sldId xmlns:r="http://schemas.openxmlformats.org/officeDocument/2006/relationships" id="283" r:id="Rdc4fdcb70f7d44e2"/>
    <p:sldId xmlns:r="http://schemas.openxmlformats.org/officeDocument/2006/relationships" id="284" r:id="Rd34792257185447b"/>
    <p:sldId xmlns:r="http://schemas.openxmlformats.org/officeDocument/2006/relationships" id="285" r:id="R47ec59075cc740b9"/>
    <p:sldId xmlns:r="http://schemas.openxmlformats.org/officeDocument/2006/relationships" id="286" r:id="R0427719395b24d66"/>
    <p:sldId xmlns:r="http://schemas.openxmlformats.org/officeDocument/2006/relationships" id="287" r:id="Re13a37e484394f5f"/>
    <p:sldId xmlns:r="http://schemas.openxmlformats.org/officeDocument/2006/relationships" id="288" r:id="R295480d508664851"/>
    <p:sldId xmlns:r="http://schemas.openxmlformats.org/officeDocument/2006/relationships" id="289" r:id="R52da1eae4d954719"/>
    <p:sldId xmlns:r="http://schemas.openxmlformats.org/officeDocument/2006/relationships" id="290" r:id="Rd9a97a4150504d07"/>
    <p:sldId xmlns:r="http://schemas.openxmlformats.org/officeDocument/2006/relationships" id="291" r:id="R752d86166d6d4b21"/>
    <p:sldId xmlns:r="http://schemas.openxmlformats.org/officeDocument/2006/relationships" id="292" r:id="R93ad1cd9bb51470d"/>
    <p:sldId xmlns:r="http://schemas.openxmlformats.org/officeDocument/2006/relationships" id="293" r:id="R2f2ab1aa64d94c00"/>
    <p:sldId xmlns:r="http://schemas.openxmlformats.org/officeDocument/2006/relationships" id="294" r:id="R05c6b68c55494916"/>
    <p:sldId xmlns:r="http://schemas.openxmlformats.org/officeDocument/2006/relationships" id="295" r:id="R946cff0c00484619"/>
    <p:sldId xmlns:r="http://schemas.openxmlformats.org/officeDocument/2006/relationships" id="296" r:id="R270933f6202540c3"/>
    <p:sldId xmlns:r="http://schemas.openxmlformats.org/officeDocument/2006/relationships" id="297" r:id="Rb49d3d0ada5d47ac"/>
    <p:sldId xmlns:r="http://schemas.openxmlformats.org/officeDocument/2006/relationships" id="298" r:id="R4a6caea6a0934da7"/>
    <p:sldId xmlns:r="http://schemas.openxmlformats.org/officeDocument/2006/relationships" id="299" r:id="R599b0e59f60b4f7f"/>
    <p:sldId xmlns:r="http://schemas.openxmlformats.org/officeDocument/2006/relationships" id="300" r:id="R2c0bea208c444bbd"/>
    <p:sldId xmlns:r="http://schemas.openxmlformats.org/officeDocument/2006/relationships" id="301" r:id="R1fee47648be044a6"/>
    <p:sldId xmlns:r="http://schemas.openxmlformats.org/officeDocument/2006/relationships" id="302" r:id="Rae56f5ae2497495b"/>
    <p:sldId xmlns:r="http://schemas.openxmlformats.org/officeDocument/2006/relationships" id="303" r:id="R5098852fd3074bde"/>
    <p:sldId xmlns:r="http://schemas.openxmlformats.org/officeDocument/2006/relationships" id="304" r:id="R1c483cd2107e4387"/>
    <p:sldId xmlns:r="http://schemas.openxmlformats.org/officeDocument/2006/relationships" id="305" r:id="R926b6676e13644ac"/>
    <p:sldId xmlns:r="http://schemas.openxmlformats.org/officeDocument/2006/relationships" id="306" r:id="Rac80c6c797874332"/>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9364cd3d3448b9" /><Relationship Type="http://schemas.openxmlformats.org/officeDocument/2006/relationships/slideMaster" Target="/ppt/slideMasters/slideMaster1.xml" Id="Rc147f1f186e0498e" /><Relationship Type="http://schemas.openxmlformats.org/officeDocument/2006/relationships/notesMaster" Target="/ppt/notesMasters/notesMaster1.xml" Id="R1bdfe0f2f8304a4e" /><Relationship Type="http://schemas.openxmlformats.org/officeDocument/2006/relationships/presProps" Target="/ppt/presProps.xml" Id="R58b63b59b55b4fcf" /><Relationship Type="http://schemas.openxmlformats.org/officeDocument/2006/relationships/tableStyles" Target="/ppt/tableStyles.xml" Id="Re5c0c419977b4d96" /><Relationship Type="http://schemas.openxmlformats.org/officeDocument/2006/relationships/slide" Target="/ppt/slides/slide1.xml" Id="Ra8dbb5b19cf94171" /><Relationship Type="http://schemas.openxmlformats.org/officeDocument/2006/relationships/slide" Target="/ppt/slides/slide2.xml" Id="R05243e192fc4467c" /><Relationship Type="http://schemas.openxmlformats.org/officeDocument/2006/relationships/slide" Target="/ppt/slides/slide3.xml" Id="Rfaf2973c75b64382" /><Relationship Type="http://schemas.openxmlformats.org/officeDocument/2006/relationships/slide" Target="/ppt/slides/slide4.xml" Id="R6bbafcd3417147d1" /><Relationship Type="http://schemas.openxmlformats.org/officeDocument/2006/relationships/slide" Target="/ppt/slides/slide5.xml" Id="R5a67e9fd594b4784" /><Relationship Type="http://schemas.openxmlformats.org/officeDocument/2006/relationships/slide" Target="/ppt/slides/slide6.xml" Id="Rb223a2b7f9ea49af" /><Relationship Type="http://schemas.openxmlformats.org/officeDocument/2006/relationships/slide" Target="/ppt/slides/slide7.xml" Id="R82955c8d102e444c" /><Relationship Type="http://schemas.openxmlformats.org/officeDocument/2006/relationships/slide" Target="/ppt/slides/slide8.xml" Id="R1f715611c7dc4533" /><Relationship Type="http://schemas.openxmlformats.org/officeDocument/2006/relationships/slide" Target="/ppt/slides/slide9.xml" Id="Rd7468dbe6ac14ec8" /><Relationship Type="http://schemas.openxmlformats.org/officeDocument/2006/relationships/slide" Target="/ppt/slides/slide10.xml" Id="Ra98a9491f3154c9c" /><Relationship Type="http://schemas.openxmlformats.org/officeDocument/2006/relationships/slide" Target="/ppt/slides/slide11.xml" Id="Rab45a844128c4eec" /><Relationship Type="http://schemas.openxmlformats.org/officeDocument/2006/relationships/slide" Target="/ppt/slides/slide12.xml" Id="R466684ae89b343f0" /><Relationship Type="http://schemas.openxmlformats.org/officeDocument/2006/relationships/slide" Target="/ppt/slides/slide13.xml" Id="R6498d3cc9b8e47be" /><Relationship Type="http://schemas.openxmlformats.org/officeDocument/2006/relationships/slide" Target="/ppt/slides/slide14.xml" Id="Rabffbbd921ab4c60" /><Relationship Type="http://schemas.openxmlformats.org/officeDocument/2006/relationships/slide" Target="/ppt/slides/slide15.xml" Id="Rc7ad7acf38f84f85" /><Relationship Type="http://schemas.openxmlformats.org/officeDocument/2006/relationships/slide" Target="/ppt/slides/slide16.xml" Id="Rd1793d3a678a45b0" /><Relationship Type="http://schemas.openxmlformats.org/officeDocument/2006/relationships/slide" Target="/ppt/slides/slide17.xml" Id="Re8209f7fd5c74ea4" /><Relationship Type="http://schemas.openxmlformats.org/officeDocument/2006/relationships/slide" Target="/ppt/slides/slide18.xml" Id="Raec4fde4a9b743dd" /><Relationship Type="http://schemas.openxmlformats.org/officeDocument/2006/relationships/slide" Target="/ppt/slides/slide19.xml" Id="Re44cb23ca2da403e" /><Relationship Type="http://schemas.openxmlformats.org/officeDocument/2006/relationships/slide" Target="/ppt/slides/slide20.xml" Id="R45e84519677d4a02" /><Relationship Type="http://schemas.openxmlformats.org/officeDocument/2006/relationships/slide" Target="/ppt/slides/slide21.xml" Id="R66cbe17fa83f4080" /><Relationship Type="http://schemas.openxmlformats.org/officeDocument/2006/relationships/slide" Target="/ppt/slides/slide22.xml" Id="R26968f0a3703428f" /><Relationship Type="http://schemas.openxmlformats.org/officeDocument/2006/relationships/slide" Target="/ppt/slides/slide23.xml" Id="Ra346bfff3a864ceb" /><Relationship Type="http://schemas.openxmlformats.org/officeDocument/2006/relationships/slide" Target="/ppt/slides/slide24.xml" Id="R037cd336f04d4346" /><Relationship Type="http://schemas.openxmlformats.org/officeDocument/2006/relationships/slide" Target="/ppt/slides/slide25.xml" Id="Rde9c2e67e4464571" /><Relationship Type="http://schemas.openxmlformats.org/officeDocument/2006/relationships/slide" Target="/ppt/slides/slide26.xml" Id="Ra112c3b8a7b845c7" /><Relationship Type="http://schemas.openxmlformats.org/officeDocument/2006/relationships/slide" Target="/ppt/slides/slide27.xml" Id="Rf510612794154766" /><Relationship Type="http://schemas.openxmlformats.org/officeDocument/2006/relationships/slide" Target="/ppt/slides/slide28.xml" Id="Rdc4fdcb70f7d44e2" /><Relationship Type="http://schemas.openxmlformats.org/officeDocument/2006/relationships/slide" Target="/ppt/slides/slide29.xml" Id="Rd34792257185447b" /><Relationship Type="http://schemas.openxmlformats.org/officeDocument/2006/relationships/slide" Target="/ppt/slides/slide30.xml" Id="R47ec59075cc740b9" /><Relationship Type="http://schemas.openxmlformats.org/officeDocument/2006/relationships/slide" Target="/ppt/slides/slide31.xml" Id="R0427719395b24d66" /><Relationship Type="http://schemas.openxmlformats.org/officeDocument/2006/relationships/slide" Target="/ppt/slides/slide32.xml" Id="Re13a37e484394f5f" /><Relationship Type="http://schemas.openxmlformats.org/officeDocument/2006/relationships/slide" Target="/ppt/slides/slide33.xml" Id="R295480d508664851" /><Relationship Type="http://schemas.openxmlformats.org/officeDocument/2006/relationships/slide" Target="/ppt/slides/slide34.xml" Id="R52da1eae4d954719" /><Relationship Type="http://schemas.openxmlformats.org/officeDocument/2006/relationships/slide" Target="/ppt/slides/slide35.xml" Id="Rd9a97a4150504d07" /><Relationship Type="http://schemas.openxmlformats.org/officeDocument/2006/relationships/slide" Target="/ppt/slides/slide36.xml" Id="R752d86166d6d4b21" /><Relationship Type="http://schemas.openxmlformats.org/officeDocument/2006/relationships/slide" Target="/ppt/slides/slide37.xml" Id="R93ad1cd9bb51470d" /><Relationship Type="http://schemas.openxmlformats.org/officeDocument/2006/relationships/slide" Target="/ppt/slides/slide38.xml" Id="R2f2ab1aa64d94c00" /><Relationship Type="http://schemas.openxmlformats.org/officeDocument/2006/relationships/slide" Target="/ppt/slides/slide39.xml" Id="R05c6b68c55494916" /><Relationship Type="http://schemas.openxmlformats.org/officeDocument/2006/relationships/slide" Target="/ppt/slides/slide40.xml" Id="R946cff0c00484619" /><Relationship Type="http://schemas.openxmlformats.org/officeDocument/2006/relationships/slide" Target="/ppt/slides/slide41.xml" Id="R270933f6202540c3" /><Relationship Type="http://schemas.openxmlformats.org/officeDocument/2006/relationships/slide" Target="/ppt/slides/slide42.xml" Id="Rb49d3d0ada5d47ac" /><Relationship Type="http://schemas.openxmlformats.org/officeDocument/2006/relationships/slide" Target="/ppt/slides/slide43.xml" Id="R4a6caea6a0934da7" /><Relationship Type="http://schemas.openxmlformats.org/officeDocument/2006/relationships/slide" Target="/ppt/slides/slide44.xml" Id="R599b0e59f60b4f7f" /><Relationship Type="http://schemas.openxmlformats.org/officeDocument/2006/relationships/slide" Target="/ppt/slides/slide45.xml" Id="R2c0bea208c444bbd" /><Relationship Type="http://schemas.openxmlformats.org/officeDocument/2006/relationships/slide" Target="/ppt/slides/slide46.xml" Id="R1fee47648be044a6" /><Relationship Type="http://schemas.openxmlformats.org/officeDocument/2006/relationships/slide" Target="/ppt/slides/slide47.xml" Id="Rae56f5ae2497495b" /><Relationship Type="http://schemas.openxmlformats.org/officeDocument/2006/relationships/slide" Target="/ppt/slides/slide48.xml" Id="R5098852fd3074bde" /><Relationship Type="http://schemas.openxmlformats.org/officeDocument/2006/relationships/slide" Target="/ppt/slides/slide49.xml" Id="R1c483cd2107e4387" /><Relationship Type="http://schemas.openxmlformats.org/officeDocument/2006/relationships/slide" Target="/ppt/slides/slide50.xml" Id="R926b6676e13644ac" /><Relationship Type="http://schemas.openxmlformats.org/officeDocument/2006/relationships/slide" Target="/ppt/slides/slide51.xml" Id="Rac80c6c7978743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b01104652546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90773f0211468c" /><Relationship Type="http://schemas.openxmlformats.org/officeDocument/2006/relationships/notesMaster" Target="/ppt/notesMasters/notesMaster1.xml" Id="R1bd4d56f266b40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d4cfb56d054f7f" /><Relationship Type="http://schemas.openxmlformats.org/officeDocument/2006/relationships/notesMaster" Target="/ppt/notesMasters/notesMaster1.xml" Id="Rd0861cbc49c84a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45e8d44b5f48ff" /><Relationship Type="http://schemas.openxmlformats.org/officeDocument/2006/relationships/notesMaster" Target="/ppt/notesMasters/notesMaster1.xml" Id="R5168c61e61144c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a17e78ce3245e2" /><Relationship Type="http://schemas.openxmlformats.org/officeDocument/2006/relationships/notesMaster" Target="/ppt/notesMasters/notesMaster1.xml" Id="Rc599fdda56704b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9c64ba903f4de8" /><Relationship Type="http://schemas.openxmlformats.org/officeDocument/2006/relationships/notesMaster" Target="/ppt/notesMasters/notesMaster1.xml" Id="Rf437a73a97ff45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29a92b7e374b03" /><Relationship Type="http://schemas.openxmlformats.org/officeDocument/2006/relationships/notesMaster" Target="/ppt/notesMasters/notesMaster1.xml" Id="R3d7aaac03d5746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31ffd5e2df46a8" /><Relationship Type="http://schemas.openxmlformats.org/officeDocument/2006/relationships/notesMaster" Target="/ppt/notesMasters/notesMaster1.xml" Id="R7123fed7e14640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4acbb4864e4e7f" /><Relationship Type="http://schemas.openxmlformats.org/officeDocument/2006/relationships/notesMaster" Target="/ppt/notesMasters/notesMaster1.xml" Id="R0d86b2042dcb40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fa0e33d8304d40" /><Relationship Type="http://schemas.openxmlformats.org/officeDocument/2006/relationships/notesMaster" Target="/ppt/notesMasters/notesMaster1.xml" Id="R3560308ffbca4e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e3be9f45b74645" /><Relationship Type="http://schemas.openxmlformats.org/officeDocument/2006/relationships/notesMaster" Target="/ppt/notesMasters/notesMaster1.xml" Id="R3b5cf3fdbd41479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c94fc42b5354cf6" /><Relationship Type="http://schemas.openxmlformats.org/officeDocument/2006/relationships/notesMaster" Target="/ppt/notesMasters/notesMaster1.xml" Id="R31df2d72d04d4c9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b75763b32347db" /><Relationship Type="http://schemas.openxmlformats.org/officeDocument/2006/relationships/notesMaster" Target="/ppt/notesMasters/notesMaster1.xml" Id="Rd37d4367f72a46c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5a0e25237b4eaf" /><Relationship Type="http://schemas.openxmlformats.org/officeDocument/2006/relationships/notesMaster" Target="/ppt/notesMasters/notesMaster1.xml" Id="R8122d7e65d1541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9ac4ed07855488c" /><Relationship Type="http://schemas.openxmlformats.org/officeDocument/2006/relationships/notesMaster" Target="/ppt/notesMasters/notesMaster1.xml" Id="R131ac540697246f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a6c6ab947144b19" /><Relationship Type="http://schemas.openxmlformats.org/officeDocument/2006/relationships/notesMaster" Target="/ppt/notesMasters/notesMaster1.xml" Id="R13c019c205a04fd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96ab1ffa0e94221" /><Relationship Type="http://schemas.openxmlformats.org/officeDocument/2006/relationships/notesMaster" Target="/ppt/notesMasters/notesMaster1.xml" Id="R42310cec00a9460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6867ef89f794928" /><Relationship Type="http://schemas.openxmlformats.org/officeDocument/2006/relationships/notesMaster" Target="/ppt/notesMasters/notesMaster1.xml" Id="R1febb37f8d9c495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d3d9c1c06bb4c81" /><Relationship Type="http://schemas.openxmlformats.org/officeDocument/2006/relationships/notesMaster" Target="/ppt/notesMasters/notesMaster1.xml" Id="Rbf028b3acc684ee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b694a4e9de24a4a" /><Relationship Type="http://schemas.openxmlformats.org/officeDocument/2006/relationships/notesMaster" Target="/ppt/notesMasters/notesMaster1.xml" Id="R3cc84ce5779a438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79c092f700e4797" /><Relationship Type="http://schemas.openxmlformats.org/officeDocument/2006/relationships/notesMaster" Target="/ppt/notesMasters/notesMaster1.xml" Id="Rfa812d91c8c64c0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fb8e174b49b47b2" /><Relationship Type="http://schemas.openxmlformats.org/officeDocument/2006/relationships/notesMaster" Target="/ppt/notesMasters/notesMaster1.xml" Id="R3dbadac5d8c34be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2496a2d65cf4e40" /><Relationship Type="http://schemas.openxmlformats.org/officeDocument/2006/relationships/notesMaster" Target="/ppt/notesMasters/notesMaster1.xml" Id="R39332d297553412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3ed634ead7c4cc8" /><Relationship Type="http://schemas.openxmlformats.org/officeDocument/2006/relationships/notesMaster" Target="/ppt/notesMasters/notesMaster1.xml" Id="Rc136bef3200b4a4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cf0822ef8d64bd5" /><Relationship Type="http://schemas.openxmlformats.org/officeDocument/2006/relationships/notesMaster" Target="/ppt/notesMasters/notesMaster1.xml" Id="Rde6a312e4ab84e6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d9dbdbf64424fcf" /><Relationship Type="http://schemas.openxmlformats.org/officeDocument/2006/relationships/notesMaster" Target="/ppt/notesMasters/notesMaster1.xml" Id="Rb2bba81caf5b405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45b8c6a148d4270" /><Relationship Type="http://schemas.openxmlformats.org/officeDocument/2006/relationships/notesMaster" Target="/ppt/notesMasters/notesMaster1.xml" Id="Rb3b0324bf9dd4ee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3ebf214915d428f" /><Relationship Type="http://schemas.openxmlformats.org/officeDocument/2006/relationships/notesMaster" Target="/ppt/notesMasters/notesMaster1.xml" Id="Re80d3e9d914f4e5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1941b59241241de" /><Relationship Type="http://schemas.openxmlformats.org/officeDocument/2006/relationships/notesMaster" Target="/ppt/notesMasters/notesMaster1.xml" Id="Rb27641527be1413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eb43757eca64a3d" /><Relationship Type="http://schemas.openxmlformats.org/officeDocument/2006/relationships/notesMaster" Target="/ppt/notesMasters/notesMaster1.xml" Id="R9fc4560243594e0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0344902c904401b" /><Relationship Type="http://schemas.openxmlformats.org/officeDocument/2006/relationships/notesMaster" Target="/ppt/notesMasters/notesMaster1.xml" Id="R8d67814866a543d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7e2447e0ffb4aa3" /><Relationship Type="http://schemas.openxmlformats.org/officeDocument/2006/relationships/notesMaster" Target="/ppt/notesMasters/notesMaster1.xml" Id="R2f23d8f4412c460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48cfd7c442449cd" /><Relationship Type="http://schemas.openxmlformats.org/officeDocument/2006/relationships/notesMaster" Target="/ppt/notesMasters/notesMaster1.xml" Id="R7ae45763b6154da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36111d2d4ac46ae" /><Relationship Type="http://schemas.openxmlformats.org/officeDocument/2006/relationships/notesMaster" Target="/ppt/notesMasters/notesMaster1.xml" Id="R23c57954299e4cd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ea4bd9b29f5421a" /><Relationship Type="http://schemas.openxmlformats.org/officeDocument/2006/relationships/notesMaster" Target="/ppt/notesMasters/notesMaster1.xml" Id="R2c14ade837fe44d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d721525d0304abf" /><Relationship Type="http://schemas.openxmlformats.org/officeDocument/2006/relationships/notesMaster" Target="/ppt/notesMasters/notesMaster1.xml" Id="Ra1059c9da60f4f1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56e92afd7e54f32" /><Relationship Type="http://schemas.openxmlformats.org/officeDocument/2006/relationships/notesMaster" Target="/ppt/notesMasters/notesMaster1.xml" Id="R49ee130c25964bf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2b3044dd4804893" /><Relationship Type="http://schemas.openxmlformats.org/officeDocument/2006/relationships/notesMaster" Target="/ppt/notesMasters/notesMaster1.xml" Id="R361b6f2f93cc428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14ce8fa5eac47ee" /><Relationship Type="http://schemas.openxmlformats.org/officeDocument/2006/relationships/notesMaster" Target="/ppt/notesMasters/notesMaster1.xml" Id="R40e8a8ee4bcc431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22c94cdc15f43c7" /><Relationship Type="http://schemas.openxmlformats.org/officeDocument/2006/relationships/notesMaster" Target="/ppt/notesMasters/notesMaster1.xml" Id="R689a012deb3349c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353cf33ceec4bb6" /><Relationship Type="http://schemas.openxmlformats.org/officeDocument/2006/relationships/notesMaster" Target="/ppt/notesMasters/notesMaster1.xml" Id="R7aa42adfe6b64fb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ae9ba5ba00e4981" /><Relationship Type="http://schemas.openxmlformats.org/officeDocument/2006/relationships/notesMaster" Target="/ppt/notesMasters/notesMaster1.xml" Id="R4ae7c8a2a922444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36a563fc99b4d6d" /><Relationship Type="http://schemas.openxmlformats.org/officeDocument/2006/relationships/notesMaster" Target="/ppt/notesMasters/notesMaster1.xml" Id="R35be4f4fd312423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060e68d18c64c8c" /><Relationship Type="http://schemas.openxmlformats.org/officeDocument/2006/relationships/notesMaster" Target="/ppt/notesMasters/notesMaster1.xml" Id="R2640ff90aae243a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1777ddde4454341" /><Relationship Type="http://schemas.openxmlformats.org/officeDocument/2006/relationships/notesMaster" Target="/ppt/notesMasters/notesMaster1.xml" Id="R5dd2a9d591bc454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6ceaeac0fa2479e" /><Relationship Type="http://schemas.openxmlformats.org/officeDocument/2006/relationships/notesMaster" Target="/ppt/notesMasters/notesMaster1.xml" Id="R8421bac3925a41d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e20e3432b8c4e4c" /><Relationship Type="http://schemas.openxmlformats.org/officeDocument/2006/relationships/notesMaster" Target="/ppt/notesMasters/notesMaster1.xml" Id="R417c2cd63fb74e1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fab7c2edfd44af8" /><Relationship Type="http://schemas.openxmlformats.org/officeDocument/2006/relationships/notesMaster" Target="/ppt/notesMasters/notesMaster1.xml" Id="Rb7bcc882343c442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74a5a5dc61d4717" /><Relationship Type="http://schemas.openxmlformats.org/officeDocument/2006/relationships/notesMaster" Target="/ppt/notesMasters/notesMaster1.xml" Id="Rb937021b62be425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be96de917434ca1" /><Relationship Type="http://schemas.openxmlformats.org/officeDocument/2006/relationships/notesMaster" Target="/ppt/notesMasters/notesMaster1.xml" Id="R51812442272f44a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1db129b51274f48" /><Relationship Type="http://schemas.openxmlformats.org/officeDocument/2006/relationships/notesMaster" Target="/ppt/notesMasters/notesMaster1.xml" Id="R63da777416e549a0"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b735044b2c047fb" /><Relationship Type="http://schemas.openxmlformats.org/officeDocument/2006/relationships/notesMaster" Target="/ppt/notesMasters/notesMaster1.xml" Id="R72bd2bcdfbe943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a:p xmlns:a="http://schemas.openxmlformats.org/drawingml/2006/main">
            <a:r>
              <a:t>헤스 캐릭터: 사용자 제공 역사 초상화 기준 신규 생성. 클라우지우스/볼츠만 시리즈 스타일 참조.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 순환형 경로 도식. 신규 생성 이미지이며 완자 원본 그림을 사용하지 않았다. 수치 근거 천재 물질과 에너지85쪽: 직접393.5, CO산화283.0, CO생성110.5 kJ 방출. ΔH1=ΔH3+ΔH2. 처음·끝 상태 및 산소 양이 같음을 비교한다.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2e122ce55f466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ba8e8e5b673454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35cbb3632747e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6cf0903bc884d6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c0af848023b4e2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6a4fd98faa640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418074-7160-411E-8A30-AAD6C0EFD7A8}"/>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A232D3-36C4-429C-ADBD-2A9839CA7EB9}"/>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DFF3BB7-627B-4305-BC48-E8F33E4EDB03}"/>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6D53BB-91BE-4590-A552-68363AFF448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AC4B8AA-6CA1-4835-9809-11E86F31CB72}"/>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310F264-0BFB-4438-9747-52C59A1D92D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E9A047-7336-48CE-BB7D-3A4AB4CA86C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80801BF-FB84-4E8E-8A81-876ED5D4EFE5}"/>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3A348A-A5DD-4954-A4EB-465D49F914D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A26EA2-F58F-4340-AA49-FB8577654F98}"/>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9826e23e1745c5" /><Relationship Type="http://schemas.openxmlformats.org/officeDocument/2006/relationships/slideLayout" Target="/ppt/slideLayouts/slideLayout1.xml" Id="Refcc6d977be84c61" /><Relationship Type="http://schemas.openxmlformats.org/officeDocument/2006/relationships/slideLayout" Target="/ppt/slideLayouts/slideLayout2.xml" Id="R8e65ebd5368843a5" /><Relationship Type="http://schemas.openxmlformats.org/officeDocument/2006/relationships/slideLayout" Target="/ppt/slideLayouts/slideLayout3.xml" Id="Rd24a4c1d47cc42ea" /><Relationship Type="http://schemas.openxmlformats.org/officeDocument/2006/relationships/slideLayout" Target="/ppt/slideLayouts/slideLayout4.xml" Id="R23efd9abefcb4de6" /><Relationship Type="http://schemas.openxmlformats.org/officeDocument/2006/relationships/slideLayout" Target="/ppt/slideLayouts/slideLayout5.xml" Id="R828b16bfc0134392" /><Relationship Type="http://schemas.openxmlformats.org/officeDocument/2006/relationships/slideLayout" Target="/ppt/slideLayouts/slideLayout6.xml" Id="R49b27fa2fca148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cc6d977be84c61"/>
    <p:sldLayoutId xmlns:r="http://schemas.openxmlformats.org/officeDocument/2006/relationships" id="2147483650" r:id="R8e65ebd5368843a5"/>
    <p:sldLayoutId xmlns:r="http://schemas.openxmlformats.org/officeDocument/2006/relationships" id="2147483651" r:id="Rd24a4c1d47cc42ea"/>
    <p:sldLayoutId xmlns:r="http://schemas.openxmlformats.org/officeDocument/2006/relationships" id="2147483652" r:id="R23efd9abefcb4de6"/>
    <p:sldLayoutId xmlns:r="http://schemas.openxmlformats.org/officeDocument/2006/relationships" id="2147483653" r:id="R828b16bfc0134392"/>
    <p:sldLayoutId xmlns:r="http://schemas.openxmlformats.org/officeDocument/2006/relationships" id="2147483654" r:id="R49b27fa2fca148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253ba40305c4329" /><Relationship Type="http://schemas.openxmlformats.org/officeDocument/2006/relationships/image" Target="/ppt/media/image.png" Id="Rf54004eb434642f5" /><Relationship Type="http://schemas.openxmlformats.org/officeDocument/2006/relationships/image" Target="/ppt/media/image2.png" Id="R502ddeb9d3d54b02" /><Relationship Type="http://schemas.openxmlformats.org/officeDocument/2006/relationships/image" Target="/ppt/media/image3.png" Id="R4f123aaef0674e43" /><Relationship Type="http://schemas.openxmlformats.org/officeDocument/2006/relationships/notesSlide" Target="/ppt/notesSlides/notesSlide1.xml" Id="R9888d60ad4ac46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6f9d1dab01d43ac" /><Relationship Type="http://schemas.openxmlformats.org/officeDocument/2006/relationships/image" Target="/ppt/media/image4.png" Id="Rba6f484e9bda4e93" /><Relationship Type="http://schemas.openxmlformats.org/officeDocument/2006/relationships/image" Target="/ppt/media/image5.png" Id="Rd742b6495e2b4b1c" /><Relationship Type="http://schemas.openxmlformats.org/officeDocument/2006/relationships/image" Target="/ppt/media/image6.png" Id="R1e72df7db83e4e53" /><Relationship Type="http://schemas.openxmlformats.org/officeDocument/2006/relationships/notesSlide" Target="/ppt/notesSlides/notesSlide2.xml" Id="R0fb294e1b4a645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4c993c11f4849bd" /><Relationship Type="http://schemas.openxmlformats.org/officeDocument/2006/relationships/image" Target="/ppt/media/image7.png" Id="R7a14d8d22e8542d4" /><Relationship Type="http://schemas.openxmlformats.org/officeDocument/2006/relationships/notesSlide" Target="/ppt/notesSlides/notesSlide3.xml" Id="R54d81170d24648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745dd1f156f4577" /><Relationship Type="http://schemas.openxmlformats.org/officeDocument/2006/relationships/image" Target="/ppt/media/image8.png" Id="R118b73ff5c794dd0" /><Relationship Type="http://schemas.openxmlformats.org/officeDocument/2006/relationships/image" Target="/ppt/media/image9.png" Id="Rd77fca6b540642f4" /><Relationship Type="http://schemas.openxmlformats.org/officeDocument/2006/relationships/notesSlide" Target="/ppt/notesSlides/notesSlide4.xml" Id="Rfbf36880ba9e40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3acb7f3d4b64b82" /><Relationship Type="http://schemas.openxmlformats.org/officeDocument/2006/relationships/image" Target="/ppt/media/image10.png" Id="R56e663a341ad4304" /><Relationship Type="http://schemas.openxmlformats.org/officeDocument/2006/relationships/image" Target="/ppt/media/image11.png" Id="Re9c19a62085b4595" /><Relationship Type="http://schemas.openxmlformats.org/officeDocument/2006/relationships/notesSlide" Target="/ppt/notesSlides/notesSlide5.xml" Id="R21d3d9ec802b47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d8441f6f77d4de5" /><Relationship Type="http://schemas.openxmlformats.org/officeDocument/2006/relationships/image" Target="/ppt/media/image12.png" Id="R59e942002fd145a4" /><Relationship Type="http://schemas.openxmlformats.org/officeDocument/2006/relationships/image" Target="/ppt/media/image13.png" Id="R04a6d6b4fbf7431f" /><Relationship Type="http://schemas.openxmlformats.org/officeDocument/2006/relationships/notesSlide" Target="/ppt/notesSlides/notesSlide6.xml" Id="R6c3684396fa941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acd3113cf5c4682" /><Relationship Type="http://schemas.openxmlformats.org/officeDocument/2006/relationships/image" Target="/ppt/media/image14.png" Id="Rc9675d655b484b1a" /><Relationship Type="http://schemas.openxmlformats.org/officeDocument/2006/relationships/image" Target="/ppt/media/image15.png" Id="R2d2f5dbd1b4c4515" /><Relationship Type="http://schemas.openxmlformats.org/officeDocument/2006/relationships/image" Target="/ppt/media/image16.png" Id="R846d8a773770471a" /><Relationship Type="http://schemas.openxmlformats.org/officeDocument/2006/relationships/image" Target="/ppt/media/image17.png" Id="R6ba30625702d492c" /><Relationship Type="http://schemas.openxmlformats.org/officeDocument/2006/relationships/notesSlide" Target="/ppt/notesSlides/notesSlide7.xml" Id="R97fdce4799f647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2e3e493f33c460e" /><Relationship Type="http://schemas.openxmlformats.org/officeDocument/2006/relationships/image" Target="/ppt/media/image18.png" Id="R0ec7b23bea944bd9" /><Relationship Type="http://schemas.openxmlformats.org/officeDocument/2006/relationships/image" Target="/ppt/media/image19.png" Id="R48ac3ddc909f432f" /><Relationship Type="http://schemas.openxmlformats.org/officeDocument/2006/relationships/image" Target="/ppt/media/image20.png" Id="R8a36c47dfa5b4d2b" /><Relationship Type="http://schemas.openxmlformats.org/officeDocument/2006/relationships/image" Target="/ppt/media/image21.png" Id="R8fff270505b24206" /><Relationship Type="http://schemas.openxmlformats.org/officeDocument/2006/relationships/notesSlide" Target="/ppt/notesSlides/notesSlide8.xml" Id="R924f201dfa404b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0115c4b29904495" /><Relationship Type="http://schemas.openxmlformats.org/officeDocument/2006/relationships/image" Target="/ppt/media/image22.png" Id="R4230874372684c29" /><Relationship Type="http://schemas.openxmlformats.org/officeDocument/2006/relationships/image" Target="/ppt/media/image23.png" Id="R168a1756686749f4" /><Relationship Type="http://schemas.openxmlformats.org/officeDocument/2006/relationships/notesSlide" Target="/ppt/notesSlides/notesSlide9.xml" Id="Rc709e74421834e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18ca45fdb2144f9" /><Relationship Type="http://schemas.openxmlformats.org/officeDocument/2006/relationships/image" Target="/ppt/media/image24.png" Id="Re3b9e51bcb694173" /><Relationship Type="http://schemas.openxmlformats.org/officeDocument/2006/relationships/image" Target="/ppt/media/image25.png" Id="R3e0582d7f40d47b9" /><Relationship Type="http://schemas.openxmlformats.org/officeDocument/2006/relationships/image" Target="/ppt/media/image26.png" Id="R5ad408bffec24135" /><Relationship Type="http://schemas.openxmlformats.org/officeDocument/2006/relationships/image" Target="/ppt/media/image27.png" Id="R47e03e81a5874431" /><Relationship Type="http://schemas.openxmlformats.org/officeDocument/2006/relationships/image" Target="/ppt/media/image28.png" Id="R15da5f11b34d4a60" /><Relationship Type="http://schemas.openxmlformats.org/officeDocument/2006/relationships/notesSlide" Target="/ppt/notesSlides/notesSlide10.xml" Id="R6a137aad94b84f7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71a9bbb21d04bde" /><Relationship Type="http://schemas.openxmlformats.org/officeDocument/2006/relationships/image" Target="/ppt/media/image29.png" Id="R90428c38fe0c4c21" /><Relationship Type="http://schemas.openxmlformats.org/officeDocument/2006/relationships/image" Target="/ppt/media/image30.png" Id="Re92a3a0dec674a58" /><Relationship Type="http://schemas.openxmlformats.org/officeDocument/2006/relationships/image" Target="/ppt/media/image31.png" Id="Rcfcc5576cd7f4024" /><Relationship Type="http://schemas.openxmlformats.org/officeDocument/2006/relationships/notesSlide" Target="/ppt/notesSlides/notesSlide11.xml" Id="R6e6d05736e124ac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8d89b1c61b24a7d" /><Relationship Type="http://schemas.openxmlformats.org/officeDocument/2006/relationships/image" Target="/ppt/media/image32.png" Id="R968e96c42d824a0b" /><Relationship Type="http://schemas.openxmlformats.org/officeDocument/2006/relationships/image" Target="/ppt/media/image33.png" Id="Rada93a45b4f245a1" /><Relationship Type="http://schemas.openxmlformats.org/officeDocument/2006/relationships/image" Target="/ppt/media/image34.png" Id="R6e28df2a1bf14e0a" /><Relationship Type="http://schemas.openxmlformats.org/officeDocument/2006/relationships/notesSlide" Target="/ppt/notesSlides/notesSlide12.xml" Id="Rd34a8b20b83d4eb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5f2020ea78348a9" /><Relationship Type="http://schemas.openxmlformats.org/officeDocument/2006/relationships/image" Target="/ppt/media/image35.png" Id="R1f7f5ce245074031" /><Relationship Type="http://schemas.openxmlformats.org/officeDocument/2006/relationships/notesSlide" Target="/ppt/notesSlides/notesSlide13.xml" Id="R7771b1b38245419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4b1acf59e4e4bf6" /><Relationship Type="http://schemas.openxmlformats.org/officeDocument/2006/relationships/image" Target="/ppt/media/image36.png" Id="Rc77b418e6c5d47cb" /><Relationship Type="http://schemas.openxmlformats.org/officeDocument/2006/relationships/image" Target="/ppt/media/image37.png" Id="R839df9e9ab8b444e" /><Relationship Type="http://schemas.openxmlformats.org/officeDocument/2006/relationships/notesSlide" Target="/ppt/notesSlides/notesSlide14.xml" Id="R343f028a4bc44d0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5cc845397304260" /><Relationship Type="http://schemas.openxmlformats.org/officeDocument/2006/relationships/image" Target="/ppt/media/image38.png" Id="Rde1ae0974cd94f3e" /><Relationship Type="http://schemas.openxmlformats.org/officeDocument/2006/relationships/image" Target="/ppt/media/image39.png" Id="R62c5c3209a784d8b" /><Relationship Type="http://schemas.openxmlformats.org/officeDocument/2006/relationships/image" Target="/ppt/media/image40.png" Id="Rb1ec13a284654e5e" /><Relationship Type="http://schemas.openxmlformats.org/officeDocument/2006/relationships/notesSlide" Target="/ppt/notesSlides/notesSlide15.xml" Id="R32a8ebcd5e41441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bcd812a22364d8a" /><Relationship Type="http://schemas.openxmlformats.org/officeDocument/2006/relationships/image" Target="/ppt/media/image41.png" Id="R22188b36671742d0" /><Relationship Type="http://schemas.openxmlformats.org/officeDocument/2006/relationships/image" Target="/ppt/media/image42.png" Id="R21cb70843a824072" /><Relationship Type="http://schemas.openxmlformats.org/officeDocument/2006/relationships/image" Target="/ppt/media/image43.png" Id="R09f6fbc20cf14e48" /><Relationship Type="http://schemas.openxmlformats.org/officeDocument/2006/relationships/image" Target="/ppt/media/image44.png" Id="R82d4f7cac683412e" /><Relationship Type="http://schemas.openxmlformats.org/officeDocument/2006/relationships/notesSlide" Target="/ppt/notesSlides/notesSlide16.xml" Id="Rc585a8d1917c434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7a4aaf51eac4f2f" /><Relationship Type="http://schemas.openxmlformats.org/officeDocument/2006/relationships/image" Target="/ppt/media/image45.png" Id="R04d2e952f3a24b56" /><Relationship Type="http://schemas.openxmlformats.org/officeDocument/2006/relationships/image" Target="/ppt/media/image46.png" Id="R5b34265ffde149c8" /><Relationship Type="http://schemas.openxmlformats.org/officeDocument/2006/relationships/image" Target="/ppt/media/image47.png" Id="Rd67dc278af574aa9" /><Relationship Type="http://schemas.openxmlformats.org/officeDocument/2006/relationships/notesSlide" Target="/ppt/notesSlides/notesSlide17.xml" Id="R3040aa3df6ac414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f917561948c4fde" /><Relationship Type="http://schemas.openxmlformats.org/officeDocument/2006/relationships/image" Target="/ppt/media/image48.png" Id="R8b29eada794648fa" /><Relationship Type="http://schemas.openxmlformats.org/officeDocument/2006/relationships/image" Target="/ppt/media/image49.png" Id="R9765ad59eb234d00" /><Relationship Type="http://schemas.openxmlformats.org/officeDocument/2006/relationships/image" Target="/ppt/media/image50.png" Id="R021eb21998a04b9b" /><Relationship Type="http://schemas.openxmlformats.org/officeDocument/2006/relationships/image" Target="/ppt/media/image51.png" Id="R5c6249841f904d5b" /><Relationship Type="http://schemas.openxmlformats.org/officeDocument/2006/relationships/notesSlide" Target="/ppt/notesSlides/notesSlide18.xml" Id="R7ce9c1a8390f463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9a0943e21c54420" /><Relationship Type="http://schemas.openxmlformats.org/officeDocument/2006/relationships/image" Target="/ppt/media/image52.png" Id="Rab52580a2975415b" /><Relationship Type="http://schemas.openxmlformats.org/officeDocument/2006/relationships/image" Target="/ppt/media/image53.png" Id="R88b85d23cfd44084" /><Relationship Type="http://schemas.openxmlformats.org/officeDocument/2006/relationships/image" Target="/ppt/media/image54.png" Id="R113200f1adcd48ff" /><Relationship Type="http://schemas.openxmlformats.org/officeDocument/2006/relationships/notesSlide" Target="/ppt/notesSlides/notesSlide19.xml" Id="R17c488976b964b2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4f3d65508804230" /><Relationship Type="http://schemas.openxmlformats.org/officeDocument/2006/relationships/image" Target="/ppt/media/image55.png" Id="Ra63c044d3f884c90" /><Relationship Type="http://schemas.openxmlformats.org/officeDocument/2006/relationships/image" Target="/ppt/media/image56.png" Id="R0effd9f8f0d145ac" /><Relationship Type="http://schemas.openxmlformats.org/officeDocument/2006/relationships/image" Target="/ppt/media/image57.png" Id="Rc9d60e516be64f2c" /><Relationship Type="http://schemas.openxmlformats.org/officeDocument/2006/relationships/image" Target="/ppt/media/image58.png" Id="R6e783107f8474f77" /><Relationship Type="http://schemas.openxmlformats.org/officeDocument/2006/relationships/notesSlide" Target="/ppt/notesSlides/notesSlide20.xml" Id="R9daab259fe1a494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434f58b5be54173" /><Relationship Type="http://schemas.openxmlformats.org/officeDocument/2006/relationships/image" Target="/ppt/media/image59.png" Id="R1a7ce606c7e34d79" /><Relationship Type="http://schemas.openxmlformats.org/officeDocument/2006/relationships/notesSlide" Target="/ppt/notesSlides/notesSlide21.xml" Id="R18b56788d1ba437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2fc31f4c6574bb3" /><Relationship Type="http://schemas.openxmlformats.org/officeDocument/2006/relationships/image" Target="/ppt/media/image60.png" Id="Ra04165dc0fb34db0" /><Relationship Type="http://schemas.openxmlformats.org/officeDocument/2006/relationships/image" Target="/ppt/media/image61.png" Id="Rb4fc43ada5c94208" /><Relationship Type="http://schemas.openxmlformats.org/officeDocument/2006/relationships/image" Target="/ppt/media/image62.png" Id="Re435a51b3d434307" /><Relationship Type="http://schemas.openxmlformats.org/officeDocument/2006/relationships/notesSlide" Target="/ppt/notesSlides/notesSlide22.xml" Id="R8149ae1dba444f7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24eca0ae4464d06" /><Relationship Type="http://schemas.openxmlformats.org/officeDocument/2006/relationships/image" Target="/ppt/media/image63.png" Id="Rdac1b024cc8a46d4" /><Relationship Type="http://schemas.openxmlformats.org/officeDocument/2006/relationships/image" Target="/ppt/media/image64.png" Id="Rec3d594c21404594" /><Relationship Type="http://schemas.openxmlformats.org/officeDocument/2006/relationships/image" Target="/ppt/media/image65.png" Id="R988fd42dfcdd45fd" /><Relationship Type="http://schemas.openxmlformats.org/officeDocument/2006/relationships/image" Target="/ppt/media/image66.png" Id="Rb81186438eac4075" /><Relationship Type="http://schemas.openxmlformats.org/officeDocument/2006/relationships/notesSlide" Target="/ppt/notesSlides/notesSlide23.xml" Id="R06756eb40050431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b10d857a92b4fcb" /><Relationship Type="http://schemas.openxmlformats.org/officeDocument/2006/relationships/image" Target="/ppt/media/image67.png" Id="R5f2e6b6be98b4a73" /><Relationship Type="http://schemas.openxmlformats.org/officeDocument/2006/relationships/image" Target="/ppt/media/image68.png" Id="Re1ba5fba02ba4593" /><Relationship Type="http://schemas.openxmlformats.org/officeDocument/2006/relationships/image" Target="/ppt/media/image69.png" Id="Rfba41620e8774feb" /><Relationship Type="http://schemas.openxmlformats.org/officeDocument/2006/relationships/notesSlide" Target="/ppt/notesSlides/notesSlide24.xml" Id="Rd13e94fb58b9465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c2b2a6226864e61" /><Relationship Type="http://schemas.openxmlformats.org/officeDocument/2006/relationships/image" Target="/ppt/media/image70.png" Id="R794bba6cb9bc421e" /><Relationship Type="http://schemas.openxmlformats.org/officeDocument/2006/relationships/image" Target="/ppt/media/image71.png" Id="R01a09e5e22c041a0" /><Relationship Type="http://schemas.openxmlformats.org/officeDocument/2006/relationships/notesSlide" Target="/ppt/notesSlides/notesSlide25.xml" Id="Rb5fb526d87c0483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994fc7972e14217" /><Relationship Type="http://schemas.openxmlformats.org/officeDocument/2006/relationships/image" Target="/ppt/media/image72.png" Id="R80dfb89fa68745d2" /><Relationship Type="http://schemas.openxmlformats.org/officeDocument/2006/relationships/image" Target="/ppt/media/image73.png" Id="R0eaf6e174ea442f1" /><Relationship Type="http://schemas.openxmlformats.org/officeDocument/2006/relationships/notesSlide" Target="/ppt/notesSlides/notesSlide26.xml" Id="R26ecc5eac28c4a7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186e36dd9194773" /><Relationship Type="http://schemas.openxmlformats.org/officeDocument/2006/relationships/image" Target="/ppt/media/image74.png" Id="R0166139105ba4c4d" /><Relationship Type="http://schemas.openxmlformats.org/officeDocument/2006/relationships/image" Target="/ppt/media/image75.png" Id="Ree6f499277d143ed" /><Relationship Type="http://schemas.openxmlformats.org/officeDocument/2006/relationships/notesSlide" Target="/ppt/notesSlides/notesSlide27.xml" Id="Rad3b7bf1b42a4cf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8d20d0f39de4427" /><Relationship Type="http://schemas.openxmlformats.org/officeDocument/2006/relationships/image" Target="/ppt/media/image76.png" Id="R724f754a05914185" /><Relationship Type="http://schemas.openxmlformats.org/officeDocument/2006/relationships/notesSlide" Target="/ppt/notesSlides/notesSlide28.xml" Id="R492d6b27b9664fb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d5fecf8c8d140f2" /><Relationship Type="http://schemas.openxmlformats.org/officeDocument/2006/relationships/image" Target="/ppt/media/image77.png" Id="R4c7b88ec7ddb45b2" /><Relationship Type="http://schemas.openxmlformats.org/officeDocument/2006/relationships/notesSlide" Target="/ppt/notesSlides/notesSlide29.xml" Id="R7a2cc2ed4aff4d1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92d4a3c29a5480e" /><Relationship Type="http://schemas.openxmlformats.org/officeDocument/2006/relationships/image" Target="/ppt/media/image78.png" Id="R454f44b261f14ade" /><Relationship Type="http://schemas.openxmlformats.org/officeDocument/2006/relationships/notesSlide" Target="/ppt/notesSlides/notesSlide30.xml" Id="Rc84cd048cc81433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f042543cb5c413a" /><Relationship Type="http://schemas.openxmlformats.org/officeDocument/2006/relationships/image" Target="/ppt/media/image79.png" Id="R2bdcfe60e3ab4591" /><Relationship Type="http://schemas.openxmlformats.org/officeDocument/2006/relationships/notesSlide" Target="/ppt/notesSlides/notesSlide31.xml" Id="R6cf7e053f1784f1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d85df31c6c54d13" /><Relationship Type="http://schemas.openxmlformats.org/officeDocument/2006/relationships/image" Target="/ppt/media/image80.png" Id="Raaddde6bcf114e09" /><Relationship Type="http://schemas.openxmlformats.org/officeDocument/2006/relationships/image" Target="/ppt/media/image81.png" Id="R8e571b3c99a5489e" /><Relationship Type="http://schemas.openxmlformats.org/officeDocument/2006/relationships/image" Target="/ppt/media/image82.png" Id="Rff13b881012b44b4" /><Relationship Type="http://schemas.openxmlformats.org/officeDocument/2006/relationships/notesSlide" Target="/ppt/notesSlides/notesSlide32.xml" Id="Rf177f248dba34e8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7b3281c97e64164" /><Relationship Type="http://schemas.openxmlformats.org/officeDocument/2006/relationships/image" Target="/ppt/media/image83.png" Id="R25e2531376374ceb" /><Relationship Type="http://schemas.openxmlformats.org/officeDocument/2006/relationships/image" Target="/ppt/media/image84.png" Id="R01c03e5cdfe34347" /><Relationship Type="http://schemas.openxmlformats.org/officeDocument/2006/relationships/image" Target="/ppt/media/image85.png" Id="R734779ae262a4652" /><Relationship Type="http://schemas.openxmlformats.org/officeDocument/2006/relationships/notesSlide" Target="/ppt/notesSlides/notesSlide33.xml" Id="Refc378abd0814e8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d07bb92c1124a64" /><Relationship Type="http://schemas.openxmlformats.org/officeDocument/2006/relationships/image" Target="/ppt/media/image86.png" Id="Rcc7193c2bdce41cf" /><Relationship Type="http://schemas.openxmlformats.org/officeDocument/2006/relationships/image" Target="/ppt/media/image87.png" Id="R2b03b9fb4b874892" /><Relationship Type="http://schemas.openxmlformats.org/officeDocument/2006/relationships/notesSlide" Target="/ppt/notesSlides/notesSlide34.xml" Id="R201e2a115117407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ae71e7919d3b4234" /><Relationship Type="http://schemas.openxmlformats.org/officeDocument/2006/relationships/image" Target="/ppt/media/image88.png" Id="R9dd456f42e3d462f" /><Relationship Type="http://schemas.openxmlformats.org/officeDocument/2006/relationships/image" Target="/ppt/media/image89.png" Id="Rb13ff7fa5f6e4136" /><Relationship Type="http://schemas.openxmlformats.org/officeDocument/2006/relationships/notesSlide" Target="/ppt/notesSlides/notesSlide35.xml" Id="R1ab74bdb3e92480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5b64366adf604050" /><Relationship Type="http://schemas.openxmlformats.org/officeDocument/2006/relationships/image" Target="/ppt/media/image90.png" Id="R8bbfd7a9a3d44c6c" /><Relationship Type="http://schemas.openxmlformats.org/officeDocument/2006/relationships/image" Target="/ppt/media/image91.png" Id="Re4450b421f16431b" /><Relationship Type="http://schemas.openxmlformats.org/officeDocument/2006/relationships/notesSlide" Target="/ppt/notesSlides/notesSlide36.xml" Id="R208f8c7e34ba40a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12dfbfa4b0948a5" /><Relationship Type="http://schemas.openxmlformats.org/officeDocument/2006/relationships/image" Target="/ppt/media/image92.png" Id="R95de906f6b5e42e0" /><Relationship Type="http://schemas.openxmlformats.org/officeDocument/2006/relationships/image" Target="/ppt/media/image93.png" Id="Rd225201f39ac4592" /><Relationship Type="http://schemas.openxmlformats.org/officeDocument/2006/relationships/image" Target="/ppt/media/image94.png" Id="R7e4648ea0f8047bd" /><Relationship Type="http://schemas.openxmlformats.org/officeDocument/2006/relationships/notesSlide" Target="/ppt/notesSlides/notesSlide37.xml" Id="Re74fa785a7d34f9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4b90a32c7dca4200" /><Relationship Type="http://schemas.openxmlformats.org/officeDocument/2006/relationships/image" Target="/ppt/media/image95.png" Id="Rb79c8885566a4507" /><Relationship Type="http://schemas.openxmlformats.org/officeDocument/2006/relationships/image" Target="/ppt/media/image96.png" Id="R38c038a50b794b24" /><Relationship Type="http://schemas.openxmlformats.org/officeDocument/2006/relationships/notesSlide" Target="/ppt/notesSlides/notesSlide38.xml" Id="R094e62fc32c341d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b274380c1ab44d71" /><Relationship Type="http://schemas.openxmlformats.org/officeDocument/2006/relationships/image" Target="/ppt/media/image97.png" Id="R184c47ca4aa54eeb" /><Relationship Type="http://schemas.openxmlformats.org/officeDocument/2006/relationships/image" Target="/ppt/media/image98.png" Id="Rf9bcc54d88644e17" /><Relationship Type="http://schemas.openxmlformats.org/officeDocument/2006/relationships/notesSlide" Target="/ppt/notesSlides/notesSlide39.xml" Id="Re3eda913e41a4bf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2e865158c42845b4" /><Relationship Type="http://schemas.openxmlformats.org/officeDocument/2006/relationships/image" Target="/ppt/media/image99.png" Id="Rbf2c8f8b248448cf" /><Relationship Type="http://schemas.openxmlformats.org/officeDocument/2006/relationships/image" Target="/ppt/media/image100.png" Id="R8acaf5c3706543ce" /><Relationship Type="http://schemas.openxmlformats.org/officeDocument/2006/relationships/image" Target="/ppt/media/image101.png" Id="Rb48c5958bb9a4bad" /><Relationship Type="http://schemas.openxmlformats.org/officeDocument/2006/relationships/notesSlide" Target="/ppt/notesSlides/notesSlide40.xml" Id="Re0e25cdf1ead492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009d2484d22449c" /><Relationship Type="http://schemas.openxmlformats.org/officeDocument/2006/relationships/image" Target="/ppt/media/image102.png" Id="R9d143f7d5d8e401d" /><Relationship Type="http://schemas.openxmlformats.org/officeDocument/2006/relationships/notesSlide" Target="/ppt/notesSlides/notesSlide41.xml" Id="R881db3d92a514b3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111fdc9385b84642" /><Relationship Type="http://schemas.openxmlformats.org/officeDocument/2006/relationships/image" Target="/ppt/media/image103.png" Id="Rb60d6a291ec44035" /><Relationship Type="http://schemas.openxmlformats.org/officeDocument/2006/relationships/image" Target="/ppt/media/image104.png" Id="Rc355d09164dd446b" /><Relationship Type="http://schemas.openxmlformats.org/officeDocument/2006/relationships/notesSlide" Target="/ppt/notesSlides/notesSlide42.xml" Id="R25a8d3b2e40f4f6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ca7e7649ba484f0b" /><Relationship Type="http://schemas.openxmlformats.org/officeDocument/2006/relationships/image" Target="/ppt/media/image105.png" Id="Rd2a4a66cee354aa9" /><Relationship Type="http://schemas.openxmlformats.org/officeDocument/2006/relationships/image" Target="/ppt/media/image106.png" Id="R322113f6969d4763" /><Relationship Type="http://schemas.openxmlformats.org/officeDocument/2006/relationships/image" Target="/ppt/media/image107.png" Id="R055b6571418c4260" /><Relationship Type="http://schemas.openxmlformats.org/officeDocument/2006/relationships/image" Target="/ppt/media/image108.png" Id="R420d8f8b316f4ba2" /><Relationship Type="http://schemas.openxmlformats.org/officeDocument/2006/relationships/notesSlide" Target="/ppt/notesSlides/notesSlide43.xml" Id="Rfdae60d677c743b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c69c0a85d04c4010" /><Relationship Type="http://schemas.openxmlformats.org/officeDocument/2006/relationships/image" Target="/ppt/media/image109.png" Id="R966fcfcb20d84315" /><Relationship Type="http://schemas.openxmlformats.org/officeDocument/2006/relationships/image" Target="/ppt/media/image110.png" Id="R7e9ec69d85f945a4" /><Relationship Type="http://schemas.openxmlformats.org/officeDocument/2006/relationships/notesSlide" Target="/ppt/notesSlides/notesSlide44.xml" Id="R6ce583aca21b4e3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62d8144fc926434f" /><Relationship Type="http://schemas.openxmlformats.org/officeDocument/2006/relationships/image" Target="/ppt/media/image111.png" Id="R9b910d2520854423" /><Relationship Type="http://schemas.openxmlformats.org/officeDocument/2006/relationships/image" Target="/ppt/media/image112.png" Id="R8bb923f588bb433d" /><Relationship Type="http://schemas.openxmlformats.org/officeDocument/2006/relationships/notesSlide" Target="/ppt/notesSlides/notesSlide45.xml" Id="R4f45fcf44155429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31da83c306704a39" /><Relationship Type="http://schemas.openxmlformats.org/officeDocument/2006/relationships/image" Target="/ppt/media/image113.png" Id="Rf00f35327e5f4893" /><Relationship Type="http://schemas.openxmlformats.org/officeDocument/2006/relationships/notesSlide" Target="/ppt/notesSlides/notesSlide46.xml" Id="R7ac6ed06f23b426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3467e280dd6e4679" /><Relationship Type="http://schemas.openxmlformats.org/officeDocument/2006/relationships/image" Target="/ppt/media/image114.png" Id="Rd4be9e858e384693" /><Relationship Type="http://schemas.openxmlformats.org/officeDocument/2006/relationships/image" Target="/ppt/media/image115.png" Id="R1f10dbb2f1f44f8e" /><Relationship Type="http://schemas.openxmlformats.org/officeDocument/2006/relationships/notesSlide" Target="/ppt/notesSlides/notesSlide47.xml" Id="R53f9dd44edc14de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69f0fd081ea34ad2" /><Relationship Type="http://schemas.openxmlformats.org/officeDocument/2006/relationships/image" Target="/ppt/media/image116.png" Id="R8fd1d3b2b12841df" /><Relationship Type="http://schemas.openxmlformats.org/officeDocument/2006/relationships/notesSlide" Target="/ppt/notesSlides/notesSlide48.xml" Id="R5dedd1df236a433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9d004dd8655a4eda" /><Relationship Type="http://schemas.openxmlformats.org/officeDocument/2006/relationships/image" Target="/ppt/media/image117.png" Id="Rc11a9826fcc74f92" /><Relationship Type="http://schemas.openxmlformats.org/officeDocument/2006/relationships/image" Target="/ppt/media/image118.png" Id="Raf51995e632c4889" /><Relationship Type="http://schemas.openxmlformats.org/officeDocument/2006/relationships/notesSlide" Target="/ppt/notesSlides/notesSlide49.xml" Id="R4d828e2c7e93403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a46f69175fb64f5c" /><Relationship Type="http://schemas.openxmlformats.org/officeDocument/2006/relationships/image" Target="/ppt/media/image119.png" Id="R28d19575cf234d27" /><Relationship Type="http://schemas.openxmlformats.org/officeDocument/2006/relationships/image" Target="/ppt/media/image120.png" Id="R11a180ba94d045bc" /><Relationship Type="http://schemas.openxmlformats.org/officeDocument/2006/relationships/image" Target="/ppt/media/image121.png" Id="R1cdd4517bd954f36" /><Relationship Type="http://schemas.openxmlformats.org/officeDocument/2006/relationships/image" Target="/ppt/media/image122.png" Id="R8e856d075da943fc" /><Relationship Type="http://schemas.openxmlformats.org/officeDocument/2006/relationships/notesSlide" Target="/ppt/notesSlides/notesSlide50.xml" Id="Rf6d27a956feb4c6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5abfcef0c0eb46e2" /><Relationship Type="http://schemas.openxmlformats.org/officeDocument/2006/relationships/image" Target="/ppt/media/image123.png" Id="Rb5deeea2779246a4" /><Relationship Type="http://schemas.openxmlformats.org/officeDocument/2006/relationships/notesSlide" Target="/ppt/notesSlides/notesSlide51.xml" Id="R303378a32a044111"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1A10B44-C1AC-4C8E-8A16-1663AFE1D950}"/>
              </a:ext>
            </a:extLst>
          </p:cNvPr>
          <p:cNvPicPr>
            <a:picLocks xmlns:a="http://schemas.openxmlformats.org/drawingml/2006/main" noChangeAspect="1"/>
          </p:cNvPicPr>
          <p:nvPr/>
        </p:nvPicPr>
        <p:blipFill>
          <a:blip xmlns:r="http://schemas.openxmlformats.org/officeDocument/2006/relationships" xmlns:a="http://schemas.openxmlformats.org/drawingml/2006/main" r:embed="Rf54004eb434642f5"/>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FCEACFF6-8362-465D-A311-49581926B9C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E4C2C248-CBD1-49F5-A4C2-25000A278319}"/>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987EE4EF-EE23-4437-9A29-03690F054800}"/>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66D375D6-FAF8-4C39-BA15-5506518F2010}"/>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557F39E9-C33A-482B-A4FA-414E1FB342AB}"/>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ABF74252-B37C-41D2-9796-A8C5AB22D59E}"/>
              </a:ext>
            </a:extLst>
          </p:cNvPr>
          <p:cNvPicPr>
            <a:picLocks xmlns:a="http://schemas.openxmlformats.org/drawingml/2006/main" noChangeAspect="1"/>
          </p:cNvPicPr>
          <p:nvPr/>
        </p:nvPicPr>
        <p:blipFill>
          <a:blip xmlns:r="http://schemas.openxmlformats.org/officeDocument/2006/relationships" xmlns:a="http://schemas.openxmlformats.org/drawingml/2006/main" r:embed="R502ddeb9d3d54b0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A1F9DDB-8B33-4B82-AE3C-A749003F2825}"/>
              </a:ext>
            </a:extLst>
          </p:cNvPr>
          <p:cNvPicPr>
            <a:picLocks xmlns:a="http://schemas.openxmlformats.org/drawingml/2006/main" noChangeAspect="1"/>
          </p:cNvPicPr>
          <p:nvPr/>
        </p:nvPicPr>
        <p:blipFill>
          <a:blip xmlns:r="http://schemas.openxmlformats.org/officeDocument/2006/relationships" xmlns:a="http://schemas.openxmlformats.org/drawingml/2006/main" r:embed="R4f123aaef0674e43"/>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E338BA51-D707-43B7-AA5B-37B1E398AB3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630084058"/>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FB1F68D-E6E8-4282-B725-BC146DE4D993}"/>
              </a:ext>
            </a:extLst>
          </p:cNvPr>
          <p:cNvPicPr>
            <a:picLocks xmlns:a="http://schemas.openxmlformats.org/drawingml/2006/main" noChangeAspect="1"/>
          </p:cNvPicPr>
          <p:nvPr/>
        </p:nvPicPr>
        <p:blipFill>
          <a:blip xmlns:r="http://schemas.openxmlformats.org/officeDocument/2006/relationships" xmlns:a="http://schemas.openxmlformats.org/drawingml/2006/main" r:embed="Rba6f484e9bda4e93"/>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E8AE793C-E2A9-461A-AEB2-B04787BFBF86}"/>
              </a:ext>
            </a:extLst>
          </p:cNvPr>
          <p:cNvPicPr>
            <a:picLocks xmlns:a="http://schemas.openxmlformats.org/drawingml/2006/main" noChangeAspect="1"/>
          </p:cNvPicPr>
          <p:nvPr/>
        </p:nvPicPr>
        <p:blipFill>
          <a:blip xmlns:r="http://schemas.openxmlformats.org/officeDocument/2006/relationships" xmlns:a="http://schemas.openxmlformats.org/drawingml/2006/main" r:embed="Rd742b6495e2b4b1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8E51E05-2371-4A02-AFDC-DC63981D572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31BE4C0-59B6-4945-BDA8-0AF8DEEECA3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4135CC16-53D5-4869-A8F1-BAE52AD044A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B8BFDB4-C4FD-459C-82E2-3C05C0D8646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E464E420-DB4D-4A7A-BC7F-10ABDF65FB5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5D99533C-5A05-47E7-A16C-68337142B8E3}"/>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2D8BF5B5-91A3-4246-B33D-03BC6FECADD1}"/>
              </a:ext>
            </a:extLst>
          </p:cNvPr>
          <p:cNvPicPr>
            <a:picLocks xmlns:a="http://schemas.openxmlformats.org/drawingml/2006/main" noChangeAspect="1"/>
          </p:cNvPicPr>
          <p:nvPr/>
        </p:nvPicPr>
        <p:blipFill>
          <a:blip xmlns:r="http://schemas.openxmlformats.org/officeDocument/2006/relationships" xmlns:a="http://schemas.openxmlformats.org/drawingml/2006/main" r:embed="R1e72df7db83e4e53"/>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846157629"/>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1929E445-7132-4D32-9C57-A210C43B02C9}"/>
              </a:ext>
            </a:extLst>
          </p:cNvPr>
          <p:cNvPicPr>
            <a:picLocks xmlns:a="http://schemas.openxmlformats.org/drawingml/2006/main" noChangeAspect="1"/>
          </p:cNvPicPr>
          <p:nvPr/>
        </p:nvPicPr>
        <p:blipFill>
          <a:blip xmlns:r="http://schemas.openxmlformats.org/officeDocument/2006/relationships" xmlns:a="http://schemas.openxmlformats.org/drawingml/2006/main" r:embed="R7a14d8d22e8542d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E5A9091-55B5-4C07-AD84-FC5AAD13D68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301230D-9B2A-4F9D-A405-152EDBD8DCB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329BE45A-9E65-4F1D-8ED3-B39124521CB9}"/>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1E2AA02E-EBA4-483D-8E91-362F0DCCC2CE}"/>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40BD1957-969B-4024-B2B3-B803E958D138}"/>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9A1A8409-A6AB-41EA-8614-6982DB48EBFA}"/>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54EFEB51-BA98-44F8-9F97-1746FDD6E69E}"/>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37465E4F-9B44-4070-90B2-951A909FC32E}"/>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11C6E05D-76EA-4B47-BC45-94390F2886AE}"/>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90E3DCC9-4569-4896-BCD3-6AFF86920E88}"/>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61EA5821-9862-413E-94FD-9EB2F24A3022}"/>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표준 생성</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67CCE35B-0765-47A1-90DF-F2B3594744D3}"/>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4313156D-C024-4F58-A193-3AED7AC5234A}"/>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E6750D47-A77B-449F-B66B-34086294B3F6}"/>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실험으로</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416443751"/>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63AA5124-FE49-4ECF-B729-BE104644CA4A}"/>
              </a:ext>
            </a:extLst>
          </p:cNvPr>
          <p:cNvPicPr>
            <a:picLocks xmlns:a="http://schemas.openxmlformats.org/drawingml/2006/main" noChangeAspect="1"/>
          </p:cNvPicPr>
          <p:nvPr/>
        </p:nvPicPr>
        <p:blipFill>
          <a:blip xmlns:r="http://schemas.openxmlformats.org/officeDocument/2006/relationships" xmlns:a="http://schemas.openxmlformats.org/drawingml/2006/main" r:embed="R118b73ff5c794dd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F8DFF14-E475-4986-BF79-146297A89A0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4ADE180-EF67-4422-A570-81915F7214F9}"/>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4F68FA7D-B89F-4FE0-89F4-D70BAB7A3644}"/>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24242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06FF186-B2C1-4DA2-9B91-EC219B96D503}"/>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AA9DBFFA-5060-4C97-88C7-07197F458032}"/>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982F4898-DFC1-4FB6-B223-F7DA461A45D3}"/>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0571E4F1-391F-4909-8EC0-94C43689BF26}"/>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24EA6BBB-A80C-4358-8AF9-A829833E510E}"/>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FC390A1D-3DB4-4617-962D-5AC3906F4B3A}"/>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헤스 법칙으로 측정하기 어려운 반응의 </a:t>
            </a:r>
            <a:r>
              <a:rPr sz="3150" b="0">
                <a:solidFill>
                  <a:srgbClr val="BBBBBB"/>
                </a:solidFill>
                <a:latin typeface="Pretendard"/>
                <a:ea typeface="Pretendard"/>
                <a:cs typeface="Pretendard"/>
              </a:rPr>
              <a:t>Δ</a:t>
            </a:r>
            <a:r>
              <a:rPr sz="3150" b="0" i="1">
                <a:solidFill>
                  <a:srgbClr val="BBBBBB"/>
                </a:solidFill>
                <a:latin typeface="Pretendard"/>
                <a:ea typeface="Pretendard"/>
                <a:cs typeface="Pretendard"/>
              </a:rPr>
              <a:t>H</a:t>
            </a:r>
            <a:r>
              <a:rPr sz="3150" b="0">
                <a:solidFill>
                  <a:srgbClr val="BBBBBB"/>
                </a:solidFill>
                <a:latin typeface="Pretendard"/>
                <a:ea typeface="Pretendard"/>
                <a:cs typeface="Pretendard"/>
              </a:rPr>
              <a:t>를 구한다.</a:t>
            </a:r>
          </a:p>
        </p:txBody>
      </p:sp>
      <p:sp>
        <p:nvSpPr>
          <p:cNvPr id="11" name="">
            <a:extLst xmlns:a="http://schemas.openxmlformats.org/drawingml/2006/main">
              <a:ext uri="{FF2B5EF4-FFF2-40B4-BE49-F238E27FC236}">
                <a16:creationId xmlns:a16="http://schemas.microsoft.com/office/drawing/2014/main" id="{62CF269E-A70C-45F9-A10F-1E203FB69EC5}"/>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6B9569B7-8D92-4ECF-A1F4-A3879AD6B021}"/>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D296AED6-F133-4C0C-B8E6-8A1BD5F16AFA}"/>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A9FC1639-4D42-48D5-A804-07A4066D688A}"/>
              </a:ext>
            </a:extLst>
          </p:cNvPr>
          <p:cNvPicPr>
            <a:picLocks xmlns:a="http://schemas.openxmlformats.org/drawingml/2006/main" noChangeAspect="1"/>
          </p:cNvPicPr>
          <p:nvPr/>
        </p:nvPicPr>
        <p:blipFill>
          <a:blip xmlns:r="http://schemas.openxmlformats.org/officeDocument/2006/relationships" xmlns:a="http://schemas.openxmlformats.org/drawingml/2006/main" r:embed="Rd77fca6b540642f4"/>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519736364"/>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F33778A-9ACE-4330-B998-9C830295C4D6}"/>
              </a:ext>
            </a:extLst>
          </p:cNvPr>
          <p:cNvPicPr>
            <a:picLocks xmlns:a="http://schemas.openxmlformats.org/drawingml/2006/main" noChangeAspect="1"/>
          </p:cNvPicPr>
          <p:nvPr/>
        </p:nvPicPr>
        <p:blipFill>
          <a:blip xmlns:r="http://schemas.openxmlformats.org/officeDocument/2006/relationships" xmlns:a="http://schemas.openxmlformats.org/drawingml/2006/main" r:embed="R56e663a341ad4304"/>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B27CC781-8142-487A-A357-789076EBF07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3E6101CF-0D78-4D77-926D-CEC0200ED55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B24BD5FA-2522-459D-8D66-16FA8612F254}"/>
              </a:ext>
            </a:extLst>
          </p:cNvPr>
          <p:cNvPicPr>
            <a:picLocks xmlns:a="http://schemas.openxmlformats.org/drawingml/2006/main" noChangeAspect="1"/>
          </p:cNvPicPr>
          <p:nvPr/>
        </p:nvPicPr>
        <p:blipFill>
          <a:blip xmlns:r="http://schemas.openxmlformats.org/officeDocument/2006/relationships" xmlns:a="http://schemas.openxmlformats.org/drawingml/2006/main" r:embed="Re9c19a62085b459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40FEC2EE-F360-406E-8CDF-1E5AE2129E0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C219D889-E24B-47DB-89FE-0542100EF002}"/>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CDFD263C-5A56-48C2-B079-BEAAA85797BD}"/>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BE94D4BC-8B34-4B60-B470-C22A58A35B7A}"/>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133705098"/>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8D495FF-B370-4C70-A43C-7B8F00248E2D}"/>
              </a:ext>
            </a:extLst>
          </p:cNvPr>
          <p:cNvPicPr>
            <a:picLocks xmlns:a="http://schemas.openxmlformats.org/drawingml/2006/main" noChangeAspect="1"/>
          </p:cNvPicPr>
          <p:nvPr/>
        </p:nvPicPr>
        <p:blipFill>
          <a:blip xmlns:r="http://schemas.openxmlformats.org/officeDocument/2006/relationships" xmlns:a="http://schemas.openxmlformats.org/drawingml/2006/main" r:embed="R59e942002fd145a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95EB7F7-A26A-47B5-9627-C055C3E81B3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E98712A-451F-4009-8BD5-C46F2ED86CC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C5FA8A3-5E7C-4AC6-88BD-A2CFA7BA5D1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BC6FE0A-5C4D-44F3-ACB7-1CB1ADCE0A5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390BB0B0-D391-4CD3-A796-3085604D791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헤스 법칙 (Hess’s law)</a:t>
            </a:r>
          </a:p>
        </p:txBody>
      </p:sp>
      <p:sp>
        <p:nvSpPr>
          <p:cNvPr id="7" name="가운데 정렬 헤스 법칙 설명 상자">
            <a:extLst xmlns:a="http://schemas.openxmlformats.org/drawingml/2006/main">
              <a:ext uri="{FF2B5EF4-FFF2-40B4-BE49-F238E27FC236}">
                <a16:creationId xmlns:a16="http://schemas.microsoft.com/office/drawing/2014/main" id="{19A94F0A-4631-433F-9543-7F2D135EAF08}"/>
              </a:ext>
            </a:extLst>
          </p:cNvPr>
          <p:cNvSpPr>
            <a:spLocks xmlns:a="http://schemas.openxmlformats.org/drawingml/2006/main" noGrp="1"/>
          </p:cNvSpPr>
          <p:nvPr/>
        </p:nvSpPr>
        <p:spPr>
          <a:xfrm xmlns:a="http://schemas.openxmlformats.org/drawingml/2006/main">
            <a:off x="1905000" y="4286250"/>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sp>
        <p:nvSpPr>
          <p:cNvPr id="9" name="가운데 정렬 헤스 법칙 설명 상자">
            <a:extLst xmlns:a="http://schemas.openxmlformats.org/drawingml/2006/main">
              <a:ext uri="{FF2B5EF4-FFF2-40B4-BE49-F238E27FC236}">
                <a16:creationId xmlns:a16="http://schemas.microsoft.com/office/drawing/2014/main" id="{7FE682F4-8162-4668-B880-96A24C4FEC4B}"/>
              </a:ext>
            </a:extLst>
          </p:cNvPr>
          <p:cNvSpPr>
            <a:spLocks xmlns:a="http://schemas.openxmlformats.org/drawingml/2006/main" noGrp="1"/>
          </p:cNvSpPr>
          <p:nvPr/>
        </p:nvSpPr>
        <p:spPr>
          <a:xfrm xmlns:a="http://schemas.openxmlformats.org/drawingml/2006/main">
            <a:off x="1905000" y="5667375"/>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sp>
        <p:nvSpPr>
          <p:cNvPr id="11" name="가운데 정렬 헤스 법칙 설명 상자">
            <a:extLst xmlns:a="http://schemas.openxmlformats.org/drawingml/2006/main">
              <a:ext uri="{FF2B5EF4-FFF2-40B4-BE49-F238E27FC236}">
                <a16:creationId xmlns:a16="http://schemas.microsoft.com/office/drawing/2014/main" id="{0F26A805-52BD-436A-9DC6-C14C9C4E22BD}"/>
              </a:ext>
            </a:extLst>
          </p:cNvPr>
          <p:cNvSpPr>
            <a:spLocks xmlns:a="http://schemas.openxmlformats.org/drawingml/2006/main" noGrp="1"/>
          </p:cNvSpPr>
          <p:nvPr/>
        </p:nvSpPr>
        <p:spPr>
          <a:xfrm xmlns:a="http://schemas.openxmlformats.org/drawingml/2006/main">
            <a:off x="1905000" y="7048500"/>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6350D2F8-6EDE-4359-BA31-23BA36A5C0D7}"/>
              </a:ext>
            </a:extLst>
          </p:cNvPr>
          <p:cNvPicPr>
            <a:picLocks xmlns:a="http://schemas.openxmlformats.org/drawingml/2006/main" noChangeAspect="1"/>
          </p:cNvPicPr>
          <p:nvPr/>
        </p:nvPicPr>
        <p:blipFill>
          <a:blip xmlns:r="http://schemas.openxmlformats.org/officeDocument/2006/relationships" xmlns:a="http://schemas.openxmlformats.org/drawingml/2006/main" r:embed="R04a6d6b4fbf7431f"/>
          <a:stretch xmlns:a="http://schemas.openxmlformats.org/drawingml/2006/main"/>
        </p:blipFill>
        <p:spPr>
          <a:xfrm xmlns:a="http://schemas.openxmlformats.org/drawingml/2006/main" flipH="1">
            <a:off x="14827250" y="6572250"/>
            <a:ext cx="2159000" cy="3238500"/>
          </a:xfrm>
          <a:prstGeom xmlns:a="http://schemas.openxmlformats.org/drawingml/2006/main" prst="rect">
            <a:avLst/>
          </a:prstGeom>
        </p:spPr>
      </p:pic>
      <p:sp>
        <p:nvSpPr>
          <p:cNvPr id="14" name="v26 핵심어 강조 설명 1">
            <a:extLst xmlns:a="http://schemas.openxmlformats.org/drawingml/2006/main">
              <a:ext uri="{FF2B5EF4-FFF2-40B4-BE49-F238E27FC236}">
                <a16:creationId xmlns:a16="http://schemas.microsoft.com/office/drawing/2014/main" id="{22BFF4B0-0A83-42D8-962D-225C4E3C809B}"/>
              </a:ext>
            </a:extLst>
          </p:cNvPr>
          <p:cNvSpPr>
            <a:spLocks xmlns:a="http://schemas.openxmlformats.org/drawingml/2006/main" noGrp="1"/>
          </p:cNvSpPr>
          <p:nvPr/>
        </p:nvSpPr>
        <p:spPr>
          <a:xfrm xmlns:a="http://schemas.openxmlformats.org/drawingml/2006/main">
            <a:off x="2333625" y="447675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9FFF68"/>
                </a:solidFill>
              </a:rPr>
              <a:t>경로</a:t>
            </a:r>
            <a:r>
              <a:t>와 무관하다.</a:t>
            </a:r>
          </a:p>
        </p:txBody>
      </p:sp>
      <p:sp>
        <p:nvSpPr>
          <p:cNvPr id="15" name="v26 핵심어 강조 설명 2">
            <a:extLst xmlns:a="http://schemas.openxmlformats.org/drawingml/2006/main">
              <a:ext uri="{FF2B5EF4-FFF2-40B4-BE49-F238E27FC236}">
                <a16:creationId xmlns:a16="http://schemas.microsoft.com/office/drawing/2014/main" id="{6707ED8B-D0F8-49CC-80E8-11F3011F18D0}"/>
              </a:ext>
            </a:extLst>
          </p:cNvPr>
          <p:cNvSpPr>
            <a:spLocks xmlns:a="http://schemas.openxmlformats.org/drawingml/2006/main" noGrp="1"/>
          </p:cNvSpPr>
          <p:nvPr/>
        </p:nvSpPr>
        <p:spPr>
          <a:xfrm xmlns:a="http://schemas.openxmlformats.org/drawingml/2006/main">
            <a:off x="2333625" y="5857875"/>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a:t>
            </a:r>
            <a:r>
              <a:rPr b="1">
                <a:solidFill>
                  <a:srgbClr val="9FFF68"/>
                </a:solidFill>
              </a:rPr>
              <a:t>총 열량 불변의 법칙</a:t>
            </a:r>
            <a:r>
              <a:t>이라고 부르기도 한다.</a:t>
            </a:r>
          </a:p>
        </p:txBody>
      </p:sp>
      <p:sp>
        <p:nvSpPr>
          <p:cNvPr id="16" name="v26 핵심어 강조 설명 3">
            <a:extLst xmlns:a="http://schemas.openxmlformats.org/drawingml/2006/main">
              <a:ext uri="{FF2B5EF4-FFF2-40B4-BE49-F238E27FC236}">
                <a16:creationId xmlns:a16="http://schemas.microsoft.com/office/drawing/2014/main" id="{C171F3DE-B72E-4A98-8F9D-FC95A728213C}"/>
              </a:ext>
            </a:extLst>
          </p:cNvPr>
          <p:cNvSpPr>
            <a:spLocks xmlns:a="http://schemas.openxmlformats.org/drawingml/2006/main" noGrp="1"/>
          </p:cNvSpPr>
          <p:nvPr/>
        </p:nvSpPr>
        <p:spPr>
          <a:xfrm xmlns:a="http://schemas.openxmlformats.org/drawingml/2006/main">
            <a:off x="2333625" y="723900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9FFF68"/>
                </a:solidFill>
              </a:rPr>
              <a:t>간접적으로</a:t>
            </a:r>
            <a:r>
              <a:t> 구할 수 있다.</a:t>
            </a:r>
          </a:p>
        </p:txBody>
      </p:sp>
    </p:spTree>
    <p:extLst>
      <p:ext uri="{BB962C8B-B14F-4D97-AF65-F5344CB8AC3E}">
        <p14:creationId xmlns:p14="http://schemas.microsoft.com/office/powerpoint/2010/main" val="440346787"/>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29F3651E-36EA-4841-A484-FA8CDDCBB7B3}"/>
              </a:ext>
            </a:extLst>
          </p:cNvPr>
          <p:cNvPicPr>
            <a:picLocks xmlns:a="http://schemas.openxmlformats.org/drawingml/2006/main" noChangeAspect="1"/>
          </p:cNvPicPr>
          <p:nvPr/>
        </p:nvPicPr>
        <p:blipFill>
          <a:blip xmlns:r="http://schemas.openxmlformats.org/officeDocument/2006/relationships" xmlns:a="http://schemas.openxmlformats.org/drawingml/2006/main" r:embed="Rc9675d655b484b1a"/>
          <a:stretch xmlns:a="http://schemas.openxmlformats.org/drawingml/2006/main"/>
        </p:blipFill>
        <p:spPr>
          <a:xfrm xmlns:a="http://schemas.openxmlformats.org/drawingml/2006/main">
            <a:off x="4863465" y="3486150"/>
            <a:ext cx="8561070" cy="61150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E62042D5-05E1-4E56-A43A-59FAFF155B99}"/>
              </a:ext>
            </a:extLst>
          </p:cNvPr>
          <p:cNvPicPr>
            <a:picLocks xmlns:a="http://schemas.openxmlformats.org/drawingml/2006/main" noChangeAspect="1"/>
          </p:cNvPicPr>
          <p:nvPr/>
        </p:nvPicPr>
        <p:blipFill>
          <a:blip xmlns:r="http://schemas.openxmlformats.org/officeDocument/2006/relationships" xmlns:a="http://schemas.openxmlformats.org/drawingml/2006/main" r:embed="R2d2f5dbd1b4c451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3F0D3EF-3DF9-4223-B574-DD1ADD85CF8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606A173-888F-4928-9617-3BCC3CE1891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591BECDB-F0C2-4468-8C85-95DA88A9A58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3541D95-B0C7-46A1-BE48-695470E8B45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4876B171-0BF4-45F4-8AF9-8DBDAA0F831C}"/>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반응을 비교하려면</a:t>
            </a:r>
          </a:p>
        </p:txBody>
      </p:sp>
      <p:sp>
        <p:nvSpPr>
          <p:cNvPr id="8" name="text">
            <a:extLst xmlns:a="http://schemas.openxmlformats.org/drawingml/2006/main">
              <a:ext uri="{FF2B5EF4-FFF2-40B4-BE49-F238E27FC236}">
                <a16:creationId xmlns:a16="http://schemas.microsoft.com/office/drawing/2014/main" id="{F51773EC-B961-4765-8571-FAEBFD1E6B4A}"/>
              </a:ext>
            </a:extLst>
          </p:cNvPr>
          <p:cNvSpPr>
            <a:spLocks xmlns:a="http://schemas.openxmlformats.org/drawingml/2006/main" noGrp="1"/>
          </p:cNvSpPr>
          <p:nvPr/>
        </p:nvSpPr>
        <p:spPr>
          <a:xfrm xmlns:a="http://schemas.openxmlformats.org/drawingml/2006/main">
            <a:off x="5715000" y="41148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81EC8391-3FB9-4092-A8B2-5EAED761260F}"/>
              </a:ext>
            </a:extLst>
          </p:cNvPr>
          <p:cNvSpPr>
            <a:spLocks xmlns:a="http://schemas.openxmlformats.org/drawingml/2006/main" noGrp="1"/>
          </p:cNvSpPr>
          <p:nvPr/>
        </p:nvSpPr>
        <p:spPr>
          <a:xfrm xmlns:a="http://schemas.openxmlformats.org/drawingml/2006/main">
            <a:off x="5715000" y="47053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2D38FC20-C8FD-4801-841A-345FD480CBCE}"/>
              </a:ext>
            </a:extLst>
          </p:cNvPr>
          <p:cNvSpPr>
            <a:spLocks xmlns:a="http://schemas.openxmlformats.org/drawingml/2006/main" noGrp="1"/>
          </p:cNvSpPr>
          <p:nvPr/>
        </p:nvSpPr>
        <p:spPr>
          <a:xfrm xmlns:a="http://schemas.openxmlformats.org/drawingml/2006/main">
            <a:off x="5715000" y="581025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9ADABEC1-B89B-4B41-AA6B-024BC5C8F47C}"/>
              </a:ext>
            </a:extLst>
          </p:cNvPr>
          <p:cNvSpPr>
            <a:spLocks xmlns:a="http://schemas.openxmlformats.org/drawingml/2006/main" noGrp="1"/>
          </p:cNvSpPr>
          <p:nvPr/>
        </p:nvSpPr>
        <p:spPr>
          <a:xfrm xmlns:a="http://schemas.openxmlformats.org/drawingml/2006/main">
            <a:off x="5715000" y="640080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11FADF19-10FA-4854-A7C1-8E5FAC7286DA}"/>
              </a:ext>
            </a:extLst>
          </p:cNvPr>
          <p:cNvSpPr>
            <a:spLocks xmlns:a="http://schemas.openxmlformats.org/drawingml/2006/main" noGrp="1"/>
          </p:cNvSpPr>
          <p:nvPr/>
        </p:nvSpPr>
        <p:spPr>
          <a:xfrm xmlns:a="http://schemas.openxmlformats.org/drawingml/2006/main">
            <a:off x="5715000" y="75057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F781C004-40B3-4C95-8ACF-C59BB75E66EB}"/>
              </a:ext>
            </a:extLst>
          </p:cNvPr>
          <p:cNvSpPr>
            <a:spLocks xmlns:a="http://schemas.openxmlformats.org/drawingml/2006/main" noGrp="1"/>
          </p:cNvSpPr>
          <p:nvPr/>
        </p:nvSpPr>
        <p:spPr>
          <a:xfrm xmlns:a="http://schemas.openxmlformats.org/drawingml/2006/main">
            <a:off x="5715000" y="80962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EA612BC8-6913-487E-8126-9ACA045C2B19}"/>
              </a:ext>
            </a:extLst>
          </p:cNvPr>
          <p:cNvPicPr>
            <a:picLocks xmlns:a="http://schemas.openxmlformats.org/drawingml/2006/main" noChangeAspect="1"/>
          </p:cNvPicPr>
          <p:nvPr/>
        </p:nvPicPr>
        <p:blipFill>
          <a:blip xmlns:r="http://schemas.openxmlformats.org/officeDocument/2006/relationships" xmlns:a="http://schemas.openxmlformats.org/drawingml/2006/main" r:embed="R846d8a773770471a"/>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461B87AF-F5AB-43E6-8DBD-48B501C75D85}"/>
              </a:ext>
            </a:extLst>
          </p:cNvPr>
          <p:cNvPicPr>
            <a:picLocks xmlns:a="http://schemas.openxmlformats.org/drawingml/2006/main" noChangeAspect="1"/>
          </p:cNvPicPr>
          <p:nvPr/>
        </p:nvPicPr>
        <p:blipFill>
          <a:blip xmlns:r="http://schemas.openxmlformats.org/officeDocument/2006/relationships" xmlns:a="http://schemas.openxmlformats.org/drawingml/2006/main" r:embed="R6ba30625702d492c"/>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ECC6D66A-1D52-4639-8220-366F905FC8C3}"/>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4245496A-5CA6-4BE0-A0ED-E916F6775212}"/>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ECA5BFD3-FEFF-45D7-BD23-FEB1C280A04E}"/>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9E22A7CD-62DC-4173-81B6-328ABA6439EA}"/>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BA4C8E5E-7646-4B23-AEF7-A5D1C7FA49A8}"/>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F1344532-954F-444D-B0E1-CAA898095642}"/>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46FEEBB3-A86F-46B7-A241-1E1F38DE1019}"/>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1E6ECBAC-3AB2-49C1-A2A8-A86850EAB98C}"/>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모두 같게!</a:t>
            </a:r>
          </a:p>
        </p:txBody>
      </p:sp>
      <p:sp>
        <p:nvSpPr>
          <p:cNvPr id="25" name="칠판 내용 구분선">
            <a:extLst xmlns:a="http://schemas.openxmlformats.org/drawingml/2006/main">
              <a:ext uri="{FF2B5EF4-FFF2-40B4-BE49-F238E27FC236}">
                <a16:creationId xmlns:a16="http://schemas.microsoft.com/office/drawing/2014/main" id="{78203A87-1418-4CEE-9422-D1A1F359BFF4}"/>
              </a:ext>
            </a:extLst>
          </p:cNvPr>
          <p:cNvSpPr>
            <a:spLocks xmlns:a="http://schemas.openxmlformats.org/drawingml/2006/main" noGrp="1"/>
          </p:cNvSpPr>
          <p:nvPr/>
        </p:nvSpPr>
        <p:spPr>
          <a:xfrm xmlns:a="http://schemas.openxmlformats.org/drawingml/2006/main">
            <a:off x="5715000" y="554355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
        <p:nvSpPr>
          <p:cNvPr id="26" name="칠판 내용 구분선">
            <a:extLst xmlns:a="http://schemas.openxmlformats.org/drawingml/2006/main">
              <a:ext uri="{FF2B5EF4-FFF2-40B4-BE49-F238E27FC236}">
                <a16:creationId xmlns:a16="http://schemas.microsoft.com/office/drawing/2014/main" id="{67028BB2-1B83-4AC3-A36F-9BFD057DFFA8}"/>
              </a:ext>
            </a:extLst>
          </p:cNvPr>
          <p:cNvSpPr>
            <a:spLocks xmlns:a="http://schemas.openxmlformats.org/drawingml/2006/main" noGrp="1"/>
          </p:cNvSpPr>
          <p:nvPr/>
        </p:nvSpPr>
        <p:spPr>
          <a:xfrm xmlns:a="http://schemas.openxmlformats.org/drawingml/2006/main">
            <a:off x="5715000" y="723900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Tree>
    <p:extLst>
      <p:ext uri="{BB962C8B-B14F-4D97-AF65-F5344CB8AC3E}">
        <p14:creationId xmlns:p14="http://schemas.microsoft.com/office/powerpoint/2010/main" val="1529237652"/>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27079C60-C24E-4BF4-8579-6DB2CB10C0FE}"/>
              </a:ext>
            </a:extLst>
          </p:cNvPr>
          <p:cNvSpPr>
            <a:spLocks xmlns:a="http://schemas.openxmlformats.org/drawingml/2006/main" noGrp="1"/>
          </p:cNvSpPr>
          <p:nvPr/>
        </p:nvSpPr>
        <p:spPr>
          <a:xfrm xmlns:a="http://schemas.openxmlformats.org/drawingml/2006/main">
            <a:off x="13192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406D98FE-2560-451E-A2B6-D15FFA28C3C5}"/>
              </a:ext>
            </a:extLst>
          </p:cNvPr>
          <p:cNvSpPr>
            <a:spLocks xmlns:a="http://schemas.openxmlformats.org/drawingml/2006/main" noGrp="1"/>
          </p:cNvSpPr>
          <p:nvPr/>
        </p:nvSpPr>
        <p:spPr>
          <a:xfrm xmlns:a="http://schemas.openxmlformats.org/drawingml/2006/main">
            <a:off x="1000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1C1FD8FF-69F5-4026-A9A0-7FA1A2655710}"/>
              </a:ext>
            </a:extLst>
          </p:cNvPr>
          <p:cNvPicPr>
            <a:picLocks xmlns:a="http://schemas.openxmlformats.org/drawingml/2006/main" noChangeAspect="1"/>
          </p:cNvPicPr>
          <p:nvPr/>
        </p:nvPicPr>
        <p:blipFill>
          <a:blip xmlns:r="http://schemas.openxmlformats.org/officeDocument/2006/relationships" xmlns:a="http://schemas.openxmlformats.org/drawingml/2006/main" r:embed="R0ec7b23bea944bd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703258E-59A1-4573-8652-E7C5C5C80A0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662636E-BBE6-4FFD-86B5-9CEAFF7EFDC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09FEE3D6-B470-4C45-8FAB-A669B1D31BC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79BB89F-739F-40B5-8578-22B9800B787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A7D8B4CA-469A-479E-B727-49C7CFC5258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경로가 달라도,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같다</a:t>
            </a:r>
          </a:p>
        </p:txBody>
      </p:sp>
      <p:pic>
        <p:nvPicPr>
          <p:cNvPr id="8" name="">
            <a:extLst xmlns:a="http://schemas.openxmlformats.org/drawingml/2006/main">
              <a:ext uri="{FF2B5EF4-FFF2-40B4-BE49-F238E27FC236}">
                <a16:creationId xmlns:a16="http://schemas.microsoft.com/office/drawing/2014/main" id="{8DF36640-0E2D-427C-93B0-9B234FF694B1}"/>
              </a:ext>
            </a:extLst>
          </p:cNvPr>
          <p:cNvPicPr>
            <a:picLocks xmlns:a="http://schemas.openxmlformats.org/drawingml/2006/main" noChangeAspect="1"/>
          </p:cNvPicPr>
          <p:nvPr/>
        </p:nvPicPr>
        <p:blipFill>
          <a:blip xmlns:r="http://schemas.openxmlformats.org/officeDocument/2006/relationships" xmlns:a="http://schemas.openxmlformats.org/drawingml/2006/main" r:embed="R48ac3ddc909f432f"/>
          <a:stretch xmlns:a="http://schemas.openxmlformats.org/drawingml/2006/main"/>
        </p:blipFill>
        <p:spPr>
          <a:xfrm xmlns:a="http://schemas.openxmlformats.org/drawingml/2006/main">
            <a:off x="6014555" y="4476750"/>
            <a:ext cx="6258890" cy="466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32BED72C-48D1-46AE-952D-8FC220428840}"/>
              </a:ext>
            </a:extLst>
          </p:cNvPr>
          <p:cNvSpPr>
            <a:spLocks xmlns:a="http://schemas.openxmlformats.org/drawingml/2006/main" noGrp="1"/>
          </p:cNvSpPr>
          <p:nvPr/>
        </p:nvSpPr>
        <p:spPr>
          <a:xfrm xmlns:a="http://schemas.openxmlformats.org/drawingml/2006/main">
            <a:off x="1762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두 단계 경로</a:t>
            </a:r>
          </a:p>
        </p:txBody>
      </p:sp>
      <p:sp>
        <p:nvSpPr>
          <p:cNvPr id="12" name="text">
            <a:extLst xmlns:a="http://schemas.openxmlformats.org/drawingml/2006/main">
              <a:ext uri="{FF2B5EF4-FFF2-40B4-BE49-F238E27FC236}">
                <a16:creationId xmlns:a16="http://schemas.microsoft.com/office/drawing/2014/main" id="{2A2EBBDD-11D9-43C6-9DA2-2B4BBA30F7C1}"/>
              </a:ext>
            </a:extLst>
          </p:cNvPr>
          <p:cNvSpPr>
            <a:spLocks xmlns:a="http://schemas.openxmlformats.org/drawingml/2006/main" noGrp="1"/>
          </p:cNvSpPr>
          <p:nvPr/>
        </p:nvSpPr>
        <p:spPr>
          <a:xfrm xmlns:a="http://schemas.openxmlformats.org/drawingml/2006/main">
            <a:off x="13954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직접 경로</a:t>
            </a:r>
          </a:p>
        </p:txBody>
      </p:sp>
      <p:pic>
        <p:nvPicPr>
          <p:cNvPr id="13" name="">
            <a:extLst xmlns:a="http://schemas.openxmlformats.org/drawingml/2006/main">
              <a:ext uri="{FF2B5EF4-FFF2-40B4-BE49-F238E27FC236}">
                <a16:creationId xmlns:a16="http://schemas.microsoft.com/office/drawing/2014/main" id="{8EC763ED-D606-4F1D-B614-63665BEA80D1}"/>
              </a:ext>
            </a:extLst>
          </p:cNvPr>
          <p:cNvPicPr>
            <a:picLocks xmlns:a="http://schemas.openxmlformats.org/drawingml/2006/main" noChangeAspect="1"/>
          </p:cNvPicPr>
          <p:nvPr/>
        </p:nvPicPr>
        <p:blipFill>
          <a:blip xmlns:r="http://schemas.openxmlformats.org/officeDocument/2006/relationships" xmlns:a="http://schemas.openxmlformats.org/drawingml/2006/main" r:embed="R8a36c47dfa5b4d2b"/>
          <a:stretch xmlns:a="http://schemas.openxmlformats.org/drawingml/2006/main"/>
        </p:blipFill>
        <p:spPr>
          <a:xfrm xmlns:a="http://schemas.openxmlformats.org/drawingml/2006/main">
            <a:off x="1354188" y="6517767"/>
            <a:ext cx="3387623" cy="120434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5870FC32-2FB9-458B-A198-BA4F16485F04}"/>
              </a:ext>
            </a:extLst>
          </p:cNvPr>
          <p:cNvPicPr>
            <a:picLocks xmlns:a="http://schemas.openxmlformats.org/drawingml/2006/main" noChangeAspect="1"/>
          </p:cNvPicPr>
          <p:nvPr/>
        </p:nvPicPr>
        <p:blipFill>
          <a:blip xmlns:r="http://schemas.openxmlformats.org/officeDocument/2006/relationships" xmlns:a="http://schemas.openxmlformats.org/drawingml/2006/main" r:embed="R8fff270505b24206"/>
          <a:stretch xmlns:a="http://schemas.openxmlformats.org/drawingml/2006/main"/>
        </p:blipFill>
        <p:spPr>
          <a:xfrm xmlns:a="http://schemas.openxmlformats.org/drawingml/2006/main">
            <a:off x="13900646" y="6803243"/>
            <a:ext cx="2678709" cy="34763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D96E122E-8F6B-48CC-BE21-E341A7A26F95}"/>
              </a:ext>
            </a:extLst>
          </p:cNvPr>
          <p:cNvSpPr>
            <a:spLocks xmlns:a="http://schemas.openxmlformats.org/drawingml/2006/main" noGrp="1"/>
          </p:cNvSpPr>
          <p:nvPr/>
        </p:nvSpPr>
        <p:spPr>
          <a:xfrm xmlns:a="http://schemas.openxmlformats.org/drawingml/2006/main">
            <a:off x="5191125" y="6477000"/>
            <a:ext cx="571500" cy="428625"/>
          </a:xfrm>
          <a:prstGeom xmlns:a="http://schemas.openxmlformats.org/drawingml/2006/main" prst="rightArrow">
            <a:avLst/>
          </a:prstGeom>
          <a:gradFill xmlns:a="http://schemas.openxmlformats.org/drawingml/2006/main">
            <a:gsLst>
              <a:gs pos="0">
                <a:srgbClr val="777777"/>
              </a:gs>
              <a:gs pos="100000">
                <a:srgbClr val="9FFF68"/>
              </a:gs>
            </a:gsLst>
            <a:lin ang="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D9F885E-CAFC-49B5-BC61-37EB5E1A1C06}"/>
              </a:ext>
            </a:extLst>
          </p:cNvPr>
          <p:cNvSpPr>
            <a:spLocks xmlns:a="http://schemas.openxmlformats.org/drawingml/2006/main" noGrp="1"/>
          </p:cNvSpPr>
          <p:nvPr/>
        </p:nvSpPr>
        <p:spPr>
          <a:xfrm xmlns:a="http://schemas.openxmlformats.org/drawingml/2006/main">
            <a:off x="12525375" y="6477000"/>
            <a:ext cx="571500" cy="428625"/>
          </a:xfrm>
          <a:prstGeom xmlns:a="http://schemas.openxmlformats.org/drawingml/2006/main" prst="leftArrow">
            <a:avLst/>
          </a:prstGeom>
          <a:gradFill xmlns:a="http://schemas.openxmlformats.org/drawingml/2006/main">
            <a:gsLst>
              <a:gs pos="0">
                <a:srgbClr val="9FFF68"/>
              </a:gs>
              <a:gs pos="100000">
                <a:srgbClr val="777777"/>
              </a:gs>
            </a:gsLst>
            <a:lin ang="0"/>
          </a:gra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3C940E2F-38F4-43C6-96FB-2275AEF0089D}"/>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같은 처음 상태에서 같은 나중 상태로 변할 때</a:t>
            </a:r>
          </a:p>
        </p:txBody>
      </p:sp>
    </p:spTree>
    <p:extLst>
      <p:ext uri="{BB962C8B-B14F-4D97-AF65-F5344CB8AC3E}">
        <p14:creationId xmlns:p14="http://schemas.microsoft.com/office/powerpoint/2010/main" val="1004343199"/>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57664F08-5C5E-4F8F-9F85-CA3DB467D80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2" name="text">
            <a:extLst xmlns:a="http://schemas.openxmlformats.org/drawingml/2006/main">
              <a:ext uri="{FF2B5EF4-FFF2-40B4-BE49-F238E27FC236}">
                <a16:creationId xmlns:a16="http://schemas.microsoft.com/office/drawing/2014/main" id="{31396256-1721-4E8C-92D9-BA0B060DA0EE}"/>
              </a:ext>
            </a:extLst>
          </p:cNvPr>
          <p:cNvSpPr>
            <a:spLocks xmlns:a="http://schemas.openxmlformats.org/drawingml/2006/main" noGrp="1"/>
          </p:cNvSpPr>
          <p:nvPr/>
        </p:nvSpPr>
        <p:spPr>
          <a:xfrm xmlns:a="http://schemas.openxmlformats.org/drawingml/2006/main">
            <a:off x="857250" y="1276350"/>
            <a:ext cx="1524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a:solidFill>
                  <a:srgbClr val="9FFF68"/>
                </a:solidFill>
              </a:rPr>
              <a:t>01</a:t>
            </a:r>
            <a:r>
              <a:rPr>
                <a:solidFill>
                  <a:srgbClr val="FFFFFF"/>
                </a:solidFill>
              </a:rPr>
              <a:t> 헤스 법칙</a:t>
            </a:r>
          </a:p>
        </p:txBody>
      </p:sp>
      <p:sp>
        <p:nvSpPr>
          <p:cNvPr id="3" name="text">
            <a:extLst xmlns:a="http://schemas.openxmlformats.org/drawingml/2006/main">
              <a:ext uri="{FF2B5EF4-FFF2-40B4-BE49-F238E27FC236}">
                <a16:creationId xmlns:a16="http://schemas.microsoft.com/office/drawing/2014/main" id="{648990F5-B8A7-4BA0-8FAC-436AFE1D198A}"/>
              </a:ext>
            </a:extLst>
          </p:cNvPr>
          <p:cNvSpPr>
            <a:spLocks xmlns:a="http://schemas.openxmlformats.org/drawingml/2006/main" noGrp="1"/>
          </p:cNvSpPr>
          <p:nvPr/>
        </p:nvSpPr>
        <p:spPr>
          <a:xfrm xmlns:a="http://schemas.openxmlformats.org/drawingml/2006/main">
            <a:off x="1714500" y="24765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경로와 CO를 거치는 경로</a:t>
            </a:r>
          </a:p>
        </p:txBody>
      </p:sp>
      <p:pic>
        <p:nvPicPr>
          <p:cNvPr id="4" name="">
            <a:extLst xmlns:a="http://schemas.openxmlformats.org/drawingml/2006/main">
              <a:ext uri="{FF2B5EF4-FFF2-40B4-BE49-F238E27FC236}">
                <a16:creationId xmlns:a16="http://schemas.microsoft.com/office/drawing/2014/main" id="{15E752BA-49F4-47E5-9A4D-59306D3B340A}"/>
              </a:ext>
            </a:extLst>
          </p:cNvPr>
          <p:cNvPicPr>
            <a:picLocks xmlns:a="http://schemas.openxmlformats.org/drawingml/2006/main" noChangeAspect="1"/>
          </p:cNvPicPr>
          <p:nvPr/>
        </p:nvPicPr>
        <p:blipFill>
          <a:blip xmlns:r="http://schemas.openxmlformats.org/officeDocument/2006/relationships" xmlns:a="http://schemas.openxmlformats.org/drawingml/2006/main" r:embed="R4230874372684c2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76E109AA-9AC4-4141-B213-2F8C9025C8A5}"/>
              </a:ext>
            </a:extLst>
          </p:cNvPr>
          <p:cNvPicPr>
            <a:picLocks xmlns:a="http://schemas.openxmlformats.org/drawingml/2006/main" noChangeAspect="1"/>
          </p:cNvPicPr>
          <p:nvPr/>
        </p:nvPicPr>
        <p:blipFill>
          <a:blip xmlns:r="http://schemas.openxmlformats.org/officeDocument/2006/relationships" xmlns:a="http://schemas.openxmlformats.org/drawingml/2006/main" r:embed="R168a1756686749f4"/>
          <a:stretch xmlns:a="http://schemas.openxmlformats.org/drawingml/2006/main"/>
        </p:blipFill>
        <p:spPr>
          <a:xfrm xmlns:a="http://schemas.openxmlformats.org/drawingml/2006/main">
            <a:off x="5143500" y="3714750"/>
            <a:ext cx="8001000" cy="57150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DA75B0E7-6D8A-40C6-8E6F-3615ED211F7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1999955579"/>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3D6FFAA6-4C56-4E68-8A5D-13490E151F27}"/>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666666"/>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49ABFAA5-0205-466F-8856-2BCFB1269CA4}"/>
              </a:ext>
            </a:extLst>
          </p:cNvPr>
          <p:cNvPicPr>
            <a:picLocks xmlns:a="http://schemas.openxmlformats.org/drawingml/2006/main" noChangeAspect="1"/>
          </p:cNvPicPr>
          <p:nvPr/>
        </p:nvPicPr>
        <p:blipFill>
          <a:blip xmlns:r="http://schemas.openxmlformats.org/officeDocument/2006/relationships" xmlns:a="http://schemas.openxmlformats.org/drawingml/2006/main" r:embed="Re3b9e51bcb69417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C612017-056A-4F9A-9148-375E43BBBE5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D82B116-A5DD-4A9D-8D62-A4DA196CAC7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1D263E50-98AA-444F-B876-B22D4A71B29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1ED9628-A9AB-4624-8BCD-75921FD62DF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BA71D047-44D9-4D12-975E-7159E52E8DF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932D9353-114A-47D6-9BB4-20A4B599DB34}"/>
              </a:ext>
            </a:extLst>
          </p:cNvPr>
          <p:cNvPicPr>
            <a:picLocks xmlns:a="http://schemas.openxmlformats.org/drawingml/2006/main" noChangeAspect="1"/>
          </p:cNvPicPr>
          <p:nvPr/>
        </p:nvPicPr>
        <p:blipFill>
          <a:blip xmlns:r="http://schemas.openxmlformats.org/officeDocument/2006/relationships" xmlns:a="http://schemas.openxmlformats.org/drawingml/2006/main" r:embed="R3e0582d7f40d47b9"/>
          <a:stretch xmlns:a="http://schemas.openxmlformats.org/drawingml/2006/main"/>
        </p:blipFill>
        <p:spPr>
          <a:xfrm xmlns:a="http://schemas.openxmlformats.org/drawingml/2006/main">
            <a:off x="3194867" y="4722114"/>
            <a:ext cx="11898265" cy="6998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EC7FB8E-013A-4039-955F-60BFA9B623A1}"/>
              </a:ext>
            </a:extLst>
          </p:cNvPr>
          <p:cNvPicPr>
            <a:picLocks xmlns:a="http://schemas.openxmlformats.org/drawingml/2006/main" noChangeAspect="1"/>
          </p:cNvPicPr>
          <p:nvPr/>
        </p:nvPicPr>
        <p:blipFill>
          <a:blip xmlns:r="http://schemas.openxmlformats.org/officeDocument/2006/relationships" xmlns:a="http://schemas.openxmlformats.org/drawingml/2006/main" r:embed="R5ad408bffec24135"/>
          <a:stretch xmlns:a="http://schemas.openxmlformats.org/drawingml/2006/main"/>
        </p:blipFill>
        <p:spPr>
          <a:xfrm xmlns:a="http://schemas.openxmlformats.org/drawingml/2006/main">
            <a:off x="2494970" y="5998530"/>
            <a:ext cx="13298061" cy="71881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55EA3C6-D55A-4896-9CA4-3AA175460322}"/>
              </a:ext>
            </a:extLst>
          </p:cNvPr>
          <p:cNvPicPr>
            <a:picLocks xmlns:a="http://schemas.openxmlformats.org/drawingml/2006/main" noChangeAspect="1"/>
          </p:cNvPicPr>
          <p:nvPr/>
        </p:nvPicPr>
        <p:blipFill>
          <a:blip xmlns:r="http://schemas.openxmlformats.org/officeDocument/2006/relationships" xmlns:a="http://schemas.openxmlformats.org/drawingml/2006/main" r:embed="R47e03e81a5874431"/>
          <a:stretch xmlns:a="http://schemas.openxmlformats.org/drawingml/2006/main"/>
        </p:blipFill>
        <p:spPr>
          <a:xfrm xmlns:a="http://schemas.openxmlformats.org/drawingml/2006/main">
            <a:off x="3194867" y="7436739"/>
            <a:ext cx="11898265" cy="699898"/>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1612E316-3FD9-4DD7-A434-02FF0D6AF8C3}"/>
              </a:ext>
            </a:extLst>
          </p:cNvPr>
          <p:cNvPicPr>
            <a:picLocks xmlns:a="http://schemas.openxmlformats.org/drawingml/2006/main" noChangeAspect="1"/>
          </p:cNvPicPr>
          <p:nvPr/>
        </p:nvPicPr>
        <p:blipFill>
          <a:blip xmlns:r="http://schemas.openxmlformats.org/officeDocument/2006/relationships" xmlns:a="http://schemas.openxmlformats.org/drawingml/2006/main" r:embed="R15da5f11b34d4a60"/>
          <a:stretch xmlns:a="http://schemas.openxmlformats.org/drawingml/2006/main"/>
        </p:blipFill>
        <p:spPr>
          <a:xfrm xmlns:a="http://schemas.openxmlformats.org/drawingml/2006/main">
            <a:off x="6370932" y="8763000"/>
            <a:ext cx="5546136" cy="952500"/>
          </a:xfrm>
          <a:prstGeom xmlns:a="http://schemas.openxmlformats.org/drawingml/2006/main" prst="rect">
            <a:avLst/>
          </a:prstGeom>
        </p:spPr>
      </p:pic>
    </p:spTree>
    <p:extLst>
      <p:ext uri="{BB962C8B-B14F-4D97-AF65-F5344CB8AC3E}">
        <p14:creationId xmlns:p14="http://schemas.microsoft.com/office/powerpoint/2010/main" val="1001149398"/>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B687392C-D3FA-4447-B903-6B4B5066607A}"/>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B24EBDFB-B3C3-4181-B766-0A0225F5AD1B}"/>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AF05C728-5904-4178-B604-D220A24B8690}"/>
              </a:ext>
            </a:extLst>
          </p:cNvPr>
          <p:cNvPicPr>
            <a:picLocks xmlns:a="http://schemas.openxmlformats.org/drawingml/2006/main" noChangeAspect="1"/>
          </p:cNvPicPr>
          <p:nvPr/>
        </p:nvPicPr>
        <p:blipFill>
          <a:blip xmlns:r="http://schemas.openxmlformats.org/officeDocument/2006/relationships" xmlns:a="http://schemas.openxmlformats.org/drawingml/2006/main" r:embed="R90428c38fe0c4c2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1168F8B-0EAC-4639-86F7-631CC672B2B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1F44CCE-5ED3-4D89-B46D-9DA2827B6D8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23BDE35-66E4-480B-96D4-862352FFA59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C0B459B-D101-49C2-99FB-470E3490E25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971E668F-79A3-413F-80AD-0DB5402D265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계수와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같은 비율로</a:t>
            </a:r>
          </a:p>
        </p:txBody>
      </p:sp>
      <p:pic>
        <p:nvPicPr>
          <p:cNvPr id="7" name="">
            <a:extLst xmlns:a="http://schemas.openxmlformats.org/drawingml/2006/main">
              <a:ext uri="{FF2B5EF4-FFF2-40B4-BE49-F238E27FC236}">
                <a16:creationId xmlns:a16="http://schemas.microsoft.com/office/drawing/2014/main" id="{0F86C204-C24B-42FA-BE9E-7C3011B7C32A}"/>
              </a:ext>
            </a:extLst>
          </p:cNvPr>
          <p:cNvPicPr>
            <a:picLocks xmlns:a="http://schemas.openxmlformats.org/drawingml/2006/main" noChangeAspect="1"/>
          </p:cNvPicPr>
          <p:nvPr/>
        </p:nvPicPr>
        <p:blipFill>
          <a:blip xmlns:r="http://schemas.openxmlformats.org/officeDocument/2006/relationships" xmlns:a="http://schemas.openxmlformats.org/drawingml/2006/main" r:embed="Re92a3a0dec674a58"/>
          <a:stretch xmlns:a="http://schemas.openxmlformats.org/drawingml/2006/main"/>
        </p:blipFill>
        <p:spPr>
          <a:xfrm xmlns:a="http://schemas.openxmlformats.org/drawingml/2006/main">
            <a:off x="4637072" y="4857750"/>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3EEA61A-67EC-4139-870C-0FE010034222}"/>
              </a:ext>
            </a:extLst>
          </p:cNvPr>
          <p:cNvPicPr>
            <a:picLocks xmlns:a="http://schemas.openxmlformats.org/drawingml/2006/main" noChangeAspect="1"/>
          </p:cNvPicPr>
          <p:nvPr/>
        </p:nvPicPr>
        <p:blipFill>
          <a:blip xmlns:r="http://schemas.openxmlformats.org/officeDocument/2006/relationships" xmlns:a="http://schemas.openxmlformats.org/drawingml/2006/main" r:embed="Rcfcc5576cd7f4024"/>
          <a:stretch xmlns:a="http://schemas.openxmlformats.org/drawingml/2006/main"/>
        </p:blipFill>
        <p:spPr>
          <a:xfrm xmlns:a="http://schemas.openxmlformats.org/drawingml/2006/main">
            <a:off x="4637072" y="6715125"/>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CBB78533-2F92-4556-800C-4741EDBCBE14}"/>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DF950CC8-971C-448E-9B54-8B287571C1D2}"/>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5906C6A6-D7B9-4561-98D7-1AA5036497BB}"/>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계수에 2를 곱하면, 반응 엔탈피도 2배가 된다.</a:t>
            </a:r>
          </a:p>
        </p:txBody>
      </p:sp>
    </p:spTree>
    <p:extLst>
      <p:ext uri="{BB962C8B-B14F-4D97-AF65-F5344CB8AC3E}">
        <p14:creationId xmlns:p14="http://schemas.microsoft.com/office/powerpoint/2010/main" val="848642356"/>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30D23526-43AF-4230-BD1F-B4C890F17C98}"/>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25DA756B-7398-4D37-8BB8-A56CC61728D8}"/>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14563C46-15FB-4126-A62E-9833AA6891D2}"/>
              </a:ext>
            </a:extLst>
          </p:cNvPr>
          <p:cNvPicPr>
            <a:picLocks xmlns:a="http://schemas.openxmlformats.org/drawingml/2006/main" noChangeAspect="1"/>
          </p:cNvPicPr>
          <p:nvPr/>
        </p:nvPicPr>
        <p:blipFill>
          <a:blip xmlns:r="http://schemas.openxmlformats.org/officeDocument/2006/relationships" xmlns:a="http://schemas.openxmlformats.org/drawingml/2006/main" r:embed="R968e96c42d824a0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1EE74DC-4E15-43B7-B552-0FADE7214F8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BFF5F93-2806-48D8-BEAB-DBB1827CE3A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E1CE79B-0E4F-432D-A5E3-007C4AC90AF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B4F89BD-0750-4A18-B777-2A881CA820F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D1A9EF60-DB64-4443-B20E-26E238B63F5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84C305D7-2A4E-4C74-9D93-DA061BE2A018}"/>
              </a:ext>
            </a:extLst>
          </p:cNvPr>
          <p:cNvPicPr>
            <a:picLocks xmlns:a="http://schemas.openxmlformats.org/drawingml/2006/main" noChangeAspect="1"/>
          </p:cNvPicPr>
          <p:nvPr/>
        </p:nvPicPr>
        <p:blipFill>
          <a:blip xmlns:r="http://schemas.openxmlformats.org/officeDocument/2006/relationships" xmlns:a="http://schemas.openxmlformats.org/drawingml/2006/main" r:embed="Rada93a45b4f245a1"/>
          <a:stretch xmlns:a="http://schemas.openxmlformats.org/drawingml/2006/main"/>
        </p:blipFill>
        <p:spPr>
          <a:xfrm xmlns:a="http://schemas.openxmlformats.org/drawingml/2006/main">
            <a:off x="3486645" y="4921384"/>
            <a:ext cx="11314711" cy="72998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22D2FDF-9AE6-4964-9B1F-75E0E30307FF}"/>
              </a:ext>
            </a:extLst>
          </p:cNvPr>
          <p:cNvPicPr>
            <a:picLocks xmlns:a="http://schemas.openxmlformats.org/drawingml/2006/main" noChangeAspect="1"/>
          </p:cNvPicPr>
          <p:nvPr/>
        </p:nvPicPr>
        <p:blipFill>
          <a:blip xmlns:r="http://schemas.openxmlformats.org/officeDocument/2006/relationships" xmlns:a="http://schemas.openxmlformats.org/drawingml/2006/main" r:embed="R6e28df2a1bf14e0a"/>
          <a:stretch xmlns:a="http://schemas.openxmlformats.org/drawingml/2006/main"/>
        </p:blipFill>
        <p:spPr>
          <a:xfrm xmlns:a="http://schemas.openxmlformats.org/drawingml/2006/main">
            <a:off x="3286125" y="6783265"/>
            <a:ext cx="11715750" cy="720969"/>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2865FB2D-0989-4217-92DF-3607E8815159}"/>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2F27C8E7-9AA9-4AD3-A277-508CCF90D77E}"/>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B9E26CA4-EF23-47A5-98D7-79FB2442560A}"/>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역반응의 반응 엔탈피는 절댓값이 같고 부호는 반대다.</a:t>
            </a:r>
          </a:p>
        </p:txBody>
      </p:sp>
    </p:spTree>
    <p:extLst>
      <p:ext uri="{BB962C8B-B14F-4D97-AF65-F5344CB8AC3E}">
        <p14:creationId xmlns:p14="http://schemas.microsoft.com/office/powerpoint/2010/main" val="840902773"/>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5DEC9285-69F7-4E01-831C-2552EEB993B4}"/>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25892D57-6458-4452-80EF-25C7A315FE46}"/>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CD2B9B64-C41A-468A-B76A-1195D979B965}"/>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1BF7C4A0-75DB-453E-AAC7-D20623E02EB4}"/>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E69B4E8B-CB88-4965-B294-9DCA327129CB}"/>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B2F3A48D-028C-4006-BBBC-04D5E707FBC6}"/>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09965CB9-2EE2-4780-BA4C-3A592BFF0BE1}"/>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8FEA9236-4E87-4E99-B4A2-F0AC43CCAB62}"/>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AEB680D5-5D50-41D9-998B-76474079CBE1}"/>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CA277CBE-542D-47BE-ABDC-1B572C74BE2F}"/>
              </a:ext>
            </a:extLst>
          </p:cNvPr>
          <p:cNvPicPr>
            <a:picLocks xmlns:a="http://schemas.openxmlformats.org/drawingml/2006/main" noChangeAspect="1"/>
          </p:cNvPicPr>
          <p:nvPr/>
        </p:nvPicPr>
        <p:blipFill>
          <a:blip xmlns:r="http://schemas.openxmlformats.org/officeDocument/2006/relationships" xmlns:a="http://schemas.openxmlformats.org/drawingml/2006/main" r:embed="R1f7f5ce24507403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546CD0C-1BB5-46B3-9BC1-041123483CE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B1B26EC-81C9-4CDF-BF98-4022E60DC82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BCA3094-0835-4FE6-9BD6-9BCEF9B3146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62AF2C0-0129-4DD2-991D-4EFD0696845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5075207E-0E95-46BF-BADA-3E66EF01707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7885E889-7320-4727-B092-45EC8E7B5DB4}"/>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E531A090-60BD-4286-AFA9-B64A33F4469A}"/>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6A807D40-88F8-49D0-8703-2166071F2588}"/>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E876BDE2-981B-4A01-AC0C-11324F50B54B}"/>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58433CD5-7EEC-4CFB-96FF-32B91564F7D8}"/>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64B0DC2C-B1F8-40C2-85FF-F380AA1A62C9}"/>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4AB4D989-48B0-47B7-B8A8-4CBEE1B4EA75}"/>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76CB3DC7-7141-4063-ACDD-7AF28A9C7864}"/>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7F55468B-9338-4B56-8389-57C26CCB5E58}"/>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78BC455F-58CB-4BDA-B3FD-E01B5675AC43}"/>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8032E385-1A18-441B-ACBF-5B883654412A}"/>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099122DD-14DD-40A6-9A24-7BE43BFBBDC2}"/>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spTree>
    <p:extLst>
      <p:ext uri="{BB962C8B-B14F-4D97-AF65-F5344CB8AC3E}">
        <p14:creationId xmlns:p14="http://schemas.microsoft.com/office/powerpoint/2010/main" val="1655884483"/>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BA5C1D4-A4D5-405A-B793-0FCB0DDD6038}"/>
              </a:ext>
            </a:extLst>
          </p:cNvPr>
          <p:cNvPicPr>
            <a:picLocks xmlns:a="http://schemas.openxmlformats.org/drawingml/2006/main" noChangeAspect="1"/>
          </p:cNvPicPr>
          <p:nvPr/>
        </p:nvPicPr>
        <p:blipFill>
          <a:blip xmlns:r="http://schemas.openxmlformats.org/officeDocument/2006/relationships" xmlns:a="http://schemas.openxmlformats.org/drawingml/2006/main" r:embed="Rc77b418e6c5d47cb"/>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C5C912A5-8CD7-44C7-8956-F8D42531C3E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F50B0D2B-C36E-4D80-A235-5E0FADD687C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701ACAF6-98BB-4282-834F-CCD3546F6E87}"/>
              </a:ext>
            </a:extLst>
          </p:cNvPr>
          <p:cNvPicPr>
            <a:picLocks xmlns:a="http://schemas.openxmlformats.org/drawingml/2006/main" noChangeAspect="1"/>
          </p:cNvPicPr>
          <p:nvPr/>
        </p:nvPicPr>
        <p:blipFill>
          <a:blip xmlns:r="http://schemas.openxmlformats.org/officeDocument/2006/relationships" xmlns:a="http://schemas.openxmlformats.org/drawingml/2006/main" r:embed="R839df9e9ab8b444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2782EA9E-9414-4981-A456-CEEDB65843B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5DB5CCDC-6C0E-4953-8634-C11A384CF970}"/>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479250E1-4FC0-421C-98F5-80D137BF1197}"/>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9451CC90-0337-4CF2-9129-25B7273A561E}"/>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776832881"/>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57E91C61-C012-4E99-BF17-92CB0F10879C}"/>
              </a:ext>
            </a:extLst>
          </p:cNvPr>
          <p:cNvPicPr>
            <a:picLocks xmlns:a="http://schemas.openxmlformats.org/drawingml/2006/main" noChangeAspect="1"/>
          </p:cNvPicPr>
          <p:nvPr/>
        </p:nvPicPr>
        <p:blipFill>
          <a:blip xmlns:r="http://schemas.openxmlformats.org/officeDocument/2006/relationships" xmlns:a="http://schemas.openxmlformats.org/drawingml/2006/main" r:embed="Rde1ae0974cd94f3e"/>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4BAE6D9C-694B-4C4E-BE75-20BF2D76E676}"/>
              </a:ext>
            </a:extLst>
          </p:cNvPr>
          <p:cNvPicPr>
            <a:picLocks xmlns:a="http://schemas.openxmlformats.org/drawingml/2006/main" noChangeAspect="1"/>
          </p:cNvPicPr>
          <p:nvPr/>
        </p:nvPicPr>
        <p:blipFill>
          <a:blip xmlns:r="http://schemas.openxmlformats.org/officeDocument/2006/relationships" xmlns:a="http://schemas.openxmlformats.org/drawingml/2006/main" r:embed="R62c5c3209a784d8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8665535-2723-4434-B806-6759F94CA9D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4AE9975-05D0-4988-9D7A-CEB964959CF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E1A4CD5-4EFB-4EDC-8345-B93CDCA41370}"/>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66A08E9-86B0-4765-96AD-4021819E7216}"/>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37264EDC-5D76-44B8-8A4F-C47622E26E4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EC8759B8-48A5-41B4-A2E9-506AF863666F}"/>
              </a:ext>
            </a:extLst>
          </p:cNvPr>
          <p:cNvPicPr>
            <a:picLocks xmlns:a="http://schemas.openxmlformats.org/drawingml/2006/main" noChangeAspect="1"/>
          </p:cNvPicPr>
          <p:nvPr/>
        </p:nvPicPr>
        <p:blipFill>
          <a:blip xmlns:r="http://schemas.openxmlformats.org/officeDocument/2006/relationships" xmlns:a="http://schemas.openxmlformats.org/drawingml/2006/main" r:embed="Rb1ec13a284654e5e"/>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ACE0EDA3-E18C-4D9D-9833-3FC86DBA4551}"/>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7FF970F2-E00F-47C0-9AC6-7D26D33A7752}"/>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649D00D3-CE03-4ED2-8882-B4D910A5E906}"/>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8518A45D-4AEE-41A2-933C-47F5731C3B94}"/>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2C6708F9-D257-4A3D-8CB6-6638E76901EF}"/>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6E2E883E-D5C0-4016-B00C-69E5019C844C}"/>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DBA488CF-7B2B-4680-A995-1930E97C4C4F}"/>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FA4A067C-6EAF-4C0A-AAB3-5ED63563B24B}"/>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FDAACA18-7D13-480F-8E05-405955403804}"/>
              </a:ext>
            </a:extLst>
          </p:cNvPr>
          <p:cNvSpPr>
            <a:spLocks xmlns:a="http://schemas.openxmlformats.org/drawingml/2006/main" noGrp="1"/>
          </p:cNvSpPr>
          <p:nvPr/>
        </p:nvSpPr>
        <p:spPr>
          <a:xfrm xmlns:a="http://schemas.openxmlformats.org/drawingml/2006/main">
            <a:off x="214312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13E914D6-9F62-4F87-8F12-1E15A9658237}"/>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26996313-7752-47D4-8D76-168436189D17}"/>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B33520FA-15C4-4287-BF46-AD4EBBEAAA3A}"/>
              </a:ext>
            </a:extLst>
          </p:cNvPr>
          <p:cNvSpPr>
            <a:spLocks xmlns:a="http://schemas.openxmlformats.org/drawingml/2006/main" noGrp="1"/>
          </p:cNvSpPr>
          <p:nvPr/>
        </p:nvSpPr>
        <p:spPr>
          <a:xfrm xmlns:a="http://schemas.openxmlformats.org/drawingml/2006/main">
            <a:off x="1023937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902385913"/>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28B6D9A1-FBEF-4C68-8EE3-C1AF19681831}"/>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E833D971-9A60-4237-868E-9B02EE1CC37E}"/>
              </a:ext>
            </a:extLst>
          </p:cNvPr>
          <p:cNvPicPr>
            <a:picLocks xmlns:a="http://schemas.openxmlformats.org/drawingml/2006/main" noChangeAspect="1"/>
          </p:cNvPicPr>
          <p:nvPr/>
        </p:nvPicPr>
        <p:blipFill>
          <a:blip xmlns:r="http://schemas.openxmlformats.org/officeDocument/2006/relationships" xmlns:a="http://schemas.openxmlformats.org/drawingml/2006/main" r:embed="R22188b36671742d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F411F57-C1A6-404B-BF37-65F6E8C48E2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CC1DEBE-BFD8-4F59-BA36-89F70542B29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0362319-A6F4-4AF4-AFB7-E08D4A36E87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65C93B0-90DD-4B88-BB2A-925B5699477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F66F48FB-7C75-4E4F-978D-BA9D4FC91AA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E2605E28-EE36-4398-8AED-ADB7DB99827B}"/>
              </a:ext>
            </a:extLst>
          </p:cNvPr>
          <p:cNvPicPr>
            <a:picLocks xmlns:a="http://schemas.openxmlformats.org/drawingml/2006/main" noChangeAspect="1"/>
          </p:cNvPicPr>
          <p:nvPr/>
        </p:nvPicPr>
        <p:blipFill>
          <a:blip xmlns:r="http://schemas.openxmlformats.org/officeDocument/2006/relationships" xmlns:a="http://schemas.openxmlformats.org/drawingml/2006/main" r:embed="R21cb70843a824072"/>
          <a:stretch xmlns:a="http://schemas.openxmlformats.org/drawingml/2006/main"/>
        </p:blipFill>
        <p:spPr>
          <a:xfrm xmlns:a="http://schemas.openxmlformats.org/drawingml/2006/main">
            <a:off x="4465792" y="4810125"/>
            <a:ext cx="9356416" cy="9525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22E63479-043C-474B-86FE-AF19ED7A0C53}"/>
              </a:ext>
            </a:extLst>
          </p:cNvPr>
          <p:cNvPicPr>
            <a:picLocks xmlns:a="http://schemas.openxmlformats.org/drawingml/2006/main" noChangeAspect="1"/>
          </p:cNvPicPr>
          <p:nvPr/>
        </p:nvPicPr>
        <p:blipFill>
          <a:blip xmlns:r="http://schemas.openxmlformats.org/officeDocument/2006/relationships" xmlns:a="http://schemas.openxmlformats.org/drawingml/2006/main" r:embed="R09f6fbc20cf14e48"/>
          <a:stretch xmlns:a="http://schemas.openxmlformats.org/drawingml/2006/main"/>
        </p:blipFill>
        <p:spPr>
          <a:xfrm xmlns:a="http://schemas.openxmlformats.org/drawingml/2006/main">
            <a:off x="3812529" y="6914476"/>
            <a:ext cx="10662942" cy="64904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2E3575A5-DD32-4821-B2DF-A66FCAD363F1}"/>
              </a:ext>
            </a:extLst>
          </p:cNvPr>
          <p:cNvPicPr>
            <a:picLocks xmlns:a="http://schemas.openxmlformats.org/drawingml/2006/main" noChangeAspect="1"/>
          </p:cNvPicPr>
          <p:nvPr/>
        </p:nvPicPr>
        <p:blipFill>
          <a:blip xmlns:r="http://schemas.openxmlformats.org/officeDocument/2006/relationships" xmlns:a="http://schemas.openxmlformats.org/drawingml/2006/main" r:embed="R82d4f7cac683412e"/>
          <a:stretch xmlns:a="http://schemas.openxmlformats.org/drawingml/2006/main"/>
        </p:blipFill>
        <p:spPr>
          <a:xfrm xmlns:a="http://schemas.openxmlformats.org/drawingml/2006/main">
            <a:off x="3812529" y="7953375"/>
            <a:ext cx="10662942"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08D75BA6-5FD4-4D49-8A73-711949A7CF36}"/>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7FB8D364-4FE0-4194-ABE5-2B681F634356}"/>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알려진 반응</a:t>
            </a:r>
          </a:p>
        </p:txBody>
      </p:sp>
    </p:spTree>
    <p:extLst>
      <p:ext uri="{BB962C8B-B14F-4D97-AF65-F5344CB8AC3E}">
        <p14:creationId xmlns:p14="http://schemas.microsoft.com/office/powerpoint/2010/main" val="935475473"/>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F211208-13A1-4F4B-B287-35D0CE2B3799}"/>
              </a:ext>
            </a:extLst>
          </p:cNvPr>
          <p:cNvPicPr>
            <a:picLocks xmlns:a="http://schemas.openxmlformats.org/drawingml/2006/main" noChangeAspect="1"/>
          </p:cNvPicPr>
          <p:nvPr/>
        </p:nvPicPr>
        <p:blipFill>
          <a:blip xmlns:r="http://schemas.openxmlformats.org/officeDocument/2006/relationships" xmlns:a="http://schemas.openxmlformats.org/drawingml/2006/main" r:embed="R04d2e952f3a24b5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5C8302F-29FD-4FC0-BA8E-BB734B1E91E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31F411F-4AED-494F-A652-BC4E4C6B3D1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3A6D201-A2D2-4891-9E74-473D4DF7C77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90F7586-80ED-491B-B1ED-A0423E43A3C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1EEA7E99-F3D6-44CE-A090-8EAFB479CA7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C6C82957-294E-4DA9-9525-2FD56F506893}"/>
              </a:ext>
            </a:extLst>
          </p:cNvPr>
          <p:cNvPicPr>
            <a:picLocks xmlns:a="http://schemas.openxmlformats.org/drawingml/2006/main" noChangeAspect="1"/>
          </p:cNvPicPr>
          <p:nvPr/>
        </p:nvPicPr>
        <p:blipFill>
          <a:blip xmlns:r="http://schemas.openxmlformats.org/officeDocument/2006/relationships" xmlns:a="http://schemas.openxmlformats.org/drawingml/2006/main" r:embed="R5b34265ffde149c8"/>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F35714E8-1C15-45E7-8B2F-EB7D889B59E9}"/>
              </a:ext>
            </a:extLst>
          </p:cNvPr>
          <p:cNvPicPr>
            <a:picLocks xmlns:a="http://schemas.openxmlformats.org/drawingml/2006/main" noChangeAspect="1"/>
          </p:cNvPicPr>
          <p:nvPr/>
        </p:nvPicPr>
        <p:blipFill>
          <a:blip xmlns:r="http://schemas.openxmlformats.org/officeDocument/2006/relationships" xmlns:a="http://schemas.openxmlformats.org/drawingml/2006/main" r:embed="Rd67dc278af574aa9"/>
          <a:stretch xmlns:a="http://schemas.openxmlformats.org/drawingml/2006/main"/>
        </p:blipFill>
        <p:spPr>
          <a:xfrm xmlns:a="http://schemas.openxmlformats.org/drawingml/2006/main">
            <a:off x="6861844" y="8477010"/>
            <a:ext cx="4564312" cy="57198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E58D077C-B4DF-447C-A8C4-9AA3592C7099}"/>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두 반응식을 빼면 양쪽의 이산화 탄소가 소거된다.</a:t>
            </a:r>
          </a:p>
        </p:txBody>
      </p:sp>
      <p:sp>
        <p:nvSpPr>
          <p:cNvPr id="12" name="공통 CO₂ 소거 표시">
            <a:extLst xmlns:a="http://schemas.openxmlformats.org/drawingml/2006/main">
              <a:ext uri="{FF2B5EF4-FFF2-40B4-BE49-F238E27FC236}">
                <a16:creationId xmlns:a16="http://schemas.microsoft.com/office/drawing/2014/main" id="{3C806840-322F-4F54-879D-D9CDB0708D0E}"/>
              </a:ext>
            </a:extLst>
          </p:cNvPr>
          <p:cNvSpPr>
            <a:spLocks xmlns:a="http://schemas.openxmlformats.org/drawingml/2006/main" noGrp="1"/>
          </p:cNvSpPr>
          <p:nvPr/>
        </p:nvSpPr>
        <p:spPr>
          <a:xfrm xmlns:a="http://schemas.openxmlformats.org/drawingml/2006/main">
            <a:off x="11334750" y="4429125"/>
            <a:ext cx="1619250" cy="409575"/>
          </a:xfrm>
          <a:custGeom xmlns:a="http://schemas.openxmlformats.org/drawingml/2006/main">
            <a:pathLst>
              <a:path w="1619250" h="409575">
                <a:moveTo>
                  <a:pt x="0" y="409575"/>
                </a:moveTo>
                <a:lnTo>
                  <a:pt x="1619250" y="0"/>
                </a:lnTo>
              </a:path>
            </a:pathLst>
          </a:custGeom>
          <a:noFill xmlns:a="http://schemas.openxmlformats.org/drawingml/2006/main"/>
          <a:ln xmlns:a="http://schemas.openxmlformats.org/drawingml/2006/main" w="28575">
            <a:solidFill>
              <a:srgbClr val="9FFF68"/>
            </a:solidFill>
          </a:ln>
        </p:spPr>
      </p:sp>
      <p:sp>
        <p:nvSpPr>
          <p:cNvPr id="13" name="공통 CO₂ 소거 표시">
            <a:extLst xmlns:a="http://schemas.openxmlformats.org/drawingml/2006/main">
              <a:ext uri="{FF2B5EF4-FFF2-40B4-BE49-F238E27FC236}">
                <a16:creationId xmlns:a16="http://schemas.microsoft.com/office/drawing/2014/main" id="{EA1DE4CE-6F8C-4953-8F30-C5AF068E6D5B}"/>
              </a:ext>
            </a:extLst>
          </p:cNvPr>
          <p:cNvSpPr>
            <a:spLocks xmlns:a="http://schemas.openxmlformats.org/drawingml/2006/main" noGrp="1"/>
          </p:cNvSpPr>
          <p:nvPr/>
        </p:nvSpPr>
        <p:spPr>
          <a:xfrm xmlns:a="http://schemas.openxmlformats.org/drawingml/2006/main">
            <a:off x="11144250" y="5524500"/>
            <a:ext cx="1619250" cy="409575"/>
          </a:xfrm>
          <a:custGeom xmlns:a="http://schemas.openxmlformats.org/drawingml/2006/main">
            <a:pathLst>
              <a:path w="1619250" h="409575">
                <a:moveTo>
                  <a:pt x="0" y="409575"/>
                </a:moveTo>
                <a:lnTo>
                  <a:pt x="1619250" y="0"/>
                </a:lnTo>
              </a:path>
            </a:pathLst>
          </a:custGeom>
          <a:noFill xmlns:a="http://schemas.openxmlformats.org/drawingml/2006/main"/>
          <a:ln xmlns:a="http://schemas.openxmlformats.org/drawingml/2006/main" w="28575">
            <a:solidFill>
              <a:srgbClr val="9FFF68"/>
            </a:solidFill>
          </a:ln>
        </p:spPr>
      </p:sp>
      <p:sp>
        <p:nvSpPr>
          <p:cNvPr id="14" name="소거 설명">
            <a:extLst xmlns:a="http://schemas.openxmlformats.org/drawingml/2006/main">
              <a:ext uri="{FF2B5EF4-FFF2-40B4-BE49-F238E27FC236}">
                <a16:creationId xmlns:a16="http://schemas.microsoft.com/office/drawing/2014/main" id="{5E585240-4AF1-4B2E-BA92-43C527CA91DC}"/>
              </a:ext>
            </a:extLst>
          </p:cNvPr>
          <p:cNvSpPr>
            <a:spLocks xmlns:a="http://schemas.openxmlformats.org/drawingml/2006/main" noGrp="1"/>
          </p:cNvSpPr>
          <p:nvPr/>
        </p:nvSpPr>
        <p:spPr>
          <a:xfrm xmlns:a="http://schemas.openxmlformats.org/drawingml/2006/main">
            <a:off x="13811250" y="4610100"/>
            <a:ext cx="3190875" cy="1447800"/>
          </a:xfrm>
          <a:prstGeom xmlns:a="http://schemas.openxmlformats.org/drawingml/2006/main" prst="roundRect">
            <a:avLst>
              <a:gd name="adj" fmla="val 11842"/>
            </a:avLst>
          </a:prstGeom>
          <a:solidFill xmlns:a="http://schemas.openxmlformats.org/drawingml/2006/main">
            <a:srgbClr val="17201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DBCEBC43-AD1A-4325-9284-8E758B91E6E2}"/>
              </a:ext>
            </a:extLst>
          </p:cNvPr>
          <p:cNvSpPr>
            <a:spLocks xmlns:a="http://schemas.openxmlformats.org/drawingml/2006/main" noGrp="1"/>
          </p:cNvSpPr>
          <p:nvPr/>
        </p:nvSpPr>
        <p:spPr>
          <a:xfrm xmlns:a="http://schemas.openxmlformats.org/drawingml/2006/main">
            <a:off x="14001750" y="4772025"/>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9FFF68"/>
                </a:solidFill>
                <a:latin typeface="Pretendard"/>
                <a:ea typeface="Pretendard"/>
                <a:cs typeface="Pretendard"/>
              </a:defRPr>
            </a:defPPr>
            <a:lvl1pPr algn="ctr">
              <a:defRPr sz="2100" b="1">
                <a:solidFill>
                  <a:srgbClr val="9FFF68"/>
                </a:solidFill>
                <a:latin typeface="Pretendard"/>
                <a:ea typeface="Pretendard"/>
                <a:cs typeface="Pretendard"/>
              </a:defRPr>
            </a:lvl1pPr>
            <a:lvl2pPr algn="ctr">
              <a:defRPr sz="2100" b="1">
                <a:solidFill>
                  <a:srgbClr val="9FFF68"/>
                </a:solidFill>
                <a:latin typeface="Pretendard"/>
                <a:ea typeface="Pretendard"/>
                <a:cs typeface="Pretendard"/>
              </a:defRPr>
            </a:lvl2pPr>
            <a:lvl3pPr algn="ctr">
              <a:defRPr sz="2100" b="1">
                <a:solidFill>
                  <a:srgbClr val="9FFF68"/>
                </a:solidFill>
                <a:latin typeface="Pretendard"/>
                <a:ea typeface="Pretendard"/>
                <a:cs typeface="Pretendard"/>
              </a:defRPr>
            </a:lvl3pPr>
            <a:lvl4pPr algn="ctr">
              <a:defRPr sz="2100" b="1">
                <a:solidFill>
                  <a:srgbClr val="9FFF68"/>
                </a:solidFill>
                <a:latin typeface="Pretendard"/>
                <a:ea typeface="Pretendard"/>
                <a:cs typeface="Pretendard"/>
              </a:defRPr>
            </a:lvl4pPr>
            <a:lvl5pPr algn="ctr">
              <a:defRPr sz="2100" b="1">
                <a:solidFill>
                  <a:srgbClr val="9FFF68"/>
                </a:solidFill>
                <a:latin typeface="Pretendard"/>
                <a:ea typeface="Pretendard"/>
                <a:cs typeface="Pretendard"/>
              </a:defRPr>
            </a:lvl5pPr>
            <a:lvl6pPr algn="ctr">
              <a:defRPr sz="2100" b="1">
                <a:solidFill>
                  <a:srgbClr val="9FFF68"/>
                </a:solidFill>
                <a:latin typeface="Pretendard"/>
                <a:ea typeface="Pretendard"/>
                <a:cs typeface="Pretendard"/>
              </a:defRPr>
            </a:lvl6pPr>
            <a:lvl7pPr algn="ctr">
              <a:defRPr sz="2100" b="1">
                <a:solidFill>
                  <a:srgbClr val="9FFF68"/>
                </a:solidFill>
                <a:latin typeface="Pretendard"/>
                <a:ea typeface="Pretendard"/>
                <a:cs typeface="Pretendard"/>
              </a:defRPr>
            </a:lvl7pPr>
            <a:lvl8pPr algn="ctr">
              <a:defRPr sz="2100" b="1">
                <a:solidFill>
                  <a:srgbClr val="9FFF68"/>
                </a:solidFill>
                <a:latin typeface="Pretendard"/>
                <a:ea typeface="Pretendard"/>
                <a:cs typeface="Pretendard"/>
              </a:defRPr>
            </a:lvl8pPr>
            <a:lvl9pPr algn="ctr">
              <a:defRPr sz="2100" b="1">
                <a:solidFill>
                  <a:srgbClr val="9FFF68"/>
                </a:solidFill>
                <a:latin typeface="Pretendard"/>
                <a:ea typeface="Pretendard"/>
                <a:cs typeface="Pretendard"/>
              </a:defRPr>
            </a:lvl9pPr>
          </a:lstStyle>
          <a:p xmlns:a="http://schemas.openxmlformats.org/drawingml/2006/main">
            <a:pPr algn="ctr">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같은 CO₂는 소거</a:t>
            </a:r>
          </a:p>
        </p:txBody>
      </p:sp>
      <p:sp>
        <p:nvSpPr>
          <p:cNvPr id="16" name="text">
            <a:extLst xmlns:a="http://schemas.openxmlformats.org/drawingml/2006/main">
              <a:ext uri="{FF2B5EF4-FFF2-40B4-BE49-F238E27FC236}">
                <a16:creationId xmlns:a16="http://schemas.microsoft.com/office/drawing/2014/main" id="{D692E10C-B2BF-477C-8F59-F02765264812}"/>
              </a:ext>
            </a:extLst>
          </p:cNvPr>
          <p:cNvSpPr>
            <a:spLocks xmlns:a="http://schemas.openxmlformats.org/drawingml/2006/main" noGrp="1"/>
          </p:cNvSpPr>
          <p:nvPr/>
        </p:nvSpPr>
        <p:spPr>
          <a:xfrm xmlns:a="http://schemas.openxmlformats.org/drawingml/2006/main">
            <a:off x="14001750" y="5305425"/>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FFFFFF"/>
                </a:solidFill>
                <a:latin typeface="Pretendard"/>
                <a:ea typeface="Pretendard"/>
                <a:cs typeface="Pretendard"/>
              </a:defRPr>
            </a:defPPr>
            <a:lvl1pPr algn="ctr">
              <a:defRPr sz="1875" b="0">
                <a:solidFill>
                  <a:srgbClr val="FFFFFF"/>
                </a:solidFill>
                <a:latin typeface="Pretendard"/>
                <a:ea typeface="Pretendard"/>
                <a:cs typeface="Pretendard"/>
              </a:defRPr>
            </a:lvl1pPr>
            <a:lvl2pPr algn="ctr">
              <a:defRPr sz="1875" b="0">
                <a:solidFill>
                  <a:srgbClr val="FFFFFF"/>
                </a:solidFill>
                <a:latin typeface="Pretendard"/>
                <a:ea typeface="Pretendard"/>
                <a:cs typeface="Pretendard"/>
              </a:defRPr>
            </a:lvl2pPr>
            <a:lvl3pPr algn="ctr">
              <a:defRPr sz="1875" b="0">
                <a:solidFill>
                  <a:srgbClr val="FFFFFF"/>
                </a:solidFill>
                <a:latin typeface="Pretendard"/>
                <a:ea typeface="Pretendard"/>
                <a:cs typeface="Pretendard"/>
              </a:defRPr>
            </a:lvl3pPr>
            <a:lvl4pPr algn="ctr">
              <a:defRPr sz="1875" b="0">
                <a:solidFill>
                  <a:srgbClr val="FFFFFF"/>
                </a:solidFill>
                <a:latin typeface="Pretendard"/>
                <a:ea typeface="Pretendard"/>
                <a:cs typeface="Pretendard"/>
              </a:defRPr>
            </a:lvl4pPr>
            <a:lvl5pPr algn="ctr">
              <a:defRPr sz="1875" b="0">
                <a:solidFill>
                  <a:srgbClr val="FFFFFF"/>
                </a:solidFill>
                <a:latin typeface="Pretendard"/>
                <a:ea typeface="Pretendard"/>
                <a:cs typeface="Pretendard"/>
              </a:defRPr>
            </a:lvl5pPr>
            <a:lvl6pPr algn="ctr">
              <a:defRPr sz="1875" b="0">
                <a:solidFill>
                  <a:srgbClr val="FFFFFF"/>
                </a:solidFill>
                <a:latin typeface="Pretendard"/>
                <a:ea typeface="Pretendard"/>
                <a:cs typeface="Pretendard"/>
              </a:defRPr>
            </a:lvl6pPr>
            <a:lvl7pPr algn="ctr">
              <a:defRPr sz="1875" b="0">
                <a:solidFill>
                  <a:srgbClr val="FFFFFF"/>
                </a:solidFill>
                <a:latin typeface="Pretendard"/>
                <a:ea typeface="Pretendard"/>
                <a:cs typeface="Pretendard"/>
              </a:defRPr>
            </a:lvl7pPr>
            <a:lvl8pPr algn="ctr">
              <a:defRPr sz="1875" b="0">
                <a:solidFill>
                  <a:srgbClr val="FFFFFF"/>
                </a:solidFill>
                <a:latin typeface="Pretendard"/>
                <a:ea typeface="Pretendard"/>
                <a:cs typeface="Pretendard"/>
              </a:defRPr>
            </a:lvl8pPr>
            <a:lvl9pPr algn="ctr">
              <a:defRPr sz="1875" b="0">
                <a:solidFill>
                  <a:srgbClr val="FFFFFF"/>
                </a:solidFill>
                <a:latin typeface="Pretendard"/>
                <a:ea typeface="Pretendard"/>
                <a:cs typeface="Pretendard"/>
              </a:defRPr>
            </a:lvl9pPr>
          </a:lstStyle>
          <a:p xmlns:a="http://schemas.openxmlformats.org/drawingml/2006/main">
            <a:pPr algn="ctr">
              <a:defRPr sz="1875" b="0">
                <a:solidFill>
                  <a:srgbClr val="FFFFFF"/>
                </a:solidFill>
                <a:latin typeface="Pretendard"/>
                <a:ea typeface="Pretendard"/>
                <a:cs typeface="Pretendard"/>
              </a:defRPr>
            </a:pPr>
            <a:r>
              <a:rPr sz="1875" b="0">
                <a:solidFill>
                  <a:srgbClr val="FFFFFF"/>
                </a:solidFill>
                <a:latin typeface="Pretendard"/>
                <a:ea typeface="Pretendard"/>
                <a:cs typeface="Pretendard"/>
              </a:rPr>
              <a:t>두 식에서 사라진다.</a:t>
            </a:r>
          </a:p>
        </p:txBody>
      </p:sp>
      <p:sp>
        <p:nvSpPr>
          <p:cNvPr id="17" name="text">
            <a:extLst xmlns:a="http://schemas.openxmlformats.org/drawingml/2006/main">
              <a:ext uri="{FF2B5EF4-FFF2-40B4-BE49-F238E27FC236}">
                <a16:creationId xmlns:a16="http://schemas.microsoft.com/office/drawing/2014/main" id="{AEAB4C28-500C-41FE-81AE-7C0710189094}"/>
              </a:ext>
            </a:extLst>
          </p:cNvPr>
          <p:cNvSpPr>
            <a:spLocks xmlns:a="http://schemas.openxmlformats.org/drawingml/2006/main" noGrp="1"/>
          </p:cNvSpPr>
          <p:nvPr/>
        </p:nvSpPr>
        <p:spPr>
          <a:xfrm xmlns:a="http://schemas.openxmlformats.org/drawingml/2006/main">
            <a:off x="6762750" y="77057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BBBBBB"/>
                </a:solidFill>
                <a:latin typeface="Pretendard"/>
                <a:ea typeface="Pretendard"/>
                <a:cs typeface="Pretendard"/>
              </a:defRPr>
            </a:defPPr>
            <a:lvl1pPr algn="ctr">
              <a:defRPr sz="2100" b="0">
                <a:solidFill>
                  <a:srgbClr val="BBBBBB"/>
                </a:solidFill>
                <a:latin typeface="Pretendard"/>
                <a:ea typeface="Pretendard"/>
                <a:cs typeface="Pretendard"/>
              </a:defRPr>
            </a:lvl1pPr>
            <a:lvl2pPr algn="ctr">
              <a:defRPr sz="2100" b="0">
                <a:solidFill>
                  <a:srgbClr val="BBBBBB"/>
                </a:solidFill>
                <a:latin typeface="Pretendard"/>
                <a:ea typeface="Pretendard"/>
                <a:cs typeface="Pretendard"/>
              </a:defRPr>
            </a:lvl2pPr>
            <a:lvl3pPr algn="ctr">
              <a:defRPr sz="2100" b="0">
                <a:solidFill>
                  <a:srgbClr val="BBBBBB"/>
                </a:solidFill>
                <a:latin typeface="Pretendard"/>
                <a:ea typeface="Pretendard"/>
                <a:cs typeface="Pretendard"/>
              </a:defRPr>
            </a:lvl3pPr>
            <a:lvl4pPr algn="ctr">
              <a:defRPr sz="2100" b="0">
                <a:solidFill>
                  <a:srgbClr val="BBBBBB"/>
                </a:solidFill>
                <a:latin typeface="Pretendard"/>
                <a:ea typeface="Pretendard"/>
                <a:cs typeface="Pretendard"/>
              </a:defRPr>
            </a:lvl4pPr>
            <a:lvl5pPr algn="ctr">
              <a:defRPr sz="2100" b="0">
                <a:solidFill>
                  <a:srgbClr val="BBBBBB"/>
                </a:solidFill>
                <a:latin typeface="Pretendard"/>
                <a:ea typeface="Pretendard"/>
                <a:cs typeface="Pretendard"/>
              </a:defRPr>
            </a:lvl5pPr>
            <a:lvl6pPr algn="ctr">
              <a:defRPr sz="2100" b="0">
                <a:solidFill>
                  <a:srgbClr val="BBBBBB"/>
                </a:solidFill>
                <a:latin typeface="Pretendard"/>
                <a:ea typeface="Pretendard"/>
                <a:cs typeface="Pretendard"/>
              </a:defRPr>
            </a:lvl6pPr>
            <a:lvl7pPr algn="ctr">
              <a:defRPr sz="2100" b="0">
                <a:solidFill>
                  <a:srgbClr val="BBBBBB"/>
                </a:solidFill>
                <a:latin typeface="Pretendard"/>
                <a:ea typeface="Pretendard"/>
                <a:cs typeface="Pretendard"/>
              </a:defRPr>
            </a:lvl7pPr>
            <a:lvl8pPr algn="ctr">
              <a:defRPr sz="2100" b="0">
                <a:solidFill>
                  <a:srgbClr val="BBBBBB"/>
                </a:solidFill>
                <a:latin typeface="Pretendard"/>
                <a:ea typeface="Pretendard"/>
                <a:cs typeface="Pretendard"/>
              </a:defRPr>
            </a:lvl8pPr>
            <a:lvl9pPr algn="ctr">
              <a:defRPr sz="2100" b="0">
                <a:solidFill>
                  <a:srgbClr val="BBBBBB"/>
                </a:solidFill>
                <a:latin typeface="Pretendard"/>
                <a:ea typeface="Pretendard"/>
                <a:cs typeface="Pretendard"/>
              </a:defRPr>
            </a:lvl9pPr>
          </a:lstStyle>
          <a:p xmlns:a="http://schemas.openxmlformats.org/drawingml/2006/main">
            <a:pPr algn="ctr">
              <a:defRPr sz="2100" b="0">
                <a:solidFill>
                  <a:srgbClr val="BBBBBB"/>
                </a:solidFill>
                <a:latin typeface="Pretendard"/>
                <a:ea typeface="Pretendard"/>
                <a:cs typeface="Pretendard"/>
              </a:defRPr>
            </a:pPr>
            <a:r>
              <a:rPr sz="2100" b="0">
                <a:solidFill>
                  <a:srgbClr val="BBBBBB"/>
                </a:solidFill>
                <a:latin typeface="Pretendard"/>
                <a:ea typeface="Pretendard"/>
                <a:cs typeface="Pretendard"/>
              </a:rPr>
              <a:t>산소는 절반이 남는다.</a:t>
            </a:r>
          </a:p>
        </p:txBody>
      </p:sp>
    </p:spTree>
    <p:extLst>
      <p:ext uri="{BB962C8B-B14F-4D97-AF65-F5344CB8AC3E}">
        <p14:creationId xmlns:p14="http://schemas.microsoft.com/office/powerpoint/2010/main" val="685011191"/>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39153BDD-2DC2-43D2-B14E-911DD2DCDD87}"/>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4E2A969D-68EB-42BA-B107-2944C482A28A}"/>
              </a:ext>
            </a:extLst>
          </p:cNvPr>
          <p:cNvPicPr>
            <a:picLocks xmlns:a="http://schemas.openxmlformats.org/drawingml/2006/main" noChangeAspect="1"/>
          </p:cNvPicPr>
          <p:nvPr/>
        </p:nvPicPr>
        <p:blipFill>
          <a:blip xmlns:r="http://schemas.openxmlformats.org/officeDocument/2006/relationships" xmlns:a="http://schemas.openxmlformats.org/drawingml/2006/main" r:embed="R8b29eada794648f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A52224F-7296-4770-A24C-4B0F5BD9082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33277FB-0D75-49E0-BBEA-F7DD1C1AEC8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FDF3B6D-8430-4B81-B156-60E37988265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4BB35C6-826E-4B61-9BCC-8A85FC28557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95149EBD-2216-4143-A6DE-03598A6D705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07E50DF2-ECA7-4936-8EDF-B51860BC67A5}"/>
              </a:ext>
            </a:extLst>
          </p:cNvPr>
          <p:cNvPicPr>
            <a:picLocks xmlns:a="http://schemas.openxmlformats.org/drawingml/2006/main" noChangeAspect="1"/>
          </p:cNvPicPr>
          <p:nvPr/>
        </p:nvPicPr>
        <p:blipFill>
          <a:blip xmlns:r="http://schemas.openxmlformats.org/officeDocument/2006/relationships" xmlns:a="http://schemas.openxmlformats.org/drawingml/2006/main" r:embed="R9765ad59eb234d00"/>
          <a:stretch xmlns:a="http://schemas.openxmlformats.org/drawingml/2006/main"/>
        </p:blipFill>
        <p:spPr>
          <a:xfrm xmlns:a="http://schemas.openxmlformats.org/drawingml/2006/main">
            <a:off x="3545955" y="4802749"/>
            <a:ext cx="11196090" cy="68150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9F80898D-CBEB-49E1-9306-5D962EAEAE9B}"/>
              </a:ext>
            </a:extLst>
          </p:cNvPr>
          <p:cNvPicPr>
            <a:picLocks xmlns:a="http://schemas.openxmlformats.org/drawingml/2006/main" noChangeAspect="1"/>
          </p:cNvPicPr>
          <p:nvPr/>
        </p:nvPicPr>
        <p:blipFill>
          <a:blip xmlns:r="http://schemas.openxmlformats.org/officeDocument/2006/relationships" xmlns:a="http://schemas.openxmlformats.org/drawingml/2006/main" r:embed="R021eb21998a04b9b"/>
          <a:stretch xmlns:a="http://schemas.openxmlformats.org/drawingml/2006/main"/>
        </p:blipFill>
        <p:spPr>
          <a:xfrm xmlns:a="http://schemas.openxmlformats.org/drawingml/2006/main">
            <a:off x="3545955" y="5857875"/>
            <a:ext cx="11196090" cy="1000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0D653512-0120-4FB5-A4DD-D2E786B4CFB6}"/>
              </a:ext>
            </a:extLst>
          </p:cNvPr>
          <p:cNvPicPr>
            <a:picLocks xmlns:a="http://schemas.openxmlformats.org/drawingml/2006/main" noChangeAspect="1"/>
          </p:cNvPicPr>
          <p:nvPr/>
        </p:nvPicPr>
        <p:blipFill>
          <a:blip xmlns:r="http://schemas.openxmlformats.org/officeDocument/2006/relationships" xmlns:a="http://schemas.openxmlformats.org/drawingml/2006/main" r:embed="R5c6249841f904d5b"/>
          <a:stretch xmlns:a="http://schemas.openxmlformats.org/drawingml/2006/main"/>
        </p:blipFill>
        <p:spPr>
          <a:xfrm xmlns:a="http://schemas.openxmlformats.org/drawingml/2006/main">
            <a:off x="6165436" y="7802282"/>
            <a:ext cx="5957129" cy="1445187"/>
          </a:xfrm>
          <a:prstGeom xmlns:a="http://schemas.openxmlformats.org/drawingml/2006/main" prst="rect">
            <a:avLst/>
          </a:prstGeom>
        </p:spPr>
      </p:pic>
    </p:spTree>
    <p:extLst>
      <p:ext uri="{BB962C8B-B14F-4D97-AF65-F5344CB8AC3E}">
        <p14:creationId xmlns:p14="http://schemas.microsoft.com/office/powerpoint/2010/main" val="279734114"/>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0C675DF-99CB-4E54-85C6-2FB04C0FB156}"/>
              </a:ext>
            </a:extLst>
          </p:cNvPr>
          <p:cNvPicPr>
            <a:picLocks xmlns:a="http://schemas.openxmlformats.org/drawingml/2006/main" noChangeAspect="1"/>
          </p:cNvPicPr>
          <p:nvPr/>
        </p:nvPicPr>
        <p:blipFill>
          <a:blip xmlns:r="http://schemas.openxmlformats.org/officeDocument/2006/relationships" xmlns:a="http://schemas.openxmlformats.org/drawingml/2006/main" r:embed="Rab52580a2975415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B347CAA-3C67-499A-8EE5-4477E064B31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EB39762-CDB1-454E-B036-0C62517A553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59F3C06-1683-4A63-9965-80B4B254A29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2CC6C3B-B758-4AC5-8C2D-6DB6F6892D1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316C587-D302-408B-8AD0-0A905093678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6C1609B0-56DA-46A1-8DCF-8B228694B160}"/>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4721A97F-F70B-4480-B9AC-F39B34C7B151}"/>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4492C902-B8CC-4865-9D15-7F310C48FF78}"/>
              </a:ext>
            </a:extLst>
          </p:cNvPr>
          <p:cNvPicPr>
            <a:picLocks xmlns:a="http://schemas.openxmlformats.org/drawingml/2006/main" noChangeAspect="1"/>
          </p:cNvPicPr>
          <p:nvPr/>
        </p:nvPicPr>
        <p:blipFill>
          <a:blip xmlns:r="http://schemas.openxmlformats.org/officeDocument/2006/relationships" xmlns:a="http://schemas.openxmlformats.org/drawingml/2006/main" r:embed="R88b85d23cfd44084"/>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D3092EDE-E81D-42A6-A2B0-CD3BDC3C8607}"/>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6F3ACC7F-F28E-4A00-A5B4-A9AEE82F404C}"/>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b="0">
                <a:solidFill>
                  <a:srgbClr val="FFFFFF"/>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1EA4C08E-7E25-4F03-8853-F740B38B22FB}"/>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a:solidFill>
                  <a:srgbClr val="FFFFFF"/>
                </a:solidFill>
                <a:latin typeface="Pretendard"/>
                <a:ea typeface="Pretendard"/>
                <a:cs typeface="Pretendard"/>
              </a:rPr>
              <a:t>헤스 법칙으로 두 물질 사이의 </a:t>
            </a:r>
            <a:r>
              <a:rPr sz="3150">
                <a:solidFill>
                  <a:srgbClr val="FFFFFF"/>
                </a:solidFill>
                <a:latin typeface="Pretendard"/>
                <a:ea typeface="Pretendard"/>
                <a:cs typeface="Pretendard"/>
              </a:rPr>
              <a:t>Δ</a:t>
            </a:r>
            <a:r>
              <a:rPr sz="3150" i="1">
                <a:solidFill>
                  <a:srgbClr val="FFFFFF"/>
                </a:solidFill>
                <a:latin typeface="Pretendard"/>
                <a:ea typeface="Pretendard"/>
                <a:cs typeface="Pretendard"/>
              </a:rPr>
              <a:t>H</a:t>
            </a:r>
            <a:r>
              <a:rPr sz="3150">
                <a:solidFill>
                  <a:srgbClr val="FFFFFF"/>
                </a:solidFill>
                <a:latin typeface="Pretendard"/>
                <a:ea typeface="Pretendard"/>
                <a:cs typeface="Pretendard"/>
              </a:rPr>
              <a:t>를 구한다.</a:t>
            </a:r>
          </a:p>
        </p:txBody>
      </p:sp>
      <p:pic>
        <p:nvPicPr>
          <p:cNvPr id="13" name="">
            <a:extLst xmlns:a="http://schemas.openxmlformats.org/drawingml/2006/main">
              <a:ext uri="{FF2B5EF4-FFF2-40B4-BE49-F238E27FC236}">
                <a16:creationId xmlns:a16="http://schemas.microsoft.com/office/drawing/2014/main" id="{D6C4B81F-C45E-4BD0-A987-81600DEB9256}"/>
              </a:ext>
            </a:extLst>
          </p:cNvPr>
          <p:cNvPicPr>
            <a:picLocks xmlns:a="http://schemas.openxmlformats.org/drawingml/2006/main" noChangeAspect="1"/>
          </p:cNvPicPr>
          <p:nvPr/>
        </p:nvPicPr>
        <p:blipFill>
          <a:blip xmlns:r="http://schemas.openxmlformats.org/officeDocument/2006/relationships" xmlns:a="http://schemas.openxmlformats.org/drawingml/2006/main" r:embed="R113200f1adcd48ff"/>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808171863"/>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BB81CDB7-7D11-46EB-BBE6-3789CB55D17E}"/>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6BA735A2-DA49-4396-8657-C670C506C082}"/>
              </a:ext>
            </a:extLst>
          </p:cNvPr>
          <p:cNvPicPr>
            <a:picLocks xmlns:a="http://schemas.openxmlformats.org/drawingml/2006/main" noChangeAspect="1"/>
          </p:cNvPicPr>
          <p:nvPr/>
        </p:nvPicPr>
        <p:blipFill>
          <a:blip xmlns:r="http://schemas.openxmlformats.org/officeDocument/2006/relationships" xmlns:a="http://schemas.openxmlformats.org/drawingml/2006/main" r:embed="Ra63c044d3f884c9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A1F50BC-E5A3-4640-B0C6-136E54B291D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7FF1C70-5B83-4C12-8D92-EF398E88822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C4851B1-3438-4BD9-8E70-C4042817ECD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31AD592-22AC-45FF-B234-A5C05235A22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352FD13-2274-4099-889F-59C9484EEF4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A938D55D-0ED6-4AD9-953C-18E558CD59F0}"/>
              </a:ext>
            </a:extLst>
          </p:cNvPr>
          <p:cNvPicPr>
            <a:picLocks xmlns:a="http://schemas.openxmlformats.org/drawingml/2006/main" noChangeAspect="1"/>
          </p:cNvPicPr>
          <p:nvPr/>
        </p:nvPicPr>
        <p:blipFill>
          <a:blip xmlns:r="http://schemas.openxmlformats.org/officeDocument/2006/relationships" xmlns:a="http://schemas.openxmlformats.org/drawingml/2006/main" r:embed="R0effd9f8f0d145ac"/>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8FC64B3C-8BC4-4F09-BC87-F7DD34BE26AC}"/>
              </a:ext>
            </a:extLst>
          </p:cNvPr>
          <p:cNvPicPr>
            <a:picLocks xmlns:a="http://schemas.openxmlformats.org/drawingml/2006/main" noChangeAspect="1"/>
          </p:cNvPicPr>
          <p:nvPr/>
        </p:nvPicPr>
        <p:blipFill>
          <a:blip xmlns:r="http://schemas.openxmlformats.org/officeDocument/2006/relationships" xmlns:a="http://schemas.openxmlformats.org/drawingml/2006/main" r:embed="Rc9d60e516be64f2c"/>
          <a:stretch xmlns:a="http://schemas.openxmlformats.org/drawingml/2006/main"/>
        </p:blipFill>
        <p:spPr>
          <a:xfrm xmlns:a="http://schemas.openxmlformats.org/drawingml/2006/main">
            <a:off x="2857500" y="5988844"/>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163117B1-C191-4B13-AE1C-E908F55103DA}"/>
              </a:ext>
            </a:extLst>
          </p:cNvPr>
          <p:cNvPicPr>
            <a:picLocks xmlns:a="http://schemas.openxmlformats.org/drawingml/2006/main" noChangeAspect="1"/>
          </p:cNvPicPr>
          <p:nvPr/>
        </p:nvPicPr>
        <p:blipFill>
          <a:blip xmlns:r="http://schemas.openxmlformats.org/officeDocument/2006/relationships" xmlns:a="http://schemas.openxmlformats.org/drawingml/2006/main" r:embed="R6e783107f8474f77"/>
          <a:stretch xmlns:a="http://schemas.openxmlformats.org/drawingml/2006/main"/>
        </p:blipFill>
        <p:spPr>
          <a:xfrm xmlns:a="http://schemas.openxmlformats.org/drawingml/2006/main">
            <a:off x="5336948" y="8358334"/>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FC10E240-D794-4702-AF70-2BDB1F7EDF00}"/>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A308F7A3-2BD7-4757-A53B-21FB608A0C4F}"/>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25°C, 1기압에서 같은 생성물이 생기는 두 연소 반응을 비교한다.</a:t>
            </a:r>
          </a:p>
        </p:txBody>
      </p:sp>
    </p:spTree>
    <p:extLst>
      <p:ext uri="{BB962C8B-B14F-4D97-AF65-F5344CB8AC3E}">
        <p14:creationId xmlns:p14="http://schemas.microsoft.com/office/powerpoint/2010/main" val="559310722"/>
      </p:ext>
    </p:extLst>
  </p:cSld>
</p:sld>
</file>

<file path=ppt/slides/slide2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32" name="">
            <a:extLst xmlns:a="http://schemas.openxmlformats.org/drawingml/2006/main">
              <a:ext uri="{FF2B5EF4-FFF2-40B4-BE49-F238E27FC236}">
                <a16:creationId xmlns:a16="http://schemas.microsoft.com/office/drawing/2014/main" id="{9FE09FCA-2178-4D12-ABD6-C14BDE8CE64A}"/>
              </a:ext>
            </a:extLst>
          </p:cNvPr>
          <p:cNvPicPr>
            <a:picLocks xmlns:a="http://schemas.openxmlformats.org/drawingml/2006/main" noChangeAspect="1"/>
          </p:cNvPicPr>
          <p:nvPr/>
        </p:nvPicPr>
        <p:blipFill>
          <a:blip xmlns:r="http://schemas.openxmlformats.org/officeDocument/2006/relationships" xmlns:a="http://schemas.openxmlformats.org/drawingml/2006/main" r:embed="R1a7ce606c7e34d7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E8F7CF4-2E16-4455-B9D4-039BB6F1430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17DC31C-5D87-445C-A1D5-8ED0796529A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7678383-78EF-4185-99CE-E158534909DF}"/>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7D60126-5458-4C09-BCDC-246C3CD511A9}"/>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D43D6A44-17F5-4DE3-8A7B-AF84C92D509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 조작과 계산 결과를 함께 확인</a:t>
            </a:r>
          </a:p>
        </p:txBody>
      </p:sp>
      <p:sp>
        <p:nvSpPr>
          <p:cNvPr id="7" name="단계·결과 공통 패널">
            <a:extLst xmlns:a="http://schemas.openxmlformats.org/drawingml/2006/main">
              <a:ext uri="{FF2B5EF4-FFF2-40B4-BE49-F238E27FC236}">
                <a16:creationId xmlns:a16="http://schemas.microsoft.com/office/drawing/2014/main" id="{2568409E-9536-40F2-87FD-862C3532207C}"/>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222222"/>
          </a:solidFill>
          <a:ln xmlns:a="http://schemas.openxmlformats.org/drawingml/2006/main" w="0">
            <a:noFill/>
          </a:ln>
        </p:spPr>
      </p:sp>
      <p:sp>
        <p:nvSpPr>
          <p:cNvPr id="8" name="참조 단계 번호">
            <a:extLst xmlns:a="http://schemas.openxmlformats.org/drawingml/2006/main">
              <a:ext uri="{FF2B5EF4-FFF2-40B4-BE49-F238E27FC236}">
                <a16:creationId xmlns:a16="http://schemas.microsoft.com/office/drawing/2014/main" id="{C1DC397C-4871-4973-9C9A-9E67A296CFB8}"/>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8C7EA630-2EC2-424D-BF3E-495AD4C4A1EC}"/>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F06672F8-2666-435F-BE4D-D1557EA7578D}"/>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목표 반응의 물질·위치·계수를 확인한다.</a:t>
            </a:r>
          </a:p>
        </p:txBody>
      </p:sp>
      <p:sp>
        <p:nvSpPr>
          <p:cNvPr id="11" name="text">
            <a:extLst xmlns:a="http://schemas.openxmlformats.org/drawingml/2006/main">
              <a:ext uri="{FF2B5EF4-FFF2-40B4-BE49-F238E27FC236}">
                <a16:creationId xmlns:a16="http://schemas.microsoft.com/office/drawing/2014/main" id="{5BD4850E-1F5A-4AA0-AC29-14D8251096AC}"/>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2" name="참조 단계 결과">
            <a:extLst xmlns:a="http://schemas.openxmlformats.org/drawingml/2006/main">
              <a:ext uri="{FF2B5EF4-FFF2-40B4-BE49-F238E27FC236}">
                <a16:creationId xmlns:a16="http://schemas.microsoft.com/office/drawing/2014/main" id="{83B8D648-E354-47C6-A02D-6F60AC42DF79}"/>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2DEA5C4D-CF0E-4531-875A-9B44534BC642}"/>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목표 반응식</a:t>
            </a:r>
          </a:p>
        </p:txBody>
      </p:sp>
      <p:sp>
        <p:nvSpPr>
          <p:cNvPr id="14" name="참조 단계 번호">
            <a:extLst xmlns:a="http://schemas.openxmlformats.org/drawingml/2006/main">
              <a:ext uri="{FF2B5EF4-FFF2-40B4-BE49-F238E27FC236}">
                <a16:creationId xmlns:a16="http://schemas.microsoft.com/office/drawing/2014/main" id="{E0D47966-7C3B-4EBD-BDA1-E6A79B4A6490}"/>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F7B70E37-8143-4183-9618-00D8967E44A6}"/>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6" name="text">
            <a:extLst xmlns:a="http://schemas.openxmlformats.org/drawingml/2006/main">
              <a:ext uri="{FF2B5EF4-FFF2-40B4-BE49-F238E27FC236}">
                <a16:creationId xmlns:a16="http://schemas.microsoft.com/office/drawing/2014/main" id="{01AC05A9-A27C-4842-8BFE-D225B98AF2EF}"/>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방향과 계수를 바꾸며 엔탈피도 바꾼다.</a:t>
            </a:r>
          </a:p>
        </p:txBody>
      </p:sp>
      <p:sp>
        <p:nvSpPr>
          <p:cNvPr id="17" name="text">
            <a:extLst xmlns:a="http://schemas.openxmlformats.org/drawingml/2006/main">
              <a:ext uri="{FF2B5EF4-FFF2-40B4-BE49-F238E27FC236}">
                <a16:creationId xmlns:a16="http://schemas.microsoft.com/office/drawing/2014/main" id="{298596AE-00B5-4819-9031-A74022F84954}"/>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8" name="참조 단계 결과">
            <a:extLst xmlns:a="http://schemas.openxmlformats.org/drawingml/2006/main">
              <a:ext uri="{FF2B5EF4-FFF2-40B4-BE49-F238E27FC236}">
                <a16:creationId xmlns:a16="http://schemas.microsoft.com/office/drawing/2014/main" id="{44455980-D4E1-4B9A-AB48-940D5F6EEA43}"/>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E163EFCB-7636-43AE-919F-5D9CAF78EB70}"/>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변환한 반응식</a:t>
            </a:r>
          </a:p>
        </p:txBody>
      </p:sp>
      <p:sp>
        <p:nvSpPr>
          <p:cNvPr id="20" name="참조 단계 번호">
            <a:extLst xmlns:a="http://schemas.openxmlformats.org/drawingml/2006/main">
              <a:ext uri="{FF2B5EF4-FFF2-40B4-BE49-F238E27FC236}">
                <a16:creationId xmlns:a16="http://schemas.microsoft.com/office/drawing/2014/main" id="{0D410699-E3D4-435D-B491-B864B7C13D2B}"/>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EF33AF12-95FA-437E-B5DB-B06F02ED38D9}"/>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2" name="text">
            <a:extLst xmlns:a="http://schemas.openxmlformats.org/drawingml/2006/main">
              <a:ext uri="{FF2B5EF4-FFF2-40B4-BE49-F238E27FC236}">
                <a16:creationId xmlns:a16="http://schemas.microsoft.com/office/drawing/2014/main" id="{11657F8D-4D45-4454-AA43-8869386072E8}"/>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양쪽에서 종류·상태·양이 같은 항을 소거한다.</a:t>
            </a:r>
          </a:p>
        </p:txBody>
      </p:sp>
      <p:sp>
        <p:nvSpPr>
          <p:cNvPr id="23" name="text">
            <a:extLst xmlns:a="http://schemas.openxmlformats.org/drawingml/2006/main">
              <a:ext uri="{FF2B5EF4-FFF2-40B4-BE49-F238E27FC236}">
                <a16:creationId xmlns:a16="http://schemas.microsoft.com/office/drawing/2014/main" id="{994D12DA-FD2C-4A48-9EA0-F38A42492619}"/>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4" name="참조 단계 결과">
            <a:extLst xmlns:a="http://schemas.openxmlformats.org/drawingml/2006/main">
              <a:ext uri="{FF2B5EF4-FFF2-40B4-BE49-F238E27FC236}">
                <a16:creationId xmlns:a16="http://schemas.microsoft.com/office/drawing/2014/main" id="{51AC9932-D721-4670-B57D-4498CB5976F1}"/>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25" name="text">
            <a:extLst xmlns:a="http://schemas.openxmlformats.org/drawingml/2006/main">
              <a:ext uri="{FF2B5EF4-FFF2-40B4-BE49-F238E27FC236}">
                <a16:creationId xmlns:a16="http://schemas.microsoft.com/office/drawing/2014/main" id="{F21E5474-F11A-4332-A4A4-869CD39E5C2E}"/>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남은 반응식</a:t>
            </a:r>
          </a:p>
        </p:txBody>
      </p:sp>
      <p:sp>
        <p:nvSpPr>
          <p:cNvPr id="26" name="참조 단계 번호">
            <a:extLst xmlns:a="http://schemas.openxmlformats.org/drawingml/2006/main">
              <a:ext uri="{FF2B5EF4-FFF2-40B4-BE49-F238E27FC236}">
                <a16:creationId xmlns:a16="http://schemas.microsoft.com/office/drawing/2014/main" id="{AFB40419-A471-471D-B262-38040827CFBF}"/>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4ABCDAE6-BE66-4B66-A848-07C034AEC338}"/>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8" name="text">
            <a:extLst xmlns:a="http://schemas.openxmlformats.org/drawingml/2006/main">
              <a:ext uri="{FF2B5EF4-FFF2-40B4-BE49-F238E27FC236}">
                <a16:creationId xmlns:a16="http://schemas.microsoft.com/office/drawing/2014/main" id="{497EB80C-1397-4075-BE35-0DC9D7711504}"/>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엔탈피를 더하고 부호와 단위를 검산한다.</a:t>
            </a:r>
          </a:p>
        </p:txBody>
      </p:sp>
      <p:sp>
        <p:nvSpPr>
          <p:cNvPr id="29" name="text">
            <a:extLst xmlns:a="http://schemas.openxmlformats.org/drawingml/2006/main">
              <a:ext uri="{FF2B5EF4-FFF2-40B4-BE49-F238E27FC236}">
                <a16:creationId xmlns:a16="http://schemas.microsoft.com/office/drawing/2014/main" id="{12CE0823-1BAC-433B-90B1-3C5C9ED2481B}"/>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0" name="참조 단계 결과">
            <a:extLst xmlns:a="http://schemas.openxmlformats.org/drawingml/2006/main">
              <a:ext uri="{FF2B5EF4-FFF2-40B4-BE49-F238E27FC236}">
                <a16:creationId xmlns:a16="http://schemas.microsoft.com/office/drawing/2014/main" id="{C4E715B1-F68E-45B0-AD55-48EB09DD78BD}"/>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31" name="text">
            <a:extLst xmlns:a="http://schemas.openxmlformats.org/drawingml/2006/main">
              <a:ext uri="{FF2B5EF4-FFF2-40B4-BE49-F238E27FC236}">
                <a16:creationId xmlns:a16="http://schemas.microsoft.com/office/drawing/2014/main" id="{C4557109-D04D-4FFA-9FE3-A6D50F9161AF}"/>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350909372"/>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v33 내용 구분">
            <a:extLst xmlns:a="http://schemas.openxmlformats.org/drawingml/2006/main">
              <a:ext uri="{FF2B5EF4-FFF2-40B4-BE49-F238E27FC236}">
                <a16:creationId xmlns:a16="http://schemas.microsoft.com/office/drawing/2014/main" id="{8665C62B-4696-43F6-A4E2-20B9CA856F48}"/>
              </a:ext>
            </a:extLst>
          </p:cNvPr>
          <p:cNvSpPr>
            <a:spLocks xmlns:a="http://schemas.openxmlformats.org/drawingml/2006/main" noGrp="1"/>
          </p:cNvSpPr>
          <p:nvPr/>
        </p:nvSpPr>
        <p:spPr>
          <a:xfrm xmlns:a="http://schemas.openxmlformats.org/drawingml/2006/main">
            <a:off x="2095500" y="7381875"/>
            <a:ext cx="14097000" cy="1619250"/>
          </a:xfrm>
          <a:prstGeom xmlns:a="http://schemas.openxmlformats.org/drawingml/2006/main" prst="roundRect">
            <a:avLst>
              <a:gd name="adj" fmla="val 9412"/>
            </a:avLst>
          </a:prstGeom>
          <a:solidFill xmlns:a="http://schemas.openxmlformats.org/drawingml/2006/main">
            <a:srgbClr val="172015"/>
          </a:solidFill>
          <a:ln xmlns:a="http://schemas.openxmlformats.org/drawingml/2006/main" w="0">
            <a:noFill/>
          </a:ln>
        </p:spPr>
      </p:sp>
      <p:sp>
        <p:nvSpPr>
          <p:cNvPr id="13" name="v33 내용 구분">
            <a:extLst xmlns:a="http://schemas.openxmlformats.org/drawingml/2006/main">
              <a:ext uri="{FF2B5EF4-FFF2-40B4-BE49-F238E27FC236}">
                <a16:creationId xmlns:a16="http://schemas.microsoft.com/office/drawing/2014/main" id="{93C5A97A-EC3F-44C6-9841-F2F7664EEEFE}"/>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7EE91B49-9FBA-4367-A21C-852C17A5E3FB}"/>
              </a:ext>
            </a:extLst>
          </p:cNvPr>
          <p:cNvPicPr>
            <a:picLocks xmlns:a="http://schemas.openxmlformats.org/drawingml/2006/main" noChangeAspect="1"/>
          </p:cNvPicPr>
          <p:nvPr/>
        </p:nvPicPr>
        <p:blipFill>
          <a:blip xmlns:r="http://schemas.openxmlformats.org/officeDocument/2006/relationships" xmlns:a="http://schemas.openxmlformats.org/drawingml/2006/main" r:embed="Ra04165dc0fb34db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81B7DFE-E412-413D-90D7-3114A0B611F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33C4DBE-ED18-47AC-B15C-79368AB9ECD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F23CDCA-707C-4316-851C-6661EA145AA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625CC6F-30BB-4241-9D6B-0C121A7AE21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07711A3F-9070-446A-8F6A-D90863912E0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280E2ED5-7B5D-4449-A6D6-036D925D7DFB}"/>
              </a:ext>
            </a:extLst>
          </p:cNvPr>
          <p:cNvPicPr>
            <a:picLocks xmlns:a="http://schemas.openxmlformats.org/drawingml/2006/main" noChangeAspect="1"/>
          </p:cNvPicPr>
          <p:nvPr/>
        </p:nvPicPr>
        <p:blipFill>
          <a:blip xmlns:r="http://schemas.openxmlformats.org/officeDocument/2006/relationships" xmlns:a="http://schemas.openxmlformats.org/drawingml/2006/main" r:embed="Rb4fc43ada5c94208"/>
          <a:stretch xmlns:a="http://schemas.openxmlformats.org/drawingml/2006/main"/>
        </p:blipFill>
        <p:spPr>
          <a:xfrm xmlns:a="http://schemas.openxmlformats.org/drawingml/2006/main">
            <a:off x="4582115" y="4893153"/>
            <a:ext cx="9123770" cy="154844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0E8574B4-91A3-400A-9438-0FE535D36A04}"/>
              </a:ext>
            </a:extLst>
          </p:cNvPr>
          <p:cNvPicPr>
            <a:picLocks xmlns:a="http://schemas.openxmlformats.org/drawingml/2006/main" noChangeAspect="1"/>
          </p:cNvPicPr>
          <p:nvPr/>
        </p:nvPicPr>
        <p:blipFill>
          <a:blip xmlns:r="http://schemas.openxmlformats.org/officeDocument/2006/relationships" xmlns:a="http://schemas.openxmlformats.org/drawingml/2006/main" r:embed="Re435a51b3d434307"/>
          <a:stretch xmlns:a="http://schemas.openxmlformats.org/drawingml/2006/main"/>
        </p:blipFill>
        <p:spPr>
          <a:xfrm xmlns:a="http://schemas.openxmlformats.org/drawingml/2006/main">
            <a:off x="5161623" y="7667625"/>
            <a:ext cx="7964754" cy="104775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833F1CE6-692E-460C-B74A-57DEA9BFC24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다음 두 반응을 이용하여 목표 반응의 엔탈피를 구하시오.</a:t>
            </a:r>
          </a:p>
        </p:txBody>
      </p:sp>
      <p:sp>
        <p:nvSpPr>
          <p:cNvPr id="14" name="text">
            <a:extLst xmlns:a="http://schemas.openxmlformats.org/drawingml/2006/main">
              <a:ext uri="{FF2B5EF4-FFF2-40B4-BE49-F238E27FC236}">
                <a16:creationId xmlns:a16="http://schemas.microsoft.com/office/drawing/2014/main" id="{191401E6-987B-4119-9F78-901DDC136DE5}"/>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a:t>
            </a:r>
          </a:p>
        </p:txBody>
      </p:sp>
      <p:sp>
        <p:nvSpPr>
          <p:cNvPr id="16" name="text">
            <a:extLst xmlns:a="http://schemas.openxmlformats.org/drawingml/2006/main">
              <a:ext uri="{FF2B5EF4-FFF2-40B4-BE49-F238E27FC236}">
                <a16:creationId xmlns:a16="http://schemas.microsoft.com/office/drawing/2014/main" id="{07218C29-3827-4374-877C-D20D10BE829B}"/>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1128054687"/>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3 내용 구분">
            <a:extLst xmlns:a="http://schemas.openxmlformats.org/drawingml/2006/main">
              <a:ext uri="{FF2B5EF4-FFF2-40B4-BE49-F238E27FC236}">
                <a16:creationId xmlns:a16="http://schemas.microsoft.com/office/drawing/2014/main" id="{4B66619F-5D22-4287-BB40-2E4336A2DD32}"/>
              </a:ext>
            </a:extLst>
          </p:cNvPr>
          <p:cNvSpPr>
            <a:spLocks xmlns:a="http://schemas.openxmlformats.org/drawingml/2006/main" noGrp="1"/>
          </p:cNvSpPr>
          <p:nvPr/>
        </p:nvSpPr>
        <p:spPr>
          <a:xfrm xmlns:a="http://schemas.openxmlformats.org/drawingml/2006/main">
            <a:off x="2095500" y="7381875"/>
            <a:ext cx="14097000" cy="1238250"/>
          </a:xfrm>
          <a:prstGeom xmlns:a="http://schemas.openxmlformats.org/drawingml/2006/main" prst="roundRect">
            <a:avLst>
              <a:gd name="adj" fmla="val 12308"/>
            </a:avLst>
          </a:prstGeom>
          <a:solidFill xmlns:a="http://schemas.openxmlformats.org/drawingml/2006/main">
            <a:srgbClr val="172015"/>
          </a:solidFill>
          <a:ln xmlns:a="http://schemas.openxmlformats.org/drawingml/2006/main" w="0">
            <a:noFill/>
          </a:ln>
        </p:spPr>
      </p:sp>
      <p:sp>
        <p:nvSpPr>
          <p:cNvPr id="14" name="v33 내용 구분">
            <a:extLst xmlns:a="http://schemas.openxmlformats.org/drawingml/2006/main">
              <a:ext uri="{FF2B5EF4-FFF2-40B4-BE49-F238E27FC236}">
                <a16:creationId xmlns:a16="http://schemas.microsoft.com/office/drawing/2014/main" id="{F11C2D3F-332C-4CD1-B4F6-59393368CD90}"/>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EDB0F3ED-EFC0-456A-A546-41782859228D}"/>
              </a:ext>
            </a:extLst>
          </p:cNvPr>
          <p:cNvPicPr>
            <a:picLocks xmlns:a="http://schemas.openxmlformats.org/drawingml/2006/main" noChangeAspect="1"/>
          </p:cNvPicPr>
          <p:nvPr/>
        </p:nvPicPr>
        <p:blipFill>
          <a:blip xmlns:r="http://schemas.openxmlformats.org/officeDocument/2006/relationships" xmlns:a="http://schemas.openxmlformats.org/drawingml/2006/main" r:embed="Rdac1b024cc8a46d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90D8BB8-AB35-4377-B6CD-205627D5F05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656CAB2-C75B-4556-BEC4-33CA7A6B060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1A652B0-32F3-47A0-AA06-7B1D9A06AD6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0982647-BBC3-4CCB-ADD8-7C8F8D1490C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FF4469EC-180D-42A2-BD92-6A5C4189497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반응식과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함께 검산</a:t>
            </a:r>
          </a:p>
        </p:txBody>
      </p:sp>
      <p:pic>
        <p:nvPicPr>
          <p:cNvPr id="8" name="">
            <a:extLst xmlns:a="http://schemas.openxmlformats.org/drawingml/2006/main">
              <a:ext uri="{FF2B5EF4-FFF2-40B4-BE49-F238E27FC236}">
                <a16:creationId xmlns:a16="http://schemas.microsoft.com/office/drawing/2014/main" id="{531CFE7D-7B90-41D2-861D-77C908E9D37D}"/>
              </a:ext>
            </a:extLst>
          </p:cNvPr>
          <p:cNvPicPr>
            <a:picLocks xmlns:a="http://schemas.openxmlformats.org/drawingml/2006/main" noChangeAspect="1"/>
          </p:cNvPicPr>
          <p:nvPr/>
        </p:nvPicPr>
        <p:blipFill>
          <a:blip xmlns:r="http://schemas.openxmlformats.org/officeDocument/2006/relationships" xmlns:a="http://schemas.openxmlformats.org/drawingml/2006/main" r:embed="Rec3d594c21404594"/>
          <a:stretch xmlns:a="http://schemas.openxmlformats.org/drawingml/2006/main"/>
        </p:blipFill>
        <p:spPr>
          <a:xfrm xmlns:a="http://schemas.openxmlformats.org/drawingml/2006/main">
            <a:off x="4996832" y="4963537"/>
            <a:ext cx="8294336" cy="1407677"/>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D9507572-58D0-4CD8-8FBC-BE9E354FBEFA}"/>
              </a:ext>
            </a:extLst>
          </p:cNvPr>
          <p:cNvPicPr>
            <a:picLocks xmlns:a="http://schemas.openxmlformats.org/drawingml/2006/main" noChangeAspect="1"/>
          </p:cNvPicPr>
          <p:nvPr/>
        </p:nvPicPr>
        <p:blipFill>
          <a:blip xmlns:r="http://schemas.openxmlformats.org/officeDocument/2006/relationships" xmlns:a="http://schemas.openxmlformats.org/drawingml/2006/main" r:embed="R988fd42dfcdd45fd"/>
          <a:stretch xmlns:a="http://schemas.openxmlformats.org/drawingml/2006/main"/>
        </p:blipFill>
        <p:spPr>
          <a:xfrm xmlns:a="http://schemas.openxmlformats.org/drawingml/2006/main">
            <a:off x="5523657" y="7524750"/>
            <a:ext cx="7240686" cy="952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1E14C145-FC43-4040-846D-78347E50C8EC}"/>
              </a:ext>
            </a:extLst>
          </p:cNvPr>
          <p:cNvPicPr>
            <a:picLocks xmlns:a="http://schemas.openxmlformats.org/drawingml/2006/main" noChangeAspect="1"/>
          </p:cNvPicPr>
          <p:nvPr/>
        </p:nvPicPr>
        <p:blipFill>
          <a:blip xmlns:r="http://schemas.openxmlformats.org/officeDocument/2006/relationships" xmlns:a="http://schemas.openxmlformats.org/drawingml/2006/main" r:embed="Rb81186438eac4075"/>
          <a:stretch xmlns:a="http://schemas.openxmlformats.org/drawingml/2006/main"/>
        </p:blipFill>
        <p:spPr>
          <a:xfrm xmlns:a="http://schemas.openxmlformats.org/drawingml/2006/main">
            <a:off x="5906143" y="9047975"/>
            <a:ext cx="6475714" cy="53495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45F292D8-A728-4470-98F8-358C3CA822D8}"/>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첫 번째 반응식을 2배하여 두 번째 반응식에서 뺀다.</a:t>
            </a:r>
          </a:p>
        </p:txBody>
      </p:sp>
      <p:sp>
        <p:nvSpPr>
          <p:cNvPr id="15" name="text">
            <a:extLst xmlns:a="http://schemas.openxmlformats.org/drawingml/2006/main">
              <a:ext uri="{FF2B5EF4-FFF2-40B4-BE49-F238E27FC236}">
                <a16:creationId xmlns:a16="http://schemas.microsoft.com/office/drawing/2014/main" id="{9109457E-60EA-4A91-B54B-16FE18CD20F1}"/>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 · 첫 번째 식을 2배</a:t>
            </a:r>
          </a:p>
        </p:txBody>
      </p:sp>
      <p:sp>
        <p:nvSpPr>
          <p:cNvPr id="17" name="text">
            <a:extLst xmlns:a="http://schemas.openxmlformats.org/drawingml/2006/main">
              <a:ext uri="{FF2B5EF4-FFF2-40B4-BE49-F238E27FC236}">
                <a16:creationId xmlns:a16="http://schemas.microsoft.com/office/drawing/2014/main" id="{4BE309D1-E470-4258-A51C-5C7888979426}"/>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1609623373"/>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BA52703-5466-43E2-A815-900782B7A500}"/>
              </a:ext>
            </a:extLst>
          </p:cNvPr>
          <p:cNvPicPr>
            <a:picLocks xmlns:a="http://schemas.openxmlformats.org/drawingml/2006/main" noChangeAspect="1"/>
          </p:cNvPicPr>
          <p:nvPr/>
        </p:nvPicPr>
        <p:blipFill>
          <a:blip xmlns:r="http://schemas.openxmlformats.org/officeDocument/2006/relationships" xmlns:a="http://schemas.openxmlformats.org/drawingml/2006/main" r:embed="R5f2e6b6be98b4a7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D0E4C56-4206-4EB3-86AD-391069EF20A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7F91268-53E5-418D-B0FD-1044AB7C8E5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08B87A0-BEEB-4EB9-8A8A-783184E985C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38BE124-A67B-48ED-BBA7-880A5BFC3B5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BF6E9412-733B-4DA6-8FB0-E6ABD1AFC08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D4CEA5A8-8965-4051-B16D-50F2501462E4}"/>
              </a:ext>
            </a:extLst>
          </p:cNvPr>
          <p:cNvPicPr>
            <a:picLocks xmlns:a="http://schemas.openxmlformats.org/drawingml/2006/main" noChangeAspect="1"/>
          </p:cNvPicPr>
          <p:nvPr/>
        </p:nvPicPr>
        <p:blipFill>
          <a:blip xmlns:r="http://schemas.openxmlformats.org/officeDocument/2006/relationships" xmlns:a="http://schemas.openxmlformats.org/drawingml/2006/main" r:embed="Re1ba5fba02ba4593"/>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1F5267C2-79AC-4FAD-99C9-E432E77628BA}"/>
              </a:ext>
            </a:extLst>
          </p:cNvPr>
          <p:cNvPicPr>
            <a:picLocks xmlns:a="http://schemas.openxmlformats.org/drawingml/2006/main" noChangeAspect="1"/>
          </p:cNvPicPr>
          <p:nvPr/>
        </p:nvPicPr>
        <p:blipFill>
          <a:blip xmlns:r="http://schemas.openxmlformats.org/officeDocument/2006/relationships" xmlns:a="http://schemas.openxmlformats.org/drawingml/2006/main" r:embed="Rfba41620e8774feb"/>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74127065-A5D9-4EA8-8AE9-09667DE25700}"/>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전체 경로와 구하려는 단계</a:t>
            </a:r>
          </a:p>
        </p:txBody>
      </p:sp>
    </p:spTree>
    <p:extLst>
      <p:ext uri="{BB962C8B-B14F-4D97-AF65-F5344CB8AC3E}">
        <p14:creationId xmlns:p14="http://schemas.microsoft.com/office/powerpoint/2010/main" val="2108215233"/>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1577DD1-9BE3-4F7C-B945-92FB6A50AF1B}"/>
              </a:ext>
            </a:extLst>
          </p:cNvPr>
          <p:cNvPicPr>
            <a:picLocks xmlns:a="http://schemas.openxmlformats.org/drawingml/2006/main" noChangeAspect="1"/>
          </p:cNvPicPr>
          <p:nvPr/>
        </p:nvPicPr>
        <p:blipFill>
          <a:blip xmlns:r="http://schemas.openxmlformats.org/officeDocument/2006/relationships" xmlns:a="http://schemas.openxmlformats.org/drawingml/2006/main" r:embed="R794bba6cb9bc421e"/>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6B9A1B87-0AB8-4DD3-8912-C5B9C9D70EF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D4CF6806-37A1-49C5-86B7-3B03843375B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BE33E159-D71D-4080-9A78-F31DEF8C83D1}"/>
              </a:ext>
            </a:extLst>
          </p:cNvPr>
          <p:cNvPicPr>
            <a:picLocks xmlns:a="http://schemas.openxmlformats.org/drawingml/2006/main" noChangeAspect="1"/>
          </p:cNvPicPr>
          <p:nvPr/>
        </p:nvPicPr>
        <p:blipFill>
          <a:blip xmlns:r="http://schemas.openxmlformats.org/officeDocument/2006/relationships" xmlns:a="http://schemas.openxmlformats.org/drawingml/2006/main" r:embed="R01a09e5e22c041a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2A947B13-B1C3-4F00-BF9F-01804FAE1FC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ABF53F65-7210-4B1E-BCB3-06AB65340EF9}"/>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34388ABE-7E1E-4318-89C2-9135952D3EC0}"/>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9D460295-AE29-4F6C-82D5-5463093323E6}"/>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062978105"/>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D98424C-15F9-4DA3-99D5-95E8B7308570}"/>
              </a:ext>
            </a:extLst>
          </p:cNvPr>
          <p:cNvPicPr>
            <a:picLocks xmlns:a="http://schemas.openxmlformats.org/drawingml/2006/main" noChangeAspect="1"/>
          </p:cNvPicPr>
          <p:nvPr/>
        </p:nvPicPr>
        <p:blipFill>
          <a:blip xmlns:r="http://schemas.openxmlformats.org/officeDocument/2006/relationships" xmlns:a="http://schemas.openxmlformats.org/drawingml/2006/main" r:embed="R80dfb89fa68745d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D1189DB-5DEE-4A38-9E98-F0655024E5E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D73E460-8369-496A-B5B4-DBE2EFC7C2C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2FA6478-CBC7-4A89-B039-CC15C3400FE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4C085DE-8DA7-44B3-8B8C-C8A6500C0FD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D2A4A0F-172B-405C-B47A-122D8D6BECF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91B4A998-9CC3-41B3-A112-E1CAA49F9A0D}"/>
              </a:ext>
            </a:extLst>
          </p:cNvPr>
          <p:cNvPicPr>
            <a:picLocks xmlns:a="http://schemas.openxmlformats.org/drawingml/2006/main" noChangeAspect="1"/>
          </p:cNvPicPr>
          <p:nvPr/>
        </p:nvPicPr>
        <p:blipFill>
          <a:blip xmlns:r="http://schemas.openxmlformats.org/officeDocument/2006/relationships" xmlns:a="http://schemas.openxmlformats.org/drawingml/2006/main" r:embed="R0eaf6e174ea442f1"/>
          <a:stretch xmlns:a="http://schemas.openxmlformats.org/drawingml/2006/main"/>
        </p:blipFill>
        <p:spPr>
          <a:xfrm xmlns:a="http://schemas.openxmlformats.org/drawingml/2006/main">
            <a:off x="2095500" y="4797807"/>
            <a:ext cx="14097000" cy="150101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3D6310AC-A52B-4F80-A1C2-5178356EFDAE}"/>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BF2250A4-2555-48BA-BAF2-CE31BE4EED91}"/>
              </a:ext>
            </a:extLst>
          </p:cNvPr>
          <p:cNvSpPr>
            <a:spLocks xmlns:a="http://schemas.openxmlformats.org/drawingml/2006/main" noGrp="1"/>
          </p:cNvSpPr>
          <p:nvPr/>
        </p:nvSpPr>
        <p:spPr>
          <a:xfrm xmlns:a="http://schemas.openxmlformats.org/drawingml/2006/main">
            <a:off x="2095500" y="6953250"/>
            <a:ext cx="14097000" cy="895350"/>
          </a:xfrm>
          <a:prstGeom xmlns:a="http://schemas.openxmlformats.org/drawingml/2006/main" prst="roundRect">
            <a:avLst/>
          </a:prstGeom>
          <a:solidFill xmlns:a="http://schemas.openxmlformats.org/drawingml/2006/main">
            <a:srgbClr val="17201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78DF7A34-A9C2-45E6-AF20-907886FD159C}"/>
              </a:ext>
            </a:extLst>
          </p:cNvPr>
          <p:cNvSpPr>
            <a:spLocks xmlns:a="http://schemas.openxmlformats.org/drawingml/2006/main" noGrp="1"/>
          </p:cNvSpPr>
          <p:nvPr/>
        </p:nvSpPr>
        <p:spPr>
          <a:xfrm xmlns:a="http://schemas.openxmlformats.org/drawingml/2006/main">
            <a:off x="2095500" y="8048625"/>
            <a:ext cx="14097000" cy="895350"/>
          </a:xfrm>
          <a:prstGeom xmlns:a="http://schemas.openxmlformats.org/drawingml/2006/main" prst="roundRect">
            <a:avLst/>
          </a:prstGeom>
          <a:solidFill xmlns:a="http://schemas.openxmlformats.org/drawingml/2006/main">
            <a:srgbClr val="17201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물의 표준 생성 엔탈피: −285.8 kJ/mol</a:t>
            </a:r>
          </a:p>
        </p:txBody>
      </p:sp>
    </p:spTree>
    <p:extLst>
      <p:ext uri="{BB962C8B-B14F-4D97-AF65-F5344CB8AC3E}">
        <p14:creationId xmlns:p14="http://schemas.microsoft.com/office/powerpoint/2010/main" val="1233840371"/>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v34 내용 영역">
            <a:extLst xmlns:a="http://schemas.openxmlformats.org/drawingml/2006/main">
              <a:ext uri="{FF2B5EF4-FFF2-40B4-BE49-F238E27FC236}">
                <a16:creationId xmlns:a16="http://schemas.microsoft.com/office/drawing/2014/main" id="{7B6579D0-6FB6-42B3-ABD7-97C88746238A}"/>
              </a:ext>
            </a:extLst>
          </p:cNvPr>
          <p:cNvSpPr>
            <a:spLocks xmlns:a="http://schemas.openxmlformats.org/drawingml/2006/main" noGrp="1"/>
          </p:cNvSpPr>
          <p:nvPr/>
        </p:nvSpPr>
        <p:spPr>
          <a:xfrm xmlns:a="http://schemas.openxmlformats.org/drawingml/2006/main">
            <a:off x="7667625" y="685800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5" name="v34 내용 영역">
            <a:extLst xmlns:a="http://schemas.openxmlformats.org/drawingml/2006/main">
              <a:ext uri="{FF2B5EF4-FFF2-40B4-BE49-F238E27FC236}">
                <a16:creationId xmlns:a16="http://schemas.microsoft.com/office/drawing/2014/main" id="{EA513B6F-B92D-4A59-96CF-B75FD43FFFE5}"/>
              </a:ext>
            </a:extLst>
          </p:cNvPr>
          <p:cNvSpPr>
            <a:spLocks xmlns:a="http://schemas.openxmlformats.org/drawingml/2006/main" noGrp="1"/>
          </p:cNvSpPr>
          <p:nvPr/>
        </p:nvSpPr>
        <p:spPr>
          <a:xfrm xmlns:a="http://schemas.openxmlformats.org/drawingml/2006/main">
            <a:off x="7667625" y="542925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7BD91208-7669-42CF-BD9A-9757B9CB0030}"/>
              </a:ext>
            </a:extLst>
          </p:cNvPr>
          <p:cNvPicPr>
            <a:picLocks xmlns:a="http://schemas.openxmlformats.org/drawingml/2006/main" noChangeAspect="1"/>
          </p:cNvPicPr>
          <p:nvPr/>
        </p:nvPicPr>
        <p:blipFill>
          <a:blip xmlns:r="http://schemas.openxmlformats.org/officeDocument/2006/relationships" xmlns:a="http://schemas.openxmlformats.org/drawingml/2006/main" r:embed="R0166139105ba4c4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D44332A-3D21-4F55-B534-1FDCA5285E1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1661A4A-2201-4173-9476-3AABB27AD82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3ED5B1C-F55F-49C5-9AE3-73878609D03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5C5E530-8D42-4FD2-BBDF-C46ABF0440D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0C7C8FF-7EC9-430C-A10B-2A4693A19F9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 기호의 의미</a:t>
            </a:r>
          </a:p>
        </p:txBody>
      </p:sp>
      <p:pic>
        <p:nvPicPr>
          <p:cNvPr id="7" name="">
            <a:extLst xmlns:a="http://schemas.openxmlformats.org/drawingml/2006/main">
              <a:ext uri="{FF2B5EF4-FFF2-40B4-BE49-F238E27FC236}">
                <a16:creationId xmlns:a16="http://schemas.microsoft.com/office/drawing/2014/main" id="{D9D27D34-CE47-474E-99D5-D2FC69C025B4}"/>
              </a:ext>
            </a:extLst>
          </p:cNvPr>
          <p:cNvPicPr>
            <a:picLocks xmlns:a="http://schemas.openxmlformats.org/drawingml/2006/main" noChangeAspect="1"/>
          </p:cNvPicPr>
          <p:nvPr/>
        </p:nvPicPr>
        <p:blipFill>
          <a:blip xmlns:r="http://schemas.openxmlformats.org/officeDocument/2006/relationships" xmlns:a="http://schemas.openxmlformats.org/drawingml/2006/main" r:embed="Ree6f499277d143ed"/>
          <a:stretch xmlns:a="http://schemas.openxmlformats.org/drawingml/2006/main"/>
        </p:blipFill>
        <p:spPr>
          <a:xfrm xmlns:a="http://schemas.openxmlformats.org/drawingml/2006/main">
            <a:off x="3058370" y="5190741"/>
            <a:ext cx="4360760" cy="238201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822BFD6C-BA97-4F14-B534-74389CEC93B9}"/>
              </a:ext>
            </a:extLst>
          </p:cNvPr>
          <p:cNvSpPr>
            <a:spLocks xmlns:a="http://schemas.openxmlformats.org/drawingml/2006/main" noGrp="1"/>
          </p:cNvSpPr>
          <p:nvPr/>
        </p:nvSpPr>
        <p:spPr>
          <a:xfrm xmlns:a="http://schemas.openxmlformats.org/drawingml/2006/main">
            <a:off x="9525000" y="4667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  표준 상태</a:t>
            </a:r>
          </a:p>
        </p:txBody>
      </p:sp>
      <p:sp>
        <p:nvSpPr>
          <p:cNvPr id="9" name="text">
            <a:extLst xmlns:a="http://schemas.openxmlformats.org/drawingml/2006/main">
              <a:ext uri="{FF2B5EF4-FFF2-40B4-BE49-F238E27FC236}">
                <a16:creationId xmlns:a16="http://schemas.microsoft.com/office/drawing/2014/main" id="{FDEE66F4-8E68-4CFF-A227-AE29DFF66457}"/>
              </a:ext>
            </a:extLst>
          </p:cNvPr>
          <p:cNvSpPr>
            <a:spLocks xmlns:a="http://schemas.openxmlformats.org/drawingml/2006/main" noGrp="1"/>
          </p:cNvSpPr>
          <p:nvPr/>
        </p:nvSpPr>
        <p:spPr>
          <a:xfrm xmlns:a="http://schemas.openxmlformats.org/drawingml/2006/main">
            <a:off x="9525000" y="53911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표준 상태에서의 값임을 나타낸다.</a:t>
            </a:r>
          </a:p>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온도를 뜻하는 기호는 아니다.</a:t>
            </a:r>
          </a:p>
        </p:txBody>
      </p:sp>
      <p:sp>
        <p:nvSpPr>
          <p:cNvPr id="10" name="text">
            <a:extLst xmlns:a="http://schemas.openxmlformats.org/drawingml/2006/main">
              <a:ext uri="{FF2B5EF4-FFF2-40B4-BE49-F238E27FC236}">
                <a16:creationId xmlns:a16="http://schemas.microsoft.com/office/drawing/2014/main" id="{14510785-56CA-4F63-870F-8B4388AAAA2A}"/>
              </a:ext>
            </a:extLst>
          </p:cNvPr>
          <p:cNvSpPr>
            <a:spLocks xmlns:a="http://schemas.openxmlformats.org/drawingml/2006/main" noGrp="1"/>
          </p:cNvSpPr>
          <p:nvPr/>
        </p:nvSpPr>
        <p:spPr>
          <a:xfrm xmlns:a="http://schemas.openxmlformats.org/drawingml/2006/main">
            <a:off x="9525000" y="6619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f  formation · 생성</a:t>
            </a:r>
          </a:p>
        </p:txBody>
      </p:sp>
      <p:sp>
        <p:nvSpPr>
          <p:cNvPr id="11" name="text">
            <a:extLst xmlns:a="http://schemas.openxmlformats.org/drawingml/2006/main">
              <a:ext uri="{FF2B5EF4-FFF2-40B4-BE49-F238E27FC236}">
                <a16:creationId xmlns:a16="http://schemas.microsoft.com/office/drawing/2014/main" id="{85DD33EB-5E19-4A42-8E8F-8B0406EF45DD}"/>
              </a:ext>
            </a:extLst>
          </p:cNvPr>
          <p:cNvSpPr>
            <a:spLocks xmlns:a="http://schemas.openxmlformats.org/drawingml/2006/main" noGrp="1"/>
          </p:cNvSpPr>
          <p:nvPr/>
        </p:nvSpPr>
        <p:spPr>
          <a:xfrm xmlns:a="http://schemas.openxmlformats.org/drawingml/2006/main">
            <a:off x="9525000" y="7334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원소 물질로부터 생성되는 반응</a:t>
            </a:r>
          </a:p>
        </p:txBody>
      </p:sp>
      <p:sp>
        <p:nvSpPr>
          <p:cNvPr id="14" name="text">
            <a:extLst xmlns:a="http://schemas.openxmlformats.org/drawingml/2006/main">
              <a:ext uri="{FF2B5EF4-FFF2-40B4-BE49-F238E27FC236}">
                <a16:creationId xmlns:a16="http://schemas.microsoft.com/office/drawing/2014/main" id="{7F2564AB-A858-4738-B244-B61578E6BB16}"/>
              </a:ext>
            </a:extLst>
          </p:cNvPr>
          <p:cNvSpPr>
            <a:spLocks xmlns:a="http://schemas.openxmlformats.org/drawingml/2006/main" noGrp="1"/>
          </p:cNvSpPr>
          <p:nvPr/>
        </p:nvSpPr>
        <p:spPr>
          <a:xfrm xmlns:a="http://schemas.openxmlformats.org/drawingml/2006/main">
            <a:off x="3238500" y="8953500"/>
            <a:ext cx="1181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생성되는 물질 1 mol 기준  ·  단위 kJ/mol</a:t>
            </a:r>
          </a:p>
        </p:txBody>
      </p:sp>
      <p:sp>
        <p:nvSpPr>
          <p:cNvPr id="16" name="">
            <a:extLst xmlns:a="http://schemas.openxmlformats.org/drawingml/2006/main">
              <a:ext uri="{FF2B5EF4-FFF2-40B4-BE49-F238E27FC236}">
                <a16:creationId xmlns:a16="http://schemas.microsoft.com/office/drawing/2014/main" id="{6B7E4368-A131-4D64-A4AF-EFA52C901BED}"/>
              </a:ext>
            </a:extLst>
          </p:cNvPr>
          <p:cNvSpPr>
            <a:spLocks xmlns:a="http://schemas.openxmlformats.org/drawingml/2006/main" noGrp="1"/>
          </p:cNvSpPr>
          <p:nvPr/>
        </p:nvSpPr>
        <p:spPr>
          <a:xfrm xmlns:a="http://schemas.openxmlformats.org/drawingml/2006/main">
            <a:off x="7477125" y="535305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7FEAE5A-E5EB-4B2C-B2EB-A7A95BFE1402}"/>
              </a:ext>
            </a:extLst>
          </p:cNvPr>
          <p:cNvSpPr>
            <a:spLocks xmlns:a="http://schemas.openxmlformats.org/drawingml/2006/main" noGrp="1"/>
          </p:cNvSpPr>
          <p:nvPr/>
        </p:nvSpPr>
        <p:spPr>
          <a:xfrm xmlns:a="http://schemas.openxmlformats.org/drawingml/2006/main">
            <a:off x="7477125" y="678180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Tree>
    <p:extLst>
      <p:ext uri="{BB962C8B-B14F-4D97-AF65-F5344CB8AC3E}">
        <p14:creationId xmlns:p14="http://schemas.microsoft.com/office/powerpoint/2010/main" val="829202323"/>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B9B6835-AA8E-4FAE-88AC-0B7177BC9CD8}"/>
              </a:ext>
            </a:extLst>
          </p:cNvPr>
          <p:cNvPicPr>
            <a:picLocks xmlns:a="http://schemas.openxmlformats.org/drawingml/2006/main" noChangeAspect="1"/>
          </p:cNvPicPr>
          <p:nvPr/>
        </p:nvPicPr>
        <p:blipFill>
          <a:blip xmlns:r="http://schemas.openxmlformats.org/officeDocument/2006/relationships" xmlns:a="http://schemas.openxmlformats.org/drawingml/2006/main" r:embed="R724f754a0591418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1D7276F-1D99-4609-9DFD-CBB7C74E45B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AD41C1F-A406-4C7E-8FD9-5C682B53E73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D11A3BA-ADD0-42EE-9AC5-5DD658D225C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009D563-CD17-4FF6-B366-99EDAC62C00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F0DD058-55A7-48E6-88CC-252511EFB78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342E490A-2BC0-4A53-A9C7-700F533969FF}"/>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CD728DB5-2B47-4AA4-BC04-32F32217F7F0}"/>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71E95EC1-65A4-4CE9-B3B8-184F31A005F9}"/>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7761D9B-6468-4AB6-AE3C-6A733363525C}"/>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6E0EFD4-F91D-440F-8C6B-5663E7F9678E}"/>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3ABF13A4-83BB-4CAA-AA75-F46B11046419}"/>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115AA661-618C-46A8-AE73-F01880DE8E83}"/>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1 M: 용액 1 L에 용질 1 mol이 들어 있는 농도</a:t>
            </a:r>
          </a:p>
        </p:txBody>
      </p:sp>
    </p:spTree>
    <p:extLst>
      <p:ext uri="{BB962C8B-B14F-4D97-AF65-F5344CB8AC3E}">
        <p14:creationId xmlns:p14="http://schemas.microsoft.com/office/powerpoint/2010/main" val="803481667"/>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6F9E96D1-AF62-442B-9DCD-5A5A22FD6125}"/>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A61F30FB-8F6D-4EB6-A4A2-61BDA72EE316}"/>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8916D50A-7ECF-4CD9-9DE4-152772F5AC5E}"/>
              </a:ext>
            </a:extLst>
          </p:cNvPr>
          <p:cNvPicPr>
            <a:picLocks xmlns:a="http://schemas.openxmlformats.org/drawingml/2006/main" noChangeAspect="1"/>
          </p:cNvPicPr>
          <p:nvPr/>
        </p:nvPicPr>
        <p:blipFill>
          <a:blip xmlns:r="http://schemas.openxmlformats.org/officeDocument/2006/relationships" xmlns:a="http://schemas.openxmlformats.org/drawingml/2006/main" r:embed="R4c7b88ec7ddb45b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9469016-575D-46E2-82D5-803F1763FB6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9B0C537-C9F4-436A-892D-FB41F39F9FA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2F435A1-4400-48EC-9237-67215AE511B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0BA15EB-8943-4E91-93D3-85034B8A1FC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E61D519-0D00-4558-8213-4854AF1D60B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10DE255B-B177-44E4-B097-33326D5ECD36}"/>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DDCEE0A2-ECC8-47CC-9B0C-FF6FC2E7553F}"/>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특정한 온도를 뜻하는</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1AE8C12A-E0BD-420B-B31E-B813237E10B5}"/>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E33B1431-DFD2-49D4-99BF-D96180A8D2DD}"/>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 엔탈피 값은</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온도에 따라 달라질 수 있다.</a:t>
            </a:r>
          </a:p>
        </p:txBody>
      </p:sp>
      <p:sp>
        <p:nvSpPr>
          <p:cNvPr id="13" name="text">
            <a:extLst xmlns:a="http://schemas.openxmlformats.org/drawingml/2006/main">
              <a:ext uri="{FF2B5EF4-FFF2-40B4-BE49-F238E27FC236}">
                <a16:creationId xmlns:a16="http://schemas.microsoft.com/office/drawing/2014/main" id="{A6365F26-3883-45CD-8019-5BC948937DBA}"/>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이 수업의 완자 예제는 25°C, 1기압의 자료다.</a:t>
            </a:r>
          </a:p>
        </p:txBody>
      </p:sp>
    </p:spTree>
    <p:extLst>
      <p:ext uri="{BB962C8B-B14F-4D97-AF65-F5344CB8AC3E}">
        <p14:creationId xmlns:p14="http://schemas.microsoft.com/office/powerpoint/2010/main" val="44295224"/>
      </p:ext>
    </p:extLst>
  </p:cSld>
</p:sld>
</file>

<file path=ppt/slides/slide3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C90A87B-690A-484A-8192-F2E78B1872D5}"/>
              </a:ext>
            </a:extLst>
          </p:cNvPr>
          <p:cNvPicPr>
            <a:picLocks xmlns:a="http://schemas.openxmlformats.org/drawingml/2006/main" noChangeAspect="1"/>
          </p:cNvPicPr>
          <p:nvPr/>
        </p:nvPicPr>
        <p:blipFill>
          <a:blip xmlns:r="http://schemas.openxmlformats.org/officeDocument/2006/relationships" xmlns:a="http://schemas.openxmlformats.org/drawingml/2006/main" r:embed="R454f44b261f14ad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0589010-BD63-49A0-A614-A28D00D9D29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8A7DC06-2B79-415D-A1E2-8C2F9750C00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05970C7-CCBD-4227-B87D-55BEFB22092B}"/>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5788C87-1023-44FE-83B2-5FF58091633E}"/>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B83C0D1D-0D2F-4B90-95F0-E8B72E6E53F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CE120DD1-0B94-43A7-94D7-2F4EE503777D}"/>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4E951F0D-559B-4C8F-9933-8CEEDAAF52E1}"/>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11898057-6468-4136-B983-76F7FEE37393}"/>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CADF720-49F3-4498-9A7D-14A3AEEF09A9}"/>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20CCF29-AAB1-4510-89D7-A00C5C67553F}"/>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36B62A11-AE49-4D83-AA15-87612CCE391D}"/>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9307C004-98A1-45A7-9440-0312155ECE28}"/>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1950481833"/>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E348F178-0B4B-4504-A4D5-1582BB95A216}"/>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963034F2-FD47-4C96-9508-EF23E6DC7801}"/>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A8EF2D6F-FAD2-4D4E-998C-87A55FCEB0A5}"/>
              </a:ext>
            </a:extLst>
          </p:cNvPr>
          <p:cNvPicPr>
            <a:picLocks xmlns:a="http://schemas.openxmlformats.org/drawingml/2006/main" noChangeAspect="1"/>
          </p:cNvPicPr>
          <p:nvPr/>
        </p:nvPicPr>
        <p:blipFill>
          <a:blip xmlns:r="http://schemas.openxmlformats.org/officeDocument/2006/relationships" xmlns:a="http://schemas.openxmlformats.org/drawingml/2006/main" r:embed="R2bdcfe60e3ab459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A293FA7-FE80-45DF-A2C6-7B00E7CBA9E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6590461-71C6-45F8-A2F9-7A9352386E4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F69CDC4-D62F-4654-BDC0-17CF8F8F161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F38EC65-60E2-4D3B-8349-190CEBFD05F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E5B6D612-91A7-4FF6-B85A-97912A10732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30262482-5A9A-49AD-9245-B8C1AE5F58E2}"/>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E550641A-68CB-46BF-93E5-CDB984685EEA}"/>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같은 온도·압력에서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74E59961-EB28-4A42-B57D-0F189835DF66}"/>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D5DAEFBF-C14D-410A-8494-67E7AC54188B}"/>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처음과 나중 상태가 같으므로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56FDBE06-60C0-4E71-8746-14E5970D1CA4}"/>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0은 생성 엔탈피의 기준값이며, 물질 자체의 엔탈피가 없다는 뜻은 아니다.</a:t>
            </a:r>
          </a:p>
        </p:txBody>
      </p:sp>
    </p:spTree>
    <p:extLst>
      <p:ext uri="{BB962C8B-B14F-4D97-AF65-F5344CB8AC3E}">
        <p14:creationId xmlns:p14="http://schemas.microsoft.com/office/powerpoint/2010/main" val="1228224712"/>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7F197F3-4C8A-4E46-A97E-830309462690}"/>
              </a:ext>
            </a:extLst>
          </p:cNvPr>
          <p:cNvPicPr>
            <a:picLocks xmlns:a="http://schemas.openxmlformats.org/drawingml/2006/main" noChangeAspect="1"/>
          </p:cNvPicPr>
          <p:nvPr/>
        </p:nvPicPr>
        <p:blipFill>
          <a:blip xmlns:r="http://schemas.openxmlformats.org/officeDocument/2006/relationships" xmlns:a="http://schemas.openxmlformats.org/drawingml/2006/main" r:embed="Raaddde6bcf114e0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FA3753A-32CB-4A05-A1D7-7E663D0CEE3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3E3F1E4-E413-42D4-8B68-C51353BD808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65A804D-7339-4C07-9250-14B6E4556D2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E7FAB5E-10BA-4B63-B781-10805D80B0F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E2F94ACA-83A5-4827-9B79-18CCFA1D331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탄소라도 기준값은 다르다</a:t>
            </a:r>
          </a:p>
        </p:txBody>
      </p:sp>
      <p:graphicFrame>
        <p:nvGraphicFramePr>
          <p:cNvPr id="9" name="">
            <a:extLst xmlns:a="http://schemas.openxmlformats.org/drawingml/2006/main">
              <a:ext uri="{FF2B5EF4-FFF2-40B4-BE49-F238E27FC236}">
                <a16:creationId xmlns:a16="http://schemas.microsoft.com/office/drawing/2014/main" id="{61F5FABE-4D77-4379-9E33-848DD5FA8E9C}"/>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AE073CBE-7830-4ED1-BE9E-0F9B24B788A0}"/>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652FBDE4-2453-40AB-909B-9FB59C61AB51}"/>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5850878A-D033-4703-922A-518A5F7362DC}"/>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C78EE077-1716-47FE-A0C9-4EE206F7850C}"/>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99F533F3-2B19-41A8-ABFC-0043FAE0BE4C}"/>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C582D6BE-28B8-4359-A584-8387C835AF28}"/>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573A2A01-BEA4-460E-902F-9C12C9B55D58}"/>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원소 물질이어도, 다른 동소체의 값까지 0은 아니다.</a:t>
            </a:r>
          </a:p>
        </p:txBody>
      </p:sp>
      <p:pic>
        <p:nvPicPr>
          <p:cNvPr id="17" name="">
            <a:extLst xmlns:a="http://schemas.openxmlformats.org/drawingml/2006/main">
              <a:ext uri="{FF2B5EF4-FFF2-40B4-BE49-F238E27FC236}">
                <a16:creationId xmlns:a16="http://schemas.microsoft.com/office/drawing/2014/main" id="{93F2F8B6-C8DF-40A4-9FAA-820259F1B07A}"/>
              </a:ext>
            </a:extLst>
          </p:cNvPr>
          <p:cNvPicPr>
            <a:picLocks xmlns:a="http://schemas.openxmlformats.org/drawingml/2006/main" noChangeAspect="1"/>
          </p:cNvPicPr>
          <p:nvPr/>
        </p:nvPicPr>
        <p:blipFill>
          <a:blip xmlns:r="http://schemas.openxmlformats.org/officeDocument/2006/relationships" xmlns:a="http://schemas.openxmlformats.org/drawingml/2006/main" r:embed="R8e571b3c99a5489e"/>
          <a:stretch xmlns:a="http://schemas.openxmlformats.org/drawingml/2006/main"/>
        </p:blipFill>
        <p:spPr>
          <a:xfrm xmlns:a="http://schemas.openxmlformats.org/drawingml/2006/main">
            <a:off x="1571625" y="4495631"/>
            <a:ext cx="2762250" cy="3105488"/>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065A874E-CC08-4D77-9803-BB5CFEB047CA}"/>
              </a:ext>
            </a:extLst>
          </p:cNvPr>
          <p:cNvPicPr>
            <a:picLocks xmlns:a="http://schemas.openxmlformats.org/drawingml/2006/main" noChangeAspect="1"/>
          </p:cNvPicPr>
          <p:nvPr/>
        </p:nvPicPr>
        <p:blipFill>
          <a:blip xmlns:r="http://schemas.openxmlformats.org/officeDocument/2006/relationships" xmlns:a="http://schemas.openxmlformats.org/drawingml/2006/main" r:embed="Rff13b881012b44b4"/>
          <a:stretch xmlns:a="http://schemas.openxmlformats.org/drawingml/2006/main"/>
        </p:blipFill>
        <p:spPr>
          <a:xfrm xmlns:a="http://schemas.openxmlformats.org/drawingml/2006/main">
            <a:off x="4667250" y="4868770"/>
            <a:ext cx="2762250" cy="2359210"/>
          </a:xfrm>
          <a:prstGeom xmlns:a="http://schemas.openxmlformats.org/drawingml/2006/main" prst="rect">
            <a:avLst/>
          </a:prstGeom>
        </p:spPr>
      </p:pic>
      <p:sp>
        <p:nvSpPr>
          <p:cNvPr id="19" name="text">
            <a:extLst xmlns:a="http://schemas.openxmlformats.org/drawingml/2006/main">
              <a:ext uri="{FF2B5EF4-FFF2-40B4-BE49-F238E27FC236}">
                <a16:creationId xmlns:a16="http://schemas.microsoft.com/office/drawing/2014/main" id="{D790AC27-1ED9-4CCF-B09D-3FEFC49DF17A}"/>
              </a:ext>
            </a:extLst>
          </p:cNvPr>
          <p:cNvSpPr>
            <a:spLocks xmlns:a="http://schemas.openxmlformats.org/drawingml/2006/main" noGrp="1"/>
          </p:cNvSpPr>
          <p:nvPr/>
        </p:nvSpPr>
        <p:spPr>
          <a:xfrm xmlns:a="http://schemas.openxmlformats.org/drawingml/2006/main">
            <a:off x="1905000" y="7858125"/>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흑연</a:t>
            </a:r>
          </a:p>
        </p:txBody>
      </p:sp>
      <p:sp>
        <p:nvSpPr>
          <p:cNvPr id="20" name="text">
            <a:extLst xmlns:a="http://schemas.openxmlformats.org/drawingml/2006/main">
              <a:ext uri="{FF2B5EF4-FFF2-40B4-BE49-F238E27FC236}">
                <a16:creationId xmlns:a16="http://schemas.microsoft.com/office/drawing/2014/main" id="{010BB13E-596A-41DB-9A81-8706E2334E65}"/>
              </a:ext>
            </a:extLst>
          </p:cNvPr>
          <p:cNvSpPr>
            <a:spLocks xmlns:a="http://schemas.openxmlformats.org/drawingml/2006/main" noGrp="1"/>
          </p:cNvSpPr>
          <p:nvPr/>
        </p:nvSpPr>
        <p:spPr>
          <a:xfrm xmlns:a="http://schemas.openxmlformats.org/drawingml/2006/main">
            <a:off x="5000625" y="7858125"/>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다이아몬드</a:t>
            </a:r>
          </a:p>
        </p:txBody>
      </p:sp>
    </p:spTree>
    <p:extLst>
      <p:ext uri="{BB962C8B-B14F-4D97-AF65-F5344CB8AC3E}">
        <p14:creationId xmlns:p14="http://schemas.microsoft.com/office/powerpoint/2010/main" val="947407591"/>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2463952A-A978-4B11-9280-071F87818AE5}"/>
              </a:ext>
            </a:extLst>
          </p:cNvPr>
          <p:cNvSpPr>
            <a:spLocks xmlns:a="http://schemas.openxmlformats.org/drawingml/2006/main" noGrp="1"/>
          </p:cNvSpPr>
          <p:nvPr/>
        </p:nvSpPr>
        <p:spPr>
          <a:xfrm xmlns:a="http://schemas.openxmlformats.org/drawingml/2006/main">
            <a:off x="2095500" y="6572250"/>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2F378352-A162-4F4D-9452-01D5D029C1BD}"/>
              </a:ext>
            </a:extLst>
          </p:cNvPr>
          <p:cNvSpPr>
            <a:spLocks xmlns:a="http://schemas.openxmlformats.org/drawingml/2006/main" noGrp="1"/>
          </p:cNvSpPr>
          <p:nvPr/>
        </p:nvSpPr>
        <p:spPr>
          <a:xfrm xmlns:a="http://schemas.openxmlformats.org/drawingml/2006/main">
            <a:off x="2095500" y="4714875"/>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8880AD1D-7B82-4084-AB9E-EB8308243132}"/>
              </a:ext>
            </a:extLst>
          </p:cNvPr>
          <p:cNvPicPr>
            <a:picLocks xmlns:a="http://schemas.openxmlformats.org/drawingml/2006/main" noChangeAspect="1"/>
          </p:cNvPicPr>
          <p:nvPr/>
        </p:nvPicPr>
        <p:blipFill>
          <a:blip xmlns:r="http://schemas.openxmlformats.org/officeDocument/2006/relationships" xmlns:a="http://schemas.openxmlformats.org/drawingml/2006/main" r:embed="R25e2531376374ce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EC37238-D62B-4178-A083-927E022D104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6B65962-E229-44A2-B34F-B8AF1242961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9229750-797F-4B8B-B678-73F0E8B697E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64A140A-D957-4F3F-90EE-A1A832BE593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A9DC2CC-AA22-44EC-8FA1-E965127DE37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2ACE86D6-79C4-42F9-B759-F86987A153FF}"/>
              </a:ext>
            </a:extLst>
          </p:cNvPr>
          <p:cNvPicPr>
            <a:picLocks xmlns:a="http://schemas.openxmlformats.org/drawingml/2006/main" noChangeAspect="1"/>
          </p:cNvPicPr>
          <p:nvPr/>
        </p:nvPicPr>
        <p:blipFill>
          <a:blip xmlns:r="http://schemas.openxmlformats.org/officeDocument/2006/relationships" xmlns:a="http://schemas.openxmlformats.org/drawingml/2006/main" r:embed="R01c03e5cdfe34347"/>
          <a:stretch xmlns:a="http://schemas.openxmlformats.org/drawingml/2006/main"/>
        </p:blipFill>
        <p:spPr>
          <a:xfrm xmlns:a="http://schemas.openxmlformats.org/drawingml/2006/main">
            <a:off x="4223941" y="4905375"/>
            <a:ext cx="9840119" cy="1047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2584015-9722-424D-A0BD-C0E77102E6C6}"/>
              </a:ext>
            </a:extLst>
          </p:cNvPr>
          <p:cNvPicPr>
            <a:picLocks xmlns:a="http://schemas.openxmlformats.org/drawingml/2006/main" noChangeAspect="1"/>
          </p:cNvPicPr>
          <p:nvPr/>
        </p:nvPicPr>
        <p:blipFill>
          <a:blip xmlns:r="http://schemas.openxmlformats.org/officeDocument/2006/relationships" xmlns:a="http://schemas.openxmlformats.org/drawingml/2006/main" r:embed="R734779ae262a4652"/>
          <a:stretch xmlns:a="http://schemas.openxmlformats.org/drawingml/2006/main"/>
        </p:blipFill>
        <p:spPr>
          <a:xfrm xmlns:a="http://schemas.openxmlformats.org/drawingml/2006/main">
            <a:off x="4223941" y="6762750"/>
            <a:ext cx="9840119" cy="1047750"/>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FEB54F96-8401-4A27-96D4-97D6D94A0678}"/>
              </a:ext>
            </a:extLst>
          </p:cNvPr>
          <p:cNvSpPr>
            <a:spLocks xmlns:a="http://schemas.openxmlformats.org/drawingml/2006/main" noGrp="1"/>
          </p:cNvSpPr>
          <p:nvPr/>
        </p:nvSpPr>
        <p:spPr>
          <a:xfrm xmlns:a="http://schemas.openxmlformats.org/drawingml/2006/main">
            <a:off x="2381250" y="4095750"/>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D74BB1EB-CF69-45D3-85DF-30CFC233988E}"/>
              </a:ext>
            </a:extLst>
          </p:cNvPr>
          <p:cNvSpPr>
            <a:spLocks xmlns:a="http://schemas.openxmlformats.org/drawingml/2006/main" noGrp="1"/>
          </p:cNvSpPr>
          <p:nvPr/>
        </p:nvSpPr>
        <p:spPr>
          <a:xfrm xmlns:a="http://schemas.openxmlformats.org/drawingml/2006/main">
            <a:off x="2381250" y="5953125"/>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9F89D937-72B4-4A69-BD51-139C8B1F0276}"/>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물질의 상태가 다르면 생성 엔탈피도 다르다.</a:t>
            </a:r>
          </a:p>
        </p:txBody>
      </p:sp>
    </p:spTree>
    <p:extLst>
      <p:ext uri="{BB962C8B-B14F-4D97-AF65-F5344CB8AC3E}">
        <p14:creationId xmlns:p14="http://schemas.microsoft.com/office/powerpoint/2010/main" val="1697810894"/>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F8ABB03-8EF9-47C7-9647-196666F1E735}"/>
              </a:ext>
            </a:extLst>
          </p:cNvPr>
          <p:cNvPicPr>
            <a:picLocks xmlns:a="http://schemas.openxmlformats.org/drawingml/2006/main" noChangeAspect="1"/>
          </p:cNvPicPr>
          <p:nvPr/>
        </p:nvPicPr>
        <p:blipFill>
          <a:blip xmlns:r="http://schemas.openxmlformats.org/officeDocument/2006/relationships" xmlns:a="http://schemas.openxmlformats.org/drawingml/2006/main" r:embed="Rcc7193c2bdce41c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2107470-1E23-48FE-A571-07DDEA44708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554B9C8-C6E7-4AEF-A931-CCF9765A928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4B58815-E8BD-41F0-B119-BF32796C9A6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CFE8E13-63D2-41B4-A64C-B7B0EB02931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000CBFF-D85B-42E5-8CD9-54C614D0D67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86B4086A-37A4-449E-B3CC-B972C253A096}"/>
              </a:ext>
            </a:extLst>
          </p:cNvPr>
          <p:cNvPicPr>
            <a:picLocks xmlns:a="http://schemas.openxmlformats.org/drawingml/2006/main" noChangeAspect="1"/>
          </p:cNvPicPr>
          <p:nvPr/>
        </p:nvPicPr>
        <p:blipFill>
          <a:blip xmlns:r="http://schemas.openxmlformats.org/officeDocument/2006/relationships" xmlns:a="http://schemas.openxmlformats.org/drawingml/2006/main" r:embed="R2b03b9fb4b874892"/>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FC24F733-3C8C-4BC9-9BF9-22B5144FE077}"/>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8EDA415B-006B-4B6B-9E6E-87164EFE5DF9}"/>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세 과정을 합하면 CH₄의 연소 반응이 된다.</a:t>
            </a:r>
          </a:p>
        </p:txBody>
      </p:sp>
    </p:spTree>
    <p:extLst>
      <p:ext uri="{BB962C8B-B14F-4D97-AF65-F5344CB8AC3E}">
        <p14:creationId xmlns:p14="http://schemas.microsoft.com/office/powerpoint/2010/main" val="524862150"/>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D371C27E-727A-46F7-9008-B468E5642F93}"/>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AB1C2FB8-800C-4AFF-BC8E-70F6E7F6077C}"/>
              </a:ext>
            </a:extLst>
          </p:cNvPr>
          <p:cNvPicPr>
            <a:picLocks xmlns:a="http://schemas.openxmlformats.org/drawingml/2006/main" noChangeAspect="1"/>
          </p:cNvPicPr>
          <p:nvPr/>
        </p:nvPicPr>
        <p:blipFill>
          <a:blip xmlns:r="http://schemas.openxmlformats.org/officeDocument/2006/relationships" xmlns:a="http://schemas.openxmlformats.org/drawingml/2006/main" r:embed="R9dd456f42e3d462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19D7A5B-070A-4A26-8F57-CFE7F94D73B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05383CE-66D0-4830-B829-8D7A3ECB56E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7765EA1-EFF6-484A-A531-06CF2EB14D0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028EB67-BFDB-43A2-B394-EE505015186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B1B7F2E-CCFC-4DF0-B8B5-576BB1F80C9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생성물의 합에서 반응물의 합을 뺀다</a:t>
            </a:r>
          </a:p>
        </p:txBody>
      </p:sp>
      <p:pic>
        <p:nvPicPr>
          <p:cNvPr id="14" name="">
            <a:extLst xmlns:a="http://schemas.openxmlformats.org/drawingml/2006/main">
              <a:ext uri="{FF2B5EF4-FFF2-40B4-BE49-F238E27FC236}">
                <a16:creationId xmlns:a16="http://schemas.microsoft.com/office/drawing/2014/main" id="{EDA251DB-A040-4C10-AD4F-38CA1EED344C}"/>
              </a:ext>
            </a:extLst>
          </p:cNvPr>
          <p:cNvPicPr>
            <a:picLocks xmlns:a="http://schemas.openxmlformats.org/drawingml/2006/main" noChangeAspect="1"/>
          </p:cNvPicPr>
          <p:nvPr/>
        </p:nvPicPr>
        <p:blipFill>
          <a:blip xmlns:r="http://schemas.openxmlformats.org/officeDocument/2006/relationships" xmlns:a="http://schemas.openxmlformats.org/drawingml/2006/main" r:embed="Rb13ff7fa5f6e4136"/>
          <a:stretch xmlns:a="http://schemas.openxmlformats.org/drawingml/2006/main"/>
        </p:blipFill>
        <p:spPr>
          <a:xfrm xmlns:a="http://schemas.openxmlformats.org/drawingml/2006/main">
            <a:off x="4084371" y="4905375"/>
            <a:ext cx="10119259"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2D861FBB-92E8-4153-B120-1FF4FF132362}"/>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기준 원소 물질을 거치는 경로로 반응 엔탈피를 구한다.</a:t>
            </a:r>
          </a:p>
        </p:txBody>
      </p:sp>
      <p:sp>
        <p:nvSpPr>
          <p:cNvPr id="17" name="">
            <a:extLst xmlns:a="http://schemas.openxmlformats.org/drawingml/2006/main">
              <a:ext uri="{FF2B5EF4-FFF2-40B4-BE49-F238E27FC236}">
                <a16:creationId xmlns:a16="http://schemas.microsoft.com/office/drawing/2014/main" id="{0E9D10EB-EF88-4226-B6C1-9A0943E998F8}"/>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04AF34CF-0FB7-4189-A64F-22E3E9ACB135}"/>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F61454CB-6DB3-4BF2-A7EF-0D97BAF6B10F}"/>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생성물 각각의 생성 엔탈피를 계수만큼 더한다.</a:t>
            </a:r>
          </a:p>
        </p:txBody>
      </p:sp>
      <p:sp>
        <p:nvSpPr>
          <p:cNvPr id="20" name="">
            <a:extLst xmlns:a="http://schemas.openxmlformats.org/drawingml/2006/main">
              <a:ext uri="{FF2B5EF4-FFF2-40B4-BE49-F238E27FC236}">
                <a16:creationId xmlns:a16="http://schemas.microsoft.com/office/drawing/2014/main" id="{5F93B1E0-4660-494F-90C1-E3F24EE0CAB8}"/>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1A647D25-7DE9-4545-B7CF-936D95AE93C4}"/>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1887BAA3-4E23-4F29-845A-00CB60D280C0}"/>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반응물 각각의 생성 엔탈피를 계수만큼 더한다.</a:t>
            </a:r>
          </a:p>
        </p:txBody>
      </p:sp>
      <p:sp>
        <p:nvSpPr>
          <p:cNvPr id="23" name="">
            <a:extLst xmlns:a="http://schemas.openxmlformats.org/drawingml/2006/main">
              <a:ext uri="{FF2B5EF4-FFF2-40B4-BE49-F238E27FC236}">
                <a16:creationId xmlns:a16="http://schemas.microsoft.com/office/drawing/2014/main" id="{E0B2A1A5-F500-4C72-82C4-2CBCBEAECBAC}"/>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361D9B3A-748D-4E8F-9166-7B37C83B9AD8}"/>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F4F47365-7C68-4CBD-A149-6399313A477C}"/>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185488071"/>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9A4F36BB-65EA-49E3-9069-EAFE02C82A76}"/>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BF6F3746-80A3-4B29-886F-D46C0EFC5BBF}"/>
              </a:ext>
            </a:extLst>
          </p:cNvPr>
          <p:cNvPicPr>
            <a:picLocks xmlns:a="http://schemas.openxmlformats.org/drawingml/2006/main" noChangeAspect="1"/>
          </p:cNvPicPr>
          <p:nvPr/>
        </p:nvPicPr>
        <p:blipFill>
          <a:blip xmlns:r="http://schemas.openxmlformats.org/officeDocument/2006/relationships" xmlns:a="http://schemas.openxmlformats.org/drawingml/2006/main" r:embed="R8bbfd7a9a3d44c6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2DC35FF-27EE-4DC7-88E9-760ABDEF42F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9A3BC0F-03B4-40E1-B12A-397875AE764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E7A40AB-7120-4B38-98A9-43E01542A30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3A2CC48-E0C8-4A7E-993D-5E77C24FE38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21A013D-0D02-44FE-9B73-F04E2AF57AA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각 물질의 값에 반응 계수를 곱한다</a:t>
            </a:r>
          </a:p>
        </p:txBody>
      </p:sp>
      <p:pic>
        <p:nvPicPr>
          <p:cNvPr id="14" name="">
            <a:extLst xmlns:a="http://schemas.openxmlformats.org/drawingml/2006/main">
              <a:ext uri="{FF2B5EF4-FFF2-40B4-BE49-F238E27FC236}">
                <a16:creationId xmlns:a16="http://schemas.microsoft.com/office/drawing/2014/main" id="{BB16812F-07F8-476F-B13D-1C7181807053}"/>
              </a:ext>
            </a:extLst>
          </p:cNvPr>
          <p:cNvPicPr>
            <a:picLocks xmlns:a="http://schemas.openxmlformats.org/drawingml/2006/main" noChangeAspect="1"/>
          </p:cNvPicPr>
          <p:nvPr/>
        </p:nvPicPr>
        <p:blipFill>
          <a:blip xmlns:r="http://schemas.openxmlformats.org/officeDocument/2006/relationships" xmlns:a="http://schemas.openxmlformats.org/drawingml/2006/main" r:embed="Re4450b421f16431b"/>
          <a:stretch xmlns:a="http://schemas.openxmlformats.org/drawingml/2006/main"/>
        </p:blipFill>
        <p:spPr>
          <a:xfrm xmlns:a="http://schemas.openxmlformats.org/drawingml/2006/main">
            <a:off x="5162848" y="4905375"/>
            <a:ext cx="7962305"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5F149A50-F06E-4E06-ACD0-DBE488D0EBAC}"/>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표준 생성 엔탈피는 물질 1 mol을 기준으로 한 값이다.</a:t>
            </a:r>
          </a:p>
        </p:txBody>
      </p:sp>
      <p:sp>
        <p:nvSpPr>
          <p:cNvPr id="17" name="">
            <a:extLst xmlns:a="http://schemas.openxmlformats.org/drawingml/2006/main">
              <a:ext uri="{FF2B5EF4-FFF2-40B4-BE49-F238E27FC236}">
                <a16:creationId xmlns:a16="http://schemas.microsoft.com/office/drawing/2014/main" id="{8F814245-BBBE-4EB3-928B-BA2A047B1532}"/>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72C7CBEE-7B9C-41E7-AB03-913F61AB3F22}"/>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79AD1BB9-93E8-45B1-BBF9-308CE99E39B6}"/>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계수로 생성되거나 반응하는 물질의 양을 반영한다.</a:t>
            </a:r>
          </a:p>
        </p:txBody>
      </p:sp>
      <p:sp>
        <p:nvSpPr>
          <p:cNvPr id="20" name="">
            <a:extLst xmlns:a="http://schemas.openxmlformats.org/drawingml/2006/main">
              <a:ext uri="{FF2B5EF4-FFF2-40B4-BE49-F238E27FC236}">
                <a16:creationId xmlns:a16="http://schemas.microsoft.com/office/drawing/2014/main" id="{A76C054D-3215-4B8E-A506-F431CCB89454}"/>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96C13198-485A-488A-8F11-24F4B06124E4}"/>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A7144CA9-1C0C-442B-8C2A-21195D1E913F}"/>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Σ는 각 물질에 대해 계산한 값을 모두 더한다는 뜻이다.</a:t>
            </a:r>
          </a:p>
        </p:txBody>
      </p:sp>
      <p:sp>
        <p:nvSpPr>
          <p:cNvPr id="23" name="">
            <a:extLst xmlns:a="http://schemas.openxmlformats.org/drawingml/2006/main">
              <a:ext uri="{FF2B5EF4-FFF2-40B4-BE49-F238E27FC236}">
                <a16:creationId xmlns:a16="http://schemas.microsoft.com/office/drawing/2014/main" id="{339D549F-0F90-4974-A892-AAC1B3CE59CB}"/>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68CABB16-26E7-4374-920F-857D5392D52C}"/>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5203AE6C-5415-4470-8811-73B32F874DCB}"/>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기준 원소 물질은 표준 생성 엔탈피가 0이다.</a:t>
            </a:r>
          </a:p>
        </p:txBody>
      </p:sp>
    </p:spTree>
    <p:extLst>
      <p:ext uri="{BB962C8B-B14F-4D97-AF65-F5344CB8AC3E}">
        <p14:creationId xmlns:p14="http://schemas.microsoft.com/office/powerpoint/2010/main" val="59552741"/>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ECB4B62-686B-443F-AD6E-C15D2F31D4F2}"/>
              </a:ext>
            </a:extLst>
          </p:cNvPr>
          <p:cNvPicPr>
            <a:picLocks xmlns:a="http://schemas.openxmlformats.org/drawingml/2006/main" noChangeAspect="1"/>
          </p:cNvPicPr>
          <p:nvPr/>
        </p:nvPicPr>
        <p:blipFill>
          <a:blip xmlns:r="http://schemas.openxmlformats.org/officeDocument/2006/relationships" xmlns:a="http://schemas.openxmlformats.org/drawingml/2006/main" r:embed="R95de906f6b5e42e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5FD4739-111F-427C-A63C-E27E11A3350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16D6E82-7B56-445A-87DE-CF029DE6C13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83298EA-FFBE-4DE8-8B35-35BC1890258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EC4A41F-6EE0-408B-9628-0223E99A56B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62692B0-CD37-42F1-980C-4A37526E757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417D6D19-AAB6-4773-A24D-0CBE366FD4A5}"/>
              </a:ext>
            </a:extLst>
          </p:cNvPr>
          <p:cNvPicPr>
            <a:picLocks xmlns:a="http://schemas.openxmlformats.org/drawingml/2006/main" noChangeAspect="1"/>
          </p:cNvPicPr>
          <p:nvPr/>
        </p:nvPicPr>
        <p:blipFill>
          <a:blip xmlns:r="http://schemas.openxmlformats.org/officeDocument/2006/relationships" xmlns:a="http://schemas.openxmlformats.org/drawingml/2006/main" r:embed="Rd225201f39ac4592"/>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D327B1AA-7FBE-48F0-9513-8F3B4B529671}"/>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43BB8F04-909B-47F8-AEC3-BF40E30DBEF3}"/>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DC53B42-5122-4345-B5C6-ABC2FB31ED49}"/>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4C86BF5-CD09-497C-9990-5727C6368511}"/>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E63847F0-0AAB-43BD-927D-1E37298D658A}"/>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8A63C377-9526-424E-9A65-7447C3CAE500}"/>
              </a:ext>
            </a:extLst>
          </p:cNvPr>
          <p:cNvPicPr>
            <a:picLocks xmlns:a="http://schemas.openxmlformats.org/drawingml/2006/main" noChangeAspect="1"/>
          </p:cNvPicPr>
          <p:nvPr/>
        </p:nvPicPr>
        <p:blipFill>
          <a:blip xmlns:r="http://schemas.openxmlformats.org/officeDocument/2006/relationships" xmlns:a="http://schemas.openxmlformats.org/drawingml/2006/main" r:embed="R7e4648ea0f8047bd"/>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spTree>
    <p:extLst>
      <p:ext uri="{BB962C8B-B14F-4D97-AF65-F5344CB8AC3E}">
        <p14:creationId xmlns:p14="http://schemas.microsoft.com/office/powerpoint/2010/main" val="1391247079"/>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5B604A1-0216-4A63-B9E3-83176D428E07}"/>
              </a:ext>
            </a:extLst>
          </p:cNvPr>
          <p:cNvPicPr>
            <a:picLocks xmlns:a="http://schemas.openxmlformats.org/drawingml/2006/main" noChangeAspect="1"/>
          </p:cNvPicPr>
          <p:nvPr/>
        </p:nvPicPr>
        <p:blipFill>
          <a:blip xmlns:r="http://schemas.openxmlformats.org/officeDocument/2006/relationships" xmlns:a="http://schemas.openxmlformats.org/drawingml/2006/main" r:embed="Rb79c8885566a450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E8144E6-10EC-41A2-A338-6D84F3447DD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E91B96C-6443-4354-B35E-9909B0F7766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E5B5B39-6D2D-4C38-882D-778F36809A2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95DFADC-35FA-40DF-94EB-443862193B8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D7FACBA-B2A5-4097-972D-FEF1F1B50F1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37B74CF0-4181-46AD-9934-77127CF08F6D}"/>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B7C307F5-48FD-450E-B574-4D58CB74F0B0}"/>
              </a:ext>
            </a:extLst>
          </p:cNvPr>
          <p:cNvPicPr>
            <a:picLocks xmlns:a="http://schemas.openxmlformats.org/drawingml/2006/main" noChangeAspect="1"/>
          </p:cNvPicPr>
          <p:nvPr/>
        </p:nvPicPr>
        <p:blipFill>
          <a:blip xmlns:r="http://schemas.openxmlformats.org/officeDocument/2006/relationships" xmlns:a="http://schemas.openxmlformats.org/drawingml/2006/main" r:embed="R38c038a50b794b24"/>
          <a:stretch xmlns:a="http://schemas.openxmlformats.org/drawingml/2006/main"/>
        </p:blipFill>
        <p:spPr>
          <a:xfrm xmlns:a="http://schemas.openxmlformats.org/drawingml/2006/main">
            <a:off x="3150699" y="4667250"/>
            <a:ext cx="12558103" cy="43053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2AEC00B-697E-4336-913A-DE5389EE9492}"/>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9BF99FBD-143D-4AFC-A46D-4F797B3DC3C8}"/>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4" name="">
            <a:extLst xmlns:a="http://schemas.openxmlformats.org/drawingml/2006/main">
              <a:ext uri="{FF2B5EF4-FFF2-40B4-BE49-F238E27FC236}">
                <a16:creationId xmlns:a16="http://schemas.microsoft.com/office/drawing/2014/main" id="{5DD0875F-0BC5-4675-AA29-D65059D2AAC9}"/>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5395F5B9-8BF0-4A28-B893-895BE8FE92DA}"/>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16" name="">
            <a:extLst xmlns:a="http://schemas.openxmlformats.org/drawingml/2006/main">
              <a:ext uri="{FF2B5EF4-FFF2-40B4-BE49-F238E27FC236}">
                <a16:creationId xmlns:a16="http://schemas.microsoft.com/office/drawing/2014/main" id="{0A8E4FB9-EA4D-46D0-A4AA-57299A6F76AA}"/>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B89C5CE9-3ACE-425E-BB2A-D80FC9C46308}"/>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Tree>
    <p:extLst>
      <p:ext uri="{BB962C8B-B14F-4D97-AF65-F5344CB8AC3E}">
        <p14:creationId xmlns:p14="http://schemas.microsoft.com/office/powerpoint/2010/main" val="907830811"/>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v34 내용 영역">
            <a:extLst xmlns:a="http://schemas.openxmlformats.org/drawingml/2006/main">
              <a:ext uri="{FF2B5EF4-FFF2-40B4-BE49-F238E27FC236}">
                <a16:creationId xmlns:a16="http://schemas.microsoft.com/office/drawing/2014/main" id="{C13AAEC2-7DAB-471B-AC6A-4F781A5A1E3F}"/>
              </a:ext>
            </a:extLst>
          </p:cNvPr>
          <p:cNvSpPr>
            <a:spLocks xmlns:a="http://schemas.openxmlformats.org/drawingml/2006/main" noGrp="1"/>
          </p:cNvSpPr>
          <p:nvPr/>
        </p:nvSpPr>
        <p:spPr>
          <a:xfrm xmlns:a="http://schemas.openxmlformats.org/drawingml/2006/main">
            <a:off x="1333500" y="4524375"/>
            <a:ext cx="11144250" cy="4667250"/>
          </a:xfrm>
          <a:prstGeom xmlns:a="http://schemas.openxmlformats.org/drawingml/2006/main" prst="roundRect">
            <a:avLst>
              <a:gd name="adj" fmla="val 3673"/>
            </a:avLst>
          </a:prstGeom>
          <a:solidFill xmlns:a="http://schemas.openxmlformats.org/drawingml/2006/main">
            <a:srgbClr val="242424"/>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AD7560F2-798C-4320-80F2-6A5E4C366B7A}"/>
              </a:ext>
            </a:extLst>
          </p:cNvPr>
          <p:cNvPicPr>
            <a:picLocks xmlns:a="http://schemas.openxmlformats.org/drawingml/2006/main" noChangeAspect="1"/>
          </p:cNvPicPr>
          <p:nvPr/>
        </p:nvPicPr>
        <p:blipFill>
          <a:blip xmlns:r="http://schemas.openxmlformats.org/officeDocument/2006/relationships" xmlns:a="http://schemas.openxmlformats.org/drawingml/2006/main" r:embed="R184c47ca4aa54ee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BE2FDB8-77D4-467B-90D2-D631897E524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9A358D4-BACB-44D3-A4D3-5F8A0F02231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C42C5C3-172B-4CD6-BC0C-DDF38A80B08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7DD9181-BF72-4DF0-AFD0-77702B52E10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275DCAC-89AB-4234-832D-099A4C897AE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반응을 조합하면 메테인 연소 반응</a:t>
            </a:r>
          </a:p>
        </p:txBody>
      </p:sp>
      <p:pic>
        <p:nvPicPr>
          <p:cNvPr id="7" name="">
            <a:extLst xmlns:a="http://schemas.openxmlformats.org/drawingml/2006/main">
              <a:ext uri="{FF2B5EF4-FFF2-40B4-BE49-F238E27FC236}">
                <a16:creationId xmlns:a16="http://schemas.microsoft.com/office/drawing/2014/main" id="{127B5F92-FB7E-473D-9040-7AAEF86921A3}"/>
              </a:ext>
            </a:extLst>
          </p:cNvPr>
          <p:cNvPicPr>
            <a:picLocks xmlns:a="http://schemas.openxmlformats.org/drawingml/2006/main" noChangeAspect="1"/>
          </p:cNvPicPr>
          <p:nvPr/>
        </p:nvPicPr>
        <p:blipFill>
          <a:blip xmlns:r="http://schemas.openxmlformats.org/officeDocument/2006/relationships" xmlns:a="http://schemas.openxmlformats.org/drawingml/2006/main" r:embed="Rf9bcc54d88644e17"/>
          <a:stretch xmlns:a="http://schemas.openxmlformats.org/drawingml/2006/main"/>
        </p:blipFill>
        <p:spPr>
          <a:xfrm xmlns:a="http://schemas.openxmlformats.org/drawingml/2006/main">
            <a:off x="1734270" y="4810125"/>
            <a:ext cx="10342710" cy="4136041"/>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BE2CD914-AAA3-4306-BE0E-459BFA490199}"/>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생성물의 생성 반응을 더하고, 메테인의 생성 반응을 뒤집는다.</a:t>
            </a:r>
          </a:p>
        </p:txBody>
      </p:sp>
      <p:sp>
        <p:nvSpPr>
          <p:cNvPr id="10" name="text">
            <a:extLst xmlns:a="http://schemas.openxmlformats.org/drawingml/2006/main">
              <a:ext uri="{FF2B5EF4-FFF2-40B4-BE49-F238E27FC236}">
                <a16:creationId xmlns:a16="http://schemas.microsoft.com/office/drawing/2014/main" id="{1F5FDE29-BC8E-44DB-9FAB-54EEDD180D40}"/>
              </a:ext>
            </a:extLst>
          </p:cNvPr>
          <p:cNvSpPr>
            <a:spLocks xmlns:a="http://schemas.openxmlformats.org/drawingml/2006/main" noGrp="1"/>
          </p:cNvSpPr>
          <p:nvPr/>
        </p:nvSpPr>
        <p:spPr>
          <a:xfrm xmlns:a="http://schemas.openxmlformats.org/drawingml/2006/main">
            <a:off x="12954000" y="47625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이산화 탄소 생성</a:t>
            </a:r>
          </a:p>
        </p:txBody>
      </p:sp>
      <p:sp>
        <p:nvSpPr>
          <p:cNvPr id="11" name="text">
            <a:extLst xmlns:a="http://schemas.openxmlformats.org/drawingml/2006/main">
              <a:ext uri="{FF2B5EF4-FFF2-40B4-BE49-F238E27FC236}">
                <a16:creationId xmlns:a16="http://schemas.microsoft.com/office/drawing/2014/main" id="{C5A15F65-2982-42C2-A7F6-F4D7EFA0AE45}"/>
              </a:ext>
            </a:extLst>
          </p:cNvPr>
          <p:cNvSpPr>
            <a:spLocks xmlns:a="http://schemas.openxmlformats.org/drawingml/2006/main" noGrp="1"/>
          </p:cNvSpPr>
          <p:nvPr/>
        </p:nvSpPr>
        <p:spPr>
          <a:xfrm xmlns:a="http://schemas.openxmlformats.org/drawingml/2006/main">
            <a:off x="12954000" y="53816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②를 그대로 사용한다.</a:t>
            </a:r>
          </a:p>
        </p:txBody>
      </p:sp>
      <p:sp>
        <p:nvSpPr>
          <p:cNvPr id="12" name="text">
            <a:extLst xmlns:a="http://schemas.openxmlformats.org/drawingml/2006/main">
              <a:ext uri="{FF2B5EF4-FFF2-40B4-BE49-F238E27FC236}">
                <a16:creationId xmlns:a16="http://schemas.microsoft.com/office/drawing/2014/main" id="{287BFC0A-5096-4371-8BA9-94F5C651BEC9}"/>
              </a:ext>
            </a:extLst>
          </p:cNvPr>
          <p:cNvSpPr>
            <a:spLocks xmlns:a="http://schemas.openxmlformats.org/drawingml/2006/main" noGrp="1"/>
          </p:cNvSpPr>
          <p:nvPr/>
        </p:nvSpPr>
        <p:spPr>
          <a:xfrm xmlns:a="http://schemas.openxmlformats.org/drawingml/2006/main">
            <a:off x="12954000" y="619125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물 2 mol 생성</a:t>
            </a:r>
          </a:p>
        </p:txBody>
      </p:sp>
      <p:sp>
        <p:nvSpPr>
          <p:cNvPr id="13" name="text">
            <a:extLst xmlns:a="http://schemas.openxmlformats.org/drawingml/2006/main">
              <a:ext uri="{FF2B5EF4-FFF2-40B4-BE49-F238E27FC236}">
                <a16:creationId xmlns:a16="http://schemas.microsoft.com/office/drawing/2014/main" id="{FAE87163-BB78-4256-9F95-C53750B86697}"/>
              </a:ext>
            </a:extLst>
          </p:cNvPr>
          <p:cNvSpPr>
            <a:spLocks xmlns:a="http://schemas.openxmlformats.org/drawingml/2006/main" noGrp="1"/>
          </p:cNvSpPr>
          <p:nvPr/>
        </p:nvSpPr>
        <p:spPr>
          <a:xfrm xmlns:a="http://schemas.openxmlformats.org/drawingml/2006/main">
            <a:off x="12954000" y="68103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③을 2배한다.</a:t>
            </a:r>
          </a:p>
        </p:txBody>
      </p:sp>
      <p:sp>
        <p:nvSpPr>
          <p:cNvPr id="14" name="text">
            <a:extLst xmlns:a="http://schemas.openxmlformats.org/drawingml/2006/main">
              <a:ext uri="{FF2B5EF4-FFF2-40B4-BE49-F238E27FC236}">
                <a16:creationId xmlns:a16="http://schemas.microsoft.com/office/drawing/2014/main" id="{4DC9AB9C-7C64-4DE5-8734-2439E13F22A0}"/>
              </a:ext>
            </a:extLst>
          </p:cNvPr>
          <p:cNvSpPr>
            <a:spLocks xmlns:a="http://schemas.openxmlformats.org/drawingml/2006/main" noGrp="1"/>
          </p:cNvSpPr>
          <p:nvPr/>
        </p:nvSpPr>
        <p:spPr>
          <a:xfrm xmlns:a="http://schemas.openxmlformats.org/drawingml/2006/main">
            <a:off x="12954000" y="76200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메테인 분해</a:t>
            </a:r>
          </a:p>
        </p:txBody>
      </p:sp>
      <p:sp>
        <p:nvSpPr>
          <p:cNvPr id="15" name="text">
            <a:extLst xmlns:a="http://schemas.openxmlformats.org/drawingml/2006/main">
              <a:ext uri="{FF2B5EF4-FFF2-40B4-BE49-F238E27FC236}">
                <a16:creationId xmlns:a16="http://schemas.microsoft.com/office/drawing/2014/main" id="{1EBF1428-E158-49D5-BA45-6EBBAB398299}"/>
              </a:ext>
            </a:extLst>
          </p:cNvPr>
          <p:cNvSpPr>
            <a:spLocks xmlns:a="http://schemas.openxmlformats.org/drawingml/2006/main" noGrp="1"/>
          </p:cNvSpPr>
          <p:nvPr/>
        </p:nvSpPr>
        <p:spPr>
          <a:xfrm xmlns:a="http://schemas.openxmlformats.org/drawingml/2006/main">
            <a:off x="12954000" y="82391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①을 뒤집어 뺀다.</a:t>
            </a:r>
          </a:p>
        </p:txBody>
      </p:sp>
    </p:spTree>
    <p:extLst>
      <p:ext uri="{BB962C8B-B14F-4D97-AF65-F5344CB8AC3E}">
        <p14:creationId xmlns:p14="http://schemas.microsoft.com/office/powerpoint/2010/main" val="2134242964"/>
      </p:ext>
    </p:extLst>
  </p:cSld>
</p:sld>
</file>

<file path=ppt/slides/slide4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CB629EAA-A9FA-428E-A08A-A19B5D9FEB55}"/>
              </a:ext>
            </a:extLst>
          </p:cNvPr>
          <p:cNvSpPr>
            <a:spLocks xmlns:a="http://schemas.openxmlformats.org/drawingml/2006/main" noGrp="1"/>
          </p:cNvSpPr>
          <p:nvPr/>
        </p:nvSpPr>
        <p:spPr>
          <a:xfrm xmlns:a="http://schemas.openxmlformats.org/drawingml/2006/main">
            <a:off x="1905000" y="4762500"/>
            <a:ext cx="6953250" cy="2571750"/>
          </a:xfrm>
          <a:prstGeom xmlns:a="http://schemas.openxmlformats.org/drawingml/2006/main" prst="roundRect">
            <a:avLst>
              <a:gd name="adj" fmla="val 666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C9A16407-6FAE-4F9F-A3A3-0D20C827C2CD}"/>
              </a:ext>
            </a:extLst>
          </p:cNvPr>
          <p:cNvPicPr>
            <a:picLocks xmlns:a="http://schemas.openxmlformats.org/drawingml/2006/main" noChangeAspect="1"/>
          </p:cNvPicPr>
          <p:nvPr/>
        </p:nvPicPr>
        <p:blipFill>
          <a:blip xmlns:r="http://schemas.openxmlformats.org/officeDocument/2006/relationships" xmlns:a="http://schemas.openxmlformats.org/drawingml/2006/main" r:embed="Rbf2c8f8b248448c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CEBC40C-7781-4D0D-8C60-191AAC37F5B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0F9205A-3272-44EA-BC77-7545D35365B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37296E1-1881-4525-87E8-DE8B7AF9310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029D56A-B38B-4E9D-B26F-D0C2FDB2DBF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8D91BB7-B7FA-48F9-A288-EBC57154EE6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물질의 안정성 비교</a:t>
            </a:r>
          </a:p>
        </p:txBody>
      </p:sp>
      <p:pic>
        <p:nvPicPr>
          <p:cNvPr id="9" name="">
            <a:extLst xmlns:a="http://schemas.openxmlformats.org/drawingml/2006/main">
              <a:ext uri="{FF2B5EF4-FFF2-40B4-BE49-F238E27FC236}">
                <a16:creationId xmlns:a16="http://schemas.microsoft.com/office/drawing/2014/main" id="{785BB1FF-7AEB-459B-B6A7-248870CAA190}"/>
              </a:ext>
            </a:extLst>
          </p:cNvPr>
          <p:cNvPicPr>
            <a:picLocks xmlns:a="http://schemas.openxmlformats.org/drawingml/2006/main" noChangeAspect="1"/>
          </p:cNvPicPr>
          <p:nvPr/>
        </p:nvPicPr>
        <p:blipFill>
          <a:blip xmlns:r="http://schemas.openxmlformats.org/officeDocument/2006/relationships" xmlns:a="http://schemas.openxmlformats.org/drawingml/2006/main" r:embed="R8acaf5c3706543ce"/>
          <a:stretch xmlns:a="http://schemas.openxmlformats.org/drawingml/2006/main"/>
        </p:blipFill>
        <p:spPr>
          <a:xfrm xmlns:a="http://schemas.openxmlformats.org/drawingml/2006/main">
            <a:off x="9429750" y="5173531"/>
            <a:ext cx="7143750" cy="606688"/>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A5808BAE-8242-48DE-9288-C6F2D1855A8F}"/>
              </a:ext>
            </a:extLst>
          </p:cNvPr>
          <p:cNvPicPr>
            <a:picLocks xmlns:a="http://schemas.openxmlformats.org/drawingml/2006/main" noChangeAspect="1"/>
          </p:cNvPicPr>
          <p:nvPr/>
        </p:nvPicPr>
        <p:blipFill>
          <a:blip xmlns:r="http://schemas.openxmlformats.org/officeDocument/2006/relationships" xmlns:a="http://schemas.openxmlformats.org/drawingml/2006/main" r:embed="Rb48c5958bb9a4bad"/>
          <a:stretch xmlns:a="http://schemas.openxmlformats.org/drawingml/2006/main"/>
        </p:blipFill>
        <p:spPr>
          <a:xfrm xmlns:a="http://schemas.openxmlformats.org/drawingml/2006/main">
            <a:off x="11079598" y="6553095"/>
            <a:ext cx="3844054" cy="108606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3D055BB4-874E-4071-9784-DC8D75A20926}"/>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25°C에서 액체 물은 수증기보다 엔탈피가 낮아 더 안정하다.</a:t>
            </a:r>
          </a:p>
        </p:txBody>
      </p:sp>
      <p:sp>
        <p:nvSpPr>
          <p:cNvPr id="17" name="text">
            <a:extLst xmlns:a="http://schemas.openxmlformats.org/drawingml/2006/main">
              <a:ext uri="{FF2B5EF4-FFF2-40B4-BE49-F238E27FC236}">
                <a16:creationId xmlns:a16="http://schemas.microsoft.com/office/drawing/2014/main" id="{EA9A99F8-BE94-4BE7-BEDB-AF49F9426D35}"/>
              </a:ext>
            </a:extLst>
          </p:cNvPr>
          <p:cNvSpPr>
            <a:spLocks xmlns:a="http://schemas.openxmlformats.org/drawingml/2006/main" noGrp="1"/>
          </p:cNvSpPr>
          <p:nvPr/>
        </p:nvSpPr>
        <p:spPr>
          <a:xfrm xmlns:a="http://schemas.openxmlformats.org/drawingml/2006/main">
            <a:off x="2190750" y="4953000"/>
            <a:ext cx="28575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34062D79-A1DA-4F4E-9708-9D22C488ECF0}"/>
              </a:ext>
            </a:extLst>
          </p:cNvPr>
          <p:cNvSpPr>
            <a:spLocks xmlns:a="http://schemas.openxmlformats.org/drawingml/2006/main" noGrp="1"/>
          </p:cNvSpPr>
          <p:nvPr/>
        </p:nvSpPr>
        <p:spPr>
          <a:xfrm xmlns:a="http://schemas.openxmlformats.org/drawingml/2006/main">
            <a:off x="5524500" y="4953000"/>
            <a:ext cx="2857500" cy="52387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639A4105-91FE-4EBB-8E48-6BD4958FB1E3}"/>
              </a:ext>
            </a:extLst>
          </p:cNvPr>
          <p:cNvSpPr>
            <a:spLocks xmlns:a="http://schemas.openxmlformats.org/drawingml/2006/main" noGrp="1"/>
          </p:cNvSpPr>
          <p:nvPr/>
        </p:nvSpPr>
        <p:spPr>
          <a:xfrm xmlns:a="http://schemas.openxmlformats.org/drawingml/2006/main">
            <a:off x="219075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−285.8 kJ/mol</a:t>
            </a:r>
          </a:p>
        </p:txBody>
      </p:sp>
      <p:sp>
        <p:nvSpPr>
          <p:cNvPr id="20" name="text">
            <a:extLst xmlns:a="http://schemas.openxmlformats.org/drawingml/2006/main">
              <a:ext uri="{FF2B5EF4-FFF2-40B4-BE49-F238E27FC236}">
                <a16:creationId xmlns:a16="http://schemas.microsoft.com/office/drawing/2014/main" id="{083106EA-7827-40FF-862E-DB30DEB25199}"/>
              </a:ext>
            </a:extLst>
          </p:cNvPr>
          <p:cNvSpPr>
            <a:spLocks xmlns:a="http://schemas.openxmlformats.org/drawingml/2006/main" noGrp="1"/>
          </p:cNvSpPr>
          <p:nvPr/>
        </p:nvSpPr>
        <p:spPr>
          <a:xfrm xmlns:a="http://schemas.openxmlformats.org/drawingml/2006/main">
            <a:off x="552450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−241.8 kJ/mol</a:t>
            </a:r>
          </a:p>
        </p:txBody>
      </p:sp>
      <p:sp>
        <p:nvSpPr>
          <p:cNvPr id="21" name="text">
            <a:extLst xmlns:a="http://schemas.openxmlformats.org/drawingml/2006/main">
              <a:ext uri="{FF2B5EF4-FFF2-40B4-BE49-F238E27FC236}">
                <a16:creationId xmlns:a16="http://schemas.microsoft.com/office/drawing/2014/main" id="{D99860FB-0D30-492B-8E9B-8DC25EB2825B}"/>
              </a:ext>
            </a:extLst>
          </p:cNvPr>
          <p:cNvSpPr>
            <a:spLocks xmlns:a="http://schemas.openxmlformats.org/drawingml/2006/main" noGrp="1"/>
          </p:cNvSpPr>
          <p:nvPr/>
        </p:nvSpPr>
        <p:spPr>
          <a:xfrm xmlns:a="http://schemas.openxmlformats.org/drawingml/2006/main">
            <a:off x="2190750" y="66675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BBBBBB"/>
                </a:solidFill>
                <a:latin typeface="Pretendard"/>
                <a:ea typeface="Pretendard"/>
                <a:cs typeface="Pretendard"/>
              </a:defRPr>
            </a:defPPr>
            <a:lvl1pPr algn="ctr">
              <a:defRPr sz="2175" b="0">
                <a:solidFill>
                  <a:srgbClr val="BBBBBB"/>
                </a:solidFill>
                <a:latin typeface="Pretendard"/>
                <a:ea typeface="Pretendard"/>
                <a:cs typeface="Pretendard"/>
              </a:defRPr>
            </a:lvl1pPr>
            <a:lvl2pPr algn="ctr">
              <a:defRPr sz="2175" b="0">
                <a:solidFill>
                  <a:srgbClr val="BBBBBB"/>
                </a:solidFill>
                <a:latin typeface="Pretendard"/>
                <a:ea typeface="Pretendard"/>
                <a:cs typeface="Pretendard"/>
              </a:defRPr>
            </a:lvl2pPr>
            <a:lvl3pPr algn="ctr">
              <a:defRPr sz="2175" b="0">
                <a:solidFill>
                  <a:srgbClr val="BBBBBB"/>
                </a:solidFill>
                <a:latin typeface="Pretendard"/>
                <a:ea typeface="Pretendard"/>
                <a:cs typeface="Pretendard"/>
              </a:defRPr>
            </a:lvl3pPr>
            <a:lvl4pPr algn="ctr">
              <a:defRPr sz="2175" b="0">
                <a:solidFill>
                  <a:srgbClr val="BBBBBB"/>
                </a:solidFill>
                <a:latin typeface="Pretendard"/>
                <a:ea typeface="Pretendard"/>
                <a:cs typeface="Pretendard"/>
              </a:defRPr>
            </a:lvl4pPr>
            <a:lvl5pPr algn="ctr">
              <a:defRPr sz="2175" b="0">
                <a:solidFill>
                  <a:srgbClr val="BBBBBB"/>
                </a:solidFill>
                <a:latin typeface="Pretendard"/>
                <a:ea typeface="Pretendard"/>
                <a:cs typeface="Pretendard"/>
              </a:defRPr>
            </a:lvl5pPr>
            <a:lvl6pPr algn="ctr">
              <a:defRPr sz="2175" b="0">
                <a:solidFill>
                  <a:srgbClr val="BBBBBB"/>
                </a:solidFill>
                <a:latin typeface="Pretendard"/>
                <a:ea typeface="Pretendard"/>
                <a:cs typeface="Pretendard"/>
              </a:defRPr>
            </a:lvl6pPr>
            <a:lvl7pPr algn="ctr">
              <a:defRPr sz="2175" b="0">
                <a:solidFill>
                  <a:srgbClr val="BBBBBB"/>
                </a:solidFill>
                <a:latin typeface="Pretendard"/>
                <a:ea typeface="Pretendard"/>
                <a:cs typeface="Pretendard"/>
              </a:defRPr>
            </a:lvl7pPr>
            <a:lvl8pPr algn="ctr">
              <a:defRPr sz="2175" b="0">
                <a:solidFill>
                  <a:srgbClr val="BBBBBB"/>
                </a:solidFill>
                <a:latin typeface="Pretendard"/>
                <a:ea typeface="Pretendard"/>
                <a:cs typeface="Pretendard"/>
              </a:defRPr>
            </a:lvl8pPr>
            <a:lvl9pPr algn="ctr">
              <a:defRPr sz="2175" b="0">
                <a:solidFill>
                  <a:srgbClr val="BBBBBB"/>
                </a:solidFill>
                <a:latin typeface="Pretendard"/>
                <a:ea typeface="Pretendard"/>
                <a:cs typeface="Pretendard"/>
              </a:defRPr>
            </a:lvl9pPr>
          </a:lstStyle>
          <a:p xmlns:a="http://schemas.openxmlformats.org/drawingml/2006/main">
            <a:pPr algn="ctr">
              <a:defRPr sz="2175" b="0">
                <a:solidFill>
                  <a:srgbClr val="BBBBBB"/>
                </a:solidFill>
                <a:latin typeface="Pretendard"/>
                <a:ea typeface="Pretendard"/>
                <a:cs typeface="Pretendard"/>
              </a:defRPr>
            </a:pPr>
            <a:r>
              <a:rPr sz="2175" b="0">
                <a:solidFill>
                  <a:srgbClr val="BBBBBB"/>
                </a:solidFill>
                <a:latin typeface="Pretendard"/>
                <a:ea typeface="Pretendard"/>
                <a:cs typeface="Pretendard"/>
              </a:rPr>
              <a:t>표준 생성 엔탈피 비교</a:t>
            </a:r>
          </a:p>
        </p:txBody>
      </p:sp>
      <p:sp>
        <p:nvSpPr>
          <p:cNvPr id="22" name="R06 p15 한 줄 정리 컨테이너">
            <a:extLst xmlns:a="http://schemas.openxmlformats.org/drawingml/2006/main">
              <a:ext uri="{FF2B5EF4-FFF2-40B4-BE49-F238E27FC236}">
                <a16:creationId xmlns:a16="http://schemas.microsoft.com/office/drawing/2014/main" id="{9FE1F884-5A9D-4440-851D-AD1129A81ABD}"/>
              </a:ext>
            </a:extLst>
          </p:cNvPr>
          <p:cNvSpPr>
            <a:spLocks xmlns:a="http://schemas.openxmlformats.org/drawingml/2006/main" noGrp="1"/>
          </p:cNvSpPr>
          <p:nvPr/>
        </p:nvSpPr>
        <p:spPr>
          <a:xfrm xmlns:a="http://schemas.openxmlformats.org/drawingml/2006/main">
            <a:off x="5524500" y="8572500"/>
            <a:ext cx="7239000" cy="762000"/>
          </a:xfrm>
          <a:prstGeom xmlns:a="http://schemas.openxmlformats.org/drawingml/2006/main" prst="roundRect">
            <a:avLst>
              <a:gd name="adj" fmla="val 22500"/>
            </a:avLst>
          </a:prstGeom>
          <a:solidFill xmlns:a="http://schemas.openxmlformats.org/drawingml/2006/main">
            <a:srgbClr val="10200C"/>
          </a:solidFill>
          <a:ln xmlns:a="http://schemas.openxmlformats.org/drawingml/2006/main" w="0">
            <a:noFill/>
          </a:ln>
        </p:spPr>
      </p:sp>
      <p:sp>
        <p:nvSpPr>
          <p:cNvPr id="23" name="R06 p15 한 줄 정리 배지">
            <a:extLst xmlns:a="http://schemas.openxmlformats.org/drawingml/2006/main">
              <a:ext uri="{FF2B5EF4-FFF2-40B4-BE49-F238E27FC236}">
                <a16:creationId xmlns:a16="http://schemas.microsoft.com/office/drawing/2014/main" id="{62B60B16-D3C2-42F8-9B88-630B9C1F8EA5}"/>
              </a:ext>
            </a:extLst>
          </p:cNvPr>
          <p:cNvSpPr>
            <a:spLocks xmlns:a="http://schemas.openxmlformats.org/drawingml/2006/main" noGrp="1"/>
          </p:cNvSpPr>
          <p:nvPr/>
        </p:nvSpPr>
        <p:spPr>
          <a:xfrm xmlns:a="http://schemas.openxmlformats.org/drawingml/2006/main">
            <a:off x="5676900" y="8724900"/>
            <a:ext cx="1466850" cy="457200"/>
          </a:xfrm>
          <a:prstGeom xmlns:a="http://schemas.openxmlformats.org/drawingml/2006/main" prst="roundRect">
            <a:avLst>
              <a:gd name="adj" fmla="val 18750"/>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F11903F7-5DFB-4D18-BACF-34D7BA31821E}"/>
              </a:ext>
            </a:extLst>
          </p:cNvPr>
          <p:cNvSpPr>
            <a:spLocks xmlns:a="http://schemas.openxmlformats.org/drawingml/2006/main" noGrp="1"/>
          </p:cNvSpPr>
          <p:nvPr/>
        </p:nvSpPr>
        <p:spPr>
          <a:xfrm xmlns:a="http://schemas.openxmlformats.org/drawingml/2006/main">
            <a:off x="5753100" y="8724900"/>
            <a:ext cx="131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4200C"/>
                </a:solidFill>
                <a:latin typeface="Pretendard"/>
                <a:ea typeface="Pretendard"/>
                <a:cs typeface="Pretendard"/>
              </a:defRPr>
            </a:defPPr>
            <a:lvl1pPr algn="ctr">
              <a:defRPr sz="1875" b="1">
                <a:solidFill>
                  <a:srgbClr val="14200C"/>
                </a:solidFill>
                <a:latin typeface="Pretendard"/>
                <a:ea typeface="Pretendard"/>
                <a:cs typeface="Pretendard"/>
              </a:defRPr>
            </a:lvl1pPr>
            <a:lvl2pPr algn="ctr">
              <a:defRPr sz="1875" b="1">
                <a:solidFill>
                  <a:srgbClr val="14200C"/>
                </a:solidFill>
                <a:latin typeface="Pretendard"/>
                <a:ea typeface="Pretendard"/>
                <a:cs typeface="Pretendard"/>
              </a:defRPr>
            </a:lvl2pPr>
            <a:lvl3pPr algn="ctr">
              <a:defRPr sz="1875" b="1">
                <a:solidFill>
                  <a:srgbClr val="14200C"/>
                </a:solidFill>
                <a:latin typeface="Pretendard"/>
                <a:ea typeface="Pretendard"/>
                <a:cs typeface="Pretendard"/>
              </a:defRPr>
            </a:lvl3pPr>
            <a:lvl4pPr algn="ctr">
              <a:defRPr sz="1875" b="1">
                <a:solidFill>
                  <a:srgbClr val="14200C"/>
                </a:solidFill>
                <a:latin typeface="Pretendard"/>
                <a:ea typeface="Pretendard"/>
                <a:cs typeface="Pretendard"/>
              </a:defRPr>
            </a:lvl4pPr>
            <a:lvl5pPr algn="ctr">
              <a:defRPr sz="1875" b="1">
                <a:solidFill>
                  <a:srgbClr val="14200C"/>
                </a:solidFill>
                <a:latin typeface="Pretendard"/>
                <a:ea typeface="Pretendard"/>
                <a:cs typeface="Pretendard"/>
              </a:defRPr>
            </a:lvl5pPr>
            <a:lvl6pPr algn="ctr">
              <a:defRPr sz="1875" b="1">
                <a:solidFill>
                  <a:srgbClr val="14200C"/>
                </a:solidFill>
                <a:latin typeface="Pretendard"/>
                <a:ea typeface="Pretendard"/>
                <a:cs typeface="Pretendard"/>
              </a:defRPr>
            </a:lvl6pPr>
            <a:lvl7pPr algn="ctr">
              <a:defRPr sz="1875" b="1">
                <a:solidFill>
                  <a:srgbClr val="14200C"/>
                </a:solidFill>
                <a:latin typeface="Pretendard"/>
                <a:ea typeface="Pretendard"/>
                <a:cs typeface="Pretendard"/>
              </a:defRPr>
            </a:lvl7pPr>
            <a:lvl8pPr algn="ctr">
              <a:defRPr sz="1875" b="1">
                <a:solidFill>
                  <a:srgbClr val="14200C"/>
                </a:solidFill>
                <a:latin typeface="Pretendard"/>
                <a:ea typeface="Pretendard"/>
                <a:cs typeface="Pretendard"/>
              </a:defRPr>
            </a:lvl8pPr>
            <a:lvl9pPr algn="ctr">
              <a:defRPr sz="1875" b="1">
                <a:solidFill>
                  <a:srgbClr val="14200C"/>
                </a:solidFill>
                <a:latin typeface="Pretendard"/>
                <a:ea typeface="Pretendard"/>
                <a:cs typeface="Pretendard"/>
              </a:defRPr>
            </a:lvl9pPr>
          </a:lstStyle>
          <a:p xmlns:a="http://schemas.openxmlformats.org/drawingml/2006/main">
            <a:pPr algn="ctr">
              <a:defRPr sz="1875" b="1">
                <a:solidFill>
                  <a:srgbClr val="14200C"/>
                </a:solidFill>
                <a:latin typeface="Pretendard"/>
                <a:ea typeface="Pretendard"/>
                <a:cs typeface="Pretendard"/>
              </a:defRPr>
            </a:pPr>
            <a:r>
              <a:rPr sz="1875" b="1">
                <a:solidFill>
                  <a:srgbClr val="14200C"/>
                </a:solidFill>
                <a:latin typeface="Pretendard"/>
                <a:ea typeface="Pretendard"/>
                <a:cs typeface="Pretendard"/>
              </a:rPr>
              <a:t>한 줄 정리</a:t>
            </a:r>
          </a:p>
        </p:txBody>
      </p:sp>
      <p:sp>
        <p:nvSpPr>
          <p:cNvPr id="25" name="text">
            <a:extLst xmlns:a="http://schemas.openxmlformats.org/drawingml/2006/main">
              <a:ext uri="{FF2B5EF4-FFF2-40B4-BE49-F238E27FC236}">
                <a16:creationId xmlns:a16="http://schemas.microsoft.com/office/drawing/2014/main" id="{983ADB00-E675-4180-BEDE-3982DF6987FF}"/>
              </a:ext>
            </a:extLst>
          </p:cNvPr>
          <p:cNvSpPr>
            <a:spLocks xmlns:a="http://schemas.openxmlformats.org/drawingml/2006/main" noGrp="1"/>
          </p:cNvSpPr>
          <p:nvPr/>
        </p:nvSpPr>
        <p:spPr>
          <a:xfrm xmlns:a="http://schemas.openxmlformats.org/drawingml/2006/main">
            <a:off x="7334250" y="8667750"/>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액체 물을 수증기로 바꾸려면 열이 필요하다</a:t>
            </a:r>
          </a:p>
        </p:txBody>
      </p:sp>
    </p:spTree>
    <p:extLst>
      <p:ext uri="{BB962C8B-B14F-4D97-AF65-F5344CB8AC3E}">
        <p14:creationId xmlns:p14="http://schemas.microsoft.com/office/powerpoint/2010/main" val="978811041"/>
      </p:ext>
    </p:extLst>
  </p:cSld>
</p:sld>
</file>

<file path=ppt/slides/slide4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2F96219A-3C82-4133-8D66-B6FB23FAB2FC}"/>
              </a:ext>
            </a:extLst>
          </p:cNvPr>
          <p:cNvSpPr>
            <a:spLocks xmlns:a="http://schemas.openxmlformats.org/drawingml/2006/main" noGrp="1"/>
          </p:cNvSpPr>
          <p:nvPr/>
        </p:nvSpPr>
        <p:spPr>
          <a:xfrm xmlns:a="http://schemas.openxmlformats.org/drawingml/2006/main">
            <a:off x="11868150"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9532736C-26AD-427F-A3B0-A00FF2CDF285}"/>
              </a:ext>
            </a:extLst>
          </p:cNvPr>
          <p:cNvSpPr>
            <a:spLocks xmlns:a="http://schemas.openxmlformats.org/drawingml/2006/main" noGrp="1"/>
          </p:cNvSpPr>
          <p:nvPr/>
        </p:nvSpPr>
        <p:spPr>
          <a:xfrm xmlns:a="http://schemas.openxmlformats.org/drawingml/2006/main">
            <a:off x="7038975"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D0016337-1290-43F4-8467-A8E1505933FD}"/>
              </a:ext>
            </a:extLst>
          </p:cNvPr>
          <p:cNvSpPr>
            <a:spLocks xmlns:a="http://schemas.openxmlformats.org/drawingml/2006/main" noGrp="1"/>
          </p:cNvSpPr>
          <p:nvPr/>
        </p:nvSpPr>
        <p:spPr>
          <a:xfrm xmlns:a="http://schemas.openxmlformats.org/drawingml/2006/main">
            <a:off x="2209800"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pic>
        <p:nvPicPr>
          <p:cNvPr id="20" name="">
            <a:extLst xmlns:a="http://schemas.openxmlformats.org/drawingml/2006/main">
              <a:ext uri="{FF2B5EF4-FFF2-40B4-BE49-F238E27FC236}">
                <a16:creationId xmlns:a16="http://schemas.microsoft.com/office/drawing/2014/main" id="{AF5D4C15-8AFB-43CC-A02F-3D5443C5A1A0}"/>
              </a:ext>
            </a:extLst>
          </p:cNvPr>
          <p:cNvPicPr>
            <a:picLocks xmlns:a="http://schemas.openxmlformats.org/drawingml/2006/main" noChangeAspect="1"/>
          </p:cNvPicPr>
          <p:nvPr/>
        </p:nvPicPr>
        <p:blipFill>
          <a:blip xmlns:r="http://schemas.openxmlformats.org/officeDocument/2006/relationships" xmlns:a="http://schemas.openxmlformats.org/drawingml/2006/main" r:embed="R9d143f7d5d8e401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20F3442-0066-487E-9E00-456AA3C1607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389C4DB-7F50-4227-858B-F3CA729224C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DF038E1-DC6E-40E8-9DE9-2ABC091B5A39}"/>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2FA48A8-AC84-4323-B2F0-2E55BFE8AD85}"/>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34EA6DC4-848A-4AFE-96AA-2CDB226AB4A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8EDAD9AD-9350-41D8-89B9-F04F52A1943E}"/>
              </a:ext>
            </a:extLst>
          </p:cNvPr>
          <p:cNvSpPr>
            <a:spLocks xmlns:a="http://schemas.openxmlformats.org/drawingml/2006/main" noGrp="1"/>
          </p:cNvSpPr>
          <p:nvPr/>
        </p:nvSpPr>
        <p:spPr>
          <a:xfrm xmlns:a="http://schemas.openxmlformats.org/drawingml/2006/main">
            <a:off x="245745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D2D4ADF9-F59D-424C-AB36-9818DC3AB4DD}"/>
              </a:ext>
            </a:extLst>
          </p:cNvPr>
          <p:cNvSpPr>
            <a:spLocks xmlns:a="http://schemas.openxmlformats.org/drawingml/2006/main" noGrp="1"/>
          </p:cNvSpPr>
          <p:nvPr/>
        </p:nvSpPr>
        <p:spPr>
          <a:xfrm xmlns:a="http://schemas.openxmlformats.org/drawingml/2006/main">
            <a:off x="245745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5D0F65C2-908E-45D9-B5E3-686AB22CEB02}"/>
              </a:ext>
            </a:extLst>
          </p:cNvPr>
          <p:cNvSpPr>
            <a:spLocks xmlns:a="http://schemas.openxmlformats.org/drawingml/2006/main" noGrp="1"/>
          </p:cNvSpPr>
          <p:nvPr/>
        </p:nvSpPr>
        <p:spPr>
          <a:xfrm xmlns:a="http://schemas.openxmlformats.org/drawingml/2006/main">
            <a:off x="245745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생성되는 물질 1 mol을</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5D67AB7A-37C3-444D-B942-37A9CBCE5E9C}"/>
              </a:ext>
            </a:extLst>
          </p:cNvPr>
          <p:cNvSpPr>
            <a:spLocks xmlns:a="http://schemas.openxmlformats.org/drawingml/2006/main" noGrp="1"/>
          </p:cNvSpPr>
          <p:nvPr/>
        </p:nvSpPr>
        <p:spPr>
          <a:xfrm xmlns:a="http://schemas.openxmlformats.org/drawingml/2006/main">
            <a:off x="7286625"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912E25EC-8222-44C5-90B7-2CF9C6956704}"/>
              </a:ext>
            </a:extLst>
          </p:cNvPr>
          <p:cNvSpPr>
            <a:spLocks xmlns:a="http://schemas.openxmlformats.org/drawingml/2006/main" noGrp="1"/>
          </p:cNvSpPr>
          <p:nvPr/>
        </p:nvSpPr>
        <p:spPr>
          <a:xfrm xmlns:a="http://schemas.openxmlformats.org/drawingml/2006/main">
            <a:off x="7286625"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020AA22A-D8AA-471B-B41D-118FE731E9BB}"/>
              </a:ext>
            </a:extLst>
          </p:cNvPr>
          <p:cNvSpPr>
            <a:spLocks xmlns:a="http://schemas.openxmlformats.org/drawingml/2006/main" noGrp="1"/>
          </p:cNvSpPr>
          <p:nvPr/>
        </p:nvSpPr>
        <p:spPr>
          <a:xfrm xmlns:a="http://schemas.openxmlformats.org/drawingml/2006/main">
            <a:off x="7286625"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원소의 형태와</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6D1BF70D-4427-48D9-B6A0-949628B6B5AC}"/>
              </a:ext>
            </a:extLst>
          </p:cNvPr>
          <p:cNvSpPr>
            <a:spLocks xmlns:a="http://schemas.openxmlformats.org/drawingml/2006/main" noGrp="1"/>
          </p:cNvSpPr>
          <p:nvPr/>
        </p:nvSpPr>
        <p:spPr>
          <a:xfrm xmlns:a="http://schemas.openxmlformats.org/drawingml/2006/main">
            <a:off x="1211580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3ECE1C65-C1E6-4021-9088-4778F7C7488A}"/>
              </a:ext>
            </a:extLst>
          </p:cNvPr>
          <p:cNvSpPr>
            <a:spLocks xmlns:a="http://schemas.openxmlformats.org/drawingml/2006/main" noGrp="1"/>
          </p:cNvSpPr>
          <p:nvPr/>
        </p:nvSpPr>
        <p:spPr>
          <a:xfrm xmlns:a="http://schemas.openxmlformats.org/drawingml/2006/main">
            <a:off x="1211580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584DACE9-216B-4781-9773-6871A9E5B743}"/>
              </a:ext>
            </a:extLst>
          </p:cNvPr>
          <p:cNvSpPr>
            <a:spLocks xmlns:a="http://schemas.openxmlformats.org/drawingml/2006/main" noGrp="1"/>
          </p:cNvSpPr>
          <p:nvPr/>
        </p:nvSpPr>
        <p:spPr>
          <a:xfrm xmlns:a="http://schemas.openxmlformats.org/drawingml/2006/main">
            <a:off x="1211580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반응 계수를 곱하고</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kJ/mol과 kJ를 구분한다.</a:t>
            </a:r>
          </a:p>
        </p:txBody>
      </p:sp>
      <p:sp>
        <p:nvSpPr>
          <p:cNvPr id="19" name="text">
            <a:extLst xmlns:a="http://schemas.openxmlformats.org/drawingml/2006/main">
              <a:ext uri="{FF2B5EF4-FFF2-40B4-BE49-F238E27FC236}">
                <a16:creationId xmlns:a16="http://schemas.microsoft.com/office/drawing/2014/main" id="{D6A96531-7204-4829-A998-5DCA826AE31B}"/>
              </a:ext>
            </a:extLst>
          </p:cNvPr>
          <p:cNvSpPr>
            <a:spLocks xmlns:a="http://schemas.openxmlformats.org/drawingml/2006/main" noGrp="1"/>
          </p:cNvSpPr>
          <p:nvPr/>
        </p:nvSpPr>
        <p:spPr>
          <a:xfrm xmlns:a="http://schemas.openxmlformats.org/drawingml/2006/main">
            <a:off x="723900" y="8405622"/>
            <a:ext cx="1684020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90" b="0">
                <a:solidFill>
                  <a:srgbClr val="BBBBBB"/>
                </a:solidFill>
                <a:latin typeface="Pretendard"/>
                <a:ea typeface="Pretendard"/>
                <a:cs typeface="Pretendard"/>
              </a:defRPr>
            </a:defPPr>
            <a:lvl1pPr algn="ctr">
              <a:defRPr sz="2790" b="0">
                <a:solidFill>
                  <a:srgbClr val="BBBBBB"/>
                </a:solidFill>
                <a:latin typeface="Pretendard"/>
                <a:ea typeface="Pretendard"/>
                <a:cs typeface="Pretendard"/>
              </a:defRPr>
            </a:lvl1pPr>
            <a:lvl2pPr algn="ctr">
              <a:defRPr sz="2790" b="0">
                <a:solidFill>
                  <a:srgbClr val="BBBBBB"/>
                </a:solidFill>
                <a:latin typeface="Pretendard"/>
                <a:ea typeface="Pretendard"/>
                <a:cs typeface="Pretendard"/>
              </a:defRPr>
            </a:lvl2pPr>
            <a:lvl3pPr algn="ctr">
              <a:defRPr sz="2790" b="0">
                <a:solidFill>
                  <a:srgbClr val="BBBBBB"/>
                </a:solidFill>
                <a:latin typeface="Pretendard"/>
                <a:ea typeface="Pretendard"/>
                <a:cs typeface="Pretendard"/>
              </a:defRPr>
            </a:lvl3pPr>
            <a:lvl4pPr algn="ctr">
              <a:defRPr sz="2790" b="0">
                <a:solidFill>
                  <a:srgbClr val="BBBBBB"/>
                </a:solidFill>
                <a:latin typeface="Pretendard"/>
                <a:ea typeface="Pretendard"/>
                <a:cs typeface="Pretendard"/>
              </a:defRPr>
            </a:lvl4pPr>
            <a:lvl5pPr algn="ctr">
              <a:defRPr sz="2790" b="0">
                <a:solidFill>
                  <a:srgbClr val="BBBBBB"/>
                </a:solidFill>
                <a:latin typeface="Pretendard"/>
                <a:ea typeface="Pretendard"/>
                <a:cs typeface="Pretendard"/>
              </a:defRPr>
            </a:lvl5pPr>
            <a:lvl6pPr algn="ctr">
              <a:defRPr sz="2790" b="0">
                <a:solidFill>
                  <a:srgbClr val="BBBBBB"/>
                </a:solidFill>
                <a:latin typeface="Pretendard"/>
                <a:ea typeface="Pretendard"/>
                <a:cs typeface="Pretendard"/>
              </a:defRPr>
            </a:lvl6pPr>
            <a:lvl7pPr algn="ctr">
              <a:defRPr sz="2790" b="0">
                <a:solidFill>
                  <a:srgbClr val="BBBBBB"/>
                </a:solidFill>
                <a:latin typeface="Pretendard"/>
                <a:ea typeface="Pretendard"/>
                <a:cs typeface="Pretendard"/>
              </a:defRPr>
            </a:lvl7pPr>
            <a:lvl8pPr algn="ctr">
              <a:defRPr sz="2790" b="0">
                <a:solidFill>
                  <a:srgbClr val="BBBBBB"/>
                </a:solidFill>
                <a:latin typeface="Pretendard"/>
                <a:ea typeface="Pretendard"/>
                <a:cs typeface="Pretendard"/>
              </a:defRPr>
            </a:lvl8pPr>
            <a:lvl9pPr algn="ctr">
              <a:defRPr sz="2790" b="0">
                <a:solidFill>
                  <a:srgbClr val="BBBBBB"/>
                </a:solidFill>
                <a:latin typeface="Pretendard"/>
                <a:ea typeface="Pretendard"/>
                <a:cs typeface="Pretendard"/>
              </a:defRPr>
            </a:lvl9pPr>
          </a:lstStyle>
          <a:p xmlns:a="http://schemas.openxmlformats.org/drawingml/2006/main">
            <a:pPr algn="ctr">
              <a:defRPr sz="2790" b="0">
                <a:solidFill>
                  <a:srgbClr val="BBBBBB"/>
                </a:solidFill>
                <a:latin typeface="Pretendard"/>
                <a:ea typeface="Pretendard"/>
                <a:cs typeface="Pretendard"/>
              </a:defRPr>
            </a:pPr>
            <a:r>
              <a:rPr sz="2790" b="0">
                <a:solidFill>
                  <a:srgbClr val="BBBBBB"/>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040083130"/>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2604285-FF18-4CC4-B9FB-0C85FE7B1E09}"/>
              </a:ext>
            </a:extLst>
          </p:cNvPr>
          <p:cNvPicPr>
            <a:picLocks xmlns:a="http://schemas.openxmlformats.org/drawingml/2006/main" noChangeAspect="1"/>
          </p:cNvPicPr>
          <p:nvPr/>
        </p:nvPicPr>
        <p:blipFill>
          <a:blip xmlns:r="http://schemas.openxmlformats.org/officeDocument/2006/relationships" xmlns:a="http://schemas.openxmlformats.org/drawingml/2006/main" r:embed="Rb60d6a291ec44035"/>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42E28D00-6F7B-4BD3-981C-052C056906F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41FFE201-619E-4F47-A162-A13A1AD493E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F8425EA3-76CC-4EDA-84EA-A2C3D4AA2086}"/>
              </a:ext>
            </a:extLst>
          </p:cNvPr>
          <p:cNvPicPr>
            <a:picLocks xmlns:a="http://schemas.openxmlformats.org/drawingml/2006/main" noChangeAspect="1"/>
          </p:cNvPicPr>
          <p:nvPr/>
        </p:nvPicPr>
        <p:blipFill>
          <a:blip xmlns:r="http://schemas.openxmlformats.org/officeDocument/2006/relationships" xmlns:a="http://schemas.openxmlformats.org/drawingml/2006/main" r:embed="Rc355d09164dd446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DC1CDD70-6EF1-4FD3-A197-C6617A889E6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A4344B32-23FC-483C-8954-E73CA102EB68}"/>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499794B0-A949-4584-8A12-9F22015F13C6}"/>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8" name="text">
            <a:extLst xmlns:a="http://schemas.openxmlformats.org/drawingml/2006/main">
              <a:ext uri="{FF2B5EF4-FFF2-40B4-BE49-F238E27FC236}">
                <a16:creationId xmlns:a16="http://schemas.microsoft.com/office/drawing/2014/main" id="{3A43E699-D273-4699-9328-A5387BE88A87}"/>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526144878"/>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v34 내용 영역">
            <a:extLst xmlns:a="http://schemas.openxmlformats.org/drawingml/2006/main">
              <a:ext uri="{FF2B5EF4-FFF2-40B4-BE49-F238E27FC236}">
                <a16:creationId xmlns:a16="http://schemas.microsoft.com/office/drawing/2014/main" id="{86264D45-1DB1-45DD-ACCD-B399F4E8E77E}"/>
              </a:ext>
            </a:extLst>
          </p:cNvPr>
          <p:cNvSpPr>
            <a:spLocks xmlns:a="http://schemas.openxmlformats.org/drawingml/2006/main" noGrp="1"/>
          </p:cNvSpPr>
          <p:nvPr/>
        </p:nvSpPr>
        <p:spPr>
          <a:xfrm xmlns:a="http://schemas.openxmlformats.org/drawingml/2006/main">
            <a:off x="2190750" y="7477125"/>
            <a:ext cx="13906500" cy="1619250"/>
          </a:xfrm>
          <a:prstGeom xmlns:a="http://schemas.openxmlformats.org/drawingml/2006/main" prst="roundRect">
            <a:avLst>
              <a:gd name="adj" fmla="val 10588"/>
            </a:avLst>
          </a:prstGeom>
          <a:solidFill xmlns:a="http://schemas.openxmlformats.org/drawingml/2006/main">
            <a:srgbClr val="242424"/>
          </a:solidFill>
          <a:ln xmlns:a="http://schemas.openxmlformats.org/drawingml/2006/main" w="0">
            <a:noFill/>
          </a:ln>
        </p:spPr>
      </p:sp>
      <p:sp>
        <p:nvSpPr>
          <p:cNvPr id="13" name="v34 내용 영역">
            <a:extLst xmlns:a="http://schemas.openxmlformats.org/drawingml/2006/main">
              <a:ext uri="{FF2B5EF4-FFF2-40B4-BE49-F238E27FC236}">
                <a16:creationId xmlns:a16="http://schemas.microsoft.com/office/drawing/2014/main" id="{E0B1358E-74D9-4C3A-A7D4-1CA508519CA2}"/>
              </a:ext>
            </a:extLst>
          </p:cNvPr>
          <p:cNvSpPr>
            <a:spLocks xmlns:a="http://schemas.openxmlformats.org/drawingml/2006/main" noGrp="1"/>
          </p:cNvSpPr>
          <p:nvPr/>
        </p:nvSpPr>
        <p:spPr>
          <a:xfrm xmlns:a="http://schemas.openxmlformats.org/drawingml/2006/main">
            <a:off x="2190750" y="4286250"/>
            <a:ext cx="13906500" cy="2809875"/>
          </a:xfrm>
          <a:prstGeom xmlns:a="http://schemas.openxmlformats.org/drawingml/2006/main" prst="roundRect">
            <a:avLst>
              <a:gd name="adj" fmla="val 6102"/>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6B26E975-3A48-4BCC-8F1E-EE6C7ACE291B}"/>
              </a:ext>
            </a:extLst>
          </p:cNvPr>
          <p:cNvPicPr>
            <a:picLocks xmlns:a="http://schemas.openxmlformats.org/drawingml/2006/main" noChangeAspect="1"/>
          </p:cNvPicPr>
          <p:nvPr/>
        </p:nvPicPr>
        <p:blipFill>
          <a:blip xmlns:r="http://schemas.openxmlformats.org/officeDocument/2006/relationships" xmlns:a="http://schemas.openxmlformats.org/drawingml/2006/main" r:embed="Rd2a4a66cee354aa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604ED82-FB5D-4F74-997B-2BFF216D1E8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2CC833D-3555-417A-9D58-0A4E98445FA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8D6F82F-5000-468A-B906-D75F28D5042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5A38526-D94F-4512-8862-BB826A39CB1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53A51B88-DFDF-416A-8A3E-B3DA7243188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처음과 끝을 만드는 두 경로</a:t>
            </a:r>
          </a:p>
        </p:txBody>
      </p:sp>
      <p:pic>
        <p:nvPicPr>
          <p:cNvPr id="9" name="">
            <a:extLst xmlns:a="http://schemas.openxmlformats.org/drawingml/2006/main">
              <a:ext uri="{FF2B5EF4-FFF2-40B4-BE49-F238E27FC236}">
                <a16:creationId xmlns:a16="http://schemas.microsoft.com/office/drawing/2014/main" id="{2235FD3C-FF0B-4F5D-AA21-CADB9DA11391}"/>
              </a:ext>
            </a:extLst>
          </p:cNvPr>
          <p:cNvPicPr>
            <a:picLocks xmlns:a="http://schemas.openxmlformats.org/drawingml/2006/main" noChangeAspect="1"/>
          </p:cNvPicPr>
          <p:nvPr/>
        </p:nvPicPr>
        <p:blipFill>
          <a:blip xmlns:r="http://schemas.openxmlformats.org/officeDocument/2006/relationships" xmlns:a="http://schemas.openxmlformats.org/drawingml/2006/main" r:embed="R322113f6969d4763"/>
          <a:stretch xmlns:a="http://schemas.openxmlformats.org/drawingml/2006/main"/>
        </p:blipFill>
        <p:spPr>
          <a:xfrm xmlns:a="http://schemas.openxmlformats.org/drawingml/2006/main">
            <a:off x="5191932" y="5191125"/>
            <a:ext cx="7904136" cy="762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DAFB150B-04D3-4B84-8B8B-F01C7B6D4A3A}"/>
              </a:ext>
            </a:extLst>
          </p:cNvPr>
          <p:cNvPicPr>
            <a:picLocks xmlns:a="http://schemas.openxmlformats.org/drawingml/2006/main" noChangeAspect="1"/>
          </p:cNvPicPr>
          <p:nvPr/>
        </p:nvPicPr>
        <p:blipFill>
          <a:blip xmlns:r="http://schemas.openxmlformats.org/officeDocument/2006/relationships" xmlns:a="http://schemas.openxmlformats.org/drawingml/2006/main" r:embed="R055b6571418c4260"/>
          <a:stretch xmlns:a="http://schemas.openxmlformats.org/drawingml/2006/main"/>
        </p:blipFill>
        <p:spPr>
          <a:xfrm xmlns:a="http://schemas.openxmlformats.org/drawingml/2006/main">
            <a:off x="3165098" y="6211914"/>
            <a:ext cx="11957803" cy="720671"/>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67B6F9DB-7F2B-4B68-9FDA-9223B52F6DCA}"/>
              </a:ext>
            </a:extLst>
          </p:cNvPr>
          <p:cNvPicPr>
            <a:picLocks xmlns:a="http://schemas.openxmlformats.org/drawingml/2006/main" noChangeAspect="1"/>
          </p:cNvPicPr>
          <p:nvPr/>
        </p:nvPicPr>
        <p:blipFill>
          <a:blip xmlns:r="http://schemas.openxmlformats.org/officeDocument/2006/relationships" xmlns:a="http://schemas.openxmlformats.org/drawingml/2006/main" r:embed="R420d8f8b316f4ba2"/>
          <a:stretch xmlns:a="http://schemas.openxmlformats.org/drawingml/2006/main"/>
        </p:blipFill>
        <p:spPr>
          <a:xfrm xmlns:a="http://schemas.openxmlformats.org/drawingml/2006/main">
            <a:off x="3263113" y="8289509"/>
            <a:ext cx="11761774" cy="708857"/>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8B85C43A-6F25-4CFD-B79A-353DB888F9BA}"/>
              </a:ext>
            </a:extLst>
          </p:cNvPr>
          <p:cNvSpPr>
            <a:spLocks xmlns:a="http://schemas.openxmlformats.org/drawingml/2006/main" noGrp="1"/>
          </p:cNvSpPr>
          <p:nvPr/>
        </p:nvSpPr>
        <p:spPr>
          <a:xfrm xmlns:a="http://schemas.openxmlformats.org/drawingml/2006/main">
            <a:off x="2524125" y="4457700"/>
            <a:ext cx="4476750" cy="55245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1 · 용해 후 중화</a:t>
            </a:r>
          </a:p>
        </p:txBody>
      </p:sp>
      <p:sp>
        <p:nvSpPr>
          <p:cNvPr id="16" name="text">
            <a:extLst xmlns:a="http://schemas.openxmlformats.org/drawingml/2006/main">
              <a:ext uri="{FF2B5EF4-FFF2-40B4-BE49-F238E27FC236}">
                <a16:creationId xmlns:a16="http://schemas.microsoft.com/office/drawing/2014/main" id="{45FF3F09-2FBB-4226-ACEB-BF586F75B228}"/>
              </a:ext>
            </a:extLst>
          </p:cNvPr>
          <p:cNvSpPr>
            <a:spLocks xmlns:a="http://schemas.openxmlformats.org/drawingml/2006/main" noGrp="1"/>
          </p:cNvSpPr>
          <p:nvPr/>
        </p:nvSpPr>
        <p:spPr>
          <a:xfrm xmlns:a="http://schemas.openxmlformats.org/drawingml/2006/main">
            <a:off x="2524125" y="7620000"/>
            <a:ext cx="4953000" cy="552450"/>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2 · 고체와 직접 반응</a:t>
            </a:r>
          </a:p>
        </p:txBody>
      </p:sp>
    </p:spTree>
    <p:extLst>
      <p:ext uri="{BB962C8B-B14F-4D97-AF65-F5344CB8AC3E}">
        <p14:creationId xmlns:p14="http://schemas.microsoft.com/office/powerpoint/2010/main" val="1547982242"/>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v34 내용 영역">
            <a:extLst xmlns:a="http://schemas.openxmlformats.org/drawingml/2006/main">
              <a:ext uri="{FF2B5EF4-FFF2-40B4-BE49-F238E27FC236}">
                <a16:creationId xmlns:a16="http://schemas.microsoft.com/office/drawing/2014/main" id="{56652C35-9075-44F0-93AE-B6BE3FE463BE}"/>
              </a:ext>
            </a:extLst>
          </p:cNvPr>
          <p:cNvSpPr>
            <a:spLocks xmlns:a="http://schemas.openxmlformats.org/drawingml/2006/main" noGrp="1"/>
          </p:cNvSpPr>
          <p:nvPr/>
        </p:nvSpPr>
        <p:spPr>
          <a:xfrm xmlns:a="http://schemas.openxmlformats.org/drawingml/2006/main">
            <a:off x="9334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7" name="v34 내용 영역">
            <a:extLst xmlns:a="http://schemas.openxmlformats.org/drawingml/2006/main">
              <a:ext uri="{FF2B5EF4-FFF2-40B4-BE49-F238E27FC236}">
                <a16:creationId xmlns:a16="http://schemas.microsoft.com/office/drawing/2014/main" id="{B972ACDE-50E3-4B14-BCCE-496259E44B99}"/>
              </a:ext>
            </a:extLst>
          </p:cNvPr>
          <p:cNvSpPr>
            <a:spLocks xmlns:a="http://schemas.openxmlformats.org/drawingml/2006/main" noGrp="1"/>
          </p:cNvSpPr>
          <p:nvPr/>
        </p:nvSpPr>
        <p:spPr>
          <a:xfrm xmlns:a="http://schemas.openxmlformats.org/drawingml/2006/main">
            <a:off x="2095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6" name="v34 내용 영역">
            <a:extLst xmlns:a="http://schemas.openxmlformats.org/drawingml/2006/main">
              <a:ext uri="{FF2B5EF4-FFF2-40B4-BE49-F238E27FC236}">
                <a16:creationId xmlns:a16="http://schemas.microsoft.com/office/drawing/2014/main" id="{1220130D-1CF6-4AB0-B4E2-5867FDBCC09E}"/>
              </a:ext>
            </a:extLst>
          </p:cNvPr>
          <p:cNvSpPr>
            <a:spLocks xmlns:a="http://schemas.openxmlformats.org/drawingml/2006/main" noGrp="1"/>
          </p:cNvSpPr>
          <p:nvPr/>
        </p:nvSpPr>
        <p:spPr>
          <a:xfrm xmlns:a="http://schemas.openxmlformats.org/drawingml/2006/main">
            <a:off x="2095500" y="4667250"/>
            <a:ext cx="14097000" cy="2000250"/>
          </a:xfrm>
          <a:prstGeom xmlns:a="http://schemas.openxmlformats.org/drawingml/2006/main" prst="roundRect">
            <a:avLst>
              <a:gd name="adj" fmla="val 8571"/>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1982DBCC-8CBB-400E-A42E-4010ACAAA878}"/>
              </a:ext>
            </a:extLst>
          </p:cNvPr>
          <p:cNvPicPr>
            <a:picLocks xmlns:a="http://schemas.openxmlformats.org/drawingml/2006/main" noChangeAspect="1"/>
          </p:cNvPicPr>
          <p:nvPr/>
        </p:nvPicPr>
        <p:blipFill>
          <a:blip xmlns:r="http://schemas.openxmlformats.org/officeDocument/2006/relationships" xmlns:a="http://schemas.openxmlformats.org/drawingml/2006/main" r:embed="R966fcfcb20d8431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1F429D8-DB18-4187-A9C1-80A36B73462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3E0284C-973A-4182-90C2-CD0E1E80308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A32F2D9-3DD3-4122-BE4F-76C56E29793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457A419-C719-4B68-8390-5B244C34254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5221895C-EA97-4C29-8EB1-7C67C8D50BD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조건을 맞추자</a:t>
            </a:r>
          </a:p>
        </p:txBody>
      </p:sp>
      <p:pic>
        <p:nvPicPr>
          <p:cNvPr id="14" name="">
            <a:extLst xmlns:a="http://schemas.openxmlformats.org/drawingml/2006/main">
              <a:ext uri="{FF2B5EF4-FFF2-40B4-BE49-F238E27FC236}">
                <a16:creationId xmlns:a16="http://schemas.microsoft.com/office/drawing/2014/main" id="{3C21FBF9-F498-4FB8-B73B-AD7C213C232D}"/>
              </a:ext>
            </a:extLst>
          </p:cNvPr>
          <p:cNvPicPr>
            <a:picLocks xmlns:a="http://schemas.openxmlformats.org/drawingml/2006/main" noChangeAspect="1"/>
          </p:cNvPicPr>
          <p:nvPr/>
        </p:nvPicPr>
        <p:blipFill>
          <a:blip xmlns:r="http://schemas.openxmlformats.org/officeDocument/2006/relationships" xmlns:a="http://schemas.openxmlformats.org/drawingml/2006/main" r:embed="R7e9ec69d85f945a4"/>
          <a:stretch xmlns:a="http://schemas.openxmlformats.org/drawingml/2006/main"/>
        </p:blipFill>
        <p:spPr>
          <a:xfrm xmlns:a="http://schemas.openxmlformats.org/drawingml/2006/main">
            <a:off x="5277836" y="4905375"/>
            <a:ext cx="7732328" cy="14763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65AB573B-DB04-4652-86F7-E47731CEBCFC}"/>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반응하는 양과 처음 온도를 같게 맞춘다.</a:t>
            </a:r>
          </a:p>
        </p:txBody>
      </p:sp>
      <p:sp>
        <p:nvSpPr>
          <p:cNvPr id="18" name="text">
            <a:extLst xmlns:a="http://schemas.openxmlformats.org/drawingml/2006/main">
              <a:ext uri="{FF2B5EF4-FFF2-40B4-BE49-F238E27FC236}">
                <a16:creationId xmlns:a16="http://schemas.microsoft.com/office/drawing/2014/main" id="{FB050603-90AC-4364-97E3-E06107A7D9B4}"/>
              </a:ext>
            </a:extLst>
          </p:cNvPr>
          <p:cNvSpPr>
            <a:spLocks xmlns:a="http://schemas.openxmlformats.org/drawingml/2006/main" noGrp="1"/>
          </p:cNvSpPr>
          <p:nvPr/>
        </p:nvSpPr>
        <p:spPr>
          <a:xfrm xmlns:a="http://schemas.openxmlformats.org/drawingml/2006/main">
            <a:off x="2381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반응하는 양</a:t>
            </a:r>
          </a:p>
        </p:txBody>
      </p:sp>
      <p:sp>
        <p:nvSpPr>
          <p:cNvPr id="19" name="text">
            <a:extLst xmlns:a="http://schemas.openxmlformats.org/drawingml/2006/main">
              <a:ext uri="{FF2B5EF4-FFF2-40B4-BE49-F238E27FC236}">
                <a16:creationId xmlns:a16="http://schemas.microsoft.com/office/drawing/2014/main" id="{FEBFEC2B-9E01-43F1-B2AA-1FC25636F15C}"/>
              </a:ext>
            </a:extLst>
          </p:cNvPr>
          <p:cNvSpPr>
            <a:spLocks xmlns:a="http://schemas.openxmlformats.org/drawingml/2006/main" noGrp="1"/>
          </p:cNvSpPr>
          <p:nvPr/>
        </p:nvSpPr>
        <p:spPr>
          <a:xfrm xmlns:a="http://schemas.openxmlformats.org/drawingml/2006/main">
            <a:off x="2428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수산화 나트륨과 염화 수소의</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양을 각각 0.200 mol로 맞춘다.</a:t>
            </a:r>
          </a:p>
        </p:txBody>
      </p:sp>
      <p:sp>
        <p:nvSpPr>
          <p:cNvPr id="21" name="text">
            <a:extLst xmlns:a="http://schemas.openxmlformats.org/drawingml/2006/main">
              <a:ext uri="{FF2B5EF4-FFF2-40B4-BE49-F238E27FC236}">
                <a16:creationId xmlns:a16="http://schemas.microsoft.com/office/drawing/2014/main" id="{0D7B639B-3E56-4972-A65B-659820DFB5DC}"/>
              </a:ext>
            </a:extLst>
          </p:cNvPr>
          <p:cNvSpPr>
            <a:spLocks xmlns:a="http://schemas.openxmlformats.org/drawingml/2006/main" noGrp="1"/>
          </p:cNvSpPr>
          <p:nvPr/>
        </p:nvSpPr>
        <p:spPr>
          <a:xfrm xmlns:a="http://schemas.openxmlformats.org/drawingml/2006/main">
            <a:off x="9620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처음 온도</a:t>
            </a:r>
          </a:p>
        </p:txBody>
      </p:sp>
      <p:sp>
        <p:nvSpPr>
          <p:cNvPr id="22" name="text">
            <a:extLst xmlns:a="http://schemas.openxmlformats.org/drawingml/2006/main">
              <a:ext uri="{FF2B5EF4-FFF2-40B4-BE49-F238E27FC236}">
                <a16:creationId xmlns:a16="http://schemas.microsoft.com/office/drawing/2014/main" id="{1CF2235A-4283-49B2-88D1-7F82E976AC39}"/>
              </a:ext>
            </a:extLst>
          </p:cNvPr>
          <p:cNvSpPr>
            <a:spLocks xmlns:a="http://schemas.openxmlformats.org/drawingml/2006/main" noGrp="1"/>
          </p:cNvSpPr>
          <p:nvPr/>
        </p:nvSpPr>
        <p:spPr>
          <a:xfrm xmlns:a="http://schemas.openxmlformats.org/drawingml/2006/main">
            <a:off x="9667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용해 후 처음 온도로 식힌 뒤</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염산을 넣어 중화열을 측정한다.</a:t>
            </a:r>
          </a:p>
        </p:txBody>
      </p:sp>
    </p:spTree>
    <p:extLst>
      <p:ext uri="{BB962C8B-B14F-4D97-AF65-F5344CB8AC3E}">
        <p14:creationId xmlns:p14="http://schemas.microsoft.com/office/powerpoint/2010/main" val="357622188"/>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v34 내용 영역">
            <a:extLst xmlns:a="http://schemas.openxmlformats.org/drawingml/2006/main">
              <a:ext uri="{FF2B5EF4-FFF2-40B4-BE49-F238E27FC236}">
                <a16:creationId xmlns:a16="http://schemas.microsoft.com/office/drawing/2014/main" id="{68524ECB-D6C5-4D4A-B4D7-9D2F67DAE6DA}"/>
              </a:ext>
            </a:extLst>
          </p:cNvPr>
          <p:cNvSpPr>
            <a:spLocks xmlns:a="http://schemas.openxmlformats.org/drawingml/2006/main" noGrp="1"/>
          </p:cNvSpPr>
          <p:nvPr/>
        </p:nvSpPr>
        <p:spPr>
          <a:xfrm xmlns:a="http://schemas.openxmlformats.org/drawingml/2006/main">
            <a:off x="3810000" y="8334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4" name="v34 내용 영역">
            <a:extLst xmlns:a="http://schemas.openxmlformats.org/drawingml/2006/main">
              <a:ext uri="{FF2B5EF4-FFF2-40B4-BE49-F238E27FC236}">
                <a16:creationId xmlns:a16="http://schemas.microsoft.com/office/drawing/2014/main" id="{1F166F89-475D-4AE8-99A8-BB79C8696DD5}"/>
              </a:ext>
            </a:extLst>
          </p:cNvPr>
          <p:cNvSpPr>
            <a:spLocks xmlns:a="http://schemas.openxmlformats.org/drawingml/2006/main" noGrp="1"/>
          </p:cNvSpPr>
          <p:nvPr/>
        </p:nvSpPr>
        <p:spPr>
          <a:xfrm xmlns:a="http://schemas.openxmlformats.org/drawingml/2006/main">
            <a:off x="3810000" y="73818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0" name="v34 내용 영역">
            <a:extLst xmlns:a="http://schemas.openxmlformats.org/drawingml/2006/main">
              <a:ext uri="{FF2B5EF4-FFF2-40B4-BE49-F238E27FC236}">
                <a16:creationId xmlns:a16="http://schemas.microsoft.com/office/drawing/2014/main" id="{273036AD-B79B-4450-AAF1-449502BCF506}"/>
              </a:ext>
            </a:extLst>
          </p:cNvPr>
          <p:cNvSpPr>
            <a:spLocks xmlns:a="http://schemas.openxmlformats.org/drawingml/2006/main" noGrp="1"/>
          </p:cNvSpPr>
          <p:nvPr/>
        </p:nvSpPr>
        <p:spPr>
          <a:xfrm xmlns:a="http://schemas.openxmlformats.org/drawingml/2006/main">
            <a:off x="3810000" y="6429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CC1EB7B2-65F8-42A8-AEBE-452E232CE545}"/>
              </a:ext>
            </a:extLst>
          </p:cNvPr>
          <p:cNvPicPr>
            <a:picLocks xmlns:a="http://schemas.openxmlformats.org/drawingml/2006/main" noChangeAspect="1"/>
          </p:cNvPicPr>
          <p:nvPr/>
        </p:nvPicPr>
        <p:blipFill>
          <a:blip xmlns:r="http://schemas.openxmlformats.org/officeDocument/2006/relationships" xmlns:a="http://schemas.openxmlformats.org/drawingml/2006/main" r:embed="R9b910d252085442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81C450C-D55D-413D-B3DE-D87A89BB468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40CF97A-9C73-4330-AE72-1A25CA3D7D8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CCC3459-E02D-47C6-B146-0D54FEB6CF1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2ADD035-0ECA-40DE-8CD6-B4CB137E547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1D9C7DDB-A91D-4858-AC54-667A9A7CE7D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6C59B979-B3E3-452E-95BB-60659E6DF9F3}"/>
              </a:ext>
            </a:extLst>
          </p:cNvPr>
          <p:cNvPicPr>
            <a:picLocks xmlns:a="http://schemas.openxmlformats.org/drawingml/2006/main" noChangeAspect="1"/>
          </p:cNvPicPr>
          <p:nvPr/>
        </p:nvPicPr>
        <p:blipFill>
          <a:blip xmlns:r="http://schemas.openxmlformats.org/officeDocument/2006/relationships" xmlns:a="http://schemas.openxmlformats.org/drawingml/2006/main" r:embed="R8bb923f588bb433d"/>
          <a:stretch xmlns:a="http://schemas.openxmlformats.org/drawingml/2006/main"/>
        </p:blipFill>
        <p:spPr>
          <a:xfrm xmlns:a="http://schemas.openxmlformats.org/drawingml/2006/main">
            <a:off x="5798783" y="4714875"/>
            <a:ext cx="6690435" cy="1333500"/>
          </a:xfrm>
          <a:prstGeom xmlns:a="http://schemas.openxmlformats.org/drawingml/2006/main" prst="rect">
            <a:avLst/>
          </a:prstGeom>
        </p:spPr>
      </p:pic>
      <p:sp>
        <p:nvSpPr>
          <p:cNvPr id="28" name="text">
            <a:extLst xmlns:a="http://schemas.openxmlformats.org/drawingml/2006/main">
              <a:ext uri="{FF2B5EF4-FFF2-40B4-BE49-F238E27FC236}">
                <a16:creationId xmlns:a16="http://schemas.microsoft.com/office/drawing/2014/main" id="{F07C096D-4C45-43C3-BA22-6C5D32F3ADEA}"/>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온도가 오르면 용액은 열을 얻고, 반응에서는 열을 방출한다.</a:t>
            </a:r>
          </a:p>
        </p:txBody>
      </p:sp>
      <p:sp>
        <p:nvSpPr>
          <p:cNvPr id="29" name="text">
            <a:extLst xmlns:a="http://schemas.openxmlformats.org/drawingml/2006/main">
              <a:ext uri="{FF2B5EF4-FFF2-40B4-BE49-F238E27FC236}">
                <a16:creationId xmlns:a16="http://schemas.microsoft.com/office/drawing/2014/main" id="{CC09815B-DF44-4B44-BB7A-D78928F2AE46}"/>
              </a:ext>
            </a:extLst>
          </p:cNvPr>
          <p:cNvSpPr>
            <a:spLocks xmlns:a="http://schemas.openxmlformats.org/drawingml/2006/main" noGrp="1"/>
          </p:cNvSpPr>
          <p:nvPr/>
        </p:nvSpPr>
        <p:spPr>
          <a:xfrm xmlns:a="http://schemas.openxmlformats.org/drawingml/2006/main">
            <a:off x="2190750" y="6429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C9D33CCA-9985-4F08-BE23-0156FD70B389}"/>
              </a:ext>
            </a:extLst>
          </p:cNvPr>
          <p:cNvSpPr>
            <a:spLocks xmlns:a="http://schemas.openxmlformats.org/drawingml/2006/main" noGrp="1"/>
          </p:cNvSpPr>
          <p:nvPr/>
        </p:nvSpPr>
        <p:spPr>
          <a:xfrm xmlns:a="http://schemas.openxmlformats.org/drawingml/2006/main">
            <a:off x="4095750" y="6429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용액의 비열</a:t>
            </a:r>
          </a:p>
        </p:txBody>
      </p:sp>
      <p:sp>
        <p:nvSpPr>
          <p:cNvPr id="32" name="text">
            <a:extLst xmlns:a="http://schemas.openxmlformats.org/drawingml/2006/main">
              <a:ext uri="{FF2B5EF4-FFF2-40B4-BE49-F238E27FC236}">
                <a16:creationId xmlns:a16="http://schemas.microsoft.com/office/drawing/2014/main" id="{08AC4385-DB84-4EFB-811E-6F64FB05D737}"/>
              </a:ext>
            </a:extLst>
          </p:cNvPr>
          <p:cNvSpPr>
            <a:spLocks xmlns:a="http://schemas.openxmlformats.org/drawingml/2006/main" noGrp="1"/>
          </p:cNvSpPr>
          <p:nvPr/>
        </p:nvSpPr>
        <p:spPr>
          <a:xfrm xmlns:a="http://schemas.openxmlformats.org/drawingml/2006/main">
            <a:off x="8667750" y="6429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단위 질량의 온도를 1°C 높이는 데 필요한 열</a:t>
            </a:r>
          </a:p>
        </p:txBody>
      </p:sp>
      <p:sp>
        <p:nvSpPr>
          <p:cNvPr id="33" name="text">
            <a:extLst xmlns:a="http://schemas.openxmlformats.org/drawingml/2006/main">
              <a:ext uri="{FF2B5EF4-FFF2-40B4-BE49-F238E27FC236}">
                <a16:creationId xmlns:a16="http://schemas.microsoft.com/office/drawing/2014/main" id="{071C328F-B4CC-4DE5-B47C-8E5DB3C07408}"/>
              </a:ext>
            </a:extLst>
          </p:cNvPr>
          <p:cNvSpPr>
            <a:spLocks xmlns:a="http://schemas.openxmlformats.org/drawingml/2006/main" noGrp="1"/>
          </p:cNvSpPr>
          <p:nvPr/>
        </p:nvSpPr>
        <p:spPr>
          <a:xfrm xmlns:a="http://schemas.openxmlformats.org/drawingml/2006/main">
            <a:off x="2190750" y="73818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D523C234-A232-4E11-978A-608CE0BE25E1}"/>
              </a:ext>
            </a:extLst>
          </p:cNvPr>
          <p:cNvSpPr>
            <a:spLocks xmlns:a="http://schemas.openxmlformats.org/drawingml/2006/main" noGrp="1"/>
          </p:cNvSpPr>
          <p:nvPr/>
        </p:nvSpPr>
        <p:spPr>
          <a:xfrm xmlns:a="http://schemas.openxmlformats.org/drawingml/2006/main">
            <a:off x="4095750" y="73818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 전체의 질량</a:t>
            </a:r>
          </a:p>
        </p:txBody>
      </p:sp>
      <p:sp>
        <p:nvSpPr>
          <p:cNvPr id="36" name="text">
            <a:extLst xmlns:a="http://schemas.openxmlformats.org/drawingml/2006/main">
              <a:ext uri="{FF2B5EF4-FFF2-40B4-BE49-F238E27FC236}">
                <a16:creationId xmlns:a16="http://schemas.microsoft.com/office/drawing/2014/main" id="{2D9BF6BD-A14D-4CB0-9FED-A21306F2BD9D}"/>
              </a:ext>
            </a:extLst>
          </p:cNvPr>
          <p:cNvSpPr>
            <a:spLocks xmlns:a="http://schemas.openxmlformats.org/drawingml/2006/main" noGrp="1"/>
          </p:cNvSpPr>
          <p:nvPr/>
        </p:nvSpPr>
        <p:spPr>
          <a:xfrm xmlns:a="http://schemas.openxmlformats.org/drawingml/2006/main">
            <a:off x="8667750" y="73818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용매와 녹아 있는 물질의 질량을 모두 포함</a:t>
            </a:r>
          </a:p>
        </p:txBody>
      </p:sp>
      <p:sp>
        <p:nvSpPr>
          <p:cNvPr id="37" name="text">
            <a:extLst xmlns:a="http://schemas.openxmlformats.org/drawingml/2006/main">
              <a:ext uri="{FF2B5EF4-FFF2-40B4-BE49-F238E27FC236}">
                <a16:creationId xmlns:a16="http://schemas.microsoft.com/office/drawing/2014/main" id="{00EA321D-17F7-4778-AA1C-D0F57085AF8D}"/>
              </a:ext>
            </a:extLst>
          </p:cNvPr>
          <p:cNvSpPr>
            <a:spLocks xmlns:a="http://schemas.openxmlformats.org/drawingml/2006/main" noGrp="1"/>
          </p:cNvSpPr>
          <p:nvPr/>
        </p:nvSpPr>
        <p:spPr>
          <a:xfrm xmlns:a="http://schemas.openxmlformats.org/drawingml/2006/main">
            <a:off x="2190750" y="8334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480765D8-D14B-4829-9583-C3B4933C8A90}"/>
              </a:ext>
            </a:extLst>
          </p:cNvPr>
          <p:cNvSpPr>
            <a:spLocks xmlns:a="http://schemas.openxmlformats.org/drawingml/2006/main" noGrp="1"/>
          </p:cNvSpPr>
          <p:nvPr/>
        </p:nvSpPr>
        <p:spPr>
          <a:xfrm xmlns:a="http://schemas.openxmlformats.org/drawingml/2006/main">
            <a:off x="4095750" y="8334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BC9DCAF3-0474-45EB-8CC5-4FB008CEA362}"/>
              </a:ext>
            </a:extLst>
          </p:cNvPr>
          <p:cNvSpPr>
            <a:spLocks xmlns:a="http://schemas.openxmlformats.org/drawingml/2006/main" noGrp="1"/>
          </p:cNvSpPr>
          <p:nvPr/>
        </p:nvSpPr>
        <p:spPr>
          <a:xfrm xmlns:a="http://schemas.openxmlformats.org/drawingml/2006/main">
            <a:off x="8667750" y="8334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측정한 온도 상승량</a:t>
            </a:r>
          </a:p>
        </p:txBody>
      </p:sp>
    </p:spTree>
    <p:extLst>
      <p:ext uri="{BB962C8B-B14F-4D97-AF65-F5344CB8AC3E}">
        <p14:creationId xmlns:p14="http://schemas.microsoft.com/office/powerpoint/2010/main" val="1992498162"/>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70E2278-0112-4B8F-9E50-CD8F6593CFA2}"/>
              </a:ext>
            </a:extLst>
          </p:cNvPr>
          <p:cNvPicPr>
            <a:picLocks xmlns:a="http://schemas.openxmlformats.org/drawingml/2006/main" noChangeAspect="1"/>
          </p:cNvPicPr>
          <p:nvPr/>
        </p:nvPicPr>
        <p:blipFill>
          <a:blip xmlns:r="http://schemas.openxmlformats.org/officeDocument/2006/relationships" xmlns:a="http://schemas.openxmlformats.org/drawingml/2006/main" r:embed="Rf00f35327e5f489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ADAE50D-9A0D-41E9-8FA8-B56191B3D71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D9740F7-5298-41A4-A361-38557465F9C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409652C-54C0-468E-ADCF-862A264981D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8C62587-2F3F-43E1-948F-10E03C6D39D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92ED407-A18E-478C-8251-7EBA763858E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CF4FD295-9BC3-457F-A2BE-7BDE2F087FB4}"/>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6B464CC9-2F71-4A63-BF72-DECB00605FF2}"/>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7A63218-180E-4AFF-B6C2-48AA48720DD9}"/>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437D948-BA0A-4CAE-9F07-13DC0ED67124}"/>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32055DD-A723-4A72-8F3F-1CFCF9C4F0B3}"/>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049E4D8-FEB1-455A-A276-FCB6C8113DF5}"/>
              </a:ext>
            </a:extLst>
          </p:cNvPr>
          <p:cNvSpPr>
            <a:spLocks xmlns:a="http://schemas.openxmlformats.org/drawingml/2006/main" noGrp="1"/>
          </p:cNvSpPr>
          <p:nvPr/>
        </p:nvSpPr>
        <p:spPr>
          <a:xfrm xmlns:a="http://schemas.openxmlformats.org/drawingml/2006/main">
            <a:off x="2095500" y="37623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640233540"/>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8D537238-B56B-45A5-8BCC-EEFC1C611E03}"/>
              </a:ext>
            </a:extLst>
          </p:cNvPr>
          <p:cNvSpPr>
            <a:spLocks xmlns:a="http://schemas.openxmlformats.org/drawingml/2006/main" noGrp="1"/>
          </p:cNvSpPr>
          <p:nvPr/>
        </p:nvSpPr>
        <p:spPr>
          <a:xfrm xmlns:a="http://schemas.openxmlformats.org/drawingml/2006/main">
            <a:off x="2857500" y="4619625"/>
            <a:ext cx="12573000" cy="4048125"/>
          </a:xfrm>
          <a:prstGeom xmlns:a="http://schemas.openxmlformats.org/drawingml/2006/main" prst="roundRect">
            <a:avLst>
              <a:gd name="adj" fmla="val 517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394C95CB-0266-4C24-BEB6-65307D5262E5}"/>
              </a:ext>
            </a:extLst>
          </p:cNvPr>
          <p:cNvPicPr>
            <a:picLocks xmlns:a="http://schemas.openxmlformats.org/drawingml/2006/main" noChangeAspect="1"/>
          </p:cNvPicPr>
          <p:nvPr/>
        </p:nvPicPr>
        <p:blipFill>
          <a:blip xmlns:r="http://schemas.openxmlformats.org/officeDocument/2006/relationships" xmlns:a="http://schemas.openxmlformats.org/drawingml/2006/main" r:embed="Rd4be9e858e38469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F6FA500-1E4D-4170-A9C0-45EB5DD766D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B92190F-592D-43B4-AC1E-4EDDAA19E41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49B9848-10F8-4A05-8928-BD7AC46D12E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AFA7038-C763-40D4-89CB-438D4F2A60F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B6A26994-685B-4201-BF6E-12BB3F86417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C7681D46-BA1C-499A-92CE-EDB8711DF796}"/>
              </a:ext>
            </a:extLst>
          </p:cNvPr>
          <p:cNvPicPr>
            <a:picLocks xmlns:a="http://schemas.openxmlformats.org/drawingml/2006/main" noChangeAspect="1"/>
          </p:cNvPicPr>
          <p:nvPr/>
        </p:nvPicPr>
        <p:blipFill>
          <a:blip xmlns:r="http://schemas.openxmlformats.org/officeDocument/2006/relationships" xmlns:a="http://schemas.openxmlformats.org/drawingml/2006/main" r:embed="R1f10dbb2f1f44f8e"/>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632CB633-5A80-4110-B469-56BA98F87720}"/>
              </a:ext>
            </a:extLst>
          </p:cNvPr>
          <p:cNvSpPr>
            <a:spLocks xmlns:a="http://schemas.openxmlformats.org/drawingml/2006/main" noGrp="1"/>
          </p:cNvSpPr>
          <p:nvPr/>
        </p:nvSpPr>
        <p:spPr>
          <a:xfrm xmlns:a="http://schemas.openxmlformats.org/drawingml/2006/main">
            <a:off x="3333750" y="4905375"/>
            <a:ext cx="1162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용액의 열 → 반응한 양 → 반응 엔탈피</a:t>
            </a:r>
          </a:p>
        </p:txBody>
      </p:sp>
    </p:spTree>
    <p:extLst>
      <p:ext uri="{BB962C8B-B14F-4D97-AF65-F5344CB8AC3E}">
        <p14:creationId xmlns:p14="http://schemas.microsoft.com/office/powerpoint/2010/main" val="1063232729"/>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0D359AE-E26B-4100-B745-4B50AF9E0105}"/>
              </a:ext>
            </a:extLst>
          </p:cNvPr>
          <p:cNvPicPr>
            <a:picLocks xmlns:a="http://schemas.openxmlformats.org/drawingml/2006/main" noChangeAspect="1"/>
          </p:cNvPicPr>
          <p:nvPr/>
        </p:nvPicPr>
        <p:blipFill>
          <a:blip xmlns:r="http://schemas.openxmlformats.org/officeDocument/2006/relationships" xmlns:a="http://schemas.openxmlformats.org/drawingml/2006/main" r:embed="R8fd1d3b2b12841d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3DB93CD-A4EA-4913-AB60-010BD59ED6F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F0EAEA3-AC10-479C-892A-E4A2CA2E978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49D139E-F4FE-448F-B327-57A75C66356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629658D-F54F-411F-B48F-302466865C6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EA15D518-2F83-4016-97D5-07E100DCE12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31696BC6-D2F6-4572-B2CF-79EE8EF2A9B0}"/>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0A7EA23D-86D0-4F6B-9E35-77A3DE5098A5}"/>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81CE4788-6F96-4BBB-9DE4-9EDFCCFEFFF1}"/>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CA85ADC-0A98-451F-9D3C-3550F6650357}"/>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B09A0CD-5BF3-42F8-9246-211ACAFA435E}"/>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F23F38C1-3BAF-47EB-A467-BCF0A015967F}"/>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532488801"/>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v34 내용 영역">
            <a:extLst xmlns:a="http://schemas.openxmlformats.org/drawingml/2006/main">
              <a:ext uri="{FF2B5EF4-FFF2-40B4-BE49-F238E27FC236}">
                <a16:creationId xmlns:a16="http://schemas.microsoft.com/office/drawing/2014/main" id="{535114E3-7F93-41B1-B265-E3CEAB0ADE39}"/>
              </a:ext>
            </a:extLst>
          </p:cNvPr>
          <p:cNvSpPr>
            <a:spLocks xmlns:a="http://schemas.openxmlformats.org/drawingml/2006/main" noGrp="1"/>
          </p:cNvSpPr>
          <p:nvPr/>
        </p:nvSpPr>
        <p:spPr>
          <a:xfrm xmlns:a="http://schemas.openxmlformats.org/drawingml/2006/main">
            <a:off x="2000250" y="4762500"/>
            <a:ext cx="14287500" cy="3524250"/>
          </a:xfrm>
          <a:prstGeom xmlns:a="http://schemas.openxmlformats.org/drawingml/2006/main" prst="roundRect">
            <a:avLst>
              <a:gd name="adj" fmla="val 4865"/>
            </a:avLst>
          </a:prstGeom>
          <a:solidFill xmlns:a="http://schemas.openxmlformats.org/drawingml/2006/main">
            <a:srgbClr val="242424"/>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3EFBB1E3-6BC7-4E26-AE3A-508DB7B06384}"/>
              </a:ext>
            </a:extLst>
          </p:cNvPr>
          <p:cNvPicPr>
            <a:picLocks xmlns:a="http://schemas.openxmlformats.org/drawingml/2006/main" noChangeAspect="1"/>
          </p:cNvPicPr>
          <p:nvPr/>
        </p:nvPicPr>
        <p:blipFill>
          <a:blip xmlns:r="http://schemas.openxmlformats.org/officeDocument/2006/relationships" xmlns:a="http://schemas.openxmlformats.org/drawingml/2006/main" r:embed="Rc11a9826fcc74f9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04C4BF3-6509-4ED9-B196-312EAC39DE2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2C1A475-74F7-43A3-BB1E-C4B385FEF9F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8B12D6C-CAC5-4579-8F31-9352F24FDD6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622079E-A7DC-4A8C-AB4B-067EA8FFAED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B35F004E-96B8-4F6A-A555-FB314CC7580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C73A8C3E-3DE8-4E0D-A6B2-6A3EBDA9E481}"/>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BBBBBB"/>
                </a:solidFill>
                <a:latin typeface="Pretendard"/>
                <a:ea typeface="Pretendard"/>
                <a:cs typeface="Pretendard"/>
              </a:defRPr>
            </a:defPPr>
            <a:lvl1pPr algn="l">
              <a:defRPr sz="2400" b="0">
                <a:solidFill>
                  <a:srgbClr val="BBBBBB"/>
                </a:solidFill>
                <a:latin typeface="Pretendard"/>
                <a:ea typeface="Pretendard"/>
                <a:cs typeface="Pretendard"/>
              </a:defRPr>
            </a:lvl1pPr>
            <a:lvl2pPr algn="l">
              <a:defRPr sz="2400" b="0">
                <a:solidFill>
                  <a:srgbClr val="BBBBBB"/>
                </a:solidFill>
                <a:latin typeface="Pretendard"/>
                <a:ea typeface="Pretendard"/>
                <a:cs typeface="Pretendard"/>
              </a:defRPr>
            </a:lvl2pPr>
            <a:lvl3pPr algn="l">
              <a:defRPr sz="2400" b="0">
                <a:solidFill>
                  <a:srgbClr val="BBBBBB"/>
                </a:solidFill>
                <a:latin typeface="Pretendard"/>
                <a:ea typeface="Pretendard"/>
                <a:cs typeface="Pretendard"/>
              </a:defRPr>
            </a:lvl3pPr>
            <a:lvl4pPr algn="l">
              <a:defRPr sz="2400" b="0">
                <a:solidFill>
                  <a:srgbClr val="BBBBBB"/>
                </a:solidFill>
                <a:latin typeface="Pretendard"/>
                <a:ea typeface="Pretendard"/>
                <a:cs typeface="Pretendard"/>
              </a:defRPr>
            </a:lvl4pPr>
            <a:lvl5pPr algn="l">
              <a:defRPr sz="2400" b="0">
                <a:solidFill>
                  <a:srgbClr val="BBBBBB"/>
                </a:solidFill>
                <a:latin typeface="Pretendard"/>
                <a:ea typeface="Pretendard"/>
                <a:cs typeface="Pretendard"/>
              </a:defRPr>
            </a:lvl5pPr>
            <a:lvl6pPr algn="l">
              <a:defRPr sz="2400" b="0">
                <a:solidFill>
                  <a:srgbClr val="BBBBBB"/>
                </a:solidFill>
                <a:latin typeface="Pretendard"/>
                <a:ea typeface="Pretendard"/>
                <a:cs typeface="Pretendard"/>
              </a:defRPr>
            </a:lvl6pPr>
            <a:lvl7pPr algn="l">
              <a:defRPr sz="2400" b="0">
                <a:solidFill>
                  <a:srgbClr val="BBBBBB"/>
                </a:solidFill>
                <a:latin typeface="Pretendard"/>
                <a:ea typeface="Pretendard"/>
                <a:cs typeface="Pretendard"/>
              </a:defRPr>
            </a:lvl7pPr>
            <a:lvl8pPr algn="l">
              <a:defRPr sz="2400" b="0">
                <a:solidFill>
                  <a:srgbClr val="BBBBBB"/>
                </a:solidFill>
                <a:latin typeface="Pretendard"/>
                <a:ea typeface="Pretendard"/>
                <a:cs typeface="Pretendard"/>
              </a:defRPr>
            </a:lvl8pPr>
            <a:lvl9pPr algn="l">
              <a:defRPr sz="2400" b="0">
                <a:solidFill>
                  <a:srgbClr val="BBBBBB"/>
                </a:solidFill>
                <a:latin typeface="Pretendard"/>
                <a:ea typeface="Pretendard"/>
                <a:cs typeface="Pretendard"/>
              </a:defRPr>
            </a:lvl9pPr>
          </a:lstStyle>
          <a:p xmlns:a="http://schemas.openxmlformats.org/drawingml/2006/main">
            <a:pPr algn="l">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두 단계의 합과 직접 반응을 비교한다.</a:t>
            </a:r>
          </a:p>
        </p:txBody>
      </p:sp>
      <p:pic>
        <p:nvPicPr>
          <p:cNvPr id="8" name="">
            <a:extLst xmlns:a="http://schemas.openxmlformats.org/drawingml/2006/main">
              <a:ext uri="{FF2B5EF4-FFF2-40B4-BE49-F238E27FC236}">
                <a16:creationId xmlns:a16="http://schemas.microsoft.com/office/drawing/2014/main" id="{A3170D3B-56CC-4AAF-965D-B3E0F83F4E79}"/>
              </a:ext>
            </a:extLst>
          </p:cNvPr>
          <p:cNvPicPr>
            <a:picLocks xmlns:a="http://schemas.openxmlformats.org/drawingml/2006/main" noChangeAspect="1"/>
          </p:cNvPicPr>
          <p:nvPr/>
        </p:nvPicPr>
        <p:blipFill>
          <a:blip xmlns:r="http://schemas.openxmlformats.org/officeDocument/2006/relationships" xmlns:a="http://schemas.openxmlformats.org/drawingml/2006/main" r:embed="Raf51995e632c4889"/>
          <a:stretch xmlns:a="http://schemas.openxmlformats.org/drawingml/2006/main"/>
        </p:blipFill>
        <p:spPr>
          <a:xfrm xmlns:a="http://schemas.openxmlformats.org/drawingml/2006/main">
            <a:off x="5970965" y="5048250"/>
            <a:ext cx="9584570" cy="2952750"/>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F5D00102-57C7-415D-8E06-FF0C8895814C}"/>
              </a:ext>
            </a:extLst>
          </p:cNvPr>
          <p:cNvSpPr>
            <a:spLocks xmlns:a="http://schemas.openxmlformats.org/drawingml/2006/main" noGrp="1"/>
          </p:cNvSpPr>
          <p:nvPr/>
        </p:nvSpPr>
        <p:spPr>
          <a:xfrm xmlns:a="http://schemas.openxmlformats.org/drawingml/2006/main">
            <a:off x="2381250" y="5143500"/>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용해 + 중화</a:t>
            </a:r>
          </a:p>
        </p:txBody>
      </p:sp>
      <p:sp>
        <p:nvSpPr>
          <p:cNvPr id="11" name="text">
            <a:extLst xmlns:a="http://schemas.openxmlformats.org/drawingml/2006/main">
              <a:ext uri="{FF2B5EF4-FFF2-40B4-BE49-F238E27FC236}">
                <a16:creationId xmlns:a16="http://schemas.microsoft.com/office/drawing/2014/main" id="{05F1CE3A-55D1-4117-BF7A-D4F251AD0C22}"/>
              </a:ext>
            </a:extLst>
          </p:cNvPr>
          <p:cNvSpPr>
            <a:spLocks xmlns:a="http://schemas.openxmlformats.org/drawingml/2006/main" noGrp="1"/>
          </p:cNvSpPr>
          <p:nvPr/>
        </p:nvSpPr>
        <p:spPr>
          <a:xfrm xmlns:a="http://schemas.openxmlformats.org/drawingml/2006/main">
            <a:off x="2381250" y="6067425"/>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직접 반응</a:t>
            </a:r>
          </a:p>
        </p:txBody>
      </p:sp>
      <p:sp>
        <p:nvSpPr>
          <p:cNvPr id="12" name="text">
            <a:extLst xmlns:a="http://schemas.openxmlformats.org/drawingml/2006/main">
              <a:ext uri="{FF2B5EF4-FFF2-40B4-BE49-F238E27FC236}">
                <a16:creationId xmlns:a16="http://schemas.microsoft.com/office/drawing/2014/main" id="{975CBF4A-701B-4C19-B2C4-B79989FC6168}"/>
              </a:ext>
            </a:extLst>
          </p:cNvPr>
          <p:cNvSpPr>
            <a:spLocks xmlns:a="http://schemas.openxmlformats.org/drawingml/2006/main" noGrp="1"/>
          </p:cNvSpPr>
          <p:nvPr/>
        </p:nvSpPr>
        <p:spPr>
          <a:xfrm xmlns:a="http://schemas.openxmlformats.org/drawingml/2006/main">
            <a:off x="2381250" y="6991350"/>
            <a:ext cx="2952750" cy="61912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두 값의 차이</a:t>
            </a:r>
          </a:p>
        </p:txBody>
      </p:sp>
      <p:sp>
        <p:nvSpPr>
          <p:cNvPr id="13" name="text">
            <a:extLst xmlns:a="http://schemas.openxmlformats.org/drawingml/2006/main">
              <a:ext uri="{FF2B5EF4-FFF2-40B4-BE49-F238E27FC236}">
                <a16:creationId xmlns:a16="http://schemas.microsoft.com/office/drawing/2014/main" id="{FD409C8D-244F-44A0-829D-0F7546A770C4}"/>
              </a:ext>
            </a:extLst>
          </p:cNvPr>
          <p:cNvSpPr>
            <a:spLocks xmlns:a="http://schemas.openxmlformats.org/drawingml/2006/main" noGrp="1"/>
          </p:cNvSpPr>
          <p:nvPr/>
        </p:nvSpPr>
        <p:spPr>
          <a:xfrm xmlns:a="http://schemas.openxmlformats.org/drawingml/2006/main">
            <a:off x="2095500" y="87153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외부로의 열 손실과 측정 오차 때문에 실험값에 차이가 생긴다.</a:t>
            </a:r>
          </a:p>
        </p:txBody>
      </p:sp>
    </p:spTree>
    <p:extLst>
      <p:ext uri="{BB962C8B-B14F-4D97-AF65-F5344CB8AC3E}">
        <p14:creationId xmlns:p14="http://schemas.microsoft.com/office/powerpoint/2010/main" val="1658194596"/>
      </p:ext>
    </p:extLst>
  </p:cSld>
</p:sld>
</file>

<file path=ppt/slides/slide5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EB425422-3A4B-4310-8770-957A7C7CC05B}"/>
              </a:ext>
            </a:extLst>
          </p:cNvPr>
          <p:cNvPicPr>
            <a:picLocks xmlns:a="http://schemas.openxmlformats.org/drawingml/2006/main" noChangeAspect="1"/>
          </p:cNvPicPr>
          <p:nvPr/>
        </p:nvPicPr>
        <p:blipFill>
          <a:blip xmlns:r="http://schemas.openxmlformats.org/officeDocument/2006/relationships" xmlns:a="http://schemas.openxmlformats.org/drawingml/2006/main" r:embed="R28d19575cf234d2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45C916C-1D64-424C-811B-3D2F1ADEDE1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6EE86A1-3BFC-4A53-8661-7F9D43F86C4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9392F59-5768-4722-9AA4-7DF50C2798A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F98A1BCC-0B02-4BA0-AFBF-65488B78AD8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6640F9CB-54F7-4B3E-B7EC-9DCE9D03BD01}"/>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재지 못한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알게 되는 까닭</a:t>
            </a:r>
          </a:p>
        </p:txBody>
      </p:sp>
      <p:pic>
        <p:nvPicPr>
          <p:cNvPr id="7" name="">
            <a:extLst xmlns:a="http://schemas.openxmlformats.org/drawingml/2006/main">
              <a:ext uri="{FF2B5EF4-FFF2-40B4-BE49-F238E27FC236}">
                <a16:creationId xmlns:a16="http://schemas.microsoft.com/office/drawing/2014/main" id="{4E1C64BD-231D-4896-A876-11112E0E449E}"/>
              </a:ext>
            </a:extLst>
          </p:cNvPr>
          <p:cNvPicPr>
            <a:picLocks xmlns:a="http://schemas.openxmlformats.org/drawingml/2006/main" noChangeAspect="1"/>
          </p:cNvPicPr>
          <p:nvPr/>
        </p:nvPicPr>
        <p:blipFill>
          <a:blip xmlns:r="http://schemas.openxmlformats.org/officeDocument/2006/relationships" xmlns:a="http://schemas.openxmlformats.org/drawingml/2006/main" r:embed="R11a180ba94d045bc"/>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EFD4448-6534-4B36-AD22-A8FDCF67BC63}"/>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380D6A12-70EB-4380-9B1D-154621F56343}"/>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76958AE5-2B25-4BB0-B44A-0F4B2C56C355}"/>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60AC475B-0FB9-4153-AD05-9E816A64D188}"/>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8FFE9C57-53D1-4EC5-8988-A21D70F85370}"/>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2761839F-58D2-4F91-8485-BBDE0640EA93}"/>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알려진 </a:t>
            </a:r>
            <a:r>
              <a:rPr sz="2100">
                <a:solidFill>
                  <a:srgbClr val="222222"/>
                </a:solidFill>
                <a:latin typeface="Pretendard"/>
                <a:ea typeface="Pretendard"/>
                <a:cs typeface="Pretendard"/>
              </a:rPr>
              <a:t>Δ</a:t>
            </a:r>
            <a:r>
              <a:rPr sz="2100" i="1">
                <a:solidFill>
                  <a:srgbClr val="222222"/>
                </a:solidFill>
                <a:latin typeface="Pretendard"/>
                <a:ea typeface="Pretendard"/>
                <a:cs typeface="Pretendard"/>
              </a:rPr>
              <a:t>H</a:t>
            </a:r>
            <a:r>
              <a:rPr sz="2100">
                <a:solidFill>
                  <a:srgbClr val="222222"/>
                </a:solidFill>
                <a:latin typeface="Pretendard"/>
                <a:ea typeface="Pretendard"/>
                <a:cs typeface="Pretendard"/>
              </a:rPr>
              <a:t>를 더해 구한다.</a:t>
            </a:r>
          </a:p>
        </p:txBody>
      </p:sp>
      <p:pic>
        <p:nvPicPr>
          <p:cNvPr id="14" name="">
            <a:extLst xmlns:a="http://schemas.openxmlformats.org/drawingml/2006/main">
              <a:ext uri="{FF2B5EF4-FFF2-40B4-BE49-F238E27FC236}">
                <a16:creationId xmlns:a16="http://schemas.microsoft.com/office/drawing/2014/main" id="{AFD25DD9-1C03-4A3D-A69B-A00E5BDB0F64}"/>
              </a:ext>
            </a:extLst>
          </p:cNvPr>
          <p:cNvPicPr>
            <a:picLocks xmlns:a="http://schemas.openxmlformats.org/drawingml/2006/main" noChangeAspect="1"/>
          </p:cNvPicPr>
          <p:nvPr/>
        </p:nvPicPr>
        <p:blipFill>
          <a:blip xmlns:r="http://schemas.openxmlformats.org/officeDocument/2006/relationships" xmlns:a="http://schemas.openxmlformats.org/drawingml/2006/main" r:embed="R1cdd4517bd954f36"/>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3FB23048-02D2-4486-9680-4482DDACB7CC}"/>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68E31CEC-62E7-4530-A92B-6AC6E530B8B1}"/>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BEB3CD2E-72B5-4DE6-9A2E-BB1BA5960F76}"/>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01EBDF8B-CD5F-48DF-B9AB-2E60E45960DD}"/>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B283770E-4E98-49E7-8D4D-65FB609FF462}"/>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34DCE138-4EFF-4B25-B2E7-4F2FA5867D43}"/>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C0EE62D4-9A80-408C-9074-A9947972BD50}"/>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0D8E64FB-8897-47D8-BF75-CC2A85F9B4BF}"/>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같으면 가능해!</a:t>
            </a:r>
          </a:p>
        </p:txBody>
      </p:sp>
      <p:pic>
        <p:nvPicPr>
          <p:cNvPr id="24" name="">
            <a:extLst xmlns:a="http://schemas.openxmlformats.org/drawingml/2006/main">
              <a:ext uri="{FF2B5EF4-FFF2-40B4-BE49-F238E27FC236}">
                <a16:creationId xmlns:a16="http://schemas.microsoft.com/office/drawing/2014/main" id="{3D11688C-C049-4547-8BBB-DE3BA2F9B849}"/>
              </a:ext>
            </a:extLst>
          </p:cNvPr>
          <p:cNvPicPr>
            <a:picLocks xmlns:a="http://schemas.openxmlformats.org/drawingml/2006/main" noChangeAspect="1"/>
          </p:cNvPicPr>
          <p:nvPr/>
        </p:nvPicPr>
        <p:blipFill>
          <a:blip xmlns:r="http://schemas.openxmlformats.org/officeDocument/2006/relationships" xmlns:a="http://schemas.openxmlformats.org/drawingml/2006/main" r:embed="R8e856d075da943fc"/>
          <a:stretch xmlns:a="http://schemas.openxmlformats.org/drawingml/2006/main"/>
        </p:blipFill>
        <p:spPr>
          <a:xfrm xmlns:a="http://schemas.openxmlformats.org/drawingml/2006/main">
            <a:off x="14395845" y="5695950"/>
            <a:ext cx="2164559" cy="3619500"/>
          </a:xfrm>
          <a:prstGeom xmlns:a="http://schemas.openxmlformats.org/drawingml/2006/main" prst="rect">
            <a:avLst/>
          </a:prstGeom>
        </p:spPr>
      </p:pic>
    </p:spTree>
    <p:extLst>
      <p:ext uri="{BB962C8B-B14F-4D97-AF65-F5344CB8AC3E}">
        <p14:creationId xmlns:p14="http://schemas.microsoft.com/office/powerpoint/2010/main" val="1933227725"/>
      </p:ext>
    </p:extLst>
  </p:cSld>
</p:sld>
</file>

<file path=ppt/slides/slide5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D2FBDDA5-3512-4203-B793-4D814EE97090}"/>
              </a:ext>
            </a:extLst>
          </p:cNvPr>
          <p:cNvSpPr>
            <a:spLocks xmlns:a="http://schemas.openxmlformats.org/drawingml/2006/main" noGrp="1"/>
          </p:cNvSpPr>
          <p:nvPr/>
        </p:nvSpPr>
        <p:spPr>
          <a:xfrm xmlns:a="http://schemas.openxmlformats.org/drawingml/2006/main">
            <a:off x="2529840" y="4572000"/>
            <a:ext cx="13228320" cy="4655820"/>
          </a:xfrm>
          <a:prstGeom xmlns:a="http://schemas.openxmlformats.org/drawingml/2006/main" prst="roundRect">
            <a:avLst>
              <a:gd name="adj" fmla="val 5319"/>
            </a:avLst>
          </a:prstGeom>
          <a:solidFill xmlns:a="http://schemas.openxmlformats.org/drawingml/2006/main">
            <a:srgbClr val="191919"/>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5352FD9C-C4F2-4166-9ADB-DD403BB4850A}"/>
              </a:ext>
            </a:extLst>
          </p:cNvPr>
          <p:cNvPicPr>
            <a:picLocks xmlns:a="http://schemas.openxmlformats.org/drawingml/2006/main" noChangeAspect="1"/>
          </p:cNvPicPr>
          <p:nvPr/>
        </p:nvPicPr>
        <p:blipFill>
          <a:blip xmlns:r="http://schemas.openxmlformats.org/officeDocument/2006/relationships" xmlns:a="http://schemas.openxmlformats.org/drawingml/2006/main" r:embed="Rb5deeea2779246a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3477829-6409-48B5-8AAA-4F4C8A2F325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B0211FE-AB94-4B5A-A75E-F6662CC1B98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30EA35F-5F14-40EC-9F76-86C97E685CC1}"/>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C0CC10C0-CF02-4198-8A4E-F8AB9E23DCC0}"/>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88862C73-EE08-4C21-B07C-BC1D36166EE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1CEAC9CA-F647-48F4-A0E0-4CF9A75583C8}"/>
              </a:ext>
            </a:extLst>
          </p:cNvPr>
          <p:cNvSpPr>
            <a:spLocks xmlns:a="http://schemas.openxmlformats.org/drawingml/2006/main" noGrp="1"/>
          </p:cNvSpPr>
          <p:nvPr/>
        </p:nvSpPr>
        <p:spPr>
          <a:xfrm xmlns:a="http://schemas.openxmlformats.org/drawingml/2006/main">
            <a:off x="3061335" y="501777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1">
                <a:solidFill>
                  <a:srgbClr val="9FFF68"/>
                </a:solidFill>
                <a:latin typeface="Pretendard"/>
                <a:ea typeface="Pretendard"/>
                <a:cs typeface="Pretendard"/>
              </a:defRPr>
            </a:defPPr>
            <a:lvl1pPr algn="l">
              <a:defRPr sz="3060" b="1">
                <a:solidFill>
                  <a:srgbClr val="9FFF68"/>
                </a:solidFill>
                <a:latin typeface="Pretendard"/>
                <a:ea typeface="Pretendard"/>
                <a:cs typeface="Pretendard"/>
              </a:defRPr>
            </a:lvl1pPr>
            <a:lvl2pPr algn="l">
              <a:defRPr sz="3060" b="1">
                <a:solidFill>
                  <a:srgbClr val="9FFF68"/>
                </a:solidFill>
                <a:latin typeface="Pretendard"/>
                <a:ea typeface="Pretendard"/>
                <a:cs typeface="Pretendard"/>
              </a:defRPr>
            </a:lvl2pPr>
            <a:lvl3pPr algn="l">
              <a:defRPr sz="3060" b="1">
                <a:solidFill>
                  <a:srgbClr val="9FFF68"/>
                </a:solidFill>
                <a:latin typeface="Pretendard"/>
                <a:ea typeface="Pretendard"/>
                <a:cs typeface="Pretendard"/>
              </a:defRPr>
            </a:lvl3pPr>
            <a:lvl4pPr algn="l">
              <a:defRPr sz="3060" b="1">
                <a:solidFill>
                  <a:srgbClr val="9FFF68"/>
                </a:solidFill>
                <a:latin typeface="Pretendard"/>
                <a:ea typeface="Pretendard"/>
                <a:cs typeface="Pretendard"/>
              </a:defRPr>
            </a:lvl4pPr>
            <a:lvl5pPr algn="l">
              <a:defRPr sz="3060" b="1">
                <a:solidFill>
                  <a:srgbClr val="9FFF68"/>
                </a:solidFill>
                <a:latin typeface="Pretendard"/>
                <a:ea typeface="Pretendard"/>
                <a:cs typeface="Pretendard"/>
              </a:defRPr>
            </a:lvl5pPr>
            <a:lvl6pPr algn="l">
              <a:defRPr sz="3060" b="1">
                <a:solidFill>
                  <a:srgbClr val="9FFF68"/>
                </a:solidFill>
                <a:latin typeface="Pretendard"/>
                <a:ea typeface="Pretendard"/>
                <a:cs typeface="Pretendard"/>
              </a:defRPr>
            </a:lvl6pPr>
            <a:lvl7pPr algn="l">
              <a:defRPr sz="3060" b="1">
                <a:solidFill>
                  <a:srgbClr val="9FFF68"/>
                </a:solidFill>
                <a:latin typeface="Pretendard"/>
                <a:ea typeface="Pretendard"/>
                <a:cs typeface="Pretendard"/>
              </a:defRPr>
            </a:lvl7pPr>
            <a:lvl8pPr algn="l">
              <a:defRPr sz="3060" b="1">
                <a:solidFill>
                  <a:srgbClr val="9FFF68"/>
                </a:solidFill>
                <a:latin typeface="Pretendard"/>
                <a:ea typeface="Pretendard"/>
                <a:cs typeface="Pretendard"/>
              </a:defRPr>
            </a:lvl8pPr>
            <a:lvl9pPr algn="l">
              <a:defRPr sz="3060" b="1">
                <a:solidFill>
                  <a:srgbClr val="9FFF68"/>
                </a:solidFill>
                <a:latin typeface="Pretendard"/>
                <a:ea typeface="Pretendard"/>
                <a:cs typeface="Pretendard"/>
              </a:defRPr>
            </a:lvl9pPr>
          </a:lstStyle>
          <a:p xmlns:a="http://schemas.openxmlformats.org/drawingml/2006/main">
            <a:pPr algn="l">
              <a:defRPr sz="3060" b="1">
                <a:solidFill>
                  <a:srgbClr val="9FFF68"/>
                </a:solidFill>
                <a:latin typeface="Pretendard"/>
                <a:ea typeface="Pretendard"/>
                <a:cs typeface="Pretendard"/>
              </a:defRPr>
            </a:pPr>
            <a:r>
              <a:rPr sz="3060" b="1">
                <a:solidFill>
                  <a:srgbClr val="9FFF68"/>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250B10B9-88AC-4D04-9DE6-5ACD04C14CC9}"/>
              </a:ext>
            </a:extLst>
          </p:cNvPr>
          <p:cNvSpPr>
            <a:spLocks xmlns:a="http://schemas.openxmlformats.org/drawingml/2006/main" noGrp="1"/>
          </p:cNvSpPr>
          <p:nvPr/>
        </p:nvSpPr>
        <p:spPr>
          <a:xfrm xmlns:a="http://schemas.openxmlformats.org/drawingml/2006/main">
            <a:off x="3947160" y="501777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B96B46E3-811C-4DC8-99A8-CEE7A06CD3FC}"/>
              </a:ext>
            </a:extLst>
          </p:cNvPr>
          <p:cNvSpPr>
            <a:spLocks xmlns:a="http://schemas.openxmlformats.org/drawingml/2006/main" noGrp="1"/>
          </p:cNvSpPr>
          <p:nvPr/>
        </p:nvSpPr>
        <p:spPr>
          <a:xfrm xmlns:a="http://schemas.openxmlformats.org/drawingml/2006/main">
            <a:off x="3947160" y="558241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3CC89836-0CBB-4B52-B77F-89D4C8F83C06}"/>
              </a:ext>
            </a:extLst>
          </p:cNvPr>
          <p:cNvSpPr>
            <a:spLocks xmlns:a="http://schemas.openxmlformats.org/drawingml/2006/main" noGrp="1"/>
          </p:cNvSpPr>
          <p:nvPr/>
        </p:nvSpPr>
        <p:spPr>
          <a:xfrm xmlns:a="http://schemas.openxmlformats.org/drawingml/2006/main">
            <a:off x="3061335" y="635508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7A5ACA3E-1BDE-46A1-920E-C0D542DF3517}"/>
              </a:ext>
            </a:extLst>
          </p:cNvPr>
          <p:cNvSpPr>
            <a:spLocks xmlns:a="http://schemas.openxmlformats.org/drawingml/2006/main" noGrp="1"/>
          </p:cNvSpPr>
          <p:nvPr/>
        </p:nvSpPr>
        <p:spPr>
          <a:xfrm xmlns:a="http://schemas.openxmlformats.org/drawingml/2006/main">
            <a:off x="3947160" y="635508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F50E9FAE-E141-4801-96BB-C9642361604C}"/>
              </a:ext>
            </a:extLst>
          </p:cNvPr>
          <p:cNvSpPr>
            <a:spLocks xmlns:a="http://schemas.openxmlformats.org/drawingml/2006/main" noGrp="1"/>
          </p:cNvSpPr>
          <p:nvPr/>
        </p:nvSpPr>
        <p:spPr>
          <a:xfrm xmlns:a="http://schemas.openxmlformats.org/drawingml/2006/main">
            <a:off x="3947160" y="691972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5333B47B-F748-473B-AEFB-303C5D9F9376}"/>
              </a:ext>
            </a:extLst>
          </p:cNvPr>
          <p:cNvSpPr>
            <a:spLocks xmlns:a="http://schemas.openxmlformats.org/drawingml/2006/main" noGrp="1"/>
          </p:cNvSpPr>
          <p:nvPr/>
        </p:nvSpPr>
        <p:spPr>
          <a:xfrm xmlns:a="http://schemas.openxmlformats.org/drawingml/2006/main">
            <a:off x="3061335" y="769239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38DD4F7E-C0AB-4F0B-A8A2-F4C873BE9C50}"/>
              </a:ext>
            </a:extLst>
          </p:cNvPr>
          <p:cNvSpPr>
            <a:spLocks xmlns:a="http://schemas.openxmlformats.org/drawingml/2006/main" noGrp="1"/>
          </p:cNvSpPr>
          <p:nvPr/>
        </p:nvSpPr>
        <p:spPr>
          <a:xfrm xmlns:a="http://schemas.openxmlformats.org/drawingml/2006/main">
            <a:off x="3947160" y="769239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B40D042E-C20D-4A4E-BCCF-9932F1E65439}"/>
              </a:ext>
            </a:extLst>
          </p:cNvPr>
          <p:cNvSpPr>
            <a:spLocks xmlns:a="http://schemas.openxmlformats.org/drawingml/2006/main" noGrp="1"/>
          </p:cNvSpPr>
          <p:nvPr/>
        </p:nvSpPr>
        <p:spPr>
          <a:xfrm xmlns:a="http://schemas.openxmlformats.org/drawingml/2006/main">
            <a:off x="3947160" y="825703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19605720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2026-10-29T05:25:30.9240000Z</dcterms:created>
  <dcterms:modified xsi:type="dcterms:W3CDTF">2026-10-29T05:25:30.9240000Z</dcterms:modified>
</coreProperties>
</file>