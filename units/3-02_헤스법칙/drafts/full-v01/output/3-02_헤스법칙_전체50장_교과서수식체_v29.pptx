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dcd8a6bb9204a44" /><Relationship Type="http://schemas.openxmlformats.org/officeDocument/2006/relationships/extended-properties" Target="/docProps/app.xml" Id="Re21282be91614545" /><Relationship Type="http://schemas.openxmlformats.org/officeDocument/2006/relationships/officeDocument" Target="/ppt/presentation.xml" Id="R20e6009ec47a448a" /></Relationships>
</file>

<file path=ppt/presentation.xml><?xml version="1.0" encoding="utf-8"?>
<p:presentation xmlns:p="http://schemas.openxmlformats.org/presentationml/2006/main">
  <p:sldMasterIdLst>
    <p:sldMasterId xmlns:r="http://schemas.openxmlformats.org/officeDocument/2006/relationships" id="2147483648" r:id="R86934712680b4a30"/>
  </p:sldMasterIdLst>
  <p:notesMasterIdLst>
    <p:notesMasterId xmlns:r="http://schemas.openxmlformats.org/officeDocument/2006/relationships" r:id="R698307a8e6f84fe2"/>
  </p:notesMasterIdLst>
  <p:sldIdLst>
    <p:sldId xmlns:r="http://schemas.openxmlformats.org/officeDocument/2006/relationships" id="256" r:id="R94905ba5745c479f"/>
    <p:sldId xmlns:r="http://schemas.openxmlformats.org/officeDocument/2006/relationships" id="257" r:id="Re1a440c417054912"/>
    <p:sldId xmlns:r="http://schemas.openxmlformats.org/officeDocument/2006/relationships" id="258" r:id="Rc446ff0581b64068"/>
    <p:sldId xmlns:r="http://schemas.openxmlformats.org/officeDocument/2006/relationships" id="259" r:id="R94f790a1d84740a2"/>
    <p:sldId xmlns:r="http://schemas.openxmlformats.org/officeDocument/2006/relationships" id="260" r:id="R2f5ca5ca8728414e"/>
    <p:sldId xmlns:r="http://schemas.openxmlformats.org/officeDocument/2006/relationships" id="261" r:id="R98895add0dd44e69"/>
    <p:sldId xmlns:r="http://schemas.openxmlformats.org/officeDocument/2006/relationships" id="262" r:id="R1d33dafaa270476f"/>
    <p:sldId xmlns:r="http://schemas.openxmlformats.org/officeDocument/2006/relationships" id="263" r:id="Rbd72bc8ac3bc4b50"/>
    <p:sldId xmlns:r="http://schemas.openxmlformats.org/officeDocument/2006/relationships" id="264" r:id="R845dc60ef00f4414"/>
    <p:sldId xmlns:r="http://schemas.openxmlformats.org/officeDocument/2006/relationships" id="265" r:id="Rae97eefbdcd94611"/>
    <p:sldId xmlns:r="http://schemas.openxmlformats.org/officeDocument/2006/relationships" id="266" r:id="Rcdb7f0f4cd104935"/>
    <p:sldId xmlns:r="http://schemas.openxmlformats.org/officeDocument/2006/relationships" id="267" r:id="Rb72e1869cd4e4f5e"/>
    <p:sldId xmlns:r="http://schemas.openxmlformats.org/officeDocument/2006/relationships" id="268" r:id="Rd8b8ff19ff094ccd"/>
    <p:sldId xmlns:r="http://schemas.openxmlformats.org/officeDocument/2006/relationships" id="269" r:id="Re1b344482cf842b7"/>
    <p:sldId xmlns:r="http://schemas.openxmlformats.org/officeDocument/2006/relationships" id="270" r:id="R6cccdf38681042a7"/>
    <p:sldId xmlns:r="http://schemas.openxmlformats.org/officeDocument/2006/relationships" id="271" r:id="R900d2598e5a74986"/>
    <p:sldId xmlns:r="http://schemas.openxmlformats.org/officeDocument/2006/relationships" id="272" r:id="R9d19210077a34502"/>
    <p:sldId xmlns:r="http://schemas.openxmlformats.org/officeDocument/2006/relationships" id="273" r:id="Rcce2e8cb58fb4f7b"/>
    <p:sldId xmlns:r="http://schemas.openxmlformats.org/officeDocument/2006/relationships" id="274" r:id="R49060f17a2d4443e"/>
    <p:sldId xmlns:r="http://schemas.openxmlformats.org/officeDocument/2006/relationships" id="275" r:id="Rf001343001984ec2"/>
    <p:sldId xmlns:r="http://schemas.openxmlformats.org/officeDocument/2006/relationships" id="276" r:id="R728488b773fb4acf"/>
    <p:sldId xmlns:r="http://schemas.openxmlformats.org/officeDocument/2006/relationships" id="277" r:id="Rf102c0b8683a4afa"/>
    <p:sldId xmlns:r="http://schemas.openxmlformats.org/officeDocument/2006/relationships" id="278" r:id="R8933ee4843e74943"/>
    <p:sldId xmlns:r="http://schemas.openxmlformats.org/officeDocument/2006/relationships" id="279" r:id="Rcf7c7133ce944286"/>
    <p:sldId xmlns:r="http://schemas.openxmlformats.org/officeDocument/2006/relationships" id="280" r:id="R9440f1df743e4d48"/>
    <p:sldId xmlns:r="http://schemas.openxmlformats.org/officeDocument/2006/relationships" id="281" r:id="Rdf6a48dfedbb40be"/>
    <p:sldId xmlns:r="http://schemas.openxmlformats.org/officeDocument/2006/relationships" id="282" r:id="R54cef3cc33ac4a08"/>
    <p:sldId xmlns:r="http://schemas.openxmlformats.org/officeDocument/2006/relationships" id="283" r:id="Rd009e1c0a0b0423e"/>
    <p:sldId xmlns:r="http://schemas.openxmlformats.org/officeDocument/2006/relationships" id="284" r:id="R49441adf5cdc4644"/>
    <p:sldId xmlns:r="http://schemas.openxmlformats.org/officeDocument/2006/relationships" id="285" r:id="R9c9da75973454dd1"/>
    <p:sldId xmlns:r="http://schemas.openxmlformats.org/officeDocument/2006/relationships" id="286" r:id="R9cbd3138fcd8406c"/>
    <p:sldId xmlns:r="http://schemas.openxmlformats.org/officeDocument/2006/relationships" id="287" r:id="Ref5e14e537de4539"/>
    <p:sldId xmlns:r="http://schemas.openxmlformats.org/officeDocument/2006/relationships" id="288" r:id="R3b5f6bba18aa4fc0"/>
    <p:sldId xmlns:r="http://schemas.openxmlformats.org/officeDocument/2006/relationships" id="289" r:id="R432b8eb992e841b6"/>
    <p:sldId xmlns:r="http://schemas.openxmlformats.org/officeDocument/2006/relationships" id="290" r:id="R8ba16eb9a88449a5"/>
    <p:sldId xmlns:r="http://schemas.openxmlformats.org/officeDocument/2006/relationships" id="291" r:id="R0e31edc16a554b0e"/>
    <p:sldId xmlns:r="http://schemas.openxmlformats.org/officeDocument/2006/relationships" id="292" r:id="R63eb302a19b84673"/>
    <p:sldId xmlns:r="http://schemas.openxmlformats.org/officeDocument/2006/relationships" id="293" r:id="R22a0a2ebb2174549"/>
    <p:sldId xmlns:r="http://schemas.openxmlformats.org/officeDocument/2006/relationships" id="294" r:id="R6a9b8ad4229a46a2"/>
    <p:sldId xmlns:r="http://schemas.openxmlformats.org/officeDocument/2006/relationships" id="295" r:id="R4f8f7400c2264641"/>
    <p:sldId xmlns:r="http://schemas.openxmlformats.org/officeDocument/2006/relationships" id="296" r:id="R2ea88589716641c8"/>
    <p:sldId xmlns:r="http://schemas.openxmlformats.org/officeDocument/2006/relationships" id="297" r:id="Ra57409f8f04343c5"/>
    <p:sldId xmlns:r="http://schemas.openxmlformats.org/officeDocument/2006/relationships" id="298" r:id="R0cd5f09c44a44ec0"/>
    <p:sldId xmlns:r="http://schemas.openxmlformats.org/officeDocument/2006/relationships" id="299" r:id="R15e8c6f9a4f34bad"/>
    <p:sldId xmlns:r="http://schemas.openxmlformats.org/officeDocument/2006/relationships" id="300" r:id="Rd197fd767c434e4f"/>
    <p:sldId xmlns:r="http://schemas.openxmlformats.org/officeDocument/2006/relationships" id="301" r:id="R0ace74aae7044772"/>
    <p:sldId xmlns:r="http://schemas.openxmlformats.org/officeDocument/2006/relationships" id="302" r:id="R08218308255d4796"/>
    <p:sldId xmlns:r="http://schemas.openxmlformats.org/officeDocument/2006/relationships" id="303" r:id="R6691a8e14bbb4c01"/>
    <p:sldId xmlns:r="http://schemas.openxmlformats.org/officeDocument/2006/relationships" id="304" r:id="R825f1207b9eb4312"/>
    <p:sldId xmlns:r="http://schemas.openxmlformats.org/officeDocument/2006/relationships" id="305" r:id="Re31e842a84e547df"/>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624d96c8bc641eb" /><Relationship Type="http://schemas.openxmlformats.org/officeDocument/2006/relationships/slideMaster" Target="/ppt/slideMasters/slideMaster1.xml" Id="R86934712680b4a30" /><Relationship Type="http://schemas.openxmlformats.org/officeDocument/2006/relationships/notesMaster" Target="/ppt/notesMasters/notesMaster1.xml" Id="R698307a8e6f84fe2" /><Relationship Type="http://schemas.openxmlformats.org/officeDocument/2006/relationships/presProps" Target="/ppt/presProps.xml" Id="R928727297e4f45a9" /><Relationship Type="http://schemas.openxmlformats.org/officeDocument/2006/relationships/tableStyles" Target="/ppt/tableStyles.xml" Id="R83dfb742299e4035" /><Relationship Type="http://schemas.openxmlformats.org/officeDocument/2006/relationships/slide" Target="/ppt/slides/slide1.xml" Id="R94905ba5745c479f" /><Relationship Type="http://schemas.openxmlformats.org/officeDocument/2006/relationships/slide" Target="/ppt/slides/slide2.xml" Id="Re1a440c417054912" /><Relationship Type="http://schemas.openxmlformats.org/officeDocument/2006/relationships/slide" Target="/ppt/slides/slide3.xml" Id="Rc446ff0581b64068" /><Relationship Type="http://schemas.openxmlformats.org/officeDocument/2006/relationships/slide" Target="/ppt/slides/slide4.xml" Id="R94f790a1d84740a2" /><Relationship Type="http://schemas.openxmlformats.org/officeDocument/2006/relationships/slide" Target="/ppt/slides/slide5.xml" Id="R2f5ca5ca8728414e" /><Relationship Type="http://schemas.openxmlformats.org/officeDocument/2006/relationships/slide" Target="/ppt/slides/slide6.xml" Id="R98895add0dd44e69" /><Relationship Type="http://schemas.openxmlformats.org/officeDocument/2006/relationships/slide" Target="/ppt/slides/slide7.xml" Id="R1d33dafaa270476f" /><Relationship Type="http://schemas.openxmlformats.org/officeDocument/2006/relationships/slide" Target="/ppt/slides/slide8.xml" Id="Rbd72bc8ac3bc4b50" /><Relationship Type="http://schemas.openxmlformats.org/officeDocument/2006/relationships/slide" Target="/ppt/slides/slide9.xml" Id="R845dc60ef00f4414" /><Relationship Type="http://schemas.openxmlformats.org/officeDocument/2006/relationships/slide" Target="/ppt/slides/slide10.xml" Id="Rae97eefbdcd94611" /><Relationship Type="http://schemas.openxmlformats.org/officeDocument/2006/relationships/slide" Target="/ppt/slides/slide11.xml" Id="Rcdb7f0f4cd104935" /><Relationship Type="http://schemas.openxmlformats.org/officeDocument/2006/relationships/slide" Target="/ppt/slides/slide12.xml" Id="Rb72e1869cd4e4f5e" /><Relationship Type="http://schemas.openxmlformats.org/officeDocument/2006/relationships/slide" Target="/ppt/slides/slide13.xml" Id="Rd8b8ff19ff094ccd" /><Relationship Type="http://schemas.openxmlformats.org/officeDocument/2006/relationships/slide" Target="/ppt/slides/slide14.xml" Id="Re1b344482cf842b7" /><Relationship Type="http://schemas.openxmlformats.org/officeDocument/2006/relationships/slide" Target="/ppt/slides/slide15.xml" Id="R6cccdf38681042a7" /><Relationship Type="http://schemas.openxmlformats.org/officeDocument/2006/relationships/slide" Target="/ppt/slides/slide16.xml" Id="R900d2598e5a74986" /><Relationship Type="http://schemas.openxmlformats.org/officeDocument/2006/relationships/slide" Target="/ppt/slides/slide17.xml" Id="R9d19210077a34502" /><Relationship Type="http://schemas.openxmlformats.org/officeDocument/2006/relationships/slide" Target="/ppt/slides/slide18.xml" Id="Rcce2e8cb58fb4f7b" /><Relationship Type="http://schemas.openxmlformats.org/officeDocument/2006/relationships/slide" Target="/ppt/slides/slide19.xml" Id="R49060f17a2d4443e" /><Relationship Type="http://schemas.openxmlformats.org/officeDocument/2006/relationships/slide" Target="/ppt/slides/slide20.xml" Id="Rf001343001984ec2" /><Relationship Type="http://schemas.openxmlformats.org/officeDocument/2006/relationships/slide" Target="/ppt/slides/slide21.xml" Id="R728488b773fb4acf" /><Relationship Type="http://schemas.openxmlformats.org/officeDocument/2006/relationships/slide" Target="/ppt/slides/slide22.xml" Id="Rf102c0b8683a4afa" /><Relationship Type="http://schemas.openxmlformats.org/officeDocument/2006/relationships/slide" Target="/ppt/slides/slide23.xml" Id="R8933ee4843e74943" /><Relationship Type="http://schemas.openxmlformats.org/officeDocument/2006/relationships/slide" Target="/ppt/slides/slide24.xml" Id="Rcf7c7133ce944286" /><Relationship Type="http://schemas.openxmlformats.org/officeDocument/2006/relationships/slide" Target="/ppt/slides/slide25.xml" Id="R9440f1df743e4d48" /><Relationship Type="http://schemas.openxmlformats.org/officeDocument/2006/relationships/slide" Target="/ppt/slides/slide26.xml" Id="Rdf6a48dfedbb40be" /><Relationship Type="http://schemas.openxmlformats.org/officeDocument/2006/relationships/slide" Target="/ppt/slides/slide27.xml" Id="R54cef3cc33ac4a08" /><Relationship Type="http://schemas.openxmlformats.org/officeDocument/2006/relationships/slide" Target="/ppt/slides/slide28.xml" Id="Rd009e1c0a0b0423e" /><Relationship Type="http://schemas.openxmlformats.org/officeDocument/2006/relationships/slide" Target="/ppt/slides/slide29.xml" Id="R49441adf5cdc4644" /><Relationship Type="http://schemas.openxmlformats.org/officeDocument/2006/relationships/slide" Target="/ppt/slides/slide30.xml" Id="R9c9da75973454dd1" /><Relationship Type="http://schemas.openxmlformats.org/officeDocument/2006/relationships/slide" Target="/ppt/slides/slide31.xml" Id="R9cbd3138fcd8406c" /><Relationship Type="http://schemas.openxmlformats.org/officeDocument/2006/relationships/slide" Target="/ppt/slides/slide32.xml" Id="Ref5e14e537de4539" /><Relationship Type="http://schemas.openxmlformats.org/officeDocument/2006/relationships/slide" Target="/ppt/slides/slide33.xml" Id="R3b5f6bba18aa4fc0" /><Relationship Type="http://schemas.openxmlformats.org/officeDocument/2006/relationships/slide" Target="/ppt/slides/slide34.xml" Id="R432b8eb992e841b6" /><Relationship Type="http://schemas.openxmlformats.org/officeDocument/2006/relationships/slide" Target="/ppt/slides/slide35.xml" Id="R8ba16eb9a88449a5" /><Relationship Type="http://schemas.openxmlformats.org/officeDocument/2006/relationships/slide" Target="/ppt/slides/slide36.xml" Id="R0e31edc16a554b0e" /><Relationship Type="http://schemas.openxmlformats.org/officeDocument/2006/relationships/slide" Target="/ppt/slides/slide37.xml" Id="R63eb302a19b84673" /><Relationship Type="http://schemas.openxmlformats.org/officeDocument/2006/relationships/slide" Target="/ppt/slides/slide38.xml" Id="R22a0a2ebb2174549" /><Relationship Type="http://schemas.openxmlformats.org/officeDocument/2006/relationships/slide" Target="/ppt/slides/slide39.xml" Id="R6a9b8ad4229a46a2" /><Relationship Type="http://schemas.openxmlformats.org/officeDocument/2006/relationships/slide" Target="/ppt/slides/slide40.xml" Id="R4f8f7400c2264641" /><Relationship Type="http://schemas.openxmlformats.org/officeDocument/2006/relationships/slide" Target="/ppt/slides/slide41.xml" Id="R2ea88589716641c8" /><Relationship Type="http://schemas.openxmlformats.org/officeDocument/2006/relationships/slide" Target="/ppt/slides/slide42.xml" Id="Ra57409f8f04343c5" /><Relationship Type="http://schemas.openxmlformats.org/officeDocument/2006/relationships/slide" Target="/ppt/slides/slide43.xml" Id="R0cd5f09c44a44ec0" /><Relationship Type="http://schemas.openxmlformats.org/officeDocument/2006/relationships/slide" Target="/ppt/slides/slide44.xml" Id="R15e8c6f9a4f34bad" /><Relationship Type="http://schemas.openxmlformats.org/officeDocument/2006/relationships/slide" Target="/ppt/slides/slide45.xml" Id="Rd197fd767c434e4f" /><Relationship Type="http://schemas.openxmlformats.org/officeDocument/2006/relationships/slide" Target="/ppt/slides/slide46.xml" Id="R0ace74aae7044772" /><Relationship Type="http://schemas.openxmlformats.org/officeDocument/2006/relationships/slide" Target="/ppt/slides/slide47.xml" Id="R08218308255d4796" /><Relationship Type="http://schemas.openxmlformats.org/officeDocument/2006/relationships/slide" Target="/ppt/slides/slide48.xml" Id="R6691a8e14bbb4c01" /><Relationship Type="http://schemas.openxmlformats.org/officeDocument/2006/relationships/slide" Target="/ppt/slides/slide49.xml" Id="R825f1207b9eb4312" /><Relationship Type="http://schemas.openxmlformats.org/officeDocument/2006/relationships/slide" Target="/ppt/slides/slide50.xml" Id="Re31e842a84e547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3c73756aa0466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9d7646d1d774e2b" /><Relationship Type="http://schemas.openxmlformats.org/officeDocument/2006/relationships/notesMaster" Target="/ppt/notesMasters/notesMaster1.xml" Id="R45c417d766474b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3b026d07d424361" /><Relationship Type="http://schemas.openxmlformats.org/officeDocument/2006/relationships/notesMaster" Target="/ppt/notesMasters/notesMaster1.xml" Id="Rcd2550f91b434f25" /></Relationships>
</file>

<file path=ppt/notesSlides/_rels/notesSlide3.xml.rels>&#65279;<?xml version="1.0" encoding="utf-8"?><Relationships xmlns="http://schemas.openxmlformats.org/package/2006/relationships"><Relationship Type="http://schemas.openxmlformats.org/officeDocument/2006/relationships/slide" Target="/ppt/slides/slide3.xml" Id="R7993c98cea3c4eec" /><Relationship Type="http://schemas.openxmlformats.org/officeDocument/2006/relationships/notesMaster" Target="/ppt/notesMasters/notesMaster1.xml" Id="Rd4aa425efe5b43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c7d8f027234a62" /><Relationship Type="http://schemas.openxmlformats.org/officeDocument/2006/relationships/notesMaster" Target="/ppt/notesMasters/notesMaster1.xml" Id="R0c480421450f43c3" /></Relationships>
</file>

<file path=ppt/notesSlides/_rels/notesSlide5.xml.rels>&#65279;<?xml version="1.0" encoding="utf-8"?><Relationships xmlns="http://schemas.openxmlformats.org/package/2006/relationships"><Relationship Type="http://schemas.openxmlformats.org/officeDocument/2006/relationships/slide" Target="/ppt/slides/slide5.xml" Id="R7ddc1c8e4b054f06" /><Relationship Type="http://schemas.openxmlformats.org/officeDocument/2006/relationships/notesMaster" Target="/ppt/notesMasters/notesMaster1.xml" Id="Rc2ecadfbdd7448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23d503b6e9044b62" /><Relationship Type="http://schemas.openxmlformats.org/officeDocument/2006/relationships/notesMaster" Target="/ppt/notesMasters/notesMaster1.xml" Id="Ra6206402613f4618" /></Relationships>
</file>

<file path=ppt/notesSlides/_rels/notesSlide7.xml.rels>&#65279;<?xml version="1.0" encoding="utf-8"?><Relationships xmlns="http://schemas.openxmlformats.org/package/2006/relationships"><Relationship Type="http://schemas.openxmlformats.org/officeDocument/2006/relationships/slide" Target="/ppt/slides/slide7.xml" Id="R189071abcc5e4228" /><Relationship Type="http://schemas.openxmlformats.org/officeDocument/2006/relationships/notesMaster" Target="/ppt/notesMasters/notesMaster1.xml" Id="Re003eee880574df7" /></Relationships>
</file>

<file path=ppt/notesSlides/_rels/notesSlide8.xml.rels>&#65279;<?xml version="1.0" encoding="utf-8"?><Relationships xmlns="http://schemas.openxmlformats.org/package/2006/relationships"><Relationship Type="http://schemas.openxmlformats.org/officeDocument/2006/relationships/slide" Target="/ppt/slides/slide8.xml" Id="R900c6f67608242a7" /><Relationship Type="http://schemas.openxmlformats.org/officeDocument/2006/relationships/notesMaster" Target="/ppt/notesMasters/notesMaster1.xml" Id="R513615d49206430a" /></Relationships>
</file>

<file path=ppt/notesSlides/_rels/notesSlide9.xml.rels>&#65279;<?xml version="1.0" encoding="utf-8"?><Relationships xmlns="http://schemas.openxmlformats.org/package/2006/relationships"><Relationship Type="http://schemas.openxmlformats.org/officeDocument/2006/relationships/slide" Target="/ppt/slides/slide9.xml" Id="R79494318d1d9428a" /><Relationship Type="http://schemas.openxmlformats.org/officeDocument/2006/relationships/notesMaster" Target="/ppt/notesMasters/notesMaster1.xml" Id="Rd7ba48b0d7ac428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8b4985bd31841e8" /><Relationship Type="http://schemas.openxmlformats.org/officeDocument/2006/relationships/notesMaster" Target="/ppt/notesMasters/notesMaster1.xml" Id="Rd6003dceb0b9499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e5a66ef361948f2" /><Relationship Type="http://schemas.openxmlformats.org/officeDocument/2006/relationships/notesMaster" Target="/ppt/notesMasters/notesMaster1.xml" Id="R92ece837619f4a1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961934589894d58" /><Relationship Type="http://schemas.openxmlformats.org/officeDocument/2006/relationships/notesMaster" Target="/ppt/notesMasters/notesMaster1.xml" Id="R09a0c2b6f4fa480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3b1ed24bb8f4336" /><Relationship Type="http://schemas.openxmlformats.org/officeDocument/2006/relationships/notesMaster" Target="/ppt/notesMasters/notesMaster1.xml" Id="R4f7a926ca45c49a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4b3f305d60647e2" /><Relationship Type="http://schemas.openxmlformats.org/officeDocument/2006/relationships/notesMaster" Target="/ppt/notesMasters/notesMaster1.xml" Id="R5b24e2831137407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983657744854f83" /><Relationship Type="http://schemas.openxmlformats.org/officeDocument/2006/relationships/notesMaster" Target="/ppt/notesMasters/notesMaster1.xml" Id="R3677e6f83258452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2a603d667b54bee" /><Relationship Type="http://schemas.openxmlformats.org/officeDocument/2006/relationships/notesMaster" Target="/ppt/notesMasters/notesMaster1.xml" Id="R38faf2d37d8741e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375659285f1482b" /><Relationship Type="http://schemas.openxmlformats.org/officeDocument/2006/relationships/notesMaster" Target="/ppt/notesMasters/notesMaster1.xml" Id="R14cc83e96eaf4cb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dfa0e589a4e41fd" /><Relationship Type="http://schemas.openxmlformats.org/officeDocument/2006/relationships/notesMaster" Target="/ppt/notesMasters/notesMaster1.xml" Id="R6d4dff53a3464e4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afd9479e47d4ae4" /><Relationship Type="http://schemas.openxmlformats.org/officeDocument/2006/relationships/notesMaster" Target="/ppt/notesMasters/notesMaster1.xml" Id="R37ac06edbeac4de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2b3927f650e442a" /><Relationship Type="http://schemas.openxmlformats.org/officeDocument/2006/relationships/notesMaster" Target="/ppt/notesMasters/notesMaster1.xml" Id="Rc27f1d02a48343d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7099a69bfe54142" /><Relationship Type="http://schemas.openxmlformats.org/officeDocument/2006/relationships/notesMaster" Target="/ppt/notesMasters/notesMaster1.xml" Id="R4a562354f32d4dc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e7014bf49714e3a" /><Relationship Type="http://schemas.openxmlformats.org/officeDocument/2006/relationships/notesMaster" Target="/ppt/notesMasters/notesMaster1.xml" Id="R6122a31a153245a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97d48d711624d44" /><Relationship Type="http://schemas.openxmlformats.org/officeDocument/2006/relationships/notesMaster" Target="/ppt/notesMasters/notesMaster1.xml" Id="R64935b879ab44b0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bb11a92310e49bf" /><Relationship Type="http://schemas.openxmlformats.org/officeDocument/2006/relationships/notesMaster" Target="/ppt/notesMasters/notesMaster1.xml" Id="R6981ec8c263240a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5e351ffdf8f4431" /><Relationship Type="http://schemas.openxmlformats.org/officeDocument/2006/relationships/notesMaster" Target="/ppt/notesMasters/notesMaster1.xml" Id="Ra25ac95c6ea44be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9848ffc929f4d4f" /><Relationship Type="http://schemas.openxmlformats.org/officeDocument/2006/relationships/notesMaster" Target="/ppt/notesMasters/notesMaster1.xml" Id="R8468213602b340f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4be5c44649f4f20" /><Relationship Type="http://schemas.openxmlformats.org/officeDocument/2006/relationships/notesMaster" Target="/ppt/notesMasters/notesMaster1.xml" Id="R9b079aa5ca9443c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e6b3d5b018c4409" /><Relationship Type="http://schemas.openxmlformats.org/officeDocument/2006/relationships/notesMaster" Target="/ppt/notesMasters/notesMaster1.xml" Id="Rfe6a5091a3f346e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687a628ebcb45ab" /><Relationship Type="http://schemas.openxmlformats.org/officeDocument/2006/relationships/notesMaster" Target="/ppt/notesMasters/notesMaster1.xml" Id="R3b401e4b8b2f46a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ff3370791194f39" /><Relationship Type="http://schemas.openxmlformats.org/officeDocument/2006/relationships/notesMaster" Target="/ppt/notesMasters/notesMaster1.xml" Id="R417cf1213c54466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3b576bfd2144148" /><Relationship Type="http://schemas.openxmlformats.org/officeDocument/2006/relationships/notesMaster" Target="/ppt/notesMasters/notesMaster1.xml" Id="Rfa52e1f9bd54458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0677697cc7b4566" /><Relationship Type="http://schemas.openxmlformats.org/officeDocument/2006/relationships/notesMaster" Target="/ppt/notesMasters/notesMaster1.xml" Id="Rcdbc6a5f348042c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ec34ea97017469e" /><Relationship Type="http://schemas.openxmlformats.org/officeDocument/2006/relationships/notesMaster" Target="/ppt/notesMasters/notesMaster1.xml" Id="R0e4341c65d214fb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d6d33ae025641fc" /><Relationship Type="http://schemas.openxmlformats.org/officeDocument/2006/relationships/notesMaster" Target="/ppt/notesMasters/notesMaster1.xml" Id="R8449d2908387495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ec9085817f64bed" /><Relationship Type="http://schemas.openxmlformats.org/officeDocument/2006/relationships/notesMaster" Target="/ppt/notesMasters/notesMaster1.xml" Id="R9cb8ce2eca2848e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cf55fa979a3420d" /><Relationship Type="http://schemas.openxmlformats.org/officeDocument/2006/relationships/notesMaster" Target="/ppt/notesMasters/notesMaster1.xml" Id="R0d4a71217e53400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b08a7a2515f46b5" /><Relationship Type="http://schemas.openxmlformats.org/officeDocument/2006/relationships/notesMaster" Target="/ppt/notesMasters/notesMaster1.xml" Id="R39fcee4cc3e84b3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411d72acefd4d97" /><Relationship Type="http://schemas.openxmlformats.org/officeDocument/2006/relationships/notesMaster" Target="/ppt/notesMasters/notesMaster1.xml" Id="R23288637f21548c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639a283e420420c" /><Relationship Type="http://schemas.openxmlformats.org/officeDocument/2006/relationships/notesMaster" Target="/ppt/notesMasters/notesMaster1.xml" Id="Ra45082a1627c49e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fb866459ac448b9" /><Relationship Type="http://schemas.openxmlformats.org/officeDocument/2006/relationships/notesMaster" Target="/ppt/notesMasters/notesMaster1.xml" Id="R60aba5505a704f9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a2bdfa310e24b8b" /><Relationship Type="http://schemas.openxmlformats.org/officeDocument/2006/relationships/notesMaster" Target="/ppt/notesMasters/notesMaster1.xml" Id="R47258a1f65e8460b"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edb56a57b94418a" /><Relationship Type="http://schemas.openxmlformats.org/officeDocument/2006/relationships/notesMaster" Target="/ppt/notesMasters/notesMaster1.xml" Id="R5351a08fcd3a464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37d918828ec4461" /><Relationship Type="http://schemas.openxmlformats.org/officeDocument/2006/relationships/notesMaster" Target="/ppt/notesMasters/notesMaster1.xml" Id="R87c2e3a65e974cc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362fbd893db48c6" /><Relationship Type="http://schemas.openxmlformats.org/officeDocument/2006/relationships/notesMaster" Target="/ppt/notesMasters/notesMaster1.xml" Id="Rcecc425a306d49bd"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3a6b0d23f404c21" /><Relationship Type="http://schemas.openxmlformats.org/officeDocument/2006/relationships/notesMaster" Target="/ppt/notesMasters/notesMaster1.xml" Id="Ra2f16e29140c4f9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c980756974874a9c" /><Relationship Type="http://schemas.openxmlformats.org/officeDocument/2006/relationships/notesMaster" Target="/ppt/notesMasters/notesMaster1.xml" Id="R557274f4930945ad"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24aaa71b67e4110" /><Relationship Type="http://schemas.openxmlformats.org/officeDocument/2006/relationships/notesMaster" Target="/ppt/notesMasters/notesMaster1.xml" Id="Rff8aa5fdd65f4d8a"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0983fc4b4ddb4345" /><Relationship Type="http://schemas.openxmlformats.org/officeDocument/2006/relationships/notesMaster" Target="/ppt/notesMasters/notesMaster1.xml" Id="R652bb24fdf604b70"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a09f55d99ae46ed" /><Relationship Type="http://schemas.openxmlformats.org/officeDocument/2006/relationships/notesMaster" Target="/ppt/notesMasters/notesMaster1.xml" Id="Rf0bca5f3a2a24fc6"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affe3c5bc882423c" /><Relationship Type="http://schemas.openxmlformats.org/officeDocument/2006/relationships/notesMaster" Target="/ppt/notesMasters/notesMaster1.xml" Id="Rad74a924a06747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1/50.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2/50.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3/50.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4/50.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5/50.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6/50.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7/50.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8/50.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9/50.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10/50.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11/50.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12/50.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13/50.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14/50.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15/50.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16/50.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17/50.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18/50.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19/50.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20/50.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21/50.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22/50.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23/50.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24/50.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25/50.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26/50. 아래첨자 f와 윗첨자 °의 뜻</a:t>
            </a:r>
          </a:p>
          <a:p xmlns:a="http://schemas.openxmlformats.org/drawingml/2006/main">
            <a:r>
              <a:t>발화·지도: 완자121쪽 정의·파란 주석. f는formation의약자로생성을뜻한다. 위첨자°는표준상태이며0°C라는뜻이아니다. H만수학기호로기울인다. 원문과같이f를아래첨자,°를윗첨자로시각적으로배치했다.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27/50. 표준 상태는 비교를 위한 기준</a:t>
            </a:r>
          </a:p>
          <a:p xmlns:a="http://schemas.openxmlformats.org/drawingml/2006/main">
            <a:r>
              <a:t>발화·지도: 완자121쪽오른쪽표준상태설명에맞춘학교수업용기준. 열역학표준상태는규약상기준으로기체는이상거동등의정의가따르지만이번기본수업에서는확장하지않는다. 현대IUPAC표준압력1bar와교재의1기압을동일시하지않고이장표의조건은완자기준임을명시한다. IUPAC https://goldbook.iupac.org/terms/view/S05925</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28/50. 표준 상태가 곧 25°C인 것은 아니다</a:t>
            </a:r>
          </a:p>
          <a:p xmlns:a="http://schemas.openxmlformats.org/drawingml/2006/main">
            <a:r>
              <a:t>발화·지도: 완자121쪽오른쪽:표준상태정의에온도는포함되지않으며25°C자료를많이사용한다고설명한다. 따라서0°C기체조건이나온도자체를표준상태와혼동하지않게한다. 본예제값은교재25°C·1기압조건을따른다. 표준기호는온도를정의하지않음:IUPAC https://goldbook.iupac.org/terms/view/S05927</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29/50.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30/50. 기준 원소의 생성 엔탈피는 왜 0일까?</a:t>
            </a:r>
          </a:p>
          <a:p xmlns:a="http://schemas.openxmlformats.org/drawingml/2006/main">
            <a:r>
              <a:t>발화·지도: 완자121쪽B1(2)와오른쪽원소물질의생성엔탈피. 기준원소의표준생성엔탈피0은기준점이며물질절대엔탈피H=0이라는주장이아니다. 주어진온도·압력에서안정한원소형태:IUPAC https://goldbook.iupac.org/terms/view/R05233</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31/50. 같은 탄소라도 기준값은 다르다</a:t>
            </a:r>
          </a:p>
          <a:p xmlns:a="http://schemas.openxmlformats.org/drawingml/2006/main">
            <a:r>
              <a:t>발화·지도: 수치·설명:완자121쪽. 그림:천재교육물질과에너지39쪽그림I-30의흑연·다이아몬드사진및구조모형. 같은탄소지만결합구조가다르며표준생성엔탈피도다르다.25°C교재조건에서흑연0,다이아몬드+1.88kJ/mol. 앞Part2의완자127쪽반올림자료+1.9kJ와구분한다. 구조원본은assets/formation-v24/provenance.json참조.</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32/50.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33/50.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34/50.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35/50. 표의 값에 반응 계수를 곱한다</a:t>
            </a:r>
          </a:p>
          <a:p xmlns:a="http://schemas.openxmlformats.org/drawingml/2006/main">
            <a:r>
              <a:t>발화·지도: 완자121쪽B2관계식과메테인예제. 표준생성엔탈피의합은각반응계수를곱한뒤의합이다. 원소의값0이라도물질·상태·계수를먼저확인한다. 식에적힌반응진행량에대응하는반응엔탈피를구하며이수업은열화학반응식의kJ표기와물질당kJ/mol을구분한다.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36/50.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37/50. 세 물질의 표준 생성 엔탈피</a:t>
            </a:r>
          </a:p>
          <a:p xmlns:a="http://schemas.openxmlformats.org/drawingml/2006/main">
            <a:r>
              <a:t>발화·지도: 사용자 최신 요청으로 교재 원본 크롭을 제거하고 built-in image_gen으로 새 수식 이미지를 생성했다. 사실·수치 근거 완자121쪽. ①: C+2H2→CH4 ΔH1=-74.8kJ, ②: C+O2→CO2 ΔH2=-393.5kJ, ③: H2+1/2O2→H2O(l) ΔH3=-285.8kJ. 생성 프롬프트 assets/formation-v29/prompts.json.</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38/50. 생성 엔탈피 계산과 헤스 법칙</a:t>
            </a:r>
          </a:p>
          <a:p xmlns:a="http://schemas.openxmlformats.org/drawingml/2006/main">
            <a:r>
              <a:t>발화·지도: 사용자 최신 요청으로 완자 원본 소거 패널을 제거하고 image_gen으로 새 이미지 생성. (ΔH2+2ΔH3)−ΔH1=-890.3kJ. 같은 반응은 ②+2×③−①로 구한다. ①을 역반응으로 사용하면 C(흑연)와2H2가 소거되며 CH4+2O2→CO2+2H2O(l). 교재 이미지 복제 대신 별도 구성. 사용 허가에 대한 법적 판정은 하지 않았다.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39/50.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40/50.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41/50.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42/50.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43/50.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44/50.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45/50.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46/50.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47/50.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48/50.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49/50.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50/50.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66567672614b1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c1b96afe31f44c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aaa7286696845b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a1f232ef44b4db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fe6d1e3ca8142f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3fad32ab6a042a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0064947-5E9C-4C13-A20C-C89BF7A37541}"/>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FEE49DB-E7D4-4599-BE26-39502C4531CF}"/>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0895C47-F2BC-44D7-8373-72003BF5FF0A}"/>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6B62557-A328-45D6-B80B-2CC88EAF1F1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66FCF9B-0BFA-40CD-A3F7-F2AF5273EAE2}"/>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320B5EE-8615-4CA0-984E-B6FE2F528054}"/>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1646EF3-A310-4DE2-98EE-D72E8C61CA70}"/>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3AAFAB8-F737-42C6-B7EB-5DE2DA45C94E}"/>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F6CBBBF-4FE7-48E3-8680-2938C8C5A46A}"/>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3799F90-0165-4B5B-BB7C-66BA23033067}"/>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e8b3e780f34636" /><Relationship Type="http://schemas.openxmlformats.org/officeDocument/2006/relationships/slideLayout" Target="/ppt/slideLayouts/slideLayout1.xml" Id="R7520f2d3aece4389" /><Relationship Type="http://schemas.openxmlformats.org/officeDocument/2006/relationships/slideLayout" Target="/ppt/slideLayouts/slideLayout2.xml" Id="R5054a7d6b3b6485d" /><Relationship Type="http://schemas.openxmlformats.org/officeDocument/2006/relationships/slideLayout" Target="/ppt/slideLayouts/slideLayout3.xml" Id="Reaa1c53606cf4219" /><Relationship Type="http://schemas.openxmlformats.org/officeDocument/2006/relationships/slideLayout" Target="/ppt/slideLayouts/slideLayout4.xml" Id="R05552f1a5b1e461b" /><Relationship Type="http://schemas.openxmlformats.org/officeDocument/2006/relationships/slideLayout" Target="/ppt/slideLayouts/slideLayout5.xml" Id="Rabe554ce4d784186" /><Relationship Type="http://schemas.openxmlformats.org/officeDocument/2006/relationships/slideLayout" Target="/ppt/slideLayouts/slideLayout6.xml" Id="R44454cef429142e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20f2d3aece4389"/>
    <p:sldLayoutId xmlns:r="http://schemas.openxmlformats.org/officeDocument/2006/relationships" id="2147483650" r:id="R5054a7d6b3b6485d"/>
    <p:sldLayoutId xmlns:r="http://schemas.openxmlformats.org/officeDocument/2006/relationships" id="2147483651" r:id="Reaa1c53606cf4219"/>
    <p:sldLayoutId xmlns:r="http://schemas.openxmlformats.org/officeDocument/2006/relationships" id="2147483652" r:id="R05552f1a5b1e461b"/>
    <p:sldLayoutId xmlns:r="http://schemas.openxmlformats.org/officeDocument/2006/relationships" id="2147483653" r:id="Rabe554ce4d784186"/>
    <p:sldLayoutId xmlns:r="http://schemas.openxmlformats.org/officeDocument/2006/relationships" id="2147483654" r:id="R44454cef429142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6dbd8b923b84cae" /><Relationship Type="http://schemas.openxmlformats.org/officeDocument/2006/relationships/image" Target="/ppt/media/image.png" Id="Rc9f04c7ee78f4259" /><Relationship Type="http://schemas.openxmlformats.org/officeDocument/2006/relationships/image" Target="/ppt/media/image2.png" Id="R2d2c9d0bd90b49f0" /><Relationship Type="http://schemas.openxmlformats.org/officeDocument/2006/relationships/image" Target="/ppt/media/image3.png" Id="Rc89c7119f9964478" /><Relationship Type="http://schemas.openxmlformats.org/officeDocument/2006/relationships/notesSlide" Target="/ppt/notesSlides/notesSlide1.xml" Id="R620448350c8a44a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44bd698c8854730" /><Relationship Type="http://schemas.openxmlformats.org/officeDocument/2006/relationships/image" Target="/ppt/media/image4.png" Id="Re384592cdb854bea" /><Relationship Type="http://schemas.openxmlformats.org/officeDocument/2006/relationships/image" Target="/ppt/media/image5.png" Id="R86df81b4b03746a3" /><Relationship Type="http://schemas.openxmlformats.org/officeDocument/2006/relationships/notesSlide" Target="/ppt/notesSlides/notesSlide2.xml" Id="R3fefd0287fa44ff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4e903da88174e30" /><Relationship Type="http://schemas.openxmlformats.org/officeDocument/2006/relationships/image" Target="/ppt/media/image6.png" Id="R8b72f0778f3144e4" /><Relationship Type="http://schemas.openxmlformats.org/officeDocument/2006/relationships/notesSlide" Target="/ppt/notesSlides/notesSlide3.xml" Id="R94fc7e0b8e91465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c5f0761af4e49dd" /><Relationship Type="http://schemas.openxmlformats.org/officeDocument/2006/relationships/image" Target="/ppt/media/image7.png" Id="R47dbb3aa01194e70" /><Relationship Type="http://schemas.openxmlformats.org/officeDocument/2006/relationships/image" Target="/ppt/media/image8.png" Id="R067ae90aa7e24961" /><Relationship Type="http://schemas.openxmlformats.org/officeDocument/2006/relationships/notesSlide" Target="/ppt/notesSlides/notesSlide4.xml" Id="Rb4f46e1d11af45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cb47dcdd60d4ba1" /><Relationship Type="http://schemas.openxmlformats.org/officeDocument/2006/relationships/image" Target="/ppt/media/image9.png" Id="R9806448156864fa2" /><Relationship Type="http://schemas.openxmlformats.org/officeDocument/2006/relationships/image" Target="/ppt/media/image10.png" Id="R6f72a31ac9124ae0" /><Relationship Type="http://schemas.openxmlformats.org/officeDocument/2006/relationships/notesSlide" Target="/ppt/notesSlides/notesSlide5.xml" Id="Rf7270cc370e4477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ccce05bda0642e2" /><Relationship Type="http://schemas.openxmlformats.org/officeDocument/2006/relationships/image" Target="/ppt/media/image11.png" Id="R07062f02ef134d21" /><Relationship Type="http://schemas.openxmlformats.org/officeDocument/2006/relationships/notesSlide" Target="/ppt/notesSlides/notesSlide6.xml" Id="Rd6a2e028203542a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35f5f81f9eb4f93" /><Relationship Type="http://schemas.openxmlformats.org/officeDocument/2006/relationships/image" Target="/ppt/media/image12.png" Id="Rb652112ade014ebe" /><Relationship Type="http://schemas.openxmlformats.org/officeDocument/2006/relationships/image" Target="/ppt/media/image13.png" Id="R27a7100653784e0d" /><Relationship Type="http://schemas.openxmlformats.org/officeDocument/2006/relationships/image" Target="/ppt/media/image14.png" Id="R248f7cc91edf40e3" /><Relationship Type="http://schemas.openxmlformats.org/officeDocument/2006/relationships/image" Target="/ppt/media/image15.png" Id="R89358c670bea4bd5" /><Relationship Type="http://schemas.openxmlformats.org/officeDocument/2006/relationships/notesSlide" Target="/ppt/notesSlides/notesSlide7.xml" Id="R752264ebce714ca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675859fcdcb4d85" /><Relationship Type="http://schemas.openxmlformats.org/officeDocument/2006/relationships/image" Target="/ppt/media/image16.png" Id="Ra6d63d982b064d97" /><Relationship Type="http://schemas.openxmlformats.org/officeDocument/2006/relationships/image" Target="/ppt/media/image17.png" Id="Rd17ca3940787450b" /><Relationship Type="http://schemas.openxmlformats.org/officeDocument/2006/relationships/notesSlide" Target="/ppt/notesSlides/notesSlide8.xml" Id="R2598b9b42d674a5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831e20a9c6e4cb0" /><Relationship Type="http://schemas.openxmlformats.org/officeDocument/2006/relationships/image" Target="/ppt/media/image18.png" Id="R88a86be3beaa4b47" /><Relationship Type="http://schemas.openxmlformats.org/officeDocument/2006/relationships/image" Target="/ppt/media/image19.png" Id="R52e7c933b6a6419d" /><Relationship Type="http://schemas.openxmlformats.org/officeDocument/2006/relationships/image" Target="/ppt/media/image20.png" Id="R29a95f569c424563" /><Relationship Type="http://schemas.openxmlformats.org/officeDocument/2006/relationships/image" Target="/ppt/media/image21.png" Id="R55c8ed3dfd8b4025" /><Relationship Type="http://schemas.openxmlformats.org/officeDocument/2006/relationships/notesSlide" Target="/ppt/notesSlides/notesSlide9.xml" Id="R6ad37a737ee445a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2f224c67af14f6c" /><Relationship Type="http://schemas.openxmlformats.org/officeDocument/2006/relationships/image" Target="/ppt/media/image22.png" Id="Rddf0a83f0e134789" /><Relationship Type="http://schemas.openxmlformats.org/officeDocument/2006/relationships/image" Target="/ppt/media/image23.png" Id="R95c81fc7d233419f" /><Relationship Type="http://schemas.openxmlformats.org/officeDocument/2006/relationships/image" Target="/ppt/media/image24.png" Id="R4ff5e6310d52455d" /><Relationship Type="http://schemas.openxmlformats.org/officeDocument/2006/relationships/notesSlide" Target="/ppt/notesSlides/notesSlide10.xml" Id="Rab4916aae7e4481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5df344d6b6c4c35" /><Relationship Type="http://schemas.openxmlformats.org/officeDocument/2006/relationships/image" Target="/ppt/media/image25.png" Id="Rda464a2d909b48f4" /><Relationship Type="http://schemas.openxmlformats.org/officeDocument/2006/relationships/image" Target="/ppt/media/image26.png" Id="Reff47fd7f5fa4ce5" /><Relationship Type="http://schemas.openxmlformats.org/officeDocument/2006/relationships/image" Target="/ppt/media/image27.png" Id="R44135a210a2c44f1" /><Relationship Type="http://schemas.openxmlformats.org/officeDocument/2006/relationships/notesSlide" Target="/ppt/notesSlides/notesSlide11.xml" Id="R084ec555cce1471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3e39e522ffc4ec3" /><Relationship Type="http://schemas.openxmlformats.org/officeDocument/2006/relationships/image" Target="/ppt/media/image28.png" Id="Ra8f094bc031e4593" /><Relationship Type="http://schemas.openxmlformats.org/officeDocument/2006/relationships/notesSlide" Target="/ppt/notesSlides/notesSlide12.xml" Id="Ra6417686a543446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3a88e7d0b4a43f9" /><Relationship Type="http://schemas.openxmlformats.org/officeDocument/2006/relationships/image" Target="/ppt/media/image29.png" Id="R621482067b634b61" /><Relationship Type="http://schemas.openxmlformats.org/officeDocument/2006/relationships/image" Target="/ppt/media/image30.png" Id="R9bcb1e5859624d64" /><Relationship Type="http://schemas.openxmlformats.org/officeDocument/2006/relationships/notesSlide" Target="/ppt/notesSlides/notesSlide13.xml" Id="Re963273e28704c8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343adb8b81b461e" /><Relationship Type="http://schemas.openxmlformats.org/officeDocument/2006/relationships/image" Target="/ppt/media/image31.png" Id="R39e0af1b3a944e8f" /><Relationship Type="http://schemas.openxmlformats.org/officeDocument/2006/relationships/image" Target="/ppt/media/image32.png" Id="R4c533022670a42e2" /><Relationship Type="http://schemas.openxmlformats.org/officeDocument/2006/relationships/notesSlide" Target="/ppt/notesSlides/notesSlide14.xml" Id="R28363a50cb4643b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02d45fcb4ae4f37" /><Relationship Type="http://schemas.openxmlformats.org/officeDocument/2006/relationships/image" Target="/ppt/media/image33.png" Id="R9d70128c1ac945c9" /><Relationship Type="http://schemas.openxmlformats.org/officeDocument/2006/relationships/image" Target="/ppt/media/image34.png" Id="Rc563c3c9610a4507" /><Relationship Type="http://schemas.openxmlformats.org/officeDocument/2006/relationships/image" Target="/ppt/media/image35.png" Id="R2d70e87343994b8f" /><Relationship Type="http://schemas.openxmlformats.org/officeDocument/2006/relationships/image" Target="/ppt/media/image36.png" Id="R925b5d14779f46d8" /><Relationship Type="http://schemas.openxmlformats.org/officeDocument/2006/relationships/notesSlide" Target="/ppt/notesSlides/notesSlide15.xml" Id="R8fc9514c22644ed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51ffe685e80474e" /><Relationship Type="http://schemas.openxmlformats.org/officeDocument/2006/relationships/image" Target="/ppt/media/image37.png" Id="Re867b87f31e6432e" /><Relationship Type="http://schemas.openxmlformats.org/officeDocument/2006/relationships/image" Target="/ppt/media/image38.png" Id="Rd01526323b124bd1" /><Relationship Type="http://schemas.openxmlformats.org/officeDocument/2006/relationships/notesSlide" Target="/ppt/notesSlides/notesSlide16.xml" Id="R5de3f1b0e563400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f599e8ca2c64755" /><Relationship Type="http://schemas.openxmlformats.org/officeDocument/2006/relationships/image" Target="/ppt/media/image39.png" Id="R808daafe9ffd44e5" /><Relationship Type="http://schemas.openxmlformats.org/officeDocument/2006/relationships/image" Target="/ppt/media/image40.png" Id="R93c1c5910e774d77" /><Relationship Type="http://schemas.openxmlformats.org/officeDocument/2006/relationships/image" Target="/ppt/media/image41.png" Id="Rcf64f8a7284347c0" /><Relationship Type="http://schemas.openxmlformats.org/officeDocument/2006/relationships/notesSlide" Target="/ppt/notesSlides/notesSlide17.xml" Id="R0df086ad7fa145c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710a665abf84070" /><Relationship Type="http://schemas.openxmlformats.org/officeDocument/2006/relationships/image" Target="/ppt/media/image42.png" Id="Redd720db347c4298" /><Relationship Type="http://schemas.openxmlformats.org/officeDocument/2006/relationships/image" Target="/ppt/media/image43.png" Id="Re00871268700405a" /><Relationship Type="http://schemas.openxmlformats.org/officeDocument/2006/relationships/image" Target="/ppt/media/image44.png" Id="R603a80bbe4554b29" /><Relationship Type="http://schemas.openxmlformats.org/officeDocument/2006/relationships/notesSlide" Target="/ppt/notesSlides/notesSlide18.xml" Id="R87e543ed8826447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981f0b918e44f22" /><Relationship Type="http://schemas.openxmlformats.org/officeDocument/2006/relationships/image" Target="/ppt/media/image45.png" Id="R2763043f1e2545c9" /><Relationship Type="http://schemas.openxmlformats.org/officeDocument/2006/relationships/image" Target="/ppt/media/image46.png" Id="R63bb8e528bd94995" /><Relationship Type="http://schemas.openxmlformats.org/officeDocument/2006/relationships/image" Target="/ppt/media/image47.png" Id="Rda257c96945d41c3" /><Relationship Type="http://schemas.openxmlformats.org/officeDocument/2006/relationships/notesSlide" Target="/ppt/notesSlides/notesSlide19.xml" Id="R4af1da7098094d9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98d3cd9e9a94985" /><Relationship Type="http://schemas.openxmlformats.org/officeDocument/2006/relationships/image" Target="/ppt/media/image48.png" Id="Re7795ce89f044f02" /><Relationship Type="http://schemas.openxmlformats.org/officeDocument/2006/relationships/notesSlide" Target="/ppt/notesSlides/notesSlide20.xml" Id="Rf3e160db6423480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a094a737c25440f" /><Relationship Type="http://schemas.openxmlformats.org/officeDocument/2006/relationships/image" Target="/ppt/media/image49.png" Id="Rf5055be95bb54b55" /><Relationship Type="http://schemas.openxmlformats.org/officeDocument/2006/relationships/image" Target="/ppt/media/image50.png" Id="R7634c872a59a45c6" /><Relationship Type="http://schemas.openxmlformats.org/officeDocument/2006/relationships/image" Target="/ppt/media/image51.png" Id="R8d98c9f373be4667" /><Relationship Type="http://schemas.openxmlformats.org/officeDocument/2006/relationships/notesSlide" Target="/ppt/notesSlides/notesSlide21.xml" Id="R9faca709cdcd4dc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046ea20301548dc" /><Relationship Type="http://schemas.openxmlformats.org/officeDocument/2006/relationships/image" Target="/ppt/media/image52.png" Id="R54ca6e11a35f4c35" /><Relationship Type="http://schemas.openxmlformats.org/officeDocument/2006/relationships/image" Target="/ppt/media/image53.png" Id="R8a694d122add4a76" /><Relationship Type="http://schemas.openxmlformats.org/officeDocument/2006/relationships/image" Target="/ppt/media/image54.png" Id="Rd338c037f1e24809" /><Relationship Type="http://schemas.openxmlformats.org/officeDocument/2006/relationships/notesSlide" Target="/ppt/notesSlides/notesSlide22.xml" Id="R6569be7fb68f4d1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42f0298a9b24550" /><Relationship Type="http://schemas.openxmlformats.org/officeDocument/2006/relationships/image" Target="/ppt/media/image55.png" Id="Ra96535fcd4b44d23" /><Relationship Type="http://schemas.openxmlformats.org/officeDocument/2006/relationships/image" Target="/ppt/media/image56.png" Id="Ree20c2f1e2bc4283" /><Relationship Type="http://schemas.openxmlformats.org/officeDocument/2006/relationships/notesSlide" Target="/ppt/notesSlides/notesSlide23.xml" Id="R0b05ec56ea9e4c0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2d66713b53b44cd" /><Relationship Type="http://schemas.openxmlformats.org/officeDocument/2006/relationships/image" Target="/ppt/media/image57.png" Id="R400f03afdb9e497a" /><Relationship Type="http://schemas.openxmlformats.org/officeDocument/2006/relationships/image" Target="/ppt/media/image58.png" Id="R4268951c6e204d97" /><Relationship Type="http://schemas.openxmlformats.org/officeDocument/2006/relationships/notesSlide" Target="/ppt/notesSlides/notesSlide24.xml" Id="Rba3fad4f98124d5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69bc488740244d6a" /><Relationship Type="http://schemas.openxmlformats.org/officeDocument/2006/relationships/image" Target="/ppt/media/image59.png" Id="R29ae89feaa1240de" /><Relationship Type="http://schemas.openxmlformats.org/officeDocument/2006/relationships/image" Target="/ppt/media/image60.png" Id="Rfcea6a3cbb74465b" /><Relationship Type="http://schemas.openxmlformats.org/officeDocument/2006/relationships/notesSlide" Target="/ppt/notesSlides/notesSlide25.xml" Id="Ra0542bbd6625455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bc9c7b3d7ee4e50" /><Relationship Type="http://schemas.openxmlformats.org/officeDocument/2006/relationships/image" Target="/ppt/media/image61.png" Id="R54a03fceaee948ad" /><Relationship Type="http://schemas.openxmlformats.org/officeDocument/2006/relationships/notesSlide" Target="/ppt/notesSlides/notesSlide26.xml" Id="R7c4b00354b39436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3571e730182346b7" /><Relationship Type="http://schemas.openxmlformats.org/officeDocument/2006/relationships/image" Target="/ppt/media/image62.png" Id="R6ee427583e6f4cca" /><Relationship Type="http://schemas.openxmlformats.org/officeDocument/2006/relationships/notesSlide" Target="/ppt/notesSlides/notesSlide27.xml" Id="Rf973bb933796407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4b69c2b069764b31" /><Relationship Type="http://schemas.openxmlformats.org/officeDocument/2006/relationships/image" Target="/ppt/media/image63.png" Id="Rbccc1cb505d64d62" /><Relationship Type="http://schemas.openxmlformats.org/officeDocument/2006/relationships/notesSlide" Target="/ppt/notesSlides/notesSlide28.xml" Id="Rbd1397ab17c644c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9c1034211df48e3" /><Relationship Type="http://schemas.openxmlformats.org/officeDocument/2006/relationships/image" Target="/ppt/media/image64.png" Id="R258239642e7e41b2" /><Relationship Type="http://schemas.openxmlformats.org/officeDocument/2006/relationships/notesSlide" Target="/ppt/notesSlides/notesSlide29.xml" Id="Rb8bdcd92b0a64b6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bc75291a08a34434" /><Relationship Type="http://schemas.openxmlformats.org/officeDocument/2006/relationships/image" Target="/ppt/media/image65.png" Id="R9db10f0a03204b98" /><Relationship Type="http://schemas.openxmlformats.org/officeDocument/2006/relationships/notesSlide" Target="/ppt/notesSlides/notesSlide30.xml" Id="R94f23f3bada440a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bb6bd1f849ae4fe0" /><Relationship Type="http://schemas.openxmlformats.org/officeDocument/2006/relationships/image" Target="/ppt/media/image66.png" Id="R3d7bb625d81f4089" /><Relationship Type="http://schemas.openxmlformats.org/officeDocument/2006/relationships/image" Target="/ppt/media/image67.png" Id="Re0ed65cb6a534438" /><Relationship Type="http://schemas.openxmlformats.org/officeDocument/2006/relationships/image" Target="/ppt/media/image68.png" Id="R8b17e6aa26ff4854" /><Relationship Type="http://schemas.openxmlformats.org/officeDocument/2006/relationships/notesSlide" Target="/ppt/notesSlides/notesSlide31.xml" Id="Rde1a2fc72455495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c9fc8e7f0b684f21" /><Relationship Type="http://schemas.openxmlformats.org/officeDocument/2006/relationships/image" Target="/ppt/media/image69.png" Id="Re71a82465ac04244" /><Relationship Type="http://schemas.openxmlformats.org/officeDocument/2006/relationships/image" Target="/ppt/media/image70.png" Id="Rdc7dce651da649aa" /><Relationship Type="http://schemas.openxmlformats.org/officeDocument/2006/relationships/image" Target="/ppt/media/image71.png" Id="Rb5d5a0c5f1c04f43" /><Relationship Type="http://schemas.openxmlformats.org/officeDocument/2006/relationships/image" Target="/ppt/media/image72.png" Id="Rf4f054138ef1419f" /><Relationship Type="http://schemas.openxmlformats.org/officeDocument/2006/relationships/image" Target="/ppt/media/image73.png" Id="R6c84ff9a64be49df" /><Relationship Type="http://schemas.openxmlformats.org/officeDocument/2006/relationships/notesSlide" Target="/ppt/notesSlides/notesSlide32.xml" Id="R9b657672052a468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0c71f8e2c00e4cd9" /><Relationship Type="http://schemas.openxmlformats.org/officeDocument/2006/relationships/image" Target="/ppt/media/image74.png" Id="R00f307ccaa3d43ff" /><Relationship Type="http://schemas.openxmlformats.org/officeDocument/2006/relationships/image" Target="/ppt/media/image75.png" Id="Re1a2964484e64ed8" /><Relationship Type="http://schemas.openxmlformats.org/officeDocument/2006/relationships/notesSlide" Target="/ppt/notesSlides/notesSlide33.xml" Id="Rb74ce939208145c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ad77dc118fce4544" /><Relationship Type="http://schemas.openxmlformats.org/officeDocument/2006/relationships/image" Target="/ppt/media/image76.png" Id="R26267ff619584ec4" /><Relationship Type="http://schemas.openxmlformats.org/officeDocument/2006/relationships/notesSlide" Target="/ppt/notesSlides/notesSlide34.xml" Id="R48a3d3deddcc47a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2c1a200572d041e5" /><Relationship Type="http://schemas.openxmlformats.org/officeDocument/2006/relationships/image" Target="/ppt/media/image77.png" Id="R3ccd9bca559c464d" /><Relationship Type="http://schemas.openxmlformats.org/officeDocument/2006/relationships/notesSlide" Target="/ppt/notesSlides/notesSlide35.xml" Id="R688661019539462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24f32d7142c64284" /><Relationship Type="http://schemas.openxmlformats.org/officeDocument/2006/relationships/image" Target="/ppt/media/image78.png" Id="Rd082bd82320642d4" /><Relationship Type="http://schemas.openxmlformats.org/officeDocument/2006/relationships/image" Target="/ppt/media/image79.png" Id="Rf7cc07d5ed4645cd" /><Relationship Type="http://schemas.openxmlformats.org/officeDocument/2006/relationships/notesSlide" Target="/ppt/notesSlides/notesSlide36.xml" Id="R7513d0e85f9b4bc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0f941d7223944430" /><Relationship Type="http://schemas.openxmlformats.org/officeDocument/2006/relationships/image" Target="/ppt/media/image80.png" Id="R2c4dfaf43b894693" /><Relationship Type="http://schemas.openxmlformats.org/officeDocument/2006/relationships/image" Target="/ppt/media/image81.png" Id="Rc8f95a73c35f4694" /><Relationship Type="http://schemas.openxmlformats.org/officeDocument/2006/relationships/notesSlide" Target="/ppt/notesSlides/notesSlide37.xml" Id="Rd4fd1ede00c144b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2bd50bb237a74135" /><Relationship Type="http://schemas.openxmlformats.org/officeDocument/2006/relationships/image" Target="/ppt/media/image82.png" Id="R2824ac5b4f0e40ba" /><Relationship Type="http://schemas.openxmlformats.org/officeDocument/2006/relationships/image" Target="/ppt/media/image83.png" Id="Ra55782e9fadb4099" /><Relationship Type="http://schemas.openxmlformats.org/officeDocument/2006/relationships/notesSlide" Target="/ppt/notesSlides/notesSlide38.xml" Id="Rc27ec3549d3d42e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f0718480b2764eb8" /><Relationship Type="http://schemas.openxmlformats.org/officeDocument/2006/relationships/image" Target="/ppt/media/image84.png" Id="Rd4d07019d6864e1f" /><Relationship Type="http://schemas.openxmlformats.org/officeDocument/2006/relationships/image" Target="/ppt/media/image85.png" Id="Rbab15d5ea59041b6" /><Relationship Type="http://schemas.openxmlformats.org/officeDocument/2006/relationships/image" Target="/ppt/media/image86.png" Id="Rf7cccbd9732741e0" /><Relationship Type="http://schemas.openxmlformats.org/officeDocument/2006/relationships/notesSlide" Target="/ppt/notesSlides/notesSlide39.xml" Id="R26606992d821442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493eb06b36e64822" /><Relationship Type="http://schemas.openxmlformats.org/officeDocument/2006/relationships/image" Target="/ppt/media/image87.png" Id="R6f6ff8ff90374cb7" /><Relationship Type="http://schemas.openxmlformats.org/officeDocument/2006/relationships/notesSlide" Target="/ppt/notesSlides/notesSlide40.xml" Id="R9a93fbc108e44bf4"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635d17c9d83a4a01" /><Relationship Type="http://schemas.openxmlformats.org/officeDocument/2006/relationships/image" Target="/ppt/media/image88.png" Id="R25e93d57d7814568" /><Relationship Type="http://schemas.openxmlformats.org/officeDocument/2006/relationships/image" Target="/ppt/media/image89.png" Id="R3694c48e000640ac" /><Relationship Type="http://schemas.openxmlformats.org/officeDocument/2006/relationships/notesSlide" Target="/ppt/notesSlides/notesSlide41.xml" Id="R40c1558e7c9f4046"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032d06d741d145a7" /><Relationship Type="http://schemas.openxmlformats.org/officeDocument/2006/relationships/image" Target="/ppt/media/image90.png" Id="Rc0f086c5cc384052" /><Relationship Type="http://schemas.openxmlformats.org/officeDocument/2006/relationships/image" Target="/ppt/media/image91.png" Id="Rfdc63d970681430d" /><Relationship Type="http://schemas.openxmlformats.org/officeDocument/2006/relationships/image" Target="/ppt/media/image92.png" Id="Rb1f85e16aecb4d32" /><Relationship Type="http://schemas.openxmlformats.org/officeDocument/2006/relationships/image" Target="/ppt/media/image93.png" Id="R5acc8ac73d154214" /><Relationship Type="http://schemas.openxmlformats.org/officeDocument/2006/relationships/image" Target="/ppt/media/image94.png" Id="R8eb4488956204bf3" /><Relationship Type="http://schemas.openxmlformats.org/officeDocument/2006/relationships/notesSlide" Target="/ppt/notesSlides/notesSlide42.xml" Id="R4edf85ea050e4405"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606f670a47d545ba" /><Relationship Type="http://schemas.openxmlformats.org/officeDocument/2006/relationships/image" Target="/ppt/media/image95.png" Id="Re5e6c6fb5d8546a8" /><Relationship Type="http://schemas.openxmlformats.org/officeDocument/2006/relationships/image" Target="/ppt/media/image96.png" Id="R52d43cdda54e4d9a" /><Relationship Type="http://schemas.openxmlformats.org/officeDocument/2006/relationships/image" Target="/ppt/media/image97.png" Id="R0da8102e251c46d8" /><Relationship Type="http://schemas.openxmlformats.org/officeDocument/2006/relationships/notesSlide" Target="/ppt/notesSlides/notesSlide43.xml" Id="R0fad9b9480ca4e09"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2b1d9660956d419f" /><Relationship Type="http://schemas.openxmlformats.org/officeDocument/2006/relationships/image" Target="/ppt/media/image98.png" Id="Rffbd716ecfaf49e8" /><Relationship Type="http://schemas.openxmlformats.org/officeDocument/2006/relationships/notesSlide" Target="/ppt/notesSlides/notesSlide44.xml" Id="R5e016821c3ae449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08a93a342f5f40d0" /><Relationship Type="http://schemas.openxmlformats.org/officeDocument/2006/relationships/image" Target="/ppt/media/image99.png" Id="R1e76e35a0ccf432b" /><Relationship Type="http://schemas.openxmlformats.org/officeDocument/2006/relationships/notesSlide" Target="/ppt/notesSlides/notesSlide45.xml" Id="R5bcf07f3e94f4f8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513fa69e995c44f2" /><Relationship Type="http://schemas.openxmlformats.org/officeDocument/2006/relationships/image" Target="/ppt/media/image100.png" Id="Rb57d60796b194421" /><Relationship Type="http://schemas.openxmlformats.org/officeDocument/2006/relationships/notesSlide" Target="/ppt/notesSlides/notesSlide46.xml" Id="Rbc0b18eccbce4ad8"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6990e07c1aa840ab" /><Relationship Type="http://schemas.openxmlformats.org/officeDocument/2006/relationships/image" Target="/ppt/media/image101.png" Id="R0dbb9d4c69c1470c" /><Relationship Type="http://schemas.openxmlformats.org/officeDocument/2006/relationships/notesSlide" Target="/ppt/notesSlides/notesSlide47.xml" Id="R3f7796f936a044a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56436eef12dc47ba" /><Relationship Type="http://schemas.openxmlformats.org/officeDocument/2006/relationships/image" Target="/ppt/media/image102.png" Id="R150b99d2ed9c4c4a" /><Relationship Type="http://schemas.openxmlformats.org/officeDocument/2006/relationships/notesSlide" Target="/ppt/notesSlides/notesSlide48.xml" Id="R75c911744b7d4853"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e734a9d5d26741b0" /><Relationship Type="http://schemas.openxmlformats.org/officeDocument/2006/relationships/image" Target="/ppt/media/image103.png" Id="R9d549dbacb3a4a6f" /><Relationship Type="http://schemas.openxmlformats.org/officeDocument/2006/relationships/image" Target="/ppt/media/image104.png" Id="R9c4ea5a6d6d248fa" /><Relationship Type="http://schemas.openxmlformats.org/officeDocument/2006/relationships/image" Target="/ppt/media/image105.png" Id="R82a2d5f1de7b4392" /><Relationship Type="http://schemas.openxmlformats.org/officeDocument/2006/relationships/image" Target="/ppt/media/image106.png" Id="R134ba8ff71b34e46" /><Relationship Type="http://schemas.openxmlformats.org/officeDocument/2006/relationships/notesSlide" Target="/ppt/notesSlides/notesSlide49.xml" Id="R37eb2df2cf204026"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6d59fbe2c6a94933" /><Relationship Type="http://schemas.openxmlformats.org/officeDocument/2006/relationships/image" Target="/ppt/media/image107.png" Id="Rbed94309cf23466d" /><Relationship Type="http://schemas.openxmlformats.org/officeDocument/2006/relationships/notesSlide" Target="/ppt/notesSlides/notesSlide50.xml" Id="Rb486e7cc97aa499b"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4CF4BF93-8B78-4C63-8CCA-1AC4400C5CF5}"/>
              </a:ext>
            </a:extLst>
          </p:cNvPr>
          <p:cNvPicPr>
            <a:picLocks xmlns:a="http://schemas.openxmlformats.org/drawingml/2006/main" noChangeAspect="1"/>
          </p:cNvPicPr>
          <p:nvPr/>
        </p:nvPicPr>
        <p:blipFill>
          <a:blip xmlns:r="http://schemas.openxmlformats.org/officeDocument/2006/relationships" xmlns:a="http://schemas.openxmlformats.org/drawingml/2006/main" r:embed="Rc9f04c7ee78f4259"/>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E9501F83-A0FF-4E90-B660-78C965B6F48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DB9F0919-A829-4DA4-9320-F4906A6BAF33}"/>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503E03F4-D333-4F34-AADA-140853EC63E0}"/>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C93FFC97-93A5-4346-B9F6-234868265E6E}"/>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68F7C110-2E60-41EE-A132-246BA20AE790}"/>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8255CC4C-EAA6-48AB-813E-6C0913BE1044}"/>
              </a:ext>
            </a:extLst>
          </p:cNvPr>
          <p:cNvPicPr>
            <a:picLocks xmlns:a="http://schemas.openxmlformats.org/drawingml/2006/main" noChangeAspect="1"/>
          </p:cNvPicPr>
          <p:nvPr/>
        </p:nvPicPr>
        <p:blipFill>
          <a:blip xmlns:r="http://schemas.openxmlformats.org/officeDocument/2006/relationships" xmlns:a="http://schemas.openxmlformats.org/drawingml/2006/main" r:embed="R2d2c9d0bd90b49f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8C6C0926-D417-4F06-91C0-47A67D443DF9}"/>
              </a:ext>
            </a:extLst>
          </p:cNvPr>
          <p:cNvPicPr>
            <a:picLocks xmlns:a="http://schemas.openxmlformats.org/drawingml/2006/main" noChangeAspect="1"/>
          </p:cNvPicPr>
          <p:nvPr/>
        </p:nvPicPr>
        <p:blipFill>
          <a:blip xmlns:r="http://schemas.openxmlformats.org/officeDocument/2006/relationships" xmlns:a="http://schemas.openxmlformats.org/drawingml/2006/main" r:embed="Rc89c7119f9964478"/>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0113D658-66C3-4410-8AD0-1A3CAE5A2C7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3205732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6DD57425-42E7-45DD-9160-091BF95BFA4C}"/>
              </a:ext>
            </a:extLst>
          </p:cNvPr>
          <p:cNvPicPr>
            <a:picLocks xmlns:a="http://schemas.openxmlformats.org/drawingml/2006/main" noChangeAspect="1"/>
          </p:cNvPicPr>
          <p:nvPr/>
        </p:nvPicPr>
        <p:blipFill>
          <a:blip xmlns:r="http://schemas.openxmlformats.org/officeDocument/2006/relationships" xmlns:a="http://schemas.openxmlformats.org/drawingml/2006/main" r:embed="Re384592cdb854be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9D4FB0B-CDFD-4108-8D66-7EA4A6130CE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2CFF180-ADFA-4A26-93DA-58F44EF3AD4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9E0C7B66-3075-427E-9934-FB6A35443FB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0D8F178-F718-4EF5-BF90-6D352A603B9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2807B02B-E9DB-40DC-AC93-D6C4A80ED56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D0449C4C-5755-48D0-A12E-E2352AAE0260}"/>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EDB0E744-0400-4775-AA22-026F3A74DC40}"/>
              </a:ext>
            </a:extLst>
          </p:cNvPr>
          <p:cNvPicPr>
            <a:picLocks xmlns:a="http://schemas.openxmlformats.org/drawingml/2006/main" noChangeAspect="1"/>
          </p:cNvPicPr>
          <p:nvPr/>
        </p:nvPicPr>
        <p:blipFill>
          <a:blip xmlns:r="http://schemas.openxmlformats.org/officeDocument/2006/relationships" xmlns:a="http://schemas.openxmlformats.org/drawingml/2006/main" r:embed="R86df81b4b03746a3"/>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184237127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74598BAA-B358-41C5-96D4-BC884B441E76}"/>
              </a:ext>
            </a:extLst>
          </p:cNvPr>
          <p:cNvPicPr>
            <a:picLocks xmlns:a="http://schemas.openxmlformats.org/drawingml/2006/main" noChangeAspect="1"/>
          </p:cNvPicPr>
          <p:nvPr/>
        </p:nvPicPr>
        <p:blipFill>
          <a:blip xmlns:r="http://schemas.openxmlformats.org/officeDocument/2006/relationships" xmlns:a="http://schemas.openxmlformats.org/drawingml/2006/main" r:embed="R8b72f0778f3144e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21E5AAF-EDB0-430A-8E13-3283F962016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457122A-08F3-471A-98E6-DDACBD95346C}"/>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CDF62A93-C79E-4327-ACBE-B7ECD2EBC12B}"/>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C8771BC0-F8BC-42D8-9B51-9BA6795A7E2B}"/>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C3417EB7-39BE-4A48-B93B-0BF8F2993059}"/>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DFFB1255-162F-45FA-8807-6973A3D3812B}"/>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0E21A1D1-4E25-4A75-A9FB-0F5C2A45A7D5}"/>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0B6EB4A8-172E-4B1D-B4B1-3C44C8A86885}"/>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E57E22D1-4AD7-499B-B712-4F7BDFBB45F9}"/>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EBD02C7C-EE2F-45AF-B2F4-185C035DB429}"/>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2A8B72E7-E28F-4C87-BE7D-DF2B1DC0FC63}"/>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05554DF3-509D-4038-85D4-D2FF7E761B3A}"/>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149E84BF-78E0-4C7D-8807-A3FFE9640F92}"/>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C1793C74-6826-49B0-8C78-888719A6D0BA}"/>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65966635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B9D37F22-5C91-4F06-9145-ADBF16393467}"/>
              </a:ext>
            </a:extLst>
          </p:cNvPr>
          <p:cNvPicPr>
            <a:picLocks xmlns:a="http://schemas.openxmlformats.org/drawingml/2006/main" noChangeAspect="1"/>
          </p:cNvPicPr>
          <p:nvPr/>
        </p:nvPicPr>
        <p:blipFill>
          <a:blip xmlns:r="http://schemas.openxmlformats.org/officeDocument/2006/relationships" xmlns:a="http://schemas.openxmlformats.org/drawingml/2006/main" r:embed="R47dbb3aa01194e7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A99F5EE-3D77-45C3-8B23-88493CBA4FB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9B8A7C1-E66B-4301-9C4F-14C6F3ECCF7B}"/>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4B2A4622-D6BE-4265-BF65-D1B1F59FB07F}"/>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BE9A364-ED3B-4930-A91E-FE425AFC8C7A}"/>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1E52E857-143C-4E5F-953B-D28CC077AE96}"/>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2C733DD6-D5CA-44B3-8131-77F55DF13C6E}"/>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EF4ED60F-623C-44E6-A987-98547C805182}"/>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9F0D9CD3-CF96-480B-9E69-70CCE406FCA6}"/>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BD94DEE7-0790-4CCD-9EF5-A696E1B753C2}"/>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8562606D-D2D0-4D73-95E6-B9A0A3281D04}"/>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41B4C292-19C7-4021-B0D8-51D278162826}"/>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1C3C6E6B-B38F-43D5-A61F-9B4713DF28E4}"/>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7FDBC4B5-7B03-42CF-BBF0-CBA5982EF8F8}"/>
              </a:ext>
            </a:extLst>
          </p:cNvPr>
          <p:cNvPicPr>
            <a:picLocks xmlns:a="http://schemas.openxmlformats.org/drawingml/2006/main" noChangeAspect="1"/>
          </p:cNvPicPr>
          <p:nvPr/>
        </p:nvPicPr>
        <p:blipFill>
          <a:blip xmlns:r="http://schemas.openxmlformats.org/officeDocument/2006/relationships" xmlns:a="http://schemas.openxmlformats.org/drawingml/2006/main" r:embed="R067ae90aa7e24961"/>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spTree>
    <p:extLst>
      <p:ext uri="{BB962C8B-B14F-4D97-AF65-F5344CB8AC3E}">
        <p14:creationId xmlns:p14="http://schemas.microsoft.com/office/powerpoint/2010/main" val="1296247151"/>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0A12D63-4CEC-4010-9ADD-FA3DD8103BE7}"/>
              </a:ext>
            </a:extLst>
          </p:cNvPr>
          <p:cNvPicPr>
            <a:picLocks xmlns:a="http://schemas.openxmlformats.org/drawingml/2006/main" noChangeAspect="1"/>
          </p:cNvPicPr>
          <p:nvPr/>
        </p:nvPicPr>
        <p:blipFill>
          <a:blip xmlns:r="http://schemas.openxmlformats.org/officeDocument/2006/relationships" xmlns:a="http://schemas.openxmlformats.org/drawingml/2006/main" r:embed="R9806448156864fa2"/>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0E75270B-7763-4C16-A4F9-030EEF69AB9F}"/>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0E41DE68-33A0-457A-8DAC-D1B70948540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DC2176D0-EEF3-4B54-9FCB-767B4796762F}"/>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8BBF433E-4F3E-453A-AB83-9AB8309ACA17}"/>
              </a:ext>
            </a:extLst>
          </p:cNvPr>
          <p:cNvPicPr>
            <a:picLocks xmlns:a="http://schemas.openxmlformats.org/drawingml/2006/main" noChangeAspect="1"/>
          </p:cNvPicPr>
          <p:nvPr/>
        </p:nvPicPr>
        <p:blipFill>
          <a:blip xmlns:r="http://schemas.openxmlformats.org/officeDocument/2006/relationships" xmlns:a="http://schemas.openxmlformats.org/drawingml/2006/main" r:embed="R6f72a31ac9124ae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FF5D8718-6A94-48E5-BABD-F199778F7D8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74B377D9-936F-4C5B-92BA-C09C268A1B72}"/>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8" name="text">
            <a:extLst xmlns:a="http://schemas.openxmlformats.org/drawingml/2006/main">
              <a:ext uri="{FF2B5EF4-FFF2-40B4-BE49-F238E27FC236}">
                <a16:creationId xmlns:a16="http://schemas.microsoft.com/office/drawing/2014/main" id="{4C06DE85-7EE7-4E5E-B2F3-2DBF05538314}"/>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9" name="text">
            <a:extLst xmlns:a="http://schemas.openxmlformats.org/drawingml/2006/main">
              <a:ext uri="{FF2B5EF4-FFF2-40B4-BE49-F238E27FC236}">
                <a16:creationId xmlns:a16="http://schemas.microsoft.com/office/drawing/2014/main" id="{2CAB89B9-60FF-4CB3-82A8-557AA1670F9E}"/>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142232230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D6CAC3CB-B0A5-40BA-BEF0-055CF1FF66BA}"/>
              </a:ext>
            </a:extLst>
          </p:cNvPr>
          <p:cNvPicPr>
            <a:picLocks xmlns:a="http://schemas.openxmlformats.org/drawingml/2006/main" noChangeAspect="1"/>
          </p:cNvPicPr>
          <p:nvPr/>
        </p:nvPicPr>
        <p:blipFill>
          <a:blip xmlns:r="http://schemas.openxmlformats.org/officeDocument/2006/relationships" xmlns:a="http://schemas.openxmlformats.org/drawingml/2006/main" r:embed="R07062f02ef134d2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764050F-387F-48FA-9983-0D7D444CCD3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52808ED-0FF4-4FE4-859A-283F7CD35F7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94A42EAC-CC1E-49C2-84BF-91AD2692D36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B9C7CBC-8C62-4182-A9A4-6656ED607D8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D79E693D-52BA-46E3-9F63-CD857CEFB41B}"/>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4BF96D66-1385-4303-A140-C01D2381902F}"/>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933BE6C9-B2BA-4938-BBBC-DA910A8DD7F2}"/>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230D4096-BE93-48FB-8E73-06AE77BE8C07}"/>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9EBFCAE5-A119-4B70-A740-3AE95087C82F}"/>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18788D4F-BCD6-41C8-8769-079EDD463EA9}"/>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14A793E9-0AAD-420C-89A3-B19176794BD4}"/>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20311900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D87C91CA-516B-4810-9B9C-609D158FAC81}"/>
              </a:ext>
            </a:extLst>
          </p:cNvPr>
          <p:cNvPicPr>
            <a:picLocks xmlns:a="http://schemas.openxmlformats.org/drawingml/2006/main" noChangeAspect="1"/>
          </p:cNvPicPr>
          <p:nvPr/>
        </p:nvPicPr>
        <p:blipFill>
          <a:blip xmlns:r="http://schemas.openxmlformats.org/officeDocument/2006/relationships" xmlns:a="http://schemas.openxmlformats.org/drawingml/2006/main" r:embed="Rb652112ade014eb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E8A5181-B880-40ED-BAC6-3BC178C455A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9937ADA-1C14-45A3-9FE5-E42A287F890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4F4834B5-D4C8-4F6F-9476-B6174EC769F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F0CA69F-6154-4FD8-9AD1-4AB8A6EDF8F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0593AFC0-B6AC-4036-AB88-241D19515650}"/>
              </a:ext>
            </a:extLst>
          </p:cNvPr>
          <p:cNvSpPr>
            <a:spLocks xmlns:a="http://schemas.openxmlformats.org/drawingml/2006/main" noGrp="1"/>
          </p:cNvSpPr>
          <p:nvPr/>
        </p:nvSpPr>
        <p:spPr>
          <a:xfrm xmlns:a="http://schemas.openxmlformats.org/drawingml/2006/main">
            <a:off x="952500" y="220980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pic>
        <p:nvPicPr>
          <p:cNvPr id="7" name="">
            <a:extLst xmlns:a="http://schemas.openxmlformats.org/drawingml/2006/main">
              <a:ext uri="{FF2B5EF4-FFF2-40B4-BE49-F238E27FC236}">
                <a16:creationId xmlns:a16="http://schemas.microsoft.com/office/drawing/2014/main" id="{6B363A57-C984-4A7A-9C30-B6A246684342}"/>
              </a:ext>
            </a:extLst>
          </p:cNvPr>
          <p:cNvPicPr>
            <a:picLocks xmlns:a="http://schemas.openxmlformats.org/drawingml/2006/main" noChangeAspect="1"/>
          </p:cNvPicPr>
          <p:nvPr/>
        </p:nvPicPr>
        <p:blipFill>
          <a:blip xmlns:r="http://schemas.openxmlformats.org/officeDocument/2006/relationships" xmlns:a="http://schemas.openxmlformats.org/drawingml/2006/main" r:embed="R27a7100653784e0d"/>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4B4AA713-C44D-487E-9565-5BFDAA46DF75}"/>
              </a:ext>
            </a:extLst>
          </p:cNvPr>
          <p:cNvSpPr>
            <a:spLocks xmlns:a="http://schemas.openxmlformats.org/drawingml/2006/main" noGrp="1"/>
          </p:cNvSpPr>
          <p:nvPr/>
        </p:nvSpPr>
        <p:spPr>
          <a:xfrm xmlns:a="http://schemas.openxmlformats.org/drawingml/2006/main">
            <a:off x="5562600" y="41148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8A34E5E9-6FDA-44BC-AE5D-F6C2F70F5907}"/>
              </a:ext>
            </a:extLst>
          </p:cNvPr>
          <p:cNvSpPr>
            <a:spLocks xmlns:a="http://schemas.openxmlformats.org/drawingml/2006/main" noGrp="1"/>
          </p:cNvSpPr>
          <p:nvPr/>
        </p:nvSpPr>
        <p:spPr>
          <a:xfrm xmlns:a="http://schemas.openxmlformats.org/drawingml/2006/main">
            <a:off x="5562600" y="47053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반응 전후의 종류와 상태를 같게 한다.</a:t>
            </a:r>
          </a:p>
        </p:txBody>
      </p:sp>
      <p:sp>
        <p:nvSpPr>
          <p:cNvPr id="10" name="text">
            <a:extLst xmlns:a="http://schemas.openxmlformats.org/drawingml/2006/main">
              <a:ext uri="{FF2B5EF4-FFF2-40B4-BE49-F238E27FC236}">
                <a16:creationId xmlns:a16="http://schemas.microsoft.com/office/drawing/2014/main" id="{3130C63E-A8A1-4B25-B3D0-7C5681C5B68A}"/>
              </a:ext>
            </a:extLst>
          </p:cNvPr>
          <p:cNvSpPr>
            <a:spLocks xmlns:a="http://schemas.openxmlformats.org/drawingml/2006/main" noGrp="1"/>
          </p:cNvSpPr>
          <p:nvPr/>
        </p:nvSpPr>
        <p:spPr>
          <a:xfrm xmlns:a="http://schemas.openxmlformats.org/drawingml/2006/main">
            <a:off x="5562600" y="581025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92A6CDEB-D53A-4785-9547-ED6459AC12B6}"/>
              </a:ext>
            </a:extLst>
          </p:cNvPr>
          <p:cNvSpPr>
            <a:spLocks xmlns:a="http://schemas.openxmlformats.org/drawingml/2006/main" noGrp="1"/>
          </p:cNvSpPr>
          <p:nvPr/>
        </p:nvSpPr>
        <p:spPr>
          <a:xfrm xmlns:a="http://schemas.openxmlformats.org/drawingml/2006/main">
            <a:off x="5562600" y="640080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물질의 양을 같게 한다.</a:t>
            </a:r>
          </a:p>
        </p:txBody>
      </p:sp>
      <p:sp>
        <p:nvSpPr>
          <p:cNvPr id="12" name="text">
            <a:extLst xmlns:a="http://schemas.openxmlformats.org/drawingml/2006/main">
              <a:ext uri="{FF2B5EF4-FFF2-40B4-BE49-F238E27FC236}">
                <a16:creationId xmlns:a16="http://schemas.microsoft.com/office/drawing/2014/main" id="{C554AED9-B6DB-44E6-A319-FBF62A1DC262}"/>
              </a:ext>
            </a:extLst>
          </p:cNvPr>
          <p:cNvSpPr>
            <a:spLocks xmlns:a="http://schemas.openxmlformats.org/drawingml/2006/main" noGrp="1"/>
          </p:cNvSpPr>
          <p:nvPr/>
        </p:nvSpPr>
        <p:spPr>
          <a:xfrm xmlns:a="http://schemas.openxmlformats.org/drawingml/2006/main">
            <a:off x="5562600" y="75057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FA0B2B36-01CA-4184-8F7E-ED5EF285C1B8}"/>
              </a:ext>
            </a:extLst>
          </p:cNvPr>
          <p:cNvSpPr>
            <a:spLocks xmlns:a="http://schemas.openxmlformats.org/drawingml/2006/main" noGrp="1"/>
          </p:cNvSpPr>
          <p:nvPr/>
        </p:nvSpPr>
        <p:spPr>
          <a:xfrm xmlns:a="http://schemas.openxmlformats.org/drawingml/2006/main">
            <a:off x="5562600" y="80962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온도와 압력 조건을 같게 한다.</a:t>
            </a:r>
          </a:p>
        </p:txBody>
      </p:sp>
      <p:pic>
        <p:nvPicPr>
          <p:cNvPr id="14" name="">
            <a:extLst xmlns:a="http://schemas.openxmlformats.org/drawingml/2006/main">
              <a:ext uri="{FF2B5EF4-FFF2-40B4-BE49-F238E27FC236}">
                <a16:creationId xmlns:a16="http://schemas.microsoft.com/office/drawing/2014/main" id="{6C2DD388-C4AD-4F99-876E-B89735A610D9}"/>
              </a:ext>
            </a:extLst>
          </p:cNvPr>
          <p:cNvPicPr>
            <a:picLocks xmlns:a="http://schemas.openxmlformats.org/drawingml/2006/main" noChangeAspect="1"/>
          </p:cNvPicPr>
          <p:nvPr/>
        </p:nvPicPr>
        <p:blipFill>
          <a:blip xmlns:r="http://schemas.openxmlformats.org/officeDocument/2006/relationships" xmlns:a="http://schemas.openxmlformats.org/drawingml/2006/main" r:embed="R248f7cc91edf40e3"/>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8D1419E2-DE89-455C-BF6E-D7D6AE4515EC}"/>
              </a:ext>
            </a:extLst>
          </p:cNvPr>
          <p:cNvPicPr>
            <a:picLocks xmlns:a="http://schemas.openxmlformats.org/drawingml/2006/main" noChangeAspect="1"/>
          </p:cNvPicPr>
          <p:nvPr/>
        </p:nvPicPr>
        <p:blipFill>
          <a:blip xmlns:r="http://schemas.openxmlformats.org/officeDocument/2006/relationships" xmlns:a="http://schemas.openxmlformats.org/drawingml/2006/main" r:embed="R89358c670bea4bd5"/>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ABC2DAB0-7354-449E-B2D1-2E11D16CDCE1}"/>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B87E350A-2E87-4FAB-9D39-0051B31420D4}"/>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D3BD87DA-DD5E-455C-A040-3475EDA14A28}"/>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경로만 다르게</a:t>
            </a:r>
          </a:p>
        </p:txBody>
      </p:sp>
      <p:sp>
        <p:nvSpPr>
          <p:cNvPr id="19" name="캐릭터 질문 2">
            <a:extLst xmlns:a="http://schemas.openxmlformats.org/drawingml/2006/main">
              <a:ext uri="{FF2B5EF4-FFF2-40B4-BE49-F238E27FC236}">
                <a16:creationId xmlns:a16="http://schemas.microsoft.com/office/drawing/2014/main" id="{D37B69AA-E75F-448E-82F5-27801BB6A4B0}"/>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비교해 볼까?</a:t>
            </a:r>
          </a:p>
        </p:txBody>
      </p:sp>
      <p:sp>
        <p:nvSpPr>
          <p:cNvPr id="20" name="참조 R03-22 여백 있는 말풍선">
            <a:extLst xmlns:a="http://schemas.openxmlformats.org/drawingml/2006/main">
              <a:ext uri="{FF2B5EF4-FFF2-40B4-BE49-F238E27FC236}">
                <a16:creationId xmlns:a16="http://schemas.microsoft.com/office/drawing/2014/main" id="{5B7E2DEF-0379-4620-84C9-897D82768826}"/>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2395C153-FFFF-4778-9332-D3978EC92A60}"/>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9FE21EEF-3A6E-4F37-91E4-4D06D1B53A95}"/>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나머지 조건은</a:t>
            </a:r>
          </a:p>
        </p:txBody>
      </p:sp>
      <p:sp>
        <p:nvSpPr>
          <p:cNvPr id="23" name="캐릭터 질문 2">
            <a:extLst xmlns:a="http://schemas.openxmlformats.org/drawingml/2006/main">
              <a:ext uri="{FF2B5EF4-FFF2-40B4-BE49-F238E27FC236}">
                <a16:creationId xmlns:a16="http://schemas.microsoft.com/office/drawing/2014/main" id="{63E05E9A-F7C8-49C2-8BDE-A4C90EC2A121}"/>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모두 같게!</a:t>
            </a:r>
          </a:p>
        </p:txBody>
      </p:sp>
    </p:spTree>
    <p:extLst>
      <p:ext uri="{BB962C8B-B14F-4D97-AF65-F5344CB8AC3E}">
        <p14:creationId xmlns:p14="http://schemas.microsoft.com/office/powerpoint/2010/main" val="118604671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8D2559CD-F084-43F4-B8D2-EC44E62624EC}"/>
              </a:ext>
            </a:extLst>
          </p:cNvPr>
          <p:cNvPicPr>
            <a:picLocks xmlns:a="http://schemas.openxmlformats.org/drawingml/2006/main" noChangeAspect="1"/>
          </p:cNvPicPr>
          <p:nvPr/>
        </p:nvPicPr>
        <p:blipFill>
          <a:blip xmlns:r="http://schemas.openxmlformats.org/officeDocument/2006/relationships" xmlns:a="http://schemas.openxmlformats.org/drawingml/2006/main" r:embed="Ra6d63d982b064d9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C1C4DEF-883B-4CB9-BD9F-CF9A0693DBE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88CD25D-5048-4611-993E-B4006E04309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9EA89783-6840-4CCF-9687-9C2A20D511E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CA8ACD0-9972-4431-8A50-145CB11D394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D08B1788-CE84-4A9E-B75E-1845599BCF2C}"/>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B038BCE6-2AD3-4513-AF15-DF39A05BAD34}"/>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sz="2730" b="0">
                <a:solidFill>
                  <a:srgbClr val="777777"/>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D87D20D7-F8EB-4021-88A1-3C2893909A94}"/>
              </a:ext>
            </a:extLst>
          </p:cNvPr>
          <p:cNvPicPr>
            <a:picLocks xmlns:a="http://schemas.openxmlformats.org/drawingml/2006/main" noChangeAspect="1"/>
          </p:cNvPicPr>
          <p:nvPr/>
        </p:nvPicPr>
        <p:blipFill>
          <a:blip xmlns:r="http://schemas.openxmlformats.org/officeDocument/2006/relationships" xmlns:a="http://schemas.openxmlformats.org/drawingml/2006/main" r:embed="Rd17ca3940787450b"/>
          <a:stretch xmlns:a="http://schemas.openxmlformats.org/drawingml/2006/main"/>
        </p:blipFill>
        <p:spPr>
          <a:xfrm xmlns:a="http://schemas.openxmlformats.org/drawingml/2006/main">
            <a:off x="2382454" y="4429125"/>
            <a:ext cx="7331842" cy="54673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DC8B0E8F-B206-4E60-AEED-5A46C4FDAE83}"/>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8CC41EB8-0568-45D5-B7B1-44597E5748F1}"/>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rPr sz="3600"/>
              <a:t>Δ</a:t>
            </a:r>
            <a:r>
              <a:rPr sz="3600" i="1">
                <a:latin typeface="Pretendard"/>
                <a:ea typeface="Pretendard"/>
                <a:cs typeface="Pretendard"/>
              </a:rPr>
              <a:t>H</a:t>
            </a:r>
            <a:r>
              <a:rPr sz="3600"/>
              <a:t>₁ = −189.3 kJ</a:t>
            </a:r>
          </a:p>
        </p:txBody>
      </p:sp>
      <p:sp>
        <p:nvSpPr>
          <p:cNvPr id="11" name="text">
            <a:extLst xmlns:a="http://schemas.openxmlformats.org/drawingml/2006/main">
              <a:ext uri="{FF2B5EF4-FFF2-40B4-BE49-F238E27FC236}">
                <a16:creationId xmlns:a16="http://schemas.microsoft.com/office/drawing/2014/main" id="{2B0015EC-094C-43C8-8E30-2DC2B85DACB0}"/>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176EFE2D-386A-4F4F-93FC-33710B4FC8E4}"/>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rPr sz="3600"/>
              <a:t>Δ</a:t>
            </a:r>
            <a:r>
              <a:rPr sz="3600" i="1">
                <a:latin typeface="Pretendard"/>
                <a:ea typeface="Pretendard"/>
                <a:cs typeface="Pretendard"/>
              </a:rPr>
              <a:t>H</a:t>
            </a:r>
            <a:r>
              <a:rPr sz="3600"/>
              <a:t>₂ + </a:t>
            </a:r>
            <a:r>
              <a:rPr sz="3600"/>
              <a:t>Δ</a:t>
            </a:r>
            <a:r>
              <a:rPr sz="3600" i="1">
                <a:latin typeface="Pretendard"/>
                <a:ea typeface="Pretendard"/>
                <a:cs typeface="Pretendard"/>
              </a:rPr>
              <a:t>H</a:t>
            </a:r>
            <a:r>
              <a:rPr sz="3600"/>
              <a:t>₃</a:t>
            </a:r>
          </a:p>
        </p:txBody>
      </p:sp>
      <p:sp>
        <p:nvSpPr>
          <p:cNvPr id="13" name="text">
            <a:extLst xmlns:a="http://schemas.openxmlformats.org/drawingml/2006/main">
              <a:ext uri="{FF2B5EF4-FFF2-40B4-BE49-F238E27FC236}">
                <a16:creationId xmlns:a16="http://schemas.microsoft.com/office/drawing/2014/main" id="{854DF0D1-7BA8-4E84-9568-12D26955D315}"/>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rPr sz="3600" b="0">
                <a:solidFill>
                  <a:srgbClr val="000000"/>
                </a:solidFill>
                <a:latin typeface="Pretendard"/>
                <a:ea typeface="Pretendard"/>
                <a:cs typeface="Pretendard"/>
              </a:rPr>
              <a:t>= −76.9 + (−112.4)</a:t>
            </a:r>
          </a:p>
        </p:txBody>
      </p:sp>
      <p:sp>
        <p:nvSpPr>
          <p:cNvPr id="14" name="text">
            <a:extLst xmlns:a="http://schemas.openxmlformats.org/drawingml/2006/main">
              <a:ext uri="{FF2B5EF4-FFF2-40B4-BE49-F238E27FC236}">
                <a16:creationId xmlns:a16="http://schemas.microsoft.com/office/drawing/2014/main" id="{22DAAB70-F7E2-4119-ABA6-2BBBB3733C69}"/>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57962F"/>
                </a:solidFill>
                <a:latin typeface="Pretendard"/>
                <a:ea typeface="Pretendard"/>
                <a:cs typeface="Pretendard"/>
              </a:defRPr>
            </a:defPPr>
            <a:lvl1pPr algn="l">
              <a:defRPr sz="3600" b="1">
                <a:solidFill>
                  <a:srgbClr val="57962F"/>
                </a:solidFill>
                <a:latin typeface="Pretendard"/>
                <a:ea typeface="Pretendard"/>
                <a:cs typeface="Pretendard"/>
              </a:defRPr>
            </a:lvl1pPr>
            <a:lvl2pPr algn="l">
              <a:defRPr sz="3600" b="1">
                <a:solidFill>
                  <a:srgbClr val="57962F"/>
                </a:solidFill>
                <a:latin typeface="Pretendard"/>
                <a:ea typeface="Pretendard"/>
                <a:cs typeface="Pretendard"/>
              </a:defRPr>
            </a:lvl2pPr>
            <a:lvl3pPr algn="l">
              <a:defRPr sz="3600" b="1">
                <a:solidFill>
                  <a:srgbClr val="57962F"/>
                </a:solidFill>
                <a:latin typeface="Pretendard"/>
                <a:ea typeface="Pretendard"/>
                <a:cs typeface="Pretendard"/>
              </a:defRPr>
            </a:lvl3pPr>
            <a:lvl4pPr algn="l">
              <a:defRPr sz="3600" b="1">
                <a:solidFill>
                  <a:srgbClr val="57962F"/>
                </a:solidFill>
                <a:latin typeface="Pretendard"/>
                <a:ea typeface="Pretendard"/>
                <a:cs typeface="Pretendard"/>
              </a:defRPr>
            </a:lvl4pPr>
            <a:lvl5pPr algn="l">
              <a:defRPr sz="3600" b="1">
                <a:solidFill>
                  <a:srgbClr val="57962F"/>
                </a:solidFill>
                <a:latin typeface="Pretendard"/>
                <a:ea typeface="Pretendard"/>
                <a:cs typeface="Pretendard"/>
              </a:defRPr>
            </a:lvl5pPr>
            <a:lvl6pPr algn="l">
              <a:defRPr sz="3600" b="1">
                <a:solidFill>
                  <a:srgbClr val="57962F"/>
                </a:solidFill>
                <a:latin typeface="Pretendard"/>
                <a:ea typeface="Pretendard"/>
                <a:cs typeface="Pretendard"/>
              </a:defRPr>
            </a:lvl6pPr>
            <a:lvl7pPr algn="l">
              <a:defRPr sz="3600" b="1">
                <a:solidFill>
                  <a:srgbClr val="57962F"/>
                </a:solidFill>
                <a:latin typeface="Pretendard"/>
                <a:ea typeface="Pretendard"/>
                <a:cs typeface="Pretendard"/>
              </a:defRPr>
            </a:lvl7pPr>
            <a:lvl8pPr algn="l">
              <a:defRPr sz="3600" b="1">
                <a:solidFill>
                  <a:srgbClr val="57962F"/>
                </a:solidFill>
                <a:latin typeface="Pretendard"/>
                <a:ea typeface="Pretendard"/>
                <a:cs typeface="Pretendard"/>
              </a:defRPr>
            </a:lvl8pPr>
            <a:lvl9pPr algn="l">
              <a:defRPr sz="3600" b="1">
                <a:solidFill>
                  <a:srgbClr val="57962F"/>
                </a:solidFill>
                <a:latin typeface="Pretendard"/>
                <a:ea typeface="Pretendard"/>
                <a:cs typeface="Pretendard"/>
              </a:defRPr>
            </a:lvl9pPr>
          </a:lstStyle>
          <a:p xmlns:a="http://schemas.openxmlformats.org/drawingml/2006/main">
            <a:pPr algn="l">
              <a:defRPr sz="3600" b="1">
                <a:solidFill>
                  <a:srgbClr val="57962F"/>
                </a:solidFill>
                <a:latin typeface="Pretendard"/>
                <a:ea typeface="Pretendard"/>
                <a:cs typeface="Pretendard"/>
              </a:defRPr>
            </a:pPr>
            <a:r>
              <a:rPr sz="3600" b="1">
                <a:solidFill>
                  <a:srgbClr val="57962F"/>
                </a:solidFill>
                <a:latin typeface="Pretendard"/>
                <a:ea typeface="Pretendard"/>
                <a:cs typeface="Pretendard"/>
              </a:rPr>
              <a:t>= −189.3 kJ</a:t>
            </a:r>
          </a:p>
        </p:txBody>
      </p:sp>
      <p:sp>
        <p:nvSpPr>
          <p:cNvPr id="15" name="경로 비교 결론">
            <a:extLst xmlns:a="http://schemas.openxmlformats.org/drawingml/2006/main">
              <a:ext uri="{FF2B5EF4-FFF2-40B4-BE49-F238E27FC236}">
                <a16:creationId xmlns:a16="http://schemas.microsoft.com/office/drawing/2014/main" id="{2857B729-1D91-4AFA-9519-46E8587EE3FC}"/>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EA601DA5-6465-40C8-8CC1-50354516372C}"/>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rPr sz="3600"/>
              <a:t>Δ</a:t>
            </a:r>
            <a:r>
              <a:rPr sz="3600" i="1">
                <a:latin typeface="Pretendard"/>
                <a:ea typeface="Pretendard"/>
                <a:cs typeface="Pretendard"/>
              </a:rPr>
              <a:t>H</a:t>
            </a:r>
            <a:r>
              <a:rPr sz="3600"/>
              <a:t>₁ = </a:t>
            </a:r>
            <a:r>
              <a:rPr sz="3600"/>
              <a:t>Δ</a:t>
            </a:r>
            <a:r>
              <a:rPr sz="3600" i="1">
                <a:latin typeface="Pretendard"/>
                <a:ea typeface="Pretendard"/>
                <a:cs typeface="Pretendard"/>
              </a:rPr>
              <a:t>H</a:t>
            </a:r>
            <a:r>
              <a:rPr sz="3600"/>
              <a:t>₂ + </a:t>
            </a:r>
            <a:r>
              <a:rPr sz="3600"/>
              <a:t>Δ</a:t>
            </a:r>
            <a:r>
              <a:rPr sz="3600" i="1">
                <a:latin typeface="Pretendard"/>
                <a:ea typeface="Pretendard"/>
                <a:cs typeface="Pretendard"/>
              </a:rPr>
              <a:t>H</a:t>
            </a:r>
            <a:r>
              <a:rPr sz="3600"/>
              <a:t>₃</a:t>
            </a:r>
          </a:p>
        </p:txBody>
      </p:sp>
    </p:spTree>
    <p:extLst>
      <p:ext uri="{BB962C8B-B14F-4D97-AF65-F5344CB8AC3E}">
        <p14:creationId xmlns:p14="http://schemas.microsoft.com/office/powerpoint/2010/main" val="57384868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72C08F62-A08B-48C9-AC99-5EDDEF222026}"/>
              </a:ext>
            </a:extLst>
          </p:cNvPr>
          <p:cNvPicPr>
            <a:picLocks xmlns:a="http://schemas.openxmlformats.org/drawingml/2006/main" noChangeAspect="1"/>
          </p:cNvPicPr>
          <p:nvPr/>
        </p:nvPicPr>
        <p:blipFill>
          <a:blip xmlns:r="http://schemas.openxmlformats.org/officeDocument/2006/relationships" xmlns:a="http://schemas.openxmlformats.org/drawingml/2006/main" r:embed="R88a86be3beaa4b4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9D0CB97-38B9-4BF6-8CF4-45CE4EB2907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D90A3B3-07D3-4E36-B3E2-3898B369B84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C4937E3C-39D5-4DBA-8D37-B4301B17A54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8BB767D-B4EA-4012-840D-728DFFC41A7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21FBA2DC-1C25-4166-BC8A-1362FEED904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725F367E-08CA-452D-9EA0-ADE1448C1073}"/>
              </a:ext>
            </a:extLst>
          </p:cNvPr>
          <p:cNvPicPr>
            <a:picLocks xmlns:a="http://schemas.openxmlformats.org/drawingml/2006/main" noChangeAspect="1"/>
          </p:cNvPicPr>
          <p:nvPr/>
        </p:nvPicPr>
        <p:blipFill>
          <a:blip xmlns:r="http://schemas.openxmlformats.org/officeDocument/2006/relationships" xmlns:a="http://schemas.openxmlformats.org/drawingml/2006/main" r:embed="R52e7c933b6a6419d"/>
          <a:stretch xmlns:a="http://schemas.openxmlformats.org/drawingml/2006/main"/>
        </p:blipFill>
        <p:spPr>
          <a:xfrm xmlns:a="http://schemas.openxmlformats.org/drawingml/2006/main">
            <a:off x="1905000" y="4922520"/>
            <a:ext cx="13844588" cy="81438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7829D575-B7FF-40F2-B644-E62A02520724}"/>
              </a:ext>
            </a:extLst>
          </p:cNvPr>
          <p:cNvPicPr>
            <a:picLocks xmlns:a="http://schemas.openxmlformats.org/drawingml/2006/main" noChangeAspect="1"/>
          </p:cNvPicPr>
          <p:nvPr/>
        </p:nvPicPr>
        <p:blipFill>
          <a:blip xmlns:r="http://schemas.openxmlformats.org/officeDocument/2006/relationships" xmlns:a="http://schemas.openxmlformats.org/drawingml/2006/main" r:embed="R29a95f569c424563"/>
          <a:stretch xmlns:a="http://schemas.openxmlformats.org/drawingml/2006/main"/>
        </p:blipFill>
        <p:spPr>
          <a:xfrm xmlns:a="http://schemas.openxmlformats.org/drawingml/2006/main">
            <a:off x="1905000" y="5631656"/>
            <a:ext cx="15066169" cy="814388"/>
          </a:xfrm>
          <a:prstGeom xmlns:a="http://schemas.openxmlformats.org/drawingml/2006/main" prst="rect">
            <a:avLst/>
          </a:prstGeom>
        </p:spPr>
      </p:pic>
      <p:sp>
        <p:nvSpPr>
          <p:cNvPr id="9" name="line">
            <a:extLst xmlns:a="http://schemas.openxmlformats.org/drawingml/2006/main">
              <a:ext uri="{FF2B5EF4-FFF2-40B4-BE49-F238E27FC236}">
                <a16:creationId xmlns:a16="http://schemas.microsoft.com/office/drawing/2014/main" id="{A87F7E06-14FA-4A6A-98FC-BA929B16DD58}"/>
              </a:ext>
            </a:extLst>
          </p:cNvPr>
          <p:cNvSpPr>
            <a:spLocks xmlns:a="http://schemas.openxmlformats.org/drawingml/2006/main" noGrp="1"/>
          </p:cNvSpPr>
          <p:nvPr/>
        </p:nvSpPr>
        <p:spPr>
          <a:xfrm xmlns:a="http://schemas.openxmlformats.org/drawingml/2006/main">
            <a:off x="2219325" y="6560344"/>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pic>
        <p:nvPicPr>
          <p:cNvPr id="10" name="">
            <a:extLst xmlns:a="http://schemas.openxmlformats.org/drawingml/2006/main">
              <a:ext uri="{FF2B5EF4-FFF2-40B4-BE49-F238E27FC236}">
                <a16:creationId xmlns:a16="http://schemas.microsoft.com/office/drawing/2014/main" id="{11FE9EA6-1EE9-46AA-9069-3A58625C3D70}"/>
              </a:ext>
            </a:extLst>
          </p:cNvPr>
          <p:cNvPicPr>
            <a:picLocks xmlns:a="http://schemas.openxmlformats.org/drawingml/2006/main" noChangeAspect="1"/>
          </p:cNvPicPr>
          <p:nvPr/>
        </p:nvPicPr>
        <p:blipFill>
          <a:blip xmlns:r="http://schemas.openxmlformats.org/officeDocument/2006/relationships" xmlns:a="http://schemas.openxmlformats.org/drawingml/2006/main" r:embed="R55c8ed3dfd8b4025"/>
          <a:stretch xmlns:a="http://schemas.openxmlformats.org/drawingml/2006/main"/>
        </p:blipFill>
        <p:spPr>
          <a:xfrm xmlns:a="http://schemas.openxmlformats.org/drawingml/2006/main">
            <a:off x="1905000" y="6647498"/>
            <a:ext cx="13844588" cy="814388"/>
          </a:xfrm>
          <a:prstGeom xmlns:a="http://schemas.openxmlformats.org/drawingml/2006/main" prst="rect">
            <a:avLst/>
          </a:prstGeom>
        </p:spPr>
      </p:pic>
      <p:sp>
        <p:nvSpPr>
          <p:cNvPr id="11" name="해석·결론">
            <a:extLst xmlns:a="http://schemas.openxmlformats.org/drawingml/2006/main">
              <a:ext uri="{FF2B5EF4-FFF2-40B4-BE49-F238E27FC236}">
                <a16:creationId xmlns:a16="http://schemas.microsoft.com/office/drawing/2014/main" id="{85A44D20-263E-445C-AAEE-2864869FA9BE}"/>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240373EF-E1CE-484A-AC49-1DC842DEC910}"/>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−189.3 kJ</a:t>
            </a:r>
          </a:p>
        </p:txBody>
      </p:sp>
    </p:spTree>
    <p:extLst>
      <p:ext uri="{BB962C8B-B14F-4D97-AF65-F5344CB8AC3E}">
        <p14:creationId xmlns:p14="http://schemas.microsoft.com/office/powerpoint/2010/main" val="161885146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05DFD18D-81CC-4288-9E79-91B9289F7D82}"/>
              </a:ext>
            </a:extLst>
          </p:cNvPr>
          <p:cNvPicPr>
            <a:picLocks xmlns:a="http://schemas.openxmlformats.org/drawingml/2006/main" noChangeAspect="1"/>
          </p:cNvPicPr>
          <p:nvPr/>
        </p:nvPicPr>
        <p:blipFill>
          <a:blip xmlns:r="http://schemas.openxmlformats.org/officeDocument/2006/relationships" xmlns:a="http://schemas.openxmlformats.org/drawingml/2006/main" r:embed="Rddf0a83f0e13478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3F446E7-B3B5-4500-A0EA-33E7B7DA145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E93CAF9-166F-4FA2-B337-9BC66C5EB22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614D3EDB-90DE-419F-B9F7-85B5FD5D1B6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4D43244-94A1-447A-8A3D-431124365DE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91C07EB9-3DD2-44AF-BF1E-C7F93102134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B2931527-914D-4837-A713-DA7E2737B539}"/>
              </a:ext>
            </a:extLst>
          </p:cNvPr>
          <p:cNvPicPr>
            <a:picLocks xmlns:a="http://schemas.openxmlformats.org/drawingml/2006/main" noChangeAspect="1"/>
          </p:cNvPicPr>
          <p:nvPr/>
        </p:nvPicPr>
        <p:blipFill>
          <a:blip xmlns:r="http://schemas.openxmlformats.org/officeDocument/2006/relationships" xmlns:a="http://schemas.openxmlformats.org/drawingml/2006/main" r:embed="R95c81fc7d233419f"/>
          <a:stretch xmlns:a="http://schemas.openxmlformats.org/drawingml/2006/main"/>
        </p:blipFill>
        <p:spPr>
          <a:xfrm xmlns:a="http://schemas.openxmlformats.org/drawingml/2006/main">
            <a:off x="2247900" y="4866477"/>
            <a:ext cx="13811250" cy="1313499"/>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5868AFEA-032C-4F6E-A329-2BD3E805C15C}"/>
              </a:ext>
            </a:extLst>
          </p:cNvPr>
          <p:cNvPicPr>
            <a:picLocks xmlns:a="http://schemas.openxmlformats.org/drawingml/2006/main" noChangeAspect="1"/>
          </p:cNvPicPr>
          <p:nvPr/>
        </p:nvPicPr>
        <p:blipFill>
          <a:blip xmlns:r="http://schemas.openxmlformats.org/officeDocument/2006/relationships" xmlns:a="http://schemas.openxmlformats.org/drawingml/2006/main" r:embed="R4ff5e6310d52455d"/>
          <a:stretch xmlns:a="http://schemas.openxmlformats.org/drawingml/2006/main"/>
        </p:blipFill>
        <p:spPr>
          <a:xfrm xmlns:a="http://schemas.openxmlformats.org/drawingml/2006/main">
            <a:off x="2247900" y="6033818"/>
            <a:ext cx="13811250" cy="1313499"/>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27CC520B-B71D-4CC6-A9B9-BD31FB98FE6D}"/>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0B5F6CB6-9793-43D3-B4C3-634C166C6891}"/>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
        <p:nvSpPr>
          <p:cNvPr id="11" name="text">
            <a:extLst xmlns:a="http://schemas.openxmlformats.org/drawingml/2006/main">
              <a:ext uri="{FF2B5EF4-FFF2-40B4-BE49-F238E27FC236}">
                <a16:creationId xmlns:a16="http://schemas.microsoft.com/office/drawing/2014/main" id="{46A409DA-7326-4196-A680-0A72B256E5CC}"/>
              </a:ext>
            </a:extLst>
          </p:cNvPr>
          <p:cNvSpPr>
            <a:spLocks xmlns:a="http://schemas.openxmlformats.org/drawingml/2006/main" noGrp="1"/>
          </p:cNvSpPr>
          <p:nvPr/>
        </p:nvSpPr>
        <p:spPr>
          <a:xfrm xmlns:a="http://schemas.openxmlformats.org/drawingml/2006/main">
            <a:off x="2286000" y="74866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계수 2배</a:t>
            </a:r>
          </a:p>
        </p:txBody>
      </p:sp>
      <p:sp>
        <p:nvSpPr>
          <p:cNvPr id="12" name="text">
            <a:extLst xmlns:a="http://schemas.openxmlformats.org/drawingml/2006/main">
              <a:ext uri="{FF2B5EF4-FFF2-40B4-BE49-F238E27FC236}">
                <a16:creationId xmlns:a16="http://schemas.microsoft.com/office/drawing/2014/main" id="{F6A6A316-F1CF-4FCF-8375-87DABB73A8AC}"/>
              </a:ext>
            </a:extLst>
          </p:cNvPr>
          <p:cNvSpPr>
            <a:spLocks xmlns:a="http://schemas.openxmlformats.org/drawingml/2006/main" noGrp="1"/>
          </p:cNvSpPr>
          <p:nvPr/>
        </p:nvSpPr>
        <p:spPr>
          <a:xfrm xmlns:a="http://schemas.openxmlformats.org/drawingml/2006/main">
            <a:off x="11477625" y="74866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t>Δ</a:t>
            </a:r>
            <a:r>
              <a:rPr i="1">
                <a:latin typeface="Pretendard"/>
                <a:ea typeface="Pretendard"/>
                <a:cs typeface="Pretendard"/>
              </a:rPr>
              <a:t>H</a:t>
            </a:r>
            <a:r>
              <a:t>도 2배</a:t>
            </a:r>
          </a:p>
        </p:txBody>
      </p:sp>
    </p:spTree>
    <p:extLst>
      <p:ext uri="{BB962C8B-B14F-4D97-AF65-F5344CB8AC3E}">
        <p14:creationId xmlns:p14="http://schemas.microsoft.com/office/powerpoint/2010/main" val="152341467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EDE61E5-1762-431E-A59F-99F8BE430E2D}"/>
              </a:ext>
            </a:extLst>
          </p:cNvPr>
          <p:cNvPicPr>
            <a:picLocks xmlns:a="http://schemas.openxmlformats.org/drawingml/2006/main" noChangeAspect="1"/>
          </p:cNvPicPr>
          <p:nvPr/>
        </p:nvPicPr>
        <p:blipFill>
          <a:blip xmlns:r="http://schemas.openxmlformats.org/officeDocument/2006/relationships" xmlns:a="http://schemas.openxmlformats.org/drawingml/2006/main" r:embed="Rda464a2d909b48f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85B592E-1398-49B1-AD04-EEFB7358D6F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D2CBD58-CFCC-418B-9319-DC13EDC1BAC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1CB4F009-4B05-4578-A62B-B01A09FBBEC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0AB9832-3C7F-44DA-98A5-C53844838DA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9690D820-0B14-44C9-8518-F1EAE0EABCE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C7184DDB-AF15-42DC-B659-0AFAA6051643}"/>
              </a:ext>
            </a:extLst>
          </p:cNvPr>
          <p:cNvPicPr>
            <a:picLocks xmlns:a="http://schemas.openxmlformats.org/drawingml/2006/main" noChangeAspect="1"/>
          </p:cNvPicPr>
          <p:nvPr/>
        </p:nvPicPr>
        <p:blipFill>
          <a:blip xmlns:r="http://schemas.openxmlformats.org/officeDocument/2006/relationships" xmlns:a="http://schemas.openxmlformats.org/drawingml/2006/main" r:embed="Reff47fd7f5fa4ce5"/>
          <a:stretch xmlns:a="http://schemas.openxmlformats.org/drawingml/2006/main"/>
        </p:blipFill>
        <p:spPr>
          <a:xfrm xmlns:a="http://schemas.openxmlformats.org/drawingml/2006/main">
            <a:off x="2247929" y="5029187"/>
            <a:ext cx="13811193" cy="89104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B4062240-69D9-4709-9C36-BAA65E4FC190}"/>
              </a:ext>
            </a:extLst>
          </p:cNvPr>
          <p:cNvPicPr>
            <a:picLocks xmlns:a="http://schemas.openxmlformats.org/drawingml/2006/main" noChangeAspect="1"/>
          </p:cNvPicPr>
          <p:nvPr/>
        </p:nvPicPr>
        <p:blipFill>
          <a:blip xmlns:r="http://schemas.openxmlformats.org/officeDocument/2006/relationships" xmlns:a="http://schemas.openxmlformats.org/drawingml/2006/main" r:embed="R44135a210a2c44f1"/>
          <a:stretch xmlns:a="http://schemas.openxmlformats.org/drawingml/2006/main"/>
        </p:blipFill>
        <p:spPr>
          <a:xfrm xmlns:a="http://schemas.openxmlformats.org/drawingml/2006/main">
            <a:off x="1332671" y="5997033"/>
            <a:ext cx="15622658" cy="961394"/>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14885E75-6A1D-42D1-91B5-76FF8426634A}"/>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96EAA816-917E-4181-A389-7A63BD72BB90}"/>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
        <p:nvSpPr>
          <p:cNvPr id="11" name="text">
            <a:extLst xmlns:a="http://schemas.openxmlformats.org/drawingml/2006/main">
              <a:ext uri="{FF2B5EF4-FFF2-40B4-BE49-F238E27FC236}">
                <a16:creationId xmlns:a16="http://schemas.microsoft.com/office/drawing/2014/main" id="{F4D12B29-03D4-4879-B944-509C8C96B4DF}"/>
              </a:ext>
            </a:extLst>
          </p:cNvPr>
          <p:cNvSpPr>
            <a:spLocks xmlns:a="http://schemas.openxmlformats.org/drawingml/2006/main" noGrp="1"/>
          </p:cNvSpPr>
          <p:nvPr/>
        </p:nvSpPr>
        <p:spPr>
          <a:xfrm xmlns:a="http://schemas.openxmlformats.org/drawingml/2006/main">
            <a:off x="11430000" y="4593922"/>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30" b="1">
                <a:solidFill>
                  <a:srgbClr val="57962F"/>
                </a:solidFill>
                <a:latin typeface="Pretendard"/>
                <a:ea typeface="Pretendard"/>
                <a:cs typeface="Pretendard"/>
              </a:defRPr>
            </a:defPPr>
            <a:lvl1pPr algn="l">
              <a:defRPr sz="2730" b="1">
                <a:solidFill>
                  <a:srgbClr val="57962F"/>
                </a:solidFill>
                <a:latin typeface="Pretendard"/>
                <a:ea typeface="Pretendard"/>
                <a:cs typeface="Pretendard"/>
              </a:defRPr>
            </a:lvl1pPr>
            <a:lvl2pPr algn="l">
              <a:defRPr sz="2730" b="1">
                <a:solidFill>
                  <a:srgbClr val="57962F"/>
                </a:solidFill>
                <a:latin typeface="Pretendard"/>
                <a:ea typeface="Pretendard"/>
                <a:cs typeface="Pretendard"/>
              </a:defRPr>
            </a:lvl2pPr>
            <a:lvl3pPr algn="l">
              <a:defRPr sz="2730" b="1">
                <a:solidFill>
                  <a:srgbClr val="57962F"/>
                </a:solidFill>
                <a:latin typeface="Pretendard"/>
                <a:ea typeface="Pretendard"/>
                <a:cs typeface="Pretendard"/>
              </a:defRPr>
            </a:lvl3pPr>
            <a:lvl4pPr algn="l">
              <a:defRPr sz="2730" b="1">
                <a:solidFill>
                  <a:srgbClr val="57962F"/>
                </a:solidFill>
                <a:latin typeface="Pretendard"/>
                <a:ea typeface="Pretendard"/>
                <a:cs typeface="Pretendard"/>
              </a:defRPr>
            </a:lvl4pPr>
            <a:lvl5pPr algn="l">
              <a:defRPr sz="2730" b="1">
                <a:solidFill>
                  <a:srgbClr val="57962F"/>
                </a:solidFill>
                <a:latin typeface="Pretendard"/>
                <a:ea typeface="Pretendard"/>
                <a:cs typeface="Pretendard"/>
              </a:defRPr>
            </a:lvl5pPr>
            <a:lvl6pPr algn="l">
              <a:defRPr sz="2730" b="1">
                <a:solidFill>
                  <a:srgbClr val="57962F"/>
                </a:solidFill>
                <a:latin typeface="Pretendard"/>
                <a:ea typeface="Pretendard"/>
                <a:cs typeface="Pretendard"/>
              </a:defRPr>
            </a:lvl6pPr>
            <a:lvl7pPr algn="l">
              <a:defRPr sz="2730" b="1">
                <a:solidFill>
                  <a:srgbClr val="57962F"/>
                </a:solidFill>
                <a:latin typeface="Pretendard"/>
                <a:ea typeface="Pretendard"/>
                <a:cs typeface="Pretendard"/>
              </a:defRPr>
            </a:lvl7pPr>
            <a:lvl8pPr algn="l">
              <a:defRPr sz="2730" b="1">
                <a:solidFill>
                  <a:srgbClr val="57962F"/>
                </a:solidFill>
                <a:latin typeface="Pretendard"/>
                <a:ea typeface="Pretendard"/>
                <a:cs typeface="Pretendard"/>
              </a:defRPr>
            </a:lvl8pPr>
            <a:lvl9pPr algn="l">
              <a:defRPr sz="2730" b="1">
                <a:solidFill>
                  <a:srgbClr val="57962F"/>
                </a:solidFill>
                <a:latin typeface="Pretendard"/>
                <a:ea typeface="Pretendard"/>
                <a:cs typeface="Pretendard"/>
              </a:defRPr>
            </a:lvl9pPr>
          </a:lstStyle>
          <a:p xmlns:a="http://schemas.openxmlformats.org/drawingml/2006/main">
            <a:pPr algn="l">
              <a:defRPr sz="2730" b="1">
                <a:solidFill>
                  <a:srgbClr val="57962F"/>
                </a:solidFill>
                <a:latin typeface="Pretendard"/>
                <a:ea typeface="Pretendard"/>
                <a:cs typeface="Pretendard"/>
              </a:defRPr>
            </a:pPr>
            <a:r>
              <a:rPr sz="2730" b="1">
                <a:solidFill>
                  <a:srgbClr val="57962F"/>
                </a:solidFill>
                <a:latin typeface="Pretendard"/>
                <a:ea typeface="Pretendard"/>
                <a:cs typeface="Pretendard"/>
              </a:rPr>
              <a:t>발열 반응</a:t>
            </a:r>
          </a:p>
        </p:txBody>
      </p:sp>
      <p:sp>
        <p:nvSpPr>
          <p:cNvPr id="12" name="text">
            <a:extLst xmlns:a="http://schemas.openxmlformats.org/drawingml/2006/main">
              <a:ext uri="{FF2B5EF4-FFF2-40B4-BE49-F238E27FC236}">
                <a16:creationId xmlns:a16="http://schemas.microsoft.com/office/drawing/2014/main" id="{4202080B-34D3-468C-BADF-0CF8CF50EDA6}"/>
              </a:ext>
            </a:extLst>
          </p:cNvPr>
          <p:cNvSpPr>
            <a:spLocks xmlns:a="http://schemas.openxmlformats.org/drawingml/2006/main" noGrp="1"/>
          </p:cNvSpPr>
          <p:nvPr/>
        </p:nvSpPr>
        <p:spPr>
          <a:xfrm xmlns:a="http://schemas.openxmlformats.org/drawingml/2006/main">
            <a:off x="11430000" y="6874178"/>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30" b="1">
                <a:solidFill>
                  <a:srgbClr val="57962F"/>
                </a:solidFill>
                <a:latin typeface="Pretendard"/>
                <a:ea typeface="Pretendard"/>
                <a:cs typeface="Pretendard"/>
              </a:defRPr>
            </a:defPPr>
            <a:lvl1pPr algn="l">
              <a:defRPr sz="2730" b="1">
                <a:solidFill>
                  <a:srgbClr val="57962F"/>
                </a:solidFill>
                <a:latin typeface="Pretendard"/>
                <a:ea typeface="Pretendard"/>
                <a:cs typeface="Pretendard"/>
              </a:defRPr>
            </a:lvl1pPr>
            <a:lvl2pPr algn="l">
              <a:defRPr sz="2730" b="1">
                <a:solidFill>
                  <a:srgbClr val="57962F"/>
                </a:solidFill>
                <a:latin typeface="Pretendard"/>
                <a:ea typeface="Pretendard"/>
                <a:cs typeface="Pretendard"/>
              </a:defRPr>
            </a:lvl2pPr>
            <a:lvl3pPr algn="l">
              <a:defRPr sz="2730" b="1">
                <a:solidFill>
                  <a:srgbClr val="57962F"/>
                </a:solidFill>
                <a:latin typeface="Pretendard"/>
                <a:ea typeface="Pretendard"/>
                <a:cs typeface="Pretendard"/>
              </a:defRPr>
            </a:lvl3pPr>
            <a:lvl4pPr algn="l">
              <a:defRPr sz="2730" b="1">
                <a:solidFill>
                  <a:srgbClr val="57962F"/>
                </a:solidFill>
                <a:latin typeface="Pretendard"/>
                <a:ea typeface="Pretendard"/>
                <a:cs typeface="Pretendard"/>
              </a:defRPr>
            </a:lvl4pPr>
            <a:lvl5pPr algn="l">
              <a:defRPr sz="2730" b="1">
                <a:solidFill>
                  <a:srgbClr val="57962F"/>
                </a:solidFill>
                <a:latin typeface="Pretendard"/>
                <a:ea typeface="Pretendard"/>
                <a:cs typeface="Pretendard"/>
              </a:defRPr>
            </a:lvl5pPr>
            <a:lvl6pPr algn="l">
              <a:defRPr sz="2730" b="1">
                <a:solidFill>
                  <a:srgbClr val="57962F"/>
                </a:solidFill>
                <a:latin typeface="Pretendard"/>
                <a:ea typeface="Pretendard"/>
                <a:cs typeface="Pretendard"/>
              </a:defRPr>
            </a:lvl6pPr>
            <a:lvl7pPr algn="l">
              <a:defRPr sz="2730" b="1">
                <a:solidFill>
                  <a:srgbClr val="57962F"/>
                </a:solidFill>
                <a:latin typeface="Pretendard"/>
                <a:ea typeface="Pretendard"/>
                <a:cs typeface="Pretendard"/>
              </a:defRPr>
            </a:lvl7pPr>
            <a:lvl8pPr algn="l">
              <a:defRPr sz="2730" b="1">
                <a:solidFill>
                  <a:srgbClr val="57962F"/>
                </a:solidFill>
                <a:latin typeface="Pretendard"/>
                <a:ea typeface="Pretendard"/>
                <a:cs typeface="Pretendard"/>
              </a:defRPr>
            </a:lvl8pPr>
            <a:lvl9pPr algn="l">
              <a:defRPr sz="2730" b="1">
                <a:solidFill>
                  <a:srgbClr val="57962F"/>
                </a:solidFill>
                <a:latin typeface="Pretendard"/>
                <a:ea typeface="Pretendard"/>
                <a:cs typeface="Pretendard"/>
              </a:defRPr>
            </a:lvl9pPr>
          </a:lstStyle>
          <a:p xmlns:a="http://schemas.openxmlformats.org/drawingml/2006/main">
            <a:pPr algn="l">
              <a:defRPr sz="2730" b="1">
                <a:solidFill>
                  <a:srgbClr val="57962F"/>
                </a:solidFill>
                <a:latin typeface="Pretendard"/>
                <a:ea typeface="Pretendard"/>
                <a:cs typeface="Pretendard"/>
              </a:defRPr>
            </a:pPr>
            <a:r>
              <a:rPr sz="2730" b="1">
                <a:solidFill>
                  <a:srgbClr val="57962F"/>
                </a:solidFill>
                <a:latin typeface="Pretendard"/>
                <a:ea typeface="Pretendard"/>
                <a:cs typeface="Pretendard"/>
              </a:rPr>
              <a:t>흡열 반응</a:t>
            </a:r>
          </a:p>
        </p:txBody>
      </p:sp>
    </p:spTree>
    <p:extLst>
      <p:ext uri="{BB962C8B-B14F-4D97-AF65-F5344CB8AC3E}">
        <p14:creationId xmlns:p14="http://schemas.microsoft.com/office/powerpoint/2010/main" val="203192768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5FEC86E4-C811-408D-8190-6DB446196958}"/>
              </a:ext>
            </a:extLst>
          </p:cNvPr>
          <p:cNvPicPr>
            <a:picLocks xmlns:a="http://schemas.openxmlformats.org/drawingml/2006/main" noChangeAspect="1"/>
          </p:cNvPicPr>
          <p:nvPr/>
        </p:nvPicPr>
        <p:blipFill>
          <a:blip xmlns:r="http://schemas.openxmlformats.org/officeDocument/2006/relationships" xmlns:a="http://schemas.openxmlformats.org/drawingml/2006/main" r:embed="Ra8f094bc031e459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89C7837-A34E-495D-8271-0E21962CB49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F55113F-4709-4F1E-B44D-45222C92C20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4D7C14B7-9BDC-4C64-A621-87CFC765E53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8E34C8E-225C-4BDE-8222-964E75FA9AE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5552794E-DB49-42D8-A3CC-831F5C3F522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C4D4C61E-5456-4FFB-8EAE-8D4F90384983}"/>
              </a:ext>
            </a:extLst>
          </p:cNvPr>
          <p:cNvGraphicFramePr/>
          <p:nvPr/>
        </p:nvGraphicFramePr>
        <p:xfrm>
          <a:off xmlns:a="http://schemas.openxmlformats.org/drawingml/2006/main" x="3476625" y="4286250"/>
          <a:ext xmlns:a="http://schemas.openxmlformats.org/drawingml/2006/main" cx="11334750" cy="3810000"/>
        </p:xfrm>
        <a:graphic xmlns:a="http://schemas.openxmlformats.org/drawingml/2006/main">
          <a:graphicData uri="http://schemas.openxmlformats.org/drawingml/2006/table">
            <a:tbl>
              <a:tblPr/>
              <a:tblGrid>
                <a:gridCol w="5429250"/>
                <a:gridCol w="5905500"/>
              </a:tblGrid>
              <a:tr h="952500">
                <a:tc>
                  <a:txBody>
                    <a:bodyPr wrap="none" lIns="114300" tIns="114300" rIns="114300" bIns="114300"/>
                    <a:lstStyle/>
                    <a:p>
                      <a:pPr algn="ctr"/>
                      <a:r>
                        <a:rPr sz="315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15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각 </a:t>
                      </a: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017BDFD8-D4A1-455F-BA42-0FCE46B4439A}"/>
              </a:ext>
            </a:extLst>
          </p:cNvPr>
          <p:cNvSpPr>
            <a:spLocks xmlns:a="http://schemas.openxmlformats.org/drawingml/2006/main" noGrp="1"/>
          </p:cNvSpPr>
          <p:nvPr/>
        </p:nvSpPr>
        <p:spPr>
          <a:xfrm xmlns:a="http://schemas.openxmlformats.org/drawingml/2006/main" rot="0">
            <a:off x="34766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D90D508F-1EC3-4CD0-AC39-EF9923142D1F}"/>
              </a:ext>
            </a:extLst>
          </p:cNvPr>
          <p:cNvSpPr>
            <a:spLocks xmlns:a="http://schemas.openxmlformats.org/drawingml/2006/main" noGrp="1"/>
          </p:cNvSpPr>
          <p:nvPr/>
        </p:nvSpPr>
        <p:spPr>
          <a:xfrm xmlns:a="http://schemas.openxmlformats.org/drawingml/2006/main" rot="5400000">
            <a:off x="1462087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99CB6758-19B9-499E-9FA6-2DCA032C9594}"/>
              </a:ext>
            </a:extLst>
          </p:cNvPr>
          <p:cNvSpPr>
            <a:spLocks xmlns:a="http://schemas.openxmlformats.org/drawingml/2006/main" noGrp="1"/>
          </p:cNvSpPr>
          <p:nvPr/>
        </p:nvSpPr>
        <p:spPr>
          <a:xfrm xmlns:a="http://schemas.openxmlformats.org/drawingml/2006/main" rot="10800000">
            <a:off x="1462087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260C9F11-F561-4B3B-9F71-5337AFFF1394}"/>
              </a:ext>
            </a:extLst>
          </p:cNvPr>
          <p:cNvSpPr>
            <a:spLocks xmlns:a="http://schemas.openxmlformats.org/drawingml/2006/main" noGrp="1"/>
          </p:cNvSpPr>
          <p:nvPr/>
        </p:nvSpPr>
        <p:spPr>
          <a:xfrm xmlns:a="http://schemas.openxmlformats.org/drawingml/2006/main" rot="16200000">
            <a:off x="347662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114168514"/>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35D60CCA-1032-427E-A6E0-A16EDACD98B5}"/>
              </a:ext>
            </a:extLst>
          </p:cNvPr>
          <p:cNvPicPr>
            <a:picLocks xmlns:a="http://schemas.openxmlformats.org/drawingml/2006/main" noChangeAspect="1"/>
          </p:cNvPicPr>
          <p:nvPr/>
        </p:nvPicPr>
        <p:blipFill>
          <a:blip xmlns:r="http://schemas.openxmlformats.org/officeDocument/2006/relationships" xmlns:a="http://schemas.openxmlformats.org/drawingml/2006/main" r:embed="R621482067b634b61"/>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53F44341-BA7C-453B-BFD4-7C176B9EE70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76C36DB8-FAE1-4AEB-86A7-812822A53490}"/>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6D82E323-3F4C-4C6A-867E-EDAE63F392FB}"/>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60264D71-371A-488A-B855-C5571353DF47}"/>
              </a:ext>
            </a:extLst>
          </p:cNvPr>
          <p:cNvPicPr>
            <a:picLocks xmlns:a="http://schemas.openxmlformats.org/drawingml/2006/main" noChangeAspect="1"/>
          </p:cNvPicPr>
          <p:nvPr/>
        </p:nvPicPr>
        <p:blipFill>
          <a:blip xmlns:r="http://schemas.openxmlformats.org/officeDocument/2006/relationships" xmlns:a="http://schemas.openxmlformats.org/drawingml/2006/main" r:embed="R9bcb1e5859624d6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03DBED58-301F-4D1A-9753-10F5D1C2D34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6BFE1415-2569-4D41-A83B-C38D249C7989}"/>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8" name="text">
            <a:extLst xmlns:a="http://schemas.openxmlformats.org/drawingml/2006/main">
              <a:ext uri="{FF2B5EF4-FFF2-40B4-BE49-F238E27FC236}">
                <a16:creationId xmlns:a16="http://schemas.microsoft.com/office/drawing/2014/main" id="{A802AC26-497F-4447-935A-823E3D5E664B}"/>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9" name="text">
            <a:extLst xmlns:a="http://schemas.openxmlformats.org/drawingml/2006/main">
              <a:ext uri="{FF2B5EF4-FFF2-40B4-BE49-F238E27FC236}">
                <a16:creationId xmlns:a16="http://schemas.microsoft.com/office/drawing/2014/main" id="{90332171-4A74-4B54-A47B-745FEF8AD594}"/>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76066973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3F4F0757-271F-4D56-8C7D-66F689D3CFB5}"/>
              </a:ext>
            </a:extLst>
          </p:cNvPr>
          <p:cNvPicPr>
            <a:picLocks xmlns:a="http://schemas.openxmlformats.org/drawingml/2006/main" noChangeAspect="1"/>
          </p:cNvPicPr>
          <p:nvPr/>
        </p:nvPicPr>
        <p:blipFill>
          <a:blip xmlns:r="http://schemas.openxmlformats.org/officeDocument/2006/relationships" xmlns:a="http://schemas.openxmlformats.org/drawingml/2006/main" r:embed="R39e0af1b3a944e8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6C04E10-2C48-4A3F-8C03-FD4E0A8648F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E34A4B3-7475-4D98-8510-CB68DBAC627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366A0231-B353-45B2-9E29-9E575F2A0B5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00842AA-C79A-4DA2-9E6C-9B535AC6C04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F7387834-DC4A-4B76-B9F0-45CD596542C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생성열을 직접 재기 어려운 까닭</a:t>
            </a:r>
          </a:p>
        </p:txBody>
      </p:sp>
      <p:pic>
        <p:nvPicPr>
          <p:cNvPr id="7" name="">
            <a:extLst xmlns:a="http://schemas.openxmlformats.org/drawingml/2006/main">
              <a:ext uri="{FF2B5EF4-FFF2-40B4-BE49-F238E27FC236}">
                <a16:creationId xmlns:a16="http://schemas.microsoft.com/office/drawing/2014/main" id="{E6608189-054D-400D-90E0-160D930A9384}"/>
              </a:ext>
            </a:extLst>
          </p:cNvPr>
          <p:cNvPicPr>
            <a:picLocks xmlns:a="http://schemas.openxmlformats.org/drawingml/2006/main" noChangeAspect="1"/>
          </p:cNvPicPr>
          <p:nvPr/>
        </p:nvPicPr>
        <p:blipFill>
          <a:blip xmlns:r="http://schemas.openxmlformats.org/officeDocument/2006/relationships" xmlns:a="http://schemas.openxmlformats.org/drawingml/2006/main" r:embed="R4c533022670a42e2"/>
          <a:stretch xmlns:a="http://schemas.openxmlformats.org/drawingml/2006/main"/>
        </p:blipFill>
        <p:spPr>
          <a:xfrm xmlns:a="http://schemas.openxmlformats.org/drawingml/2006/main">
            <a:off x="2503792" y="5238750"/>
            <a:ext cx="2755292" cy="4238625"/>
          </a:xfrm>
          <a:prstGeom xmlns:a="http://schemas.openxmlformats.org/drawingml/2006/main" prst="rect">
            <a:avLst/>
          </a:prstGeom>
        </p:spPr>
      </p:pic>
      <p:sp>
        <p:nvSpPr>
          <p:cNvPr id="8" name="참조 R03-22 여백 있는 말풍선">
            <a:extLst xmlns:a="http://schemas.openxmlformats.org/drawingml/2006/main">
              <a:ext uri="{FF2B5EF4-FFF2-40B4-BE49-F238E27FC236}">
                <a16:creationId xmlns:a16="http://schemas.microsoft.com/office/drawing/2014/main" id="{63470952-2637-4597-9310-1B04791C3CDC}"/>
              </a:ext>
            </a:extLst>
          </p:cNvPr>
          <p:cNvSpPr>
            <a:spLocks xmlns:a="http://schemas.openxmlformats.org/drawingml/2006/main" noGrp="1"/>
          </p:cNvSpPr>
          <p:nvPr/>
        </p:nvSpPr>
        <p:spPr>
          <a:xfrm xmlns:a="http://schemas.openxmlformats.org/drawingml/2006/main">
            <a:off x="1524000" y="3714750"/>
            <a:ext cx="4524375" cy="1390650"/>
          </a:xfrm>
          <a:prstGeom xmlns:a="http://schemas.openxmlformats.org/drawingml/2006/main" prst="roundRect">
            <a:avLst>
              <a:gd name="adj" fmla="val 17808"/>
            </a:avLst>
          </a:prstGeom>
          <a:solidFill xmlns:a="http://schemas.openxmlformats.org/drawingml/2006/main">
            <a:srgbClr val="F5F5F5"/>
          </a:solidFill>
          <a:ln xmlns:a="http://schemas.openxmlformats.org/drawingml/2006/main" w="0">
            <a:noFill/>
          </a:ln>
        </p:spPr>
      </p:sp>
      <p:sp>
        <p:nvSpPr>
          <p:cNvPr id="9" name="인물 발화 연결 꼬리">
            <a:extLst xmlns:a="http://schemas.openxmlformats.org/drawingml/2006/main">
              <a:ext uri="{FF2B5EF4-FFF2-40B4-BE49-F238E27FC236}">
                <a16:creationId xmlns:a16="http://schemas.microsoft.com/office/drawing/2014/main" id="{AE3B4B78-ECD1-4AFE-9AD7-13CD3251BCDD}"/>
              </a:ext>
            </a:extLst>
          </p:cNvPr>
          <p:cNvSpPr>
            <a:spLocks xmlns:a="http://schemas.openxmlformats.org/drawingml/2006/main" noGrp="1"/>
          </p:cNvSpPr>
          <p:nvPr/>
        </p:nvSpPr>
        <p:spPr>
          <a:xfrm xmlns:a="http://schemas.openxmlformats.org/drawingml/2006/main">
            <a:off x="3786188" y="50958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0" name="캐릭터 질문 1">
            <a:extLst xmlns:a="http://schemas.openxmlformats.org/drawingml/2006/main">
              <a:ext uri="{FF2B5EF4-FFF2-40B4-BE49-F238E27FC236}">
                <a16:creationId xmlns:a16="http://schemas.microsoft.com/office/drawing/2014/main" id="{530E5A47-04F4-4D14-9589-96DBA72BD699}"/>
              </a:ext>
            </a:extLst>
          </p:cNvPr>
          <p:cNvSpPr>
            <a:spLocks xmlns:a="http://schemas.openxmlformats.org/drawingml/2006/main" noGrp="1"/>
          </p:cNvSpPr>
          <p:nvPr/>
        </p:nvSpPr>
        <p:spPr>
          <a:xfrm xmlns:a="http://schemas.openxmlformats.org/drawingml/2006/main">
            <a:off x="1752600" y="3943350"/>
            <a:ext cx="4067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CO만 생길 때의 열을</a:t>
            </a:r>
          </a:p>
        </p:txBody>
      </p:sp>
      <p:sp>
        <p:nvSpPr>
          <p:cNvPr id="11" name="캐릭터 질문 2">
            <a:extLst xmlns:a="http://schemas.openxmlformats.org/drawingml/2006/main">
              <a:ext uri="{FF2B5EF4-FFF2-40B4-BE49-F238E27FC236}">
                <a16:creationId xmlns:a16="http://schemas.microsoft.com/office/drawing/2014/main" id="{3B563B9B-8C93-486C-92C7-EC6DB2321A95}"/>
              </a:ext>
            </a:extLst>
          </p:cNvPr>
          <p:cNvSpPr>
            <a:spLocks xmlns:a="http://schemas.openxmlformats.org/drawingml/2006/main" noGrp="1"/>
          </p:cNvSpPr>
          <p:nvPr/>
        </p:nvSpPr>
        <p:spPr>
          <a:xfrm xmlns:a="http://schemas.openxmlformats.org/drawingml/2006/main">
            <a:off x="1752600" y="4410075"/>
            <a:ext cx="4067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어떻게 구할까?</a:t>
            </a:r>
          </a:p>
        </p:txBody>
      </p:sp>
      <p:sp>
        <p:nvSpPr>
          <p:cNvPr id="12" name="R04-33 표제와 해석 영역">
            <a:extLst xmlns:a="http://schemas.openxmlformats.org/drawingml/2006/main">
              <a:ext uri="{FF2B5EF4-FFF2-40B4-BE49-F238E27FC236}">
                <a16:creationId xmlns:a16="http://schemas.microsoft.com/office/drawing/2014/main" id="{1651D439-140B-4179-B444-3DF9D6448AE9}"/>
              </a:ext>
            </a:extLst>
          </p:cNvPr>
          <p:cNvSpPr>
            <a:spLocks xmlns:a="http://schemas.openxmlformats.org/drawingml/2006/main" noGrp="1"/>
          </p:cNvSpPr>
          <p:nvPr/>
        </p:nvSpPr>
        <p:spPr>
          <a:xfrm xmlns:a="http://schemas.openxmlformats.org/drawingml/2006/main">
            <a:off x="6905625" y="3905250"/>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3" name="rich">
            <a:extLst xmlns:a="http://schemas.openxmlformats.org/drawingml/2006/main">
              <a:ext uri="{FF2B5EF4-FFF2-40B4-BE49-F238E27FC236}">
                <a16:creationId xmlns:a16="http://schemas.microsoft.com/office/drawing/2014/main" id="{4C842102-8C33-4A1E-83B9-52FB34BD1FBF}"/>
              </a:ext>
            </a:extLst>
          </p:cNvPr>
          <p:cNvSpPr>
            <a:spLocks xmlns:a="http://schemas.openxmlformats.org/drawingml/2006/main" noGrp="1"/>
          </p:cNvSpPr>
          <p:nvPr/>
        </p:nvSpPr>
        <p:spPr>
          <a:xfrm xmlns:a="http://schemas.openxmlformats.org/drawingml/2006/main">
            <a:off x="7210425" y="4067175"/>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함께 생성될 수 있는 CO₂</a:t>
            </a:r>
          </a:p>
        </p:txBody>
      </p:sp>
      <p:sp>
        <p:nvSpPr>
          <p:cNvPr id="14" name="rich">
            <a:extLst xmlns:a="http://schemas.openxmlformats.org/drawingml/2006/main">
              <a:ext uri="{FF2B5EF4-FFF2-40B4-BE49-F238E27FC236}">
                <a16:creationId xmlns:a16="http://schemas.microsoft.com/office/drawing/2014/main" id="{9FCC8015-FAB9-429A-9DE7-8FB870E2B1A1}"/>
              </a:ext>
            </a:extLst>
          </p:cNvPr>
          <p:cNvSpPr>
            <a:spLocks xmlns:a="http://schemas.openxmlformats.org/drawingml/2006/main" noGrp="1"/>
          </p:cNvSpPr>
          <p:nvPr/>
        </p:nvSpPr>
        <p:spPr>
          <a:xfrm xmlns:a="http://schemas.openxmlformats.org/drawingml/2006/main">
            <a:off x="7210425" y="4695825"/>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탄소가 불완전 연소할 때 CO₂도 생성될 수 있다.</a:t>
            </a:r>
          </a:p>
        </p:txBody>
      </p:sp>
      <p:sp>
        <p:nvSpPr>
          <p:cNvPr id="15" name="R04-33 표제와 해석 영역">
            <a:extLst xmlns:a="http://schemas.openxmlformats.org/drawingml/2006/main">
              <a:ext uri="{FF2B5EF4-FFF2-40B4-BE49-F238E27FC236}">
                <a16:creationId xmlns:a16="http://schemas.microsoft.com/office/drawing/2014/main" id="{92238A0F-C237-4C36-8C80-720993EFBAE7}"/>
              </a:ext>
            </a:extLst>
          </p:cNvPr>
          <p:cNvSpPr>
            <a:spLocks xmlns:a="http://schemas.openxmlformats.org/drawingml/2006/main" noGrp="1"/>
          </p:cNvSpPr>
          <p:nvPr/>
        </p:nvSpPr>
        <p:spPr>
          <a:xfrm xmlns:a="http://schemas.openxmlformats.org/drawingml/2006/main">
            <a:off x="6905625" y="5724525"/>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C8DCDED0-5D4E-48BB-AD05-42AE4261803C}"/>
              </a:ext>
            </a:extLst>
          </p:cNvPr>
          <p:cNvSpPr>
            <a:spLocks xmlns:a="http://schemas.openxmlformats.org/drawingml/2006/main" noGrp="1"/>
          </p:cNvSpPr>
          <p:nvPr/>
        </p:nvSpPr>
        <p:spPr>
          <a:xfrm xmlns:a="http://schemas.openxmlformats.org/drawingml/2006/main">
            <a:off x="7210425" y="5886450"/>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따로 측정하기 어려운 열</a:t>
            </a:r>
          </a:p>
        </p:txBody>
      </p:sp>
      <p:sp>
        <p:nvSpPr>
          <p:cNvPr id="17" name="rich">
            <a:extLst xmlns:a="http://schemas.openxmlformats.org/drawingml/2006/main">
              <a:ext uri="{FF2B5EF4-FFF2-40B4-BE49-F238E27FC236}">
                <a16:creationId xmlns:a16="http://schemas.microsoft.com/office/drawing/2014/main" id="{FCC5D6A9-F4DE-436B-AA7C-F2E4FFD932A1}"/>
              </a:ext>
            </a:extLst>
          </p:cNvPr>
          <p:cNvSpPr>
            <a:spLocks xmlns:a="http://schemas.openxmlformats.org/drawingml/2006/main" noGrp="1"/>
          </p:cNvSpPr>
          <p:nvPr/>
        </p:nvSpPr>
        <p:spPr>
          <a:xfrm xmlns:a="http://schemas.openxmlformats.org/drawingml/2006/main">
            <a:off x="7210425" y="6515100"/>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CO만 생성되는 반응의 열을 분리하기 어렵다.</a:t>
            </a:r>
          </a:p>
        </p:txBody>
      </p:sp>
      <p:sp>
        <p:nvSpPr>
          <p:cNvPr id="18" name="R04-33 표제와 해석 영역">
            <a:extLst xmlns:a="http://schemas.openxmlformats.org/drawingml/2006/main">
              <a:ext uri="{FF2B5EF4-FFF2-40B4-BE49-F238E27FC236}">
                <a16:creationId xmlns:a16="http://schemas.microsoft.com/office/drawing/2014/main" id="{C356D32F-0CB5-4EFB-95DC-1C96C6DFE942}"/>
              </a:ext>
            </a:extLst>
          </p:cNvPr>
          <p:cNvSpPr>
            <a:spLocks xmlns:a="http://schemas.openxmlformats.org/drawingml/2006/main" noGrp="1"/>
          </p:cNvSpPr>
          <p:nvPr/>
        </p:nvSpPr>
        <p:spPr>
          <a:xfrm xmlns:a="http://schemas.openxmlformats.org/drawingml/2006/main">
            <a:off x="6905625" y="7543800"/>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9" name="rich">
            <a:extLst xmlns:a="http://schemas.openxmlformats.org/drawingml/2006/main">
              <a:ext uri="{FF2B5EF4-FFF2-40B4-BE49-F238E27FC236}">
                <a16:creationId xmlns:a16="http://schemas.microsoft.com/office/drawing/2014/main" id="{EFA16F40-3AAA-4A00-9BA0-7081F0DCF7DA}"/>
              </a:ext>
            </a:extLst>
          </p:cNvPr>
          <p:cNvSpPr>
            <a:spLocks xmlns:a="http://schemas.openxmlformats.org/drawingml/2006/main" noGrp="1"/>
          </p:cNvSpPr>
          <p:nvPr/>
        </p:nvSpPr>
        <p:spPr>
          <a:xfrm xmlns:a="http://schemas.openxmlformats.org/drawingml/2006/main">
            <a:off x="7210425" y="7705725"/>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다른 반응을 이용한 간접 측정</a:t>
            </a:r>
          </a:p>
        </p:txBody>
      </p:sp>
      <p:sp>
        <p:nvSpPr>
          <p:cNvPr id="20" name="rich">
            <a:extLst xmlns:a="http://schemas.openxmlformats.org/drawingml/2006/main">
              <a:ext uri="{FF2B5EF4-FFF2-40B4-BE49-F238E27FC236}">
                <a16:creationId xmlns:a16="http://schemas.microsoft.com/office/drawing/2014/main" id="{3B66BC1D-C9C1-46CC-8296-154111122EF1}"/>
              </a:ext>
            </a:extLst>
          </p:cNvPr>
          <p:cNvSpPr>
            <a:spLocks xmlns:a="http://schemas.openxmlformats.org/drawingml/2006/main" noGrp="1"/>
          </p:cNvSpPr>
          <p:nvPr/>
        </p:nvSpPr>
        <p:spPr>
          <a:xfrm xmlns:a="http://schemas.openxmlformats.org/drawingml/2006/main">
            <a:off x="7210425" y="8334375"/>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이미 알고 있는 반응의 </a:t>
            </a:r>
            <a:r>
              <a:t>Δ</a:t>
            </a:r>
            <a:r>
              <a:rPr i="1">
                <a:latin typeface="Pretendard"/>
                <a:ea typeface="Pretendard"/>
                <a:cs typeface="Pretendard"/>
              </a:rPr>
              <a:t>H</a:t>
            </a:r>
            <a:r>
              <a:t>로 구한다.</a:t>
            </a:r>
          </a:p>
        </p:txBody>
      </p:sp>
    </p:spTree>
    <p:extLst>
      <p:ext uri="{BB962C8B-B14F-4D97-AF65-F5344CB8AC3E}">
        <p14:creationId xmlns:p14="http://schemas.microsoft.com/office/powerpoint/2010/main" val="30944188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851B795B-528D-4684-9668-0081CE29DEAA}"/>
              </a:ext>
            </a:extLst>
          </p:cNvPr>
          <p:cNvPicPr>
            <a:picLocks xmlns:a="http://schemas.openxmlformats.org/drawingml/2006/main" noChangeAspect="1"/>
          </p:cNvPicPr>
          <p:nvPr/>
        </p:nvPicPr>
        <p:blipFill>
          <a:blip xmlns:r="http://schemas.openxmlformats.org/officeDocument/2006/relationships" xmlns:a="http://schemas.openxmlformats.org/drawingml/2006/main" r:embed="R9d70128c1ac945c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7F3D042-2F9F-4AAD-8958-EBD65536B4B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BCAD052-986A-4366-86D1-DF2A88122E8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0D182A3C-5520-4CE8-91FA-2BB9B2CFC02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211F07E-95F2-421D-B2BE-CDCEFB79A39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609836B6-DF37-4E78-AF80-80BACEC3DE4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EB7A46EA-52C8-459B-B2A4-6A77F4DF09B3}"/>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pic>
        <p:nvPicPr>
          <p:cNvPr id="8" name="">
            <a:extLst xmlns:a="http://schemas.openxmlformats.org/drawingml/2006/main">
              <a:ext uri="{FF2B5EF4-FFF2-40B4-BE49-F238E27FC236}">
                <a16:creationId xmlns:a16="http://schemas.microsoft.com/office/drawing/2014/main" id="{F6ABEF95-AFF0-41F9-9671-AE76319906A6}"/>
              </a:ext>
            </a:extLst>
          </p:cNvPr>
          <p:cNvPicPr>
            <a:picLocks xmlns:a="http://schemas.openxmlformats.org/drawingml/2006/main" noChangeAspect="1"/>
          </p:cNvPicPr>
          <p:nvPr/>
        </p:nvPicPr>
        <p:blipFill>
          <a:blip xmlns:r="http://schemas.openxmlformats.org/officeDocument/2006/relationships" xmlns:a="http://schemas.openxmlformats.org/drawingml/2006/main" r:embed="Rc563c3c9610a4507"/>
          <a:stretch xmlns:a="http://schemas.openxmlformats.org/drawingml/2006/main"/>
        </p:blipFill>
        <p:spPr>
          <a:xfrm xmlns:a="http://schemas.openxmlformats.org/drawingml/2006/main">
            <a:off x="2505075" y="4423479"/>
            <a:ext cx="11577161" cy="1178576"/>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644C1809-ED19-4302-B351-5FB164C0863F}"/>
              </a:ext>
            </a:extLst>
          </p:cNvPr>
          <p:cNvPicPr>
            <a:picLocks xmlns:a="http://schemas.openxmlformats.org/drawingml/2006/main" noChangeAspect="1"/>
          </p:cNvPicPr>
          <p:nvPr/>
        </p:nvPicPr>
        <p:blipFill>
          <a:blip xmlns:r="http://schemas.openxmlformats.org/officeDocument/2006/relationships" xmlns:a="http://schemas.openxmlformats.org/drawingml/2006/main" r:embed="R2d70e87343994b8f"/>
          <a:stretch xmlns:a="http://schemas.openxmlformats.org/drawingml/2006/main"/>
        </p:blipFill>
        <p:spPr>
          <a:xfrm xmlns:a="http://schemas.openxmlformats.org/drawingml/2006/main">
            <a:off x="2505415" y="5930080"/>
            <a:ext cx="13191445" cy="802958"/>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F6334BAA-6149-430A-9798-4DDBA1F25DE1}"/>
              </a:ext>
            </a:extLst>
          </p:cNvPr>
          <p:cNvPicPr>
            <a:picLocks xmlns:a="http://schemas.openxmlformats.org/drawingml/2006/main" noChangeAspect="1"/>
          </p:cNvPicPr>
          <p:nvPr/>
        </p:nvPicPr>
        <p:blipFill>
          <a:blip xmlns:r="http://schemas.openxmlformats.org/officeDocument/2006/relationships" xmlns:a="http://schemas.openxmlformats.org/drawingml/2006/main" r:embed="R925b5d14779f46d8"/>
          <a:stretch xmlns:a="http://schemas.openxmlformats.org/drawingml/2006/main"/>
        </p:blipFill>
        <p:spPr>
          <a:xfrm xmlns:a="http://schemas.openxmlformats.org/drawingml/2006/main">
            <a:off x="2506108" y="6853749"/>
            <a:ext cx="13190060" cy="1178243"/>
          </a:xfrm>
          <a:prstGeom xmlns:a="http://schemas.openxmlformats.org/drawingml/2006/main" prst="rect">
            <a:avLst/>
          </a:prstGeom>
        </p:spPr>
      </p:pic>
    </p:spTree>
    <p:extLst>
      <p:ext uri="{BB962C8B-B14F-4D97-AF65-F5344CB8AC3E}">
        <p14:creationId xmlns:p14="http://schemas.microsoft.com/office/powerpoint/2010/main" val="138533664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914C2D9C-AFFB-46A9-A261-08BF0B49505A}"/>
              </a:ext>
            </a:extLst>
          </p:cNvPr>
          <p:cNvPicPr>
            <a:picLocks xmlns:a="http://schemas.openxmlformats.org/drawingml/2006/main" noChangeAspect="1"/>
          </p:cNvPicPr>
          <p:nvPr/>
        </p:nvPicPr>
        <p:blipFill>
          <a:blip xmlns:r="http://schemas.openxmlformats.org/officeDocument/2006/relationships" xmlns:a="http://schemas.openxmlformats.org/drawingml/2006/main" r:embed="Re867b87f31e6432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8595758-37C9-4C8C-8603-F798A6C5B41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2FFD949-BF8D-4F6E-929A-EF27672AB7A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4A87C735-B6D9-4F82-9B88-9B7AC7AB5E5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9A90BA3-79A1-4F78-836C-7DA4AC6F9C5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C8D23B7C-BDA4-4B8A-8D81-DC72BC717E3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8A535491-594B-48D2-8505-FCF82B77A75D}"/>
              </a:ext>
            </a:extLst>
          </p:cNvPr>
          <p:cNvPicPr>
            <a:picLocks xmlns:a="http://schemas.openxmlformats.org/drawingml/2006/main" noChangeAspect="1"/>
          </p:cNvPicPr>
          <p:nvPr/>
        </p:nvPicPr>
        <p:blipFill>
          <a:blip xmlns:r="http://schemas.openxmlformats.org/officeDocument/2006/relationships" xmlns:a="http://schemas.openxmlformats.org/drawingml/2006/main" r:embed="Rd01526323b124bd1"/>
          <a:stretch xmlns:a="http://schemas.openxmlformats.org/drawingml/2006/main"/>
        </p:blipFill>
        <p:spPr>
          <a:xfrm xmlns:a="http://schemas.openxmlformats.org/drawingml/2006/main">
            <a:off x="4782752" y="4095750"/>
            <a:ext cx="8741546" cy="34766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AFEA4CE7-24CF-49BB-8C37-52BDDC5F804A}"/>
              </a:ext>
            </a:extLst>
          </p:cNvPr>
          <p:cNvSpPr>
            <a:spLocks xmlns:a="http://schemas.openxmlformats.org/drawingml/2006/main" noGrp="1"/>
          </p:cNvSpPr>
          <p:nvPr/>
        </p:nvSpPr>
        <p:spPr>
          <a:xfrm xmlns:a="http://schemas.openxmlformats.org/drawingml/2006/main">
            <a:off x="2286000" y="773430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두 연소 반응식을 빼면, 양변의 CO₂가 소거된다.</a:t>
            </a:r>
          </a:p>
        </p:txBody>
      </p:sp>
      <p:sp>
        <p:nvSpPr>
          <p:cNvPr id="9" name="해석·결론">
            <a:extLst xmlns:a="http://schemas.openxmlformats.org/drawingml/2006/main">
              <a:ext uri="{FF2B5EF4-FFF2-40B4-BE49-F238E27FC236}">
                <a16:creationId xmlns:a16="http://schemas.microsoft.com/office/drawing/2014/main" id="{5571BB3D-210C-4DFA-B799-B06763D5FCB9}"/>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BC9B51A3-62F8-474A-9DA7-3C2FF3E8FACF}"/>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203350500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B68B9E4D-CDA0-4377-A543-353152B9FFCC}"/>
              </a:ext>
            </a:extLst>
          </p:cNvPr>
          <p:cNvPicPr>
            <a:picLocks xmlns:a="http://schemas.openxmlformats.org/drawingml/2006/main" noChangeAspect="1"/>
          </p:cNvPicPr>
          <p:nvPr/>
        </p:nvPicPr>
        <p:blipFill>
          <a:blip xmlns:r="http://schemas.openxmlformats.org/officeDocument/2006/relationships" xmlns:a="http://schemas.openxmlformats.org/drawingml/2006/main" r:embed="R808daafe9ffd44e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EDB00D2-E11E-4782-8AB9-E81B9E97E5C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CEBF8EF-A890-492B-964C-6F84383713D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BA875FC0-92A6-44A2-B83F-A3BCD0DEFB2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810F82A-9A9D-4A4A-B76B-ADDF68FDBDF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AC7CF99C-F4DC-44DB-9D1E-54D963797BA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1C262B8F-F43E-43B1-B0E1-0EA5FAD2E75E}"/>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pic>
        <p:nvPicPr>
          <p:cNvPr id="8" name="">
            <a:extLst xmlns:a="http://schemas.openxmlformats.org/drawingml/2006/main">
              <a:ext uri="{FF2B5EF4-FFF2-40B4-BE49-F238E27FC236}">
                <a16:creationId xmlns:a16="http://schemas.microsoft.com/office/drawing/2014/main" id="{F0C1F3A9-E90C-4D75-80A9-50681632B2E5}"/>
              </a:ext>
            </a:extLst>
          </p:cNvPr>
          <p:cNvPicPr>
            <a:picLocks xmlns:a="http://schemas.openxmlformats.org/drawingml/2006/main" noChangeAspect="1"/>
          </p:cNvPicPr>
          <p:nvPr/>
        </p:nvPicPr>
        <p:blipFill>
          <a:blip xmlns:r="http://schemas.openxmlformats.org/officeDocument/2006/relationships" xmlns:a="http://schemas.openxmlformats.org/drawingml/2006/main" r:embed="R93c1c5910e774d77"/>
          <a:stretch xmlns:a="http://schemas.openxmlformats.org/drawingml/2006/main"/>
        </p:blipFill>
        <p:spPr>
          <a:xfrm xmlns:a="http://schemas.openxmlformats.org/drawingml/2006/main">
            <a:off x="2505415" y="5309931"/>
            <a:ext cx="13191445" cy="802958"/>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9FEBD9E4-017A-46CC-AEFE-6E722308C2E3}"/>
              </a:ext>
            </a:extLst>
          </p:cNvPr>
          <p:cNvPicPr>
            <a:picLocks xmlns:a="http://schemas.openxmlformats.org/drawingml/2006/main" noChangeAspect="1"/>
          </p:cNvPicPr>
          <p:nvPr/>
        </p:nvPicPr>
        <p:blipFill>
          <a:blip xmlns:r="http://schemas.openxmlformats.org/officeDocument/2006/relationships" xmlns:a="http://schemas.openxmlformats.org/drawingml/2006/main" r:embed="Rcf64f8a7284347c0"/>
          <a:stretch xmlns:a="http://schemas.openxmlformats.org/drawingml/2006/main"/>
        </p:blipFill>
        <p:spPr>
          <a:xfrm xmlns:a="http://schemas.openxmlformats.org/drawingml/2006/main">
            <a:off x="2506108" y="6233600"/>
            <a:ext cx="13190060" cy="1178243"/>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C19EFE18-8B93-4736-834D-0AB25B1DF28B}"/>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AEE11F15-F1AD-40B5-843F-7221C8F414E5}"/>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₃</a:t>
            </a:r>
            <a:r>
              <a:t> = −393.5 − (−283.0) = </a:t>
            </a:r>
            <a:r>
              <a:rPr b="1">
                <a:solidFill>
                  <a:srgbClr val="9FFF68"/>
                </a:solidFill>
              </a:rPr>
              <a:t>−110.5 kJ</a:t>
            </a:r>
          </a:p>
        </p:txBody>
      </p:sp>
    </p:spTree>
    <p:extLst>
      <p:ext uri="{BB962C8B-B14F-4D97-AF65-F5344CB8AC3E}">
        <p14:creationId xmlns:p14="http://schemas.microsoft.com/office/powerpoint/2010/main" val="157367041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36F7E396-A874-4A00-9FCD-BD0716BEC395}"/>
              </a:ext>
            </a:extLst>
          </p:cNvPr>
          <p:cNvPicPr>
            <a:picLocks xmlns:a="http://schemas.openxmlformats.org/drawingml/2006/main" noChangeAspect="1"/>
          </p:cNvPicPr>
          <p:nvPr/>
        </p:nvPicPr>
        <p:blipFill>
          <a:blip xmlns:r="http://schemas.openxmlformats.org/officeDocument/2006/relationships" xmlns:a="http://schemas.openxmlformats.org/drawingml/2006/main" r:embed="Redd720db347c429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F18D574-9630-466A-A47F-E7BEFCD1F14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BB30E6A-9CB4-466E-8E84-7FA68E41109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5F3DFF8-78CD-4395-9196-A1C6207CB7F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F061813-27B4-4350-AFCB-796A5BCED94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36AAD773-73A4-499F-9E34-35D84C3145E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24A526D4-A568-42CE-A203-513249640337}"/>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B06623B9-BC6E-4C12-905C-C2E468A814DC}"/>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7F905724-B719-4B48-B1C5-4A0ACEAF594E}"/>
              </a:ext>
            </a:extLst>
          </p:cNvPr>
          <p:cNvPicPr>
            <a:picLocks xmlns:a="http://schemas.openxmlformats.org/drawingml/2006/main" noChangeAspect="1"/>
          </p:cNvPicPr>
          <p:nvPr/>
        </p:nvPicPr>
        <p:blipFill>
          <a:blip xmlns:r="http://schemas.openxmlformats.org/officeDocument/2006/relationships" xmlns:a="http://schemas.openxmlformats.org/drawingml/2006/main" r:embed="Re00871268700405a"/>
          <a:stretch xmlns:a="http://schemas.openxmlformats.org/drawingml/2006/main"/>
        </p:blipFill>
        <p:spPr>
          <a:xfrm xmlns:a="http://schemas.openxmlformats.org/drawingml/2006/main">
            <a:off x="2276475" y="5581654"/>
            <a:ext cx="7246620" cy="1009641"/>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5B6EB5E1-4BF1-4C15-BAF0-52ABB79243B9}"/>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F5F5F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E3972C5F-960D-436A-AB75-D0DB697A6BA2}"/>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rPr sz="3150" b="0">
                <a:solidFill>
                  <a:srgbClr val="000000"/>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639DD5B8-1699-4848-97D5-4EB123D662D1}"/>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t>헤스 법칙으로 두 물질 사이의 </a:t>
            </a:r>
            <a:r>
              <a:t>Δ</a:t>
            </a:r>
            <a:r>
              <a:rPr i="1">
                <a:latin typeface="Pretendard"/>
                <a:ea typeface="Pretendard"/>
                <a:cs typeface="Pretendard"/>
              </a:rPr>
              <a:t>H</a:t>
            </a:r>
            <a:r>
              <a:t>를 구한다.</a:t>
            </a:r>
          </a:p>
        </p:txBody>
      </p:sp>
      <p:pic>
        <p:nvPicPr>
          <p:cNvPr id="13" name="">
            <a:extLst xmlns:a="http://schemas.openxmlformats.org/drawingml/2006/main">
              <a:ext uri="{FF2B5EF4-FFF2-40B4-BE49-F238E27FC236}">
                <a16:creationId xmlns:a16="http://schemas.microsoft.com/office/drawing/2014/main" id="{AF2286EE-FDCA-4C31-9E95-AC136F66D59A}"/>
              </a:ext>
            </a:extLst>
          </p:cNvPr>
          <p:cNvPicPr>
            <a:picLocks xmlns:a="http://schemas.openxmlformats.org/drawingml/2006/main" noChangeAspect="1"/>
          </p:cNvPicPr>
          <p:nvPr/>
        </p:nvPicPr>
        <p:blipFill>
          <a:blip xmlns:r="http://schemas.openxmlformats.org/officeDocument/2006/relationships" xmlns:a="http://schemas.openxmlformats.org/drawingml/2006/main" r:embed="R603a80bbe4554b29"/>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112850532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985650C4-98CE-479F-8818-725D7433DF8F}"/>
              </a:ext>
            </a:extLst>
          </p:cNvPr>
          <p:cNvPicPr>
            <a:picLocks xmlns:a="http://schemas.openxmlformats.org/drawingml/2006/main" noChangeAspect="1"/>
          </p:cNvPicPr>
          <p:nvPr/>
        </p:nvPicPr>
        <p:blipFill>
          <a:blip xmlns:r="http://schemas.openxmlformats.org/officeDocument/2006/relationships" xmlns:a="http://schemas.openxmlformats.org/drawingml/2006/main" r:embed="R2763043f1e2545c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07A850D-424C-40A1-B1D2-40836964736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DCB2F2D-4BD6-4A88-BD87-1C6C4815A5C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C1FF4A6B-9049-4621-802F-93B4E78162F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E6B2741-D1D4-47E4-BAB3-1A2DD94F2C5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43AA4D95-B7E4-4AE2-A2BC-094620C4BA7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연소열의 차이로 구한다</a:t>
            </a:r>
          </a:p>
        </p:txBody>
      </p:sp>
      <p:sp>
        <p:nvSpPr>
          <p:cNvPr id="7" name="text">
            <a:extLst xmlns:a="http://schemas.openxmlformats.org/drawingml/2006/main">
              <a:ext uri="{FF2B5EF4-FFF2-40B4-BE49-F238E27FC236}">
                <a16:creationId xmlns:a16="http://schemas.microsoft.com/office/drawing/2014/main" id="{90421402-2673-4B51-B9CE-246E82E2F7E7}"/>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25 °C, 1기압에서 같은 생성물 CO₂가 생기는 두 연소 반응을 비교한다.</a:t>
            </a:r>
          </a:p>
        </p:txBody>
      </p:sp>
      <p:pic>
        <p:nvPicPr>
          <p:cNvPr id="8" name="">
            <a:extLst xmlns:a="http://schemas.openxmlformats.org/drawingml/2006/main">
              <a:ext uri="{FF2B5EF4-FFF2-40B4-BE49-F238E27FC236}">
                <a16:creationId xmlns:a16="http://schemas.microsoft.com/office/drawing/2014/main" id="{C25D18D8-7668-400F-B225-076A0D6F80F6}"/>
              </a:ext>
            </a:extLst>
          </p:cNvPr>
          <p:cNvPicPr>
            <a:picLocks xmlns:a="http://schemas.openxmlformats.org/drawingml/2006/main" noChangeAspect="1"/>
          </p:cNvPicPr>
          <p:nvPr/>
        </p:nvPicPr>
        <p:blipFill>
          <a:blip xmlns:r="http://schemas.openxmlformats.org/officeDocument/2006/relationships" xmlns:a="http://schemas.openxmlformats.org/drawingml/2006/main" r:embed="R63bb8e528bd94995"/>
          <a:stretch xmlns:a="http://schemas.openxmlformats.org/drawingml/2006/main"/>
        </p:blipFill>
        <p:spPr>
          <a:xfrm xmlns:a="http://schemas.openxmlformats.org/drawingml/2006/main">
            <a:off x="1905000" y="5220667"/>
            <a:ext cx="11858625" cy="90294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3510C003-8153-46C7-A3AE-B40635EB399D}"/>
              </a:ext>
            </a:extLst>
          </p:cNvPr>
          <p:cNvPicPr>
            <a:picLocks xmlns:a="http://schemas.openxmlformats.org/drawingml/2006/main" noChangeAspect="1"/>
          </p:cNvPicPr>
          <p:nvPr/>
        </p:nvPicPr>
        <p:blipFill>
          <a:blip xmlns:r="http://schemas.openxmlformats.org/officeDocument/2006/relationships" xmlns:a="http://schemas.openxmlformats.org/drawingml/2006/main" r:embed="Rda257c96945d41c3"/>
          <a:stretch xmlns:a="http://schemas.openxmlformats.org/drawingml/2006/main"/>
        </p:blipFill>
        <p:spPr>
          <a:xfrm xmlns:a="http://schemas.openxmlformats.org/drawingml/2006/main">
            <a:off x="1905000" y="6354068"/>
            <a:ext cx="14449425" cy="903089"/>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5D1EC93B-A34D-4F41-8869-158F70D1202A}"/>
              </a:ext>
            </a:extLst>
          </p:cNvPr>
          <p:cNvSpPr>
            <a:spLocks xmlns:a="http://schemas.openxmlformats.org/drawingml/2006/main" noGrp="1"/>
          </p:cNvSpPr>
          <p:nvPr/>
        </p:nvSpPr>
        <p:spPr>
          <a:xfrm xmlns:a="http://schemas.openxmlformats.org/drawingml/2006/main">
            <a:off x="2000250" y="7620000"/>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위 식에서 아래 식을 빼면 흑연 → 다이아몬드 반응이 된다.</a:t>
            </a:r>
          </a:p>
        </p:txBody>
      </p:sp>
      <p:sp>
        <p:nvSpPr>
          <p:cNvPr id="11" name="해석·결론">
            <a:extLst xmlns:a="http://schemas.openxmlformats.org/drawingml/2006/main">
              <a:ext uri="{FF2B5EF4-FFF2-40B4-BE49-F238E27FC236}">
                <a16:creationId xmlns:a16="http://schemas.microsoft.com/office/drawing/2014/main" id="{991AD2FC-7F4F-4759-ADED-9E337479A777}"/>
              </a:ext>
            </a:extLst>
          </p:cNvPr>
          <p:cNvSpPr>
            <a:spLocks xmlns:a="http://schemas.openxmlformats.org/drawingml/2006/main" noGrp="1"/>
          </p:cNvSpPr>
          <p:nvPr/>
        </p:nvSpPr>
        <p:spPr>
          <a:xfrm xmlns:a="http://schemas.openxmlformats.org/drawingml/2006/main">
            <a:off x="1828800" y="852487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A9B0CF3A-E26B-45F2-8A07-248246C0F772}"/>
              </a:ext>
            </a:extLst>
          </p:cNvPr>
          <p:cNvSpPr>
            <a:spLocks xmlns:a="http://schemas.openxmlformats.org/drawingml/2006/main" noGrp="1"/>
          </p:cNvSpPr>
          <p:nvPr/>
        </p:nvSpPr>
        <p:spPr>
          <a:xfrm xmlns:a="http://schemas.openxmlformats.org/drawingml/2006/main">
            <a:off x="2143125" y="86010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−393.5 − (−395.4) = +1.9 kJ</a:t>
            </a:r>
          </a:p>
        </p:txBody>
      </p:sp>
    </p:spTree>
    <p:extLst>
      <p:ext uri="{BB962C8B-B14F-4D97-AF65-F5344CB8AC3E}">
        <p14:creationId xmlns:p14="http://schemas.microsoft.com/office/powerpoint/2010/main" val="204663858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04D5AB5D-9B4D-43DA-ADA8-6D8795A88189}"/>
              </a:ext>
            </a:extLst>
          </p:cNvPr>
          <p:cNvPicPr>
            <a:picLocks xmlns:a="http://schemas.openxmlformats.org/drawingml/2006/main" noChangeAspect="1"/>
          </p:cNvPicPr>
          <p:nvPr/>
        </p:nvPicPr>
        <p:blipFill>
          <a:blip xmlns:r="http://schemas.openxmlformats.org/officeDocument/2006/relationships" xmlns:a="http://schemas.openxmlformats.org/drawingml/2006/main" r:embed="Re7795ce89f044f0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AF6F7B3-2376-4FD3-8881-B00451BA43B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26B6A05-CB4F-46BF-89A7-EFA89A942D9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B83892C-91E8-4549-AD9D-362E2B1A105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3013B0A-DCCA-49CF-9CA5-A97B12E1944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46CF51FC-F55D-4EA1-93E3-60748BED42E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헤스 법칙 계산의 순서</a:t>
            </a:r>
          </a:p>
        </p:txBody>
      </p:sp>
      <p:sp>
        <p:nvSpPr>
          <p:cNvPr id="7" name="R05-29 번호 표제 상자">
            <a:extLst xmlns:a="http://schemas.openxmlformats.org/drawingml/2006/main">
              <a:ext uri="{FF2B5EF4-FFF2-40B4-BE49-F238E27FC236}">
                <a16:creationId xmlns:a16="http://schemas.microsoft.com/office/drawing/2014/main" id="{FBB78F49-4373-4EEF-A729-5265C8920D64}"/>
              </a:ext>
            </a:extLst>
          </p:cNvPr>
          <p:cNvSpPr>
            <a:spLocks xmlns:a="http://schemas.openxmlformats.org/drawingml/2006/main" noGrp="1"/>
          </p:cNvSpPr>
          <p:nvPr/>
        </p:nvSpPr>
        <p:spPr>
          <a:xfrm xmlns:a="http://schemas.openxmlformats.org/drawingml/2006/main">
            <a:off x="1905000" y="413385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4B10373C-FD26-4F06-8910-4AAF84E4253C}"/>
              </a:ext>
            </a:extLst>
          </p:cNvPr>
          <p:cNvSpPr>
            <a:spLocks xmlns:a="http://schemas.openxmlformats.org/drawingml/2006/main" noGrp="1"/>
          </p:cNvSpPr>
          <p:nvPr/>
        </p:nvSpPr>
        <p:spPr>
          <a:xfrm xmlns:a="http://schemas.openxmlformats.org/drawingml/2006/main">
            <a:off x="2133600" y="436245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01</a:t>
            </a:r>
          </a:p>
        </p:txBody>
      </p:sp>
      <p:sp>
        <p:nvSpPr>
          <p:cNvPr id="9" name="rich">
            <a:extLst xmlns:a="http://schemas.openxmlformats.org/drawingml/2006/main">
              <a:ext uri="{FF2B5EF4-FFF2-40B4-BE49-F238E27FC236}">
                <a16:creationId xmlns:a16="http://schemas.microsoft.com/office/drawing/2014/main" id="{15C9CFF8-1D96-47AD-AE1D-FDC5AD541D4A}"/>
              </a:ext>
            </a:extLst>
          </p:cNvPr>
          <p:cNvSpPr>
            <a:spLocks xmlns:a="http://schemas.openxmlformats.org/drawingml/2006/main" noGrp="1"/>
          </p:cNvSpPr>
          <p:nvPr/>
        </p:nvSpPr>
        <p:spPr>
          <a:xfrm xmlns:a="http://schemas.openxmlformats.org/drawingml/2006/main">
            <a:off x="2952750" y="432435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목표식 확인</a:t>
            </a:r>
          </a:p>
        </p:txBody>
      </p:sp>
      <p:sp>
        <p:nvSpPr>
          <p:cNvPr id="10" name="R05-29 대응 설명 상자">
            <a:extLst xmlns:a="http://schemas.openxmlformats.org/drawingml/2006/main">
              <a:ext uri="{FF2B5EF4-FFF2-40B4-BE49-F238E27FC236}">
                <a16:creationId xmlns:a16="http://schemas.microsoft.com/office/drawing/2014/main" id="{0617ACD2-1392-47AD-9541-B2D29B2CBDCB}"/>
              </a:ext>
            </a:extLst>
          </p:cNvPr>
          <p:cNvSpPr>
            <a:spLocks xmlns:a="http://schemas.openxmlformats.org/drawingml/2006/main" noGrp="1"/>
          </p:cNvSpPr>
          <p:nvPr/>
        </p:nvSpPr>
        <p:spPr>
          <a:xfrm xmlns:a="http://schemas.openxmlformats.org/drawingml/2006/main">
            <a:off x="6581775" y="413385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2B795E50-9412-403A-9610-9C5C15AAF2EE}"/>
              </a:ext>
            </a:extLst>
          </p:cNvPr>
          <p:cNvSpPr>
            <a:spLocks xmlns:a="http://schemas.openxmlformats.org/drawingml/2006/main" noGrp="1"/>
          </p:cNvSpPr>
          <p:nvPr/>
        </p:nvSpPr>
        <p:spPr>
          <a:xfrm xmlns:a="http://schemas.openxmlformats.org/drawingml/2006/main">
            <a:off x="6905625" y="432435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구하려는 반응의 물질·위치·계수를 확인한다.</a:t>
            </a:r>
          </a:p>
        </p:txBody>
      </p:sp>
      <p:sp>
        <p:nvSpPr>
          <p:cNvPr id="12" name="R05-29 번호 표제 상자">
            <a:extLst xmlns:a="http://schemas.openxmlformats.org/drawingml/2006/main">
              <a:ext uri="{FF2B5EF4-FFF2-40B4-BE49-F238E27FC236}">
                <a16:creationId xmlns:a16="http://schemas.microsoft.com/office/drawing/2014/main" id="{507F61C2-8343-4FE5-9B4B-8C8AF7DA57CF}"/>
              </a:ext>
            </a:extLst>
          </p:cNvPr>
          <p:cNvSpPr>
            <a:spLocks xmlns:a="http://schemas.openxmlformats.org/drawingml/2006/main" noGrp="1"/>
          </p:cNvSpPr>
          <p:nvPr/>
        </p:nvSpPr>
        <p:spPr>
          <a:xfrm xmlns:a="http://schemas.openxmlformats.org/drawingml/2006/main">
            <a:off x="1905000" y="541020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783DA81B-864A-4CA5-854D-3909AD08DC8A}"/>
              </a:ext>
            </a:extLst>
          </p:cNvPr>
          <p:cNvSpPr>
            <a:spLocks xmlns:a="http://schemas.openxmlformats.org/drawingml/2006/main" noGrp="1"/>
          </p:cNvSpPr>
          <p:nvPr/>
        </p:nvSpPr>
        <p:spPr>
          <a:xfrm xmlns:a="http://schemas.openxmlformats.org/drawingml/2006/main">
            <a:off x="2133600" y="563880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02</a:t>
            </a:r>
          </a:p>
        </p:txBody>
      </p:sp>
      <p:sp>
        <p:nvSpPr>
          <p:cNvPr id="14" name="rich">
            <a:extLst xmlns:a="http://schemas.openxmlformats.org/drawingml/2006/main">
              <a:ext uri="{FF2B5EF4-FFF2-40B4-BE49-F238E27FC236}">
                <a16:creationId xmlns:a16="http://schemas.microsoft.com/office/drawing/2014/main" id="{EC6AED91-53B5-4D60-A645-02DA43DF657B}"/>
              </a:ext>
            </a:extLst>
          </p:cNvPr>
          <p:cNvSpPr>
            <a:spLocks xmlns:a="http://schemas.openxmlformats.org/drawingml/2006/main" noGrp="1"/>
          </p:cNvSpPr>
          <p:nvPr/>
        </p:nvSpPr>
        <p:spPr>
          <a:xfrm xmlns:a="http://schemas.openxmlformats.org/drawingml/2006/main">
            <a:off x="2952750" y="560070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방향·계수 조절</a:t>
            </a:r>
          </a:p>
        </p:txBody>
      </p:sp>
      <p:sp>
        <p:nvSpPr>
          <p:cNvPr id="15" name="R05-29 대응 설명 상자">
            <a:extLst xmlns:a="http://schemas.openxmlformats.org/drawingml/2006/main">
              <a:ext uri="{FF2B5EF4-FFF2-40B4-BE49-F238E27FC236}">
                <a16:creationId xmlns:a16="http://schemas.microsoft.com/office/drawing/2014/main" id="{F2F03806-C3DB-40D7-B5B1-A25247398786}"/>
              </a:ext>
            </a:extLst>
          </p:cNvPr>
          <p:cNvSpPr>
            <a:spLocks xmlns:a="http://schemas.openxmlformats.org/drawingml/2006/main" noGrp="1"/>
          </p:cNvSpPr>
          <p:nvPr/>
        </p:nvSpPr>
        <p:spPr>
          <a:xfrm xmlns:a="http://schemas.openxmlformats.org/drawingml/2006/main">
            <a:off x="6581775" y="541020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D86BE291-FE25-4AA7-87ED-AB950D82CDE9}"/>
              </a:ext>
            </a:extLst>
          </p:cNvPr>
          <p:cNvSpPr>
            <a:spLocks xmlns:a="http://schemas.openxmlformats.org/drawingml/2006/main" noGrp="1"/>
          </p:cNvSpPr>
          <p:nvPr/>
        </p:nvSpPr>
        <p:spPr>
          <a:xfrm xmlns:a="http://schemas.openxmlformats.org/drawingml/2006/main">
            <a:off x="6905625" y="560070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주어진 식과 </a:t>
            </a:r>
            <a:r>
              <a:t>Δ</a:t>
            </a:r>
            <a:r>
              <a:rPr i="1">
                <a:latin typeface="Pretendard"/>
                <a:ea typeface="Pretendard"/>
                <a:cs typeface="Pretendard"/>
              </a:rPr>
              <a:t>H</a:t>
            </a:r>
            <a:r>
              <a:t>를 함께 바꾼다.</a:t>
            </a:r>
          </a:p>
        </p:txBody>
      </p:sp>
      <p:sp>
        <p:nvSpPr>
          <p:cNvPr id="17" name="R05-29 번호 표제 상자">
            <a:extLst xmlns:a="http://schemas.openxmlformats.org/drawingml/2006/main">
              <a:ext uri="{FF2B5EF4-FFF2-40B4-BE49-F238E27FC236}">
                <a16:creationId xmlns:a16="http://schemas.microsoft.com/office/drawing/2014/main" id="{0709D8F6-9977-4F92-A7A7-D2F556CE8860}"/>
              </a:ext>
            </a:extLst>
          </p:cNvPr>
          <p:cNvSpPr>
            <a:spLocks xmlns:a="http://schemas.openxmlformats.org/drawingml/2006/main" noGrp="1"/>
          </p:cNvSpPr>
          <p:nvPr/>
        </p:nvSpPr>
        <p:spPr>
          <a:xfrm xmlns:a="http://schemas.openxmlformats.org/drawingml/2006/main">
            <a:off x="1905000" y="668655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8AAB87E2-BD5A-4425-9DFB-3DC1503DEBBB}"/>
              </a:ext>
            </a:extLst>
          </p:cNvPr>
          <p:cNvSpPr>
            <a:spLocks xmlns:a="http://schemas.openxmlformats.org/drawingml/2006/main" noGrp="1"/>
          </p:cNvSpPr>
          <p:nvPr/>
        </p:nvSpPr>
        <p:spPr>
          <a:xfrm xmlns:a="http://schemas.openxmlformats.org/drawingml/2006/main">
            <a:off x="2133600" y="691515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03</a:t>
            </a:r>
          </a:p>
        </p:txBody>
      </p:sp>
      <p:sp>
        <p:nvSpPr>
          <p:cNvPr id="19" name="rich">
            <a:extLst xmlns:a="http://schemas.openxmlformats.org/drawingml/2006/main">
              <a:ext uri="{FF2B5EF4-FFF2-40B4-BE49-F238E27FC236}">
                <a16:creationId xmlns:a16="http://schemas.microsoft.com/office/drawing/2014/main" id="{90469CFA-4522-4425-9E31-7BD1ED659AAE}"/>
              </a:ext>
            </a:extLst>
          </p:cNvPr>
          <p:cNvSpPr>
            <a:spLocks xmlns:a="http://schemas.openxmlformats.org/drawingml/2006/main" noGrp="1"/>
          </p:cNvSpPr>
          <p:nvPr/>
        </p:nvSpPr>
        <p:spPr>
          <a:xfrm xmlns:a="http://schemas.openxmlformats.org/drawingml/2006/main">
            <a:off x="2952750" y="687705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중간 물질 소거</a:t>
            </a:r>
          </a:p>
        </p:txBody>
      </p:sp>
      <p:sp>
        <p:nvSpPr>
          <p:cNvPr id="20" name="R05-29 대응 설명 상자">
            <a:extLst xmlns:a="http://schemas.openxmlformats.org/drawingml/2006/main">
              <a:ext uri="{FF2B5EF4-FFF2-40B4-BE49-F238E27FC236}">
                <a16:creationId xmlns:a16="http://schemas.microsoft.com/office/drawing/2014/main" id="{9A185498-54B1-429C-A483-8BBECBC15850}"/>
              </a:ext>
            </a:extLst>
          </p:cNvPr>
          <p:cNvSpPr>
            <a:spLocks xmlns:a="http://schemas.openxmlformats.org/drawingml/2006/main" noGrp="1"/>
          </p:cNvSpPr>
          <p:nvPr/>
        </p:nvSpPr>
        <p:spPr>
          <a:xfrm xmlns:a="http://schemas.openxmlformats.org/drawingml/2006/main">
            <a:off x="6581775" y="668655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21" name="rich">
            <a:extLst xmlns:a="http://schemas.openxmlformats.org/drawingml/2006/main">
              <a:ext uri="{FF2B5EF4-FFF2-40B4-BE49-F238E27FC236}">
                <a16:creationId xmlns:a16="http://schemas.microsoft.com/office/drawing/2014/main" id="{85EA3F8C-854E-4A5E-B783-AF3A5A2FAB36}"/>
              </a:ext>
            </a:extLst>
          </p:cNvPr>
          <p:cNvSpPr>
            <a:spLocks xmlns:a="http://schemas.openxmlformats.org/drawingml/2006/main" noGrp="1"/>
          </p:cNvSpPr>
          <p:nvPr/>
        </p:nvSpPr>
        <p:spPr>
          <a:xfrm xmlns:a="http://schemas.openxmlformats.org/drawingml/2006/main">
            <a:off x="6905625" y="687705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종류·상태·양이 같은 항을 소거한다.</a:t>
            </a:r>
          </a:p>
        </p:txBody>
      </p:sp>
      <p:sp>
        <p:nvSpPr>
          <p:cNvPr id="22" name="R05-29 번호 표제 상자">
            <a:extLst xmlns:a="http://schemas.openxmlformats.org/drawingml/2006/main">
              <a:ext uri="{FF2B5EF4-FFF2-40B4-BE49-F238E27FC236}">
                <a16:creationId xmlns:a16="http://schemas.microsoft.com/office/drawing/2014/main" id="{A73502F9-60D3-407D-902E-8CD1DFC42C40}"/>
              </a:ext>
            </a:extLst>
          </p:cNvPr>
          <p:cNvSpPr>
            <a:spLocks xmlns:a="http://schemas.openxmlformats.org/drawingml/2006/main" noGrp="1"/>
          </p:cNvSpPr>
          <p:nvPr/>
        </p:nvSpPr>
        <p:spPr>
          <a:xfrm xmlns:a="http://schemas.openxmlformats.org/drawingml/2006/main">
            <a:off x="1905000" y="796290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D281EA81-03D0-4255-980B-FB72345C0CFD}"/>
              </a:ext>
            </a:extLst>
          </p:cNvPr>
          <p:cNvSpPr>
            <a:spLocks xmlns:a="http://schemas.openxmlformats.org/drawingml/2006/main" noGrp="1"/>
          </p:cNvSpPr>
          <p:nvPr/>
        </p:nvSpPr>
        <p:spPr>
          <a:xfrm xmlns:a="http://schemas.openxmlformats.org/drawingml/2006/main">
            <a:off x="2133600" y="819150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04</a:t>
            </a:r>
          </a:p>
        </p:txBody>
      </p:sp>
      <p:sp>
        <p:nvSpPr>
          <p:cNvPr id="24" name="rich">
            <a:extLst xmlns:a="http://schemas.openxmlformats.org/drawingml/2006/main">
              <a:ext uri="{FF2B5EF4-FFF2-40B4-BE49-F238E27FC236}">
                <a16:creationId xmlns:a16="http://schemas.microsoft.com/office/drawing/2014/main" id="{3ABF6C7C-AAC2-4ED1-A375-78D47287F983}"/>
              </a:ext>
            </a:extLst>
          </p:cNvPr>
          <p:cNvSpPr>
            <a:spLocks xmlns:a="http://schemas.openxmlformats.org/drawingml/2006/main" noGrp="1"/>
          </p:cNvSpPr>
          <p:nvPr/>
        </p:nvSpPr>
        <p:spPr>
          <a:xfrm xmlns:a="http://schemas.openxmlformats.org/drawingml/2006/main">
            <a:off x="2952750" y="815340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Δ</a:t>
            </a:r>
            <a:r>
              <a:rPr i="1">
                <a:latin typeface="Pretendard"/>
                <a:ea typeface="Pretendard"/>
                <a:cs typeface="Pretendard"/>
              </a:rPr>
              <a:t>H</a:t>
            </a:r>
            <a:r>
              <a:t> 계산·검산</a:t>
            </a:r>
          </a:p>
        </p:txBody>
      </p:sp>
      <p:sp>
        <p:nvSpPr>
          <p:cNvPr id="25" name="R05-29 대응 설명 상자">
            <a:extLst xmlns:a="http://schemas.openxmlformats.org/drawingml/2006/main">
              <a:ext uri="{FF2B5EF4-FFF2-40B4-BE49-F238E27FC236}">
                <a16:creationId xmlns:a16="http://schemas.microsoft.com/office/drawing/2014/main" id="{C9E43D4A-2B00-4307-90FB-BB92DA6D1094}"/>
              </a:ext>
            </a:extLst>
          </p:cNvPr>
          <p:cNvSpPr>
            <a:spLocks xmlns:a="http://schemas.openxmlformats.org/drawingml/2006/main" noGrp="1"/>
          </p:cNvSpPr>
          <p:nvPr/>
        </p:nvSpPr>
        <p:spPr>
          <a:xfrm xmlns:a="http://schemas.openxmlformats.org/drawingml/2006/main">
            <a:off x="6581775" y="796290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26" name="rich">
            <a:extLst xmlns:a="http://schemas.openxmlformats.org/drawingml/2006/main">
              <a:ext uri="{FF2B5EF4-FFF2-40B4-BE49-F238E27FC236}">
                <a16:creationId xmlns:a16="http://schemas.microsoft.com/office/drawing/2014/main" id="{F54B413A-F400-4340-80D7-C34751E64737}"/>
              </a:ext>
            </a:extLst>
          </p:cNvPr>
          <p:cNvSpPr>
            <a:spLocks xmlns:a="http://schemas.openxmlformats.org/drawingml/2006/main" noGrp="1"/>
          </p:cNvSpPr>
          <p:nvPr/>
        </p:nvSpPr>
        <p:spPr>
          <a:xfrm xmlns:a="http://schemas.openxmlformats.org/drawingml/2006/main">
            <a:off x="6905625" y="815340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남은 반응식과 부호·단위를 확인한다.</a:t>
            </a:r>
          </a:p>
        </p:txBody>
      </p:sp>
    </p:spTree>
    <p:extLst>
      <p:ext uri="{BB962C8B-B14F-4D97-AF65-F5344CB8AC3E}">
        <p14:creationId xmlns:p14="http://schemas.microsoft.com/office/powerpoint/2010/main" val="50492216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98C96769-8D4B-4925-8D54-D4A32D8783E6}"/>
              </a:ext>
            </a:extLst>
          </p:cNvPr>
          <p:cNvPicPr>
            <a:picLocks xmlns:a="http://schemas.openxmlformats.org/drawingml/2006/main" noChangeAspect="1"/>
          </p:cNvPicPr>
          <p:nvPr/>
        </p:nvPicPr>
        <p:blipFill>
          <a:blip xmlns:r="http://schemas.openxmlformats.org/officeDocument/2006/relationships" xmlns:a="http://schemas.openxmlformats.org/drawingml/2006/main" r:embed="Rf5055be95bb54b5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6235F96-78D9-469A-9902-DAD80C69358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185A578-8718-4C83-AFA1-0A09E2420A3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CB1A846B-8C58-48F8-BF65-301B5527338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40A29CF-71C3-40C3-8F88-E759C811BC5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0CACB5CA-361C-4BFE-BC73-8B015C721F6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E50FEF36-6F61-4DA5-891B-CB2FC7CB290B}"/>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b="0">
                <a:solidFill>
                  <a:srgbClr val="777777"/>
                </a:solidFill>
              </a:rPr>
              <a:t>다음 두 반응을 이용하여 목표 반응의 </a:t>
            </a:r>
            <a:r>
              <a:rPr b="0">
                <a:solidFill>
                  <a:srgbClr val="777777"/>
                </a:solidFill>
              </a:rPr>
              <a:t>Δ</a:t>
            </a:r>
            <a:r>
              <a:rPr b="0" i="1">
                <a:solidFill>
                  <a:srgbClr val="777777"/>
                </a:solidFill>
                <a:latin typeface="Pretendard"/>
                <a:ea typeface="Pretendard"/>
                <a:cs typeface="Pretendard"/>
              </a:rPr>
              <a:t>H</a:t>
            </a:r>
            <a:r>
              <a:rPr b="0">
                <a:solidFill>
                  <a:srgbClr val="777777"/>
                </a:solidFill>
              </a:rPr>
              <a:t>를 구하시오.</a:t>
            </a:r>
          </a:p>
        </p:txBody>
      </p:sp>
      <p:pic>
        <p:nvPicPr>
          <p:cNvPr id="8" name="">
            <a:extLst xmlns:a="http://schemas.openxmlformats.org/drawingml/2006/main">
              <a:ext uri="{FF2B5EF4-FFF2-40B4-BE49-F238E27FC236}">
                <a16:creationId xmlns:a16="http://schemas.microsoft.com/office/drawing/2014/main" id="{29BC497B-2B2F-4C7C-9364-BB5D89D66E2B}"/>
              </a:ext>
            </a:extLst>
          </p:cNvPr>
          <p:cNvPicPr>
            <a:picLocks xmlns:a="http://schemas.openxmlformats.org/drawingml/2006/main" noChangeAspect="1"/>
          </p:cNvPicPr>
          <p:nvPr/>
        </p:nvPicPr>
        <p:blipFill>
          <a:blip xmlns:r="http://schemas.openxmlformats.org/officeDocument/2006/relationships" xmlns:a="http://schemas.openxmlformats.org/drawingml/2006/main" r:embed="R7634c872a59a45c6"/>
          <a:stretch xmlns:a="http://schemas.openxmlformats.org/drawingml/2006/main"/>
        </p:blipFill>
        <p:spPr>
          <a:xfrm xmlns:a="http://schemas.openxmlformats.org/drawingml/2006/main">
            <a:off x="2395728" y="4546473"/>
            <a:ext cx="13496544" cy="229057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10C234F5-7356-4758-8878-EFB91687673B}"/>
              </a:ext>
            </a:extLst>
          </p:cNvPr>
          <p:cNvSpPr>
            <a:spLocks xmlns:a="http://schemas.openxmlformats.org/drawingml/2006/main" noGrp="1"/>
          </p:cNvSpPr>
          <p:nvPr/>
        </p:nvSpPr>
        <p:spPr>
          <a:xfrm xmlns:a="http://schemas.openxmlformats.org/drawingml/2006/main">
            <a:off x="2247900" y="6957441"/>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 반응</a:t>
            </a:r>
          </a:p>
        </p:txBody>
      </p:sp>
      <p:pic>
        <p:nvPicPr>
          <p:cNvPr id="10" name="">
            <a:extLst xmlns:a="http://schemas.openxmlformats.org/drawingml/2006/main">
              <a:ext uri="{FF2B5EF4-FFF2-40B4-BE49-F238E27FC236}">
                <a16:creationId xmlns:a16="http://schemas.microsoft.com/office/drawing/2014/main" id="{06AEBFFC-10CF-4B15-9870-BAEA4C5F1A26}"/>
              </a:ext>
            </a:extLst>
          </p:cNvPr>
          <p:cNvPicPr>
            <a:picLocks xmlns:a="http://schemas.openxmlformats.org/drawingml/2006/main" noChangeAspect="1"/>
          </p:cNvPicPr>
          <p:nvPr/>
        </p:nvPicPr>
        <p:blipFill>
          <a:blip xmlns:r="http://schemas.openxmlformats.org/officeDocument/2006/relationships" xmlns:a="http://schemas.openxmlformats.org/drawingml/2006/main" r:embed="R8d98c9f373be4667"/>
          <a:stretch xmlns:a="http://schemas.openxmlformats.org/drawingml/2006/main"/>
        </p:blipFill>
        <p:spPr>
          <a:xfrm xmlns:a="http://schemas.openxmlformats.org/drawingml/2006/main">
            <a:off x="5619750" y="6627495"/>
            <a:ext cx="11782044" cy="1549908"/>
          </a:xfrm>
          <a:prstGeom xmlns:a="http://schemas.openxmlformats.org/drawingml/2006/main" prst="rect">
            <a:avLst/>
          </a:prstGeom>
        </p:spPr>
      </p:pic>
    </p:spTree>
    <p:extLst>
      <p:ext uri="{BB962C8B-B14F-4D97-AF65-F5344CB8AC3E}">
        <p14:creationId xmlns:p14="http://schemas.microsoft.com/office/powerpoint/2010/main" val="141836826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E6F1447D-93AF-4DCB-96B3-366AF0353DEF}"/>
              </a:ext>
            </a:extLst>
          </p:cNvPr>
          <p:cNvPicPr>
            <a:picLocks xmlns:a="http://schemas.openxmlformats.org/drawingml/2006/main" noChangeAspect="1"/>
          </p:cNvPicPr>
          <p:nvPr/>
        </p:nvPicPr>
        <p:blipFill>
          <a:blip xmlns:r="http://schemas.openxmlformats.org/officeDocument/2006/relationships" xmlns:a="http://schemas.openxmlformats.org/drawingml/2006/main" r:embed="R54ca6e11a35f4c3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7BC075F-6CC1-4FA2-B7BC-2A774930904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ABA22F1-BD17-48F1-95E0-7AFC8F6D415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BA0CF9E9-0E33-42F6-A7F6-7CB40B690C0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AB6BC49-D31F-4AA2-9A36-AA4993F9B03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2B90BC36-53F0-4EE5-8D33-4FCD2DD0EA2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sp>
        <p:nvSpPr>
          <p:cNvPr id="7" name="text">
            <a:extLst xmlns:a="http://schemas.openxmlformats.org/drawingml/2006/main">
              <a:ext uri="{FF2B5EF4-FFF2-40B4-BE49-F238E27FC236}">
                <a16:creationId xmlns:a16="http://schemas.microsoft.com/office/drawing/2014/main" id="{E7E3760C-46B8-4674-B4C4-6DDAD8196B0F}"/>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sz="2730" b="0">
                <a:solidFill>
                  <a:srgbClr val="777777"/>
                </a:solidFill>
                <a:latin typeface="Pretendard"/>
                <a:ea typeface="Pretendard"/>
                <a:cs typeface="Pretendard"/>
              </a:rPr>
              <a:t>첫 번째 반응식을 2배하여 두 번째 반응식에서 뺀다.</a:t>
            </a:r>
          </a:p>
        </p:txBody>
      </p:sp>
      <p:pic>
        <p:nvPicPr>
          <p:cNvPr id="8" name="">
            <a:extLst xmlns:a="http://schemas.openxmlformats.org/drawingml/2006/main">
              <a:ext uri="{FF2B5EF4-FFF2-40B4-BE49-F238E27FC236}">
                <a16:creationId xmlns:a16="http://schemas.microsoft.com/office/drawing/2014/main" id="{A79D5AA5-9FF1-4E42-BB1B-ED73D3ABE2B3}"/>
              </a:ext>
            </a:extLst>
          </p:cNvPr>
          <p:cNvPicPr>
            <a:picLocks xmlns:a="http://schemas.openxmlformats.org/drawingml/2006/main" noChangeAspect="1"/>
          </p:cNvPicPr>
          <p:nvPr/>
        </p:nvPicPr>
        <p:blipFill>
          <a:blip xmlns:r="http://schemas.openxmlformats.org/officeDocument/2006/relationships" xmlns:a="http://schemas.openxmlformats.org/drawingml/2006/main" r:embed="R8a694d122add4a76"/>
          <a:stretch xmlns:a="http://schemas.openxmlformats.org/drawingml/2006/main"/>
        </p:blipFill>
        <p:spPr>
          <a:xfrm xmlns:a="http://schemas.openxmlformats.org/drawingml/2006/main">
            <a:off x="2395728" y="4594098"/>
            <a:ext cx="13496544" cy="229057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4C1327A1-15E5-4D1F-AE8D-09A272BD9362}"/>
              </a:ext>
            </a:extLst>
          </p:cNvPr>
          <p:cNvPicPr>
            <a:picLocks xmlns:a="http://schemas.openxmlformats.org/drawingml/2006/main" noChangeAspect="1"/>
          </p:cNvPicPr>
          <p:nvPr/>
        </p:nvPicPr>
        <p:blipFill>
          <a:blip xmlns:r="http://schemas.openxmlformats.org/officeDocument/2006/relationships" xmlns:a="http://schemas.openxmlformats.org/drawingml/2006/main" r:embed="Rd338c037f1e24809"/>
          <a:stretch xmlns:a="http://schemas.openxmlformats.org/drawingml/2006/main"/>
        </p:blipFill>
        <p:spPr>
          <a:xfrm xmlns:a="http://schemas.openxmlformats.org/drawingml/2006/main">
            <a:off x="3252978" y="6579870"/>
            <a:ext cx="11782044" cy="1549908"/>
          </a:xfrm>
          <a:prstGeom xmlns:a="http://schemas.openxmlformats.org/drawingml/2006/main" prst="rect">
            <a:avLst/>
          </a:prstGeom>
        </p:spPr>
      </p:pic>
      <p:sp>
        <p:nvSpPr>
          <p:cNvPr id="10" name="해석·결론">
            <a:extLst xmlns:a="http://schemas.openxmlformats.org/drawingml/2006/main">
              <a:ext uri="{FF2B5EF4-FFF2-40B4-BE49-F238E27FC236}">
                <a16:creationId xmlns:a16="http://schemas.microsoft.com/office/drawing/2014/main" id="{5A4ED9A3-1313-4C90-B0A0-632A28024040}"/>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1" name="반응식·수식">
            <a:extLst xmlns:a="http://schemas.openxmlformats.org/drawingml/2006/main">
              <a:ext uri="{FF2B5EF4-FFF2-40B4-BE49-F238E27FC236}">
                <a16:creationId xmlns:a16="http://schemas.microsoft.com/office/drawing/2014/main" id="{F0935BEF-F2A8-43F4-BEE3-7897794F0308}"/>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96215027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605682B0-2141-4AD4-8813-BF85CE2C8505}"/>
              </a:ext>
            </a:extLst>
          </p:cNvPr>
          <p:cNvPicPr>
            <a:picLocks xmlns:a="http://schemas.openxmlformats.org/drawingml/2006/main" noChangeAspect="1"/>
          </p:cNvPicPr>
          <p:nvPr/>
        </p:nvPicPr>
        <p:blipFill>
          <a:blip xmlns:r="http://schemas.openxmlformats.org/officeDocument/2006/relationships" xmlns:a="http://schemas.openxmlformats.org/drawingml/2006/main" r:embed="Ra96535fcd4b44d2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8B3B91C-431D-4BA3-88DD-4C2B254763A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7011CE4-1233-437A-8895-0BAD4586BCB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22B480F4-C70B-4ADC-866F-704BC6A99AA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2CAE657-72CC-4868-9006-7D613F691B6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5D937158-EF3F-4CBB-B5B9-7EA83372AC6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178E3BE5-181D-46AC-BF96-D18D94DD1913}"/>
              </a:ext>
            </a:extLst>
          </p:cNvPr>
          <p:cNvPicPr>
            <a:picLocks xmlns:a="http://schemas.openxmlformats.org/drawingml/2006/main" noChangeAspect="1"/>
          </p:cNvPicPr>
          <p:nvPr/>
        </p:nvPicPr>
        <p:blipFill>
          <a:blip xmlns:r="http://schemas.openxmlformats.org/officeDocument/2006/relationships" xmlns:a="http://schemas.openxmlformats.org/drawingml/2006/main" r:embed="Ree20c2f1e2bc4283"/>
          <a:stretch xmlns:a="http://schemas.openxmlformats.org/drawingml/2006/main"/>
        </p:blipFill>
        <p:spPr>
          <a:xfrm xmlns:a="http://schemas.openxmlformats.org/drawingml/2006/main">
            <a:off x="2286000" y="4917357"/>
            <a:ext cx="7334250" cy="330978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9C54E87C-D472-4F58-9860-6223279A9662}"/>
              </a:ext>
            </a:extLst>
          </p:cNvPr>
          <p:cNvSpPr>
            <a:spLocks xmlns:a="http://schemas.openxmlformats.org/drawingml/2006/main" noGrp="1"/>
          </p:cNvSpPr>
          <p:nvPr/>
        </p:nvSpPr>
        <p:spPr>
          <a:xfrm xmlns:a="http://schemas.openxmlformats.org/drawingml/2006/main">
            <a:off x="10668000" y="4857750"/>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CEA214DF-5036-478E-9EDD-E8C2E7184C53}"/>
              </a:ext>
            </a:extLst>
          </p:cNvPr>
          <p:cNvSpPr>
            <a:spLocks xmlns:a="http://schemas.openxmlformats.org/drawingml/2006/main" noGrp="1"/>
          </p:cNvSpPr>
          <p:nvPr/>
        </p:nvSpPr>
        <p:spPr>
          <a:xfrm xmlns:a="http://schemas.openxmlformats.org/drawingml/2006/main">
            <a:off x="10668000" y="554355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₃ + </a:t>
            </a:r>
            <a:r>
              <a:t>Δ</a:t>
            </a:r>
            <a:r>
              <a:rPr i="1">
                <a:latin typeface="Pretendard"/>
                <a:ea typeface="Pretendard"/>
                <a:cs typeface="Pretendard"/>
              </a:rPr>
              <a:t>H</a:t>
            </a:r>
            <a:r>
              <a:t>₂</a:t>
            </a:r>
          </a:p>
        </p:txBody>
      </p:sp>
      <p:sp>
        <p:nvSpPr>
          <p:cNvPr id="10" name="text">
            <a:extLst xmlns:a="http://schemas.openxmlformats.org/drawingml/2006/main">
              <a:ext uri="{FF2B5EF4-FFF2-40B4-BE49-F238E27FC236}">
                <a16:creationId xmlns:a16="http://schemas.microsoft.com/office/drawing/2014/main" id="{CB59391B-82A1-4102-AB4E-4DEBDF6424DA}"/>
              </a:ext>
            </a:extLst>
          </p:cNvPr>
          <p:cNvSpPr>
            <a:spLocks xmlns:a="http://schemas.openxmlformats.org/drawingml/2006/main" noGrp="1"/>
          </p:cNvSpPr>
          <p:nvPr/>
        </p:nvSpPr>
        <p:spPr>
          <a:xfrm xmlns:a="http://schemas.openxmlformats.org/drawingml/2006/main">
            <a:off x="10668000" y="6838950"/>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ACFD779C-D72E-4973-A793-00CB9091C7FC}"/>
              </a:ext>
            </a:extLst>
          </p:cNvPr>
          <p:cNvSpPr>
            <a:spLocks xmlns:a="http://schemas.openxmlformats.org/drawingml/2006/main" noGrp="1"/>
          </p:cNvSpPr>
          <p:nvPr/>
        </p:nvSpPr>
        <p:spPr>
          <a:xfrm xmlns:a="http://schemas.openxmlformats.org/drawingml/2006/main">
            <a:off x="10668000" y="752475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432298471"/>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BC1C91A5-39E7-4016-A567-4130B0A682BC}"/>
              </a:ext>
            </a:extLst>
          </p:cNvPr>
          <p:cNvPicPr>
            <a:picLocks xmlns:a="http://schemas.openxmlformats.org/drawingml/2006/main" noChangeAspect="1"/>
          </p:cNvPicPr>
          <p:nvPr/>
        </p:nvPicPr>
        <p:blipFill>
          <a:blip xmlns:r="http://schemas.openxmlformats.org/officeDocument/2006/relationships" xmlns:a="http://schemas.openxmlformats.org/drawingml/2006/main" r:embed="R400f03afdb9e497a"/>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EE29B74F-1591-4AED-BE7F-30C3A49405BD}"/>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A5190387-9D68-4823-999E-342FAD20DD03}"/>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B0A5999F-38BA-4B56-A0C8-E4C227184BA5}"/>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3A281935-6713-4164-A3FD-DE0994491254}"/>
              </a:ext>
            </a:extLst>
          </p:cNvPr>
          <p:cNvPicPr>
            <a:picLocks xmlns:a="http://schemas.openxmlformats.org/drawingml/2006/main" noChangeAspect="1"/>
          </p:cNvPicPr>
          <p:nvPr/>
        </p:nvPicPr>
        <p:blipFill>
          <a:blip xmlns:r="http://schemas.openxmlformats.org/officeDocument/2006/relationships" xmlns:a="http://schemas.openxmlformats.org/drawingml/2006/main" r:embed="R4268951c6e204d9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7A209F61-B9B1-4682-A76C-13907453E83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70C7DC20-EC14-44FE-963D-827E1252D0DE}"/>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8" name="text">
            <a:extLst xmlns:a="http://schemas.openxmlformats.org/drawingml/2006/main">
              <a:ext uri="{FF2B5EF4-FFF2-40B4-BE49-F238E27FC236}">
                <a16:creationId xmlns:a16="http://schemas.microsoft.com/office/drawing/2014/main" id="{57929D51-0121-495C-A3AF-E91457EC0212}"/>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9" name="text">
            <a:extLst xmlns:a="http://schemas.openxmlformats.org/drawingml/2006/main">
              <a:ext uri="{FF2B5EF4-FFF2-40B4-BE49-F238E27FC236}">
                <a16:creationId xmlns:a16="http://schemas.microsoft.com/office/drawing/2014/main" id="{A8D792B2-3FD1-4494-8416-DFCCD638086B}"/>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87355356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3C0BFFC4-9CC1-45EF-87AA-67033FD24692}"/>
              </a:ext>
            </a:extLst>
          </p:cNvPr>
          <p:cNvPicPr>
            <a:picLocks xmlns:a="http://schemas.openxmlformats.org/drawingml/2006/main" noChangeAspect="1"/>
          </p:cNvPicPr>
          <p:nvPr/>
        </p:nvPicPr>
        <p:blipFill>
          <a:blip xmlns:r="http://schemas.openxmlformats.org/officeDocument/2006/relationships" xmlns:a="http://schemas.openxmlformats.org/drawingml/2006/main" r:embed="R29ae89feaa1240d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97086F1-0F81-464E-9EB6-5BCED8AAF46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56A4B51-1346-4BCD-8714-CD392F784FB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4E2EB93-2EAE-4A4A-B1A8-F5CA7CC8C95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47BBCEA-AD37-420B-B0C3-E26EFC8CA25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C6184D95-6D72-4EBE-ABCD-C2E4148A5AE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8A185948-5467-47CA-95D1-EC5E9F9643B1}"/>
              </a:ext>
            </a:extLst>
          </p:cNvPr>
          <p:cNvSpPr>
            <a:spLocks xmlns:a="http://schemas.openxmlformats.org/drawingml/2006/main" noGrp="1"/>
          </p:cNvSpPr>
          <p:nvPr/>
        </p:nvSpPr>
        <p:spPr>
          <a:xfrm xmlns:a="http://schemas.openxmlformats.org/drawingml/2006/main">
            <a:off x="1524000" y="3667125"/>
            <a:ext cx="15240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777777"/>
                </a:solidFill>
                <a:latin typeface="Pretendard"/>
                <a:ea typeface="Pretendard"/>
                <a:cs typeface="Pretendard"/>
              </a:defRPr>
            </a:defPPr>
            <a:lvl1pPr algn="ctr">
              <a:defRPr sz="2550" b="0">
                <a:solidFill>
                  <a:srgbClr val="777777"/>
                </a:solidFill>
                <a:latin typeface="Pretendard"/>
                <a:ea typeface="Pretendard"/>
                <a:cs typeface="Pretendard"/>
              </a:defRPr>
            </a:lvl1pPr>
            <a:lvl2pPr algn="ctr">
              <a:defRPr sz="2550" b="0">
                <a:solidFill>
                  <a:srgbClr val="777777"/>
                </a:solidFill>
                <a:latin typeface="Pretendard"/>
                <a:ea typeface="Pretendard"/>
                <a:cs typeface="Pretendard"/>
              </a:defRPr>
            </a:lvl2pPr>
            <a:lvl3pPr algn="ctr">
              <a:defRPr sz="2550" b="0">
                <a:solidFill>
                  <a:srgbClr val="777777"/>
                </a:solidFill>
                <a:latin typeface="Pretendard"/>
                <a:ea typeface="Pretendard"/>
                <a:cs typeface="Pretendard"/>
              </a:defRPr>
            </a:lvl3pPr>
            <a:lvl4pPr algn="ctr">
              <a:defRPr sz="2550" b="0">
                <a:solidFill>
                  <a:srgbClr val="777777"/>
                </a:solidFill>
                <a:latin typeface="Pretendard"/>
                <a:ea typeface="Pretendard"/>
                <a:cs typeface="Pretendard"/>
              </a:defRPr>
            </a:lvl4pPr>
            <a:lvl5pPr algn="ctr">
              <a:defRPr sz="2550" b="0">
                <a:solidFill>
                  <a:srgbClr val="777777"/>
                </a:solidFill>
                <a:latin typeface="Pretendard"/>
                <a:ea typeface="Pretendard"/>
                <a:cs typeface="Pretendard"/>
              </a:defRPr>
            </a:lvl5pPr>
            <a:lvl6pPr algn="ctr">
              <a:defRPr sz="2550" b="0">
                <a:solidFill>
                  <a:srgbClr val="777777"/>
                </a:solidFill>
                <a:latin typeface="Pretendard"/>
                <a:ea typeface="Pretendard"/>
                <a:cs typeface="Pretendard"/>
              </a:defRPr>
            </a:lvl6pPr>
            <a:lvl7pPr algn="ctr">
              <a:defRPr sz="2550" b="0">
                <a:solidFill>
                  <a:srgbClr val="777777"/>
                </a:solidFill>
                <a:latin typeface="Pretendard"/>
                <a:ea typeface="Pretendard"/>
                <a:cs typeface="Pretendard"/>
              </a:defRPr>
            </a:lvl7pPr>
            <a:lvl8pPr algn="ctr">
              <a:defRPr sz="2550" b="0">
                <a:solidFill>
                  <a:srgbClr val="777777"/>
                </a:solidFill>
                <a:latin typeface="Pretendard"/>
                <a:ea typeface="Pretendard"/>
                <a:cs typeface="Pretendard"/>
              </a:defRPr>
            </a:lvl8pPr>
            <a:lvl9pPr algn="ctr">
              <a:defRPr sz="2550" b="0">
                <a:solidFill>
                  <a:srgbClr val="777777"/>
                </a:solidFill>
                <a:latin typeface="Pretendard"/>
                <a:ea typeface="Pretendard"/>
                <a:cs typeface="Pretendard"/>
              </a:defRPr>
            </a:lvl9pPr>
          </a:lstStyle>
          <a:p xmlns:a="http://schemas.openxmlformats.org/drawingml/2006/main">
            <a:pPr algn="ctr">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표준 상태에서 가장 안정한 원소 물질로부터 물질 1 mol이 생성될 때의 반응 엔탈피</a:t>
            </a:r>
          </a:p>
        </p:txBody>
      </p:sp>
      <p:pic>
        <p:nvPicPr>
          <p:cNvPr id="8" name="">
            <a:extLst xmlns:a="http://schemas.openxmlformats.org/drawingml/2006/main">
              <a:ext uri="{FF2B5EF4-FFF2-40B4-BE49-F238E27FC236}">
                <a16:creationId xmlns:a16="http://schemas.microsoft.com/office/drawing/2014/main" id="{FBB0E0D3-0D72-4762-BEF0-4B9A15322436}"/>
              </a:ext>
            </a:extLst>
          </p:cNvPr>
          <p:cNvPicPr>
            <a:picLocks xmlns:a="http://schemas.openxmlformats.org/drawingml/2006/main" noChangeAspect="1"/>
          </p:cNvPicPr>
          <p:nvPr/>
        </p:nvPicPr>
        <p:blipFill>
          <a:blip xmlns:r="http://schemas.openxmlformats.org/officeDocument/2006/relationships" xmlns:a="http://schemas.openxmlformats.org/drawingml/2006/main" r:embed="Rfcea6a3cbb74465b"/>
          <a:stretch xmlns:a="http://schemas.openxmlformats.org/drawingml/2006/main"/>
        </p:blipFill>
        <p:spPr>
          <a:xfrm xmlns:a="http://schemas.openxmlformats.org/drawingml/2006/main">
            <a:off x="3476986" y="4733925"/>
            <a:ext cx="11334028" cy="1206818"/>
          </a:xfrm>
          <a:prstGeom xmlns:a="http://schemas.openxmlformats.org/drawingml/2006/main" prst="rect">
            <a:avLst/>
          </a:prstGeom>
        </p:spPr>
      </p:pic>
      <p:sp>
        <p:nvSpPr>
          <p:cNvPr id="9" name="rich">
            <a:extLst xmlns:a="http://schemas.openxmlformats.org/drawingml/2006/main">
              <a:ext uri="{FF2B5EF4-FFF2-40B4-BE49-F238E27FC236}">
                <a16:creationId xmlns:a16="http://schemas.microsoft.com/office/drawing/2014/main" id="{DBDAE9E8-767B-4368-8494-EF65FD56741B}"/>
              </a:ext>
            </a:extLst>
          </p:cNvPr>
          <p:cNvSpPr>
            <a:spLocks xmlns:a="http://schemas.openxmlformats.org/drawingml/2006/main" noGrp="1"/>
          </p:cNvSpPr>
          <p:nvPr/>
        </p:nvSpPr>
        <p:spPr>
          <a:xfrm xmlns:a="http://schemas.openxmlformats.org/drawingml/2006/main">
            <a:off x="3790950" y="671512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생성되는 물질 </a:t>
            </a:r>
            <a:r>
              <a:rPr b="1">
                <a:solidFill>
                  <a:srgbClr val="57962F"/>
                </a:solidFill>
              </a:rPr>
              <a:t>1 mol</a:t>
            </a:r>
            <a:r>
              <a:t>을 기준으로 나타낸다.</a:t>
            </a:r>
          </a:p>
        </p:txBody>
      </p:sp>
      <p:sp>
        <p:nvSpPr>
          <p:cNvPr id="10" name="rich">
            <a:extLst xmlns:a="http://schemas.openxmlformats.org/drawingml/2006/main">
              <a:ext uri="{FF2B5EF4-FFF2-40B4-BE49-F238E27FC236}">
                <a16:creationId xmlns:a16="http://schemas.microsoft.com/office/drawing/2014/main" id="{C3139CBB-2ECC-4DA7-9927-54D692470AEC}"/>
              </a:ext>
            </a:extLst>
          </p:cNvPr>
          <p:cNvSpPr>
            <a:spLocks xmlns:a="http://schemas.openxmlformats.org/drawingml/2006/main" noGrp="1"/>
          </p:cNvSpPr>
          <p:nvPr/>
        </p:nvSpPr>
        <p:spPr>
          <a:xfrm xmlns:a="http://schemas.openxmlformats.org/drawingml/2006/main">
            <a:off x="3790950" y="77343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0">
                <a:solidFill>
                  <a:srgbClr val="000000"/>
                </a:solidFill>
                <a:latin typeface="Pretendard"/>
                <a:ea typeface="Pretendard"/>
                <a:cs typeface="Pretendard"/>
              </a:defRPr>
            </a:defPPr>
            <a:lvl1pPr algn="l">
              <a:defRPr sz="3225" b="0">
                <a:solidFill>
                  <a:srgbClr val="000000"/>
                </a:solidFill>
                <a:latin typeface="Pretendard"/>
                <a:ea typeface="Pretendard"/>
                <a:cs typeface="Pretendard"/>
              </a:defRPr>
            </a:lvl1pPr>
            <a:lvl2pPr algn="l">
              <a:defRPr sz="3225" b="0">
                <a:solidFill>
                  <a:srgbClr val="000000"/>
                </a:solidFill>
                <a:latin typeface="Pretendard"/>
                <a:ea typeface="Pretendard"/>
                <a:cs typeface="Pretendard"/>
              </a:defRPr>
            </a:lvl2pPr>
            <a:lvl3pPr algn="l">
              <a:defRPr sz="3225" b="0">
                <a:solidFill>
                  <a:srgbClr val="000000"/>
                </a:solidFill>
                <a:latin typeface="Pretendard"/>
                <a:ea typeface="Pretendard"/>
                <a:cs typeface="Pretendard"/>
              </a:defRPr>
            </a:lvl3pPr>
            <a:lvl4pPr algn="l">
              <a:defRPr sz="3225" b="0">
                <a:solidFill>
                  <a:srgbClr val="000000"/>
                </a:solidFill>
                <a:latin typeface="Pretendard"/>
                <a:ea typeface="Pretendard"/>
                <a:cs typeface="Pretendard"/>
              </a:defRPr>
            </a:lvl4pPr>
            <a:lvl5pPr algn="l">
              <a:defRPr sz="3225" b="0">
                <a:solidFill>
                  <a:srgbClr val="000000"/>
                </a:solidFill>
                <a:latin typeface="Pretendard"/>
                <a:ea typeface="Pretendard"/>
                <a:cs typeface="Pretendard"/>
              </a:defRPr>
            </a:lvl5pPr>
            <a:lvl6pPr algn="l">
              <a:defRPr sz="3225" b="0">
                <a:solidFill>
                  <a:srgbClr val="000000"/>
                </a:solidFill>
                <a:latin typeface="Pretendard"/>
                <a:ea typeface="Pretendard"/>
                <a:cs typeface="Pretendard"/>
              </a:defRPr>
            </a:lvl6pPr>
            <a:lvl7pPr algn="l">
              <a:defRPr sz="3225" b="0">
                <a:solidFill>
                  <a:srgbClr val="000000"/>
                </a:solidFill>
                <a:latin typeface="Pretendard"/>
                <a:ea typeface="Pretendard"/>
                <a:cs typeface="Pretendard"/>
              </a:defRPr>
            </a:lvl7pPr>
            <a:lvl8pPr algn="l">
              <a:defRPr sz="3225" b="0">
                <a:solidFill>
                  <a:srgbClr val="000000"/>
                </a:solidFill>
                <a:latin typeface="Pretendard"/>
                <a:ea typeface="Pretendard"/>
                <a:cs typeface="Pretendard"/>
              </a:defRPr>
            </a:lvl8pPr>
            <a:lvl9pPr algn="l">
              <a:defRPr sz="3225" b="0">
                <a:solidFill>
                  <a:srgbClr val="000000"/>
                </a:solidFill>
                <a:latin typeface="Pretendard"/>
                <a:ea typeface="Pretendard"/>
                <a:cs typeface="Pretendard"/>
              </a:defRPr>
            </a:lvl9pPr>
          </a:lstStyle>
          <a:p xmlns:a="http://schemas.openxmlformats.org/drawingml/2006/main">
            <a:pPr algn="l">
              <a:defRPr sz="3225" b="0">
                <a:solidFill>
                  <a:srgbClr val="000000"/>
                </a:solidFill>
                <a:latin typeface="Pretendard"/>
                <a:ea typeface="Pretendard"/>
                <a:cs typeface="Pretendard"/>
              </a:defRPr>
            </a:pPr>
            <a:r>
              <a:t>H₂O</a:t>
            </a:r>
            <a:r>
              <a:t>(</a:t>
            </a:r>
            <a:r>
              <a:rPr i="1">
                <a:latin typeface="Pretendard"/>
                <a:ea typeface="Pretendard"/>
                <a:cs typeface="Pretendard"/>
              </a:rPr>
              <a:t>l</a:t>
            </a:r>
            <a:r>
              <a:t>)의 표준 생성 엔탈피는</a:t>
            </a:r>
          </a:p>
        </p:txBody>
      </p:sp>
      <p:sp>
        <p:nvSpPr>
          <p:cNvPr id="11" name="text">
            <a:extLst xmlns:a="http://schemas.openxmlformats.org/drawingml/2006/main">
              <a:ext uri="{FF2B5EF4-FFF2-40B4-BE49-F238E27FC236}">
                <a16:creationId xmlns:a16="http://schemas.microsoft.com/office/drawing/2014/main" id="{EF098B4C-73CC-477F-AFDB-3132AEF4F07F}"/>
              </a:ext>
            </a:extLst>
          </p:cNvPr>
          <p:cNvSpPr>
            <a:spLocks xmlns:a="http://schemas.openxmlformats.org/drawingml/2006/main" noGrp="1"/>
          </p:cNvSpPr>
          <p:nvPr/>
        </p:nvSpPr>
        <p:spPr>
          <a:xfrm xmlns:a="http://schemas.openxmlformats.org/drawingml/2006/main">
            <a:off x="3790950" y="83820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650" b="1">
                <a:solidFill>
                  <a:srgbClr val="57962F"/>
                </a:solidFill>
                <a:latin typeface="Pretendard"/>
                <a:ea typeface="Pretendard"/>
                <a:cs typeface="Pretendard"/>
              </a:defRPr>
            </a:defPPr>
            <a:lvl1pPr algn="l">
              <a:defRPr sz="4650" b="1">
                <a:solidFill>
                  <a:srgbClr val="57962F"/>
                </a:solidFill>
                <a:latin typeface="Pretendard"/>
                <a:ea typeface="Pretendard"/>
                <a:cs typeface="Pretendard"/>
              </a:defRPr>
            </a:lvl1pPr>
            <a:lvl2pPr algn="l">
              <a:defRPr sz="4650" b="1">
                <a:solidFill>
                  <a:srgbClr val="57962F"/>
                </a:solidFill>
                <a:latin typeface="Pretendard"/>
                <a:ea typeface="Pretendard"/>
                <a:cs typeface="Pretendard"/>
              </a:defRPr>
            </a:lvl2pPr>
            <a:lvl3pPr algn="l">
              <a:defRPr sz="4650" b="1">
                <a:solidFill>
                  <a:srgbClr val="57962F"/>
                </a:solidFill>
                <a:latin typeface="Pretendard"/>
                <a:ea typeface="Pretendard"/>
                <a:cs typeface="Pretendard"/>
              </a:defRPr>
            </a:lvl3pPr>
            <a:lvl4pPr algn="l">
              <a:defRPr sz="4650" b="1">
                <a:solidFill>
                  <a:srgbClr val="57962F"/>
                </a:solidFill>
                <a:latin typeface="Pretendard"/>
                <a:ea typeface="Pretendard"/>
                <a:cs typeface="Pretendard"/>
              </a:defRPr>
            </a:lvl4pPr>
            <a:lvl5pPr algn="l">
              <a:defRPr sz="4650" b="1">
                <a:solidFill>
                  <a:srgbClr val="57962F"/>
                </a:solidFill>
                <a:latin typeface="Pretendard"/>
                <a:ea typeface="Pretendard"/>
                <a:cs typeface="Pretendard"/>
              </a:defRPr>
            </a:lvl5pPr>
            <a:lvl6pPr algn="l">
              <a:defRPr sz="4650" b="1">
                <a:solidFill>
                  <a:srgbClr val="57962F"/>
                </a:solidFill>
                <a:latin typeface="Pretendard"/>
                <a:ea typeface="Pretendard"/>
                <a:cs typeface="Pretendard"/>
              </a:defRPr>
            </a:lvl6pPr>
            <a:lvl7pPr algn="l">
              <a:defRPr sz="4650" b="1">
                <a:solidFill>
                  <a:srgbClr val="57962F"/>
                </a:solidFill>
                <a:latin typeface="Pretendard"/>
                <a:ea typeface="Pretendard"/>
                <a:cs typeface="Pretendard"/>
              </a:defRPr>
            </a:lvl7pPr>
            <a:lvl8pPr algn="l">
              <a:defRPr sz="4650" b="1">
                <a:solidFill>
                  <a:srgbClr val="57962F"/>
                </a:solidFill>
                <a:latin typeface="Pretendard"/>
                <a:ea typeface="Pretendard"/>
                <a:cs typeface="Pretendard"/>
              </a:defRPr>
            </a:lvl8pPr>
            <a:lvl9pPr algn="l">
              <a:defRPr sz="4650" b="1">
                <a:solidFill>
                  <a:srgbClr val="57962F"/>
                </a:solidFill>
                <a:latin typeface="Pretendard"/>
                <a:ea typeface="Pretendard"/>
                <a:cs typeface="Pretendard"/>
              </a:defRPr>
            </a:lvl9pPr>
          </a:lstStyle>
          <a:p xmlns:a="http://schemas.openxmlformats.org/drawingml/2006/main">
            <a:pPr algn="l">
              <a:defRPr sz="4650" b="1">
                <a:solidFill>
                  <a:srgbClr val="57962F"/>
                </a:solidFill>
                <a:latin typeface="Pretendard"/>
                <a:ea typeface="Pretendard"/>
                <a:cs typeface="Pretendard"/>
              </a:defRPr>
            </a:pPr>
            <a:r>
              <a:rPr sz="4650" b="1">
                <a:solidFill>
                  <a:srgbClr val="57962F"/>
                </a:solidFill>
                <a:latin typeface="Pretendard"/>
                <a:ea typeface="Pretendard"/>
                <a:cs typeface="Pretendard"/>
              </a:rPr>
              <a:t>−285.8 kJ/mol</a:t>
            </a:r>
          </a:p>
        </p:txBody>
      </p:sp>
    </p:spTree>
    <p:extLst>
      <p:ext uri="{BB962C8B-B14F-4D97-AF65-F5344CB8AC3E}">
        <p14:creationId xmlns:p14="http://schemas.microsoft.com/office/powerpoint/2010/main" val="52059816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2480C0C8-C1F4-408C-86B9-E793D7C61E03}"/>
              </a:ext>
            </a:extLst>
          </p:cNvPr>
          <p:cNvPicPr>
            <a:picLocks xmlns:a="http://schemas.openxmlformats.org/drawingml/2006/main" noChangeAspect="1"/>
          </p:cNvPicPr>
          <p:nvPr/>
        </p:nvPicPr>
        <p:blipFill>
          <a:blip xmlns:r="http://schemas.openxmlformats.org/officeDocument/2006/relationships" xmlns:a="http://schemas.openxmlformats.org/drawingml/2006/main" r:embed="R54a03fceaee948a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E00FFBA-DBEC-493D-A2E6-47A8888B806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E90F45C-8838-4DE2-8BFF-FFD0FDB83CB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EE4F8D9F-E54F-4A7F-9F7F-5C7A6E796FD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62C9A5E-CB73-4928-A74B-DEC57917655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A7737BE0-C9A1-4531-B75C-B7E5E71F248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아래첨자 f와 윗첨자 °의 뜻</a:t>
            </a:r>
          </a:p>
        </p:txBody>
      </p:sp>
      <p:sp>
        <p:nvSpPr>
          <p:cNvPr id="7" name="text">
            <a:extLst xmlns:a="http://schemas.openxmlformats.org/drawingml/2006/main">
              <a:ext uri="{FF2B5EF4-FFF2-40B4-BE49-F238E27FC236}">
                <a16:creationId xmlns:a16="http://schemas.microsoft.com/office/drawing/2014/main" id="{2462AC54-3954-41CF-9356-EA9EB972B34F}"/>
              </a:ext>
            </a:extLst>
          </p:cNvPr>
          <p:cNvSpPr>
            <a:spLocks xmlns:a="http://schemas.openxmlformats.org/drawingml/2006/main" noGrp="1"/>
          </p:cNvSpPr>
          <p:nvPr/>
        </p:nvSpPr>
        <p:spPr>
          <a:xfrm xmlns:a="http://schemas.openxmlformats.org/drawingml/2006/main">
            <a:off x="2905125" y="4191000"/>
            <a:ext cx="1143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0875" b="1">
                <a:solidFill>
                  <a:srgbClr val="57962F"/>
                </a:solidFill>
                <a:latin typeface="Pretendard"/>
                <a:ea typeface="Pretendard"/>
                <a:cs typeface="Pretendard"/>
              </a:defRPr>
            </a:defPPr>
            <a:lvl1pPr algn="l">
              <a:defRPr sz="10875" b="1">
                <a:solidFill>
                  <a:srgbClr val="57962F"/>
                </a:solidFill>
                <a:latin typeface="Pretendard"/>
                <a:ea typeface="Pretendard"/>
                <a:cs typeface="Pretendard"/>
              </a:defRPr>
            </a:lvl1pPr>
            <a:lvl2pPr algn="l">
              <a:defRPr sz="10875" b="1">
                <a:solidFill>
                  <a:srgbClr val="57962F"/>
                </a:solidFill>
                <a:latin typeface="Pretendard"/>
                <a:ea typeface="Pretendard"/>
                <a:cs typeface="Pretendard"/>
              </a:defRPr>
            </a:lvl2pPr>
            <a:lvl3pPr algn="l">
              <a:defRPr sz="10875" b="1">
                <a:solidFill>
                  <a:srgbClr val="57962F"/>
                </a:solidFill>
                <a:latin typeface="Pretendard"/>
                <a:ea typeface="Pretendard"/>
                <a:cs typeface="Pretendard"/>
              </a:defRPr>
            </a:lvl3pPr>
            <a:lvl4pPr algn="l">
              <a:defRPr sz="10875" b="1">
                <a:solidFill>
                  <a:srgbClr val="57962F"/>
                </a:solidFill>
                <a:latin typeface="Pretendard"/>
                <a:ea typeface="Pretendard"/>
                <a:cs typeface="Pretendard"/>
              </a:defRPr>
            </a:lvl4pPr>
            <a:lvl5pPr algn="l">
              <a:defRPr sz="10875" b="1">
                <a:solidFill>
                  <a:srgbClr val="57962F"/>
                </a:solidFill>
                <a:latin typeface="Pretendard"/>
                <a:ea typeface="Pretendard"/>
                <a:cs typeface="Pretendard"/>
              </a:defRPr>
            </a:lvl5pPr>
            <a:lvl6pPr algn="l">
              <a:defRPr sz="10875" b="1">
                <a:solidFill>
                  <a:srgbClr val="57962F"/>
                </a:solidFill>
                <a:latin typeface="Pretendard"/>
                <a:ea typeface="Pretendard"/>
                <a:cs typeface="Pretendard"/>
              </a:defRPr>
            </a:lvl6pPr>
            <a:lvl7pPr algn="l">
              <a:defRPr sz="10875" b="1">
                <a:solidFill>
                  <a:srgbClr val="57962F"/>
                </a:solidFill>
                <a:latin typeface="Pretendard"/>
                <a:ea typeface="Pretendard"/>
                <a:cs typeface="Pretendard"/>
              </a:defRPr>
            </a:lvl7pPr>
            <a:lvl8pPr algn="l">
              <a:defRPr sz="10875" b="1">
                <a:solidFill>
                  <a:srgbClr val="57962F"/>
                </a:solidFill>
                <a:latin typeface="Pretendard"/>
                <a:ea typeface="Pretendard"/>
                <a:cs typeface="Pretendard"/>
              </a:defRPr>
            </a:lvl8pPr>
            <a:lvl9pPr algn="l">
              <a:defRPr sz="10875" b="1">
                <a:solidFill>
                  <a:srgbClr val="57962F"/>
                </a:solidFill>
                <a:latin typeface="Pretendard"/>
                <a:ea typeface="Pretendard"/>
                <a:cs typeface="Pretendard"/>
              </a:defRPr>
            </a:lvl9pPr>
          </a:lstStyle>
          <a:p xmlns:a="http://schemas.openxmlformats.org/drawingml/2006/main">
            <a:pPr algn="l">
              <a:defRPr sz="10875" b="1">
                <a:solidFill>
                  <a:srgbClr val="57962F"/>
                </a:solidFill>
                <a:latin typeface="Pretendard"/>
                <a:ea typeface="Pretendard"/>
                <a:cs typeface="Pretendard"/>
              </a:defRPr>
            </a:pPr>
            <a:r>
              <a:rPr sz="10875" b="1">
                <a:solidFill>
                  <a:srgbClr val="57962F"/>
                </a:solidFill>
                <a:latin typeface="Pretendard"/>
                <a:ea typeface="Pretendard"/>
                <a:cs typeface="Pretendard"/>
              </a:rPr>
              <a:t>Δ</a:t>
            </a:r>
          </a:p>
        </p:txBody>
      </p:sp>
      <p:sp>
        <p:nvSpPr>
          <p:cNvPr id="8" name="rich">
            <a:extLst xmlns:a="http://schemas.openxmlformats.org/drawingml/2006/main">
              <a:ext uri="{FF2B5EF4-FFF2-40B4-BE49-F238E27FC236}">
                <a16:creationId xmlns:a16="http://schemas.microsoft.com/office/drawing/2014/main" id="{5ADA1848-4214-40CF-8075-B903EE3FFAB7}"/>
              </a:ext>
            </a:extLst>
          </p:cNvPr>
          <p:cNvSpPr>
            <a:spLocks xmlns:a="http://schemas.openxmlformats.org/drawingml/2006/main" noGrp="1"/>
          </p:cNvSpPr>
          <p:nvPr/>
        </p:nvSpPr>
        <p:spPr>
          <a:xfrm xmlns:a="http://schemas.openxmlformats.org/drawingml/2006/main">
            <a:off x="3857625" y="4191000"/>
            <a:ext cx="13811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0875" b="1">
                <a:solidFill>
                  <a:srgbClr val="57962F"/>
                </a:solidFill>
                <a:latin typeface="Pretendard"/>
                <a:ea typeface="Pretendard"/>
                <a:cs typeface="Pretendard"/>
              </a:defRPr>
            </a:defPPr>
            <a:lvl1pPr algn="l">
              <a:defRPr sz="10875" b="1">
                <a:solidFill>
                  <a:srgbClr val="57962F"/>
                </a:solidFill>
                <a:latin typeface="Pretendard"/>
                <a:ea typeface="Pretendard"/>
                <a:cs typeface="Pretendard"/>
              </a:defRPr>
            </a:lvl1pPr>
            <a:lvl2pPr algn="l">
              <a:defRPr sz="10875" b="1">
                <a:solidFill>
                  <a:srgbClr val="57962F"/>
                </a:solidFill>
                <a:latin typeface="Pretendard"/>
                <a:ea typeface="Pretendard"/>
                <a:cs typeface="Pretendard"/>
              </a:defRPr>
            </a:lvl2pPr>
            <a:lvl3pPr algn="l">
              <a:defRPr sz="10875" b="1">
                <a:solidFill>
                  <a:srgbClr val="57962F"/>
                </a:solidFill>
                <a:latin typeface="Pretendard"/>
                <a:ea typeface="Pretendard"/>
                <a:cs typeface="Pretendard"/>
              </a:defRPr>
            </a:lvl3pPr>
            <a:lvl4pPr algn="l">
              <a:defRPr sz="10875" b="1">
                <a:solidFill>
                  <a:srgbClr val="57962F"/>
                </a:solidFill>
                <a:latin typeface="Pretendard"/>
                <a:ea typeface="Pretendard"/>
                <a:cs typeface="Pretendard"/>
              </a:defRPr>
            </a:lvl4pPr>
            <a:lvl5pPr algn="l">
              <a:defRPr sz="10875" b="1">
                <a:solidFill>
                  <a:srgbClr val="57962F"/>
                </a:solidFill>
                <a:latin typeface="Pretendard"/>
                <a:ea typeface="Pretendard"/>
                <a:cs typeface="Pretendard"/>
              </a:defRPr>
            </a:lvl5pPr>
            <a:lvl6pPr algn="l">
              <a:defRPr sz="10875" b="1">
                <a:solidFill>
                  <a:srgbClr val="57962F"/>
                </a:solidFill>
                <a:latin typeface="Pretendard"/>
                <a:ea typeface="Pretendard"/>
                <a:cs typeface="Pretendard"/>
              </a:defRPr>
            </a:lvl6pPr>
            <a:lvl7pPr algn="l">
              <a:defRPr sz="10875" b="1">
                <a:solidFill>
                  <a:srgbClr val="57962F"/>
                </a:solidFill>
                <a:latin typeface="Pretendard"/>
                <a:ea typeface="Pretendard"/>
                <a:cs typeface="Pretendard"/>
              </a:defRPr>
            </a:lvl7pPr>
            <a:lvl8pPr algn="l">
              <a:defRPr sz="10875" b="1">
                <a:solidFill>
                  <a:srgbClr val="57962F"/>
                </a:solidFill>
                <a:latin typeface="Pretendard"/>
                <a:ea typeface="Pretendard"/>
                <a:cs typeface="Pretendard"/>
              </a:defRPr>
            </a:lvl8pPr>
            <a:lvl9pPr algn="l">
              <a:defRPr sz="10875" b="1">
                <a:solidFill>
                  <a:srgbClr val="57962F"/>
                </a:solidFill>
                <a:latin typeface="Pretendard"/>
                <a:ea typeface="Pretendard"/>
                <a:cs typeface="Pretendard"/>
              </a:defRPr>
            </a:lvl9pPr>
          </a:lstStyle>
          <a:p xmlns:a="http://schemas.openxmlformats.org/drawingml/2006/main">
            <a:pPr algn="l">
              <a:defRPr sz="10875" b="1">
                <a:solidFill>
                  <a:srgbClr val="57962F"/>
                </a:solidFill>
                <a:latin typeface="Pretendard"/>
                <a:ea typeface="Pretendard"/>
                <a:cs typeface="Pretendard"/>
              </a:defRPr>
            </a:pPr>
            <a:r>
              <a:rPr i="1">
                <a:latin typeface="Pretendard"/>
                <a:ea typeface="Pretendard"/>
                <a:cs typeface="Pretendard"/>
              </a:rPr>
              <a:t>H</a:t>
            </a:r>
          </a:p>
        </p:txBody>
      </p:sp>
      <p:sp>
        <p:nvSpPr>
          <p:cNvPr id="9" name="text">
            <a:extLst xmlns:a="http://schemas.openxmlformats.org/drawingml/2006/main">
              <a:ext uri="{FF2B5EF4-FFF2-40B4-BE49-F238E27FC236}">
                <a16:creationId xmlns:a16="http://schemas.microsoft.com/office/drawing/2014/main" id="{D90D6DCB-6479-4BC3-96EC-250302C3F413}"/>
              </a:ext>
            </a:extLst>
          </p:cNvPr>
          <p:cNvSpPr>
            <a:spLocks xmlns:a="http://schemas.openxmlformats.org/drawingml/2006/main" noGrp="1"/>
          </p:cNvSpPr>
          <p:nvPr/>
        </p:nvSpPr>
        <p:spPr>
          <a:xfrm xmlns:a="http://schemas.openxmlformats.org/drawingml/2006/main">
            <a:off x="5019675" y="5314950"/>
            <a:ext cx="57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75" b="0">
                <a:solidFill>
                  <a:srgbClr val="57962F"/>
                </a:solidFill>
                <a:latin typeface="Pretendard"/>
                <a:ea typeface="Pretendard"/>
                <a:cs typeface="Pretendard"/>
              </a:defRPr>
            </a:defPPr>
            <a:lvl1pPr algn="l">
              <a:defRPr sz="3975" b="0">
                <a:solidFill>
                  <a:srgbClr val="57962F"/>
                </a:solidFill>
                <a:latin typeface="Pretendard"/>
                <a:ea typeface="Pretendard"/>
                <a:cs typeface="Pretendard"/>
              </a:defRPr>
            </a:lvl1pPr>
            <a:lvl2pPr algn="l">
              <a:defRPr sz="3975" b="0">
                <a:solidFill>
                  <a:srgbClr val="57962F"/>
                </a:solidFill>
                <a:latin typeface="Pretendard"/>
                <a:ea typeface="Pretendard"/>
                <a:cs typeface="Pretendard"/>
              </a:defRPr>
            </a:lvl2pPr>
            <a:lvl3pPr algn="l">
              <a:defRPr sz="3975" b="0">
                <a:solidFill>
                  <a:srgbClr val="57962F"/>
                </a:solidFill>
                <a:latin typeface="Pretendard"/>
                <a:ea typeface="Pretendard"/>
                <a:cs typeface="Pretendard"/>
              </a:defRPr>
            </a:lvl3pPr>
            <a:lvl4pPr algn="l">
              <a:defRPr sz="3975" b="0">
                <a:solidFill>
                  <a:srgbClr val="57962F"/>
                </a:solidFill>
                <a:latin typeface="Pretendard"/>
                <a:ea typeface="Pretendard"/>
                <a:cs typeface="Pretendard"/>
              </a:defRPr>
            </a:lvl4pPr>
            <a:lvl5pPr algn="l">
              <a:defRPr sz="3975" b="0">
                <a:solidFill>
                  <a:srgbClr val="57962F"/>
                </a:solidFill>
                <a:latin typeface="Pretendard"/>
                <a:ea typeface="Pretendard"/>
                <a:cs typeface="Pretendard"/>
              </a:defRPr>
            </a:lvl5pPr>
            <a:lvl6pPr algn="l">
              <a:defRPr sz="3975" b="0">
                <a:solidFill>
                  <a:srgbClr val="57962F"/>
                </a:solidFill>
                <a:latin typeface="Pretendard"/>
                <a:ea typeface="Pretendard"/>
                <a:cs typeface="Pretendard"/>
              </a:defRPr>
            </a:lvl6pPr>
            <a:lvl7pPr algn="l">
              <a:defRPr sz="3975" b="0">
                <a:solidFill>
                  <a:srgbClr val="57962F"/>
                </a:solidFill>
                <a:latin typeface="Pretendard"/>
                <a:ea typeface="Pretendard"/>
                <a:cs typeface="Pretendard"/>
              </a:defRPr>
            </a:lvl7pPr>
            <a:lvl8pPr algn="l">
              <a:defRPr sz="3975" b="0">
                <a:solidFill>
                  <a:srgbClr val="57962F"/>
                </a:solidFill>
                <a:latin typeface="Pretendard"/>
                <a:ea typeface="Pretendard"/>
                <a:cs typeface="Pretendard"/>
              </a:defRPr>
            </a:lvl8pPr>
            <a:lvl9pPr algn="l">
              <a:defRPr sz="3975" b="0">
                <a:solidFill>
                  <a:srgbClr val="57962F"/>
                </a:solidFill>
                <a:latin typeface="Pretendard"/>
                <a:ea typeface="Pretendard"/>
                <a:cs typeface="Pretendard"/>
              </a:defRPr>
            </a:lvl9pPr>
          </a:lstStyle>
          <a:p xmlns:a="http://schemas.openxmlformats.org/drawingml/2006/main">
            <a:pPr algn="l">
              <a:defRPr sz="3975" b="0">
                <a:solidFill>
                  <a:srgbClr val="57962F"/>
                </a:solidFill>
                <a:latin typeface="Pretendard"/>
                <a:ea typeface="Pretendard"/>
                <a:cs typeface="Pretendard"/>
              </a:defRPr>
            </a:pPr>
            <a:r>
              <a:rPr sz="3975" b="0">
                <a:solidFill>
                  <a:srgbClr val="57962F"/>
                </a:solidFill>
                <a:latin typeface="Pretendard"/>
                <a:ea typeface="Pretendard"/>
                <a:cs typeface="Pretendard"/>
              </a:rPr>
              <a:t>f</a:t>
            </a:r>
          </a:p>
        </p:txBody>
      </p:sp>
      <p:sp>
        <p:nvSpPr>
          <p:cNvPr id="10" name="text">
            <a:extLst xmlns:a="http://schemas.openxmlformats.org/drawingml/2006/main">
              <a:ext uri="{FF2B5EF4-FFF2-40B4-BE49-F238E27FC236}">
                <a16:creationId xmlns:a16="http://schemas.microsoft.com/office/drawing/2014/main" id="{C197D455-2C5B-4017-9550-A9EA35912F45}"/>
              </a:ext>
            </a:extLst>
          </p:cNvPr>
          <p:cNvSpPr>
            <a:spLocks xmlns:a="http://schemas.openxmlformats.org/drawingml/2006/main" noGrp="1"/>
          </p:cNvSpPr>
          <p:nvPr/>
        </p:nvSpPr>
        <p:spPr>
          <a:xfrm xmlns:a="http://schemas.openxmlformats.org/drawingml/2006/main">
            <a:off x="5019675" y="4286250"/>
            <a:ext cx="619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250" b="0">
                <a:solidFill>
                  <a:srgbClr val="57962F"/>
                </a:solidFill>
                <a:latin typeface="Pretendard"/>
                <a:ea typeface="Pretendard"/>
                <a:cs typeface="Pretendard"/>
              </a:defRPr>
            </a:defPPr>
            <a:lvl1pPr algn="l">
              <a:defRPr sz="5250" b="0">
                <a:solidFill>
                  <a:srgbClr val="57962F"/>
                </a:solidFill>
                <a:latin typeface="Pretendard"/>
                <a:ea typeface="Pretendard"/>
                <a:cs typeface="Pretendard"/>
              </a:defRPr>
            </a:lvl1pPr>
            <a:lvl2pPr algn="l">
              <a:defRPr sz="5250" b="0">
                <a:solidFill>
                  <a:srgbClr val="57962F"/>
                </a:solidFill>
                <a:latin typeface="Pretendard"/>
                <a:ea typeface="Pretendard"/>
                <a:cs typeface="Pretendard"/>
              </a:defRPr>
            </a:lvl2pPr>
            <a:lvl3pPr algn="l">
              <a:defRPr sz="5250" b="0">
                <a:solidFill>
                  <a:srgbClr val="57962F"/>
                </a:solidFill>
                <a:latin typeface="Pretendard"/>
                <a:ea typeface="Pretendard"/>
                <a:cs typeface="Pretendard"/>
              </a:defRPr>
            </a:lvl3pPr>
            <a:lvl4pPr algn="l">
              <a:defRPr sz="5250" b="0">
                <a:solidFill>
                  <a:srgbClr val="57962F"/>
                </a:solidFill>
                <a:latin typeface="Pretendard"/>
                <a:ea typeface="Pretendard"/>
                <a:cs typeface="Pretendard"/>
              </a:defRPr>
            </a:lvl4pPr>
            <a:lvl5pPr algn="l">
              <a:defRPr sz="5250" b="0">
                <a:solidFill>
                  <a:srgbClr val="57962F"/>
                </a:solidFill>
                <a:latin typeface="Pretendard"/>
                <a:ea typeface="Pretendard"/>
                <a:cs typeface="Pretendard"/>
              </a:defRPr>
            </a:lvl5pPr>
            <a:lvl6pPr algn="l">
              <a:defRPr sz="5250" b="0">
                <a:solidFill>
                  <a:srgbClr val="57962F"/>
                </a:solidFill>
                <a:latin typeface="Pretendard"/>
                <a:ea typeface="Pretendard"/>
                <a:cs typeface="Pretendard"/>
              </a:defRPr>
            </a:lvl6pPr>
            <a:lvl7pPr algn="l">
              <a:defRPr sz="5250" b="0">
                <a:solidFill>
                  <a:srgbClr val="57962F"/>
                </a:solidFill>
                <a:latin typeface="Pretendard"/>
                <a:ea typeface="Pretendard"/>
                <a:cs typeface="Pretendard"/>
              </a:defRPr>
            </a:lvl7pPr>
            <a:lvl8pPr algn="l">
              <a:defRPr sz="5250" b="0">
                <a:solidFill>
                  <a:srgbClr val="57962F"/>
                </a:solidFill>
                <a:latin typeface="Pretendard"/>
                <a:ea typeface="Pretendard"/>
                <a:cs typeface="Pretendard"/>
              </a:defRPr>
            </a:lvl8pPr>
            <a:lvl9pPr algn="l">
              <a:defRPr sz="5250" b="0">
                <a:solidFill>
                  <a:srgbClr val="57962F"/>
                </a:solidFill>
                <a:latin typeface="Pretendard"/>
                <a:ea typeface="Pretendard"/>
                <a:cs typeface="Pretendard"/>
              </a:defRPr>
            </a:lvl9pPr>
          </a:lstStyle>
          <a:p xmlns:a="http://schemas.openxmlformats.org/drawingml/2006/main">
            <a:pPr algn="l">
              <a:defRPr sz="5250" b="0">
                <a:solidFill>
                  <a:srgbClr val="57962F"/>
                </a:solidFill>
                <a:latin typeface="Pretendard"/>
                <a:ea typeface="Pretendard"/>
                <a:cs typeface="Pretendard"/>
              </a:defRPr>
            </a:pPr>
            <a:r>
              <a:rPr sz="5250" b="0">
                <a:solidFill>
                  <a:srgbClr val="57962F"/>
                </a:solidFill>
                <a:latin typeface="Pretendard"/>
                <a:ea typeface="Pretendard"/>
                <a:cs typeface="Pretendard"/>
              </a:rPr>
              <a:t>°</a:t>
            </a:r>
          </a:p>
        </p:txBody>
      </p:sp>
      <p:sp>
        <p:nvSpPr>
          <p:cNvPr id="11" name="R04-33 표제와 해석 영역">
            <a:extLst xmlns:a="http://schemas.openxmlformats.org/drawingml/2006/main">
              <a:ext uri="{FF2B5EF4-FFF2-40B4-BE49-F238E27FC236}">
                <a16:creationId xmlns:a16="http://schemas.microsoft.com/office/drawing/2014/main" id="{9D0752E3-095A-4690-ADC9-243513C56EB7}"/>
              </a:ext>
            </a:extLst>
          </p:cNvPr>
          <p:cNvSpPr>
            <a:spLocks xmlns:a="http://schemas.openxmlformats.org/drawingml/2006/main" noGrp="1"/>
          </p:cNvSpPr>
          <p:nvPr/>
        </p:nvSpPr>
        <p:spPr>
          <a:xfrm xmlns:a="http://schemas.openxmlformats.org/drawingml/2006/main">
            <a:off x="7143750" y="4048125"/>
            <a:ext cx="9715500" cy="1638300"/>
          </a:xfrm>
          <a:prstGeom xmlns:a="http://schemas.openxmlformats.org/drawingml/2006/main" prst="roundRect">
            <a:avLst>
              <a:gd name="adj" fmla="val 11628"/>
            </a:avLst>
          </a:prstGeom>
          <a:solidFill xmlns:a="http://schemas.openxmlformats.org/drawingml/2006/main">
            <a:srgbClr val="F5F5F5"/>
          </a:solidFill>
          <a:ln xmlns:a="http://schemas.openxmlformats.org/drawingml/2006/main" w="0">
            <a:noFill/>
          </a:ln>
        </p:spPr>
      </p:sp>
      <p:sp>
        <p:nvSpPr>
          <p:cNvPr id="12" name="rich">
            <a:extLst xmlns:a="http://schemas.openxmlformats.org/drawingml/2006/main">
              <a:ext uri="{FF2B5EF4-FFF2-40B4-BE49-F238E27FC236}">
                <a16:creationId xmlns:a16="http://schemas.microsoft.com/office/drawing/2014/main" id="{24FFADF3-C1A2-47A8-96D4-A036901556A3}"/>
              </a:ext>
            </a:extLst>
          </p:cNvPr>
          <p:cNvSpPr>
            <a:spLocks xmlns:a="http://schemas.openxmlformats.org/drawingml/2006/main" noGrp="1"/>
          </p:cNvSpPr>
          <p:nvPr/>
        </p:nvSpPr>
        <p:spPr>
          <a:xfrm xmlns:a="http://schemas.openxmlformats.org/drawingml/2006/main">
            <a:off x="7448550" y="4210050"/>
            <a:ext cx="9105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f : formation, 생성</a:t>
            </a:r>
          </a:p>
        </p:txBody>
      </p:sp>
      <p:sp>
        <p:nvSpPr>
          <p:cNvPr id="13" name="rich">
            <a:extLst xmlns:a="http://schemas.openxmlformats.org/drawingml/2006/main">
              <a:ext uri="{FF2B5EF4-FFF2-40B4-BE49-F238E27FC236}">
                <a16:creationId xmlns:a16="http://schemas.microsoft.com/office/drawing/2014/main" id="{D942BF8D-E10F-4A4B-AA71-3E76BBBFAF27}"/>
              </a:ext>
            </a:extLst>
          </p:cNvPr>
          <p:cNvSpPr>
            <a:spLocks xmlns:a="http://schemas.openxmlformats.org/drawingml/2006/main" noGrp="1"/>
          </p:cNvSpPr>
          <p:nvPr/>
        </p:nvSpPr>
        <p:spPr>
          <a:xfrm xmlns:a="http://schemas.openxmlformats.org/drawingml/2006/main">
            <a:off x="7448550" y="4838700"/>
            <a:ext cx="9105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원소 물질로부터 생성되는 반응임을 나타낸다.</a:t>
            </a:r>
          </a:p>
        </p:txBody>
      </p:sp>
      <p:sp>
        <p:nvSpPr>
          <p:cNvPr id="14" name="R04-33 표제와 해석 영역">
            <a:extLst xmlns:a="http://schemas.openxmlformats.org/drawingml/2006/main">
              <a:ext uri="{FF2B5EF4-FFF2-40B4-BE49-F238E27FC236}">
                <a16:creationId xmlns:a16="http://schemas.microsoft.com/office/drawing/2014/main" id="{7DF87B64-55D5-4F75-9DDC-C52B69384800}"/>
              </a:ext>
            </a:extLst>
          </p:cNvPr>
          <p:cNvSpPr>
            <a:spLocks xmlns:a="http://schemas.openxmlformats.org/drawingml/2006/main" noGrp="1"/>
          </p:cNvSpPr>
          <p:nvPr/>
        </p:nvSpPr>
        <p:spPr>
          <a:xfrm xmlns:a="http://schemas.openxmlformats.org/drawingml/2006/main">
            <a:off x="7143750" y="5953125"/>
            <a:ext cx="9715500" cy="1638300"/>
          </a:xfrm>
          <a:prstGeom xmlns:a="http://schemas.openxmlformats.org/drawingml/2006/main" prst="roundRect">
            <a:avLst>
              <a:gd name="adj" fmla="val 11628"/>
            </a:avLst>
          </a:prstGeom>
          <a:solidFill xmlns:a="http://schemas.openxmlformats.org/drawingml/2006/main">
            <a:srgbClr val="F5F5F5"/>
          </a:solidFill>
          <a:ln xmlns:a="http://schemas.openxmlformats.org/drawingml/2006/main" w="0">
            <a:noFill/>
          </a:ln>
        </p:spPr>
      </p:sp>
      <p:sp>
        <p:nvSpPr>
          <p:cNvPr id="15" name="rich">
            <a:extLst xmlns:a="http://schemas.openxmlformats.org/drawingml/2006/main">
              <a:ext uri="{FF2B5EF4-FFF2-40B4-BE49-F238E27FC236}">
                <a16:creationId xmlns:a16="http://schemas.microsoft.com/office/drawing/2014/main" id="{9E793DDF-4F2A-4683-BBEE-AAE14B4DD1EE}"/>
              </a:ext>
            </a:extLst>
          </p:cNvPr>
          <p:cNvSpPr>
            <a:spLocks xmlns:a="http://schemas.openxmlformats.org/drawingml/2006/main" noGrp="1"/>
          </p:cNvSpPr>
          <p:nvPr/>
        </p:nvSpPr>
        <p:spPr>
          <a:xfrm xmlns:a="http://schemas.openxmlformats.org/drawingml/2006/main">
            <a:off x="7448550" y="6115050"/>
            <a:ext cx="9105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 : 표준 상태</a:t>
            </a:r>
          </a:p>
        </p:txBody>
      </p:sp>
      <p:sp>
        <p:nvSpPr>
          <p:cNvPr id="16" name="rich">
            <a:extLst xmlns:a="http://schemas.openxmlformats.org/drawingml/2006/main">
              <a:ext uri="{FF2B5EF4-FFF2-40B4-BE49-F238E27FC236}">
                <a16:creationId xmlns:a16="http://schemas.microsoft.com/office/drawing/2014/main" id="{EEA49C12-8C60-41E9-84D7-AF1EABAF9DC2}"/>
              </a:ext>
            </a:extLst>
          </p:cNvPr>
          <p:cNvSpPr>
            <a:spLocks xmlns:a="http://schemas.openxmlformats.org/drawingml/2006/main" noGrp="1"/>
          </p:cNvSpPr>
          <p:nvPr/>
        </p:nvSpPr>
        <p:spPr>
          <a:xfrm xmlns:a="http://schemas.openxmlformats.org/drawingml/2006/main">
            <a:off x="7448550" y="6743700"/>
            <a:ext cx="9105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반응 물질이 표준 상태에 있음을 나타낸다.</a:t>
            </a:r>
          </a:p>
        </p:txBody>
      </p:sp>
      <p:sp>
        <p:nvSpPr>
          <p:cNvPr id="17" name="text">
            <a:extLst xmlns:a="http://schemas.openxmlformats.org/drawingml/2006/main">
              <a:ext uri="{FF2B5EF4-FFF2-40B4-BE49-F238E27FC236}">
                <a16:creationId xmlns:a16="http://schemas.microsoft.com/office/drawing/2014/main" id="{0C42BD7C-6DE6-4B73-804E-D40B659ED26E}"/>
              </a:ext>
            </a:extLst>
          </p:cNvPr>
          <p:cNvSpPr>
            <a:spLocks xmlns:a="http://schemas.openxmlformats.org/drawingml/2006/main" noGrp="1"/>
          </p:cNvSpPr>
          <p:nvPr/>
        </p:nvSpPr>
        <p:spPr>
          <a:xfrm xmlns:a="http://schemas.openxmlformats.org/drawingml/2006/main">
            <a:off x="2286000" y="6410325"/>
            <a:ext cx="3905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898989"/>
                </a:solidFill>
                <a:latin typeface="Pretendard"/>
                <a:ea typeface="Pretendard"/>
                <a:cs typeface="Pretendard"/>
              </a:defRPr>
            </a:defPPr>
            <a:lvl1pPr algn="ctr">
              <a:defRPr sz="2550" b="0">
                <a:solidFill>
                  <a:srgbClr val="898989"/>
                </a:solidFill>
                <a:latin typeface="Pretendard"/>
                <a:ea typeface="Pretendard"/>
                <a:cs typeface="Pretendard"/>
              </a:defRPr>
            </a:lvl1pPr>
            <a:lvl2pPr algn="ctr">
              <a:defRPr sz="2550" b="0">
                <a:solidFill>
                  <a:srgbClr val="898989"/>
                </a:solidFill>
                <a:latin typeface="Pretendard"/>
                <a:ea typeface="Pretendard"/>
                <a:cs typeface="Pretendard"/>
              </a:defRPr>
            </a:lvl2pPr>
            <a:lvl3pPr algn="ctr">
              <a:defRPr sz="2550" b="0">
                <a:solidFill>
                  <a:srgbClr val="898989"/>
                </a:solidFill>
                <a:latin typeface="Pretendard"/>
                <a:ea typeface="Pretendard"/>
                <a:cs typeface="Pretendard"/>
              </a:defRPr>
            </a:lvl3pPr>
            <a:lvl4pPr algn="ctr">
              <a:defRPr sz="2550" b="0">
                <a:solidFill>
                  <a:srgbClr val="898989"/>
                </a:solidFill>
                <a:latin typeface="Pretendard"/>
                <a:ea typeface="Pretendard"/>
                <a:cs typeface="Pretendard"/>
              </a:defRPr>
            </a:lvl4pPr>
            <a:lvl5pPr algn="ctr">
              <a:defRPr sz="2550" b="0">
                <a:solidFill>
                  <a:srgbClr val="898989"/>
                </a:solidFill>
                <a:latin typeface="Pretendard"/>
                <a:ea typeface="Pretendard"/>
                <a:cs typeface="Pretendard"/>
              </a:defRPr>
            </a:lvl5pPr>
            <a:lvl6pPr algn="ctr">
              <a:defRPr sz="2550" b="0">
                <a:solidFill>
                  <a:srgbClr val="898989"/>
                </a:solidFill>
                <a:latin typeface="Pretendard"/>
                <a:ea typeface="Pretendard"/>
                <a:cs typeface="Pretendard"/>
              </a:defRPr>
            </a:lvl6pPr>
            <a:lvl7pPr algn="ctr">
              <a:defRPr sz="2550" b="0">
                <a:solidFill>
                  <a:srgbClr val="898989"/>
                </a:solidFill>
                <a:latin typeface="Pretendard"/>
                <a:ea typeface="Pretendard"/>
                <a:cs typeface="Pretendard"/>
              </a:defRPr>
            </a:lvl7pPr>
            <a:lvl8pPr algn="ctr">
              <a:defRPr sz="2550" b="0">
                <a:solidFill>
                  <a:srgbClr val="898989"/>
                </a:solidFill>
                <a:latin typeface="Pretendard"/>
                <a:ea typeface="Pretendard"/>
                <a:cs typeface="Pretendard"/>
              </a:defRPr>
            </a:lvl8pPr>
            <a:lvl9pPr algn="ctr">
              <a:defRPr sz="2550" b="0">
                <a:solidFill>
                  <a:srgbClr val="898989"/>
                </a:solidFill>
                <a:latin typeface="Pretendard"/>
                <a:ea typeface="Pretendard"/>
                <a:cs typeface="Pretendard"/>
              </a:defRPr>
            </a:lvl9pPr>
          </a:lstStyle>
          <a:p xmlns:a="http://schemas.openxmlformats.org/drawingml/2006/main">
            <a:pPr algn="ctr">
              <a:defRPr sz="2550" b="0">
                <a:solidFill>
                  <a:srgbClr val="898989"/>
                </a:solidFill>
                <a:latin typeface="Pretendard"/>
                <a:ea typeface="Pretendard"/>
                <a:cs typeface="Pretendard"/>
              </a:defRPr>
            </a:pPr>
            <a:r>
              <a:rPr sz="2550" b="0">
                <a:solidFill>
                  <a:srgbClr val="898989"/>
                </a:solidFill>
                <a:latin typeface="Pretendard"/>
                <a:ea typeface="Pretendard"/>
                <a:cs typeface="Pretendard"/>
              </a:rPr>
              <a:t>아래첨자·윗첨자도 기호의 일부</a:t>
            </a:r>
          </a:p>
        </p:txBody>
      </p:sp>
      <p:sp>
        <p:nvSpPr>
          <p:cNvPr id="18" name="해석·결론">
            <a:extLst xmlns:a="http://schemas.openxmlformats.org/drawingml/2006/main">
              <a:ext uri="{FF2B5EF4-FFF2-40B4-BE49-F238E27FC236}">
                <a16:creationId xmlns:a16="http://schemas.microsoft.com/office/drawing/2014/main" id="{5937D50A-052F-437B-BFF3-2C18C97536CE}"/>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9" name="반응식·수식">
            <a:extLst xmlns:a="http://schemas.openxmlformats.org/drawingml/2006/main">
              <a:ext uri="{FF2B5EF4-FFF2-40B4-BE49-F238E27FC236}">
                <a16:creationId xmlns:a16="http://schemas.microsoft.com/office/drawing/2014/main" id="{9F5202D1-BDDF-4C7C-9F70-B397DB043AB2}"/>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 1 mol을 기준으로 하므로 단위는 kJ/mol</a:t>
            </a:r>
          </a:p>
        </p:txBody>
      </p:sp>
    </p:spTree>
    <p:extLst>
      <p:ext uri="{BB962C8B-B14F-4D97-AF65-F5344CB8AC3E}">
        <p14:creationId xmlns:p14="http://schemas.microsoft.com/office/powerpoint/2010/main" val="89377762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0A013A6D-EB9E-432E-B544-286563BC38DB}"/>
              </a:ext>
            </a:extLst>
          </p:cNvPr>
          <p:cNvPicPr>
            <a:picLocks xmlns:a="http://schemas.openxmlformats.org/drawingml/2006/main" noChangeAspect="1"/>
          </p:cNvPicPr>
          <p:nvPr/>
        </p:nvPicPr>
        <p:blipFill>
          <a:blip xmlns:r="http://schemas.openxmlformats.org/officeDocument/2006/relationships" xmlns:a="http://schemas.openxmlformats.org/drawingml/2006/main" r:embed="R6ee427583e6f4cc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74FAC3A-0629-4141-9710-3C976ED650B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22EFFDB-4344-4701-A898-48FBDCDE121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072F48F7-4181-4EFC-98FE-A7B47675A2D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B77F13A-FB29-4823-8C40-B3D64C1AE18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FFD5E768-1EEF-4DEC-8BEB-7EE0B4D10FC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상태는 비교를 위한 기준</a:t>
            </a:r>
          </a:p>
        </p:txBody>
      </p:sp>
      <p:sp>
        <p:nvSpPr>
          <p:cNvPr id="7" name="text">
            <a:extLst xmlns:a="http://schemas.openxmlformats.org/drawingml/2006/main">
              <a:ext uri="{FF2B5EF4-FFF2-40B4-BE49-F238E27FC236}">
                <a16:creationId xmlns:a16="http://schemas.microsoft.com/office/drawing/2014/main" id="{012BDD76-8448-4F4D-81CF-A7ABF62627CA}"/>
              </a:ext>
            </a:extLst>
          </p:cNvPr>
          <p:cNvSpPr>
            <a:spLocks xmlns:a="http://schemas.openxmlformats.org/drawingml/2006/main" noGrp="1"/>
          </p:cNvSpPr>
          <p:nvPr/>
        </p:nvSpPr>
        <p:spPr>
          <a:xfrm xmlns:a="http://schemas.openxmlformats.org/drawingml/2006/main">
            <a:off x="1428750" y="36671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898989"/>
                </a:solidFill>
                <a:latin typeface="Pretendard"/>
                <a:ea typeface="Pretendard"/>
                <a:cs typeface="Pretendard"/>
              </a:defRPr>
            </a:defPPr>
            <a:lvl1pPr algn="ctr">
              <a:defRPr sz="2850" b="0">
                <a:solidFill>
                  <a:srgbClr val="898989"/>
                </a:solidFill>
                <a:latin typeface="Pretendard"/>
                <a:ea typeface="Pretendard"/>
                <a:cs typeface="Pretendard"/>
              </a:defRPr>
            </a:lvl1pPr>
            <a:lvl2pPr algn="ctr">
              <a:defRPr sz="2850" b="0">
                <a:solidFill>
                  <a:srgbClr val="898989"/>
                </a:solidFill>
                <a:latin typeface="Pretendard"/>
                <a:ea typeface="Pretendard"/>
                <a:cs typeface="Pretendard"/>
              </a:defRPr>
            </a:lvl2pPr>
            <a:lvl3pPr algn="ctr">
              <a:defRPr sz="2850" b="0">
                <a:solidFill>
                  <a:srgbClr val="898989"/>
                </a:solidFill>
                <a:latin typeface="Pretendard"/>
                <a:ea typeface="Pretendard"/>
                <a:cs typeface="Pretendard"/>
              </a:defRPr>
            </a:lvl3pPr>
            <a:lvl4pPr algn="ctr">
              <a:defRPr sz="2850" b="0">
                <a:solidFill>
                  <a:srgbClr val="898989"/>
                </a:solidFill>
                <a:latin typeface="Pretendard"/>
                <a:ea typeface="Pretendard"/>
                <a:cs typeface="Pretendard"/>
              </a:defRPr>
            </a:lvl4pPr>
            <a:lvl5pPr algn="ctr">
              <a:defRPr sz="2850" b="0">
                <a:solidFill>
                  <a:srgbClr val="898989"/>
                </a:solidFill>
                <a:latin typeface="Pretendard"/>
                <a:ea typeface="Pretendard"/>
                <a:cs typeface="Pretendard"/>
              </a:defRPr>
            </a:lvl5pPr>
            <a:lvl6pPr algn="ctr">
              <a:defRPr sz="2850" b="0">
                <a:solidFill>
                  <a:srgbClr val="898989"/>
                </a:solidFill>
                <a:latin typeface="Pretendard"/>
                <a:ea typeface="Pretendard"/>
                <a:cs typeface="Pretendard"/>
              </a:defRPr>
            </a:lvl6pPr>
            <a:lvl7pPr algn="ctr">
              <a:defRPr sz="2850" b="0">
                <a:solidFill>
                  <a:srgbClr val="898989"/>
                </a:solidFill>
                <a:latin typeface="Pretendard"/>
                <a:ea typeface="Pretendard"/>
                <a:cs typeface="Pretendard"/>
              </a:defRPr>
            </a:lvl7pPr>
            <a:lvl8pPr algn="ctr">
              <a:defRPr sz="2850" b="0">
                <a:solidFill>
                  <a:srgbClr val="898989"/>
                </a:solidFill>
                <a:latin typeface="Pretendard"/>
                <a:ea typeface="Pretendard"/>
                <a:cs typeface="Pretendard"/>
              </a:defRPr>
            </a:lvl8pPr>
            <a:lvl9pPr algn="ctr">
              <a:defRPr sz="2850" b="0">
                <a:solidFill>
                  <a:srgbClr val="898989"/>
                </a:solidFill>
                <a:latin typeface="Pretendard"/>
                <a:ea typeface="Pretendard"/>
                <a:cs typeface="Pretendard"/>
              </a:defRPr>
            </a:lvl9pPr>
          </a:lstStyle>
          <a:p xmlns:a="http://schemas.openxmlformats.org/drawingml/2006/main">
            <a:pPr algn="ctr">
              <a:defRPr sz="2850" b="0">
                <a:solidFill>
                  <a:srgbClr val="898989"/>
                </a:solidFill>
                <a:latin typeface="Pretendard"/>
                <a:ea typeface="Pretendard"/>
                <a:cs typeface="Pretendard"/>
              </a:defRPr>
            </a:pPr>
            <a:r>
              <a:rPr sz="2850" b="0">
                <a:solidFill>
                  <a:srgbClr val="898989"/>
                </a:solidFill>
                <a:latin typeface="Pretendard"/>
                <a:ea typeface="Pretendard"/>
                <a:cs typeface="Pretendard"/>
              </a:rPr>
              <a:t>압력과 농도 등 비교 조건을 정해 엔탈피 값을 나타낸다.</a:t>
            </a:r>
          </a:p>
        </p:txBody>
      </p:sp>
      <p:graphicFrame>
        <p:nvGraphicFramePr>
          <p:cNvPr id="8" name="">
            <a:extLst xmlns:a="http://schemas.openxmlformats.org/drawingml/2006/main">
              <a:ext uri="{FF2B5EF4-FFF2-40B4-BE49-F238E27FC236}">
                <a16:creationId xmlns:a16="http://schemas.microsoft.com/office/drawing/2014/main" id="{34EADEB3-C355-41B1-8868-986DA1177F4F}"/>
              </a:ext>
            </a:extLst>
          </p:cNvPr>
          <p:cNvGraphicFramePr/>
          <p:nvPr/>
        </p:nvGraphicFramePr>
        <p:xfrm>
          <a:off xmlns:a="http://schemas.openxmlformats.org/drawingml/2006/main" x="1828800" y="4619625"/>
          <a:ext xmlns:a="http://schemas.openxmlformats.org/drawingml/2006/main" cx="14639925" cy="3733800"/>
        </p:xfrm>
        <a:graphic xmlns:a="http://schemas.openxmlformats.org/drawingml/2006/main">
          <a:graphicData uri="http://schemas.openxmlformats.org/drawingml/2006/table">
            <a:tbl>
              <a:tblPr/>
              <a:tblGrid>
                <a:gridCol w="4000500"/>
                <a:gridCol w="10639425"/>
              </a:tblGrid>
              <a:tr h="933450">
                <a:tc>
                  <a:txBody>
                    <a:bodyPr wrap="none" lIns="114300" tIns="114300" rIns="114300" bIns="114300"/>
                    <a:lstStyle/>
                    <a:p>
                      <a:pPr algn="ctr"/>
                      <a:r>
                        <a:rPr sz="3150" b="1">
                          <a:solidFill>
                            <a:srgbClr val="FFFFFF"/>
                          </a:solidFill>
                          <a:latin typeface="Pretendard"/>
                          <a:ea typeface="Pretendard"/>
                          <a:cs typeface="Pretendard"/>
                        </a:rPr>
                        <a:t>물질의 종류</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완자에서 사용하는 표준 상태의 기준</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33450">
                <a:tc>
                  <a:txBody>
                    <a:bodyPr wrap="none" lIns="114300" tIns="114300" rIns="114300" bIns="114300"/>
                    <a:lstStyle/>
                    <a:p>
                      <a:pPr algn="ctr"/>
                      <a:r>
                        <a:rPr sz="3150" b="1">
                          <a:solidFill>
                            <a:srgbClr val="FFFFFF"/>
                          </a:solidFill>
                          <a:latin typeface="Pretendard"/>
                          <a:ea typeface="Pretendard"/>
                          <a:cs typeface="Pretendard"/>
                        </a:rPr>
                        <a:t>기체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1기압의 순수한 기체</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고체·액체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1기압에서의 순수한 물질</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수용액</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용질의 농도가 1 M인 상태</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2A3BA967-CF11-4C1D-8DE8-B07552A7C500}"/>
              </a:ext>
            </a:extLst>
          </p:cNvPr>
          <p:cNvSpPr>
            <a:spLocks xmlns:a="http://schemas.openxmlformats.org/drawingml/2006/main" noGrp="1"/>
          </p:cNvSpPr>
          <p:nvPr/>
        </p:nvSpPr>
        <p:spPr>
          <a:xfrm xmlns:a="http://schemas.openxmlformats.org/drawingml/2006/main" rot="0">
            <a:off x="1828800"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CCA73B40-AA42-4D0E-84B5-98B84E8D8F1D}"/>
              </a:ext>
            </a:extLst>
          </p:cNvPr>
          <p:cNvSpPr>
            <a:spLocks xmlns:a="http://schemas.openxmlformats.org/drawingml/2006/main" noGrp="1"/>
          </p:cNvSpPr>
          <p:nvPr/>
        </p:nvSpPr>
        <p:spPr>
          <a:xfrm xmlns:a="http://schemas.openxmlformats.org/drawingml/2006/main" rot="5400000">
            <a:off x="16278225"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A05A1437-79CE-483B-9467-9135E3AEF6A0}"/>
              </a:ext>
            </a:extLst>
          </p:cNvPr>
          <p:cNvSpPr>
            <a:spLocks xmlns:a="http://schemas.openxmlformats.org/drawingml/2006/main" noGrp="1"/>
          </p:cNvSpPr>
          <p:nvPr/>
        </p:nvSpPr>
        <p:spPr>
          <a:xfrm xmlns:a="http://schemas.openxmlformats.org/drawingml/2006/main" rot="10800000">
            <a:off x="16278225"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121E133D-D1B0-431D-A096-6480200C170D}"/>
              </a:ext>
            </a:extLst>
          </p:cNvPr>
          <p:cNvSpPr>
            <a:spLocks xmlns:a="http://schemas.openxmlformats.org/drawingml/2006/main" noGrp="1"/>
          </p:cNvSpPr>
          <p:nvPr/>
        </p:nvSpPr>
        <p:spPr>
          <a:xfrm xmlns:a="http://schemas.openxmlformats.org/drawingml/2006/main" rot="16200000">
            <a:off x="1828800"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54EAC2BD-4EB9-4C5F-8402-29B488CBCB92}"/>
              </a:ext>
            </a:extLst>
          </p:cNvPr>
          <p:cNvSpPr>
            <a:spLocks xmlns:a="http://schemas.openxmlformats.org/drawingml/2006/main" noGrp="1"/>
          </p:cNvSpPr>
          <p:nvPr/>
        </p:nvSpPr>
        <p:spPr>
          <a:xfrm xmlns:a="http://schemas.openxmlformats.org/drawingml/2006/main">
            <a:off x="2286000" y="8639175"/>
            <a:ext cx="1371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57962F"/>
                </a:solidFill>
                <a:latin typeface="Pretendard"/>
                <a:ea typeface="Pretendard"/>
                <a:cs typeface="Pretendard"/>
              </a:defRPr>
            </a:defPPr>
            <a:lvl1pPr algn="ctr">
              <a:defRPr sz="3000" b="1">
                <a:solidFill>
                  <a:srgbClr val="57962F"/>
                </a:solidFill>
                <a:latin typeface="Pretendard"/>
                <a:ea typeface="Pretendard"/>
                <a:cs typeface="Pretendard"/>
              </a:defRPr>
            </a:lvl1pPr>
            <a:lvl2pPr algn="ctr">
              <a:defRPr sz="3000" b="1">
                <a:solidFill>
                  <a:srgbClr val="57962F"/>
                </a:solidFill>
                <a:latin typeface="Pretendard"/>
                <a:ea typeface="Pretendard"/>
                <a:cs typeface="Pretendard"/>
              </a:defRPr>
            </a:lvl2pPr>
            <a:lvl3pPr algn="ctr">
              <a:defRPr sz="3000" b="1">
                <a:solidFill>
                  <a:srgbClr val="57962F"/>
                </a:solidFill>
                <a:latin typeface="Pretendard"/>
                <a:ea typeface="Pretendard"/>
                <a:cs typeface="Pretendard"/>
              </a:defRPr>
            </a:lvl3pPr>
            <a:lvl4pPr algn="ctr">
              <a:defRPr sz="3000" b="1">
                <a:solidFill>
                  <a:srgbClr val="57962F"/>
                </a:solidFill>
                <a:latin typeface="Pretendard"/>
                <a:ea typeface="Pretendard"/>
                <a:cs typeface="Pretendard"/>
              </a:defRPr>
            </a:lvl4pPr>
            <a:lvl5pPr algn="ctr">
              <a:defRPr sz="3000" b="1">
                <a:solidFill>
                  <a:srgbClr val="57962F"/>
                </a:solidFill>
                <a:latin typeface="Pretendard"/>
                <a:ea typeface="Pretendard"/>
                <a:cs typeface="Pretendard"/>
              </a:defRPr>
            </a:lvl5pPr>
            <a:lvl6pPr algn="ctr">
              <a:defRPr sz="3000" b="1">
                <a:solidFill>
                  <a:srgbClr val="57962F"/>
                </a:solidFill>
                <a:latin typeface="Pretendard"/>
                <a:ea typeface="Pretendard"/>
                <a:cs typeface="Pretendard"/>
              </a:defRPr>
            </a:lvl6pPr>
            <a:lvl7pPr algn="ctr">
              <a:defRPr sz="3000" b="1">
                <a:solidFill>
                  <a:srgbClr val="57962F"/>
                </a:solidFill>
                <a:latin typeface="Pretendard"/>
                <a:ea typeface="Pretendard"/>
                <a:cs typeface="Pretendard"/>
              </a:defRPr>
            </a:lvl7pPr>
            <a:lvl8pPr algn="ctr">
              <a:defRPr sz="3000" b="1">
                <a:solidFill>
                  <a:srgbClr val="57962F"/>
                </a:solidFill>
                <a:latin typeface="Pretendard"/>
                <a:ea typeface="Pretendard"/>
                <a:cs typeface="Pretendard"/>
              </a:defRPr>
            </a:lvl8pPr>
            <a:lvl9pPr algn="ctr">
              <a:defRPr sz="3000" b="1">
                <a:solidFill>
                  <a:srgbClr val="57962F"/>
                </a:solidFill>
                <a:latin typeface="Pretendard"/>
                <a:ea typeface="Pretendard"/>
                <a:cs typeface="Pretendard"/>
              </a:defRPr>
            </a:lvl9pPr>
          </a:lstStyle>
          <a:p xmlns:a="http://schemas.openxmlformats.org/drawingml/2006/main">
            <a:pPr algn="ctr">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1 M = 용액 1 L에 용질 1 mol이 들어 있는 농도</a:t>
            </a:r>
          </a:p>
        </p:txBody>
      </p:sp>
    </p:spTree>
    <p:extLst>
      <p:ext uri="{BB962C8B-B14F-4D97-AF65-F5344CB8AC3E}">
        <p14:creationId xmlns:p14="http://schemas.microsoft.com/office/powerpoint/2010/main" val="2048513822"/>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5A338475-3D65-4C85-812B-01187A55AA7B}"/>
              </a:ext>
            </a:extLst>
          </p:cNvPr>
          <p:cNvPicPr>
            <a:picLocks xmlns:a="http://schemas.openxmlformats.org/drawingml/2006/main" noChangeAspect="1"/>
          </p:cNvPicPr>
          <p:nvPr/>
        </p:nvPicPr>
        <p:blipFill>
          <a:blip xmlns:r="http://schemas.openxmlformats.org/officeDocument/2006/relationships" xmlns:a="http://schemas.openxmlformats.org/drawingml/2006/main" r:embed="Rbccc1cb505d64d6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8F96632-3B20-4C6E-8FAA-F2AA9522792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E12BEFA-F2D6-45F1-B5BB-2C7863DA8ED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4B13DB6-381B-410F-BBD5-725CC2DD5AA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9AB70FF-97D3-4727-AF67-1B8B0517452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59AE8A77-2491-4A61-884D-EEA7EB20A8A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상태가 곧 25°C인 것은 아니다</a:t>
            </a:r>
          </a:p>
        </p:txBody>
      </p:sp>
      <p:sp>
        <p:nvSpPr>
          <p:cNvPr id="7" name="R04-33 표제와 해석 영역">
            <a:extLst xmlns:a="http://schemas.openxmlformats.org/drawingml/2006/main">
              <a:ext uri="{FF2B5EF4-FFF2-40B4-BE49-F238E27FC236}">
                <a16:creationId xmlns:a16="http://schemas.microsoft.com/office/drawing/2014/main" id="{4E59B51C-D526-4816-A20C-D945CE8E4EF2}"/>
              </a:ext>
            </a:extLst>
          </p:cNvPr>
          <p:cNvSpPr>
            <a:spLocks xmlns:a="http://schemas.openxmlformats.org/drawingml/2006/main" noGrp="1"/>
          </p:cNvSpPr>
          <p:nvPr/>
        </p:nvSpPr>
        <p:spPr>
          <a:xfrm xmlns:a="http://schemas.openxmlformats.org/drawingml/2006/main">
            <a:off x="2190750" y="4095750"/>
            <a:ext cx="13906500" cy="1666875"/>
          </a:xfrm>
          <a:prstGeom xmlns:a="http://schemas.openxmlformats.org/drawingml/2006/main" prst="roundRect">
            <a:avLst>
              <a:gd name="adj" fmla="val 11429"/>
            </a:avLst>
          </a:prstGeom>
          <a:solidFill xmlns:a="http://schemas.openxmlformats.org/drawingml/2006/main">
            <a:srgbClr val="F5F5F5"/>
          </a:solidFill>
          <a:ln xmlns:a="http://schemas.openxmlformats.org/drawingml/2006/main" w="0">
            <a:noFill/>
          </a:ln>
        </p:spPr>
      </p:sp>
      <p:sp>
        <p:nvSpPr>
          <p:cNvPr id="8" name="rich">
            <a:extLst xmlns:a="http://schemas.openxmlformats.org/drawingml/2006/main">
              <a:ext uri="{FF2B5EF4-FFF2-40B4-BE49-F238E27FC236}">
                <a16:creationId xmlns:a16="http://schemas.microsoft.com/office/drawing/2014/main" id="{F7DF6302-ADA8-4499-8CAB-6605B8EC46E2}"/>
              </a:ext>
            </a:extLst>
          </p:cNvPr>
          <p:cNvSpPr>
            <a:spLocks xmlns:a="http://schemas.openxmlformats.org/drawingml/2006/main" noGrp="1"/>
          </p:cNvSpPr>
          <p:nvPr/>
        </p:nvSpPr>
        <p:spPr>
          <a:xfrm xmlns:a="http://schemas.openxmlformats.org/drawingml/2006/main">
            <a:off x="2495550" y="4257675"/>
            <a:ext cx="13296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표준 상태의 표시 °</a:t>
            </a:r>
          </a:p>
        </p:txBody>
      </p:sp>
      <p:sp>
        <p:nvSpPr>
          <p:cNvPr id="9" name="rich">
            <a:extLst xmlns:a="http://schemas.openxmlformats.org/drawingml/2006/main">
              <a:ext uri="{FF2B5EF4-FFF2-40B4-BE49-F238E27FC236}">
                <a16:creationId xmlns:a16="http://schemas.microsoft.com/office/drawing/2014/main" id="{0DEA96D6-AE81-49A5-84C2-E020FEF50839}"/>
              </a:ext>
            </a:extLst>
          </p:cNvPr>
          <p:cNvSpPr>
            <a:spLocks xmlns:a="http://schemas.openxmlformats.org/drawingml/2006/main" noGrp="1"/>
          </p:cNvSpPr>
          <p:nvPr/>
        </p:nvSpPr>
        <p:spPr>
          <a:xfrm xmlns:a="http://schemas.openxmlformats.org/drawingml/2006/main">
            <a:off x="2495550" y="4886325"/>
            <a:ext cx="13296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°는 특정한 온도를 뜻하는 기호가 아니다.</a:t>
            </a:r>
          </a:p>
        </p:txBody>
      </p:sp>
      <p:sp>
        <p:nvSpPr>
          <p:cNvPr id="10" name="R04-33 표제와 해석 영역">
            <a:extLst xmlns:a="http://schemas.openxmlformats.org/drawingml/2006/main">
              <a:ext uri="{FF2B5EF4-FFF2-40B4-BE49-F238E27FC236}">
                <a16:creationId xmlns:a16="http://schemas.microsoft.com/office/drawing/2014/main" id="{C47BC5FB-DC19-4D0D-A010-49F591E44795}"/>
              </a:ext>
            </a:extLst>
          </p:cNvPr>
          <p:cNvSpPr>
            <a:spLocks xmlns:a="http://schemas.openxmlformats.org/drawingml/2006/main" noGrp="1"/>
          </p:cNvSpPr>
          <p:nvPr/>
        </p:nvSpPr>
        <p:spPr>
          <a:xfrm xmlns:a="http://schemas.openxmlformats.org/drawingml/2006/main">
            <a:off x="2190750" y="6048375"/>
            <a:ext cx="13906500" cy="1666875"/>
          </a:xfrm>
          <a:prstGeom xmlns:a="http://schemas.openxmlformats.org/drawingml/2006/main" prst="roundRect">
            <a:avLst>
              <a:gd name="adj" fmla="val 11429"/>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EC0DBFB8-D620-4701-87A1-229ACC3ACD8B}"/>
              </a:ext>
            </a:extLst>
          </p:cNvPr>
          <p:cNvSpPr>
            <a:spLocks xmlns:a="http://schemas.openxmlformats.org/drawingml/2006/main" noGrp="1"/>
          </p:cNvSpPr>
          <p:nvPr/>
        </p:nvSpPr>
        <p:spPr>
          <a:xfrm xmlns:a="http://schemas.openxmlformats.org/drawingml/2006/main">
            <a:off x="2495550" y="6210300"/>
            <a:ext cx="13296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온도는 자료와 함께 확인</a:t>
            </a:r>
          </a:p>
        </p:txBody>
      </p:sp>
      <p:sp>
        <p:nvSpPr>
          <p:cNvPr id="12" name="rich">
            <a:extLst xmlns:a="http://schemas.openxmlformats.org/drawingml/2006/main">
              <a:ext uri="{FF2B5EF4-FFF2-40B4-BE49-F238E27FC236}">
                <a16:creationId xmlns:a16="http://schemas.microsoft.com/office/drawing/2014/main" id="{2CD737A8-9FA6-4C34-813B-F304D94AD34D}"/>
              </a:ext>
            </a:extLst>
          </p:cNvPr>
          <p:cNvSpPr>
            <a:spLocks xmlns:a="http://schemas.openxmlformats.org/drawingml/2006/main" noGrp="1"/>
          </p:cNvSpPr>
          <p:nvPr/>
        </p:nvSpPr>
        <p:spPr>
          <a:xfrm xmlns:a="http://schemas.openxmlformats.org/drawingml/2006/main">
            <a:off x="2495550" y="6838950"/>
            <a:ext cx="13296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생성 엔탈피 값은 온도에 따라 달라질 수 있다.</a:t>
            </a:r>
          </a:p>
        </p:txBody>
      </p:sp>
      <p:sp>
        <p:nvSpPr>
          <p:cNvPr id="13" name="해석·결론">
            <a:extLst xmlns:a="http://schemas.openxmlformats.org/drawingml/2006/main">
              <a:ext uri="{FF2B5EF4-FFF2-40B4-BE49-F238E27FC236}">
                <a16:creationId xmlns:a16="http://schemas.microsoft.com/office/drawing/2014/main" id="{C834B042-6B36-472D-B6CB-981931B9B8E8}"/>
              </a:ext>
            </a:extLst>
          </p:cNvPr>
          <p:cNvSpPr>
            <a:spLocks xmlns:a="http://schemas.openxmlformats.org/drawingml/2006/main" noGrp="1"/>
          </p:cNvSpPr>
          <p:nvPr/>
        </p:nvSpPr>
        <p:spPr>
          <a:xfrm xmlns:a="http://schemas.openxmlformats.org/drawingml/2006/main">
            <a:off x="1828800" y="82391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83C326D1-603A-47C2-8F2D-39230FF10474}"/>
              </a:ext>
            </a:extLst>
          </p:cNvPr>
          <p:cNvSpPr>
            <a:spLocks xmlns:a="http://schemas.openxmlformats.org/drawingml/2006/main" noGrp="1"/>
          </p:cNvSpPr>
          <p:nvPr/>
        </p:nvSpPr>
        <p:spPr>
          <a:xfrm xmlns:a="http://schemas.openxmlformats.org/drawingml/2006/main">
            <a:off x="2143125" y="83153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이 수업의 완자 예제: 25°C, 1기압에서의 자료</a:t>
            </a:r>
          </a:p>
        </p:txBody>
      </p:sp>
    </p:spTree>
    <p:extLst>
      <p:ext uri="{BB962C8B-B14F-4D97-AF65-F5344CB8AC3E}">
        <p14:creationId xmlns:p14="http://schemas.microsoft.com/office/powerpoint/2010/main" val="157769731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388D335F-D1DC-4A19-818F-3211A7ABE2FB}"/>
              </a:ext>
            </a:extLst>
          </p:cNvPr>
          <p:cNvPicPr>
            <a:picLocks xmlns:a="http://schemas.openxmlformats.org/drawingml/2006/main" noChangeAspect="1"/>
          </p:cNvPicPr>
          <p:nvPr/>
        </p:nvPicPr>
        <p:blipFill>
          <a:blip xmlns:r="http://schemas.openxmlformats.org/officeDocument/2006/relationships" xmlns:a="http://schemas.openxmlformats.org/drawingml/2006/main" r:embed="R258239642e7e41b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9D1A170-DD72-4CB1-ACD1-007B4C57192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9EB12F4-43E6-4CB3-959B-76CFCD18DCD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0B6EB99-D039-46BD-A39A-0E01D2AF3E2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9C08D52-0BA0-40FE-ADD4-B161FC89743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B324A2ED-ABA1-4CEB-A228-608B6333A39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 물질의 값은 0</a:t>
            </a:r>
          </a:p>
        </p:txBody>
      </p:sp>
      <p:graphicFrame>
        <p:nvGraphicFramePr>
          <p:cNvPr id="7" name="">
            <a:extLst xmlns:a="http://schemas.openxmlformats.org/drawingml/2006/main">
              <a:ext uri="{FF2B5EF4-FFF2-40B4-BE49-F238E27FC236}">
                <a16:creationId xmlns:a16="http://schemas.microsoft.com/office/drawing/2014/main" id="{63F9E833-8F5D-4E32-A1A6-C13B2A78AB34}"/>
              </a:ext>
            </a:extLst>
          </p:cNvPr>
          <p:cNvGraphicFramePr/>
          <p:nvPr/>
        </p:nvGraphicFramePr>
        <p:xfrm>
          <a:off xmlns:a="http://schemas.openxmlformats.org/drawingml/2006/main" x="3476625" y="4238625"/>
          <a:ext xmlns:a="http://schemas.openxmlformats.org/drawingml/2006/main" cx="11334750" cy="3810000"/>
        </p:xfrm>
        <a:graphic xmlns:a="http://schemas.openxmlformats.org/drawingml/2006/main">
          <a:graphicData uri="http://schemas.openxmlformats.org/drawingml/2006/table">
            <a:tbl>
              <a:tblPr/>
              <a:tblGrid>
                <a:gridCol w="4762500"/>
                <a:gridCol w="6572250"/>
              </a:tblGrid>
              <a:tr h="952500">
                <a:tc>
                  <a:txBody>
                    <a:bodyPr wrap="none" lIns="114300" tIns="114300" rIns="114300" bIns="114300"/>
                    <a:lstStyle/>
                    <a:p>
                      <a:pPr algn="ctr"/>
                      <a:r>
                        <a:rPr sz="3150" b="1">
                          <a:solidFill>
                            <a:srgbClr val="FFFFFF"/>
                          </a:solidFill>
                          <a:latin typeface="Pretendard"/>
                          <a:ea typeface="Pretendard"/>
                          <a:cs typeface="Pretendard"/>
                        </a:rPr>
                        <a:t>기준 원소 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표준 생성 엔탈피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150" b="1">
                          <a:solidFill>
                            <a:srgbClr val="FFFFFF"/>
                          </a:solidFill>
                          <a:latin typeface="Pretendard"/>
                          <a:ea typeface="Pretendard"/>
                          <a:cs typeface="Pretendard"/>
                        </a:rPr>
                        <a:t>C</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s</a:t>
                      </a:r>
                      <a:r>
                        <a:rPr sz="3150" b="1">
                          <a:solidFill>
                            <a:srgbClr val="FFFFFF"/>
                          </a:solidFill>
                          <a:latin typeface="Pretendard"/>
                          <a:ea typeface="Pretendard"/>
                          <a:cs typeface="Pretendard"/>
                        </a:rPr>
                        <a:t>, 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H₂</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O₂</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CDFBE058-1C67-4684-80B0-677CD6613EF0}"/>
              </a:ext>
            </a:extLst>
          </p:cNvPr>
          <p:cNvSpPr>
            <a:spLocks xmlns:a="http://schemas.openxmlformats.org/drawingml/2006/main" noGrp="1"/>
          </p:cNvSpPr>
          <p:nvPr/>
        </p:nvSpPr>
        <p:spPr>
          <a:xfrm xmlns:a="http://schemas.openxmlformats.org/drawingml/2006/main" rot="0">
            <a:off x="347662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01DED99A-BA7B-4EC4-9E62-F291AF225AF4}"/>
              </a:ext>
            </a:extLst>
          </p:cNvPr>
          <p:cNvSpPr>
            <a:spLocks xmlns:a="http://schemas.openxmlformats.org/drawingml/2006/main" noGrp="1"/>
          </p:cNvSpPr>
          <p:nvPr/>
        </p:nvSpPr>
        <p:spPr>
          <a:xfrm xmlns:a="http://schemas.openxmlformats.org/drawingml/2006/main" rot="5400000">
            <a:off x="1462087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822E8B0E-7A83-4A19-A25C-88C2B2A0736E}"/>
              </a:ext>
            </a:extLst>
          </p:cNvPr>
          <p:cNvSpPr>
            <a:spLocks xmlns:a="http://schemas.openxmlformats.org/drawingml/2006/main" noGrp="1"/>
          </p:cNvSpPr>
          <p:nvPr/>
        </p:nvSpPr>
        <p:spPr>
          <a:xfrm xmlns:a="http://schemas.openxmlformats.org/drawingml/2006/main" rot="10800000">
            <a:off x="14620875" y="7858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2D98F1AC-E11A-4511-A3F6-A265EE5C2E92}"/>
              </a:ext>
            </a:extLst>
          </p:cNvPr>
          <p:cNvSpPr>
            <a:spLocks xmlns:a="http://schemas.openxmlformats.org/drawingml/2006/main" noGrp="1"/>
          </p:cNvSpPr>
          <p:nvPr/>
        </p:nvSpPr>
        <p:spPr>
          <a:xfrm xmlns:a="http://schemas.openxmlformats.org/drawingml/2006/main" rot="16200000">
            <a:off x="3476625" y="7858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해석·결론">
            <a:extLst xmlns:a="http://schemas.openxmlformats.org/drawingml/2006/main">
              <a:ext uri="{FF2B5EF4-FFF2-40B4-BE49-F238E27FC236}">
                <a16:creationId xmlns:a16="http://schemas.microsoft.com/office/drawing/2014/main" id="{1B44E8A8-F07C-454E-80EF-45439F4879CE}"/>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0801C0A3-9DFC-4827-A6A6-4695A107F0D1}"/>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원소의 모든 상태가 0이라는 뜻은 아니다.</a:t>
            </a:r>
          </a:p>
        </p:txBody>
      </p:sp>
    </p:spTree>
    <p:extLst>
      <p:ext uri="{BB962C8B-B14F-4D97-AF65-F5344CB8AC3E}">
        <p14:creationId xmlns:p14="http://schemas.microsoft.com/office/powerpoint/2010/main" val="85767482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D7B25637-AADC-4F17-B535-FFFFCB3232DF}"/>
              </a:ext>
            </a:extLst>
          </p:cNvPr>
          <p:cNvPicPr>
            <a:picLocks xmlns:a="http://schemas.openxmlformats.org/drawingml/2006/main" noChangeAspect="1"/>
          </p:cNvPicPr>
          <p:nvPr/>
        </p:nvPicPr>
        <p:blipFill>
          <a:blip xmlns:r="http://schemas.openxmlformats.org/officeDocument/2006/relationships" xmlns:a="http://schemas.openxmlformats.org/drawingml/2006/main" r:embed="R9db10f0a03204b9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D59487C-FDA0-4C66-8211-5A5AAC10184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027A5D2-982C-4C82-9F0A-F19F75A191E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4AAB32D-07DD-427F-B18A-F272C6E95AD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AB73C3F-37A6-4B95-AE63-597924FA026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DF51A75E-844B-4727-B916-4442580DC7C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원소의 생성 엔탈피는 왜 0일까?</a:t>
            </a:r>
          </a:p>
        </p:txBody>
      </p:sp>
      <p:sp>
        <p:nvSpPr>
          <p:cNvPr id="7" name="R04-33 표제와 해석 영역">
            <a:extLst xmlns:a="http://schemas.openxmlformats.org/drawingml/2006/main">
              <a:ext uri="{FF2B5EF4-FFF2-40B4-BE49-F238E27FC236}">
                <a16:creationId xmlns:a16="http://schemas.microsoft.com/office/drawing/2014/main" id="{FC49BCD2-8420-43E0-9A0C-74F3597BED63}"/>
              </a:ext>
            </a:extLst>
          </p:cNvPr>
          <p:cNvSpPr>
            <a:spLocks xmlns:a="http://schemas.openxmlformats.org/drawingml/2006/main" noGrp="1"/>
          </p:cNvSpPr>
          <p:nvPr/>
        </p:nvSpPr>
        <p:spPr>
          <a:xfrm xmlns:a="http://schemas.openxmlformats.org/drawingml/2006/main">
            <a:off x="1828800" y="4000500"/>
            <a:ext cx="14639925"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8" name="rich">
            <a:extLst xmlns:a="http://schemas.openxmlformats.org/drawingml/2006/main">
              <a:ext uri="{FF2B5EF4-FFF2-40B4-BE49-F238E27FC236}">
                <a16:creationId xmlns:a16="http://schemas.microsoft.com/office/drawing/2014/main" id="{40BBE583-FA1C-4B17-A99A-67ED497EF6BB}"/>
              </a:ext>
            </a:extLst>
          </p:cNvPr>
          <p:cNvSpPr>
            <a:spLocks xmlns:a="http://schemas.openxmlformats.org/drawingml/2006/main" noGrp="1"/>
          </p:cNvSpPr>
          <p:nvPr/>
        </p:nvSpPr>
        <p:spPr>
          <a:xfrm xmlns:a="http://schemas.openxmlformats.org/drawingml/2006/main">
            <a:off x="2133600" y="4162425"/>
            <a:ext cx="140303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가장 안정한 원소 물질을 기준으로</a:t>
            </a:r>
          </a:p>
        </p:txBody>
      </p:sp>
      <p:sp>
        <p:nvSpPr>
          <p:cNvPr id="9" name="rich">
            <a:extLst xmlns:a="http://schemas.openxmlformats.org/drawingml/2006/main">
              <a:ext uri="{FF2B5EF4-FFF2-40B4-BE49-F238E27FC236}">
                <a16:creationId xmlns:a16="http://schemas.microsoft.com/office/drawing/2014/main" id="{8CBEF2D9-E52F-46B4-BDD3-A03E386484CC}"/>
              </a:ext>
            </a:extLst>
          </p:cNvPr>
          <p:cNvSpPr>
            <a:spLocks xmlns:a="http://schemas.openxmlformats.org/drawingml/2006/main" noGrp="1"/>
          </p:cNvSpPr>
          <p:nvPr/>
        </p:nvSpPr>
        <p:spPr>
          <a:xfrm xmlns:a="http://schemas.openxmlformats.org/drawingml/2006/main">
            <a:off x="2133600" y="4791075"/>
            <a:ext cx="140303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같은 온도·압력에서 가장 안정한 형태를 기준 원소 물질로 정한다.</a:t>
            </a:r>
          </a:p>
        </p:txBody>
      </p:sp>
      <p:sp>
        <p:nvSpPr>
          <p:cNvPr id="10" name="R04-33 표제와 해석 영역">
            <a:extLst xmlns:a="http://schemas.openxmlformats.org/drawingml/2006/main">
              <a:ext uri="{FF2B5EF4-FFF2-40B4-BE49-F238E27FC236}">
                <a16:creationId xmlns:a16="http://schemas.microsoft.com/office/drawing/2014/main" id="{4A3EB521-1FCD-453F-AD09-5CE4624D74A5}"/>
              </a:ext>
            </a:extLst>
          </p:cNvPr>
          <p:cNvSpPr>
            <a:spLocks xmlns:a="http://schemas.openxmlformats.org/drawingml/2006/main" noGrp="1"/>
          </p:cNvSpPr>
          <p:nvPr/>
        </p:nvSpPr>
        <p:spPr>
          <a:xfrm xmlns:a="http://schemas.openxmlformats.org/drawingml/2006/main">
            <a:off x="1828800" y="5791200"/>
            <a:ext cx="14639925"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DB7EC70D-3E77-4F0B-A269-A53BC3CED041}"/>
              </a:ext>
            </a:extLst>
          </p:cNvPr>
          <p:cNvSpPr>
            <a:spLocks xmlns:a="http://schemas.openxmlformats.org/drawingml/2006/main" noGrp="1"/>
          </p:cNvSpPr>
          <p:nvPr/>
        </p:nvSpPr>
        <p:spPr>
          <a:xfrm xmlns:a="http://schemas.openxmlformats.org/drawingml/2006/main">
            <a:off x="2133600" y="5953125"/>
            <a:ext cx="140303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기준 물질에서 같은 물질로</a:t>
            </a:r>
          </a:p>
        </p:txBody>
      </p:sp>
      <p:sp>
        <p:nvSpPr>
          <p:cNvPr id="12" name="rich">
            <a:extLst xmlns:a="http://schemas.openxmlformats.org/drawingml/2006/main">
              <a:ext uri="{FF2B5EF4-FFF2-40B4-BE49-F238E27FC236}">
                <a16:creationId xmlns:a16="http://schemas.microsoft.com/office/drawing/2014/main" id="{DF191052-7AF6-4753-9C3A-983960573108}"/>
              </a:ext>
            </a:extLst>
          </p:cNvPr>
          <p:cNvSpPr>
            <a:spLocks xmlns:a="http://schemas.openxmlformats.org/drawingml/2006/main" noGrp="1"/>
          </p:cNvSpPr>
          <p:nvPr/>
        </p:nvSpPr>
        <p:spPr>
          <a:xfrm xmlns:a="http://schemas.openxmlformats.org/drawingml/2006/main">
            <a:off x="2133600" y="6581775"/>
            <a:ext cx="140303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처음과 나중 상태가 같으므로 생성 과정의 엔탈피 변화는 0이다.</a:t>
            </a:r>
          </a:p>
        </p:txBody>
      </p:sp>
      <p:sp>
        <p:nvSpPr>
          <p:cNvPr id="13" name="기준값과 절대값 구분">
            <a:extLst xmlns:a="http://schemas.openxmlformats.org/drawingml/2006/main">
              <a:ext uri="{FF2B5EF4-FFF2-40B4-BE49-F238E27FC236}">
                <a16:creationId xmlns:a16="http://schemas.microsoft.com/office/drawing/2014/main" id="{334E71C6-5389-45BE-9AC6-3384A2C02140}"/>
              </a:ext>
            </a:extLst>
          </p:cNvPr>
          <p:cNvSpPr>
            <a:spLocks xmlns:a="http://schemas.openxmlformats.org/drawingml/2006/main" noGrp="1"/>
          </p:cNvSpPr>
          <p:nvPr/>
        </p:nvSpPr>
        <p:spPr>
          <a:xfrm xmlns:a="http://schemas.openxmlformats.org/drawingml/2006/main">
            <a:off x="1828800" y="7753350"/>
            <a:ext cx="14639925" cy="1409700"/>
          </a:xfrm>
          <a:prstGeom xmlns:a="http://schemas.openxmlformats.org/drawingml/2006/main" prst="roundRect">
            <a:avLst>
              <a:gd name="adj" fmla="val 13514"/>
            </a:avLst>
          </a:prstGeom>
          <a:solidFill xmlns:a="http://schemas.openxmlformats.org/drawingml/2006/main">
            <a:srgbClr val="303030"/>
          </a:solidFill>
          <a:ln xmlns:a="http://schemas.openxmlformats.org/drawingml/2006/main" w="0">
            <a:noFill/>
          </a:ln>
        </p:spPr>
      </p:sp>
      <p:sp>
        <p:nvSpPr>
          <p:cNvPr id="14" name="rich">
            <a:extLst xmlns:a="http://schemas.openxmlformats.org/drawingml/2006/main">
              <a:ext uri="{FF2B5EF4-FFF2-40B4-BE49-F238E27FC236}">
                <a16:creationId xmlns:a16="http://schemas.microsoft.com/office/drawing/2014/main" id="{2D0A8A49-2299-4B3A-AAE4-CB7E1C98760F}"/>
              </a:ext>
            </a:extLst>
          </p:cNvPr>
          <p:cNvSpPr>
            <a:spLocks xmlns:a="http://schemas.openxmlformats.org/drawingml/2006/main" noGrp="1"/>
          </p:cNvSpPr>
          <p:nvPr/>
        </p:nvSpPr>
        <p:spPr>
          <a:xfrm xmlns:a="http://schemas.openxmlformats.org/drawingml/2006/main">
            <a:off x="2286000" y="7905750"/>
            <a:ext cx="1371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0">
                <a:solidFill>
                  <a:srgbClr val="FFFFFF"/>
                </a:solidFill>
                <a:latin typeface="Pretendard"/>
                <a:ea typeface="Pretendard"/>
                <a:cs typeface="Pretendard"/>
              </a:defRPr>
            </a:defPPr>
            <a:lvl1pPr algn="ctr">
              <a:defRPr sz="3450" b="0">
                <a:solidFill>
                  <a:srgbClr val="FFFFFF"/>
                </a:solidFill>
                <a:latin typeface="Pretendard"/>
                <a:ea typeface="Pretendard"/>
                <a:cs typeface="Pretendard"/>
              </a:defRPr>
            </a:lvl1pPr>
            <a:lvl2pPr algn="ctr">
              <a:defRPr sz="3450" b="0">
                <a:solidFill>
                  <a:srgbClr val="FFFFFF"/>
                </a:solidFill>
                <a:latin typeface="Pretendard"/>
                <a:ea typeface="Pretendard"/>
                <a:cs typeface="Pretendard"/>
              </a:defRPr>
            </a:lvl2pPr>
            <a:lvl3pPr algn="ctr">
              <a:defRPr sz="3450" b="0">
                <a:solidFill>
                  <a:srgbClr val="FFFFFF"/>
                </a:solidFill>
                <a:latin typeface="Pretendard"/>
                <a:ea typeface="Pretendard"/>
                <a:cs typeface="Pretendard"/>
              </a:defRPr>
            </a:lvl3pPr>
            <a:lvl4pPr algn="ctr">
              <a:defRPr sz="3450" b="0">
                <a:solidFill>
                  <a:srgbClr val="FFFFFF"/>
                </a:solidFill>
                <a:latin typeface="Pretendard"/>
                <a:ea typeface="Pretendard"/>
                <a:cs typeface="Pretendard"/>
              </a:defRPr>
            </a:lvl4pPr>
            <a:lvl5pPr algn="ctr">
              <a:defRPr sz="3450" b="0">
                <a:solidFill>
                  <a:srgbClr val="FFFFFF"/>
                </a:solidFill>
                <a:latin typeface="Pretendard"/>
                <a:ea typeface="Pretendard"/>
                <a:cs typeface="Pretendard"/>
              </a:defRPr>
            </a:lvl5pPr>
            <a:lvl6pPr algn="ctr">
              <a:defRPr sz="3450" b="0">
                <a:solidFill>
                  <a:srgbClr val="FFFFFF"/>
                </a:solidFill>
                <a:latin typeface="Pretendard"/>
                <a:ea typeface="Pretendard"/>
                <a:cs typeface="Pretendard"/>
              </a:defRPr>
            </a:lvl6pPr>
            <a:lvl7pPr algn="ctr">
              <a:defRPr sz="3450" b="0">
                <a:solidFill>
                  <a:srgbClr val="FFFFFF"/>
                </a:solidFill>
                <a:latin typeface="Pretendard"/>
                <a:ea typeface="Pretendard"/>
                <a:cs typeface="Pretendard"/>
              </a:defRPr>
            </a:lvl7pPr>
            <a:lvl8pPr algn="ctr">
              <a:defRPr sz="3450" b="0">
                <a:solidFill>
                  <a:srgbClr val="FFFFFF"/>
                </a:solidFill>
                <a:latin typeface="Pretendard"/>
                <a:ea typeface="Pretendard"/>
                <a:cs typeface="Pretendard"/>
              </a:defRPr>
            </a:lvl8pPr>
            <a:lvl9pPr algn="ctr">
              <a:defRPr sz="3450" b="0">
                <a:solidFill>
                  <a:srgbClr val="FFFFFF"/>
                </a:solidFill>
                <a:latin typeface="Pretendard"/>
                <a:ea typeface="Pretendard"/>
                <a:cs typeface="Pretendard"/>
              </a:defRPr>
            </a:lvl9pPr>
          </a:lstStyle>
          <a:p xmlns:a="http://schemas.openxmlformats.org/drawingml/2006/main">
            <a:pPr algn="ctr">
              <a:defRPr sz="3450" b="0">
                <a:solidFill>
                  <a:srgbClr val="FFFFFF"/>
                </a:solidFill>
                <a:latin typeface="Pretendard"/>
                <a:ea typeface="Pretendard"/>
                <a:cs typeface="Pretendard"/>
              </a:defRPr>
            </a:pPr>
            <a:r>
              <a:t>0은 </a:t>
            </a:r>
            <a:r>
              <a:rPr b="1">
                <a:solidFill>
                  <a:srgbClr val="9FFF68"/>
                </a:solidFill>
              </a:rPr>
              <a:t>생성 엔탈피의 기준값</a:t>
            </a:r>
            <a:r>
              <a:t>이다.</a:t>
            </a:r>
          </a:p>
        </p:txBody>
      </p:sp>
      <p:sp>
        <p:nvSpPr>
          <p:cNvPr id="15" name="text">
            <a:extLst xmlns:a="http://schemas.openxmlformats.org/drawingml/2006/main">
              <a:ext uri="{FF2B5EF4-FFF2-40B4-BE49-F238E27FC236}">
                <a16:creationId xmlns:a16="http://schemas.microsoft.com/office/drawing/2014/main" id="{8BF0155A-9DC6-48EE-A919-37AEB5CE50B5}"/>
              </a:ext>
            </a:extLst>
          </p:cNvPr>
          <p:cNvSpPr>
            <a:spLocks xmlns:a="http://schemas.openxmlformats.org/drawingml/2006/main" noGrp="1"/>
          </p:cNvSpPr>
          <p:nvPr/>
        </p:nvSpPr>
        <p:spPr>
          <a:xfrm xmlns:a="http://schemas.openxmlformats.org/drawingml/2006/main">
            <a:off x="2286000" y="8515350"/>
            <a:ext cx="13716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FFFFFF"/>
                </a:solidFill>
                <a:latin typeface="Pretendard"/>
                <a:ea typeface="Pretendard"/>
                <a:cs typeface="Pretendard"/>
              </a:defRPr>
            </a:defPPr>
            <a:lvl1pPr algn="ctr">
              <a:defRPr sz="2850" b="0">
                <a:solidFill>
                  <a:srgbClr val="FFFFFF"/>
                </a:solidFill>
                <a:latin typeface="Pretendard"/>
                <a:ea typeface="Pretendard"/>
                <a:cs typeface="Pretendard"/>
              </a:defRPr>
            </a:lvl1pPr>
            <a:lvl2pPr algn="ctr">
              <a:defRPr sz="2850" b="0">
                <a:solidFill>
                  <a:srgbClr val="FFFFFF"/>
                </a:solidFill>
                <a:latin typeface="Pretendard"/>
                <a:ea typeface="Pretendard"/>
                <a:cs typeface="Pretendard"/>
              </a:defRPr>
            </a:lvl2pPr>
            <a:lvl3pPr algn="ctr">
              <a:defRPr sz="2850" b="0">
                <a:solidFill>
                  <a:srgbClr val="FFFFFF"/>
                </a:solidFill>
                <a:latin typeface="Pretendard"/>
                <a:ea typeface="Pretendard"/>
                <a:cs typeface="Pretendard"/>
              </a:defRPr>
            </a:lvl3pPr>
            <a:lvl4pPr algn="ctr">
              <a:defRPr sz="2850" b="0">
                <a:solidFill>
                  <a:srgbClr val="FFFFFF"/>
                </a:solidFill>
                <a:latin typeface="Pretendard"/>
                <a:ea typeface="Pretendard"/>
                <a:cs typeface="Pretendard"/>
              </a:defRPr>
            </a:lvl4pPr>
            <a:lvl5pPr algn="ctr">
              <a:defRPr sz="2850" b="0">
                <a:solidFill>
                  <a:srgbClr val="FFFFFF"/>
                </a:solidFill>
                <a:latin typeface="Pretendard"/>
                <a:ea typeface="Pretendard"/>
                <a:cs typeface="Pretendard"/>
              </a:defRPr>
            </a:lvl5pPr>
            <a:lvl6pPr algn="ctr">
              <a:defRPr sz="2850" b="0">
                <a:solidFill>
                  <a:srgbClr val="FFFFFF"/>
                </a:solidFill>
                <a:latin typeface="Pretendard"/>
                <a:ea typeface="Pretendard"/>
                <a:cs typeface="Pretendard"/>
              </a:defRPr>
            </a:lvl6pPr>
            <a:lvl7pPr algn="ctr">
              <a:defRPr sz="2850" b="0">
                <a:solidFill>
                  <a:srgbClr val="FFFFFF"/>
                </a:solidFill>
                <a:latin typeface="Pretendard"/>
                <a:ea typeface="Pretendard"/>
                <a:cs typeface="Pretendard"/>
              </a:defRPr>
            </a:lvl7pPr>
            <a:lvl8pPr algn="ctr">
              <a:defRPr sz="2850" b="0">
                <a:solidFill>
                  <a:srgbClr val="FFFFFF"/>
                </a:solidFill>
                <a:latin typeface="Pretendard"/>
                <a:ea typeface="Pretendard"/>
                <a:cs typeface="Pretendard"/>
              </a:defRPr>
            </a:lvl8pPr>
            <a:lvl9pPr algn="ctr">
              <a:defRPr sz="2850" b="0">
                <a:solidFill>
                  <a:srgbClr val="FFFFFF"/>
                </a:solidFill>
                <a:latin typeface="Pretendard"/>
                <a:ea typeface="Pretendard"/>
                <a:cs typeface="Pretendard"/>
              </a:defRPr>
            </a:lvl9pPr>
          </a:lstStyle>
          <a:p xmlns:a="http://schemas.openxmlformats.org/drawingml/2006/main">
            <a:pPr algn="ctr">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그 물질 자체의 엔탈피가 없다는 뜻은 아니다.</a:t>
            </a:r>
          </a:p>
        </p:txBody>
      </p:sp>
    </p:spTree>
    <p:extLst>
      <p:ext uri="{BB962C8B-B14F-4D97-AF65-F5344CB8AC3E}">
        <p14:creationId xmlns:p14="http://schemas.microsoft.com/office/powerpoint/2010/main" val="1216225752"/>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3FCFC871-02AF-460D-AC26-723A2A195218}"/>
              </a:ext>
            </a:extLst>
          </p:cNvPr>
          <p:cNvPicPr>
            <a:picLocks xmlns:a="http://schemas.openxmlformats.org/drawingml/2006/main" noChangeAspect="1"/>
          </p:cNvPicPr>
          <p:nvPr/>
        </p:nvPicPr>
        <p:blipFill>
          <a:blip xmlns:r="http://schemas.openxmlformats.org/officeDocument/2006/relationships" xmlns:a="http://schemas.openxmlformats.org/drawingml/2006/main" r:embed="R3d7bb625d81f408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7B4C1D0-9AB9-428B-A7C2-837EBD26228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207B6D0-6FC3-499B-8AE8-DA0C9011616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F5D251D-1C09-4D15-9433-DD2998FFA97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55B154C-5062-4D3E-9AC0-D960232BF2E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0E085D2C-ECFC-46D0-AEEA-73BBE90AB83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탄소라도 기준값은 다르다</a:t>
            </a:r>
          </a:p>
        </p:txBody>
      </p:sp>
      <p:pic>
        <p:nvPicPr>
          <p:cNvPr id="7" name="">
            <a:extLst xmlns:a="http://schemas.openxmlformats.org/drawingml/2006/main">
              <a:ext uri="{FF2B5EF4-FFF2-40B4-BE49-F238E27FC236}">
                <a16:creationId xmlns:a16="http://schemas.microsoft.com/office/drawing/2014/main" id="{8D4691FF-8480-4049-B7A3-A96942D82D6E}"/>
              </a:ext>
            </a:extLst>
          </p:cNvPr>
          <p:cNvPicPr>
            <a:picLocks xmlns:a="http://schemas.openxmlformats.org/drawingml/2006/main" noChangeAspect="1"/>
          </p:cNvPicPr>
          <p:nvPr/>
        </p:nvPicPr>
        <p:blipFill>
          <a:blip xmlns:r="http://schemas.openxmlformats.org/officeDocument/2006/relationships" xmlns:a="http://schemas.openxmlformats.org/drawingml/2006/main" r:embed="Re0ed65cb6a534438"/>
          <a:stretch xmlns:a="http://schemas.openxmlformats.org/drawingml/2006/main"/>
        </p:blipFill>
        <p:spPr>
          <a:xfrm xmlns:a="http://schemas.openxmlformats.org/drawingml/2006/main">
            <a:off x="1476375" y="4218214"/>
            <a:ext cx="2857500" cy="3946071"/>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B45E8652-7B90-488F-A01C-558F704DC2D0}"/>
              </a:ext>
            </a:extLst>
          </p:cNvPr>
          <p:cNvPicPr>
            <a:picLocks xmlns:a="http://schemas.openxmlformats.org/drawingml/2006/main" noChangeAspect="1"/>
          </p:cNvPicPr>
          <p:nvPr/>
        </p:nvPicPr>
        <p:blipFill>
          <a:blip xmlns:r="http://schemas.openxmlformats.org/officeDocument/2006/relationships" xmlns:a="http://schemas.openxmlformats.org/drawingml/2006/main" r:embed="R8b17e6aa26ff4854"/>
          <a:stretch xmlns:a="http://schemas.openxmlformats.org/drawingml/2006/main"/>
        </p:blipFill>
        <p:spPr>
          <a:xfrm xmlns:a="http://schemas.openxmlformats.org/drawingml/2006/main">
            <a:off x="4476750" y="4192253"/>
            <a:ext cx="2619375" cy="3997993"/>
          </a:xfrm>
          <a:prstGeom xmlns:a="http://schemas.openxmlformats.org/drawingml/2006/main" prst="rect">
            <a:avLst/>
          </a:prstGeom>
        </p:spPr>
      </p:pic>
      <p:graphicFrame>
        <p:nvGraphicFramePr>
          <p:cNvPr id="9" name="">
            <a:extLst xmlns:a="http://schemas.openxmlformats.org/drawingml/2006/main">
              <a:ext uri="{FF2B5EF4-FFF2-40B4-BE49-F238E27FC236}">
                <a16:creationId xmlns:a16="http://schemas.microsoft.com/office/drawing/2014/main" id="{29BC104E-57DB-449A-A84A-EAEE70593C1B}"/>
              </a:ext>
            </a:extLst>
          </p:cNvPr>
          <p:cNvGraphicFramePr/>
          <p:nvPr/>
        </p:nvGraphicFramePr>
        <p:xfrm>
          <a:off xmlns:a="http://schemas.openxmlformats.org/drawingml/2006/main" x="7810500" y="4191000"/>
          <a:ext xmlns:a="http://schemas.openxmlformats.org/drawingml/2006/main" cx="8858250" cy="3143250"/>
        </p:xfrm>
        <a:graphic xmlns:a="http://schemas.openxmlformats.org/drawingml/2006/main">
          <a:graphicData uri="http://schemas.openxmlformats.org/drawingml/2006/table">
            <a:tbl>
              <a:tblPr/>
              <a:tblGrid>
                <a:gridCol w="3810000"/>
                <a:gridCol w="5048250"/>
              </a:tblGrid>
              <a:tr h="1047750">
                <a:tc>
                  <a:txBody>
                    <a:bodyPr wrap="none" lIns="114300" tIns="114300" rIns="114300" bIns="114300"/>
                    <a:lstStyle/>
                    <a:p>
                      <a:pPr algn="ctr"/>
                      <a:r>
                        <a:rPr sz="3000" b="1">
                          <a:solidFill>
                            <a:srgbClr val="FFFFFF"/>
                          </a:solidFill>
                          <a:latin typeface="Pretendard"/>
                          <a:ea typeface="Pretendard"/>
                          <a:cs typeface="Pretendard"/>
                        </a:rPr>
                        <a:t>탄소의 형태</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표준 생성 엔탈피</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000" b="1">
                          <a:solidFill>
                            <a:srgbClr val="FFFFFF"/>
                          </a:solidFill>
                          <a:latin typeface="Pretendard"/>
                          <a:ea typeface="Pretendard"/>
                          <a:cs typeface="Pretendard"/>
                        </a:rPr>
                        <a:t>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0 kJ/mol</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000" b="1">
                          <a:solidFill>
                            <a:srgbClr val="FFFFFF"/>
                          </a:solidFill>
                          <a:latin typeface="Pretendard"/>
                          <a:ea typeface="Pretendard"/>
                          <a:cs typeface="Pretendard"/>
                        </a:rPr>
                        <a:t>다이아몬드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+1.88 kJ/mol</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10" name="표 둥근 외곽 마스크">
            <a:extLst xmlns:a="http://schemas.openxmlformats.org/drawingml/2006/main">
              <a:ext uri="{FF2B5EF4-FFF2-40B4-BE49-F238E27FC236}">
                <a16:creationId xmlns:a16="http://schemas.microsoft.com/office/drawing/2014/main" id="{70608A54-EDAC-49C8-B9B4-2AEF13E999B3}"/>
              </a:ext>
            </a:extLst>
          </p:cNvPr>
          <p:cNvSpPr>
            <a:spLocks xmlns:a="http://schemas.openxmlformats.org/drawingml/2006/main" noGrp="1"/>
          </p:cNvSpPr>
          <p:nvPr/>
        </p:nvSpPr>
        <p:spPr>
          <a:xfrm xmlns:a="http://schemas.openxmlformats.org/drawingml/2006/main" rot="0">
            <a:off x="781050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5F2D27F9-EC8A-4D37-A714-21EEC3E25A1A}"/>
              </a:ext>
            </a:extLst>
          </p:cNvPr>
          <p:cNvSpPr>
            <a:spLocks xmlns:a="http://schemas.openxmlformats.org/drawingml/2006/main" noGrp="1"/>
          </p:cNvSpPr>
          <p:nvPr/>
        </p:nvSpPr>
        <p:spPr>
          <a:xfrm xmlns:a="http://schemas.openxmlformats.org/drawingml/2006/main" rot="5400000">
            <a:off x="1647825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2F7C5568-9B85-4E04-9377-6571E915619B}"/>
              </a:ext>
            </a:extLst>
          </p:cNvPr>
          <p:cNvSpPr>
            <a:spLocks xmlns:a="http://schemas.openxmlformats.org/drawingml/2006/main" noGrp="1"/>
          </p:cNvSpPr>
          <p:nvPr/>
        </p:nvSpPr>
        <p:spPr>
          <a:xfrm xmlns:a="http://schemas.openxmlformats.org/drawingml/2006/main" rot="10800000">
            <a:off x="1647825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표 둥근 외곽 마스크">
            <a:extLst xmlns:a="http://schemas.openxmlformats.org/drawingml/2006/main">
              <a:ext uri="{FF2B5EF4-FFF2-40B4-BE49-F238E27FC236}">
                <a16:creationId xmlns:a16="http://schemas.microsoft.com/office/drawing/2014/main" id="{D0762997-CD91-49CD-8CEE-2ECC75539941}"/>
              </a:ext>
            </a:extLst>
          </p:cNvPr>
          <p:cNvSpPr>
            <a:spLocks xmlns:a="http://schemas.openxmlformats.org/drawingml/2006/main" noGrp="1"/>
          </p:cNvSpPr>
          <p:nvPr/>
        </p:nvSpPr>
        <p:spPr>
          <a:xfrm xmlns:a="http://schemas.openxmlformats.org/drawingml/2006/main" rot="16200000">
            <a:off x="781050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FA4D1959-7CE7-40F9-B75F-C83D810596DE}"/>
              </a:ext>
            </a:extLst>
          </p:cNvPr>
          <p:cNvSpPr>
            <a:spLocks xmlns:a="http://schemas.openxmlformats.org/drawingml/2006/main" noGrp="1"/>
          </p:cNvSpPr>
          <p:nvPr/>
        </p:nvSpPr>
        <p:spPr>
          <a:xfrm xmlns:a="http://schemas.openxmlformats.org/drawingml/2006/main">
            <a:off x="7810500" y="7572375"/>
            <a:ext cx="904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57962F"/>
                </a:solidFill>
                <a:latin typeface="Pretendard"/>
                <a:ea typeface="Pretendard"/>
                <a:cs typeface="Pretendard"/>
              </a:defRPr>
            </a:defPPr>
            <a:lvl1pPr algn="l">
              <a:defRPr sz="2700" b="1">
                <a:solidFill>
                  <a:srgbClr val="57962F"/>
                </a:solidFill>
                <a:latin typeface="Pretendard"/>
                <a:ea typeface="Pretendard"/>
                <a:cs typeface="Pretendard"/>
              </a:defRPr>
            </a:lvl1pPr>
            <a:lvl2pPr algn="l">
              <a:defRPr sz="2700" b="1">
                <a:solidFill>
                  <a:srgbClr val="57962F"/>
                </a:solidFill>
                <a:latin typeface="Pretendard"/>
                <a:ea typeface="Pretendard"/>
                <a:cs typeface="Pretendard"/>
              </a:defRPr>
            </a:lvl2pPr>
            <a:lvl3pPr algn="l">
              <a:defRPr sz="2700" b="1">
                <a:solidFill>
                  <a:srgbClr val="57962F"/>
                </a:solidFill>
                <a:latin typeface="Pretendard"/>
                <a:ea typeface="Pretendard"/>
                <a:cs typeface="Pretendard"/>
              </a:defRPr>
            </a:lvl3pPr>
            <a:lvl4pPr algn="l">
              <a:defRPr sz="2700" b="1">
                <a:solidFill>
                  <a:srgbClr val="57962F"/>
                </a:solidFill>
                <a:latin typeface="Pretendard"/>
                <a:ea typeface="Pretendard"/>
                <a:cs typeface="Pretendard"/>
              </a:defRPr>
            </a:lvl4pPr>
            <a:lvl5pPr algn="l">
              <a:defRPr sz="2700" b="1">
                <a:solidFill>
                  <a:srgbClr val="57962F"/>
                </a:solidFill>
                <a:latin typeface="Pretendard"/>
                <a:ea typeface="Pretendard"/>
                <a:cs typeface="Pretendard"/>
              </a:defRPr>
            </a:lvl5pPr>
            <a:lvl6pPr algn="l">
              <a:defRPr sz="2700" b="1">
                <a:solidFill>
                  <a:srgbClr val="57962F"/>
                </a:solidFill>
                <a:latin typeface="Pretendard"/>
                <a:ea typeface="Pretendard"/>
                <a:cs typeface="Pretendard"/>
              </a:defRPr>
            </a:lvl6pPr>
            <a:lvl7pPr algn="l">
              <a:defRPr sz="2700" b="1">
                <a:solidFill>
                  <a:srgbClr val="57962F"/>
                </a:solidFill>
                <a:latin typeface="Pretendard"/>
                <a:ea typeface="Pretendard"/>
                <a:cs typeface="Pretendard"/>
              </a:defRPr>
            </a:lvl7pPr>
            <a:lvl8pPr algn="l">
              <a:defRPr sz="2700" b="1">
                <a:solidFill>
                  <a:srgbClr val="57962F"/>
                </a:solidFill>
                <a:latin typeface="Pretendard"/>
                <a:ea typeface="Pretendard"/>
                <a:cs typeface="Pretendard"/>
              </a:defRPr>
            </a:lvl8pPr>
            <a:lvl9pPr algn="l">
              <a:defRPr sz="2700" b="1">
                <a:solidFill>
                  <a:srgbClr val="57962F"/>
                </a:solidFill>
                <a:latin typeface="Pretendard"/>
                <a:ea typeface="Pretendard"/>
                <a:cs typeface="Pretendard"/>
              </a:defRPr>
            </a:lvl9pPr>
          </a:lstStyle>
          <a:p xmlns:a="http://schemas.openxmlformats.org/drawingml/2006/main">
            <a:pPr algn="l">
              <a:defRPr sz="2700" b="1">
                <a:solidFill>
                  <a:srgbClr val="57962F"/>
                </a:solidFill>
                <a:latin typeface="Pretendard"/>
                <a:ea typeface="Pretendard"/>
                <a:cs typeface="Pretendard"/>
              </a:defRPr>
            </a:pPr>
            <a:r>
              <a:rPr sz="2700" b="1">
                <a:solidFill>
                  <a:srgbClr val="57962F"/>
                </a:solidFill>
                <a:latin typeface="Pretendard"/>
                <a:ea typeface="Pretendard"/>
                <a:cs typeface="Pretendard"/>
              </a:rPr>
              <a:t>흑연은 이 조건에서 더 안정한 기준 원소 물질이다.</a:t>
            </a:r>
          </a:p>
        </p:txBody>
      </p:sp>
      <p:sp>
        <p:nvSpPr>
          <p:cNvPr id="15" name="해석·결론">
            <a:extLst xmlns:a="http://schemas.openxmlformats.org/drawingml/2006/main">
              <a:ext uri="{FF2B5EF4-FFF2-40B4-BE49-F238E27FC236}">
                <a16:creationId xmlns:a16="http://schemas.microsoft.com/office/drawing/2014/main" id="{0D35D27E-BCD8-4BC0-B288-E0055EE97EFB}"/>
              </a:ext>
            </a:extLst>
          </p:cNvPr>
          <p:cNvSpPr>
            <a:spLocks xmlns:a="http://schemas.openxmlformats.org/drawingml/2006/main" noGrp="1"/>
          </p:cNvSpPr>
          <p:nvPr/>
        </p:nvSpPr>
        <p:spPr>
          <a:xfrm xmlns:a="http://schemas.openxmlformats.org/drawingml/2006/main">
            <a:off x="1828800" y="871537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B9308765-4AD7-44EA-B5BA-32BACAB4292F}"/>
              </a:ext>
            </a:extLst>
          </p:cNvPr>
          <p:cNvSpPr>
            <a:spLocks xmlns:a="http://schemas.openxmlformats.org/drawingml/2006/main" noGrp="1"/>
          </p:cNvSpPr>
          <p:nvPr/>
        </p:nvSpPr>
        <p:spPr>
          <a:xfrm xmlns:a="http://schemas.openxmlformats.org/drawingml/2006/main">
            <a:off x="2143125" y="87915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원소 물질이어도, 다른 동소체의 값까지 0은 아니다.</a:t>
            </a:r>
          </a:p>
        </p:txBody>
      </p:sp>
    </p:spTree>
    <p:extLst>
      <p:ext uri="{BB962C8B-B14F-4D97-AF65-F5344CB8AC3E}">
        <p14:creationId xmlns:p14="http://schemas.microsoft.com/office/powerpoint/2010/main" val="110049502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396E5863-BA0E-46EC-95A2-6451EA5DEF76}"/>
              </a:ext>
            </a:extLst>
          </p:cNvPr>
          <p:cNvPicPr>
            <a:picLocks xmlns:a="http://schemas.openxmlformats.org/drawingml/2006/main" noChangeAspect="1"/>
          </p:cNvPicPr>
          <p:nvPr/>
        </p:nvPicPr>
        <p:blipFill>
          <a:blip xmlns:r="http://schemas.openxmlformats.org/officeDocument/2006/relationships" xmlns:a="http://schemas.openxmlformats.org/drawingml/2006/main" r:embed="Re71a82465ac0424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D4DBB3A-23A0-4BA5-A92F-284357BA682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27CBBF9-23B9-49A7-BEF3-AB163EB36FA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5E1B60E-27D2-4D14-AADF-585307B714F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27D9F32-9D6D-4774-8B7E-FA2EB4A70E8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56A9D6BE-9732-445A-871D-9FEA060F2E8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6BE7C266-71DB-4C25-A0E9-3BFF109F3B09}"/>
              </a:ext>
            </a:extLst>
          </p:cNvPr>
          <p:cNvPicPr>
            <a:picLocks xmlns:a="http://schemas.openxmlformats.org/drawingml/2006/main" noChangeAspect="1"/>
          </p:cNvPicPr>
          <p:nvPr/>
        </p:nvPicPr>
        <p:blipFill>
          <a:blip xmlns:r="http://schemas.openxmlformats.org/officeDocument/2006/relationships" xmlns:a="http://schemas.openxmlformats.org/drawingml/2006/main" r:embed="Rdc7dce651da649aa"/>
          <a:stretch xmlns:a="http://schemas.openxmlformats.org/drawingml/2006/main"/>
        </p:blipFill>
        <p:spPr>
          <a:xfrm xmlns:a="http://schemas.openxmlformats.org/drawingml/2006/main">
            <a:off x="2444353" y="4574381"/>
            <a:ext cx="13418344" cy="1428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A59F8868-E271-480E-BB7D-110A8EF695DC}"/>
              </a:ext>
            </a:extLst>
          </p:cNvPr>
          <p:cNvPicPr>
            <a:picLocks xmlns:a="http://schemas.openxmlformats.org/drawingml/2006/main" noChangeAspect="1"/>
          </p:cNvPicPr>
          <p:nvPr/>
        </p:nvPicPr>
        <p:blipFill>
          <a:blip xmlns:r="http://schemas.openxmlformats.org/officeDocument/2006/relationships" xmlns:a="http://schemas.openxmlformats.org/drawingml/2006/main" r:embed="Rb5d5a0c5f1c04f43"/>
          <a:stretch xmlns:a="http://schemas.openxmlformats.org/drawingml/2006/main"/>
        </p:blipFill>
        <p:spPr>
          <a:xfrm xmlns:a="http://schemas.openxmlformats.org/drawingml/2006/main">
            <a:off x="2444353" y="6165056"/>
            <a:ext cx="13418344" cy="142875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15836218-3D08-47CD-985C-C1E456B59627}"/>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BFB2493E-09FB-4E00-9C52-E5B2E24C893E}"/>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
        <p:nvSpPr>
          <p:cNvPr id="11" name="text">
            <a:extLst xmlns:a="http://schemas.openxmlformats.org/drawingml/2006/main">
              <a:ext uri="{FF2B5EF4-FFF2-40B4-BE49-F238E27FC236}">
                <a16:creationId xmlns:a16="http://schemas.microsoft.com/office/drawing/2014/main" id="{5C6A40F8-16E9-4148-B743-FCBCC6B788F1}"/>
              </a:ext>
            </a:extLst>
          </p:cNvPr>
          <p:cNvSpPr>
            <a:spLocks xmlns:a="http://schemas.openxmlformats.org/drawingml/2006/main" noGrp="1"/>
          </p:cNvSpPr>
          <p:nvPr/>
        </p:nvSpPr>
        <p:spPr>
          <a:xfrm xmlns:a="http://schemas.openxmlformats.org/drawingml/2006/main">
            <a:off x="10572750" y="4236244"/>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액체 물</a:t>
            </a:r>
          </a:p>
        </p:txBody>
      </p:sp>
      <p:pic>
        <p:nvPicPr>
          <p:cNvPr id="12" name="">
            <a:extLst xmlns:a="http://schemas.openxmlformats.org/drawingml/2006/main">
              <a:ext uri="{FF2B5EF4-FFF2-40B4-BE49-F238E27FC236}">
                <a16:creationId xmlns:a16="http://schemas.microsoft.com/office/drawing/2014/main" id="{3CB64DE3-88C0-4D78-92BE-465B49A53FF6}"/>
              </a:ext>
            </a:extLst>
          </p:cNvPr>
          <p:cNvPicPr>
            <a:picLocks xmlns:a="http://schemas.openxmlformats.org/drawingml/2006/main" noChangeAspect="1"/>
          </p:cNvPicPr>
          <p:nvPr/>
        </p:nvPicPr>
        <p:blipFill>
          <a:blip xmlns:r="http://schemas.openxmlformats.org/officeDocument/2006/relationships" xmlns:a="http://schemas.openxmlformats.org/drawingml/2006/main" r:embed="Rf4f054138ef1419f"/>
          <a:stretch xmlns:a="http://schemas.openxmlformats.org/drawingml/2006/main"/>
        </p:blipFill>
        <p:spPr>
          <a:xfrm xmlns:a="http://schemas.openxmlformats.org/drawingml/2006/main">
            <a:off x="9486900" y="4617244"/>
            <a:ext cx="1085850" cy="57150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727E53E8-863B-4794-BFC8-F2E7774902ED}"/>
              </a:ext>
            </a:extLst>
          </p:cNvPr>
          <p:cNvSpPr>
            <a:spLocks xmlns:a="http://schemas.openxmlformats.org/drawingml/2006/main" noGrp="1"/>
          </p:cNvSpPr>
          <p:nvPr/>
        </p:nvSpPr>
        <p:spPr>
          <a:xfrm xmlns:a="http://schemas.openxmlformats.org/drawingml/2006/main">
            <a:off x="10572750" y="57912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수증기</a:t>
            </a:r>
          </a:p>
        </p:txBody>
      </p:sp>
      <p:pic>
        <p:nvPicPr>
          <p:cNvPr id="14" name="">
            <a:extLst xmlns:a="http://schemas.openxmlformats.org/drawingml/2006/main">
              <a:ext uri="{FF2B5EF4-FFF2-40B4-BE49-F238E27FC236}">
                <a16:creationId xmlns:a16="http://schemas.microsoft.com/office/drawing/2014/main" id="{199C7A5D-6E77-408A-A79A-0EC5141C5413}"/>
              </a:ext>
            </a:extLst>
          </p:cNvPr>
          <p:cNvPicPr>
            <a:picLocks xmlns:a="http://schemas.openxmlformats.org/drawingml/2006/main" noChangeAspect="1"/>
          </p:cNvPicPr>
          <p:nvPr/>
        </p:nvPicPr>
        <p:blipFill>
          <a:blip xmlns:r="http://schemas.openxmlformats.org/officeDocument/2006/relationships" xmlns:a="http://schemas.openxmlformats.org/drawingml/2006/main" r:embed="R6c84ff9a64be49df"/>
          <a:stretch xmlns:a="http://schemas.openxmlformats.org/drawingml/2006/main"/>
        </p:blipFill>
        <p:spPr>
          <a:xfrm xmlns:a="http://schemas.openxmlformats.org/drawingml/2006/main">
            <a:off x="9486900" y="6172200"/>
            <a:ext cx="1085850" cy="571500"/>
          </a:xfrm>
          <a:prstGeom xmlns:a="http://schemas.openxmlformats.org/drawingml/2006/main" prst="rect">
            <a:avLst/>
          </a:prstGeom>
        </p:spPr>
      </p:pic>
    </p:spTree>
    <p:extLst>
      <p:ext uri="{BB962C8B-B14F-4D97-AF65-F5344CB8AC3E}">
        <p14:creationId xmlns:p14="http://schemas.microsoft.com/office/powerpoint/2010/main" val="51395805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243A8532-BC29-4A4C-91BF-720823AAD083}"/>
              </a:ext>
            </a:extLst>
          </p:cNvPr>
          <p:cNvPicPr>
            <a:picLocks xmlns:a="http://schemas.openxmlformats.org/drawingml/2006/main" noChangeAspect="1"/>
          </p:cNvPicPr>
          <p:nvPr/>
        </p:nvPicPr>
        <p:blipFill>
          <a:blip xmlns:r="http://schemas.openxmlformats.org/officeDocument/2006/relationships" xmlns:a="http://schemas.openxmlformats.org/drawingml/2006/main" r:embed="R00f307ccaa3d43f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1F8307C-C96B-4930-AFC8-EA84BB5F081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086500B-976C-4801-B034-91E38858935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CE188671-7E55-4FAF-B7A9-E89ABB81C29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BB0DD70-B71F-41C4-8C41-B64C526B2BD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8DE8840C-4B9B-4B36-BBA9-86CA24C3B80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1E763DD3-8F42-481A-9E65-42D7BF604D8A}"/>
              </a:ext>
            </a:extLst>
          </p:cNvPr>
          <p:cNvPicPr>
            <a:picLocks xmlns:a="http://schemas.openxmlformats.org/drawingml/2006/main" noChangeAspect="1"/>
          </p:cNvPicPr>
          <p:nvPr/>
        </p:nvPicPr>
        <p:blipFill>
          <a:blip xmlns:r="http://schemas.openxmlformats.org/officeDocument/2006/relationships" xmlns:a="http://schemas.openxmlformats.org/drawingml/2006/main" r:embed="Re1a2964484e64ed8"/>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73A91158-7E0A-4B19-93DE-8AFEB08DA4FA}"/>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59F782CE-FB93-41AD-8A37-C7042C1A15F1}"/>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세 과정을 합하면 CH₄의 연소 반응이 된다.</a:t>
            </a:r>
          </a:p>
        </p:txBody>
      </p:sp>
    </p:spTree>
    <p:extLst>
      <p:ext uri="{BB962C8B-B14F-4D97-AF65-F5344CB8AC3E}">
        <p14:creationId xmlns:p14="http://schemas.microsoft.com/office/powerpoint/2010/main" val="169045365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C113BB60-4101-4A3D-9813-5C5E170E2828}"/>
              </a:ext>
            </a:extLst>
          </p:cNvPr>
          <p:cNvPicPr>
            <a:picLocks xmlns:a="http://schemas.openxmlformats.org/drawingml/2006/main" noChangeAspect="1"/>
          </p:cNvPicPr>
          <p:nvPr/>
        </p:nvPicPr>
        <p:blipFill>
          <a:blip xmlns:r="http://schemas.openxmlformats.org/officeDocument/2006/relationships" xmlns:a="http://schemas.openxmlformats.org/drawingml/2006/main" r:embed="R26267ff619584ec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7595155-1D33-4592-BBB9-09DCA65BD87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30BC406-FC19-4F52-BF30-EF9964D277D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A298CCE9-EC14-465E-ACD6-058E6E17623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FFC10E9-DCCD-48C9-8040-A7B8BEBD98C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37DEA7F2-6863-464D-BC1F-E2584E2AC36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04-33 관계식 강조 상자">
            <a:extLst xmlns:a="http://schemas.openxmlformats.org/drawingml/2006/main">
              <a:ext uri="{FF2B5EF4-FFF2-40B4-BE49-F238E27FC236}">
                <a16:creationId xmlns:a16="http://schemas.microsoft.com/office/drawing/2014/main" id="{0714BECD-8ED5-47BF-BF73-AA9E8D3AF147}"/>
              </a:ext>
            </a:extLst>
          </p:cNvPr>
          <p:cNvSpPr>
            <a:spLocks xmlns:a="http://schemas.openxmlformats.org/drawingml/2006/main" noGrp="1"/>
          </p:cNvSpPr>
          <p:nvPr/>
        </p:nvSpPr>
        <p:spPr>
          <a:xfrm xmlns:a="http://schemas.openxmlformats.org/drawingml/2006/main">
            <a:off x="3448050" y="3914775"/>
            <a:ext cx="11382375" cy="2162175"/>
          </a:xfrm>
          <a:prstGeom xmlns:a="http://schemas.openxmlformats.org/drawingml/2006/main" prst="roundRect">
            <a:avLst>
              <a:gd name="adj" fmla="val 10573"/>
            </a:avLst>
          </a:prstGeom>
          <a:solidFill xmlns:a="http://schemas.openxmlformats.org/drawingml/2006/main">
            <a:srgbClr val="303030"/>
          </a:solidFill>
          <a:ln xmlns:a="http://schemas.openxmlformats.org/drawingml/2006/main" w="0">
            <a:noFill/>
          </a:ln>
        </p:spPr>
      </p:sp>
      <p:sp>
        <p:nvSpPr>
          <p:cNvPr id="8" name="rich">
            <a:extLst xmlns:a="http://schemas.openxmlformats.org/drawingml/2006/main">
              <a:ext uri="{FF2B5EF4-FFF2-40B4-BE49-F238E27FC236}">
                <a16:creationId xmlns:a16="http://schemas.microsoft.com/office/drawing/2014/main" id="{02F12C2B-2131-4E1D-897F-1149E5CC88AA}"/>
              </a:ext>
            </a:extLst>
          </p:cNvPr>
          <p:cNvSpPr>
            <a:spLocks xmlns:a="http://schemas.openxmlformats.org/drawingml/2006/main" noGrp="1"/>
          </p:cNvSpPr>
          <p:nvPr/>
        </p:nvSpPr>
        <p:spPr>
          <a:xfrm xmlns:a="http://schemas.openxmlformats.org/drawingml/2006/main">
            <a:off x="3829050" y="41243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9FFF68"/>
                </a:solidFill>
                <a:latin typeface="Pretendard"/>
                <a:ea typeface="Pretendard"/>
                <a:cs typeface="Pretendard"/>
              </a:defRPr>
            </a:defPPr>
            <a:lvl1pPr algn="l">
              <a:defRPr sz="4200" b="1">
                <a:solidFill>
                  <a:srgbClr val="9FFF68"/>
                </a:solidFill>
                <a:latin typeface="Pretendard"/>
                <a:ea typeface="Pretendard"/>
                <a:cs typeface="Pretendard"/>
              </a:defRPr>
            </a:lvl1pPr>
            <a:lvl2pPr algn="l">
              <a:defRPr sz="4200" b="1">
                <a:solidFill>
                  <a:srgbClr val="9FFF68"/>
                </a:solidFill>
                <a:latin typeface="Pretendard"/>
                <a:ea typeface="Pretendard"/>
                <a:cs typeface="Pretendard"/>
              </a:defRPr>
            </a:lvl2pPr>
            <a:lvl3pPr algn="l">
              <a:defRPr sz="4200" b="1">
                <a:solidFill>
                  <a:srgbClr val="9FFF68"/>
                </a:solidFill>
                <a:latin typeface="Pretendard"/>
                <a:ea typeface="Pretendard"/>
                <a:cs typeface="Pretendard"/>
              </a:defRPr>
            </a:lvl3pPr>
            <a:lvl4pPr algn="l">
              <a:defRPr sz="4200" b="1">
                <a:solidFill>
                  <a:srgbClr val="9FFF68"/>
                </a:solidFill>
                <a:latin typeface="Pretendard"/>
                <a:ea typeface="Pretendard"/>
                <a:cs typeface="Pretendard"/>
              </a:defRPr>
            </a:lvl4pPr>
            <a:lvl5pPr algn="l">
              <a:defRPr sz="4200" b="1">
                <a:solidFill>
                  <a:srgbClr val="9FFF68"/>
                </a:solidFill>
                <a:latin typeface="Pretendard"/>
                <a:ea typeface="Pretendard"/>
                <a:cs typeface="Pretendard"/>
              </a:defRPr>
            </a:lvl5pPr>
            <a:lvl6pPr algn="l">
              <a:defRPr sz="4200" b="1">
                <a:solidFill>
                  <a:srgbClr val="9FFF68"/>
                </a:solidFill>
                <a:latin typeface="Pretendard"/>
                <a:ea typeface="Pretendard"/>
                <a:cs typeface="Pretendard"/>
              </a:defRPr>
            </a:lvl6pPr>
            <a:lvl7pPr algn="l">
              <a:defRPr sz="4200" b="1">
                <a:solidFill>
                  <a:srgbClr val="9FFF68"/>
                </a:solidFill>
                <a:latin typeface="Pretendard"/>
                <a:ea typeface="Pretendard"/>
                <a:cs typeface="Pretendard"/>
              </a:defRPr>
            </a:lvl7pPr>
            <a:lvl8pPr algn="l">
              <a:defRPr sz="4200" b="1">
                <a:solidFill>
                  <a:srgbClr val="9FFF68"/>
                </a:solidFill>
                <a:latin typeface="Pretendard"/>
                <a:ea typeface="Pretendard"/>
                <a:cs typeface="Pretendard"/>
              </a:defRPr>
            </a:lvl8pPr>
            <a:lvl9pPr algn="l">
              <a:defRPr sz="4200" b="1">
                <a:solidFill>
                  <a:srgbClr val="9FFF68"/>
                </a:solidFill>
                <a:latin typeface="Pretendard"/>
                <a:ea typeface="Pretendard"/>
                <a:cs typeface="Pretendard"/>
              </a:defRPr>
            </a:lvl9pPr>
          </a:lstStyle>
          <a:p xmlns:a="http://schemas.openxmlformats.org/drawingml/2006/main">
            <a:pPr algn="l">
              <a:defRPr sz="4200" b="1">
                <a:solidFill>
                  <a:srgbClr val="9FFF68"/>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9" name="text">
            <a:extLst xmlns:a="http://schemas.openxmlformats.org/drawingml/2006/main">
              <a:ext uri="{FF2B5EF4-FFF2-40B4-BE49-F238E27FC236}">
                <a16:creationId xmlns:a16="http://schemas.microsoft.com/office/drawing/2014/main" id="{D9C8B025-5931-4CE7-862C-0895B70E5270}"/>
              </a:ext>
            </a:extLst>
          </p:cNvPr>
          <p:cNvSpPr>
            <a:spLocks xmlns:a="http://schemas.openxmlformats.org/drawingml/2006/main" noGrp="1"/>
          </p:cNvSpPr>
          <p:nvPr/>
        </p:nvSpPr>
        <p:spPr>
          <a:xfrm xmlns:a="http://schemas.openxmlformats.org/drawingml/2006/main">
            <a:off x="5143500" y="5029200"/>
            <a:ext cx="9239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FFFFFF"/>
                </a:solidFill>
                <a:latin typeface="Pretendard"/>
                <a:ea typeface="Pretendard"/>
                <a:cs typeface="Pretendard"/>
              </a:defRPr>
            </a:defPPr>
            <a:lvl1pPr algn="l">
              <a:defRPr sz="4200" b="1">
                <a:solidFill>
                  <a:srgbClr val="FFFFFF"/>
                </a:solidFill>
                <a:latin typeface="Pretendard"/>
                <a:ea typeface="Pretendard"/>
                <a:cs typeface="Pretendard"/>
              </a:defRPr>
            </a:lvl1pPr>
            <a:lvl2pPr algn="l">
              <a:defRPr sz="4200" b="1">
                <a:solidFill>
                  <a:srgbClr val="FFFFFF"/>
                </a:solidFill>
                <a:latin typeface="Pretendard"/>
                <a:ea typeface="Pretendard"/>
                <a:cs typeface="Pretendard"/>
              </a:defRPr>
            </a:lvl2pPr>
            <a:lvl3pPr algn="l">
              <a:defRPr sz="4200" b="1">
                <a:solidFill>
                  <a:srgbClr val="FFFFFF"/>
                </a:solidFill>
                <a:latin typeface="Pretendard"/>
                <a:ea typeface="Pretendard"/>
                <a:cs typeface="Pretendard"/>
              </a:defRPr>
            </a:lvl3pPr>
            <a:lvl4pPr algn="l">
              <a:defRPr sz="4200" b="1">
                <a:solidFill>
                  <a:srgbClr val="FFFFFF"/>
                </a:solidFill>
                <a:latin typeface="Pretendard"/>
                <a:ea typeface="Pretendard"/>
                <a:cs typeface="Pretendard"/>
              </a:defRPr>
            </a:lvl4pPr>
            <a:lvl5pPr algn="l">
              <a:defRPr sz="4200" b="1">
                <a:solidFill>
                  <a:srgbClr val="FFFFFF"/>
                </a:solidFill>
                <a:latin typeface="Pretendard"/>
                <a:ea typeface="Pretendard"/>
                <a:cs typeface="Pretendard"/>
              </a:defRPr>
            </a:lvl5pPr>
            <a:lvl6pPr algn="l">
              <a:defRPr sz="4200" b="1">
                <a:solidFill>
                  <a:srgbClr val="FFFFFF"/>
                </a:solidFill>
                <a:latin typeface="Pretendard"/>
                <a:ea typeface="Pretendard"/>
                <a:cs typeface="Pretendard"/>
              </a:defRPr>
            </a:lvl6pPr>
            <a:lvl7pPr algn="l">
              <a:defRPr sz="4200" b="1">
                <a:solidFill>
                  <a:srgbClr val="FFFFFF"/>
                </a:solidFill>
                <a:latin typeface="Pretendard"/>
                <a:ea typeface="Pretendard"/>
                <a:cs typeface="Pretendard"/>
              </a:defRPr>
            </a:lvl7pPr>
            <a:lvl8pPr algn="l">
              <a:defRPr sz="4200" b="1">
                <a:solidFill>
                  <a:srgbClr val="FFFFFF"/>
                </a:solidFill>
                <a:latin typeface="Pretendard"/>
                <a:ea typeface="Pretendard"/>
                <a:cs typeface="Pretendard"/>
              </a:defRPr>
            </a:lvl8pPr>
            <a:lvl9pPr algn="l">
              <a:defRPr sz="4200" b="1">
                <a:solidFill>
                  <a:srgbClr val="FFFFFF"/>
                </a:solidFill>
                <a:latin typeface="Pretendard"/>
                <a:ea typeface="Pretendard"/>
                <a:cs typeface="Pretendard"/>
              </a:defRPr>
            </a:lvl9pPr>
          </a:lstStyle>
          <a:p xmlns:a="http://schemas.openxmlformats.org/drawingml/2006/main">
            <a:pPr algn="l">
              <a:defRPr sz="4200" b="1">
                <a:solidFill>
                  <a:srgbClr val="FFFFFF"/>
                </a:solidFill>
                <a:latin typeface="Pretendard"/>
                <a:ea typeface="Pretendard"/>
                <a:cs typeface="Pretendard"/>
              </a:defRPr>
            </a:pPr>
            <a:r>
              <a:rPr sz="4200" b="1">
                <a:solidFill>
                  <a:srgbClr val="FFFFFF"/>
                </a:solidFill>
                <a:latin typeface="Pretendard"/>
                <a:ea typeface="Pretendard"/>
                <a:cs typeface="Pretendard"/>
              </a:rPr>
              <a:t>− 반응물의 표준 생성 엔탈피 합</a:t>
            </a:r>
          </a:p>
        </p:txBody>
      </p:sp>
      <p:sp>
        <p:nvSpPr>
          <p:cNvPr id="10" name="R04-33 표제와 해석 영역">
            <a:extLst xmlns:a="http://schemas.openxmlformats.org/drawingml/2006/main">
              <a:ext uri="{FF2B5EF4-FFF2-40B4-BE49-F238E27FC236}">
                <a16:creationId xmlns:a16="http://schemas.microsoft.com/office/drawing/2014/main" id="{BE276908-9E54-45E3-B422-12F2409F4A16}"/>
              </a:ext>
            </a:extLst>
          </p:cNvPr>
          <p:cNvSpPr>
            <a:spLocks xmlns:a="http://schemas.openxmlformats.org/drawingml/2006/main" noGrp="1"/>
          </p:cNvSpPr>
          <p:nvPr/>
        </p:nvSpPr>
        <p:spPr>
          <a:xfrm xmlns:a="http://schemas.openxmlformats.org/drawingml/2006/main">
            <a:off x="3448050" y="6496050"/>
            <a:ext cx="11382375"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3B1E4B36-74E2-4863-8195-EE7FF432435E}"/>
              </a:ext>
            </a:extLst>
          </p:cNvPr>
          <p:cNvSpPr>
            <a:spLocks xmlns:a="http://schemas.openxmlformats.org/drawingml/2006/main" noGrp="1"/>
          </p:cNvSpPr>
          <p:nvPr/>
        </p:nvSpPr>
        <p:spPr>
          <a:xfrm xmlns:a="http://schemas.openxmlformats.org/drawingml/2006/main">
            <a:off x="3752850" y="6657975"/>
            <a:ext cx="107727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각 물질의 반응 계수</a:t>
            </a:r>
          </a:p>
        </p:txBody>
      </p:sp>
      <p:sp>
        <p:nvSpPr>
          <p:cNvPr id="12" name="rich">
            <a:extLst xmlns:a="http://schemas.openxmlformats.org/drawingml/2006/main">
              <a:ext uri="{FF2B5EF4-FFF2-40B4-BE49-F238E27FC236}">
                <a16:creationId xmlns:a16="http://schemas.microsoft.com/office/drawing/2014/main" id="{71D3B306-C678-4709-836C-77F92C15343A}"/>
              </a:ext>
            </a:extLst>
          </p:cNvPr>
          <p:cNvSpPr>
            <a:spLocks xmlns:a="http://schemas.openxmlformats.org/drawingml/2006/main" noGrp="1"/>
          </p:cNvSpPr>
          <p:nvPr/>
        </p:nvSpPr>
        <p:spPr>
          <a:xfrm xmlns:a="http://schemas.openxmlformats.org/drawingml/2006/main">
            <a:off x="3752850" y="7286625"/>
            <a:ext cx="107727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표의 값에 반응 계수를 곱한다.</a:t>
            </a:r>
          </a:p>
        </p:txBody>
      </p:sp>
      <p:sp>
        <p:nvSpPr>
          <p:cNvPr id="13" name="text">
            <a:extLst xmlns:a="http://schemas.openxmlformats.org/drawingml/2006/main">
              <a:ext uri="{FF2B5EF4-FFF2-40B4-BE49-F238E27FC236}">
                <a16:creationId xmlns:a16="http://schemas.microsoft.com/office/drawing/2014/main" id="{D4402FC6-7039-4AAB-A074-8BF8BE1726AD}"/>
              </a:ext>
            </a:extLst>
          </p:cNvPr>
          <p:cNvSpPr>
            <a:spLocks xmlns:a="http://schemas.openxmlformats.org/drawingml/2006/main" noGrp="1"/>
          </p:cNvSpPr>
          <p:nvPr/>
        </p:nvSpPr>
        <p:spPr>
          <a:xfrm xmlns:a="http://schemas.openxmlformats.org/drawingml/2006/main">
            <a:off x="3971925" y="86772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173534971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E61160B7-83C7-44B0-901B-C874BA689E1F}"/>
              </a:ext>
            </a:extLst>
          </p:cNvPr>
          <p:cNvPicPr>
            <a:picLocks xmlns:a="http://schemas.openxmlformats.org/drawingml/2006/main" noChangeAspect="1"/>
          </p:cNvPicPr>
          <p:nvPr/>
        </p:nvPicPr>
        <p:blipFill>
          <a:blip xmlns:r="http://schemas.openxmlformats.org/officeDocument/2006/relationships" xmlns:a="http://schemas.openxmlformats.org/drawingml/2006/main" r:embed="R3ccd9bca559c464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4A7328E-3ED2-4B19-8D67-100235CADDD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636BD18-114A-40B7-814A-1FEF2383D59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230A64D-19CF-4DD5-8E3E-3FC034D884D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8C00D6C-1E5E-4524-A863-9FA3ADC688C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91A0E2C0-A89E-4976-B411-9F22267C275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표의 값에 반응 계수를 곱한다</a:t>
            </a:r>
          </a:p>
        </p:txBody>
      </p:sp>
      <p:sp>
        <p:nvSpPr>
          <p:cNvPr id="7" name="text">
            <a:extLst xmlns:a="http://schemas.openxmlformats.org/drawingml/2006/main">
              <a:ext uri="{FF2B5EF4-FFF2-40B4-BE49-F238E27FC236}">
                <a16:creationId xmlns:a16="http://schemas.microsoft.com/office/drawing/2014/main" id="{5FF8095B-A6C9-4837-A632-B74537E232A9}"/>
              </a:ext>
            </a:extLst>
          </p:cNvPr>
          <p:cNvSpPr>
            <a:spLocks xmlns:a="http://schemas.openxmlformats.org/drawingml/2006/main" noGrp="1"/>
          </p:cNvSpPr>
          <p:nvPr/>
        </p:nvSpPr>
        <p:spPr>
          <a:xfrm xmlns:a="http://schemas.openxmlformats.org/drawingml/2006/main">
            <a:off x="1714500" y="3676650"/>
            <a:ext cx="1485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25" b="0">
                <a:solidFill>
                  <a:srgbClr val="898989"/>
                </a:solidFill>
                <a:latin typeface="Pretendard"/>
                <a:ea typeface="Pretendard"/>
                <a:cs typeface="Pretendard"/>
              </a:defRPr>
            </a:defPPr>
            <a:lvl1pPr algn="ctr">
              <a:defRPr sz="2925" b="0">
                <a:solidFill>
                  <a:srgbClr val="898989"/>
                </a:solidFill>
                <a:latin typeface="Pretendard"/>
                <a:ea typeface="Pretendard"/>
                <a:cs typeface="Pretendard"/>
              </a:defRPr>
            </a:lvl1pPr>
            <a:lvl2pPr algn="ctr">
              <a:defRPr sz="2925" b="0">
                <a:solidFill>
                  <a:srgbClr val="898989"/>
                </a:solidFill>
                <a:latin typeface="Pretendard"/>
                <a:ea typeface="Pretendard"/>
                <a:cs typeface="Pretendard"/>
              </a:defRPr>
            </a:lvl2pPr>
            <a:lvl3pPr algn="ctr">
              <a:defRPr sz="2925" b="0">
                <a:solidFill>
                  <a:srgbClr val="898989"/>
                </a:solidFill>
                <a:latin typeface="Pretendard"/>
                <a:ea typeface="Pretendard"/>
                <a:cs typeface="Pretendard"/>
              </a:defRPr>
            </a:lvl3pPr>
            <a:lvl4pPr algn="ctr">
              <a:defRPr sz="2925" b="0">
                <a:solidFill>
                  <a:srgbClr val="898989"/>
                </a:solidFill>
                <a:latin typeface="Pretendard"/>
                <a:ea typeface="Pretendard"/>
                <a:cs typeface="Pretendard"/>
              </a:defRPr>
            </a:lvl4pPr>
            <a:lvl5pPr algn="ctr">
              <a:defRPr sz="2925" b="0">
                <a:solidFill>
                  <a:srgbClr val="898989"/>
                </a:solidFill>
                <a:latin typeface="Pretendard"/>
                <a:ea typeface="Pretendard"/>
                <a:cs typeface="Pretendard"/>
              </a:defRPr>
            </a:lvl5pPr>
            <a:lvl6pPr algn="ctr">
              <a:defRPr sz="2925" b="0">
                <a:solidFill>
                  <a:srgbClr val="898989"/>
                </a:solidFill>
                <a:latin typeface="Pretendard"/>
                <a:ea typeface="Pretendard"/>
                <a:cs typeface="Pretendard"/>
              </a:defRPr>
            </a:lvl6pPr>
            <a:lvl7pPr algn="ctr">
              <a:defRPr sz="2925" b="0">
                <a:solidFill>
                  <a:srgbClr val="898989"/>
                </a:solidFill>
                <a:latin typeface="Pretendard"/>
                <a:ea typeface="Pretendard"/>
                <a:cs typeface="Pretendard"/>
              </a:defRPr>
            </a:lvl7pPr>
            <a:lvl8pPr algn="ctr">
              <a:defRPr sz="2925" b="0">
                <a:solidFill>
                  <a:srgbClr val="898989"/>
                </a:solidFill>
                <a:latin typeface="Pretendard"/>
                <a:ea typeface="Pretendard"/>
                <a:cs typeface="Pretendard"/>
              </a:defRPr>
            </a:lvl8pPr>
            <a:lvl9pPr algn="ctr">
              <a:defRPr sz="2925" b="0">
                <a:solidFill>
                  <a:srgbClr val="898989"/>
                </a:solidFill>
                <a:latin typeface="Pretendard"/>
                <a:ea typeface="Pretendard"/>
                <a:cs typeface="Pretendard"/>
              </a:defRPr>
            </a:lvl9pPr>
          </a:lstStyle>
          <a:p xmlns:a="http://schemas.openxmlformats.org/drawingml/2006/main">
            <a:pPr algn="ctr">
              <a:defRPr sz="2925" b="0">
                <a:solidFill>
                  <a:srgbClr val="898989"/>
                </a:solidFill>
                <a:latin typeface="Pretendard"/>
                <a:ea typeface="Pretendard"/>
                <a:cs typeface="Pretendard"/>
              </a:defRPr>
            </a:pPr>
            <a:r>
              <a:rPr sz="2925" b="0">
                <a:solidFill>
                  <a:srgbClr val="898989"/>
                </a:solidFill>
                <a:latin typeface="Pretendard"/>
                <a:ea typeface="Pretendard"/>
                <a:cs typeface="Pretendard"/>
              </a:rPr>
              <a:t>표의 생성 엔탈피 값은 물질 1 mol을 기준으로 한다.</a:t>
            </a:r>
          </a:p>
        </p:txBody>
      </p:sp>
      <p:sp>
        <p:nvSpPr>
          <p:cNvPr id="8" name="계수를 포함한 계산 관계">
            <a:extLst xmlns:a="http://schemas.openxmlformats.org/drawingml/2006/main">
              <a:ext uri="{FF2B5EF4-FFF2-40B4-BE49-F238E27FC236}">
                <a16:creationId xmlns:a16="http://schemas.microsoft.com/office/drawing/2014/main" id="{DF1105D8-2CB2-4A27-B12E-1416B0D13C91}"/>
              </a:ext>
            </a:extLst>
          </p:cNvPr>
          <p:cNvSpPr>
            <a:spLocks xmlns:a="http://schemas.openxmlformats.org/drawingml/2006/main" noGrp="1"/>
          </p:cNvSpPr>
          <p:nvPr/>
        </p:nvSpPr>
        <p:spPr>
          <a:xfrm xmlns:a="http://schemas.openxmlformats.org/drawingml/2006/main">
            <a:off x="1828800" y="4686300"/>
            <a:ext cx="14639925" cy="1962150"/>
          </a:xfrm>
          <a:prstGeom xmlns:a="http://schemas.openxmlformats.org/drawingml/2006/main" prst="roundRect">
            <a:avLst>
              <a:gd name="adj" fmla="val 10680"/>
            </a:avLst>
          </a:prstGeom>
          <a:solidFill xmlns:a="http://schemas.openxmlformats.org/drawingml/2006/main">
            <a:srgbClr val="303030"/>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FFD417C7-BF8A-47CF-812E-D5681AFDBBF5}"/>
              </a:ext>
            </a:extLst>
          </p:cNvPr>
          <p:cNvSpPr>
            <a:spLocks xmlns:a="http://schemas.openxmlformats.org/drawingml/2006/main" noGrp="1"/>
          </p:cNvSpPr>
          <p:nvPr/>
        </p:nvSpPr>
        <p:spPr>
          <a:xfrm xmlns:a="http://schemas.openxmlformats.org/drawingml/2006/main">
            <a:off x="2286000" y="4876800"/>
            <a:ext cx="13668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9FFF68"/>
                </a:solidFill>
                <a:latin typeface="Pretendard"/>
                <a:ea typeface="Pretendard"/>
                <a:cs typeface="Pretendard"/>
              </a:defRPr>
            </a:defPPr>
            <a:lvl1pPr algn="l">
              <a:defRPr sz="3750" b="1">
                <a:solidFill>
                  <a:srgbClr val="9FFF68"/>
                </a:solidFill>
                <a:latin typeface="Pretendard"/>
                <a:ea typeface="Pretendard"/>
                <a:cs typeface="Pretendard"/>
              </a:defRPr>
            </a:lvl1pPr>
            <a:lvl2pPr algn="l">
              <a:defRPr sz="3750" b="1">
                <a:solidFill>
                  <a:srgbClr val="9FFF68"/>
                </a:solidFill>
                <a:latin typeface="Pretendard"/>
                <a:ea typeface="Pretendard"/>
                <a:cs typeface="Pretendard"/>
              </a:defRPr>
            </a:lvl2pPr>
            <a:lvl3pPr algn="l">
              <a:defRPr sz="3750" b="1">
                <a:solidFill>
                  <a:srgbClr val="9FFF68"/>
                </a:solidFill>
                <a:latin typeface="Pretendard"/>
                <a:ea typeface="Pretendard"/>
                <a:cs typeface="Pretendard"/>
              </a:defRPr>
            </a:lvl3pPr>
            <a:lvl4pPr algn="l">
              <a:defRPr sz="3750" b="1">
                <a:solidFill>
                  <a:srgbClr val="9FFF68"/>
                </a:solidFill>
                <a:latin typeface="Pretendard"/>
                <a:ea typeface="Pretendard"/>
                <a:cs typeface="Pretendard"/>
              </a:defRPr>
            </a:lvl4pPr>
            <a:lvl5pPr algn="l">
              <a:defRPr sz="3750" b="1">
                <a:solidFill>
                  <a:srgbClr val="9FFF68"/>
                </a:solidFill>
                <a:latin typeface="Pretendard"/>
                <a:ea typeface="Pretendard"/>
                <a:cs typeface="Pretendard"/>
              </a:defRPr>
            </a:lvl5pPr>
            <a:lvl6pPr algn="l">
              <a:defRPr sz="3750" b="1">
                <a:solidFill>
                  <a:srgbClr val="9FFF68"/>
                </a:solidFill>
                <a:latin typeface="Pretendard"/>
                <a:ea typeface="Pretendard"/>
                <a:cs typeface="Pretendard"/>
              </a:defRPr>
            </a:lvl6pPr>
            <a:lvl7pPr algn="l">
              <a:defRPr sz="3750" b="1">
                <a:solidFill>
                  <a:srgbClr val="9FFF68"/>
                </a:solidFill>
                <a:latin typeface="Pretendard"/>
                <a:ea typeface="Pretendard"/>
                <a:cs typeface="Pretendard"/>
              </a:defRPr>
            </a:lvl7pPr>
            <a:lvl8pPr algn="l">
              <a:defRPr sz="3750" b="1">
                <a:solidFill>
                  <a:srgbClr val="9FFF68"/>
                </a:solidFill>
                <a:latin typeface="Pretendard"/>
                <a:ea typeface="Pretendard"/>
                <a:cs typeface="Pretendard"/>
              </a:defRPr>
            </a:lvl8pPr>
            <a:lvl9pPr algn="l">
              <a:defRPr sz="3750" b="1">
                <a:solidFill>
                  <a:srgbClr val="9FFF68"/>
                </a:solidFill>
                <a:latin typeface="Pretendard"/>
                <a:ea typeface="Pretendard"/>
                <a:cs typeface="Pretendard"/>
              </a:defRPr>
            </a:lvl9pPr>
          </a:lstStyle>
          <a:p xmlns:a="http://schemas.openxmlformats.org/drawingml/2006/main">
            <a:pPr algn="l">
              <a:defRPr sz="3750" b="1">
                <a:solidFill>
                  <a:srgbClr val="9FFF68"/>
                </a:solidFill>
                <a:latin typeface="Pretendard"/>
                <a:ea typeface="Pretendard"/>
                <a:cs typeface="Pretendard"/>
              </a:defRPr>
            </a:pPr>
            <a:r>
              <a:t>Δ</a:t>
            </a:r>
            <a:r>
              <a:rPr i="1">
                <a:latin typeface="Pretendard"/>
                <a:ea typeface="Pretendard"/>
                <a:cs typeface="Pretendard"/>
              </a:rPr>
              <a:t>H</a:t>
            </a:r>
            <a:r>
              <a:t> = Σ(생성물의 계수 × 표준 생성 엔탈피)</a:t>
            </a:r>
          </a:p>
        </p:txBody>
      </p:sp>
      <p:sp>
        <p:nvSpPr>
          <p:cNvPr id="10" name="text">
            <a:extLst xmlns:a="http://schemas.openxmlformats.org/drawingml/2006/main">
              <a:ext uri="{FF2B5EF4-FFF2-40B4-BE49-F238E27FC236}">
                <a16:creationId xmlns:a16="http://schemas.microsoft.com/office/drawing/2014/main" id="{FA3AE213-7FAB-4A77-A891-D897B95B89F9}"/>
              </a:ext>
            </a:extLst>
          </p:cNvPr>
          <p:cNvSpPr>
            <a:spLocks xmlns:a="http://schemas.openxmlformats.org/drawingml/2006/main" noGrp="1"/>
          </p:cNvSpPr>
          <p:nvPr/>
        </p:nvSpPr>
        <p:spPr>
          <a:xfrm xmlns:a="http://schemas.openxmlformats.org/drawingml/2006/main">
            <a:off x="3743325" y="5743575"/>
            <a:ext cx="1219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FFFFFF"/>
                </a:solidFill>
                <a:latin typeface="Pretendard"/>
                <a:ea typeface="Pretendard"/>
                <a:cs typeface="Pretendard"/>
              </a:defRPr>
            </a:defPPr>
            <a:lvl1pPr algn="l">
              <a:defRPr sz="3750" b="1">
                <a:solidFill>
                  <a:srgbClr val="FFFFFF"/>
                </a:solidFill>
                <a:latin typeface="Pretendard"/>
                <a:ea typeface="Pretendard"/>
                <a:cs typeface="Pretendard"/>
              </a:defRPr>
            </a:lvl1pPr>
            <a:lvl2pPr algn="l">
              <a:defRPr sz="3750" b="1">
                <a:solidFill>
                  <a:srgbClr val="FFFFFF"/>
                </a:solidFill>
                <a:latin typeface="Pretendard"/>
                <a:ea typeface="Pretendard"/>
                <a:cs typeface="Pretendard"/>
              </a:defRPr>
            </a:lvl2pPr>
            <a:lvl3pPr algn="l">
              <a:defRPr sz="3750" b="1">
                <a:solidFill>
                  <a:srgbClr val="FFFFFF"/>
                </a:solidFill>
                <a:latin typeface="Pretendard"/>
                <a:ea typeface="Pretendard"/>
                <a:cs typeface="Pretendard"/>
              </a:defRPr>
            </a:lvl3pPr>
            <a:lvl4pPr algn="l">
              <a:defRPr sz="3750" b="1">
                <a:solidFill>
                  <a:srgbClr val="FFFFFF"/>
                </a:solidFill>
                <a:latin typeface="Pretendard"/>
                <a:ea typeface="Pretendard"/>
                <a:cs typeface="Pretendard"/>
              </a:defRPr>
            </a:lvl4pPr>
            <a:lvl5pPr algn="l">
              <a:defRPr sz="3750" b="1">
                <a:solidFill>
                  <a:srgbClr val="FFFFFF"/>
                </a:solidFill>
                <a:latin typeface="Pretendard"/>
                <a:ea typeface="Pretendard"/>
                <a:cs typeface="Pretendard"/>
              </a:defRPr>
            </a:lvl5pPr>
            <a:lvl6pPr algn="l">
              <a:defRPr sz="3750" b="1">
                <a:solidFill>
                  <a:srgbClr val="FFFFFF"/>
                </a:solidFill>
                <a:latin typeface="Pretendard"/>
                <a:ea typeface="Pretendard"/>
                <a:cs typeface="Pretendard"/>
              </a:defRPr>
            </a:lvl6pPr>
            <a:lvl7pPr algn="l">
              <a:defRPr sz="3750" b="1">
                <a:solidFill>
                  <a:srgbClr val="FFFFFF"/>
                </a:solidFill>
                <a:latin typeface="Pretendard"/>
                <a:ea typeface="Pretendard"/>
                <a:cs typeface="Pretendard"/>
              </a:defRPr>
            </a:lvl7pPr>
            <a:lvl8pPr algn="l">
              <a:defRPr sz="3750" b="1">
                <a:solidFill>
                  <a:srgbClr val="FFFFFF"/>
                </a:solidFill>
                <a:latin typeface="Pretendard"/>
                <a:ea typeface="Pretendard"/>
                <a:cs typeface="Pretendard"/>
              </a:defRPr>
            </a:lvl8pPr>
            <a:lvl9pPr algn="l">
              <a:defRPr sz="3750" b="1">
                <a:solidFill>
                  <a:srgbClr val="FFFFFF"/>
                </a:solidFill>
                <a:latin typeface="Pretendard"/>
                <a:ea typeface="Pretendard"/>
                <a:cs typeface="Pretendard"/>
              </a:defRPr>
            </a:lvl9pPr>
          </a:lstStyle>
          <a:p xmlns:a="http://schemas.openxmlformats.org/drawingml/2006/main">
            <a:pPr algn="l">
              <a:defRPr sz="3750" b="1">
                <a:solidFill>
                  <a:srgbClr val="FFFFFF"/>
                </a:solidFill>
                <a:latin typeface="Pretendard"/>
                <a:ea typeface="Pretendard"/>
                <a:cs typeface="Pretendard"/>
              </a:defRPr>
            </a:pPr>
            <a:r>
              <a:rPr sz="3750" b="1">
                <a:solidFill>
                  <a:srgbClr val="FFFFFF"/>
                </a:solidFill>
                <a:latin typeface="Pretendard"/>
                <a:ea typeface="Pretendard"/>
                <a:cs typeface="Pretendard"/>
              </a:rPr>
              <a:t>− Σ(반응물의 계수 × 표준 생성 엔탈피)</a:t>
            </a:r>
          </a:p>
        </p:txBody>
      </p:sp>
      <p:sp>
        <p:nvSpPr>
          <p:cNvPr id="11" name="text">
            <a:extLst xmlns:a="http://schemas.openxmlformats.org/drawingml/2006/main">
              <a:ext uri="{FF2B5EF4-FFF2-40B4-BE49-F238E27FC236}">
                <a16:creationId xmlns:a16="http://schemas.microsoft.com/office/drawing/2014/main" id="{F96A311B-4843-4DB2-BF71-ADB021DC4B9A}"/>
              </a:ext>
            </a:extLst>
          </p:cNvPr>
          <p:cNvSpPr>
            <a:spLocks xmlns:a="http://schemas.openxmlformats.org/drawingml/2006/main" noGrp="1"/>
          </p:cNvSpPr>
          <p:nvPr/>
        </p:nvSpPr>
        <p:spPr>
          <a:xfrm xmlns:a="http://schemas.openxmlformats.org/drawingml/2006/main">
            <a:off x="2286000" y="7086600"/>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0">
                <a:solidFill>
                  <a:srgbClr val="898989"/>
                </a:solidFill>
                <a:latin typeface="Pretendard"/>
                <a:ea typeface="Pretendard"/>
                <a:cs typeface="Pretendard"/>
              </a:defRPr>
            </a:defPPr>
            <a:lvl1pPr algn="ctr">
              <a:defRPr sz="3000" b="0">
                <a:solidFill>
                  <a:srgbClr val="898989"/>
                </a:solidFill>
                <a:latin typeface="Pretendard"/>
                <a:ea typeface="Pretendard"/>
                <a:cs typeface="Pretendard"/>
              </a:defRPr>
            </a:lvl1pPr>
            <a:lvl2pPr algn="ctr">
              <a:defRPr sz="3000" b="0">
                <a:solidFill>
                  <a:srgbClr val="898989"/>
                </a:solidFill>
                <a:latin typeface="Pretendard"/>
                <a:ea typeface="Pretendard"/>
                <a:cs typeface="Pretendard"/>
              </a:defRPr>
            </a:lvl2pPr>
            <a:lvl3pPr algn="ctr">
              <a:defRPr sz="3000" b="0">
                <a:solidFill>
                  <a:srgbClr val="898989"/>
                </a:solidFill>
                <a:latin typeface="Pretendard"/>
                <a:ea typeface="Pretendard"/>
                <a:cs typeface="Pretendard"/>
              </a:defRPr>
            </a:lvl3pPr>
            <a:lvl4pPr algn="ctr">
              <a:defRPr sz="3000" b="0">
                <a:solidFill>
                  <a:srgbClr val="898989"/>
                </a:solidFill>
                <a:latin typeface="Pretendard"/>
                <a:ea typeface="Pretendard"/>
                <a:cs typeface="Pretendard"/>
              </a:defRPr>
            </a:lvl4pPr>
            <a:lvl5pPr algn="ctr">
              <a:defRPr sz="3000" b="0">
                <a:solidFill>
                  <a:srgbClr val="898989"/>
                </a:solidFill>
                <a:latin typeface="Pretendard"/>
                <a:ea typeface="Pretendard"/>
                <a:cs typeface="Pretendard"/>
              </a:defRPr>
            </a:lvl5pPr>
            <a:lvl6pPr algn="ctr">
              <a:defRPr sz="3000" b="0">
                <a:solidFill>
                  <a:srgbClr val="898989"/>
                </a:solidFill>
                <a:latin typeface="Pretendard"/>
                <a:ea typeface="Pretendard"/>
                <a:cs typeface="Pretendard"/>
              </a:defRPr>
            </a:lvl6pPr>
            <a:lvl7pPr algn="ctr">
              <a:defRPr sz="3000" b="0">
                <a:solidFill>
                  <a:srgbClr val="898989"/>
                </a:solidFill>
                <a:latin typeface="Pretendard"/>
                <a:ea typeface="Pretendard"/>
                <a:cs typeface="Pretendard"/>
              </a:defRPr>
            </a:lvl7pPr>
            <a:lvl8pPr algn="ctr">
              <a:defRPr sz="3000" b="0">
                <a:solidFill>
                  <a:srgbClr val="898989"/>
                </a:solidFill>
                <a:latin typeface="Pretendard"/>
                <a:ea typeface="Pretendard"/>
                <a:cs typeface="Pretendard"/>
              </a:defRPr>
            </a:lvl8pPr>
            <a:lvl9pPr algn="ctr">
              <a:defRPr sz="3000" b="0">
                <a:solidFill>
                  <a:srgbClr val="898989"/>
                </a:solidFill>
                <a:latin typeface="Pretendard"/>
                <a:ea typeface="Pretendard"/>
                <a:cs typeface="Pretendard"/>
              </a:defRPr>
            </a:lvl9pPr>
          </a:lstStyle>
          <a:p xmlns:a="http://schemas.openxmlformats.org/drawingml/2006/main">
            <a:pPr algn="ctr">
              <a:defRPr sz="3000" b="0">
                <a:solidFill>
                  <a:srgbClr val="898989"/>
                </a:solidFill>
                <a:latin typeface="Pretendard"/>
                <a:ea typeface="Pretendard"/>
                <a:cs typeface="Pretendard"/>
              </a:defRPr>
            </a:pPr>
            <a:r>
              <a:rPr sz="3000" b="0">
                <a:solidFill>
                  <a:srgbClr val="898989"/>
                </a:solidFill>
                <a:latin typeface="Pretendard"/>
                <a:ea typeface="Pretendard"/>
                <a:cs typeface="Pretendard"/>
              </a:rPr>
              <a:t>Σ : 각 물질의 값을 모두 더한다는 뜻</a:t>
            </a:r>
          </a:p>
        </p:txBody>
      </p:sp>
      <p:sp>
        <p:nvSpPr>
          <p:cNvPr id="12" name="설명·계산 행 1">
            <a:extLst xmlns:a="http://schemas.openxmlformats.org/drawingml/2006/main">
              <a:ext uri="{FF2B5EF4-FFF2-40B4-BE49-F238E27FC236}">
                <a16:creationId xmlns:a16="http://schemas.microsoft.com/office/drawing/2014/main" id="{0D0D8AF6-A6B7-4B2E-BCE2-AC36D096225F}"/>
              </a:ext>
            </a:extLst>
          </p:cNvPr>
          <p:cNvSpPr>
            <a:spLocks xmlns:a="http://schemas.openxmlformats.org/drawingml/2006/main" noGrp="1"/>
          </p:cNvSpPr>
          <p:nvPr/>
        </p:nvSpPr>
        <p:spPr>
          <a:xfrm xmlns:a="http://schemas.openxmlformats.org/drawingml/2006/main">
            <a:off x="1828800" y="80105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3" name="설명·계산 문장 1">
            <a:extLst xmlns:a="http://schemas.openxmlformats.org/drawingml/2006/main">
              <a:ext uri="{FF2B5EF4-FFF2-40B4-BE49-F238E27FC236}">
                <a16:creationId xmlns:a16="http://schemas.microsoft.com/office/drawing/2014/main" id="{12266BC2-221B-440D-882C-CF3E4A0B473D}"/>
              </a:ext>
            </a:extLst>
          </p:cNvPr>
          <p:cNvSpPr>
            <a:spLocks xmlns:a="http://schemas.openxmlformats.org/drawingml/2006/main" noGrp="1"/>
          </p:cNvSpPr>
          <p:nvPr/>
        </p:nvSpPr>
        <p:spPr>
          <a:xfrm xmlns:a="http://schemas.openxmlformats.org/drawingml/2006/main">
            <a:off x="2476500" y="82581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 생성물의 합에서 반응물의 합을 뺀다.</a:t>
            </a:r>
          </a:p>
        </p:txBody>
      </p:sp>
    </p:spTree>
    <p:extLst>
      <p:ext uri="{BB962C8B-B14F-4D97-AF65-F5344CB8AC3E}">
        <p14:creationId xmlns:p14="http://schemas.microsoft.com/office/powerpoint/2010/main" val="125053213"/>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E4D996F6-A827-453B-82E7-49C58EE553E7}"/>
              </a:ext>
            </a:extLst>
          </p:cNvPr>
          <p:cNvPicPr>
            <a:picLocks xmlns:a="http://schemas.openxmlformats.org/drawingml/2006/main" noChangeAspect="1"/>
          </p:cNvPicPr>
          <p:nvPr/>
        </p:nvPicPr>
        <p:blipFill>
          <a:blip xmlns:r="http://schemas.openxmlformats.org/officeDocument/2006/relationships" xmlns:a="http://schemas.openxmlformats.org/drawingml/2006/main" r:embed="Rd082bd82320642d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6FED3FD-109C-4100-BBAC-E03FCADE151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2AF9D63-CAED-4715-9FF3-1D1C2B776CA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110C86EA-93DC-468D-8B40-3456D0450FB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195E948-2153-429F-871F-C75C5D8933C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F7B88889-7D7E-45A2-8547-14BD32D0272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15205917-C02E-4362-A8F9-D32914CB42BD}"/>
              </a:ext>
            </a:extLst>
          </p:cNvPr>
          <p:cNvPicPr>
            <a:picLocks xmlns:a="http://schemas.openxmlformats.org/drawingml/2006/main" noChangeAspect="1"/>
          </p:cNvPicPr>
          <p:nvPr/>
        </p:nvPicPr>
        <p:blipFill>
          <a:blip xmlns:r="http://schemas.openxmlformats.org/officeDocument/2006/relationships" xmlns:a="http://schemas.openxmlformats.org/drawingml/2006/main" r:embed="Rf7cc07d5ed4645cd"/>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FDB1A27F-5E7B-407C-8A80-A505CEC1A65F}"/>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생성 엔탈피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7A4BE84F-3E74-4F07-A7B5-8CA8A378C785}"/>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11F5676C-C2DD-4F1A-A74C-333AECBF88D8}"/>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3672BEF0-AD40-40CD-B9B0-74419B6918C5}"/>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FB1EFFD8-EAEC-4D13-A320-4B9DDA92F909}"/>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2A294623-9E27-4500-8134-DFBCBD24329F}"/>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8DB8CF8F-1E6C-4649-8FD9-2022A2355AA8}"/>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4276AC2B-EB71-4FB1-987F-0CC7595AF808}"/>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007A028C-9494-4DCE-A158-C4130158C44D}"/>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1852368856"/>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B18B4A32-B43A-45E6-AE0B-1F0EF5185091}"/>
              </a:ext>
            </a:extLst>
          </p:cNvPr>
          <p:cNvPicPr>
            <a:picLocks xmlns:a="http://schemas.openxmlformats.org/drawingml/2006/main" noChangeAspect="1"/>
          </p:cNvPicPr>
          <p:nvPr/>
        </p:nvPicPr>
        <p:blipFill>
          <a:blip xmlns:r="http://schemas.openxmlformats.org/officeDocument/2006/relationships" xmlns:a="http://schemas.openxmlformats.org/drawingml/2006/main" r:embed="R2c4dfaf43b89469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688B46F-EC77-441C-9C71-23D3E73B1A7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DBD9255-099E-401B-8E5C-BCF4FA5D1B8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674A9AD7-6AD1-4547-97CE-19BEEA4FF39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CF75FE9-557B-40A1-9CDC-65A4637C015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37D0153E-4F4A-4F1C-89B4-9ECA0F1BB09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세 물질의 표준 생성 엔탈피</a:t>
            </a:r>
          </a:p>
        </p:txBody>
      </p:sp>
      <p:sp>
        <p:nvSpPr>
          <p:cNvPr id="7" name="text">
            <a:extLst xmlns:a="http://schemas.openxmlformats.org/drawingml/2006/main">
              <a:ext uri="{FF2B5EF4-FFF2-40B4-BE49-F238E27FC236}">
                <a16:creationId xmlns:a16="http://schemas.microsoft.com/office/drawing/2014/main" id="{96096DDF-1F37-4144-9C5E-61222EBF574B}"/>
              </a:ext>
            </a:extLst>
          </p:cNvPr>
          <p:cNvSpPr>
            <a:spLocks xmlns:a="http://schemas.openxmlformats.org/drawingml/2006/main" noGrp="1"/>
          </p:cNvSpPr>
          <p:nvPr/>
        </p:nvSpPr>
        <p:spPr>
          <a:xfrm xmlns:a="http://schemas.openxmlformats.org/drawingml/2006/main">
            <a:off x="2143125" y="3714750"/>
            <a:ext cx="1400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25" b="0">
                <a:solidFill>
                  <a:srgbClr val="898989"/>
                </a:solidFill>
                <a:latin typeface="Pretendard"/>
                <a:ea typeface="Pretendard"/>
                <a:cs typeface="Pretendard"/>
              </a:defRPr>
            </a:defPPr>
            <a:lvl1pPr algn="ctr">
              <a:defRPr sz="2925" b="0">
                <a:solidFill>
                  <a:srgbClr val="898989"/>
                </a:solidFill>
                <a:latin typeface="Pretendard"/>
                <a:ea typeface="Pretendard"/>
                <a:cs typeface="Pretendard"/>
              </a:defRPr>
            </a:lvl1pPr>
            <a:lvl2pPr algn="ctr">
              <a:defRPr sz="2925" b="0">
                <a:solidFill>
                  <a:srgbClr val="898989"/>
                </a:solidFill>
                <a:latin typeface="Pretendard"/>
                <a:ea typeface="Pretendard"/>
                <a:cs typeface="Pretendard"/>
              </a:defRPr>
            </a:lvl2pPr>
            <a:lvl3pPr algn="ctr">
              <a:defRPr sz="2925" b="0">
                <a:solidFill>
                  <a:srgbClr val="898989"/>
                </a:solidFill>
                <a:latin typeface="Pretendard"/>
                <a:ea typeface="Pretendard"/>
                <a:cs typeface="Pretendard"/>
              </a:defRPr>
            </a:lvl3pPr>
            <a:lvl4pPr algn="ctr">
              <a:defRPr sz="2925" b="0">
                <a:solidFill>
                  <a:srgbClr val="898989"/>
                </a:solidFill>
                <a:latin typeface="Pretendard"/>
                <a:ea typeface="Pretendard"/>
                <a:cs typeface="Pretendard"/>
              </a:defRPr>
            </a:lvl4pPr>
            <a:lvl5pPr algn="ctr">
              <a:defRPr sz="2925" b="0">
                <a:solidFill>
                  <a:srgbClr val="898989"/>
                </a:solidFill>
                <a:latin typeface="Pretendard"/>
                <a:ea typeface="Pretendard"/>
                <a:cs typeface="Pretendard"/>
              </a:defRPr>
            </a:lvl5pPr>
            <a:lvl6pPr algn="ctr">
              <a:defRPr sz="2925" b="0">
                <a:solidFill>
                  <a:srgbClr val="898989"/>
                </a:solidFill>
                <a:latin typeface="Pretendard"/>
                <a:ea typeface="Pretendard"/>
                <a:cs typeface="Pretendard"/>
              </a:defRPr>
            </a:lvl6pPr>
            <a:lvl7pPr algn="ctr">
              <a:defRPr sz="2925" b="0">
                <a:solidFill>
                  <a:srgbClr val="898989"/>
                </a:solidFill>
                <a:latin typeface="Pretendard"/>
                <a:ea typeface="Pretendard"/>
                <a:cs typeface="Pretendard"/>
              </a:defRPr>
            </a:lvl7pPr>
            <a:lvl8pPr algn="ctr">
              <a:defRPr sz="2925" b="0">
                <a:solidFill>
                  <a:srgbClr val="898989"/>
                </a:solidFill>
                <a:latin typeface="Pretendard"/>
                <a:ea typeface="Pretendard"/>
                <a:cs typeface="Pretendard"/>
              </a:defRPr>
            </a:lvl8pPr>
            <a:lvl9pPr algn="ctr">
              <a:defRPr sz="2925" b="0">
                <a:solidFill>
                  <a:srgbClr val="898989"/>
                </a:solidFill>
                <a:latin typeface="Pretendard"/>
                <a:ea typeface="Pretendard"/>
                <a:cs typeface="Pretendard"/>
              </a:defRPr>
            </a:lvl9pPr>
          </a:lstStyle>
          <a:p xmlns:a="http://schemas.openxmlformats.org/drawingml/2006/main">
            <a:pPr algn="ctr">
              <a:defRPr sz="2925" b="0">
                <a:solidFill>
                  <a:srgbClr val="898989"/>
                </a:solidFill>
                <a:latin typeface="Pretendard"/>
                <a:ea typeface="Pretendard"/>
                <a:cs typeface="Pretendard"/>
              </a:defRPr>
            </a:pPr>
            <a:r>
              <a:rPr sz="2925" b="0">
                <a:solidFill>
                  <a:srgbClr val="898989"/>
                </a:solidFill>
                <a:latin typeface="Pretendard"/>
                <a:ea typeface="Pretendard"/>
                <a:cs typeface="Pretendard"/>
              </a:rPr>
              <a:t>25°C, 1기압에서 각 물질 1 mol이 생성되는 반응</a:t>
            </a:r>
          </a:p>
        </p:txBody>
      </p:sp>
      <p:pic>
        <p:nvPicPr>
          <p:cNvPr id="8" name="">
            <a:extLst xmlns:a="http://schemas.openxmlformats.org/drawingml/2006/main">
              <a:ext uri="{FF2B5EF4-FFF2-40B4-BE49-F238E27FC236}">
                <a16:creationId xmlns:a16="http://schemas.microsoft.com/office/drawing/2014/main" id="{B97C3A83-4868-4F7E-B329-DA4259A2D989}"/>
              </a:ext>
            </a:extLst>
          </p:cNvPr>
          <p:cNvPicPr>
            <a:picLocks xmlns:a="http://schemas.openxmlformats.org/drawingml/2006/main" noChangeAspect="1"/>
          </p:cNvPicPr>
          <p:nvPr/>
        </p:nvPicPr>
        <p:blipFill>
          <a:blip xmlns:r="http://schemas.openxmlformats.org/officeDocument/2006/relationships" xmlns:a="http://schemas.openxmlformats.org/drawingml/2006/main" r:embed="Rc8f95a73c35f4694"/>
          <a:stretch xmlns:a="http://schemas.openxmlformats.org/drawingml/2006/main"/>
        </p:blipFill>
        <p:spPr>
          <a:xfrm xmlns:a="http://schemas.openxmlformats.org/drawingml/2006/main">
            <a:off x="1619250" y="4197350"/>
            <a:ext cx="15049500" cy="5016500"/>
          </a:xfrm>
          <a:prstGeom xmlns:a="http://schemas.openxmlformats.org/drawingml/2006/main" prst="rect">
            <a:avLst/>
          </a:prstGeom>
        </p:spPr>
      </p:pic>
    </p:spTree>
    <p:extLst>
      <p:ext uri="{BB962C8B-B14F-4D97-AF65-F5344CB8AC3E}">
        <p14:creationId xmlns:p14="http://schemas.microsoft.com/office/powerpoint/2010/main" val="1758715995"/>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41A7F5AF-B2D3-4100-8867-852D30DF0156}"/>
              </a:ext>
            </a:extLst>
          </p:cNvPr>
          <p:cNvPicPr>
            <a:picLocks xmlns:a="http://schemas.openxmlformats.org/drawingml/2006/main" noChangeAspect="1"/>
          </p:cNvPicPr>
          <p:nvPr/>
        </p:nvPicPr>
        <p:blipFill>
          <a:blip xmlns:r="http://schemas.openxmlformats.org/officeDocument/2006/relationships" xmlns:a="http://schemas.openxmlformats.org/drawingml/2006/main" r:embed="R2824ac5b4f0e40b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BD8FF7F-EF6B-4113-84D1-A69B84AC61A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EB78EC1-5643-4002-BB53-7CCA0902A99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EB3DBBA-D53B-44D3-9639-81789DBA024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552A186-826B-40EC-9678-8505DA5992E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38FE202F-27E3-46DB-A3A7-75158B33D78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계산과 헤스 법칙</a:t>
            </a:r>
          </a:p>
        </p:txBody>
      </p:sp>
      <p:pic>
        <p:nvPicPr>
          <p:cNvPr id="7" name="">
            <a:extLst xmlns:a="http://schemas.openxmlformats.org/drawingml/2006/main">
              <a:ext uri="{FF2B5EF4-FFF2-40B4-BE49-F238E27FC236}">
                <a16:creationId xmlns:a16="http://schemas.microsoft.com/office/drawing/2014/main" id="{14310F18-11B8-4826-8F23-93B6DE090981}"/>
              </a:ext>
            </a:extLst>
          </p:cNvPr>
          <p:cNvPicPr>
            <a:picLocks xmlns:a="http://schemas.openxmlformats.org/drawingml/2006/main" noChangeAspect="1"/>
          </p:cNvPicPr>
          <p:nvPr/>
        </p:nvPicPr>
        <p:blipFill>
          <a:blip xmlns:r="http://schemas.openxmlformats.org/officeDocument/2006/relationships" xmlns:a="http://schemas.openxmlformats.org/drawingml/2006/main" r:embed="Ra55782e9fadb4099"/>
          <a:stretch xmlns:a="http://schemas.openxmlformats.org/drawingml/2006/main"/>
        </p:blipFill>
        <p:spPr>
          <a:xfrm xmlns:a="http://schemas.openxmlformats.org/drawingml/2006/main">
            <a:off x="1879356" y="3714750"/>
            <a:ext cx="14529288" cy="5810250"/>
          </a:xfrm>
          <a:prstGeom xmlns:a="http://schemas.openxmlformats.org/drawingml/2006/main" prst="rect">
            <a:avLst/>
          </a:prstGeom>
        </p:spPr>
      </p:pic>
    </p:spTree>
    <p:extLst>
      <p:ext uri="{BB962C8B-B14F-4D97-AF65-F5344CB8AC3E}">
        <p14:creationId xmlns:p14="http://schemas.microsoft.com/office/powerpoint/2010/main" val="874612406"/>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C1EEB68B-EC00-4736-9288-E2DC4F5878BE}"/>
              </a:ext>
            </a:extLst>
          </p:cNvPr>
          <p:cNvPicPr>
            <a:picLocks xmlns:a="http://schemas.openxmlformats.org/drawingml/2006/main" noChangeAspect="1"/>
          </p:cNvPicPr>
          <p:nvPr/>
        </p:nvPicPr>
        <p:blipFill>
          <a:blip xmlns:r="http://schemas.openxmlformats.org/officeDocument/2006/relationships" xmlns:a="http://schemas.openxmlformats.org/drawingml/2006/main" r:embed="Rd4d07019d6864e1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48B2616-69BB-4A5C-AB89-FB0715F80B2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84D27A2-7CF9-4D14-ACEC-10121ADD0F4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72919E53-2B27-4853-A647-6AF5694FC97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B21DD80-03C2-41B1-BC36-A9E700BB6AA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27A3A6C2-77DF-44AC-B420-9B816D6DDC3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09BC6134-0EB7-419D-9796-424CAA915A31}"/>
              </a:ext>
            </a:extLst>
          </p:cNvPr>
          <p:cNvPicPr>
            <a:picLocks xmlns:a="http://schemas.openxmlformats.org/drawingml/2006/main" noChangeAspect="1"/>
          </p:cNvPicPr>
          <p:nvPr/>
        </p:nvPicPr>
        <p:blipFill>
          <a:blip xmlns:r="http://schemas.openxmlformats.org/officeDocument/2006/relationships" xmlns:a="http://schemas.openxmlformats.org/drawingml/2006/main" r:embed="Rbab15d5ea59041b6"/>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F9681359-738B-4D2A-8CA1-FA726D91CEF0}"/>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8700509D-F371-4286-8FAA-E05A0A7BBBBF}"/>
              </a:ext>
            </a:extLst>
          </p:cNvPr>
          <p:cNvPicPr>
            <a:picLocks xmlns:a="http://schemas.openxmlformats.org/drawingml/2006/main" noChangeAspect="1"/>
          </p:cNvPicPr>
          <p:nvPr/>
        </p:nvPicPr>
        <p:blipFill>
          <a:blip xmlns:r="http://schemas.openxmlformats.org/officeDocument/2006/relationships" xmlns:a="http://schemas.openxmlformats.org/drawingml/2006/main" r:embed="Rf7cccbd9732741e0"/>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0" name="반응식·수식">
            <a:extLst xmlns:a="http://schemas.openxmlformats.org/drawingml/2006/main">
              <a:ext uri="{FF2B5EF4-FFF2-40B4-BE49-F238E27FC236}">
                <a16:creationId xmlns:a16="http://schemas.microsoft.com/office/drawing/2014/main" id="{9250691F-12E4-45CF-A8D7-4CBA0FF3576A}"/>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a:t>Δ</a:t>
            </a:r>
            <a:r>
              <a:rPr sz="3450" i="1">
                <a:latin typeface="Pretendard"/>
                <a:ea typeface="Pretendard"/>
                <a:cs typeface="Pretendard"/>
              </a:rPr>
              <a:t>H</a:t>
            </a:r>
            <a:r>
              <a:rPr sz="3450"/>
              <a:t> = −241.8 − (−285.8)</a:t>
            </a:r>
          </a:p>
        </p:txBody>
      </p:sp>
      <p:sp>
        <p:nvSpPr>
          <p:cNvPr id="11" name="반응식·수식">
            <a:extLst xmlns:a="http://schemas.openxmlformats.org/drawingml/2006/main">
              <a:ext uri="{FF2B5EF4-FFF2-40B4-BE49-F238E27FC236}">
                <a16:creationId xmlns:a16="http://schemas.microsoft.com/office/drawing/2014/main" id="{71ED2CDB-7AAF-4487-B504-4EA811FF4B72}"/>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57962F"/>
                </a:solidFill>
                <a:latin typeface="Pretendard"/>
                <a:ea typeface="Pretendard"/>
                <a:cs typeface="Pretendard"/>
              </a:defRPr>
            </a:defPPr>
            <a:lvl1pPr algn="l">
              <a:defRPr sz="3450" b="1">
                <a:solidFill>
                  <a:srgbClr val="57962F"/>
                </a:solidFill>
                <a:latin typeface="Pretendard"/>
                <a:ea typeface="Pretendard"/>
                <a:cs typeface="Pretendard"/>
              </a:defRPr>
            </a:lvl1pPr>
            <a:lvl2pPr algn="l">
              <a:defRPr sz="3450" b="1">
                <a:solidFill>
                  <a:srgbClr val="57962F"/>
                </a:solidFill>
                <a:latin typeface="Pretendard"/>
                <a:ea typeface="Pretendard"/>
                <a:cs typeface="Pretendard"/>
              </a:defRPr>
            </a:lvl2pPr>
            <a:lvl3pPr algn="l">
              <a:defRPr sz="3450" b="1">
                <a:solidFill>
                  <a:srgbClr val="57962F"/>
                </a:solidFill>
                <a:latin typeface="Pretendard"/>
                <a:ea typeface="Pretendard"/>
                <a:cs typeface="Pretendard"/>
              </a:defRPr>
            </a:lvl3pPr>
            <a:lvl4pPr algn="l">
              <a:defRPr sz="3450" b="1">
                <a:solidFill>
                  <a:srgbClr val="57962F"/>
                </a:solidFill>
                <a:latin typeface="Pretendard"/>
                <a:ea typeface="Pretendard"/>
                <a:cs typeface="Pretendard"/>
              </a:defRPr>
            </a:lvl4pPr>
            <a:lvl5pPr algn="l">
              <a:defRPr sz="3450" b="1">
                <a:solidFill>
                  <a:srgbClr val="57962F"/>
                </a:solidFill>
                <a:latin typeface="Pretendard"/>
                <a:ea typeface="Pretendard"/>
                <a:cs typeface="Pretendard"/>
              </a:defRPr>
            </a:lvl5pPr>
            <a:lvl6pPr algn="l">
              <a:defRPr sz="3450" b="1">
                <a:solidFill>
                  <a:srgbClr val="57962F"/>
                </a:solidFill>
                <a:latin typeface="Pretendard"/>
                <a:ea typeface="Pretendard"/>
                <a:cs typeface="Pretendard"/>
              </a:defRPr>
            </a:lvl6pPr>
            <a:lvl7pPr algn="l">
              <a:defRPr sz="3450" b="1">
                <a:solidFill>
                  <a:srgbClr val="57962F"/>
                </a:solidFill>
                <a:latin typeface="Pretendard"/>
                <a:ea typeface="Pretendard"/>
                <a:cs typeface="Pretendard"/>
              </a:defRPr>
            </a:lvl7pPr>
            <a:lvl8pPr algn="l">
              <a:defRPr sz="3450" b="1">
                <a:solidFill>
                  <a:srgbClr val="57962F"/>
                </a:solidFill>
                <a:latin typeface="Pretendard"/>
                <a:ea typeface="Pretendard"/>
                <a:cs typeface="Pretendard"/>
              </a:defRPr>
            </a:lvl8pPr>
            <a:lvl9pPr algn="l">
              <a:defRPr sz="3450" b="1">
                <a:solidFill>
                  <a:srgbClr val="57962F"/>
                </a:solidFill>
                <a:latin typeface="Pretendard"/>
                <a:ea typeface="Pretendard"/>
                <a:cs typeface="Pretendard"/>
              </a:defRPr>
            </a:lvl9pPr>
          </a:lstStyle>
          <a:p xmlns:a="http://schemas.openxmlformats.org/drawingml/2006/main">
            <a:pPr algn="l">
              <a:defRPr sz="3450" b="1">
                <a:solidFill>
                  <a:srgbClr val="57962F"/>
                </a:solidFill>
                <a:latin typeface="Pretendard"/>
                <a:ea typeface="Pretendard"/>
                <a:cs typeface="Pretendard"/>
              </a:defRPr>
            </a:pPr>
            <a:r>
              <a:rPr sz="3450"/>
              <a:t>= +44.0 kJ</a:t>
            </a:r>
          </a:p>
        </p:txBody>
      </p:sp>
      <p:sp>
        <p:nvSpPr>
          <p:cNvPr id="12" name="해석·결론">
            <a:extLst xmlns:a="http://schemas.openxmlformats.org/drawingml/2006/main">
              <a:ext uri="{FF2B5EF4-FFF2-40B4-BE49-F238E27FC236}">
                <a16:creationId xmlns:a16="http://schemas.microsoft.com/office/drawing/2014/main" id="{1F308D21-0888-4EEB-BA47-CFBE88F391E2}"/>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4134042E-EC90-408C-9E41-5F5224E0152D}"/>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1493693602"/>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EC43B2EA-0E43-4009-BB60-9714916FD307}"/>
              </a:ext>
            </a:extLst>
          </p:cNvPr>
          <p:cNvPicPr>
            <a:picLocks xmlns:a="http://schemas.openxmlformats.org/drawingml/2006/main" noChangeAspect="1"/>
          </p:cNvPicPr>
          <p:nvPr/>
        </p:nvPicPr>
        <p:blipFill>
          <a:blip xmlns:r="http://schemas.openxmlformats.org/officeDocument/2006/relationships" xmlns:a="http://schemas.openxmlformats.org/drawingml/2006/main" r:embed="R6f6ff8ff90374cb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448A07F-F271-4A31-A3E2-C8CCB17650C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5758B4E-1B54-4275-B6E3-E65AFC21DA4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22ACF9AD-2701-4AC0-AA55-D88CF801F13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FCDE8FB-ED29-42EE-8DDD-72502B09C9E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D82920F4-3B73-4A67-86BE-9B432D85045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계산의 확인점</a:t>
            </a:r>
          </a:p>
        </p:txBody>
      </p:sp>
      <p:graphicFrame>
        <p:nvGraphicFramePr>
          <p:cNvPr id="7" name="">
            <a:extLst xmlns:a="http://schemas.openxmlformats.org/drawingml/2006/main">
              <a:ext uri="{FF2B5EF4-FFF2-40B4-BE49-F238E27FC236}">
                <a16:creationId xmlns:a16="http://schemas.microsoft.com/office/drawing/2014/main" id="{9A592475-CADA-4DFC-8A2B-90D2EFEEEF0F}"/>
              </a:ext>
            </a:extLst>
          </p:cNvPr>
          <p:cNvGraphicFramePr/>
          <p:nvPr/>
        </p:nvGraphicFramePr>
        <p:xfrm>
          <a:off xmlns:a="http://schemas.openxmlformats.org/drawingml/2006/main" x="3476625" y="4286250"/>
          <a:ext xmlns:a="http://schemas.openxmlformats.org/drawingml/2006/main" cx="11334750" cy="3810000"/>
        </p:xfrm>
        <a:graphic xmlns:a="http://schemas.openxmlformats.org/drawingml/2006/main">
          <a:graphicData uri="http://schemas.openxmlformats.org/drawingml/2006/table">
            <a:tbl>
              <a:tblPr/>
              <a:tblGrid>
                <a:gridCol w="2857500"/>
                <a:gridCol w="8477250"/>
              </a:tblGrid>
              <a:tr h="952500">
                <a:tc>
                  <a:txBody>
                    <a:bodyPr wrap="none" lIns="114300" tIns="114300" rIns="114300" bIns="114300"/>
                    <a:lstStyle/>
                    <a:p>
                      <a:pPr algn="ctr"/>
                      <a:r>
                        <a:rPr sz="3000" b="1">
                          <a:solidFill>
                            <a:srgbClr val="FFFFFF"/>
                          </a:solidFill>
                          <a:latin typeface="Pretendard"/>
                          <a:ea typeface="Pretendard"/>
                          <a:cs typeface="Pretendard"/>
                        </a:rPr>
                        <a:t>확인 대상</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확인할 내용</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000" b="1">
                          <a:solidFill>
                            <a:srgbClr val="FFFFFF"/>
                          </a:solidFill>
                          <a:latin typeface="Pretendard"/>
                          <a:ea typeface="Pretendard"/>
                          <a:cs typeface="Pretendard"/>
                        </a:rPr>
                        <a:t>기준</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생성되는 물질 1 mol인가?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000" b="1">
                          <a:solidFill>
                            <a:srgbClr val="FFFFFF"/>
                          </a:solidFill>
                          <a:latin typeface="Pretendard"/>
                          <a:ea typeface="Pretendard"/>
                          <a:cs typeface="Pretendard"/>
                        </a:rPr>
                        <a:t>원소·상태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기준 원소와 물질의 상태가 맞는가?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000" b="1">
                          <a:solidFill>
                            <a:srgbClr val="FFFFFF"/>
                          </a:solidFill>
                          <a:latin typeface="Pretendard"/>
                          <a:ea typeface="Pretendard"/>
                          <a:cs typeface="Pretendard"/>
                        </a:rPr>
                        <a:t>계수·단위</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계수를 곱하고 단위를 구분했는가?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C202BEC6-D2A8-48DA-807F-A4F6BF1FF756}"/>
              </a:ext>
            </a:extLst>
          </p:cNvPr>
          <p:cNvSpPr>
            <a:spLocks xmlns:a="http://schemas.openxmlformats.org/drawingml/2006/main" noGrp="1"/>
          </p:cNvSpPr>
          <p:nvPr/>
        </p:nvSpPr>
        <p:spPr>
          <a:xfrm xmlns:a="http://schemas.openxmlformats.org/drawingml/2006/main" rot="0">
            <a:off x="34766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6800E819-6D24-40D2-96BE-86BF70DFED63}"/>
              </a:ext>
            </a:extLst>
          </p:cNvPr>
          <p:cNvSpPr>
            <a:spLocks xmlns:a="http://schemas.openxmlformats.org/drawingml/2006/main" noGrp="1"/>
          </p:cNvSpPr>
          <p:nvPr/>
        </p:nvSpPr>
        <p:spPr>
          <a:xfrm xmlns:a="http://schemas.openxmlformats.org/drawingml/2006/main" rot="5400000">
            <a:off x="1462087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99E077F8-0723-4A1E-BA19-4CA6B2F59684}"/>
              </a:ext>
            </a:extLst>
          </p:cNvPr>
          <p:cNvSpPr>
            <a:spLocks xmlns:a="http://schemas.openxmlformats.org/drawingml/2006/main" noGrp="1"/>
          </p:cNvSpPr>
          <p:nvPr/>
        </p:nvSpPr>
        <p:spPr>
          <a:xfrm xmlns:a="http://schemas.openxmlformats.org/drawingml/2006/main" rot="10800000">
            <a:off x="1462087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85BD6D88-1438-40B4-85D3-48434985CE5A}"/>
              </a:ext>
            </a:extLst>
          </p:cNvPr>
          <p:cNvSpPr>
            <a:spLocks xmlns:a="http://schemas.openxmlformats.org/drawingml/2006/main" noGrp="1"/>
          </p:cNvSpPr>
          <p:nvPr/>
        </p:nvSpPr>
        <p:spPr>
          <a:xfrm xmlns:a="http://schemas.openxmlformats.org/drawingml/2006/main" rot="16200000">
            <a:off x="347662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779906490"/>
      </p:ext>
    </p:extLst>
  </p:cSld>
</p:sld>
</file>

<file path=ppt/slides/slide4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ABAFD726-1EC1-42A6-A1EB-20C3BC38CE4B}"/>
              </a:ext>
            </a:extLst>
          </p:cNvPr>
          <p:cNvPicPr>
            <a:picLocks xmlns:a="http://schemas.openxmlformats.org/drawingml/2006/main" noChangeAspect="1"/>
          </p:cNvPicPr>
          <p:nvPr/>
        </p:nvPicPr>
        <p:blipFill>
          <a:blip xmlns:r="http://schemas.openxmlformats.org/officeDocument/2006/relationships" xmlns:a="http://schemas.openxmlformats.org/drawingml/2006/main" r:embed="R25e93d57d7814568"/>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C91C5A16-4AFC-4B60-88B5-C0BC683129B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1E815E0B-ED9E-40A6-85C2-2CB1E31E0A58}"/>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34F7DA16-90A9-4761-9D46-5CA6B4830B30}"/>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76A5EDB3-232B-4375-AA2B-3D44060A0455}"/>
              </a:ext>
            </a:extLst>
          </p:cNvPr>
          <p:cNvPicPr>
            <a:picLocks xmlns:a="http://schemas.openxmlformats.org/drawingml/2006/main" noChangeAspect="1"/>
          </p:cNvPicPr>
          <p:nvPr/>
        </p:nvPicPr>
        <p:blipFill>
          <a:blip xmlns:r="http://schemas.openxmlformats.org/officeDocument/2006/relationships" xmlns:a="http://schemas.openxmlformats.org/drawingml/2006/main" r:embed="R3694c48e000640a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4FC61DC2-DDA3-44F0-BA9C-EBACE9A1353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49EBFFCA-71EA-444E-8A9F-2028421B8218}"/>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8" name="text">
            <a:extLst xmlns:a="http://schemas.openxmlformats.org/drawingml/2006/main">
              <a:ext uri="{FF2B5EF4-FFF2-40B4-BE49-F238E27FC236}">
                <a16:creationId xmlns:a16="http://schemas.microsoft.com/office/drawing/2014/main" id="{083B86AE-8C64-4D9C-943D-9B321183BD0D}"/>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9" name="text">
            <a:extLst xmlns:a="http://schemas.openxmlformats.org/drawingml/2006/main">
              <a:ext uri="{FF2B5EF4-FFF2-40B4-BE49-F238E27FC236}">
                <a16:creationId xmlns:a16="http://schemas.microsoft.com/office/drawing/2014/main" id="{55C76CE2-7AEC-48CE-A307-0BD282B276F9}"/>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1393079999"/>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E464268-818A-42D1-A6E0-C37A916FA973}"/>
              </a:ext>
            </a:extLst>
          </p:cNvPr>
          <p:cNvPicPr>
            <a:picLocks xmlns:a="http://schemas.openxmlformats.org/drawingml/2006/main" noChangeAspect="1"/>
          </p:cNvPicPr>
          <p:nvPr/>
        </p:nvPicPr>
        <p:blipFill>
          <a:blip xmlns:r="http://schemas.openxmlformats.org/officeDocument/2006/relationships" xmlns:a="http://schemas.openxmlformats.org/drawingml/2006/main" r:embed="Rc0f086c5cc38405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70F7CAB-04DE-4634-9C78-7273FE74259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1283436-F80E-4AE4-BFEA-2F3D3E6EBEF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62DFB889-EA6C-4605-A5D0-CFB470367DD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10A71B9-FDEB-4E99-917A-80EAC802C8C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6CD5CAAE-8DB7-488A-AD9D-6FCB444B8AA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3DCC013B-80FA-4A14-B3B3-53E8ED2DF808}"/>
              </a:ext>
            </a:extLst>
          </p:cNvPr>
          <p:cNvPicPr>
            <a:picLocks xmlns:a="http://schemas.openxmlformats.org/drawingml/2006/main" noChangeAspect="1"/>
          </p:cNvPicPr>
          <p:nvPr/>
        </p:nvPicPr>
        <p:blipFill>
          <a:blip xmlns:r="http://schemas.openxmlformats.org/officeDocument/2006/relationships" xmlns:a="http://schemas.openxmlformats.org/drawingml/2006/main" r:embed="Rfdc63d970681430d"/>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0945237C-75C2-43CD-8285-F0B0F69A3C5D}"/>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45941A06-2FC7-47BB-A60F-EC8EB9DAAB1F}"/>
              </a:ext>
            </a:extLst>
          </p:cNvPr>
          <p:cNvPicPr>
            <a:picLocks xmlns:a="http://schemas.openxmlformats.org/drawingml/2006/main" noChangeAspect="1"/>
          </p:cNvPicPr>
          <p:nvPr/>
        </p:nvPicPr>
        <p:blipFill>
          <a:blip xmlns:r="http://schemas.openxmlformats.org/officeDocument/2006/relationships" xmlns:a="http://schemas.openxmlformats.org/drawingml/2006/main" r:embed="Rb1f85e16aecb4d32"/>
          <a:stretch xmlns:a="http://schemas.openxmlformats.org/drawingml/2006/main"/>
        </p:blipFill>
        <p:spPr>
          <a:xfrm xmlns:a="http://schemas.openxmlformats.org/drawingml/2006/main">
            <a:off x="7524750" y="5125056"/>
            <a:ext cx="6310738" cy="608388"/>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75D907BF-5951-4699-9D08-07BE6ACD6D96}"/>
              </a:ext>
            </a:extLst>
          </p:cNvPr>
          <p:cNvPicPr>
            <a:picLocks xmlns:a="http://schemas.openxmlformats.org/drawingml/2006/main" noChangeAspect="1"/>
          </p:cNvPicPr>
          <p:nvPr/>
        </p:nvPicPr>
        <p:blipFill>
          <a:blip xmlns:r="http://schemas.openxmlformats.org/officeDocument/2006/relationships" xmlns:a="http://schemas.openxmlformats.org/drawingml/2006/main" r:embed="R5acc8ac73d154214"/>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23A4368B-0C27-46F8-BEC0-D12731546406}"/>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ACF65449-5465-4431-8EB4-56F41FAE74D1}"/>
              </a:ext>
            </a:extLst>
          </p:cNvPr>
          <p:cNvPicPr>
            <a:picLocks xmlns:a="http://schemas.openxmlformats.org/drawingml/2006/main" noChangeAspect="1"/>
          </p:cNvPicPr>
          <p:nvPr/>
        </p:nvPicPr>
        <p:blipFill>
          <a:blip xmlns:r="http://schemas.openxmlformats.org/officeDocument/2006/relationships" xmlns:a="http://schemas.openxmlformats.org/drawingml/2006/main" r:embed="R8eb4488956204bf3"/>
          <a:stretch xmlns:a="http://schemas.openxmlformats.org/drawingml/2006/main"/>
        </p:blipFill>
        <p:spPr>
          <a:xfrm xmlns:a="http://schemas.openxmlformats.org/drawingml/2006/main">
            <a:off x="7524750" y="8055960"/>
            <a:ext cx="9239250" cy="556830"/>
          </a:xfrm>
          <a:prstGeom xmlns:a="http://schemas.openxmlformats.org/drawingml/2006/main" prst="rect">
            <a:avLst/>
          </a:prstGeom>
        </p:spPr>
      </p:pic>
    </p:spTree>
    <p:extLst>
      <p:ext uri="{BB962C8B-B14F-4D97-AF65-F5344CB8AC3E}">
        <p14:creationId xmlns:p14="http://schemas.microsoft.com/office/powerpoint/2010/main" val="155762784"/>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024C2B82-8CDE-4843-AC8D-BE8DC210951B}"/>
              </a:ext>
            </a:extLst>
          </p:cNvPr>
          <p:cNvPicPr>
            <a:picLocks xmlns:a="http://schemas.openxmlformats.org/drawingml/2006/main" noChangeAspect="1"/>
          </p:cNvPicPr>
          <p:nvPr/>
        </p:nvPicPr>
        <p:blipFill>
          <a:blip xmlns:r="http://schemas.openxmlformats.org/officeDocument/2006/relationships" xmlns:a="http://schemas.openxmlformats.org/drawingml/2006/main" r:embed="Re5e6c6fb5d8546a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2935EE5-AB65-4781-93C0-A64E9674406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9F61CFA-DD07-42AE-B4B3-D983183491F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C390567B-8844-4B56-BBC6-50C1B600A79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2B2E63D-989A-4556-B440-5C50211CC32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D3B4BE6F-F530-4A48-BEFC-95011E7C577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CBEC7DF8-488A-4534-9637-70F652096CE0}"/>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777777"/>
                </a:solidFill>
                <a:latin typeface="Pretendard"/>
                <a:ea typeface="Pretendard"/>
                <a:cs typeface="Pretendard"/>
              </a:defRPr>
            </a:defPPr>
            <a:lvl1pPr algn="ctr">
              <a:defRPr sz="2850" b="0">
                <a:solidFill>
                  <a:srgbClr val="777777"/>
                </a:solidFill>
                <a:latin typeface="Pretendard"/>
                <a:ea typeface="Pretendard"/>
                <a:cs typeface="Pretendard"/>
              </a:defRPr>
            </a:lvl1pPr>
            <a:lvl2pPr algn="ctr">
              <a:defRPr sz="2850" b="0">
                <a:solidFill>
                  <a:srgbClr val="777777"/>
                </a:solidFill>
                <a:latin typeface="Pretendard"/>
                <a:ea typeface="Pretendard"/>
                <a:cs typeface="Pretendard"/>
              </a:defRPr>
            </a:lvl2pPr>
            <a:lvl3pPr algn="ctr">
              <a:defRPr sz="2850" b="0">
                <a:solidFill>
                  <a:srgbClr val="777777"/>
                </a:solidFill>
                <a:latin typeface="Pretendard"/>
                <a:ea typeface="Pretendard"/>
                <a:cs typeface="Pretendard"/>
              </a:defRPr>
            </a:lvl3pPr>
            <a:lvl4pPr algn="ctr">
              <a:defRPr sz="2850" b="0">
                <a:solidFill>
                  <a:srgbClr val="777777"/>
                </a:solidFill>
                <a:latin typeface="Pretendard"/>
                <a:ea typeface="Pretendard"/>
                <a:cs typeface="Pretendard"/>
              </a:defRPr>
            </a:lvl4pPr>
            <a:lvl5pPr algn="ctr">
              <a:defRPr sz="2850" b="0">
                <a:solidFill>
                  <a:srgbClr val="777777"/>
                </a:solidFill>
                <a:latin typeface="Pretendard"/>
                <a:ea typeface="Pretendard"/>
                <a:cs typeface="Pretendard"/>
              </a:defRPr>
            </a:lvl5pPr>
            <a:lvl6pPr algn="ctr">
              <a:defRPr sz="2850" b="0">
                <a:solidFill>
                  <a:srgbClr val="777777"/>
                </a:solidFill>
                <a:latin typeface="Pretendard"/>
                <a:ea typeface="Pretendard"/>
                <a:cs typeface="Pretendard"/>
              </a:defRPr>
            </a:lvl6pPr>
            <a:lvl7pPr algn="ctr">
              <a:defRPr sz="2850" b="0">
                <a:solidFill>
                  <a:srgbClr val="777777"/>
                </a:solidFill>
                <a:latin typeface="Pretendard"/>
                <a:ea typeface="Pretendard"/>
                <a:cs typeface="Pretendard"/>
              </a:defRPr>
            </a:lvl7pPr>
            <a:lvl8pPr algn="ctr">
              <a:defRPr sz="2850" b="0">
                <a:solidFill>
                  <a:srgbClr val="777777"/>
                </a:solidFill>
                <a:latin typeface="Pretendard"/>
                <a:ea typeface="Pretendard"/>
                <a:cs typeface="Pretendard"/>
              </a:defRPr>
            </a:lvl8pPr>
            <a:lvl9pPr algn="ctr">
              <a:defRPr sz="2850" b="0">
                <a:solidFill>
                  <a:srgbClr val="777777"/>
                </a:solidFill>
                <a:latin typeface="Pretendard"/>
                <a:ea typeface="Pretendard"/>
                <a:cs typeface="Pretendard"/>
              </a:defRPr>
            </a:lvl9pPr>
          </a:lstStyle>
          <a:p xmlns:a="http://schemas.openxmlformats.org/drawingml/2006/main">
            <a:pPr algn="ctr">
              <a:defRPr sz="2850" b="0">
                <a:solidFill>
                  <a:srgbClr val="777777"/>
                </a:solidFill>
                <a:latin typeface="Pretendard"/>
                <a:ea typeface="Pretendard"/>
                <a:cs typeface="Pretendard"/>
              </a:defRPr>
            </a:pPr>
            <a:r>
              <a:rPr sz="2850" b="0">
                <a:solidFill>
                  <a:srgbClr val="777777"/>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CAD42C5C-0C89-4E36-97ED-06616D8838B5}"/>
              </a:ext>
            </a:extLst>
          </p:cNvPr>
          <p:cNvPicPr>
            <a:picLocks xmlns:a="http://schemas.openxmlformats.org/drawingml/2006/main" noChangeAspect="1"/>
          </p:cNvPicPr>
          <p:nvPr/>
        </p:nvPicPr>
        <p:blipFill>
          <a:blip xmlns:r="http://schemas.openxmlformats.org/officeDocument/2006/relationships" xmlns:a="http://schemas.openxmlformats.org/drawingml/2006/main" r:embed="R52d43cdda54e4d9a"/>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F46A535A-6B99-46AC-AEB7-155DAEDF698E}"/>
              </a:ext>
            </a:extLst>
          </p:cNvPr>
          <p:cNvPicPr>
            <a:picLocks xmlns:a="http://schemas.openxmlformats.org/drawingml/2006/main" noChangeAspect="1"/>
          </p:cNvPicPr>
          <p:nvPr/>
        </p:nvPicPr>
        <p:blipFill>
          <a:blip xmlns:r="http://schemas.openxmlformats.org/officeDocument/2006/relationships" xmlns:a="http://schemas.openxmlformats.org/drawingml/2006/main" r:embed="R0da8102e251c46d8"/>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CCDF1C64-968E-439B-A82C-F6680EC88144}"/>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639F5CC7-3880-4B32-96B1-11E17CD4341B}"/>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20A30B38-2BF5-49C4-BAE0-72EC0330C28A}"/>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361EE06D-5B21-49F7-980D-744AD7056FED}"/>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618337020"/>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F2C0BA4B-6280-41B7-B9AA-646EACA9F093}"/>
              </a:ext>
            </a:extLst>
          </p:cNvPr>
          <p:cNvPicPr>
            <a:picLocks xmlns:a="http://schemas.openxmlformats.org/drawingml/2006/main" noChangeAspect="1"/>
          </p:cNvPicPr>
          <p:nvPr/>
        </p:nvPicPr>
        <p:blipFill>
          <a:blip xmlns:r="http://schemas.openxmlformats.org/officeDocument/2006/relationships" xmlns:a="http://schemas.openxmlformats.org/drawingml/2006/main" r:embed="Rffbd716ecfaf49e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BCDCDF0-87C8-4A98-88D8-98FC99566D3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D528188-06A8-48F4-94BD-D1EE6AE8EC3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619F957-095C-4A3E-9F81-329C48CAAA4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C18B406-747E-4875-B808-9180FB66409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C69C2642-EF19-4B51-8B8C-C7A366150AA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31919771-E565-4FD7-930B-B9779E87F7DB}"/>
              </a:ext>
            </a:extLst>
          </p:cNvPr>
          <p:cNvSpPr>
            <a:spLocks xmlns:a="http://schemas.openxmlformats.org/drawingml/2006/main" noGrp="1"/>
          </p:cNvSpPr>
          <p:nvPr/>
        </p:nvSpPr>
        <p:spPr>
          <a:xfrm xmlns:a="http://schemas.openxmlformats.org/drawingml/2006/main">
            <a:off x="3781425" y="3933825"/>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57962F"/>
                </a:solidFill>
                <a:latin typeface="Pretendard"/>
                <a:ea typeface="Pretendard"/>
                <a:cs typeface="Pretendard"/>
              </a:defRPr>
            </a:defPPr>
            <a:lvl1pPr algn="l">
              <a:defRPr sz="5730" b="1">
                <a:solidFill>
                  <a:srgbClr val="57962F"/>
                </a:solidFill>
                <a:latin typeface="Pretendard"/>
                <a:ea typeface="Pretendard"/>
                <a:cs typeface="Pretendard"/>
              </a:defRPr>
            </a:lvl1pPr>
            <a:lvl2pPr algn="l">
              <a:defRPr sz="5730" b="1">
                <a:solidFill>
                  <a:srgbClr val="57962F"/>
                </a:solidFill>
                <a:latin typeface="Pretendard"/>
                <a:ea typeface="Pretendard"/>
                <a:cs typeface="Pretendard"/>
              </a:defRPr>
            </a:lvl2pPr>
            <a:lvl3pPr algn="l">
              <a:defRPr sz="5730" b="1">
                <a:solidFill>
                  <a:srgbClr val="57962F"/>
                </a:solidFill>
                <a:latin typeface="Pretendard"/>
                <a:ea typeface="Pretendard"/>
                <a:cs typeface="Pretendard"/>
              </a:defRPr>
            </a:lvl3pPr>
            <a:lvl4pPr algn="l">
              <a:defRPr sz="5730" b="1">
                <a:solidFill>
                  <a:srgbClr val="57962F"/>
                </a:solidFill>
                <a:latin typeface="Pretendard"/>
                <a:ea typeface="Pretendard"/>
                <a:cs typeface="Pretendard"/>
              </a:defRPr>
            </a:lvl4pPr>
            <a:lvl5pPr algn="l">
              <a:defRPr sz="5730" b="1">
                <a:solidFill>
                  <a:srgbClr val="57962F"/>
                </a:solidFill>
                <a:latin typeface="Pretendard"/>
                <a:ea typeface="Pretendard"/>
                <a:cs typeface="Pretendard"/>
              </a:defRPr>
            </a:lvl5pPr>
            <a:lvl6pPr algn="l">
              <a:defRPr sz="5730" b="1">
                <a:solidFill>
                  <a:srgbClr val="57962F"/>
                </a:solidFill>
                <a:latin typeface="Pretendard"/>
                <a:ea typeface="Pretendard"/>
                <a:cs typeface="Pretendard"/>
              </a:defRPr>
            </a:lvl6pPr>
            <a:lvl7pPr algn="l">
              <a:defRPr sz="5730" b="1">
                <a:solidFill>
                  <a:srgbClr val="57962F"/>
                </a:solidFill>
                <a:latin typeface="Pretendard"/>
                <a:ea typeface="Pretendard"/>
                <a:cs typeface="Pretendard"/>
              </a:defRPr>
            </a:lvl7pPr>
            <a:lvl8pPr algn="l">
              <a:defRPr sz="5730" b="1">
                <a:solidFill>
                  <a:srgbClr val="57962F"/>
                </a:solidFill>
                <a:latin typeface="Pretendard"/>
                <a:ea typeface="Pretendard"/>
                <a:cs typeface="Pretendard"/>
              </a:defRPr>
            </a:lvl8pPr>
            <a:lvl9pPr algn="l">
              <a:defRPr sz="5730" b="1">
                <a:solidFill>
                  <a:srgbClr val="57962F"/>
                </a:solidFill>
                <a:latin typeface="Pretendard"/>
                <a:ea typeface="Pretendard"/>
                <a:cs typeface="Pretendard"/>
              </a:defRPr>
            </a:lvl9pPr>
          </a:lstStyle>
          <a:p xmlns:a="http://schemas.openxmlformats.org/drawingml/2006/main">
            <a:pPr algn="l">
              <a:defRPr sz="5730" b="1">
                <a:solidFill>
                  <a:srgbClr val="57962F"/>
                </a:solidFill>
                <a:latin typeface="Pretendard"/>
                <a:ea typeface="Pretendard"/>
                <a:cs typeface="Pretendard"/>
              </a:defRPr>
            </a:pPr>
            <a:r>
              <a:t>Q용액 = c × m × Δt</a:t>
            </a:r>
          </a:p>
        </p:txBody>
      </p:sp>
      <p:sp>
        <p:nvSpPr>
          <p:cNvPr id="8" name="R04-33 기호 표제">
            <a:extLst xmlns:a="http://schemas.openxmlformats.org/drawingml/2006/main">
              <a:ext uri="{FF2B5EF4-FFF2-40B4-BE49-F238E27FC236}">
                <a16:creationId xmlns:a16="http://schemas.microsoft.com/office/drawing/2014/main" id="{60A102D9-5F20-4E14-B819-992EB4979E16}"/>
              </a:ext>
            </a:extLst>
          </p:cNvPr>
          <p:cNvSpPr>
            <a:spLocks xmlns:a="http://schemas.openxmlformats.org/drawingml/2006/main" noGrp="1"/>
          </p:cNvSpPr>
          <p:nvPr/>
        </p:nvSpPr>
        <p:spPr>
          <a:xfrm xmlns:a="http://schemas.openxmlformats.org/drawingml/2006/main">
            <a:off x="3781425" y="541020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7A2616F7-CBE1-4568-A0EC-62C3A815A14B}"/>
              </a:ext>
            </a:extLst>
          </p:cNvPr>
          <p:cNvSpPr>
            <a:spLocks xmlns:a="http://schemas.openxmlformats.org/drawingml/2006/main" noGrp="1"/>
          </p:cNvSpPr>
          <p:nvPr/>
        </p:nvSpPr>
        <p:spPr>
          <a:xfrm xmlns:a="http://schemas.openxmlformats.org/drawingml/2006/main">
            <a:off x="3924300" y="549592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c</a:t>
            </a:r>
          </a:p>
        </p:txBody>
      </p:sp>
      <p:sp>
        <p:nvSpPr>
          <p:cNvPr id="10" name="R04-33 기호 설명">
            <a:extLst xmlns:a="http://schemas.openxmlformats.org/drawingml/2006/main">
              <a:ext uri="{FF2B5EF4-FFF2-40B4-BE49-F238E27FC236}">
                <a16:creationId xmlns:a16="http://schemas.microsoft.com/office/drawing/2014/main" id="{3CD681C9-6020-4048-877E-99AFFAF3CB07}"/>
              </a:ext>
            </a:extLst>
          </p:cNvPr>
          <p:cNvSpPr>
            <a:spLocks xmlns:a="http://schemas.openxmlformats.org/drawingml/2006/main" noGrp="1"/>
          </p:cNvSpPr>
          <p:nvPr/>
        </p:nvSpPr>
        <p:spPr>
          <a:xfrm xmlns:a="http://schemas.openxmlformats.org/drawingml/2006/main">
            <a:off x="5314950" y="541020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FAF57668-2960-4D54-A89A-66D70D8FA92E}"/>
              </a:ext>
            </a:extLst>
          </p:cNvPr>
          <p:cNvSpPr>
            <a:spLocks xmlns:a="http://schemas.openxmlformats.org/drawingml/2006/main" noGrp="1"/>
          </p:cNvSpPr>
          <p:nvPr/>
        </p:nvSpPr>
        <p:spPr>
          <a:xfrm xmlns:a="http://schemas.openxmlformats.org/drawingml/2006/main">
            <a:off x="5638800" y="549592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용액의 비열</a:t>
            </a:r>
          </a:p>
        </p:txBody>
      </p:sp>
      <p:sp>
        <p:nvSpPr>
          <p:cNvPr id="12" name="R04-33 기호 표제">
            <a:extLst xmlns:a="http://schemas.openxmlformats.org/drawingml/2006/main">
              <a:ext uri="{FF2B5EF4-FFF2-40B4-BE49-F238E27FC236}">
                <a16:creationId xmlns:a16="http://schemas.microsoft.com/office/drawing/2014/main" id="{42BEA295-4DE7-413A-8560-EA056DF5D3CE}"/>
              </a:ext>
            </a:extLst>
          </p:cNvPr>
          <p:cNvSpPr>
            <a:spLocks xmlns:a="http://schemas.openxmlformats.org/drawingml/2006/main" noGrp="1"/>
          </p:cNvSpPr>
          <p:nvPr/>
        </p:nvSpPr>
        <p:spPr>
          <a:xfrm xmlns:a="http://schemas.openxmlformats.org/drawingml/2006/main">
            <a:off x="3781425" y="638175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846B4BD1-0A09-4AD4-9603-4E71426E2DE2}"/>
              </a:ext>
            </a:extLst>
          </p:cNvPr>
          <p:cNvSpPr>
            <a:spLocks xmlns:a="http://schemas.openxmlformats.org/drawingml/2006/main" noGrp="1"/>
          </p:cNvSpPr>
          <p:nvPr/>
        </p:nvSpPr>
        <p:spPr>
          <a:xfrm xmlns:a="http://schemas.openxmlformats.org/drawingml/2006/main">
            <a:off x="3924300" y="646747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m</a:t>
            </a:r>
          </a:p>
        </p:txBody>
      </p:sp>
      <p:sp>
        <p:nvSpPr>
          <p:cNvPr id="14" name="R04-33 기호 설명">
            <a:extLst xmlns:a="http://schemas.openxmlformats.org/drawingml/2006/main">
              <a:ext uri="{FF2B5EF4-FFF2-40B4-BE49-F238E27FC236}">
                <a16:creationId xmlns:a16="http://schemas.microsoft.com/office/drawing/2014/main" id="{B51DCF6F-042F-4A21-84DC-61BE00EAB09B}"/>
              </a:ext>
            </a:extLst>
          </p:cNvPr>
          <p:cNvSpPr>
            <a:spLocks xmlns:a="http://schemas.openxmlformats.org/drawingml/2006/main" noGrp="1"/>
          </p:cNvSpPr>
          <p:nvPr/>
        </p:nvSpPr>
        <p:spPr>
          <a:xfrm xmlns:a="http://schemas.openxmlformats.org/drawingml/2006/main">
            <a:off x="5314950" y="638175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E7E762CC-84AB-42E8-B95B-26035C62530B}"/>
              </a:ext>
            </a:extLst>
          </p:cNvPr>
          <p:cNvSpPr>
            <a:spLocks xmlns:a="http://schemas.openxmlformats.org/drawingml/2006/main" noGrp="1"/>
          </p:cNvSpPr>
          <p:nvPr/>
        </p:nvSpPr>
        <p:spPr>
          <a:xfrm xmlns:a="http://schemas.openxmlformats.org/drawingml/2006/main">
            <a:off x="5638800" y="646747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용액 전체의 질량</a:t>
            </a:r>
          </a:p>
        </p:txBody>
      </p:sp>
      <p:sp>
        <p:nvSpPr>
          <p:cNvPr id="16" name="R04-33 기호 표제">
            <a:extLst xmlns:a="http://schemas.openxmlformats.org/drawingml/2006/main">
              <a:ext uri="{FF2B5EF4-FFF2-40B4-BE49-F238E27FC236}">
                <a16:creationId xmlns:a16="http://schemas.microsoft.com/office/drawing/2014/main" id="{B073FC44-E364-432E-BBDB-240D625242D9}"/>
              </a:ext>
            </a:extLst>
          </p:cNvPr>
          <p:cNvSpPr>
            <a:spLocks xmlns:a="http://schemas.openxmlformats.org/drawingml/2006/main" noGrp="1"/>
          </p:cNvSpPr>
          <p:nvPr/>
        </p:nvSpPr>
        <p:spPr>
          <a:xfrm xmlns:a="http://schemas.openxmlformats.org/drawingml/2006/main">
            <a:off x="3781425" y="735330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DE13ED76-B5D7-481D-9586-CF592F3A461D}"/>
              </a:ext>
            </a:extLst>
          </p:cNvPr>
          <p:cNvSpPr>
            <a:spLocks xmlns:a="http://schemas.openxmlformats.org/drawingml/2006/main" noGrp="1"/>
          </p:cNvSpPr>
          <p:nvPr/>
        </p:nvSpPr>
        <p:spPr>
          <a:xfrm xmlns:a="http://schemas.openxmlformats.org/drawingml/2006/main">
            <a:off x="3924300" y="743902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Δt</a:t>
            </a:r>
          </a:p>
        </p:txBody>
      </p:sp>
      <p:sp>
        <p:nvSpPr>
          <p:cNvPr id="18" name="R04-33 기호 설명">
            <a:extLst xmlns:a="http://schemas.openxmlformats.org/drawingml/2006/main">
              <a:ext uri="{FF2B5EF4-FFF2-40B4-BE49-F238E27FC236}">
                <a16:creationId xmlns:a16="http://schemas.microsoft.com/office/drawing/2014/main" id="{A26DC495-161F-4E74-97D1-AFF17B58534D}"/>
              </a:ext>
            </a:extLst>
          </p:cNvPr>
          <p:cNvSpPr>
            <a:spLocks xmlns:a="http://schemas.openxmlformats.org/drawingml/2006/main" noGrp="1"/>
          </p:cNvSpPr>
          <p:nvPr/>
        </p:nvSpPr>
        <p:spPr>
          <a:xfrm xmlns:a="http://schemas.openxmlformats.org/drawingml/2006/main">
            <a:off x="5314950" y="735330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A3689DBD-BC56-4FB7-AAF5-878B26842149}"/>
              </a:ext>
            </a:extLst>
          </p:cNvPr>
          <p:cNvSpPr>
            <a:spLocks xmlns:a="http://schemas.openxmlformats.org/drawingml/2006/main" noGrp="1"/>
          </p:cNvSpPr>
          <p:nvPr/>
        </p:nvSpPr>
        <p:spPr>
          <a:xfrm xmlns:a="http://schemas.openxmlformats.org/drawingml/2006/main">
            <a:off x="5638800" y="743902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나중 온도 − 처음 온도</a:t>
            </a:r>
          </a:p>
        </p:txBody>
      </p:sp>
      <p:sp>
        <p:nvSpPr>
          <p:cNvPr id="25" name="해석·결론">
            <a:extLst xmlns:a="http://schemas.openxmlformats.org/drawingml/2006/main">
              <a:ext uri="{FF2B5EF4-FFF2-40B4-BE49-F238E27FC236}">
                <a16:creationId xmlns:a16="http://schemas.microsoft.com/office/drawing/2014/main" id="{A3ADAF52-F1E1-493E-B7AD-614E3633A1A1}"/>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26" name="반응식·수식">
            <a:extLst xmlns:a="http://schemas.openxmlformats.org/drawingml/2006/main">
              <a:ext uri="{FF2B5EF4-FFF2-40B4-BE49-F238E27FC236}">
                <a16:creationId xmlns:a16="http://schemas.microsoft.com/office/drawing/2014/main" id="{FCEE0B2F-C805-4B44-9CCB-5555CB880975}"/>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spTree>
    <p:extLst>
      <p:ext uri="{BB962C8B-B14F-4D97-AF65-F5344CB8AC3E}">
        <p14:creationId xmlns:p14="http://schemas.microsoft.com/office/powerpoint/2010/main" val="694358433"/>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25ADC23-F294-4925-9F3E-C8C3CF5EA27C}"/>
              </a:ext>
            </a:extLst>
          </p:cNvPr>
          <p:cNvPicPr>
            <a:picLocks xmlns:a="http://schemas.openxmlformats.org/drawingml/2006/main" noChangeAspect="1"/>
          </p:cNvPicPr>
          <p:nvPr/>
        </p:nvPicPr>
        <p:blipFill>
          <a:blip xmlns:r="http://schemas.openxmlformats.org/officeDocument/2006/relationships" xmlns:a="http://schemas.openxmlformats.org/drawingml/2006/main" r:embed="R1e76e35a0ccf432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EC0FAB6-0B46-4FFA-94F2-55A10AD401F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DFA3E52-7A14-40E6-AA94-E5D8CBFCFB6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E025B58-D232-4AF8-9849-3C07C87F6B2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37EE6C9-7F9C-42A9-8B9C-C4F21CC4F17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89B71961-E591-4C1B-AF49-82D56ED0189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1B72547E-B612-4287-86E0-2272D6A43443}"/>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43BE3A15-F6CD-4FB1-B8DA-04B3C851F2EF}"/>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7CEC4B9F-9524-4430-9996-E310A7E1FCA8}"/>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31F91241-1164-4BBF-98B6-F9D3936923C0}"/>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AFDF6980-C217-46FB-87EF-009A52490B98}"/>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A0EE554F-6B2E-4D6F-A940-D42C4625EB48}"/>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920032463"/>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424A945C-C6B5-472F-A264-9DDDEBF30DA5}"/>
              </a:ext>
            </a:extLst>
          </p:cNvPr>
          <p:cNvPicPr>
            <a:picLocks xmlns:a="http://schemas.openxmlformats.org/drawingml/2006/main" noChangeAspect="1"/>
          </p:cNvPicPr>
          <p:nvPr/>
        </p:nvPicPr>
        <p:blipFill>
          <a:blip xmlns:r="http://schemas.openxmlformats.org/officeDocument/2006/relationships" xmlns:a="http://schemas.openxmlformats.org/drawingml/2006/main" r:embed="Rb57d60796b19442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8BA091F-085A-4CF4-95A5-C6C2E4E153F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E0B9E47-D5D8-4451-9E83-E8F9626E8BD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BB7BF158-6B46-49AB-84E6-DAA92C69723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8E1E58F-3CD8-40CA-8A90-7632DD648F4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A0B3BA47-437D-4EFB-8D16-A1A4A25648C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R05-29 계산 행 01">
            <a:extLst xmlns:a="http://schemas.openxmlformats.org/drawingml/2006/main">
              <a:ext uri="{FF2B5EF4-FFF2-40B4-BE49-F238E27FC236}">
                <a16:creationId xmlns:a16="http://schemas.microsoft.com/office/drawing/2014/main" id="{C81EF460-AF45-4DB0-AFBE-CBCE6446E53C}"/>
              </a:ext>
            </a:extLst>
          </p:cNvPr>
          <p:cNvSpPr>
            <a:spLocks xmlns:a="http://schemas.openxmlformats.org/drawingml/2006/main" noGrp="1"/>
          </p:cNvSpPr>
          <p:nvPr/>
        </p:nvSpPr>
        <p:spPr>
          <a:xfrm xmlns:a="http://schemas.openxmlformats.org/drawingml/2006/main">
            <a:off x="1857375" y="4038600"/>
            <a:ext cx="14573250" cy="1524000"/>
          </a:xfrm>
          <a:prstGeom xmlns:a="http://schemas.openxmlformats.org/drawingml/2006/main" prst="roundRect">
            <a:avLst>
              <a:gd name="adj" fmla="val 11250"/>
            </a:avLst>
          </a:prstGeom>
          <a:solidFill xmlns:a="http://schemas.openxmlformats.org/drawingml/2006/main">
            <a:srgbClr val="F5F5F5"/>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627569B2-EEB4-48ED-84AC-289AEFE4AB9A}"/>
              </a:ext>
            </a:extLst>
          </p:cNvPr>
          <p:cNvSpPr>
            <a:spLocks xmlns:a="http://schemas.openxmlformats.org/drawingml/2006/main" noGrp="1"/>
          </p:cNvSpPr>
          <p:nvPr/>
        </p:nvSpPr>
        <p:spPr>
          <a:xfrm xmlns:a="http://schemas.openxmlformats.org/drawingml/2006/main">
            <a:off x="2085975" y="4467225"/>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57962F"/>
                </a:solidFill>
                <a:latin typeface="Pretendard"/>
                <a:ea typeface="Pretendard"/>
                <a:cs typeface="Pretendard"/>
              </a:defRPr>
            </a:defPPr>
            <a:lvl1pPr algn="ctr">
              <a:defRPr sz="3375" b="1">
                <a:solidFill>
                  <a:srgbClr val="57962F"/>
                </a:solidFill>
                <a:latin typeface="Pretendard"/>
                <a:ea typeface="Pretendard"/>
                <a:cs typeface="Pretendard"/>
              </a:defRPr>
            </a:lvl1pPr>
            <a:lvl2pPr algn="ctr">
              <a:defRPr sz="3375" b="1">
                <a:solidFill>
                  <a:srgbClr val="57962F"/>
                </a:solidFill>
                <a:latin typeface="Pretendard"/>
                <a:ea typeface="Pretendard"/>
                <a:cs typeface="Pretendard"/>
              </a:defRPr>
            </a:lvl2pPr>
            <a:lvl3pPr algn="ctr">
              <a:defRPr sz="3375" b="1">
                <a:solidFill>
                  <a:srgbClr val="57962F"/>
                </a:solidFill>
                <a:latin typeface="Pretendard"/>
                <a:ea typeface="Pretendard"/>
                <a:cs typeface="Pretendard"/>
              </a:defRPr>
            </a:lvl3pPr>
            <a:lvl4pPr algn="ctr">
              <a:defRPr sz="3375" b="1">
                <a:solidFill>
                  <a:srgbClr val="57962F"/>
                </a:solidFill>
                <a:latin typeface="Pretendard"/>
                <a:ea typeface="Pretendard"/>
                <a:cs typeface="Pretendard"/>
              </a:defRPr>
            </a:lvl4pPr>
            <a:lvl5pPr algn="ctr">
              <a:defRPr sz="3375" b="1">
                <a:solidFill>
                  <a:srgbClr val="57962F"/>
                </a:solidFill>
                <a:latin typeface="Pretendard"/>
                <a:ea typeface="Pretendard"/>
                <a:cs typeface="Pretendard"/>
              </a:defRPr>
            </a:lvl5pPr>
            <a:lvl6pPr algn="ctr">
              <a:defRPr sz="3375" b="1">
                <a:solidFill>
                  <a:srgbClr val="57962F"/>
                </a:solidFill>
                <a:latin typeface="Pretendard"/>
                <a:ea typeface="Pretendard"/>
                <a:cs typeface="Pretendard"/>
              </a:defRPr>
            </a:lvl6pPr>
            <a:lvl7pPr algn="ctr">
              <a:defRPr sz="3375" b="1">
                <a:solidFill>
                  <a:srgbClr val="57962F"/>
                </a:solidFill>
                <a:latin typeface="Pretendard"/>
                <a:ea typeface="Pretendard"/>
                <a:cs typeface="Pretendard"/>
              </a:defRPr>
            </a:lvl7pPr>
            <a:lvl8pPr algn="ctr">
              <a:defRPr sz="3375" b="1">
                <a:solidFill>
                  <a:srgbClr val="57962F"/>
                </a:solidFill>
                <a:latin typeface="Pretendard"/>
                <a:ea typeface="Pretendard"/>
                <a:cs typeface="Pretendard"/>
              </a:defRPr>
            </a:lvl8pPr>
            <a:lvl9pPr algn="ctr">
              <a:defRPr sz="3375" b="1">
                <a:solidFill>
                  <a:srgbClr val="57962F"/>
                </a:solidFill>
                <a:latin typeface="Pretendard"/>
                <a:ea typeface="Pretendard"/>
                <a:cs typeface="Pretendard"/>
              </a:defRPr>
            </a:lvl9pPr>
          </a:lstStyle>
          <a:p xmlns:a="http://schemas.openxmlformats.org/drawingml/2006/main">
            <a:pPr algn="ctr">
              <a:defRPr sz="3375" b="1">
                <a:solidFill>
                  <a:srgbClr val="57962F"/>
                </a:solidFill>
                <a:latin typeface="Pretendard"/>
                <a:ea typeface="Pretendard"/>
                <a:cs typeface="Pretendard"/>
              </a:defRPr>
            </a:pPr>
            <a:r>
              <a:rPr sz="3375" b="1">
                <a:solidFill>
                  <a:srgbClr val="57962F"/>
                </a:solidFill>
                <a:latin typeface="Pretendard"/>
                <a:ea typeface="Pretendard"/>
                <a:cs typeface="Pretendard"/>
              </a:rPr>
              <a:t>01</a:t>
            </a:r>
          </a:p>
        </p:txBody>
      </p:sp>
      <p:sp>
        <p:nvSpPr>
          <p:cNvPr id="9" name="rich">
            <a:extLst xmlns:a="http://schemas.openxmlformats.org/drawingml/2006/main">
              <a:ext uri="{FF2B5EF4-FFF2-40B4-BE49-F238E27FC236}">
                <a16:creationId xmlns:a16="http://schemas.microsoft.com/office/drawing/2014/main" id="{69BC9E37-6F81-48E9-996D-A937F6650CF3}"/>
              </a:ext>
            </a:extLst>
          </p:cNvPr>
          <p:cNvSpPr>
            <a:spLocks xmlns:a="http://schemas.openxmlformats.org/drawingml/2006/main" noGrp="1"/>
          </p:cNvSpPr>
          <p:nvPr/>
        </p:nvSpPr>
        <p:spPr>
          <a:xfrm xmlns:a="http://schemas.openxmlformats.org/drawingml/2006/main">
            <a:off x="3114675" y="4191000"/>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777777"/>
                </a:solidFill>
                <a:latin typeface="Pretendard"/>
                <a:ea typeface="Pretendard"/>
                <a:cs typeface="Pretendard"/>
              </a:defRPr>
            </a:defPPr>
            <a:lvl1pPr algn="l">
              <a:defRPr sz="2625" b="1">
                <a:solidFill>
                  <a:srgbClr val="777777"/>
                </a:solidFill>
                <a:latin typeface="Pretendard"/>
                <a:ea typeface="Pretendard"/>
                <a:cs typeface="Pretendard"/>
              </a:defRPr>
            </a:lvl1pPr>
            <a:lvl2pPr algn="l">
              <a:defRPr sz="2625" b="1">
                <a:solidFill>
                  <a:srgbClr val="777777"/>
                </a:solidFill>
                <a:latin typeface="Pretendard"/>
                <a:ea typeface="Pretendard"/>
                <a:cs typeface="Pretendard"/>
              </a:defRPr>
            </a:lvl2pPr>
            <a:lvl3pPr algn="l">
              <a:defRPr sz="2625" b="1">
                <a:solidFill>
                  <a:srgbClr val="777777"/>
                </a:solidFill>
                <a:latin typeface="Pretendard"/>
                <a:ea typeface="Pretendard"/>
                <a:cs typeface="Pretendard"/>
              </a:defRPr>
            </a:lvl3pPr>
            <a:lvl4pPr algn="l">
              <a:defRPr sz="2625" b="1">
                <a:solidFill>
                  <a:srgbClr val="777777"/>
                </a:solidFill>
                <a:latin typeface="Pretendard"/>
                <a:ea typeface="Pretendard"/>
                <a:cs typeface="Pretendard"/>
              </a:defRPr>
            </a:lvl4pPr>
            <a:lvl5pPr algn="l">
              <a:defRPr sz="2625" b="1">
                <a:solidFill>
                  <a:srgbClr val="777777"/>
                </a:solidFill>
                <a:latin typeface="Pretendard"/>
                <a:ea typeface="Pretendard"/>
                <a:cs typeface="Pretendard"/>
              </a:defRPr>
            </a:lvl5pPr>
            <a:lvl6pPr algn="l">
              <a:defRPr sz="2625" b="1">
                <a:solidFill>
                  <a:srgbClr val="777777"/>
                </a:solidFill>
                <a:latin typeface="Pretendard"/>
                <a:ea typeface="Pretendard"/>
                <a:cs typeface="Pretendard"/>
              </a:defRPr>
            </a:lvl6pPr>
            <a:lvl7pPr algn="l">
              <a:defRPr sz="2625" b="1">
                <a:solidFill>
                  <a:srgbClr val="777777"/>
                </a:solidFill>
                <a:latin typeface="Pretendard"/>
                <a:ea typeface="Pretendard"/>
                <a:cs typeface="Pretendard"/>
              </a:defRPr>
            </a:lvl7pPr>
            <a:lvl8pPr algn="l">
              <a:defRPr sz="2625" b="1">
                <a:solidFill>
                  <a:srgbClr val="777777"/>
                </a:solidFill>
                <a:latin typeface="Pretendard"/>
                <a:ea typeface="Pretendard"/>
                <a:cs typeface="Pretendard"/>
              </a:defRPr>
            </a:lvl8pPr>
            <a:lvl9pPr algn="l">
              <a:defRPr sz="2625" b="1">
                <a:solidFill>
                  <a:srgbClr val="777777"/>
                </a:solidFill>
                <a:latin typeface="Pretendard"/>
                <a:ea typeface="Pretendard"/>
                <a:cs typeface="Pretendard"/>
              </a:defRPr>
            </a:lvl9pPr>
          </a:lstStyle>
          <a:p xmlns:a="http://schemas.openxmlformats.org/drawingml/2006/main">
            <a:pPr algn="l">
              <a:defRPr sz="2625" b="1">
                <a:solidFill>
                  <a:srgbClr val="777777"/>
                </a:solidFill>
                <a:latin typeface="Pretendard"/>
                <a:ea typeface="Pretendard"/>
                <a:cs typeface="Pretendard"/>
              </a:defRPr>
            </a:pPr>
            <a:r>
              <a:t>용액이 얻은 열</a:t>
            </a:r>
          </a:p>
        </p:txBody>
      </p:sp>
      <p:sp>
        <p:nvSpPr>
          <p:cNvPr id="10" name="rich">
            <a:extLst xmlns:a="http://schemas.openxmlformats.org/drawingml/2006/main">
              <a:ext uri="{FF2B5EF4-FFF2-40B4-BE49-F238E27FC236}">
                <a16:creationId xmlns:a16="http://schemas.microsoft.com/office/drawing/2014/main" id="{EB6878B2-A685-4014-8C63-5EC757554DFB}"/>
              </a:ext>
            </a:extLst>
          </p:cNvPr>
          <p:cNvSpPr>
            <a:spLocks xmlns:a="http://schemas.openxmlformats.org/drawingml/2006/main" noGrp="1"/>
          </p:cNvSpPr>
          <p:nvPr/>
        </p:nvSpPr>
        <p:spPr>
          <a:xfrm xmlns:a="http://schemas.openxmlformats.org/drawingml/2006/main">
            <a:off x="3114675" y="4752975"/>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Q용액 = 4.2 × 208 × 9.5 = 8299.2 J ≈ 8.30 kJ</a:t>
            </a:r>
          </a:p>
        </p:txBody>
      </p:sp>
      <p:sp>
        <p:nvSpPr>
          <p:cNvPr id="11" name="R05-29 계산 행 02">
            <a:extLst xmlns:a="http://schemas.openxmlformats.org/drawingml/2006/main">
              <a:ext uri="{FF2B5EF4-FFF2-40B4-BE49-F238E27FC236}">
                <a16:creationId xmlns:a16="http://schemas.microsoft.com/office/drawing/2014/main" id="{53E8EACF-DC71-46A3-B304-98717B6D2C53}"/>
              </a:ext>
            </a:extLst>
          </p:cNvPr>
          <p:cNvSpPr>
            <a:spLocks xmlns:a="http://schemas.openxmlformats.org/drawingml/2006/main" noGrp="1"/>
          </p:cNvSpPr>
          <p:nvPr/>
        </p:nvSpPr>
        <p:spPr>
          <a:xfrm xmlns:a="http://schemas.openxmlformats.org/drawingml/2006/main">
            <a:off x="1857375" y="5781675"/>
            <a:ext cx="14573250" cy="1524000"/>
          </a:xfrm>
          <a:prstGeom xmlns:a="http://schemas.openxmlformats.org/drawingml/2006/main" prst="roundRect">
            <a:avLst>
              <a:gd name="adj" fmla="val 11250"/>
            </a:avLst>
          </a:prstGeom>
          <a:solidFill xmlns:a="http://schemas.openxmlformats.org/drawingml/2006/main">
            <a:srgbClr val="F5F5F5"/>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A776BAB6-BB35-46D6-9577-1436C512411B}"/>
              </a:ext>
            </a:extLst>
          </p:cNvPr>
          <p:cNvSpPr>
            <a:spLocks xmlns:a="http://schemas.openxmlformats.org/drawingml/2006/main" noGrp="1"/>
          </p:cNvSpPr>
          <p:nvPr/>
        </p:nvSpPr>
        <p:spPr>
          <a:xfrm xmlns:a="http://schemas.openxmlformats.org/drawingml/2006/main">
            <a:off x="2085975" y="6210300"/>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57962F"/>
                </a:solidFill>
                <a:latin typeface="Pretendard"/>
                <a:ea typeface="Pretendard"/>
                <a:cs typeface="Pretendard"/>
              </a:defRPr>
            </a:defPPr>
            <a:lvl1pPr algn="ctr">
              <a:defRPr sz="3375" b="1">
                <a:solidFill>
                  <a:srgbClr val="57962F"/>
                </a:solidFill>
                <a:latin typeface="Pretendard"/>
                <a:ea typeface="Pretendard"/>
                <a:cs typeface="Pretendard"/>
              </a:defRPr>
            </a:lvl1pPr>
            <a:lvl2pPr algn="ctr">
              <a:defRPr sz="3375" b="1">
                <a:solidFill>
                  <a:srgbClr val="57962F"/>
                </a:solidFill>
                <a:latin typeface="Pretendard"/>
                <a:ea typeface="Pretendard"/>
                <a:cs typeface="Pretendard"/>
              </a:defRPr>
            </a:lvl2pPr>
            <a:lvl3pPr algn="ctr">
              <a:defRPr sz="3375" b="1">
                <a:solidFill>
                  <a:srgbClr val="57962F"/>
                </a:solidFill>
                <a:latin typeface="Pretendard"/>
                <a:ea typeface="Pretendard"/>
                <a:cs typeface="Pretendard"/>
              </a:defRPr>
            </a:lvl3pPr>
            <a:lvl4pPr algn="ctr">
              <a:defRPr sz="3375" b="1">
                <a:solidFill>
                  <a:srgbClr val="57962F"/>
                </a:solidFill>
                <a:latin typeface="Pretendard"/>
                <a:ea typeface="Pretendard"/>
                <a:cs typeface="Pretendard"/>
              </a:defRPr>
            </a:lvl4pPr>
            <a:lvl5pPr algn="ctr">
              <a:defRPr sz="3375" b="1">
                <a:solidFill>
                  <a:srgbClr val="57962F"/>
                </a:solidFill>
                <a:latin typeface="Pretendard"/>
                <a:ea typeface="Pretendard"/>
                <a:cs typeface="Pretendard"/>
              </a:defRPr>
            </a:lvl5pPr>
            <a:lvl6pPr algn="ctr">
              <a:defRPr sz="3375" b="1">
                <a:solidFill>
                  <a:srgbClr val="57962F"/>
                </a:solidFill>
                <a:latin typeface="Pretendard"/>
                <a:ea typeface="Pretendard"/>
                <a:cs typeface="Pretendard"/>
              </a:defRPr>
            </a:lvl6pPr>
            <a:lvl7pPr algn="ctr">
              <a:defRPr sz="3375" b="1">
                <a:solidFill>
                  <a:srgbClr val="57962F"/>
                </a:solidFill>
                <a:latin typeface="Pretendard"/>
                <a:ea typeface="Pretendard"/>
                <a:cs typeface="Pretendard"/>
              </a:defRPr>
            </a:lvl7pPr>
            <a:lvl8pPr algn="ctr">
              <a:defRPr sz="3375" b="1">
                <a:solidFill>
                  <a:srgbClr val="57962F"/>
                </a:solidFill>
                <a:latin typeface="Pretendard"/>
                <a:ea typeface="Pretendard"/>
                <a:cs typeface="Pretendard"/>
              </a:defRPr>
            </a:lvl8pPr>
            <a:lvl9pPr algn="ctr">
              <a:defRPr sz="3375" b="1">
                <a:solidFill>
                  <a:srgbClr val="57962F"/>
                </a:solidFill>
                <a:latin typeface="Pretendard"/>
                <a:ea typeface="Pretendard"/>
                <a:cs typeface="Pretendard"/>
              </a:defRPr>
            </a:lvl9pPr>
          </a:lstStyle>
          <a:p xmlns:a="http://schemas.openxmlformats.org/drawingml/2006/main">
            <a:pPr algn="ctr">
              <a:defRPr sz="3375" b="1">
                <a:solidFill>
                  <a:srgbClr val="57962F"/>
                </a:solidFill>
                <a:latin typeface="Pretendard"/>
                <a:ea typeface="Pretendard"/>
                <a:cs typeface="Pretendard"/>
              </a:defRPr>
            </a:pPr>
            <a:r>
              <a:rPr sz="3375" b="1">
                <a:solidFill>
                  <a:srgbClr val="57962F"/>
                </a:solidFill>
                <a:latin typeface="Pretendard"/>
                <a:ea typeface="Pretendard"/>
                <a:cs typeface="Pretendard"/>
              </a:rPr>
              <a:t>02</a:t>
            </a:r>
          </a:p>
        </p:txBody>
      </p:sp>
      <p:sp>
        <p:nvSpPr>
          <p:cNvPr id="13" name="rich">
            <a:extLst xmlns:a="http://schemas.openxmlformats.org/drawingml/2006/main">
              <a:ext uri="{FF2B5EF4-FFF2-40B4-BE49-F238E27FC236}">
                <a16:creationId xmlns:a16="http://schemas.microsoft.com/office/drawing/2014/main" id="{C69BD4DE-F20B-434A-8717-1BE29DC6C052}"/>
              </a:ext>
            </a:extLst>
          </p:cNvPr>
          <p:cNvSpPr>
            <a:spLocks xmlns:a="http://schemas.openxmlformats.org/drawingml/2006/main" noGrp="1"/>
          </p:cNvSpPr>
          <p:nvPr/>
        </p:nvSpPr>
        <p:spPr>
          <a:xfrm xmlns:a="http://schemas.openxmlformats.org/drawingml/2006/main">
            <a:off x="3114675" y="5934075"/>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777777"/>
                </a:solidFill>
                <a:latin typeface="Pretendard"/>
                <a:ea typeface="Pretendard"/>
                <a:cs typeface="Pretendard"/>
              </a:defRPr>
            </a:defPPr>
            <a:lvl1pPr algn="l">
              <a:defRPr sz="2625" b="1">
                <a:solidFill>
                  <a:srgbClr val="777777"/>
                </a:solidFill>
                <a:latin typeface="Pretendard"/>
                <a:ea typeface="Pretendard"/>
                <a:cs typeface="Pretendard"/>
              </a:defRPr>
            </a:lvl1pPr>
            <a:lvl2pPr algn="l">
              <a:defRPr sz="2625" b="1">
                <a:solidFill>
                  <a:srgbClr val="777777"/>
                </a:solidFill>
                <a:latin typeface="Pretendard"/>
                <a:ea typeface="Pretendard"/>
                <a:cs typeface="Pretendard"/>
              </a:defRPr>
            </a:lvl2pPr>
            <a:lvl3pPr algn="l">
              <a:defRPr sz="2625" b="1">
                <a:solidFill>
                  <a:srgbClr val="777777"/>
                </a:solidFill>
                <a:latin typeface="Pretendard"/>
                <a:ea typeface="Pretendard"/>
                <a:cs typeface="Pretendard"/>
              </a:defRPr>
            </a:lvl3pPr>
            <a:lvl4pPr algn="l">
              <a:defRPr sz="2625" b="1">
                <a:solidFill>
                  <a:srgbClr val="777777"/>
                </a:solidFill>
                <a:latin typeface="Pretendard"/>
                <a:ea typeface="Pretendard"/>
                <a:cs typeface="Pretendard"/>
              </a:defRPr>
            </a:lvl4pPr>
            <a:lvl5pPr algn="l">
              <a:defRPr sz="2625" b="1">
                <a:solidFill>
                  <a:srgbClr val="777777"/>
                </a:solidFill>
                <a:latin typeface="Pretendard"/>
                <a:ea typeface="Pretendard"/>
                <a:cs typeface="Pretendard"/>
              </a:defRPr>
            </a:lvl5pPr>
            <a:lvl6pPr algn="l">
              <a:defRPr sz="2625" b="1">
                <a:solidFill>
                  <a:srgbClr val="777777"/>
                </a:solidFill>
                <a:latin typeface="Pretendard"/>
                <a:ea typeface="Pretendard"/>
                <a:cs typeface="Pretendard"/>
              </a:defRPr>
            </a:lvl6pPr>
            <a:lvl7pPr algn="l">
              <a:defRPr sz="2625" b="1">
                <a:solidFill>
                  <a:srgbClr val="777777"/>
                </a:solidFill>
                <a:latin typeface="Pretendard"/>
                <a:ea typeface="Pretendard"/>
                <a:cs typeface="Pretendard"/>
              </a:defRPr>
            </a:lvl7pPr>
            <a:lvl8pPr algn="l">
              <a:defRPr sz="2625" b="1">
                <a:solidFill>
                  <a:srgbClr val="777777"/>
                </a:solidFill>
                <a:latin typeface="Pretendard"/>
                <a:ea typeface="Pretendard"/>
                <a:cs typeface="Pretendard"/>
              </a:defRPr>
            </a:lvl8pPr>
            <a:lvl9pPr algn="l">
              <a:defRPr sz="2625" b="1">
                <a:solidFill>
                  <a:srgbClr val="777777"/>
                </a:solidFill>
                <a:latin typeface="Pretendard"/>
                <a:ea typeface="Pretendard"/>
                <a:cs typeface="Pretendard"/>
              </a:defRPr>
            </a:lvl9pPr>
          </a:lstStyle>
          <a:p xmlns:a="http://schemas.openxmlformats.org/drawingml/2006/main">
            <a:pPr algn="l">
              <a:defRPr sz="2625" b="1">
                <a:solidFill>
                  <a:srgbClr val="777777"/>
                </a:solidFill>
                <a:latin typeface="Pretendard"/>
                <a:ea typeface="Pretendard"/>
                <a:cs typeface="Pretendard"/>
              </a:defRPr>
            </a:pPr>
            <a:r>
              <a:t>반응한 물질의 양</a:t>
            </a:r>
          </a:p>
        </p:txBody>
      </p:sp>
      <p:sp>
        <p:nvSpPr>
          <p:cNvPr id="14" name="rich">
            <a:extLst xmlns:a="http://schemas.openxmlformats.org/drawingml/2006/main">
              <a:ext uri="{FF2B5EF4-FFF2-40B4-BE49-F238E27FC236}">
                <a16:creationId xmlns:a16="http://schemas.microsoft.com/office/drawing/2014/main" id="{50A14322-E35A-4D7B-BB9F-505761E7A563}"/>
              </a:ext>
            </a:extLst>
          </p:cNvPr>
          <p:cNvSpPr>
            <a:spLocks xmlns:a="http://schemas.openxmlformats.org/drawingml/2006/main" noGrp="1"/>
          </p:cNvSpPr>
          <p:nvPr/>
        </p:nvSpPr>
        <p:spPr>
          <a:xfrm xmlns:a="http://schemas.openxmlformats.org/drawingml/2006/main">
            <a:off x="3114675" y="6496050"/>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NaOH의 양 = 8.0 ÷ 40.0 = 0.200 mol</a:t>
            </a:r>
          </a:p>
        </p:txBody>
      </p:sp>
      <p:sp>
        <p:nvSpPr>
          <p:cNvPr id="15" name="R05-29 계산 행 03">
            <a:extLst xmlns:a="http://schemas.openxmlformats.org/drawingml/2006/main">
              <a:ext uri="{FF2B5EF4-FFF2-40B4-BE49-F238E27FC236}">
                <a16:creationId xmlns:a16="http://schemas.microsoft.com/office/drawing/2014/main" id="{31064167-497D-461E-884E-6C976D5684E2}"/>
              </a:ext>
            </a:extLst>
          </p:cNvPr>
          <p:cNvSpPr>
            <a:spLocks xmlns:a="http://schemas.openxmlformats.org/drawingml/2006/main" noGrp="1"/>
          </p:cNvSpPr>
          <p:nvPr/>
        </p:nvSpPr>
        <p:spPr>
          <a:xfrm xmlns:a="http://schemas.openxmlformats.org/drawingml/2006/main">
            <a:off x="1857375" y="7524750"/>
            <a:ext cx="14573250" cy="1524000"/>
          </a:xfrm>
          <a:prstGeom xmlns:a="http://schemas.openxmlformats.org/drawingml/2006/main" prst="roundRect">
            <a:avLst>
              <a:gd name="adj" fmla="val 11250"/>
            </a:avLst>
          </a:prstGeom>
          <a:solidFill xmlns:a="http://schemas.openxmlformats.org/drawingml/2006/main">
            <a:srgbClr val="303030"/>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6928CD2B-E71A-4558-ABC1-073526932D16}"/>
              </a:ext>
            </a:extLst>
          </p:cNvPr>
          <p:cNvSpPr>
            <a:spLocks xmlns:a="http://schemas.openxmlformats.org/drawingml/2006/main" noGrp="1"/>
          </p:cNvSpPr>
          <p:nvPr/>
        </p:nvSpPr>
        <p:spPr>
          <a:xfrm xmlns:a="http://schemas.openxmlformats.org/drawingml/2006/main">
            <a:off x="2085975" y="7953375"/>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9FFF68"/>
                </a:solidFill>
                <a:latin typeface="Pretendard"/>
                <a:ea typeface="Pretendard"/>
                <a:cs typeface="Pretendard"/>
              </a:defRPr>
            </a:defPPr>
            <a:lvl1pPr algn="ctr">
              <a:defRPr sz="3375" b="1">
                <a:solidFill>
                  <a:srgbClr val="9FFF68"/>
                </a:solidFill>
                <a:latin typeface="Pretendard"/>
                <a:ea typeface="Pretendard"/>
                <a:cs typeface="Pretendard"/>
              </a:defRPr>
            </a:lvl1pPr>
            <a:lvl2pPr algn="ctr">
              <a:defRPr sz="3375" b="1">
                <a:solidFill>
                  <a:srgbClr val="9FFF68"/>
                </a:solidFill>
                <a:latin typeface="Pretendard"/>
                <a:ea typeface="Pretendard"/>
                <a:cs typeface="Pretendard"/>
              </a:defRPr>
            </a:lvl2pPr>
            <a:lvl3pPr algn="ctr">
              <a:defRPr sz="3375" b="1">
                <a:solidFill>
                  <a:srgbClr val="9FFF68"/>
                </a:solidFill>
                <a:latin typeface="Pretendard"/>
                <a:ea typeface="Pretendard"/>
                <a:cs typeface="Pretendard"/>
              </a:defRPr>
            </a:lvl3pPr>
            <a:lvl4pPr algn="ctr">
              <a:defRPr sz="3375" b="1">
                <a:solidFill>
                  <a:srgbClr val="9FFF68"/>
                </a:solidFill>
                <a:latin typeface="Pretendard"/>
                <a:ea typeface="Pretendard"/>
                <a:cs typeface="Pretendard"/>
              </a:defRPr>
            </a:lvl4pPr>
            <a:lvl5pPr algn="ctr">
              <a:defRPr sz="3375" b="1">
                <a:solidFill>
                  <a:srgbClr val="9FFF68"/>
                </a:solidFill>
                <a:latin typeface="Pretendard"/>
                <a:ea typeface="Pretendard"/>
                <a:cs typeface="Pretendard"/>
              </a:defRPr>
            </a:lvl5pPr>
            <a:lvl6pPr algn="ctr">
              <a:defRPr sz="3375" b="1">
                <a:solidFill>
                  <a:srgbClr val="9FFF68"/>
                </a:solidFill>
                <a:latin typeface="Pretendard"/>
                <a:ea typeface="Pretendard"/>
                <a:cs typeface="Pretendard"/>
              </a:defRPr>
            </a:lvl6pPr>
            <a:lvl7pPr algn="ctr">
              <a:defRPr sz="3375" b="1">
                <a:solidFill>
                  <a:srgbClr val="9FFF68"/>
                </a:solidFill>
                <a:latin typeface="Pretendard"/>
                <a:ea typeface="Pretendard"/>
                <a:cs typeface="Pretendard"/>
              </a:defRPr>
            </a:lvl7pPr>
            <a:lvl8pPr algn="ctr">
              <a:defRPr sz="3375" b="1">
                <a:solidFill>
                  <a:srgbClr val="9FFF68"/>
                </a:solidFill>
                <a:latin typeface="Pretendard"/>
                <a:ea typeface="Pretendard"/>
                <a:cs typeface="Pretendard"/>
              </a:defRPr>
            </a:lvl8pPr>
            <a:lvl9pPr algn="ctr">
              <a:defRPr sz="3375" b="1">
                <a:solidFill>
                  <a:srgbClr val="9FFF68"/>
                </a:solidFill>
                <a:latin typeface="Pretendard"/>
                <a:ea typeface="Pretendard"/>
                <a:cs typeface="Pretendard"/>
              </a:defRPr>
            </a:lvl9pPr>
          </a:lstStyle>
          <a:p xmlns:a="http://schemas.openxmlformats.org/drawingml/2006/main">
            <a:pPr algn="ctr">
              <a:defRPr sz="3375" b="1">
                <a:solidFill>
                  <a:srgbClr val="9FFF68"/>
                </a:solidFill>
                <a:latin typeface="Pretendard"/>
                <a:ea typeface="Pretendard"/>
                <a:cs typeface="Pretendard"/>
              </a:defRPr>
            </a:pPr>
            <a:r>
              <a:rPr sz="3375" b="1">
                <a:solidFill>
                  <a:srgbClr val="9FFF68"/>
                </a:solidFill>
                <a:latin typeface="Pretendard"/>
                <a:ea typeface="Pretendard"/>
                <a:cs typeface="Pretendard"/>
              </a:rPr>
              <a:t>03</a:t>
            </a:r>
          </a:p>
        </p:txBody>
      </p:sp>
      <p:sp>
        <p:nvSpPr>
          <p:cNvPr id="17" name="rich">
            <a:extLst xmlns:a="http://schemas.openxmlformats.org/drawingml/2006/main">
              <a:ext uri="{FF2B5EF4-FFF2-40B4-BE49-F238E27FC236}">
                <a16:creationId xmlns:a16="http://schemas.microsoft.com/office/drawing/2014/main" id="{4A0C9DDE-A344-4CA5-882B-1A37A8F7CEB2}"/>
              </a:ext>
            </a:extLst>
          </p:cNvPr>
          <p:cNvSpPr>
            <a:spLocks xmlns:a="http://schemas.openxmlformats.org/drawingml/2006/main" noGrp="1"/>
          </p:cNvSpPr>
          <p:nvPr/>
        </p:nvSpPr>
        <p:spPr>
          <a:xfrm xmlns:a="http://schemas.openxmlformats.org/drawingml/2006/main">
            <a:off x="3114675" y="7677150"/>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C8C8C8"/>
                </a:solidFill>
                <a:latin typeface="Pretendard"/>
                <a:ea typeface="Pretendard"/>
                <a:cs typeface="Pretendard"/>
              </a:defRPr>
            </a:defPPr>
            <a:lvl1pPr algn="l">
              <a:defRPr sz="2625" b="1">
                <a:solidFill>
                  <a:srgbClr val="C8C8C8"/>
                </a:solidFill>
                <a:latin typeface="Pretendard"/>
                <a:ea typeface="Pretendard"/>
                <a:cs typeface="Pretendard"/>
              </a:defRPr>
            </a:lvl1pPr>
            <a:lvl2pPr algn="l">
              <a:defRPr sz="2625" b="1">
                <a:solidFill>
                  <a:srgbClr val="C8C8C8"/>
                </a:solidFill>
                <a:latin typeface="Pretendard"/>
                <a:ea typeface="Pretendard"/>
                <a:cs typeface="Pretendard"/>
              </a:defRPr>
            </a:lvl2pPr>
            <a:lvl3pPr algn="l">
              <a:defRPr sz="2625" b="1">
                <a:solidFill>
                  <a:srgbClr val="C8C8C8"/>
                </a:solidFill>
                <a:latin typeface="Pretendard"/>
                <a:ea typeface="Pretendard"/>
                <a:cs typeface="Pretendard"/>
              </a:defRPr>
            </a:lvl3pPr>
            <a:lvl4pPr algn="l">
              <a:defRPr sz="2625" b="1">
                <a:solidFill>
                  <a:srgbClr val="C8C8C8"/>
                </a:solidFill>
                <a:latin typeface="Pretendard"/>
                <a:ea typeface="Pretendard"/>
                <a:cs typeface="Pretendard"/>
              </a:defRPr>
            </a:lvl4pPr>
            <a:lvl5pPr algn="l">
              <a:defRPr sz="2625" b="1">
                <a:solidFill>
                  <a:srgbClr val="C8C8C8"/>
                </a:solidFill>
                <a:latin typeface="Pretendard"/>
                <a:ea typeface="Pretendard"/>
                <a:cs typeface="Pretendard"/>
              </a:defRPr>
            </a:lvl5pPr>
            <a:lvl6pPr algn="l">
              <a:defRPr sz="2625" b="1">
                <a:solidFill>
                  <a:srgbClr val="C8C8C8"/>
                </a:solidFill>
                <a:latin typeface="Pretendard"/>
                <a:ea typeface="Pretendard"/>
                <a:cs typeface="Pretendard"/>
              </a:defRPr>
            </a:lvl6pPr>
            <a:lvl7pPr algn="l">
              <a:defRPr sz="2625" b="1">
                <a:solidFill>
                  <a:srgbClr val="C8C8C8"/>
                </a:solidFill>
                <a:latin typeface="Pretendard"/>
                <a:ea typeface="Pretendard"/>
                <a:cs typeface="Pretendard"/>
              </a:defRPr>
            </a:lvl7pPr>
            <a:lvl8pPr algn="l">
              <a:defRPr sz="2625" b="1">
                <a:solidFill>
                  <a:srgbClr val="C8C8C8"/>
                </a:solidFill>
                <a:latin typeface="Pretendard"/>
                <a:ea typeface="Pretendard"/>
                <a:cs typeface="Pretendard"/>
              </a:defRPr>
            </a:lvl8pPr>
            <a:lvl9pPr algn="l">
              <a:defRPr sz="2625" b="1">
                <a:solidFill>
                  <a:srgbClr val="C8C8C8"/>
                </a:solidFill>
                <a:latin typeface="Pretendard"/>
                <a:ea typeface="Pretendard"/>
                <a:cs typeface="Pretendard"/>
              </a:defRPr>
            </a:lvl9pPr>
          </a:lstStyle>
          <a:p xmlns:a="http://schemas.openxmlformats.org/drawingml/2006/main">
            <a:pPr algn="l">
              <a:defRPr sz="2625" b="1">
                <a:solidFill>
                  <a:srgbClr val="C8C8C8"/>
                </a:solidFill>
                <a:latin typeface="Pretendard"/>
                <a:ea typeface="Pretendard"/>
                <a:cs typeface="Pretendard"/>
              </a:defRPr>
            </a:pPr>
            <a:r>
              <a:t>반응 엔탈피</a:t>
            </a:r>
          </a:p>
        </p:txBody>
      </p:sp>
      <p:sp>
        <p:nvSpPr>
          <p:cNvPr id="18" name="rich">
            <a:extLst xmlns:a="http://schemas.openxmlformats.org/drawingml/2006/main">
              <a:ext uri="{FF2B5EF4-FFF2-40B4-BE49-F238E27FC236}">
                <a16:creationId xmlns:a16="http://schemas.microsoft.com/office/drawing/2014/main" id="{0D48ECEF-1407-470D-93FD-C5EF6D1297A5}"/>
              </a:ext>
            </a:extLst>
          </p:cNvPr>
          <p:cNvSpPr>
            <a:spLocks xmlns:a="http://schemas.openxmlformats.org/drawingml/2006/main" noGrp="1"/>
          </p:cNvSpPr>
          <p:nvPr/>
        </p:nvSpPr>
        <p:spPr>
          <a:xfrm xmlns:a="http://schemas.openxmlformats.org/drawingml/2006/main">
            <a:off x="3114675" y="8239125"/>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1085909286"/>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43FF825E-96B3-4449-83C9-1212A7A66940}"/>
              </a:ext>
            </a:extLst>
          </p:cNvPr>
          <p:cNvPicPr>
            <a:picLocks xmlns:a="http://schemas.openxmlformats.org/drawingml/2006/main" noChangeAspect="1"/>
          </p:cNvPicPr>
          <p:nvPr/>
        </p:nvPicPr>
        <p:blipFill>
          <a:blip xmlns:r="http://schemas.openxmlformats.org/officeDocument/2006/relationships" xmlns:a="http://schemas.openxmlformats.org/drawingml/2006/main" r:embed="R0dbb9d4c69c1470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0163576-9113-49A2-87D7-AC308333B78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C6B13A5-F4E8-44FD-9FF2-E6493698336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DBB63AD3-FE8F-4955-97C5-F419A2BC1E2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5A99D4C-9493-4992-B6D9-5A67A6DFF27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A53934E6-ED87-4A25-B95F-BE6C6AA96A8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4864918E-6E83-413F-B562-2E21E91063E6}"/>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D27EC33F-D3F6-476C-95E0-E9F971B29138}"/>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F380DB22-D91B-46B5-9B24-D6066926B201}"/>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E530606A-4B14-4DCC-BB4F-CD60B4943EA5}"/>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996EC31E-7604-4769-A39E-EF30B0686BD2}"/>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7C063625-B682-45CD-A7A1-359B9D483455}"/>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1971664226"/>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21A23117-6CB7-4209-AA8F-867C85F0B454}"/>
              </a:ext>
            </a:extLst>
          </p:cNvPr>
          <p:cNvPicPr>
            <a:picLocks xmlns:a="http://schemas.openxmlformats.org/drawingml/2006/main" noChangeAspect="1"/>
          </p:cNvPicPr>
          <p:nvPr/>
        </p:nvPicPr>
        <p:blipFill>
          <a:blip xmlns:r="http://schemas.openxmlformats.org/officeDocument/2006/relationships" xmlns:a="http://schemas.openxmlformats.org/drawingml/2006/main" r:embed="R150b99d2ed9c4c4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0586D89-A768-4A0D-9B61-4F60AE642A0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A7BFA57-783B-4A48-9115-FE197C5117C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4CFA19E8-EE9F-44FC-A521-9D6388AC1D2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6846C28-6B26-4563-A551-439E82F3A0C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8CF8FF07-7D57-4F07-ACF7-FC191556622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290D3881-C1B9-4A21-A9AB-D5AE90252B86}"/>
              </a:ext>
            </a:extLst>
          </p:cNvPr>
          <p:cNvSpPr>
            <a:spLocks xmlns:a="http://schemas.openxmlformats.org/drawingml/2006/main" noGrp="1"/>
          </p:cNvSpPr>
          <p:nvPr/>
        </p:nvSpPr>
        <p:spPr>
          <a:xfrm xmlns:a="http://schemas.openxmlformats.org/drawingml/2006/main">
            <a:off x="4000500" y="421005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898989"/>
                </a:solidFill>
                <a:latin typeface="Pretendard"/>
                <a:ea typeface="Pretendard"/>
                <a:cs typeface="Pretendard"/>
              </a:defRPr>
            </a:defPPr>
            <a:lvl1pPr algn="l">
              <a:defRPr sz="3000" b="1">
                <a:solidFill>
                  <a:srgbClr val="898989"/>
                </a:solidFill>
                <a:latin typeface="Pretendard"/>
                <a:ea typeface="Pretendard"/>
                <a:cs typeface="Pretendard"/>
              </a:defRPr>
            </a:lvl1pPr>
            <a:lvl2pPr algn="l">
              <a:defRPr sz="3000" b="1">
                <a:solidFill>
                  <a:srgbClr val="898989"/>
                </a:solidFill>
                <a:latin typeface="Pretendard"/>
                <a:ea typeface="Pretendard"/>
                <a:cs typeface="Pretendard"/>
              </a:defRPr>
            </a:lvl2pPr>
            <a:lvl3pPr algn="l">
              <a:defRPr sz="3000" b="1">
                <a:solidFill>
                  <a:srgbClr val="898989"/>
                </a:solidFill>
                <a:latin typeface="Pretendard"/>
                <a:ea typeface="Pretendard"/>
                <a:cs typeface="Pretendard"/>
              </a:defRPr>
            </a:lvl3pPr>
            <a:lvl4pPr algn="l">
              <a:defRPr sz="3000" b="1">
                <a:solidFill>
                  <a:srgbClr val="898989"/>
                </a:solidFill>
                <a:latin typeface="Pretendard"/>
                <a:ea typeface="Pretendard"/>
                <a:cs typeface="Pretendard"/>
              </a:defRPr>
            </a:lvl4pPr>
            <a:lvl5pPr algn="l">
              <a:defRPr sz="3000" b="1">
                <a:solidFill>
                  <a:srgbClr val="898989"/>
                </a:solidFill>
                <a:latin typeface="Pretendard"/>
                <a:ea typeface="Pretendard"/>
                <a:cs typeface="Pretendard"/>
              </a:defRPr>
            </a:lvl5pPr>
            <a:lvl6pPr algn="l">
              <a:defRPr sz="3000" b="1">
                <a:solidFill>
                  <a:srgbClr val="898989"/>
                </a:solidFill>
                <a:latin typeface="Pretendard"/>
                <a:ea typeface="Pretendard"/>
                <a:cs typeface="Pretendard"/>
              </a:defRPr>
            </a:lvl6pPr>
            <a:lvl7pPr algn="l">
              <a:defRPr sz="3000" b="1">
                <a:solidFill>
                  <a:srgbClr val="898989"/>
                </a:solidFill>
                <a:latin typeface="Pretendard"/>
                <a:ea typeface="Pretendard"/>
                <a:cs typeface="Pretendard"/>
              </a:defRPr>
            </a:lvl7pPr>
            <a:lvl8pPr algn="l">
              <a:defRPr sz="3000" b="1">
                <a:solidFill>
                  <a:srgbClr val="898989"/>
                </a:solidFill>
                <a:latin typeface="Pretendard"/>
                <a:ea typeface="Pretendard"/>
                <a:cs typeface="Pretendard"/>
              </a:defRPr>
            </a:lvl8pPr>
            <a:lvl9pPr algn="l">
              <a:defRPr sz="3000" b="1">
                <a:solidFill>
                  <a:srgbClr val="898989"/>
                </a:solidFill>
                <a:latin typeface="Pretendard"/>
                <a:ea typeface="Pretendard"/>
                <a:cs typeface="Pretendard"/>
              </a:defRPr>
            </a:lvl9pPr>
          </a:lstStyle>
          <a:p xmlns:a="http://schemas.openxmlformats.org/drawingml/2006/main">
            <a:pPr algn="l">
              <a:defRPr sz="3000" b="1">
                <a:solidFill>
                  <a:srgbClr val="898989"/>
                </a:solidFill>
                <a:latin typeface="Pretendard"/>
                <a:ea typeface="Pretendard"/>
                <a:cs typeface="Pretendard"/>
              </a:defRPr>
            </a:pPr>
            <a:r>
              <a:rPr sz="3000" b="1">
                <a:solidFill>
                  <a:srgbClr val="898989"/>
                </a:solidFill>
                <a:latin typeface="Pretendard"/>
                <a:ea typeface="Pretendard"/>
                <a:cs typeface="Pretendard"/>
              </a:rPr>
              <a:t>두 단계의 합</a:t>
            </a:r>
          </a:p>
        </p:txBody>
      </p:sp>
      <p:sp>
        <p:nvSpPr>
          <p:cNvPr id="8" name="반응식·수식">
            <a:extLst xmlns:a="http://schemas.openxmlformats.org/drawingml/2006/main">
              <a:ext uri="{FF2B5EF4-FFF2-40B4-BE49-F238E27FC236}">
                <a16:creationId xmlns:a16="http://schemas.microsoft.com/office/drawing/2014/main" id="{F0B6B25C-E6D1-4252-9D5A-276BE637B24D}"/>
              </a:ext>
            </a:extLst>
          </p:cNvPr>
          <p:cNvSpPr>
            <a:spLocks xmlns:a="http://schemas.openxmlformats.org/drawingml/2006/main" noGrp="1"/>
          </p:cNvSpPr>
          <p:nvPr/>
        </p:nvSpPr>
        <p:spPr>
          <a:xfrm xmlns:a="http://schemas.openxmlformats.org/drawingml/2006/main">
            <a:off x="4000500" y="48958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0">
                <a:solidFill>
                  <a:srgbClr val="000000"/>
                </a:solidFill>
                <a:latin typeface="Pretendard"/>
                <a:ea typeface="Pretendard"/>
                <a:cs typeface="Pretendard"/>
              </a:defRPr>
            </a:defPPr>
            <a:lvl1pPr algn="l">
              <a:defRPr sz="4275" b="0">
                <a:solidFill>
                  <a:srgbClr val="000000"/>
                </a:solidFill>
                <a:latin typeface="Pretendard"/>
                <a:ea typeface="Pretendard"/>
                <a:cs typeface="Pretendard"/>
              </a:defRPr>
            </a:lvl1pPr>
            <a:lvl2pPr algn="l">
              <a:defRPr sz="4275" b="0">
                <a:solidFill>
                  <a:srgbClr val="000000"/>
                </a:solidFill>
                <a:latin typeface="Pretendard"/>
                <a:ea typeface="Pretendard"/>
                <a:cs typeface="Pretendard"/>
              </a:defRPr>
            </a:lvl2pPr>
            <a:lvl3pPr algn="l">
              <a:defRPr sz="4275" b="0">
                <a:solidFill>
                  <a:srgbClr val="000000"/>
                </a:solidFill>
                <a:latin typeface="Pretendard"/>
                <a:ea typeface="Pretendard"/>
                <a:cs typeface="Pretendard"/>
              </a:defRPr>
            </a:lvl3pPr>
            <a:lvl4pPr algn="l">
              <a:defRPr sz="4275" b="0">
                <a:solidFill>
                  <a:srgbClr val="000000"/>
                </a:solidFill>
                <a:latin typeface="Pretendard"/>
                <a:ea typeface="Pretendard"/>
                <a:cs typeface="Pretendard"/>
              </a:defRPr>
            </a:lvl4pPr>
            <a:lvl5pPr algn="l">
              <a:defRPr sz="4275" b="0">
                <a:solidFill>
                  <a:srgbClr val="000000"/>
                </a:solidFill>
                <a:latin typeface="Pretendard"/>
                <a:ea typeface="Pretendard"/>
                <a:cs typeface="Pretendard"/>
              </a:defRPr>
            </a:lvl5pPr>
            <a:lvl6pPr algn="l">
              <a:defRPr sz="4275" b="0">
                <a:solidFill>
                  <a:srgbClr val="000000"/>
                </a:solidFill>
                <a:latin typeface="Pretendard"/>
                <a:ea typeface="Pretendard"/>
                <a:cs typeface="Pretendard"/>
              </a:defRPr>
            </a:lvl6pPr>
            <a:lvl7pPr algn="l">
              <a:defRPr sz="4275" b="0">
                <a:solidFill>
                  <a:srgbClr val="000000"/>
                </a:solidFill>
                <a:latin typeface="Pretendard"/>
                <a:ea typeface="Pretendard"/>
                <a:cs typeface="Pretendard"/>
              </a:defRPr>
            </a:lvl7pPr>
            <a:lvl8pPr algn="l">
              <a:defRPr sz="4275" b="0">
                <a:solidFill>
                  <a:srgbClr val="000000"/>
                </a:solidFill>
                <a:latin typeface="Pretendard"/>
                <a:ea typeface="Pretendard"/>
                <a:cs typeface="Pretendard"/>
              </a:defRPr>
            </a:lvl8pPr>
            <a:lvl9pPr algn="l">
              <a:defRPr sz="4275" b="0">
                <a:solidFill>
                  <a:srgbClr val="000000"/>
                </a:solidFill>
                <a:latin typeface="Pretendard"/>
                <a:ea typeface="Pretendard"/>
                <a:cs typeface="Pretendard"/>
              </a:defRPr>
            </a:lvl9pPr>
          </a:lstStyle>
          <a:p xmlns:a="http://schemas.openxmlformats.org/drawingml/2006/main">
            <a:pPr algn="l">
              <a:defRPr sz="4275" b="0">
                <a:solidFill>
                  <a:srgbClr val="000000"/>
                </a:solidFill>
                <a:latin typeface="Pretendard"/>
                <a:ea typeface="Pretendard"/>
                <a:cs typeface="Pretendard"/>
              </a:defRPr>
            </a:pPr>
            <a:r>
              <a:rPr sz="4275"/>
              <a:t>−41.50 + (−52.25)</a:t>
            </a:r>
          </a:p>
        </p:txBody>
      </p:sp>
      <p:sp>
        <p:nvSpPr>
          <p:cNvPr id="9" name="text">
            <a:extLst xmlns:a="http://schemas.openxmlformats.org/drawingml/2006/main">
              <a:ext uri="{FF2B5EF4-FFF2-40B4-BE49-F238E27FC236}">
                <a16:creationId xmlns:a16="http://schemas.microsoft.com/office/drawing/2014/main" id="{30FCE7FC-CFC2-4055-8369-BD3729F53D2F}"/>
              </a:ext>
            </a:extLst>
          </p:cNvPr>
          <p:cNvSpPr>
            <a:spLocks xmlns:a="http://schemas.openxmlformats.org/drawingml/2006/main" noGrp="1"/>
          </p:cNvSpPr>
          <p:nvPr/>
        </p:nvSpPr>
        <p:spPr>
          <a:xfrm xmlns:a="http://schemas.openxmlformats.org/drawingml/2006/main">
            <a:off x="4000500" y="56769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1">
                <a:solidFill>
                  <a:srgbClr val="57962F"/>
                </a:solidFill>
                <a:latin typeface="Pretendard"/>
                <a:ea typeface="Pretendard"/>
                <a:cs typeface="Pretendard"/>
              </a:defRPr>
            </a:defPPr>
            <a:lvl1pPr algn="l">
              <a:defRPr sz="4275" b="1">
                <a:solidFill>
                  <a:srgbClr val="57962F"/>
                </a:solidFill>
                <a:latin typeface="Pretendard"/>
                <a:ea typeface="Pretendard"/>
                <a:cs typeface="Pretendard"/>
              </a:defRPr>
            </a:lvl1pPr>
            <a:lvl2pPr algn="l">
              <a:defRPr sz="4275" b="1">
                <a:solidFill>
                  <a:srgbClr val="57962F"/>
                </a:solidFill>
                <a:latin typeface="Pretendard"/>
                <a:ea typeface="Pretendard"/>
                <a:cs typeface="Pretendard"/>
              </a:defRPr>
            </a:lvl2pPr>
            <a:lvl3pPr algn="l">
              <a:defRPr sz="4275" b="1">
                <a:solidFill>
                  <a:srgbClr val="57962F"/>
                </a:solidFill>
                <a:latin typeface="Pretendard"/>
                <a:ea typeface="Pretendard"/>
                <a:cs typeface="Pretendard"/>
              </a:defRPr>
            </a:lvl3pPr>
            <a:lvl4pPr algn="l">
              <a:defRPr sz="4275" b="1">
                <a:solidFill>
                  <a:srgbClr val="57962F"/>
                </a:solidFill>
                <a:latin typeface="Pretendard"/>
                <a:ea typeface="Pretendard"/>
                <a:cs typeface="Pretendard"/>
              </a:defRPr>
            </a:lvl4pPr>
            <a:lvl5pPr algn="l">
              <a:defRPr sz="4275" b="1">
                <a:solidFill>
                  <a:srgbClr val="57962F"/>
                </a:solidFill>
                <a:latin typeface="Pretendard"/>
                <a:ea typeface="Pretendard"/>
                <a:cs typeface="Pretendard"/>
              </a:defRPr>
            </a:lvl5pPr>
            <a:lvl6pPr algn="l">
              <a:defRPr sz="4275" b="1">
                <a:solidFill>
                  <a:srgbClr val="57962F"/>
                </a:solidFill>
                <a:latin typeface="Pretendard"/>
                <a:ea typeface="Pretendard"/>
                <a:cs typeface="Pretendard"/>
              </a:defRPr>
            </a:lvl6pPr>
            <a:lvl7pPr algn="l">
              <a:defRPr sz="4275" b="1">
                <a:solidFill>
                  <a:srgbClr val="57962F"/>
                </a:solidFill>
                <a:latin typeface="Pretendard"/>
                <a:ea typeface="Pretendard"/>
                <a:cs typeface="Pretendard"/>
              </a:defRPr>
            </a:lvl7pPr>
            <a:lvl8pPr algn="l">
              <a:defRPr sz="4275" b="1">
                <a:solidFill>
                  <a:srgbClr val="57962F"/>
                </a:solidFill>
                <a:latin typeface="Pretendard"/>
                <a:ea typeface="Pretendard"/>
                <a:cs typeface="Pretendard"/>
              </a:defRPr>
            </a:lvl8pPr>
            <a:lvl9pPr algn="l">
              <a:defRPr sz="4275" b="1">
                <a:solidFill>
                  <a:srgbClr val="57962F"/>
                </a:solidFill>
                <a:latin typeface="Pretendard"/>
                <a:ea typeface="Pretendard"/>
                <a:cs typeface="Pretendard"/>
              </a:defRPr>
            </a:lvl9pPr>
          </a:lstStyle>
          <a:p xmlns:a="http://schemas.openxmlformats.org/drawingml/2006/main">
            <a:pPr algn="l">
              <a:defRPr sz="4275" b="1">
                <a:solidFill>
                  <a:srgbClr val="57962F"/>
                </a:solidFill>
                <a:latin typeface="Pretendard"/>
                <a:ea typeface="Pretendard"/>
                <a:cs typeface="Pretendard"/>
              </a:defRPr>
            </a:pPr>
            <a:r>
              <a:rPr sz="4275" b="1">
                <a:solidFill>
                  <a:srgbClr val="57962F"/>
                </a:solidFill>
                <a:latin typeface="Pretendard"/>
                <a:ea typeface="Pretendard"/>
                <a:cs typeface="Pretendard"/>
              </a:rPr>
              <a:t>= −93.75 kJ/mol</a:t>
            </a:r>
          </a:p>
        </p:txBody>
      </p:sp>
      <p:sp>
        <p:nvSpPr>
          <p:cNvPr id="10" name="text">
            <a:extLst xmlns:a="http://schemas.openxmlformats.org/drawingml/2006/main">
              <a:ext uri="{FF2B5EF4-FFF2-40B4-BE49-F238E27FC236}">
                <a16:creationId xmlns:a16="http://schemas.microsoft.com/office/drawing/2014/main" id="{0BB36BEE-340F-46CA-802B-BC229C8C2EF7}"/>
              </a:ext>
            </a:extLst>
          </p:cNvPr>
          <p:cNvSpPr>
            <a:spLocks xmlns:a="http://schemas.openxmlformats.org/drawingml/2006/main" noGrp="1"/>
          </p:cNvSpPr>
          <p:nvPr/>
        </p:nvSpPr>
        <p:spPr>
          <a:xfrm xmlns:a="http://schemas.openxmlformats.org/drawingml/2006/main">
            <a:off x="4000500" y="69532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898989"/>
                </a:solidFill>
                <a:latin typeface="Pretendard"/>
                <a:ea typeface="Pretendard"/>
                <a:cs typeface="Pretendard"/>
              </a:defRPr>
            </a:defPPr>
            <a:lvl1pPr algn="l">
              <a:defRPr sz="3000" b="1">
                <a:solidFill>
                  <a:srgbClr val="898989"/>
                </a:solidFill>
                <a:latin typeface="Pretendard"/>
                <a:ea typeface="Pretendard"/>
                <a:cs typeface="Pretendard"/>
              </a:defRPr>
            </a:lvl1pPr>
            <a:lvl2pPr algn="l">
              <a:defRPr sz="3000" b="1">
                <a:solidFill>
                  <a:srgbClr val="898989"/>
                </a:solidFill>
                <a:latin typeface="Pretendard"/>
                <a:ea typeface="Pretendard"/>
                <a:cs typeface="Pretendard"/>
              </a:defRPr>
            </a:lvl2pPr>
            <a:lvl3pPr algn="l">
              <a:defRPr sz="3000" b="1">
                <a:solidFill>
                  <a:srgbClr val="898989"/>
                </a:solidFill>
                <a:latin typeface="Pretendard"/>
                <a:ea typeface="Pretendard"/>
                <a:cs typeface="Pretendard"/>
              </a:defRPr>
            </a:lvl3pPr>
            <a:lvl4pPr algn="l">
              <a:defRPr sz="3000" b="1">
                <a:solidFill>
                  <a:srgbClr val="898989"/>
                </a:solidFill>
                <a:latin typeface="Pretendard"/>
                <a:ea typeface="Pretendard"/>
                <a:cs typeface="Pretendard"/>
              </a:defRPr>
            </a:lvl4pPr>
            <a:lvl5pPr algn="l">
              <a:defRPr sz="3000" b="1">
                <a:solidFill>
                  <a:srgbClr val="898989"/>
                </a:solidFill>
                <a:latin typeface="Pretendard"/>
                <a:ea typeface="Pretendard"/>
                <a:cs typeface="Pretendard"/>
              </a:defRPr>
            </a:lvl5pPr>
            <a:lvl6pPr algn="l">
              <a:defRPr sz="3000" b="1">
                <a:solidFill>
                  <a:srgbClr val="898989"/>
                </a:solidFill>
                <a:latin typeface="Pretendard"/>
                <a:ea typeface="Pretendard"/>
                <a:cs typeface="Pretendard"/>
              </a:defRPr>
            </a:lvl6pPr>
            <a:lvl7pPr algn="l">
              <a:defRPr sz="3000" b="1">
                <a:solidFill>
                  <a:srgbClr val="898989"/>
                </a:solidFill>
                <a:latin typeface="Pretendard"/>
                <a:ea typeface="Pretendard"/>
                <a:cs typeface="Pretendard"/>
              </a:defRPr>
            </a:lvl7pPr>
            <a:lvl8pPr algn="l">
              <a:defRPr sz="3000" b="1">
                <a:solidFill>
                  <a:srgbClr val="898989"/>
                </a:solidFill>
                <a:latin typeface="Pretendard"/>
                <a:ea typeface="Pretendard"/>
                <a:cs typeface="Pretendard"/>
              </a:defRPr>
            </a:lvl8pPr>
            <a:lvl9pPr algn="l">
              <a:defRPr sz="3000" b="1">
                <a:solidFill>
                  <a:srgbClr val="898989"/>
                </a:solidFill>
                <a:latin typeface="Pretendard"/>
                <a:ea typeface="Pretendard"/>
                <a:cs typeface="Pretendard"/>
              </a:defRPr>
            </a:lvl9pPr>
          </a:lstStyle>
          <a:p xmlns:a="http://schemas.openxmlformats.org/drawingml/2006/main">
            <a:pPr algn="l">
              <a:defRPr sz="3000" b="1">
                <a:solidFill>
                  <a:srgbClr val="898989"/>
                </a:solidFill>
                <a:latin typeface="Pretendard"/>
                <a:ea typeface="Pretendard"/>
                <a:cs typeface="Pretendard"/>
              </a:defRPr>
            </a:pPr>
            <a:r>
              <a:rPr sz="3000" b="1">
                <a:solidFill>
                  <a:srgbClr val="898989"/>
                </a:solidFill>
                <a:latin typeface="Pretendard"/>
                <a:ea typeface="Pretendard"/>
                <a:cs typeface="Pretendard"/>
              </a:rPr>
              <a:t>직접 반응</a:t>
            </a:r>
          </a:p>
        </p:txBody>
      </p:sp>
      <p:sp>
        <p:nvSpPr>
          <p:cNvPr id="11" name="text">
            <a:extLst xmlns:a="http://schemas.openxmlformats.org/drawingml/2006/main">
              <a:ext uri="{FF2B5EF4-FFF2-40B4-BE49-F238E27FC236}">
                <a16:creationId xmlns:a16="http://schemas.microsoft.com/office/drawing/2014/main" id="{C14EF68F-D8CF-4B82-83B3-CE75803DB8D8}"/>
              </a:ext>
            </a:extLst>
          </p:cNvPr>
          <p:cNvSpPr>
            <a:spLocks xmlns:a="http://schemas.openxmlformats.org/drawingml/2006/main" noGrp="1"/>
          </p:cNvSpPr>
          <p:nvPr/>
        </p:nvSpPr>
        <p:spPr>
          <a:xfrm xmlns:a="http://schemas.openxmlformats.org/drawingml/2006/main">
            <a:off x="4000500" y="76295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1">
                <a:solidFill>
                  <a:srgbClr val="000000"/>
                </a:solidFill>
                <a:latin typeface="Pretendard"/>
                <a:ea typeface="Pretendard"/>
                <a:cs typeface="Pretendard"/>
              </a:defRPr>
            </a:defPPr>
            <a:lvl1pPr algn="l">
              <a:defRPr sz="4275" b="1">
                <a:solidFill>
                  <a:srgbClr val="000000"/>
                </a:solidFill>
                <a:latin typeface="Pretendard"/>
                <a:ea typeface="Pretendard"/>
                <a:cs typeface="Pretendard"/>
              </a:defRPr>
            </a:lvl1pPr>
            <a:lvl2pPr algn="l">
              <a:defRPr sz="4275" b="1">
                <a:solidFill>
                  <a:srgbClr val="000000"/>
                </a:solidFill>
                <a:latin typeface="Pretendard"/>
                <a:ea typeface="Pretendard"/>
                <a:cs typeface="Pretendard"/>
              </a:defRPr>
            </a:lvl2pPr>
            <a:lvl3pPr algn="l">
              <a:defRPr sz="4275" b="1">
                <a:solidFill>
                  <a:srgbClr val="000000"/>
                </a:solidFill>
                <a:latin typeface="Pretendard"/>
                <a:ea typeface="Pretendard"/>
                <a:cs typeface="Pretendard"/>
              </a:defRPr>
            </a:lvl3pPr>
            <a:lvl4pPr algn="l">
              <a:defRPr sz="4275" b="1">
                <a:solidFill>
                  <a:srgbClr val="000000"/>
                </a:solidFill>
                <a:latin typeface="Pretendard"/>
                <a:ea typeface="Pretendard"/>
                <a:cs typeface="Pretendard"/>
              </a:defRPr>
            </a:lvl4pPr>
            <a:lvl5pPr algn="l">
              <a:defRPr sz="4275" b="1">
                <a:solidFill>
                  <a:srgbClr val="000000"/>
                </a:solidFill>
                <a:latin typeface="Pretendard"/>
                <a:ea typeface="Pretendard"/>
                <a:cs typeface="Pretendard"/>
              </a:defRPr>
            </a:lvl5pPr>
            <a:lvl6pPr algn="l">
              <a:defRPr sz="4275" b="1">
                <a:solidFill>
                  <a:srgbClr val="000000"/>
                </a:solidFill>
                <a:latin typeface="Pretendard"/>
                <a:ea typeface="Pretendard"/>
                <a:cs typeface="Pretendard"/>
              </a:defRPr>
            </a:lvl6pPr>
            <a:lvl7pPr algn="l">
              <a:defRPr sz="4275" b="1">
                <a:solidFill>
                  <a:srgbClr val="000000"/>
                </a:solidFill>
                <a:latin typeface="Pretendard"/>
                <a:ea typeface="Pretendard"/>
                <a:cs typeface="Pretendard"/>
              </a:defRPr>
            </a:lvl7pPr>
            <a:lvl8pPr algn="l">
              <a:defRPr sz="4275" b="1">
                <a:solidFill>
                  <a:srgbClr val="000000"/>
                </a:solidFill>
                <a:latin typeface="Pretendard"/>
                <a:ea typeface="Pretendard"/>
                <a:cs typeface="Pretendard"/>
              </a:defRPr>
            </a:lvl8pPr>
            <a:lvl9pPr algn="l">
              <a:defRPr sz="4275" b="1">
                <a:solidFill>
                  <a:srgbClr val="000000"/>
                </a:solidFill>
                <a:latin typeface="Pretendard"/>
                <a:ea typeface="Pretendard"/>
                <a:cs typeface="Pretendard"/>
              </a:defRPr>
            </a:lvl9pPr>
          </a:lstStyle>
          <a:p xmlns:a="http://schemas.openxmlformats.org/drawingml/2006/main">
            <a:pPr algn="l">
              <a:defRPr sz="4275" b="1">
                <a:solidFill>
                  <a:srgbClr val="000000"/>
                </a:solidFill>
                <a:latin typeface="Pretendard"/>
                <a:ea typeface="Pretendard"/>
                <a:cs typeface="Pretendard"/>
              </a:defRPr>
            </a:pPr>
            <a:r>
              <a:rPr sz="4275" b="1">
                <a:solidFill>
                  <a:srgbClr val="000000"/>
                </a:solidFill>
                <a:latin typeface="Pretendard"/>
                <a:ea typeface="Pretendard"/>
                <a:cs typeface="Pretendard"/>
              </a:rPr>
              <a:t>−94.25 kJ/mol</a:t>
            </a:r>
          </a:p>
        </p:txBody>
      </p:sp>
      <p:sp>
        <p:nvSpPr>
          <p:cNvPr id="17" name="해석·결론">
            <a:extLst xmlns:a="http://schemas.openxmlformats.org/drawingml/2006/main">
              <a:ext uri="{FF2B5EF4-FFF2-40B4-BE49-F238E27FC236}">
                <a16:creationId xmlns:a16="http://schemas.microsoft.com/office/drawing/2014/main" id="{373681B9-4F87-4ABC-8412-9BA2AE8B51BE}"/>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8" name="반응식·수식">
            <a:extLst xmlns:a="http://schemas.openxmlformats.org/drawingml/2006/main">
              <a:ext uri="{FF2B5EF4-FFF2-40B4-BE49-F238E27FC236}">
                <a16:creationId xmlns:a16="http://schemas.microsoft.com/office/drawing/2014/main" id="{6C5014C7-9D4A-45E5-BB75-CB78251E0121}"/>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두 결과의 차이: 0.50 kJ/mol</a:t>
            </a:r>
          </a:p>
        </p:txBody>
      </p:sp>
    </p:spTree>
    <p:extLst>
      <p:ext uri="{BB962C8B-B14F-4D97-AF65-F5344CB8AC3E}">
        <p14:creationId xmlns:p14="http://schemas.microsoft.com/office/powerpoint/2010/main" val="336519603"/>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4F8CF0B7-AD84-4CFA-BC77-CC590FF550AD}"/>
              </a:ext>
            </a:extLst>
          </p:cNvPr>
          <p:cNvPicPr>
            <a:picLocks xmlns:a="http://schemas.openxmlformats.org/drawingml/2006/main" noChangeAspect="1"/>
          </p:cNvPicPr>
          <p:nvPr/>
        </p:nvPicPr>
        <p:blipFill>
          <a:blip xmlns:r="http://schemas.openxmlformats.org/officeDocument/2006/relationships" xmlns:a="http://schemas.openxmlformats.org/drawingml/2006/main" r:embed="R9d549dbacb3a4a6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9F6876E-1380-490F-8126-35905EA2E74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0E31C07-BF07-4755-850D-81A5C4FC913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733AA5A-4576-40E4-B69B-9FAFE601DE2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0A6B261C-D0A9-4551-ADDB-F8904517527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2E4663AA-D6F9-464A-8DA5-B695595162C5}"/>
              </a:ext>
            </a:extLst>
          </p:cNvPr>
          <p:cNvSpPr>
            <a:spLocks xmlns:a="http://schemas.openxmlformats.org/drawingml/2006/main" noGrp="1"/>
          </p:cNvSpPr>
          <p:nvPr/>
        </p:nvSpPr>
        <p:spPr>
          <a:xfrm xmlns:a="http://schemas.openxmlformats.org/drawingml/2006/main">
            <a:off x="952500" y="220980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pic>
        <p:nvPicPr>
          <p:cNvPr id="7" name="">
            <a:extLst xmlns:a="http://schemas.openxmlformats.org/drawingml/2006/main">
              <a:ext uri="{FF2B5EF4-FFF2-40B4-BE49-F238E27FC236}">
                <a16:creationId xmlns:a16="http://schemas.microsoft.com/office/drawing/2014/main" id="{96358878-E254-44A9-A170-6D83EBF0EFD4}"/>
              </a:ext>
            </a:extLst>
          </p:cNvPr>
          <p:cNvPicPr>
            <a:picLocks xmlns:a="http://schemas.openxmlformats.org/drawingml/2006/main" noChangeAspect="1"/>
          </p:cNvPicPr>
          <p:nvPr/>
        </p:nvPicPr>
        <p:blipFill>
          <a:blip xmlns:r="http://schemas.openxmlformats.org/officeDocument/2006/relationships" xmlns:a="http://schemas.openxmlformats.org/drawingml/2006/main" r:embed="R9c4ea5a6d6d248fa"/>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9B8BFE53-883A-4167-BAAF-5C8F0DC64E8D}"/>
              </a:ext>
            </a:extLst>
          </p:cNvPr>
          <p:cNvSpPr>
            <a:spLocks xmlns:a="http://schemas.openxmlformats.org/drawingml/2006/main" noGrp="1"/>
          </p:cNvSpPr>
          <p:nvPr/>
        </p:nvSpPr>
        <p:spPr>
          <a:xfrm xmlns:a="http://schemas.openxmlformats.org/drawingml/2006/main">
            <a:off x="5562600" y="4143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4CA58A12-1051-4CA7-80E9-910E50D2A6EC}"/>
              </a:ext>
            </a:extLst>
          </p:cNvPr>
          <p:cNvSpPr>
            <a:spLocks xmlns:a="http://schemas.openxmlformats.org/drawingml/2006/main" noGrp="1"/>
          </p:cNvSpPr>
          <p:nvPr/>
        </p:nvSpPr>
        <p:spPr>
          <a:xfrm xmlns:a="http://schemas.openxmlformats.org/drawingml/2006/main">
            <a:off x="5562600" y="4733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여러 반응을 조합한다.</a:t>
            </a:r>
          </a:p>
        </p:txBody>
      </p:sp>
      <p:sp>
        <p:nvSpPr>
          <p:cNvPr id="10" name="text">
            <a:extLst xmlns:a="http://schemas.openxmlformats.org/drawingml/2006/main">
              <a:ext uri="{FF2B5EF4-FFF2-40B4-BE49-F238E27FC236}">
                <a16:creationId xmlns:a16="http://schemas.microsoft.com/office/drawing/2014/main" id="{16FB3818-FCBB-4EAA-99FE-2BC0EB4BCC33}"/>
              </a:ext>
            </a:extLst>
          </p:cNvPr>
          <p:cNvSpPr>
            <a:spLocks xmlns:a="http://schemas.openxmlformats.org/drawingml/2006/main" noGrp="1"/>
          </p:cNvSpPr>
          <p:nvPr/>
        </p:nvSpPr>
        <p:spPr>
          <a:xfrm xmlns:a="http://schemas.openxmlformats.org/drawingml/2006/main">
            <a:off x="5562600" y="58578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B79B2BFF-6CBA-42CD-BCA9-9E7C3938C3A0}"/>
              </a:ext>
            </a:extLst>
          </p:cNvPr>
          <p:cNvSpPr>
            <a:spLocks xmlns:a="http://schemas.openxmlformats.org/drawingml/2006/main" noGrp="1"/>
          </p:cNvSpPr>
          <p:nvPr/>
        </p:nvSpPr>
        <p:spPr>
          <a:xfrm xmlns:a="http://schemas.openxmlformats.org/drawingml/2006/main">
            <a:off x="5562600" y="64484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BDE59C5F-4AA7-4433-8CEE-718004AA94AF}"/>
              </a:ext>
            </a:extLst>
          </p:cNvPr>
          <p:cNvSpPr>
            <a:spLocks xmlns:a="http://schemas.openxmlformats.org/drawingml/2006/main" noGrp="1"/>
          </p:cNvSpPr>
          <p:nvPr/>
        </p:nvSpPr>
        <p:spPr>
          <a:xfrm xmlns:a="http://schemas.openxmlformats.org/drawingml/2006/main">
            <a:off x="5562600" y="7572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48894EE5-F0B6-4F51-8A27-3DDA1303B56A}"/>
              </a:ext>
            </a:extLst>
          </p:cNvPr>
          <p:cNvSpPr>
            <a:spLocks xmlns:a="http://schemas.openxmlformats.org/drawingml/2006/main" noGrp="1"/>
          </p:cNvSpPr>
          <p:nvPr/>
        </p:nvSpPr>
        <p:spPr>
          <a:xfrm xmlns:a="http://schemas.openxmlformats.org/drawingml/2006/main">
            <a:off x="5562600" y="8162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알려진 </a:t>
            </a:r>
            <a:r>
              <a:t>Δ</a:t>
            </a:r>
            <a:r>
              <a:rPr i="1">
                <a:latin typeface="Pretendard"/>
                <a:ea typeface="Pretendard"/>
                <a:cs typeface="Pretendard"/>
              </a:rPr>
              <a:t>H</a:t>
            </a:r>
            <a:r>
              <a:t>를 더해 구한다.</a:t>
            </a:r>
          </a:p>
        </p:txBody>
      </p:sp>
      <p:pic>
        <p:nvPicPr>
          <p:cNvPr id="14" name="">
            <a:extLst xmlns:a="http://schemas.openxmlformats.org/drawingml/2006/main">
              <a:ext uri="{FF2B5EF4-FFF2-40B4-BE49-F238E27FC236}">
                <a16:creationId xmlns:a16="http://schemas.microsoft.com/office/drawing/2014/main" id="{2DB98D81-066A-4D42-8DCF-C5EB3F27DE99}"/>
              </a:ext>
            </a:extLst>
          </p:cNvPr>
          <p:cNvPicPr>
            <a:picLocks xmlns:a="http://schemas.openxmlformats.org/drawingml/2006/main" noChangeAspect="1"/>
          </p:cNvPicPr>
          <p:nvPr/>
        </p:nvPicPr>
        <p:blipFill>
          <a:blip xmlns:r="http://schemas.openxmlformats.org/officeDocument/2006/relationships" xmlns:a="http://schemas.openxmlformats.org/drawingml/2006/main" r:embed="R82a2d5f1de7b4392"/>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E32F22F9-D2F3-4C08-A92A-28FBCB19F78F}"/>
              </a:ext>
            </a:extLst>
          </p:cNvPr>
          <p:cNvPicPr>
            <a:picLocks xmlns:a="http://schemas.openxmlformats.org/drawingml/2006/main" noChangeAspect="1"/>
          </p:cNvPicPr>
          <p:nvPr/>
        </p:nvPicPr>
        <p:blipFill>
          <a:blip xmlns:r="http://schemas.openxmlformats.org/officeDocument/2006/relationships" xmlns:a="http://schemas.openxmlformats.org/drawingml/2006/main" r:embed="R134ba8ff71b34e46"/>
          <a:stretch xmlns:a="http://schemas.openxmlformats.org/drawingml/2006/main"/>
        </p:blipFill>
        <p:spPr>
          <a:xfrm xmlns:a="http://schemas.openxmlformats.org/drawingml/2006/main">
            <a:off x="14395766" y="5695950"/>
            <a:ext cx="2164717" cy="361950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2E1F383E-A6F0-41ED-8B4E-98548738D3FD}"/>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77815F6A-D8A0-4AEA-9748-1152BDEAFD87}"/>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83DD2AB5-E363-4045-AB3A-F2A85E5A3B02}"/>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다른 경로로도</a:t>
            </a:r>
          </a:p>
        </p:txBody>
      </p:sp>
      <p:sp>
        <p:nvSpPr>
          <p:cNvPr id="19" name="캐릭터 질문 2">
            <a:extLst xmlns:a="http://schemas.openxmlformats.org/drawingml/2006/main">
              <a:ext uri="{FF2B5EF4-FFF2-40B4-BE49-F238E27FC236}">
                <a16:creationId xmlns:a16="http://schemas.microsoft.com/office/drawing/2014/main" id="{B3D00F67-E4E3-4C28-A1FC-4A37282F1857}"/>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B15FCD21-FD1E-4AC4-A8E4-62B27592A19E}"/>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A6E10D44-BACA-424E-A986-6B5EB54A808E}"/>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9C627E6C-07F4-482A-92D0-1E1A8AA36167}"/>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처음과 끝이</a:t>
            </a:r>
          </a:p>
        </p:txBody>
      </p:sp>
      <p:sp>
        <p:nvSpPr>
          <p:cNvPr id="23" name="캐릭터 질문 2">
            <a:extLst xmlns:a="http://schemas.openxmlformats.org/drawingml/2006/main">
              <a:ext uri="{FF2B5EF4-FFF2-40B4-BE49-F238E27FC236}">
                <a16:creationId xmlns:a16="http://schemas.microsoft.com/office/drawing/2014/main" id="{96BDFD42-3132-4955-A547-72AFDE24623A}"/>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같으면 가능해!</a:t>
            </a:r>
          </a:p>
        </p:txBody>
      </p:sp>
    </p:spTree>
    <p:extLst>
      <p:ext uri="{BB962C8B-B14F-4D97-AF65-F5344CB8AC3E}">
        <p14:creationId xmlns:p14="http://schemas.microsoft.com/office/powerpoint/2010/main" val="1228624872"/>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BBD057D5-D689-4D9B-A165-417EF5C8E6F6}"/>
              </a:ext>
            </a:extLst>
          </p:cNvPr>
          <p:cNvPicPr>
            <a:picLocks xmlns:a="http://schemas.openxmlformats.org/drawingml/2006/main" noChangeAspect="1"/>
          </p:cNvPicPr>
          <p:nvPr/>
        </p:nvPicPr>
        <p:blipFill>
          <a:blip xmlns:r="http://schemas.openxmlformats.org/officeDocument/2006/relationships" xmlns:a="http://schemas.openxmlformats.org/drawingml/2006/main" r:embed="Rbed94309cf23466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D4BDF3C-2DA8-4746-8FA7-F2C7EB53AA3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4BEB43F-1B8D-4A62-A705-2866AFF043E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AC4BAB0C-8C53-426E-B7CA-29882851D0F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3C28D235-E01B-4D45-B3AA-FAF556C3DA1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95918FDB-8943-46A5-BC83-616DD76B57B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경로와 식으로 설명하기</a:t>
            </a:r>
          </a:p>
        </p:txBody>
      </p:sp>
      <p:sp>
        <p:nvSpPr>
          <p:cNvPr id="12" name="R03-38 확인 목록 영역">
            <a:extLst xmlns:a="http://schemas.openxmlformats.org/drawingml/2006/main">
              <a:ext uri="{FF2B5EF4-FFF2-40B4-BE49-F238E27FC236}">
                <a16:creationId xmlns:a16="http://schemas.microsoft.com/office/drawing/2014/main" id="{FAFC73A4-3D02-4B6D-B06A-6B8E00A5BECA}"/>
              </a:ext>
            </a:extLst>
          </p:cNvPr>
          <p:cNvSpPr>
            <a:spLocks xmlns:a="http://schemas.openxmlformats.org/drawingml/2006/main" noGrp="1"/>
          </p:cNvSpPr>
          <p:nvPr/>
        </p:nvSpPr>
        <p:spPr>
          <a:xfrm xmlns:a="http://schemas.openxmlformats.org/drawingml/2006/main">
            <a:off x="3810000" y="4410075"/>
            <a:ext cx="10668000" cy="5276850"/>
          </a:xfrm>
          <a:prstGeom xmlns:a="http://schemas.openxmlformats.org/drawingml/2006/main" prst="roundRect">
            <a:avLst>
              <a:gd name="adj" fmla="val 5054"/>
            </a:avLst>
          </a:prstGeom>
          <a:solidFill xmlns:a="http://schemas.openxmlformats.org/drawingml/2006/main">
            <a:srgbClr val="F5F5F5"/>
          </a:solidFill>
          <a:ln xmlns:a="http://schemas.openxmlformats.org/drawingml/2006/main" w="0">
            <a:noFill/>
          </a:ln>
        </p:spPr>
      </p:sp>
      <p:sp>
        <p:nvSpPr>
          <p:cNvPr id="13" name="R03-38 확인 칸">
            <a:extLst xmlns:a="http://schemas.openxmlformats.org/drawingml/2006/main">
              <a:ext uri="{FF2B5EF4-FFF2-40B4-BE49-F238E27FC236}">
                <a16:creationId xmlns:a16="http://schemas.microsoft.com/office/drawing/2014/main" id="{7BB0BEFB-CCE8-4663-A62F-54112F19AC9E}"/>
              </a:ext>
            </a:extLst>
          </p:cNvPr>
          <p:cNvSpPr>
            <a:spLocks xmlns:a="http://schemas.openxmlformats.org/drawingml/2006/main" noGrp="1"/>
          </p:cNvSpPr>
          <p:nvPr/>
        </p:nvSpPr>
        <p:spPr>
          <a:xfrm xmlns:a="http://schemas.openxmlformats.org/drawingml/2006/main">
            <a:off x="4114800" y="481012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14" name="rich">
            <a:extLst xmlns:a="http://schemas.openxmlformats.org/drawingml/2006/main">
              <a:ext uri="{FF2B5EF4-FFF2-40B4-BE49-F238E27FC236}">
                <a16:creationId xmlns:a16="http://schemas.microsoft.com/office/drawing/2014/main" id="{F3F89CBD-8CF4-4E66-BD29-BFE6C39D737D}"/>
              </a:ext>
            </a:extLst>
          </p:cNvPr>
          <p:cNvSpPr>
            <a:spLocks xmlns:a="http://schemas.openxmlformats.org/drawingml/2006/main" noGrp="1"/>
          </p:cNvSpPr>
          <p:nvPr/>
        </p:nvSpPr>
        <p:spPr>
          <a:xfrm xmlns:a="http://schemas.openxmlformats.org/drawingml/2006/main">
            <a:off x="4762500" y="469582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CO 생성 반응</a:t>
            </a:r>
          </a:p>
        </p:txBody>
      </p:sp>
      <p:sp>
        <p:nvSpPr>
          <p:cNvPr id="15" name="rich">
            <a:extLst xmlns:a="http://schemas.openxmlformats.org/drawingml/2006/main">
              <a:ext uri="{FF2B5EF4-FFF2-40B4-BE49-F238E27FC236}">
                <a16:creationId xmlns:a16="http://schemas.microsoft.com/office/drawing/2014/main" id="{25DAD8E8-00FA-408D-818A-B9FC514FEE0F}"/>
              </a:ext>
            </a:extLst>
          </p:cNvPr>
          <p:cNvSpPr>
            <a:spLocks xmlns:a="http://schemas.openxmlformats.org/drawingml/2006/main" noGrp="1"/>
          </p:cNvSpPr>
          <p:nvPr/>
        </p:nvSpPr>
        <p:spPr>
          <a:xfrm xmlns:a="http://schemas.openxmlformats.org/drawingml/2006/main">
            <a:off x="4762500" y="531495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₂가 되는 까닭은?</a:t>
            </a:r>
          </a:p>
        </p:txBody>
      </p:sp>
      <p:sp>
        <p:nvSpPr>
          <p:cNvPr id="16" name="R03-38 확인 칸">
            <a:extLst xmlns:a="http://schemas.openxmlformats.org/drawingml/2006/main">
              <a:ext uri="{FF2B5EF4-FFF2-40B4-BE49-F238E27FC236}">
                <a16:creationId xmlns:a16="http://schemas.microsoft.com/office/drawing/2014/main" id="{6FD6C8CB-0D4E-42C7-8D22-4F78B93C1066}"/>
              </a:ext>
            </a:extLst>
          </p:cNvPr>
          <p:cNvSpPr>
            <a:spLocks xmlns:a="http://schemas.openxmlformats.org/drawingml/2006/main" noGrp="1"/>
          </p:cNvSpPr>
          <p:nvPr/>
        </p:nvSpPr>
        <p:spPr>
          <a:xfrm xmlns:a="http://schemas.openxmlformats.org/drawingml/2006/main">
            <a:off x="4114800" y="642937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17" name="rich">
            <a:extLst xmlns:a="http://schemas.openxmlformats.org/drawingml/2006/main">
              <a:ext uri="{FF2B5EF4-FFF2-40B4-BE49-F238E27FC236}">
                <a16:creationId xmlns:a16="http://schemas.microsoft.com/office/drawing/2014/main" id="{1D9FAF89-3A05-4BEA-B038-02EF0FE3AE94}"/>
              </a:ext>
            </a:extLst>
          </p:cNvPr>
          <p:cNvSpPr>
            <a:spLocks xmlns:a="http://schemas.openxmlformats.org/drawingml/2006/main" noGrp="1"/>
          </p:cNvSpPr>
          <p:nvPr/>
        </p:nvSpPr>
        <p:spPr>
          <a:xfrm xmlns:a="http://schemas.openxmlformats.org/drawingml/2006/main">
            <a:off x="4762500" y="631507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물의 기화</a:t>
            </a:r>
          </a:p>
        </p:txBody>
      </p:sp>
      <p:sp>
        <p:nvSpPr>
          <p:cNvPr id="18" name="rich">
            <a:extLst xmlns:a="http://schemas.openxmlformats.org/drawingml/2006/main">
              <a:ext uri="{FF2B5EF4-FFF2-40B4-BE49-F238E27FC236}">
                <a16:creationId xmlns:a16="http://schemas.microsoft.com/office/drawing/2014/main" id="{57388133-9B5A-4CBE-A734-FC5BBC8FE316}"/>
              </a:ext>
            </a:extLst>
          </p:cNvPr>
          <p:cNvSpPr>
            <a:spLocks xmlns:a="http://schemas.openxmlformats.org/drawingml/2006/main" noGrp="1"/>
          </p:cNvSpPr>
          <p:nvPr/>
        </p:nvSpPr>
        <p:spPr>
          <a:xfrm xmlns:a="http://schemas.openxmlformats.org/drawingml/2006/main">
            <a:off x="4762500" y="693420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Δ</a:t>
            </a:r>
            <a:r>
              <a:rPr i="1">
                <a:latin typeface="Pretendard"/>
                <a:ea typeface="Pretendard"/>
                <a:cs typeface="Pretendard"/>
              </a:rPr>
              <a:t>H</a:t>
            </a:r>
            <a:r>
              <a:t>의 부호를 근거와 함께 설명하시오.</a:t>
            </a:r>
          </a:p>
        </p:txBody>
      </p:sp>
      <p:sp>
        <p:nvSpPr>
          <p:cNvPr id="19" name="R03-38 확인 칸">
            <a:extLst xmlns:a="http://schemas.openxmlformats.org/drawingml/2006/main">
              <a:ext uri="{FF2B5EF4-FFF2-40B4-BE49-F238E27FC236}">
                <a16:creationId xmlns:a16="http://schemas.microsoft.com/office/drawing/2014/main" id="{B40C98E3-7018-47D5-97D8-C69414FA5825}"/>
              </a:ext>
            </a:extLst>
          </p:cNvPr>
          <p:cNvSpPr>
            <a:spLocks xmlns:a="http://schemas.openxmlformats.org/drawingml/2006/main" noGrp="1"/>
          </p:cNvSpPr>
          <p:nvPr/>
        </p:nvSpPr>
        <p:spPr>
          <a:xfrm xmlns:a="http://schemas.openxmlformats.org/drawingml/2006/main">
            <a:off x="4114800" y="804862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20" name="rich">
            <a:extLst xmlns:a="http://schemas.openxmlformats.org/drawingml/2006/main">
              <a:ext uri="{FF2B5EF4-FFF2-40B4-BE49-F238E27FC236}">
                <a16:creationId xmlns:a16="http://schemas.microsoft.com/office/drawing/2014/main" id="{918167B4-9BC8-4CCD-AFEF-4114CB4C830C}"/>
              </a:ext>
            </a:extLst>
          </p:cNvPr>
          <p:cNvSpPr>
            <a:spLocks xmlns:a="http://schemas.openxmlformats.org/drawingml/2006/main" noGrp="1"/>
          </p:cNvSpPr>
          <p:nvPr/>
        </p:nvSpPr>
        <p:spPr>
          <a:xfrm xmlns:a="http://schemas.openxmlformats.org/drawingml/2006/main">
            <a:off x="4762500" y="793432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실험값의 차이</a:t>
            </a:r>
          </a:p>
        </p:txBody>
      </p:sp>
      <p:sp>
        <p:nvSpPr>
          <p:cNvPr id="21" name="rich">
            <a:extLst xmlns:a="http://schemas.openxmlformats.org/drawingml/2006/main">
              <a:ext uri="{FF2B5EF4-FFF2-40B4-BE49-F238E27FC236}">
                <a16:creationId xmlns:a16="http://schemas.microsoft.com/office/drawing/2014/main" id="{67287131-7DFB-4114-A9DA-CE1E1BC3D1EF}"/>
              </a:ext>
            </a:extLst>
          </p:cNvPr>
          <p:cNvSpPr>
            <a:spLocks xmlns:a="http://schemas.openxmlformats.org/drawingml/2006/main" noGrp="1"/>
          </p:cNvSpPr>
          <p:nvPr/>
        </p:nvSpPr>
        <p:spPr>
          <a:xfrm xmlns:a="http://schemas.openxmlformats.org/drawingml/2006/main">
            <a:off x="4762500" y="855345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두 값이 정확히 같지 않을 수 있는 이유는?</a:t>
            </a:r>
          </a:p>
        </p:txBody>
      </p:sp>
      <p:sp>
        <p:nvSpPr>
          <p:cNvPr id="22" name="text">
            <a:extLst xmlns:a="http://schemas.openxmlformats.org/drawingml/2006/main">
              <a:ext uri="{FF2B5EF4-FFF2-40B4-BE49-F238E27FC236}">
                <a16:creationId xmlns:a16="http://schemas.microsoft.com/office/drawing/2014/main" id="{371D64B5-64E6-468C-AF8C-D8803A404FAA}"/>
              </a:ext>
            </a:extLst>
          </p:cNvPr>
          <p:cNvSpPr>
            <a:spLocks xmlns:a="http://schemas.openxmlformats.org/drawingml/2006/main" noGrp="1"/>
          </p:cNvSpPr>
          <p:nvPr/>
        </p:nvSpPr>
        <p:spPr>
          <a:xfrm xmlns:a="http://schemas.openxmlformats.org/drawingml/2006/main">
            <a:off x="2286000" y="368617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898989"/>
                </a:solidFill>
                <a:latin typeface="Pretendard"/>
                <a:ea typeface="Pretendard"/>
                <a:cs typeface="Pretendard"/>
              </a:defRPr>
            </a:defPPr>
            <a:lvl1pPr algn="ctr">
              <a:defRPr sz="2700" b="0">
                <a:solidFill>
                  <a:srgbClr val="898989"/>
                </a:solidFill>
                <a:latin typeface="Pretendard"/>
                <a:ea typeface="Pretendard"/>
                <a:cs typeface="Pretendard"/>
              </a:defRPr>
            </a:lvl1pPr>
            <a:lvl2pPr algn="ctr">
              <a:defRPr sz="2700" b="0">
                <a:solidFill>
                  <a:srgbClr val="898989"/>
                </a:solidFill>
                <a:latin typeface="Pretendard"/>
                <a:ea typeface="Pretendard"/>
                <a:cs typeface="Pretendard"/>
              </a:defRPr>
            </a:lvl2pPr>
            <a:lvl3pPr algn="ctr">
              <a:defRPr sz="2700" b="0">
                <a:solidFill>
                  <a:srgbClr val="898989"/>
                </a:solidFill>
                <a:latin typeface="Pretendard"/>
                <a:ea typeface="Pretendard"/>
                <a:cs typeface="Pretendard"/>
              </a:defRPr>
            </a:lvl3pPr>
            <a:lvl4pPr algn="ctr">
              <a:defRPr sz="2700" b="0">
                <a:solidFill>
                  <a:srgbClr val="898989"/>
                </a:solidFill>
                <a:latin typeface="Pretendard"/>
                <a:ea typeface="Pretendard"/>
                <a:cs typeface="Pretendard"/>
              </a:defRPr>
            </a:lvl4pPr>
            <a:lvl5pPr algn="ctr">
              <a:defRPr sz="2700" b="0">
                <a:solidFill>
                  <a:srgbClr val="898989"/>
                </a:solidFill>
                <a:latin typeface="Pretendard"/>
                <a:ea typeface="Pretendard"/>
                <a:cs typeface="Pretendard"/>
              </a:defRPr>
            </a:lvl5pPr>
            <a:lvl6pPr algn="ctr">
              <a:defRPr sz="2700" b="0">
                <a:solidFill>
                  <a:srgbClr val="898989"/>
                </a:solidFill>
                <a:latin typeface="Pretendard"/>
                <a:ea typeface="Pretendard"/>
                <a:cs typeface="Pretendard"/>
              </a:defRPr>
            </a:lvl6pPr>
            <a:lvl7pPr algn="ctr">
              <a:defRPr sz="2700" b="0">
                <a:solidFill>
                  <a:srgbClr val="898989"/>
                </a:solidFill>
                <a:latin typeface="Pretendard"/>
                <a:ea typeface="Pretendard"/>
                <a:cs typeface="Pretendard"/>
              </a:defRPr>
            </a:lvl7pPr>
            <a:lvl8pPr algn="ctr">
              <a:defRPr sz="2700" b="0">
                <a:solidFill>
                  <a:srgbClr val="898989"/>
                </a:solidFill>
                <a:latin typeface="Pretendard"/>
                <a:ea typeface="Pretendard"/>
                <a:cs typeface="Pretendard"/>
              </a:defRPr>
            </a:lvl8pPr>
            <a:lvl9pPr algn="ctr">
              <a:defRPr sz="2700" b="0">
                <a:solidFill>
                  <a:srgbClr val="898989"/>
                </a:solidFill>
                <a:latin typeface="Pretendard"/>
                <a:ea typeface="Pretendard"/>
                <a:cs typeface="Pretendard"/>
              </a:defRPr>
            </a:lvl9pPr>
          </a:lstStyle>
          <a:p xmlns:a="http://schemas.openxmlformats.org/drawingml/2006/main">
            <a:pPr algn="ctr">
              <a:defRPr sz="2700" b="0">
                <a:solidFill>
                  <a:srgbClr val="898989"/>
                </a:solidFill>
                <a:latin typeface="Pretendard"/>
                <a:ea typeface="Pretendard"/>
                <a:cs typeface="Pretendard"/>
              </a:defRPr>
            </a:pPr>
            <a:r>
              <a:rPr sz="2700" b="0">
                <a:solidFill>
                  <a:srgbClr val="898989"/>
                </a:solidFill>
                <a:latin typeface="Pretendard"/>
                <a:ea typeface="Pretendard"/>
                <a:cs typeface="Pretendard"/>
              </a:rPr>
              <a:t>식과 그래프를 근거로 이유를 설명해 보자.</a:t>
            </a:r>
          </a:p>
        </p:txBody>
      </p:sp>
    </p:spTree>
    <p:extLst>
      <p:ext uri="{BB962C8B-B14F-4D97-AF65-F5344CB8AC3E}">
        <p14:creationId xmlns:p14="http://schemas.microsoft.com/office/powerpoint/2010/main" val="12951378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2026-10-28T12:43:16.0970000Z</dcterms:created>
  <dcterms:modified xsi:type="dcterms:W3CDTF">2026-10-28T12:43:16.0970000Z</dcterms:modified>
</coreProperties>
</file>