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15eb49347d44e5" /><Relationship Type="http://schemas.openxmlformats.org/officeDocument/2006/relationships/extended-properties" Target="/docProps/app.xml" Id="Rc2c38617e70e48f7" /><Relationship Type="http://schemas.openxmlformats.org/officeDocument/2006/relationships/officeDocument" Target="/ppt/presentation.xml" Id="R0f03d41942b54067" /></Relationships>
</file>

<file path=ppt/presentation.xml><?xml version="1.0" encoding="utf-8"?>
<p:presentation xmlns:p="http://schemas.openxmlformats.org/presentationml/2006/main">
  <p:sldMasterIdLst>
    <p:sldMasterId xmlns:r="http://schemas.openxmlformats.org/officeDocument/2006/relationships" id="2147483648" r:id="Ra938f8870075440b"/>
  </p:sldMasterIdLst>
  <p:notesMasterIdLst>
    <p:notesMasterId xmlns:r="http://schemas.openxmlformats.org/officeDocument/2006/relationships" r:id="R8ccf036951104a61"/>
  </p:notesMasterIdLst>
  <p:sldIdLst>
    <p:sldId xmlns:r="http://schemas.openxmlformats.org/officeDocument/2006/relationships" id="256" r:id="Rd866194f9db64a24"/>
    <p:sldId xmlns:r="http://schemas.openxmlformats.org/officeDocument/2006/relationships" id="257" r:id="R6e2c8d1c327d4ad6"/>
    <p:sldId xmlns:r="http://schemas.openxmlformats.org/officeDocument/2006/relationships" id="258" r:id="Rdd081411492742d0"/>
    <p:sldId xmlns:r="http://schemas.openxmlformats.org/officeDocument/2006/relationships" id="259" r:id="Rc876d5ae8a6e4557"/>
    <p:sldId xmlns:r="http://schemas.openxmlformats.org/officeDocument/2006/relationships" id="260" r:id="R2bf3f8d595884f0a"/>
    <p:sldId xmlns:r="http://schemas.openxmlformats.org/officeDocument/2006/relationships" id="261" r:id="R1bb16622a9ce4ad8"/>
    <p:sldId xmlns:r="http://schemas.openxmlformats.org/officeDocument/2006/relationships" id="262" r:id="Rcb4948d2e9c443e9"/>
    <p:sldId xmlns:r="http://schemas.openxmlformats.org/officeDocument/2006/relationships" id="263" r:id="R9bafb1e7d5a34911"/>
    <p:sldId xmlns:r="http://schemas.openxmlformats.org/officeDocument/2006/relationships" id="264" r:id="R5a269cbea2404c97"/>
    <p:sldId xmlns:r="http://schemas.openxmlformats.org/officeDocument/2006/relationships" id="265" r:id="Rcc9ba208089a4e67"/>
    <p:sldId xmlns:r="http://schemas.openxmlformats.org/officeDocument/2006/relationships" id="266" r:id="R10c1e636bb834f88"/>
    <p:sldId xmlns:r="http://schemas.openxmlformats.org/officeDocument/2006/relationships" id="267" r:id="R880035cd625c484a"/>
    <p:sldId xmlns:r="http://schemas.openxmlformats.org/officeDocument/2006/relationships" id="268" r:id="Rba0a81929f3645df"/>
    <p:sldId xmlns:r="http://schemas.openxmlformats.org/officeDocument/2006/relationships" id="269" r:id="Re31d985e8d264d7b"/>
    <p:sldId xmlns:r="http://schemas.openxmlformats.org/officeDocument/2006/relationships" id="270" r:id="R19d47c043cc94b7c"/>
    <p:sldId xmlns:r="http://schemas.openxmlformats.org/officeDocument/2006/relationships" id="271" r:id="Rfd86016a32e643c2"/>
    <p:sldId xmlns:r="http://schemas.openxmlformats.org/officeDocument/2006/relationships" id="272" r:id="R5bd21f848b5c4420"/>
    <p:sldId xmlns:r="http://schemas.openxmlformats.org/officeDocument/2006/relationships" id="273" r:id="R76b8c8f7694e4483"/>
    <p:sldId xmlns:r="http://schemas.openxmlformats.org/officeDocument/2006/relationships" id="274" r:id="R1c55af4c9e50465f"/>
    <p:sldId xmlns:r="http://schemas.openxmlformats.org/officeDocument/2006/relationships" id="275" r:id="R3be4d1423beb4dbc"/>
    <p:sldId xmlns:r="http://schemas.openxmlformats.org/officeDocument/2006/relationships" id="276" r:id="R83deb7a59b904130"/>
    <p:sldId xmlns:r="http://schemas.openxmlformats.org/officeDocument/2006/relationships" id="277" r:id="Ra76e07041dba4fba"/>
    <p:sldId xmlns:r="http://schemas.openxmlformats.org/officeDocument/2006/relationships" id="278" r:id="R0dc681a1513c4da9"/>
    <p:sldId xmlns:r="http://schemas.openxmlformats.org/officeDocument/2006/relationships" id="279" r:id="R3c4294c1bd094d8c"/>
    <p:sldId xmlns:r="http://schemas.openxmlformats.org/officeDocument/2006/relationships" id="280" r:id="R5287f8d0d9494d58"/>
    <p:sldId xmlns:r="http://schemas.openxmlformats.org/officeDocument/2006/relationships" id="281" r:id="R12e8cdb8403443d8"/>
    <p:sldId xmlns:r="http://schemas.openxmlformats.org/officeDocument/2006/relationships" id="282" r:id="R298874647446499f"/>
    <p:sldId xmlns:r="http://schemas.openxmlformats.org/officeDocument/2006/relationships" id="283" r:id="Rcbd237668b864123"/>
    <p:sldId xmlns:r="http://schemas.openxmlformats.org/officeDocument/2006/relationships" id="284" r:id="Rd984b2f0313d4d44"/>
    <p:sldId xmlns:r="http://schemas.openxmlformats.org/officeDocument/2006/relationships" id="285" r:id="R76d69f0abfe44f43"/>
    <p:sldId xmlns:r="http://schemas.openxmlformats.org/officeDocument/2006/relationships" id="286" r:id="R4086439e212945d5"/>
    <p:sldId xmlns:r="http://schemas.openxmlformats.org/officeDocument/2006/relationships" id="287" r:id="R8c550eef27454c86"/>
    <p:sldId xmlns:r="http://schemas.openxmlformats.org/officeDocument/2006/relationships" id="288" r:id="Rc3b0d10f785f4954"/>
    <p:sldId xmlns:r="http://schemas.openxmlformats.org/officeDocument/2006/relationships" id="289" r:id="R930a33da165247be"/>
    <p:sldId xmlns:r="http://schemas.openxmlformats.org/officeDocument/2006/relationships" id="290" r:id="R69adbc36f10c435b"/>
    <p:sldId xmlns:r="http://schemas.openxmlformats.org/officeDocument/2006/relationships" id="291" r:id="R0212a62169e54441"/>
    <p:sldId xmlns:r="http://schemas.openxmlformats.org/officeDocument/2006/relationships" id="292" r:id="Rac30e38078884a94"/>
    <p:sldId xmlns:r="http://schemas.openxmlformats.org/officeDocument/2006/relationships" id="293" r:id="Re644d00ed28341ea"/>
    <p:sldId xmlns:r="http://schemas.openxmlformats.org/officeDocument/2006/relationships" id="294" r:id="Rd07cdf909ebd43ee"/>
    <p:sldId xmlns:r="http://schemas.openxmlformats.org/officeDocument/2006/relationships" id="295" r:id="Re9e8c11a762a4bda"/>
    <p:sldId xmlns:r="http://schemas.openxmlformats.org/officeDocument/2006/relationships" id="296" r:id="Rb650358ddd3e47f0"/>
    <p:sldId xmlns:r="http://schemas.openxmlformats.org/officeDocument/2006/relationships" id="297" r:id="Rb610a530d9f1454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729784481046f9" /><Relationship Type="http://schemas.openxmlformats.org/officeDocument/2006/relationships/slideMaster" Target="/ppt/slideMasters/slideMaster1.xml" Id="Ra938f8870075440b" /><Relationship Type="http://schemas.openxmlformats.org/officeDocument/2006/relationships/notesMaster" Target="/ppt/notesMasters/notesMaster1.xml" Id="R8ccf036951104a61" /><Relationship Type="http://schemas.openxmlformats.org/officeDocument/2006/relationships/presProps" Target="/ppt/presProps.xml" Id="R9632aee0cc734130" /><Relationship Type="http://schemas.openxmlformats.org/officeDocument/2006/relationships/tableStyles" Target="/ppt/tableStyles.xml" Id="R1329df9eee634fee" /><Relationship Type="http://schemas.openxmlformats.org/officeDocument/2006/relationships/slide" Target="/ppt/slides/slide1.xml" Id="Rd866194f9db64a24" /><Relationship Type="http://schemas.openxmlformats.org/officeDocument/2006/relationships/slide" Target="/ppt/slides/slide2.xml" Id="R6e2c8d1c327d4ad6" /><Relationship Type="http://schemas.openxmlformats.org/officeDocument/2006/relationships/slide" Target="/ppt/slides/slide3.xml" Id="Rdd081411492742d0" /><Relationship Type="http://schemas.openxmlformats.org/officeDocument/2006/relationships/slide" Target="/ppt/slides/slide4.xml" Id="Rc876d5ae8a6e4557" /><Relationship Type="http://schemas.openxmlformats.org/officeDocument/2006/relationships/slide" Target="/ppt/slides/slide5.xml" Id="R2bf3f8d595884f0a" /><Relationship Type="http://schemas.openxmlformats.org/officeDocument/2006/relationships/slide" Target="/ppt/slides/slide6.xml" Id="R1bb16622a9ce4ad8" /><Relationship Type="http://schemas.openxmlformats.org/officeDocument/2006/relationships/slide" Target="/ppt/slides/slide7.xml" Id="Rcb4948d2e9c443e9" /><Relationship Type="http://schemas.openxmlformats.org/officeDocument/2006/relationships/slide" Target="/ppt/slides/slide8.xml" Id="R9bafb1e7d5a34911" /><Relationship Type="http://schemas.openxmlformats.org/officeDocument/2006/relationships/slide" Target="/ppt/slides/slide9.xml" Id="R5a269cbea2404c97" /><Relationship Type="http://schemas.openxmlformats.org/officeDocument/2006/relationships/slide" Target="/ppt/slides/slide10.xml" Id="Rcc9ba208089a4e67" /><Relationship Type="http://schemas.openxmlformats.org/officeDocument/2006/relationships/slide" Target="/ppt/slides/slide11.xml" Id="R10c1e636bb834f88" /><Relationship Type="http://schemas.openxmlformats.org/officeDocument/2006/relationships/slide" Target="/ppt/slides/slide12.xml" Id="R880035cd625c484a" /><Relationship Type="http://schemas.openxmlformats.org/officeDocument/2006/relationships/slide" Target="/ppt/slides/slide13.xml" Id="Rba0a81929f3645df" /><Relationship Type="http://schemas.openxmlformats.org/officeDocument/2006/relationships/slide" Target="/ppt/slides/slide14.xml" Id="Re31d985e8d264d7b" /><Relationship Type="http://schemas.openxmlformats.org/officeDocument/2006/relationships/slide" Target="/ppt/slides/slide15.xml" Id="R19d47c043cc94b7c" /><Relationship Type="http://schemas.openxmlformats.org/officeDocument/2006/relationships/slide" Target="/ppt/slides/slide16.xml" Id="Rfd86016a32e643c2" /><Relationship Type="http://schemas.openxmlformats.org/officeDocument/2006/relationships/slide" Target="/ppt/slides/slide17.xml" Id="R5bd21f848b5c4420" /><Relationship Type="http://schemas.openxmlformats.org/officeDocument/2006/relationships/slide" Target="/ppt/slides/slide18.xml" Id="R76b8c8f7694e4483" /><Relationship Type="http://schemas.openxmlformats.org/officeDocument/2006/relationships/slide" Target="/ppt/slides/slide19.xml" Id="R1c55af4c9e50465f" /><Relationship Type="http://schemas.openxmlformats.org/officeDocument/2006/relationships/slide" Target="/ppt/slides/slide20.xml" Id="R3be4d1423beb4dbc" /><Relationship Type="http://schemas.openxmlformats.org/officeDocument/2006/relationships/slide" Target="/ppt/slides/slide21.xml" Id="R83deb7a59b904130" /><Relationship Type="http://schemas.openxmlformats.org/officeDocument/2006/relationships/slide" Target="/ppt/slides/slide22.xml" Id="Ra76e07041dba4fba" /><Relationship Type="http://schemas.openxmlformats.org/officeDocument/2006/relationships/slide" Target="/ppt/slides/slide23.xml" Id="R0dc681a1513c4da9" /><Relationship Type="http://schemas.openxmlformats.org/officeDocument/2006/relationships/slide" Target="/ppt/slides/slide24.xml" Id="R3c4294c1bd094d8c" /><Relationship Type="http://schemas.openxmlformats.org/officeDocument/2006/relationships/slide" Target="/ppt/slides/slide25.xml" Id="R5287f8d0d9494d58" /><Relationship Type="http://schemas.openxmlformats.org/officeDocument/2006/relationships/slide" Target="/ppt/slides/slide26.xml" Id="R12e8cdb8403443d8" /><Relationship Type="http://schemas.openxmlformats.org/officeDocument/2006/relationships/slide" Target="/ppt/slides/slide27.xml" Id="R298874647446499f" /><Relationship Type="http://schemas.openxmlformats.org/officeDocument/2006/relationships/slide" Target="/ppt/slides/slide28.xml" Id="Rcbd237668b864123" /><Relationship Type="http://schemas.openxmlformats.org/officeDocument/2006/relationships/slide" Target="/ppt/slides/slide29.xml" Id="Rd984b2f0313d4d44" /><Relationship Type="http://schemas.openxmlformats.org/officeDocument/2006/relationships/slide" Target="/ppt/slides/slide30.xml" Id="R76d69f0abfe44f43" /><Relationship Type="http://schemas.openxmlformats.org/officeDocument/2006/relationships/slide" Target="/ppt/slides/slide31.xml" Id="R4086439e212945d5" /><Relationship Type="http://schemas.openxmlformats.org/officeDocument/2006/relationships/slide" Target="/ppt/slides/slide32.xml" Id="R8c550eef27454c86" /><Relationship Type="http://schemas.openxmlformats.org/officeDocument/2006/relationships/slide" Target="/ppt/slides/slide33.xml" Id="Rc3b0d10f785f4954" /><Relationship Type="http://schemas.openxmlformats.org/officeDocument/2006/relationships/slide" Target="/ppt/slides/slide34.xml" Id="R930a33da165247be" /><Relationship Type="http://schemas.openxmlformats.org/officeDocument/2006/relationships/slide" Target="/ppt/slides/slide35.xml" Id="R69adbc36f10c435b" /><Relationship Type="http://schemas.openxmlformats.org/officeDocument/2006/relationships/slide" Target="/ppt/slides/slide36.xml" Id="R0212a62169e54441" /><Relationship Type="http://schemas.openxmlformats.org/officeDocument/2006/relationships/slide" Target="/ppt/slides/slide37.xml" Id="Rac30e38078884a94" /><Relationship Type="http://schemas.openxmlformats.org/officeDocument/2006/relationships/slide" Target="/ppt/slides/slide38.xml" Id="Re644d00ed28341ea" /><Relationship Type="http://schemas.openxmlformats.org/officeDocument/2006/relationships/slide" Target="/ppt/slides/slide39.xml" Id="Rd07cdf909ebd43ee" /><Relationship Type="http://schemas.openxmlformats.org/officeDocument/2006/relationships/slide" Target="/ppt/slides/slide40.xml" Id="Re9e8c11a762a4bda" /><Relationship Type="http://schemas.openxmlformats.org/officeDocument/2006/relationships/slide" Target="/ppt/slides/slide41.xml" Id="Rb650358ddd3e47f0" /><Relationship Type="http://schemas.openxmlformats.org/officeDocument/2006/relationships/slide" Target="/ppt/slides/slide42.xml" Id="Rb610a530d9f145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12ad4c1d374f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ee9502f8e64d6a" /><Relationship Type="http://schemas.openxmlformats.org/officeDocument/2006/relationships/notesMaster" Target="/ppt/notesMasters/notesMaster1.xml" Id="R05a90027b40143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5b917ab3034d0c" /><Relationship Type="http://schemas.openxmlformats.org/officeDocument/2006/relationships/notesMaster" Target="/ppt/notesMasters/notesMaster1.xml" Id="Rffbb9fbba2404e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e40dec7aa44901" /><Relationship Type="http://schemas.openxmlformats.org/officeDocument/2006/relationships/notesMaster" Target="/ppt/notesMasters/notesMaster1.xml" Id="R3baf660397424c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7d4733c74b48b0" /><Relationship Type="http://schemas.openxmlformats.org/officeDocument/2006/relationships/notesMaster" Target="/ppt/notesMasters/notesMaster1.xml" Id="Rf885a518a57346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496954b7dd4a44" /><Relationship Type="http://schemas.openxmlformats.org/officeDocument/2006/relationships/notesMaster" Target="/ppt/notesMasters/notesMaster1.xml" Id="R30061cede47443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22d55f64534b4d" /><Relationship Type="http://schemas.openxmlformats.org/officeDocument/2006/relationships/notesMaster" Target="/ppt/notesMasters/notesMaster1.xml" Id="R922f870605cd41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1c221c97f7492d" /><Relationship Type="http://schemas.openxmlformats.org/officeDocument/2006/relationships/notesMaster" Target="/ppt/notesMasters/notesMaster1.xml" Id="R5f2f1417d6d042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cd5e53f77a4b3e" /><Relationship Type="http://schemas.openxmlformats.org/officeDocument/2006/relationships/notesMaster" Target="/ppt/notesMasters/notesMaster1.xml" Id="R57c766d8a80146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9406be0e37484c" /><Relationship Type="http://schemas.openxmlformats.org/officeDocument/2006/relationships/notesMaster" Target="/ppt/notesMasters/notesMaster1.xml" Id="Rcdc0ee62aeab48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0d21722ab0443f" /><Relationship Type="http://schemas.openxmlformats.org/officeDocument/2006/relationships/notesMaster" Target="/ppt/notesMasters/notesMaster1.xml" Id="R160268bd100f40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5760ca0fe94311" /><Relationship Type="http://schemas.openxmlformats.org/officeDocument/2006/relationships/notesMaster" Target="/ppt/notesMasters/notesMaster1.xml" Id="Ra1955948f0d441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ab04e2edcd48fb" /><Relationship Type="http://schemas.openxmlformats.org/officeDocument/2006/relationships/notesMaster" Target="/ppt/notesMasters/notesMaster1.xml" Id="R926e38b5b6bd4f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c4fd94d3914c8f" /><Relationship Type="http://schemas.openxmlformats.org/officeDocument/2006/relationships/notesMaster" Target="/ppt/notesMasters/notesMaster1.xml" Id="R6d92c6f045f14e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9111932b0049ef" /><Relationship Type="http://schemas.openxmlformats.org/officeDocument/2006/relationships/notesMaster" Target="/ppt/notesMasters/notesMaster1.xml" Id="Rd126eae5aba144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e863941f3c402c" /><Relationship Type="http://schemas.openxmlformats.org/officeDocument/2006/relationships/notesMaster" Target="/ppt/notesMasters/notesMaster1.xml" Id="Re21a8bc5974845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4b5e0bea514dec" /><Relationship Type="http://schemas.openxmlformats.org/officeDocument/2006/relationships/notesMaster" Target="/ppt/notesMasters/notesMaster1.xml" Id="R4e2af7b0ac4e49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a4a9c6361643e9" /><Relationship Type="http://schemas.openxmlformats.org/officeDocument/2006/relationships/notesMaster" Target="/ppt/notesMasters/notesMaster1.xml" Id="R64bb182fcde247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d684b5bffc4270" /><Relationship Type="http://schemas.openxmlformats.org/officeDocument/2006/relationships/notesMaster" Target="/ppt/notesMasters/notesMaster1.xml" Id="R7c4a207d6b3742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f8e4a0f98d420c" /><Relationship Type="http://schemas.openxmlformats.org/officeDocument/2006/relationships/notesMaster" Target="/ppt/notesMasters/notesMaster1.xml" Id="Rac989c2fea8441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b5e606454b4fde" /><Relationship Type="http://schemas.openxmlformats.org/officeDocument/2006/relationships/notesMaster" Target="/ppt/notesMasters/notesMaster1.xml" Id="R4dee9d7ff96744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61a3fd45dc4481" /><Relationship Type="http://schemas.openxmlformats.org/officeDocument/2006/relationships/notesMaster" Target="/ppt/notesMasters/notesMaster1.xml" Id="R03d9585a755f43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067bb15cd94e56" /><Relationship Type="http://schemas.openxmlformats.org/officeDocument/2006/relationships/notesMaster" Target="/ppt/notesMasters/notesMaster1.xml" Id="Rf7ce5cf72a5448c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63b503f5614ac3" /><Relationship Type="http://schemas.openxmlformats.org/officeDocument/2006/relationships/notesMaster" Target="/ppt/notesMasters/notesMaster1.xml" Id="Rf63b7f0cb6d548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30646ae2039490a" /><Relationship Type="http://schemas.openxmlformats.org/officeDocument/2006/relationships/notesMaster" Target="/ppt/notesMasters/notesMaster1.xml" Id="Rebdb9842e1ac4e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8022d5e7b6a4833" /><Relationship Type="http://schemas.openxmlformats.org/officeDocument/2006/relationships/notesMaster" Target="/ppt/notesMasters/notesMaster1.xml" Id="R77e61cba37ed459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c7903d284d4a02" /><Relationship Type="http://schemas.openxmlformats.org/officeDocument/2006/relationships/notesMaster" Target="/ppt/notesMasters/notesMaster1.xml" Id="R80e3cc72422d45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47af81b7904991" /><Relationship Type="http://schemas.openxmlformats.org/officeDocument/2006/relationships/notesMaster" Target="/ppt/notesMasters/notesMaster1.xml" Id="Rd43f9e4ed55a4a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39ecf2aa7864c54" /><Relationship Type="http://schemas.openxmlformats.org/officeDocument/2006/relationships/notesMaster" Target="/ppt/notesMasters/notesMaster1.xml" Id="Rde5bebcb30da44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4a17abfbfe4dd1" /><Relationship Type="http://schemas.openxmlformats.org/officeDocument/2006/relationships/notesMaster" Target="/ppt/notesMasters/notesMaster1.xml" Id="Rb34e70c3243046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63701439d04fd1" /><Relationship Type="http://schemas.openxmlformats.org/officeDocument/2006/relationships/notesMaster" Target="/ppt/notesMasters/notesMaster1.xml" Id="R989ab459a7c744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92d8a7480d54e9f" /><Relationship Type="http://schemas.openxmlformats.org/officeDocument/2006/relationships/notesMaster" Target="/ppt/notesMasters/notesMaster1.xml" Id="R3bac9ad48cb64a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1a91d3444a94d75" /><Relationship Type="http://schemas.openxmlformats.org/officeDocument/2006/relationships/notesMaster" Target="/ppt/notesMasters/notesMaster1.xml" Id="R3c08baf106084bb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65937bd75e740ee" /><Relationship Type="http://schemas.openxmlformats.org/officeDocument/2006/relationships/notesMaster" Target="/ppt/notesMasters/notesMaster1.xml" Id="Re97467f8b86a4e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2f97533e34c4025" /><Relationship Type="http://schemas.openxmlformats.org/officeDocument/2006/relationships/notesMaster" Target="/ppt/notesMasters/notesMaster1.xml" Id="R8ba8f195f0564d2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c10c6a55fb4f4b" /><Relationship Type="http://schemas.openxmlformats.org/officeDocument/2006/relationships/notesMaster" Target="/ppt/notesMasters/notesMaster1.xml" Id="R37d05bb62db0442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dbe76f6774d4ff5" /><Relationship Type="http://schemas.openxmlformats.org/officeDocument/2006/relationships/notesMaster" Target="/ppt/notesMasters/notesMaster1.xml" Id="R13b599c475e54fe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cad2ac4251e4fb2" /><Relationship Type="http://schemas.openxmlformats.org/officeDocument/2006/relationships/notesMaster" Target="/ppt/notesMasters/notesMaster1.xml" Id="Rb4cceabe5a8f4ef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5f6931dccd4056" /><Relationship Type="http://schemas.openxmlformats.org/officeDocument/2006/relationships/notesMaster" Target="/ppt/notesMasters/notesMaster1.xml" Id="Rb841d72ff87540c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2c0864ec0d84b1a" /><Relationship Type="http://schemas.openxmlformats.org/officeDocument/2006/relationships/notesMaster" Target="/ppt/notesMasters/notesMaster1.xml" Id="Rd8c9943f3b684ee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0759d59a31a409d" /><Relationship Type="http://schemas.openxmlformats.org/officeDocument/2006/relationships/notesMaster" Target="/ppt/notesMasters/notesMaster1.xml" Id="R511c23cc888d47d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4daaf8e5ee1436b" /><Relationship Type="http://schemas.openxmlformats.org/officeDocument/2006/relationships/notesMaster" Target="/ppt/notesMasters/notesMaster1.xml" Id="R8c96bb7ad2d841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eb788057088491b" /><Relationship Type="http://schemas.openxmlformats.org/officeDocument/2006/relationships/notesMaster" Target="/ppt/notesMasters/notesMaster1.xml" Id="R17ec67645aec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1장.</a:t>
            </a:r>
          </a:p>
          <a:p xmlns:a="http://schemas.openxmlformats.org/drawingml/2006/main">
            <a:r>
              <a:t>2026-10-27 사용자 정정: 참고 첨부 이미지는 녹색 그라데이션의 진하기만 참고하는 자료다. 표지 장면은 직전에 만든 cover-four-original-students.png의 네 학생과 산 모형을 유지한다. 원본 이미지 위에 편집 가능한 진한 녹색 그라데이션만 추가했으며 인물·산 모형을 재생성하지 않았다. 제목·저자·로고 배치를 유지한다.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3장.</a:t>
            </a:r>
          </a:p>
          <a:p xmlns:a="http://schemas.openxmlformats.org/drawingml/2006/main">
            <a:r>
              <a:t>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4장.</a:t>
            </a:r>
          </a:p>
          <a:p xmlns:a="http://schemas.openxmlformats.org/drawingml/2006/main">
            <a:r>
              <a:t>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5장.</a:t>
            </a:r>
          </a:p>
          <a:p xmlns:a="http://schemas.openxmlformats.org/drawingml/2006/main">
            <a:r>
              <a:t>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7장.</a:t>
            </a:r>
          </a:p>
          <a:p xmlns:a="http://schemas.openxmlformats.org/drawingml/2006/main">
            <a:r>
              <a:t>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9장.</a:t>
            </a:r>
          </a:p>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10장.</a:t>
            </a:r>
          </a:p>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11장.</a:t>
            </a:r>
          </a:p>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12장.</a:t>
            </a:r>
          </a:p>
          <a:p xmlns:a="http://schemas.openxmlformats.org/drawingml/2006/main">
            <a:r>
              <a:t>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13장.</a:t>
            </a:r>
          </a:p>
          <a:p xmlns:a="http://schemas.openxmlformats.org/drawingml/2006/main">
            <a:r>
              <a:t>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14장.</a:t>
            </a:r>
          </a:p>
          <a:p xmlns:a="http://schemas.openxmlformats.org/drawingml/2006/main">
            <a:r>
              <a:t>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15장.</a:t>
            </a:r>
          </a:p>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16장.</a:t>
            </a:r>
          </a:p>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18장.</a:t>
            </a:r>
          </a:p>
          <a:p xmlns:a="http://schemas.openxmlformats.org/drawingml/2006/main">
            <a:r>
              <a:t>사용자 요청 추가 예시. 오른쪽 여학생은 등록 body_student_two_flasks의 얼굴·머리·비율을 참조한 생성 삽화이다. 흑연을 손으로 눌러 다이아몬드를 만들려 애쓰는 개념적 상상 장면이며 실제 합성 방법이나 성공을 뜻하지 않는다. 보통 조건에서 직접 전환의 열량 측정은 어렵기 때문에 두 연소 반응을 이용한다. 고온·고압 등의 특수 합성 조건에서 제조 가능함과 구별한다. 원본 목표 반응식: 2015 완자 PDF/인쇄137쪽 풀이2. 2022 완자127쪽Q7·131쪽Q6 대조; 천재교과서86쪽 동소체/표 대조. 원본 식을 생성하거나 재입력하지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19장.</a:t>
            </a:r>
          </a:p>
          <a:p xmlns:a="http://schemas.openxmlformats.org/drawingml/2006/main">
            <a:r>
              <a:t>출처: 2022 완자 PDF/인쇄127쪽 Q7의 두 원본 연소 반응식과 모범답안. 2015 완자 PDF/인쇄137쪽 그래프·풀이 대조. 흑연 연소식에서 다이아몬드 연소식을 빼면 O2와CO2가 소거되어 C(s,흑연)→C(s,다이아몬드)만 남는다. 흑연1mol 기준 ΔH=+1.9kJ, 흡열반응. 25°C1기압 자료. 천재86쪽 표의1.88kJ/mol과는 표시 정밀도가 다르므로 이 장은 완자Q7의 반올림 수치만 사용한다. 표준 생성 엔탈피 정의는 뒤 Part3에서 다루고 여기서는 연소열과 헤스법칙만 이용한다.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20장.</a:t>
            </a:r>
          </a:p>
          <a:p xmlns:a="http://schemas.openxmlformats.org/drawingml/2006/main">
            <a:r>
              <a:t>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21장.</a:t>
            </a:r>
          </a:p>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22장.</a:t>
            </a:r>
          </a:p>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23장.</a:t>
            </a:r>
          </a:p>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24장.</a:t>
            </a:r>
          </a:p>
          <a:p xmlns:a="http://schemas.openxmlformats.org/drawingml/2006/main">
            <a:r>
              <a:t>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25장.</a:t>
            </a:r>
          </a:p>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26장.</a:t>
            </a:r>
          </a:p>
          <a:p xmlns:a="http://schemas.openxmlformats.org/drawingml/2006/main">
            <a:r>
              <a:t>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27장.</a:t>
            </a:r>
          </a:p>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28장.</a:t>
            </a:r>
          </a:p>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29장.</a:t>
            </a:r>
          </a:p>
          <a:p xmlns:a="http://schemas.openxmlformats.org/drawingml/2006/main">
            <a:r>
              <a:t>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30장.</a:t>
            </a:r>
          </a:p>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31장.</a:t>
            </a:r>
          </a:p>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32장.</a:t>
            </a:r>
          </a:p>
          <a:p xmlns:a="http://schemas.openxmlformats.org/drawingml/2006/main">
            <a:r>
              <a:t>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33장.</a:t>
            </a:r>
          </a:p>
          <a:p xmlns:a="http://schemas.openxmlformats.org/drawingml/2006/main">
            <a:r>
              <a:t>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34장.</a:t>
            </a:r>
          </a:p>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35장.</a:t>
            </a:r>
          </a:p>
          <a:p xmlns:a="http://schemas.openxmlformats.org/drawingml/2006/main">
            <a:r>
              <a:t>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36장.</a:t>
            </a:r>
          </a:p>
          <a:p xmlns:a="http://schemas.openxmlformats.org/drawingml/2006/main">
            <a:r>
              <a:t>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37장.</a:t>
            </a:r>
          </a:p>
          <a:p xmlns:a="http://schemas.openxmlformats.org/drawingml/2006/main">
            <a:r>
              <a:t>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38장.</a:t>
            </a:r>
          </a:p>
          <a:p xmlns:a="http://schemas.openxmlformats.org/drawingml/2006/main">
            <a:r>
              <a:t>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39장.</a:t>
            </a:r>
          </a:p>
          <a:p xmlns:a="http://schemas.openxmlformats.org/drawingml/2006/main">
            <a:r>
              <a:t>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40장.</a:t>
            </a:r>
          </a:p>
          <a:p xmlns:a="http://schemas.openxmlformats.org/drawingml/2006/main">
            <a:r>
              <a:t>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41장.</a:t>
            </a:r>
          </a:p>
          <a:p xmlns:a="http://schemas.openxmlformats.org/drawingml/2006/main">
            <a:r>
              <a:t>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42장.</a:t>
            </a:r>
          </a:p>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9e09cacc8d4d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2a1557ec7049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8b141c766241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c6c452b48647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61b9dce46243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a5892d62ad4d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041650-6FC2-457D-943E-C5E2ED806EF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8FB8A3-5427-4A7C-B10D-D9DA9F9B4DA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B7301E-512F-4C5A-93D1-34158586D9D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9D2B67-9B2F-4CA5-B076-FD90526504B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64904E-26F4-4BA1-99FF-9E3B6E3233C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59854B-CA07-4D45-A575-9A4DB56D38C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5E006F-C85B-4B0C-BF01-F1D6E6FA36D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E4C246-C0E0-4238-9612-36D0BFC02B8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EFC22-11EB-4695-B2B8-310166040B4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4B7E56-CBF3-4CC4-93FC-C207AA2B191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c313b6020f432c" /><Relationship Type="http://schemas.openxmlformats.org/officeDocument/2006/relationships/slideLayout" Target="/ppt/slideLayouts/slideLayout1.xml" Id="R4dbf318851de498d" /><Relationship Type="http://schemas.openxmlformats.org/officeDocument/2006/relationships/slideLayout" Target="/ppt/slideLayouts/slideLayout2.xml" Id="R6a9cb66a06714dda" /><Relationship Type="http://schemas.openxmlformats.org/officeDocument/2006/relationships/slideLayout" Target="/ppt/slideLayouts/slideLayout3.xml" Id="R898aa29303a24301" /><Relationship Type="http://schemas.openxmlformats.org/officeDocument/2006/relationships/slideLayout" Target="/ppt/slideLayouts/slideLayout4.xml" Id="R9f48613bed304704" /><Relationship Type="http://schemas.openxmlformats.org/officeDocument/2006/relationships/slideLayout" Target="/ppt/slideLayouts/slideLayout5.xml" Id="R84c8f469d62f4034" /><Relationship Type="http://schemas.openxmlformats.org/officeDocument/2006/relationships/slideLayout" Target="/ppt/slideLayouts/slideLayout6.xml" Id="R19596d124cba4c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bf318851de498d"/>
    <p:sldLayoutId xmlns:r="http://schemas.openxmlformats.org/officeDocument/2006/relationships" id="2147483650" r:id="R6a9cb66a06714dda"/>
    <p:sldLayoutId xmlns:r="http://schemas.openxmlformats.org/officeDocument/2006/relationships" id="2147483651" r:id="R898aa29303a24301"/>
    <p:sldLayoutId xmlns:r="http://schemas.openxmlformats.org/officeDocument/2006/relationships" id="2147483652" r:id="R9f48613bed304704"/>
    <p:sldLayoutId xmlns:r="http://schemas.openxmlformats.org/officeDocument/2006/relationships" id="2147483653" r:id="R84c8f469d62f4034"/>
    <p:sldLayoutId xmlns:r="http://schemas.openxmlformats.org/officeDocument/2006/relationships" id="2147483654" r:id="R19596d124cba4c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b75b6da7654596" /><Relationship Type="http://schemas.openxmlformats.org/officeDocument/2006/relationships/image" Target="/ppt/media/image.png" Id="R7882761729b3472a" /><Relationship Type="http://schemas.openxmlformats.org/officeDocument/2006/relationships/image" Target="/ppt/media/image2.png" Id="R5f45fae4c0424870" /><Relationship Type="http://schemas.openxmlformats.org/officeDocument/2006/relationships/image" Target="/ppt/media/image3.png" Id="Re0ba5b64b1eb43ca" /><Relationship Type="http://schemas.openxmlformats.org/officeDocument/2006/relationships/notesSlide" Target="/ppt/notesSlides/notesSlide1.xml" Id="Rfb76434d7d7145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c505a0267b42f3" /><Relationship Type="http://schemas.openxmlformats.org/officeDocument/2006/relationships/image" Target="/ppt/media/image4.png" Id="R6221461671284208" /><Relationship Type="http://schemas.openxmlformats.org/officeDocument/2006/relationships/image" Target="/ppt/media/image5.png" Id="R5a722b265a004cd6" /><Relationship Type="http://schemas.openxmlformats.org/officeDocument/2006/relationships/notesSlide" Target="/ppt/notesSlides/notesSlide2.xml" Id="R2f9117bc6e9f4e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e7b34962aa44cc" /><Relationship Type="http://schemas.openxmlformats.org/officeDocument/2006/relationships/image" Target="/ppt/media/image6.png" Id="Re3a462f094be4f33" /><Relationship Type="http://schemas.openxmlformats.org/officeDocument/2006/relationships/notesSlide" Target="/ppt/notesSlides/notesSlide3.xml" Id="R8e90617ed76841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21dce882ea4e68" /><Relationship Type="http://schemas.openxmlformats.org/officeDocument/2006/relationships/image" Target="/ppt/media/image7.png" Id="R3afa868b050644d9" /><Relationship Type="http://schemas.openxmlformats.org/officeDocument/2006/relationships/image" Target="/ppt/media/image8.png" Id="R9a752387a24741b1" /><Relationship Type="http://schemas.openxmlformats.org/officeDocument/2006/relationships/notesSlide" Target="/ppt/notesSlides/notesSlide4.xml" Id="R4329afe976654f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d8c768bb374210" /><Relationship Type="http://schemas.openxmlformats.org/officeDocument/2006/relationships/image" Target="/ppt/media/image9.png" Id="Rd4d33125fb434e4b" /><Relationship Type="http://schemas.openxmlformats.org/officeDocument/2006/relationships/image" Target="/ppt/media/image10.png" Id="Rd4fd7ff46ef34fe4" /><Relationship Type="http://schemas.openxmlformats.org/officeDocument/2006/relationships/notesSlide" Target="/ppt/notesSlides/notesSlide5.xml" Id="R15c95ecfbaac4a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b3149495994562" /><Relationship Type="http://schemas.openxmlformats.org/officeDocument/2006/relationships/image" Target="/ppt/media/image11.png" Id="R4af573a1bb084601" /><Relationship Type="http://schemas.openxmlformats.org/officeDocument/2006/relationships/notesSlide" Target="/ppt/notesSlides/notesSlide6.xml" Id="R67187dfc5d2548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b32253c10242e2" /><Relationship Type="http://schemas.openxmlformats.org/officeDocument/2006/relationships/image" Target="/ppt/media/image12.png" Id="R67cf94e7a9524207" /><Relationship Type="http://schemas.openxmlformats.org/officeDocument/2006/relationships/notesSlide" Target="/ppt/notesSlides/notesSlide7.xml" Id="R4b1cb97ebb8e46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1731ee4aad404d" /><Relationship Type="http://schemas.openxmlformats.org/officeDocument/2006/relationships/image" Target="/ppt/media/image13.png" Id="R26d97ce7966d4a80" /><Relationship Type="http://schemas.openxmlformats.org/officeDocument/2006/relationships/image" Target="/ppt/media/image14.png" Id="Rdabf0c2ec12a4596" /><Relationship Type="http://schemas.openxmlformats.org/officeDocument/2006/relationships/notesSlide" Target="/ppt/notesSlides/notesSlide8.xml" Id="Rd38372147bed4f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c68343186b4efa" /><Relationship Type="http://schemas.openxmlformats.org/officeDocument/2006/relationships/image" Target="/ppt/media/image15.png" Id="R436ea39e6f9f4240" /><Relationship Type="http://schemas.openxmlformats.org/officeDocument/2006/relationships/image" Target="/ppt/media/image16.png" Id="Ra4bad0e046ea49ef" /><Relationship Type="http://schemas.openxmlformats.org/officeDocument/2006/relationships/image" Target="/ppt/media/image17.png" Id="Rb8f0a9be42de4061" /><Relationship Type="http://schemas.openxmlformats.org/officeDocument/2006/relationships/image" Target="/ppt/media/image18.png" Id="R8bca4a18640f4fb2" /><Relationship Type="http://schemas.openxmlformats.org/officeDocument/2006/relationships/notesSlide" Target="/ppt/notesSlides/notesSlide9.xml" Id="R064de8c8fc4f49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a8f014d17ab4577" /><Relationship Type="http://schemas.openxmlformats.org/officeDocument/2006/relationships/image" Target="/ppt/media/image19.png" Id="R690f7923848d416e" /><Relationship Type="http://schemas.openxmlformats.org/officeDocument/2006/relationships/image" Target="/ppt/media/image20.png" Id="R533c1ea7d86042dc" /><Relationship Type="http://schemas.openxmlformats.org/officeDocument/2006/relationships/image" Target="/ppt/media/image21.png" Id="R389a5251c8bf4a77" /><Relationship Type="http://schemas.openxmlformats.org/officeDocument/2006/relationships/notesSlide" Target="/ppt/notesSlides/notesSlide10.xml" Id="R9c8add1d935241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24f88680c1489e" /><Relationship Type="http://schemas.openxmlformats.org/officeDocument/2006/relationships/image" Target="/ppt/media/image22.png" Id="R3d43ae867c4b451b" /><Relationship Type="http://schemas.openxmlformats.org/officeDocument/2006/relationships/image" Target="/ppt/media/image23.png" Id="R2becbff8cc3a4a48" /><Relationship Type="http://schemas.openxmlformats.org/officeDocument/2006/relationships/image" Target="/ppt/media/image24.png" Id="R052dbc48aaeb46ea" /><Relationship Type="http://schemas.openxmlformats.org/officeDocument/2006/relationships/notesSlide" Target="/ppt/notesSlides/notesSlide11.xml" Id="Re376d24e6c954c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52ccde41c54216" /><Relationship Type="http://schemas.openxmlformats.org/officeDocument/2006/relationships/image" Target="/ppt/media/image25.png" Id="Rd72ac9ba568f43e9" /><Relationship Type="http://schemas.openxmlformats.org/officeDocument/2006/relationships/notesSlide" Target="/ppt/notesSlides/notesSlide12.xml" Id="R374837ffeec145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4a109da1234b18" /><Relationship Type="http://schemas.openxmlformats.org/officeDocument/2006/relationships/image" Target="/ppt/media/image26.png" Id="R9820d331e91a471c" /><Relationship Type="http://schemas.openxmlformats.org/officeDocument/2006/relationships/image" Target="/ppt/media/image27.png" Id="R5a803e926b6f4e4d" /><Relationship Type="http://schemas.openxmlformats.org/officeDocument/2006/relationships/notesSlide" Target="/ppt/notesSlides/notesSlide13.xml" Id="R575a63f6c66849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77208330bbe4c57" /><Relationship Type="http://schemas.openxmlformats.org/officeDocument/2006/relationships/image" Target="/ppt/media/image28.png" Id="R1622e75f68984540" /><Relationship Type="http://schemas.openxmlformats.org/officeDocument/2006/relationships/notesSlide" Target="/ppt/notesSlides/notesSlide14.xml" Id="Re3e7c72cca1344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3648bf7044e49c2" /><Relationship Type="http://schemas.openxmlformats.org/officeDocument/2006/relationships/image" Target="/ppt/media/image29.png" Id="R13b659a60cb54899" /><Relationship Type="http://schemas.openxmlformats.org/officeDocument/2006/relationships/image" Target="/ppt/media/image30.png" Id="R40f7ff5f08ec4d19" /><Relationship Type="http://schemas.openxmlformats.org/officeDocument/2006/relationships/image" Target="/ppt/media/image31.png" Id="Rbce34d6c357049b7" /><Relationship Type="http://schemas.openxmlformats.org/officeDocument/2006/relationships/image" Target="/ppt/media/image32.png" Id="R2c8997c4c20d4ea1" /><Relationship Type="http://schemas.openxmlformats.org/officeDocument/2006/relationships/notesSlide" Target="/ppt/notesSlides/notesSlide15.xml" Id="R0cfc2488bdac42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fc8d28bed64c4c" /><Relationship Type="http://schemas.openxmlformats.org/officeDocument/2006/relationships/image" Target="/ppt/media/image33.png" Id="Rbb172d5e984943a0" /><Relationship Type="http://schemas.openxmlformats.org/officeDocument/2006/relationships/image" Target="/ppt/media/image34.png" Id="Rd9435a5a0e354900" /><Relationship Type="http://schemas.openxmlformats.org/officeDocument/2006/relationships/notesSlide" Target="/ppt/notesSlides/notesSlide16.xml" Id="Rdbcd3318875742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c8387a3c81496b" /><Relationship Type="http://schemas.openxmlformats.org/officeDocument/2006/relationships/image" Target="/ppt/media/image35.png" Id="Rc58ced4322eb4850" /><Relationship Type="http://schemas.openxmlformats.org/officeDocument/2006/relationships/image" Target="/ppt/media/image36.png" Id="Rbcc39c966b0a4b56" /><Relationship Type="http://schemas.openxmlformats.org/officeDocument/2006/relationships/image" Target="/ppt/media/image37.png" Id="R48556cb9f4a348f4" /><Relationship Type="http://schemas.openxmlformats.org/officeDocument/2006/relationships/notesSlide" Target="/ppt/notesSlides/notesSlide17.xml" Id="Rb52fbb09e92c4a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04b0f7a6e274ce8" /><Relationship Type="http://schemas.openxmlformats.org/officeDocument/2006/relationships/image" Target="/ppt/media/image38.png" Id="R425405be302d41ea" /><Relationship Type="http://schemas.openxmlformats.org/officeDocument/2006/relationships/image" Target="/ppt/media/image39.png" Id="R93f77ac528174a0f" /><Relationship Type="http://schemas.openxmlformats.org/officeDocument/2006/relationships/image" Target="/ppt/media/image40.png" Id="R388ba48a37d742fe" /><Relationship Type="http://schemas.openxmlformats.org/officeDocument/2006/relationships/notesSlide" Target="/ppt/notesSlides/notesSlide18.xml" Id="R320aaeb2a85e43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ad9beb59ef24e03" /><Relationship Type="http://schemas.openxmlformats.org/officeDocument/2006/relationships/image" Target="/ppt/media/image41.png" Id="Rc2c77424ad654aeb" /><Relationship Type="http://schemas.openxmlformats.org/officeDocument/2006/relationships/image" Target="/ppt/media/image42.png" Id="R019f395087d240aa" /><Relationship Type="http://schemas.openxmlformats.org/officeDocument/2006/relationships/image" Target="/ppt/media/image43.png" Id="Rd55cefcea841444e" /><Relationship Type="http://schemas.openxmlformats.org/officeDocument/2006/relationships/notesSlide" Target="/ppt/notesSlides/notesSlide19.xml" Id="Rf35f4d5e1b8b40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33d3358b5f14751" /><Relationship Type="http://schemas.openxmlformats.org/officeDocument/2006/relationships/image" Target="/ppt/media/image44.png" Id="R82fda0befb864349" /><Relationship Type="http://schemas.openxmlformats.org/officeDocument/2006/relationships/notesSlide" Target="/ppt/notesSlides/notesSlide20.xml" Id="Rf372cd391d4d4f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3edab34b6c49a7" /><Relationship Type="http://schemas.openxmlformats.org/officeDocument/2006/relationships/image" Target="/ppt/media/image45.png" Id="R0793f2e832904bf3" /><Relationship Type="http://schemas.openxmlformats.org/officeDocument/2006/relationships/image" Target="/ppt/media/image46.png" Id="R5cb5ace0e2e24793" /><Relationship Type="http://schemas.openxmlformats.org/officeDocument/2006/relationships/image" Target="/ppt/media/image47.png" Id="R519d5c43bcf74deb" /><Relationship Type="http://schemas.openxmlformats.org/officeDocument/2006/relationships/notesSlide" Target="/ppt/notesSlides/notesSlide21.xml" Id="Rc945f9705d794a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b718fd90dc94c6e" /><Relationship Type="http://schemas.openxmlformats.org/officeDocument/2006/relationships/image" Target="/ppt/media/image48.png" Id="R0ccb9420d53a4f09" /><Relationship Type="http://schemas.openxmlformats.org/officeDocument/2006/relationships/image" Target="/ppt/media/image49.png" Id="Rc271e01152c54b7a" /><Relationship Type="http://schemas.openxmlformats.org/officeDocument/2006/relationships/image" Target="/ppt/media/image50.png" Id="Re2d4b07d42174963" /><Relationship Type="http://schemas.openxmlformats.org/officeDocument/2006/relationships/notesSlide" Target="/ppt/notesSlides/notesSlide22.xml" Id="R1572290d8c1f4d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1d6f6080c264f54" /><Relationship Type="http://schemas.openxmlformats.org/officeDocument/2006/relationships/image" Target="/ppt/media/image51.png" Id="Rf0167eaed1bb4b87" /><Relationship Type="http://schemas.openxmlformats.org/officeDocument/2006/relationships/image" Target="/ppt/media/image52.png" Id="R36a9cadfbaf947e5" /><Relationship Type="http://schemas.openxmlformats.org/officeDocument/2006/relationships/notesSlide" Target="/ppt/notesSlides/notesSlide23.xml" Id="R7f31e4d9458a4d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41e265e593b4152" /><Relationship Type="http://schemas.openxmlformats.org/officeDocument/2006/relationships/image" Target="/ppt/media/image53.png" Id="Rdedba5ccdad64c57" /><Relationship Type="http://schemas.openxmlformats.org/officeDocument/2006/relationships/image" Target="/ppt/media/image54.png" Id="R168f0718511d4e02" /><Relationship Type="http://schemas.openxmlformats.org/officeDocument/2006/relationships/notesSlide" Target="/ppt/notesSlides/notesSlide24.xml" Id="R7340f93a2f8f4bd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3b4428ab4084ac2" /><Relationship Type="http://schemas.openxmlformats.org/officeDocument/2006/relationships/image" Target="/ppt/media/image55.png" Id="Rf0d7f733e7584ea6" /><Relationship Type="http://schemas.openxmlformats.org/officeDocument/2006/relationships/image" Target="/ppt/media/image56.png" Id="R80cc7ef120b94556" /><Relationship Type="http://schemas.openxmlformats.org/officeDocument/2006/relationships/notesSlide" Target="/ppt/notesSlides/notesSlide25.xml" Id="R322705920e9e4f4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8c165cd7b8d4098" /><Relationship Type="http://schemas.openxmlformats.org/officeDocument/2006/relationships/image" Target="/ppt/media/image57.png" Id="Rf9e6bd5c638d461e" /><Relationship Type="http://schemas.openxmlformats.org/officeDocument/2006/relationships/notesSlide" Target="/ppt/notesSlides/notesSlide26.xml" Id="Re11ca6e7271a440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152ec6ac0564ab9" /><Relationship Type="http://schemas.openxmlformats.org/officeDocument/2006/relationships/image" Target="/ppt/media/image58.png" Id="R7d510a77140b4afb" /><Relationship Type="http://schemas.openxmlformats.org/officeDocument/2006/relationships/image" Target="/ppt/media/image59.png" Id="R36c62898879a4aeb" /><Relationship Type="http://schemas.openxmlformats.org/officeDocument/2006/relationships/image" Target="/ppt/media/image60.png" Id="R1750e9e155be4f06" /><Relationship Type="http://schemas.openxmlformats.org/officeDocument/2006/relationships/notesSlide" Target="/ppt/notesSlides/notesSlide27.xml" Id="R7c382e078e504c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30807b5b3a54299" /><Relationship Type="http://schemas.openxmlformats.org/officeDocument/2006/relationships/image" Target="/ppt/media/image61.png" Id="R53267e88eafb4428" /><Relationship Type="http://schemas.openxmlformats.org/officeDocument/2006/relationships/image" Target="/ppt/media/image62.png" Id="R0df227f0bea847a3" /><Relationship Type="http://schemas.openxmlformats.org/officeDocument/2006/relationships/notesSlide" Target="/ppt/notesSlides/notesSlide28.xml" Id="Re91598c5ee1643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01ce7e267f34eb0" /><Relationship Type="http://schemas.openxmlformats.org/officeDocument/2006/relationships/image" Target="/ppt/media/image63.png" Id="R54873c8e17e54cc7" /><Relationship Type="http://schemas.openxmlformats.org/officeDocument/2006/relationships/notesSlide" Target="/ppt/notesSlides/notesSlide29.xml" Id="R894c384b253a4a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e848a8c513246bb" /><Relationship Type="http://schemas.openxmlformats.org/officeDocument/2006/relationships/image" Target="/ppt/media/image64.png" Id="Rb84cfc395a974d59" /><Relationship Type="http://schemas.openxmlformats.org/officeDocument/2006/relationships/image" Target="/ppt/media/image65.png" Id="R4b2d87016bf04e30" /><Relationship Type="http://schemas.openxmlformats.org/officeDocument/2006/relationships/notesSlide" Target="/ppt/notesSlides/notesSlide30.xml" Id="R00429d353e1548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316c86b333540f5" /><Relationship Type="http://schemas.openxmlformats.org/officeDocument/2006/relationships/image" Target="/ppt/media/image66.png" Id="R3a47a80ab3bc4984" /><Relationship Type="http://schemas.openxmlformats.org/officeDocument/2006/relationships/image" Target="/ppt/media/image67.png" Id="R0f0dff209f29493b" /><Relationship Type="http://schemas.openxmlformats.org/officeDocument/2006/relationships/image" Target="/ppt/media/image68.png" Id="R3c049d746c1f4ed7" /><Relationship Type="http://schemas.openxmlformats.org/officeDocument/2006/relationships/notesSlide" Target="/ppt/notesSlides/notesSlide31.xml" Id="Rc699db13d80943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de30d9e83f64f7b" /><Relationship Type="http://schemas.openxmlformats.org/officeDocument/2006/relationships/image" Target="/ppt/media/image69.png" Id="Re2b2153803ed407f" /><Relationship Type="http://schemas.openxmlformats.org/officeDocument/2006/relationships/notesSlide" Target="/ppt/notesSlides/notesSlide32.xml" Id="R2140f390c17d44f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58a666e4a96435f" /><Relationship Type="http://schemas.openxmlformats.org/officeDocument/2006/relationships/image" Target="/ppt/media/image70.png" Id="Rfde33ea5509e49fa" /><Relationship Type="http://schemas.openxmlformats.org/officeDocument/2006/relationships/image" Target="/ppt/media/image71.png" Id="R70f54ee2cea84a44" /><Relationship Type="http://schemas.openxmlformats.org/officeDocument/2006/relationships/notesSlide" Target="/ppt/notesSlides/notesSlide33.xml" Id="Rda3666a269d84ae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2b33c7c0aee44df" /><Relationship Type="http://schemas.openxmlformats.org/officeDocument/2006/relationships/image" Target="/ppt/media/image72.png" Id="R070ec6296eaa4409" /><Relationship Type="http://schemas.openxmlformats.org/officeDocument/2006/relationships/image" Target="/ppt/media/image73.png" Id="Rea3074d72c5649c1" /><Relationship Type="http://schemas.openxmlformats.org/officeDocument/2006/relationships/image" Target="/ppt/media/image74.png" Id="Re58adee378e14e69" /><Relationship Type="http://schemas.openxmlformats.org/officeDocument/2006/relationships/image" Target="/ppt/media/image75.png" Id="Rea506532dcc44f34" /><Relationship Type="http://schemas.openxmlformats.org/officeDocument/2006/relationships/image" Target="/ppt/media/image76.png" Id="Rd3f1a910eeae4716" /><Relationship Type="http://schemas.openxmlformats.org/officeDocument/2006/relationships/notesSlide" Target="/ppt/notesSlides/notesSlide34.xml" Id="Rf43e50d4e47b425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f90bce72e014994" /><Relationship Type="http://schemas.openxmlformats.org/officeDocument/2006/relationships/image" Target="/ppt/media/image77.png" Id="Re4764876a50249e9" /><Relationship Type="http://schemas.openxmlformats.org/officeDocument/2006/relationships/image" Target="/ppt/media/image78.png" Id="R85f93c6d29ff4567" /><Relationship Type="http://schemas.openxmlformats.org/officeDocument/2006/relationships/image" Target="/ppt/media/image79.png" Id="R8f5bb7ecfff54b7b" /><Relationship Type="http://schemas.openxmlformats.org/officeDocument/2006/relationships/notesSlide" Target="/ppt/notesSlides/notesSlide35.xml" Id="Rf11afb80e4464b1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81604a1e6ae4a14" /><Relationship Type="http://schemas.openxmlformats.org/officeDocument/2006/relationships/image" Target="/ppt/media/image80.png" Id="R1181341c733647f2" /><Relationship Type="http://schemas.openxmlformats.org/officeDocument/2006/relationships/notesSlide" Target="/ppt/notesSlides/notesSlide36.xml" Id="R989e6ca2af314d3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6f05c0761644c21" /><Relationship Type="http://schemas.openxmlformats.org/officeDocument/2006/relationships/image" Target="/ppt/media/image81.png" Id="R2bffacbdffbb4bed" /><Relationship Type="http://schemas.openxmlformats.org/officeDocument/2006/relationships/notesSlide" Target="/ppt/notesSlides/notesSlide37.xml" Id="R73fc433cb02342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a482c0bef274d35" /><Relationship Type="http://schemas.openxmlformats.org/officeDocument/2006/relationships/image" Target="/ppt/media/image82.png" Id="R03029dab7d1f4ae5" /><Relationship Type="http://schemas.openxmlformats.org/officeDocument/2006/relationships/notesSlide" Target="/ppt/notesSlides/notesSlide38.xml" Id="Rd545b648598047c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cd17b435ab34fad" /><Relationship Type="http://schemas.openxmlformats.org/officeDocument/2006/relationships/image" Target="/ppt/media/image83.png" Id="Ra834b68ac8804759" /><Relationship Type="http://schemas.openxmlformats.org/officeDocument/2006/relationships/notesSlide" Target="/ppt/notesSlides/notesSlide39.xml" Id="Rada6526063b9409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ddad9e977c242a3" /><Relationship Type="http://schemas.openxmlformats.org/officeDocument/2006/relationships/image" Target="/ppt/media/image84.png" Id="Rc07d1535d3f04ac0" /><Relationship Type="http://schemas.openxmlformats.org/officeDocument/2006/relationships/notesSlide" Target="/ppt/notesSlides/notesSlide40.xml" Id="Rf155d7ba896147e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a67fb95e02a4ff8" /><Relationship Type="http://schemas.openxmlformats.org/officeDocument/2006/relationships/image" Target="/ppt/media/image85.png" Id="Rd291952f8d024d87" /><Relationship Type="http://schemas.openxmlformats.org/officeDocument/2006/relationships/notesSlide" Target="/ppt/notesSlides/notesSlide41.xml" Id="R0f429cbb374f488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a16af3b1cf8474e" /><Relationship Type="http://schemas.openxmlformats.org/officeDocument/2006/relationships/image" Target="/ppt/media/image86.png" Id="Reb1eccc0704f43f1" /><Relationship Type="http://schemas.openxmlformats.org/officeDocument/2006/relationships/notesSlide" Target="/ppt/notesSlides/notesSlide42.xml" Id="R18c5e74794c34a48"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704C74E-44D1-4D67-8899-1DC1B258515D}"/>
              </a:ext>
            </a:extLst>
          </p:cNvPr>
          <p:cNvPicPr>
            <a:picLocks xmlns:a="http://schemas.openxmlformats.org/drawingml/2006/main" noChangeAspect="1"/>
          </p:cNvPicPr>
          <p:nvPr/>
        </p:nvPicPr>
        <p:blipFill>
          <a:blip xmlns:r="http://schemas.openxmlformats.org/officeDocument/2006/relationships" xmlns:a="http://schemas.openxmlformats.org/drawingml/2006/main" r:embed="R7882761729b3472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2DE432B1-65C6-48D3-992D-284A8203E8E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11F656D8-2A96-4ECC-8B03-787388EA8F2F}"/>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82DB8BE0-94B2-4D7A-B89D-B8FA1BCE966F}"/>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27948A4D-F969-45AD-A218-C7C8D2C79DB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AB63402C-B1AE-4724-9E33-309640F4D37D}"/>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B5DE9788-01FD-4943-A89A-4745FEB11767}"/>
              </a:ext>
            </a:extLst>
          </p:cNvPr>
          <p:cNvPicPr>
            <a:picLocks xmlns:a="http://schemas.openxmlformats.org/drawingml/2006/main" noChangeAspect="1"/>
          </p:cNvPicPr>
          <p:nvPr/>
        </p:nvPicPr>
        <p:blipFill>
          <a:blip xmlns:r="http://schemas.openxmlformats.org/officeDocument/2006/relationships" xmlns:a="http://schemas.openxmlformats.org/drawingml/2006/main" r:embed="R5f45fae4c04248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AF1205E-793D-43C9-A3B9-146FAD582E5B}"/>
              </a:ext>
            </a:extLst>
          </p:cNvPr>
          <p:cNvPicPr>
            <a:picLocks xmlns:a="http://schemas.openxmlformats.org/drawingml/2006/main" noChangeAspect="1"/>
          </p:cNvPicPr>
          <p:nvPr/>
        </p:nvPicPr>
        <p:blipFill>
          <a:blip xmlns:r="http://schemas.openxmlformats.org/officeDocument/2006/relationships" xmlns:a="http://schemas.openxmlformats.org/drawingml/2006/main" r:embed="Re0ba5b64b1eb43ca"/>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7FDD8CC-4793-48FD-ABFB-DFEEC1D397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5622027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0076F90-8CCD-4DFC-AA89-ED83747ACC84}"/>
              </a:ext>
            </a:extLst>
          </p:cNvPr>
          <p:cNvPicPr>
            <a:picLocks xmlns:a="http://schemas.openxmlformats.org/drawingml/2006/main" noChangeAspect="1"/>
          </p:cNvPicPr>
          <p:nvPr/>
        </p:nvPicPr>
        <p:blipFill>
          <a:blip xmlns:r="http://schemas.openxmlformats.org/officeDocument/2006/relationships" xmlns:a="http://schemas.openxmlformats.org/drawingml/2006/main" r:embed="R62214616712842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6B3DCA-71C0-4841-82C2-384E519BB9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B48CD7-A80F-44EE-A50E-FF2D23630D5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F0C2A584-83E4-4B26-B750-B9D2643647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242BC40-5E4F-4D28-9A85-B4B2B892671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20C718D1-2AFD-4D91-8B88-F0DD26BB833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3D8AA546-4C6F-4A29-B037-15AE64BE6504}"/>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98816ECD-7BA0-42BF-AB65-018033409422}"/>
              </a:ext>
            </a:extLst>
          </p:cNvPr>
          <p:cNvPicPr>
            <a:picLocks xmlns:a="http://schemas.openxmlformats.org/drawingml/2006/main" noChangeAspect="1"/>
          </p:cNvPicPr>
          <p:nvPr/>
        </p:nvPicPr>
        <p:blipFill>
          <a:blip xmlns:r="http://schemas.openxmlformats.org/officeDocument/2006/relationships" xmlns:a="http://schemas.openxmlformats.org/drawingml/2006/main" r:embed="R5a722b265a004cd6"/>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4058849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A9B9908-AB89-4271-8BEB-48655FC9297E}"/>
              </a:ext>
            </a:extLst>
          </p:cNvPr>
          <p:cNvPicPr>
            <a:picLocks xmlns:a="http://schemas.openxmlformats.org/drawingml/2006/main" noChangeAspect="1"/>
          </p:cNvPicPr>
          <p:nvPr/>
        </p:nvPicPr>
        <p:blipFill>
          <a:blip xmlns:r="http://schemas.openxmlformats.org/officeDocument/2006/relationships" xmlns:a="http://schemas.openxmlformats.org/drawingml/2006/main" r:embed="Re3a462f094be4f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6B0970-2BEA-4481-A7A6-C854C5F99F9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FDFEFF-6294-4A6E-8F34-63894E7D3A29}"/>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BA691ED6-BD0B-4038-820A-202C6F1863DB}"/>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D08B314-63BB-4CB3-A47D-740ED99422F2}"/>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4CD044A-A723-4FF3-BDEE-79E343DDC43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5629A2A6-6DF8-4AF6-B95B-7C64EB4266A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4058C6D-1F39-40C0-99D3-EB40A00B180B}"/>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2525F24-6CA2-4697-96A8-0B542E3B4AA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22E196EB-3256-4DBC-ABB3-84FF248FF927}"/>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A1FA2B4-3E66-4FEC-AA9F-C53D131575A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8A93F28-CBB0-4035-A1EC-30238D7F25B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5451D114-D903-4AB5-9C5B-A5A4D7E2052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CF94FC1-0FEA-4602-8923-AAD88B6D9B5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E131ECA8-3383-499E-B164-B72FDA58A7A5}"/>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0968826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390BD40-8A2D-4F13-8F6C-DBFD336EEC5C}"/>
              </a:ext>
            </a:extLst>
          </p:cNvPr>
          <p:cNvPicPr>
            <a:picLocks xmlns:a="http://schemas.openxmlformats.org/drawingml/2006/main" noChangeAspect="1"/>
          </p:cNvPicPr>
          <p:nvPr/>
        </p:nvPicPr>
        <p:blipFill>
          <a:blip xmlns:r="http://schemas.openxmlformats.org/officeDocument/2006/relationships" xmlns:a="http://schemas.openxmlformats.org/drawingml/2006/main" r:embed="R3afa868b050644d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536603-8175-441F-A9D9-9BC6308AFD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8BD6CC-F7E5-485F-96DF-298D5CC9290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66E7330-51AC-45A5-8681-8B24AAD761FE}"/>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EB77F9-08C1-43C7-BCCA-338A93D7B6D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4005776-7531-4C45-A7B1-6AC0D1AB1A31}"/>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8FABEF4-925C-4BC6-862B-B42BEC0C14FD}"/>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8ACBD05-9611-470C-8A5D-2692F3955548}"/>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8CD2C45-3129-4601-B1F6-D01AFF56C030}"/>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027BBB80-12D4-4758-A9A9-33AE3C7E2181}"/>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418D425-1A67-4AA2-8F5D-37A65B8B7D89}"/>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1BD4AF2-8621-455B-8B44-1E08EB97E6D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C87A4FBB-FDEC-4980-945D-5AE26D484C94}"/>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76C93628-9C3B-46FD-8EED-EC1EDFC367A0}"/>
              </a:ext>
            </a:extLst>
          </p:cNvPr>
          <p:cNvPicPr>
            <a:picLocks xmlns:a="http://schemas.openxmlformats.org/drawingml/2006/main" noChangeAspect="1"/>
          </p:cNvPicPr>
          <p:nvPr/>
        </p:nvPicPr>
        <p:blipFill>
          <a:blip xmlns:r="http://schemas.openxmlformats.org/officeDocument/2006/relationships" xmlns:a="http://schemas.openxmlformats.org/drawingml/2006/main" r:embed="R9a752387a24741b1"/>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7156133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36B3C7B-7CDF-4671-8E1B-35E4D7240301}"/>
              </a:ext>
            </a:extLst>
          </p:cNvPr>
          <p:cNvPicPr>
            <a:picLocks xmlns:a="http://schemas.openxmlformats.org/drawingml/2006/main" noChangeAspect="1"/>
          </p:cNvPicPr>
          <p:nvPr/>
        </p:nvPicPr>
        <p:blipFill>
          <a:blip xmlns:r="http://schemas.openxmlformats.org/officeDocument/2006/relationships" xmlns:a="http://schemas.openxmlformats.org/drawingml/2006/main" r:embed="Rd4d33125fb434e4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35BACCB-8252-467A-88D2-3F6B019A860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916892F-2927-4603-8CA8-FBF017484D7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C50C1FC-3AB8-473E-B8A3-BE46B3DA530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F52D196-A50C-41A9-8E1B-5FFF6F94D690}"/>
              </a:ext>
            </a:extLst>
          </p:cNvPr>
          <p:cNvPicPr>
            <a:picLocks xmlns:a="http://schemas.openxmlformats.org/drawingml/2006/main" noChangeAspect="1"/>
          </p:cNvPicPr>
          <p:nvPr/>
        </p:nvPicPr>
        <p:blipFill>
          <a:blip xmlns:r="http://schemas.openxmlformats.org/officeDocument/2006/relationships" xmlns:a="http://schemas.openxmlformats.org/drawingml/2006/main" r:embed="Rd4fd7ff46ef34fe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BFA4C617-57BA-48FB-A181-C81174E99B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DD4B585A-B780-43EC-A89E-0E79FEEDBB2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F8C2CF42-A780-41F2-8E48-0B84CBA88E6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5A5A3460-C044-4655-A84C-30A0FF52D39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7554229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1D10FC2-EFD5-46F4-862E-BDACBA4F9F24}"/>
              </a:ext>
            </a:extLst>
          </p:cNvPr>
          <p:cNvPicPr>
            <a:picLocks xmlns:a="http://schemas.openxmlformats.org/drawingml/2006/main" noChangeAspect="1"/>
          </p:cNvPicPr>
          <p:nvPr/>
        </p:nvPicPr>
        <p:blipFill>
          <a:blip xmlns:r="http://schemas.openxmlformats.org/officeDocument/2006/relationships" xmlns:a="http://schemas.openxmlformats.org/drawingml/2006/main" r:embed="R4af573a1bb0846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288038-41E8-4473-B2C1-99CB326C91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9C6A1A-6659-4B2E-A9A0-A85AF6C91E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193D967-EE6F-44F5-906E-92C54CEE082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557F487-491C-4FF0-9833-84816D9564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7555404-C19B-42B5-8083-EF690072A137}"/>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189C357F-75CE-4D8D-94FD-5A29C357E7F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598C7004-3D0A-4CC5-93F5-5B4B1348BB2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DBED83E8-0549-4BC2-BEA6-6716E17D6F3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74ACAFF9-4664-4551-9889-5AF8C1427F1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E9CE1596-0A39-43EB-8DF9-C86EC232497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903870FF-2681-41B3-B1E0-5A5DCAA3BDC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887358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CFA02CE-C5E5-4197-A21B-440C1EFBC77D}"/>
              </a:ext>
            </a:extLst>
          </p:cNvPr>
          <p:cNvPicPr>
            <a:picLocks xmlns:a="http://schemas.openxmlformats.org/drawingml/2006/main" noChangeAspect="1"/>
          </p:cNvPicPr>
          <p:nvPr/>
        </p:nvPicPr>
        <p:blipFill>
          <a:blip xmlns:r="http://schemas.openxmlformats.org/officeDocument/2006/relationships" xmlns:a="http://schemas.openxmlformats.org/drawingml/2006/main" r:embed="R67cf94e7a95242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198305-5504-48EF-AB33-644A4BD6EFC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A0A75E-9EB3-465B-ADC5-2E1B03483C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2756D54-2D6F-4689-9375-5C5190C7E83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84F1626-5118-451E-937D-3219C457D1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F67E6A4-8323-46E3-B7D7-54EA284AFA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68E2E988-7F9B-4DDD-9E40-A60526E1361B}"/>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906ED9B2-CD56-4507-8B11-FB7073E4FB7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3BB0C47-B9C0-41C0-9502-6D86A2F4465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477F1F48-9EB9-4981-9889-2F08AAAB66A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F01F1BF1-D82B-4E4E-8E17-03A3F07DB4E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DF0E473C-B50B-495C-8E59-35A3E3327AE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AABE48D7-3872-474A-8487-2021F28B6E2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1828343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36CAA99-07DB-4D4D-9A62-26EB1B4F3965}"/>
              </a:ext>
            </a:extLst>
          </p:cNvPr>
          <p:cNvPicPr>
            <a:picLocks xmlns:a="http://schemas.openxmlformats.org/drawingml/2006/main" noChangeAspect="1"/>
          </p:cNvPicPr>
          <p:nvPr/>
        </p:nvPicPr>
        <p:blipFill>
          <a:blip xmlns:r="http://schemas.openxmlformats.org/officeDocument/2006/relationships" xmlns:a="http://schemas.openxmlformats.org/drawingml/2006/main" r:embed="R26d97ce7966d4a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C7E5ED-3B8A-45E4-BCF3-9CC9AE62FF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843166-A7E1-4B14-AD99-2CEE0FAB2BE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B11AA79-5D4F-4B75-A589-0F33FFFBBDC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B7E6B5-7051-486C-AF6C-3150EC001A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352CE09-65C7-47F6-8D01-40B3928596BF}"/>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23077059-B14B-4740-8F94-1C2C8C72930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805E7245-F2CE-4506-8189-A8D3F851D2A6}"/>
              </a:ext>
            </a:extLst>
          </p:cNvPr>
          <p:cNvPicPr>
            <a:picLocks xmlns:a="http://schemas.openxmlformats.org/drawingml/2006/main" noChangeAspect="1"/>
          </p:cNvPicPr>
          <p:nvPr/>
        </p:nvPicPr>
        <p:blipFill>
          <a:blip xmlns:r="http://schemas.openxmlformats.org/officeDocument/2006/relationships" xmlns:a="http://schemas.openxmlformats.org/drawingml/2006/main" r:embed="Rdabf0c2ec12a4596"/>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9841135-D5C0-44C5-8EB0-BD297C8263D2}"/>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AA105AFB-F273-41FC-983E-FB3D87A6144D}"/>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F7381739-C2E2-44FC-8415-2BD1DC9C592B}"/>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9941FCF-00D2-4516-A041-4DCA58479B83}"/>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2B0EF2AC-D694-4F64-8F70-70C273C774FC}"/>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FD019FC4-30E2-41BF-8801-DE9A86C52FE2}"/>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F4C69D4C-A127-43B8-A048-C612B3123868}"/>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06E7C929-3062-4796-83E2-9385E652F4D7}"/>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4573564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FDF7200-F13D-4BAB-92B7-30BBE3AAB32B}"/>
              </a:ext>
            </a:extLst>
          </p:cNvPr>
          <p:cNvPicPr>
            <a:picLocks xmlns:a="http://schemas.openxmlformats.org/drawingml/2006/main" noChangeAspect="1"/>
          </p:cNvPicPr>
          <p:nvPr/>
        </p:nvPicPr>
        <p:blipFill>
          <a:blip xmlns:r="http://schemas.openxmlformats.org/officeDocument/2006/relationships" xmlns:a="http://schemas.openxmlformats.org/drawingml/2006/main" r:embed="R436ea39e6f9f42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472129-88B4-47B2-B62F-B2400C37C0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057159-7E90-4C1F-8F17-37D5CC6B41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B875AF3-13D9-4F7E-B82A-DD4CB8B102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7AAC229-6538-4EC5-8608-80928438B2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0F745FA-049D-4409-9972-EB9C3D1A2A0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1B736CFE-B052-40AF-868A-91C4F46D7AE9}"/>
              </a:ext>
            </a:extLst>
          </p:cNvPr>
          <p:cNvPicPr>
            <a:picLocks xmlns:a="http://schemas.openxmlformats.org/drawingml/2006/main" noChangeAspect="1"/>
          </p:cNvPicPr>
          <p:nvPr/>
        </p:nvPicPr>
        <p:blipFill>
          <a:blip xmlns:r="http://schemas.openxmlformats.org/officeDocument/2006/relationships" xmlns:a="http://schemas.openxmlformats.org/drawingml/2006/main" r:embed="Ra4bad0e046ea49ef"/>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0FF4B4A-E780-450D-9DA6-08E87F5C2160}"/>
              </a:ext>
            </a:extLst>
          </p:cNvPr>
          <p:cNvPicPr>
            <a:picLocks xmlns:a="http://schemas.openxmlformats.org/drawingml/2006/main" noChangeAspect="1"/>
          </p:cNvPicPr>
          <p:nvPr/>
        </p:nvPicPr>
        <p:blipFill>
          <a:blip xmlns:r="http://schemas.openxmlformats.org/officeDocument/2006/relationships" xmlns:a="http://schemas.openxmlformats.org/drawingml/2006/main" r:embed="Rb8f0a9be42de4061"/>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C4B5EF12-918F-40AB-8FDF-318B7EFD4189}"/>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33F17C3F-185E-4CC7-A3EB-82B49B1E1F48}"/>
              </a:ext>
            </a:extLst>
          </p:cNvPr>
          <p:cNvPicPr>
            <a:picLocks xmlns:a="http://schemas.openxmlformats.org/drawingml/2006/main" noChangeAspect="1"/>
          </p:cNvPicPr>
          <p:nvPr/>
        </p:nvPicPr>
        <p:blipFill>
          <a:blip xmlns:r="http://schemas.openxmlformats.org/officeDocument/2006/relationships" xmlns:a="http://schemas.openxmlformats.org/drawingml/2006/main" r:embed="R8bca4a18640f4fb2"/>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F840BB2B-C9CC-4D1A-8781-7F189D283DB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A819774-1CAE-41D6-84E3-8B9E6528B30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5583499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1DD31E7-763F-43B1-A272-05417AC74631}"/>
              </a:ext>
            </a:extLst>
          </p:cNvPr>
          <p:cNvPicPr>
            <a:picLocks xmlns:a="http://schemas.openxmlformats.org/drawingml/2006/main" noChangeAspect="1"/>
          </p:cNvPicPr>
          <p:nvPr/>
        </p:nvPicPr>
        <p:blipFill>
          <a:blip xmlns:r="http://schemas.openxmlformats.org/officeDocument/2006/relationships" xmlns:a="http://schemas.openxmlformats.org/drawingml/2006/main" r:embed="R690f7923848d41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A1D127-D85A-4A2E-A3E4-4A82F06156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FA01BC-0B49-436F-B6AA-547E25FB38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44ACFC6-81D6-4D04-BB48-6C47411E46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08EFFEB-5B4F-419C-BB62-034A531BA0F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90AECC5-0F87-43EA-8716-C3CBA869048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B0FA48E4-CC02-4BA3-9CAF-A89378BC4FA6}"/>
              </a:ext>
            </a:extLst>
          </p:cNvPr>
          <p:cNvPicPr>
            <a:picLocks xmlns:a="http://schemas.openxmlformats.org/drawingml/2006/main" noChangeAspect="1"/>
          </p:cNvPicPr>
          <p:nvPr/>
        </p:nvPicPr>
        <p:blipFill>
          <a:blip xmlns:r="http://schemas.openxmlformats.org/officeDocument/2006/relationships" xmlns:a="http://schemas.openxmlformats.org/drawingml/2006/main" r:embed="R533c1ea7d86042dc"/>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CFEB601-5449-4440-8920-2F5C603146F5}"/>
              </a:ext>
            </a:extLst>
          </p:cNvPr>
          <p:cNvPicPr>
            <a:picLocks xmlns:a="http://schemas.openxmlformats.org/drawingml/2006/main" noChangeAspect="1"/>
          </p:cNvPicPr>
          <p:nvPr/>
        </p:nvPicPr>
        <p:blipFill>
          <a:blip xmlns:r="http://schemas.openxmlformats.org/officeDocument/2006/relationships" xmlns:a="http://schemas.openxmlformats.org/drawingml/2006/main" r:embed="R389a5251c8bf4a77"/>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4B117E1-B91C-4A2F-B0F0-3F60990AF5B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407C7D6-ABDA-4800-A4C3-904F24C44B8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582019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450457D-C7EF-4EBF-B73B-C0B5CDC27551}"/>
              </a:ext>
            </a:extLst>
          </p:cNvPr>
          <p:cNvPicPr>
            <a:picLocks xmlns:a="http://schemas.openxmlformats.org/drawingml/2006/main" noChangeAspect="1"/>
          </p:cNvPicPr>
          <p:nvPr/>
        </p:nvPicPr>
        <p:blipFill>
          <a:blip xmlns:r="http://schemas.openxmlformats.org/officeDocument/2006/relationships" xmlns:a="http://schemas.openxmlformats.org/drawingml/2006/main" r:embed="R3d43ae867c4b45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41D8A3-A2C5-44EC-90D4-7205D163A8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E6A0BB-5049-4AF7-9762-26D04F50FA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1803D9C-DAC7-48F6-B1A9-9DF5D05363A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FA9B5A1-C452-4D51-9C0F-61E3D918FD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9E727EC-1BCB-43F5-9B71-946E23AEDE1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431F46E2-AF85-40F3-B48E-89F43531A150}"/>
              </a:ext>
            </a:extLst>
          </p:cNvPr>
          <p:cNvPicPr>
            <a:picLocks xmlns:a="http://schemas.openxmlformats.org/drawingml/2006/main" noChangeAspect="1"/>
          </p:cNvPicPr>
          <p:nvPr/>
        </p:nvPicPr>
        <p:blipFill>
          <a:blip xmlns:r="http://schemas.openxmlformats.org/officeDocument/2006/relationships" xmlns:a="http://schemas.openxmlformats.org/drawingml/2006/main" r:embed="R2becbff8cc3a4a48"/>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42ED448-2F5D-4996-9F15-8E5B31442FB5}"/>
              </a:ext>
            </a:extLst>
          </p:cNvPr>
          <p:cNvPicPr>
            <a:picLocks xmlns:a="http://schemas.openxmlformats.org/drawingml/2006/main" noChangeAspect="1"/>
          </p:cNvPicPr>
          <p:nvPr/>
        </p:nvPicPr>
        <p:blipFill>
          <a:blip xmlns:r="http://schemas.openxmlformats.org/officeDocument/2006/relationships" xmlns:a="http://schemas.openxmlformats.org/drawingml/2006/main" r:embed="R052dbc48aaeb46ea"/>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86B62DB-B190-4C16-B830-7E1EF428B9F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3AB9F08-62CA-4466-BABC-6B29AE37515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3150574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1463DD5-0568-4C03-9096-39B19AC5007A}"/>
              </a:ext>
            </a:extLst>
          </p:cNvPr>
          <p:cNvPicPr>
            <a:picLocks xmlns:a="http://schemas.openxmlformats.org/drawingml/2006/main" noChangeAspect="1"/>
          </p:cNvPicPr>
          <p:nvPr/>
        </p:nvPicPr>
        <p:blipFill>
          <a:blip xmlns:r="http://schemas.openxmlformats.org/officeDocument/2006/relationships" xmlns:a="http://schemas.openxmlformats.org/drawingml/2006/main" r:embed="Rd72ac9ba568f43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38AEC6-29C6-4BDE-9742-36C51D067E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A8EFD7-054A-410E-A997-27CA6979721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797FAF7-800B-4018-9FC9-A95520BBE4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A94239-7158-40D5-9A3E-DF788E6AF51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DE8A035-7CB9-445D-BBF5-AB83D8C7545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B8FF8C46-B032-4D4C-AAD2-CA2A77C6ADA2}"/>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05AC320-1B36-4634-A83F-1EA7B1622AE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EEA386E-5273-4DDF-8ADD-7F817B9F1FD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5D52A9A-45EA-4006-9649-D69E22A51E66}"/>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79FCA0-B377-4297-907D-EA9C1DD7F053}"/>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9109726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809F7D8-43F1-4242-B777-079B3A511EE8}"/>
              </a:ext>
            </a:extLst>
          </p:cNvPr>
          <p:cNvPicPr>
            <a:picLocks xmlns:a="http://schemas.openxmlformats.org/drawingml/2006/main" noChangeAspect="1"/>
          </p:cNvPicPr>
          <p:nvPr/>
        </p:nvPicPr>
        <p:blipFill>
          <a:blip xmlns:r="http://schemas.openxmlformats.org/officeDocument/2006/relationships" xmlns:a="http://schemas.openxmlformats.org/drawingml/2006/main" r:embed="R9820d331e91a471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60EAB2A-15D0-43C0-A60A-EFCCCD92054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97C5F9F-030F-4A3E-975B-3ECC6A595B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D49466C-B644-4DA0-A0B9-8FCA497C281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396FD26-11E6-4639-9066-0E2026217D74}"/>
              </a:ext>
            </a:extLst>
          </p:cNvPr>
          <p:cNvPicPr>
            <a:picLocks xmlns:a="http://schemas.openxmlformats.org/drawingml/2006/main" noChangeAspect="1"/>
          </p:cNvPicPr>
          <p:nvPr/>
        </p:nvPicPr>
        <p:blipFill>
          <a:blip xmlns:r="http://schemas.openxmlformats.org/officeDocument/2006/relationships" xmlns:a="http://schemas.openxmlformats.org/drawingml/2006/main" r:embed="R5a803e926b6f4e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A6B4A7A-B16D-4622-BFD0-5AE72F4ED9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B4A425F2-E75F-4817-B95C-C99119C04E9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610E4B49-CB0C-4652-9F44-70984161378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D99B235E-8F3B-4E0C-A6AB-4C763F9A958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7932454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16E9340-E408-4CCB-AFC3-CF326A7BACA2}"/>
              </a:ext>
            </a:extLst>
          </p:cNvPr>
          <p:cNvPicPr>
            <a:picLocks xmlns:a="http://schemas.openxmlformats.org/drawingml/2006/main" noChangeAspect="1"/>
          </p:cNvPicPr>
          <p:nvPr/>
        </p:nvPicPr>
        <p:blipFill>
          <a:blip xmlns:r="http://schemas.openxmlformats.org/officeDocument/2006/relationships" xmlns:a="http://schemas.openxmlformats.org/drawingml/2006/main" r:embed="R1622e75f689845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C415B6-975F-4206-A51D-E5A0A6D9C4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D2A598-1B89-45E6-B68E-13124DB6CB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807530F-A448-473C-AC3C-E8CAB71EA4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6429C47-B74A-4A5C-A859-1F4DC0239AB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DF5F56F-7EB6-4470-9F73-5D236A6031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4B031628-9D25-4900-8D06-8ABF04B2490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C02FAEC-22A7-446E-9B0E-7EC242F9A44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098271F9-B45D-4E7D-8027-EAC7D50BA93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4A86880-7B52-4A56-81EF-C8222020A57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80B9200D-1B57-4DD2-B43C-63CEE0AD7EA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099EA5D-3A5B-4B6A-AD72-5FE9D798D2F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7014542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F79268B-4F42-4792-BE27-54601A6120E4}"/>
              </a:ext>
            </a:extLst>
          </p:cNvPr>
          <p:cNvPicPr>
            <a:picLocks xmlns:a="http://schemas.openxmlformats.org/drawingml/2006/main" noChangeAspect="1"/>
          </p:cNvPicPr>
          <p:nvPr/>
        </p:nvPicPr>
        <p:blipFill>
          <a:blip xmlns:r="http://schemas.openxmlformats.org/officeDocument/2006/relationships" xmlns:a="http://schemas.openxmlformats.org/drawingml/2006/main" r:embed="R13b659a60cb548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096BD7-D4DC-4DC9-98E1-2351D11B51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3E502EA-21ED-418E-BB62-37BDC21EB95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2E95A8F-9FA9-4E47-A52C-D8AF5157E80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E4EEC5-1187-40CC-B019-E52FC45725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7504947-FDE1-4EF6-B7E4-2A51D7B92D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1E40BB02-4FCD-40B2-8C89-A82D5E5C7090}"/>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FA3080A1-C459-4CEB-BBEB-3C51D58A1C08}"/>
              </a:ext>
            </a:extLst>
          </p:cNvPr>
          <p:cNvPicPr>
            <a:picLocks xmlns:a="http://schemas.openxmlformats.org/drawingml/2006/main" noChangeAspect="1"/>
          </p:cNvPicPr>
          <p:nvPr/>
        </p:nvPicPr>
        <p:blipFill>
          <a:blip xmlns:r="http://schemas.openxmlformats.org/officeDocument/2006/relationships" xmlns:a="http://schemas.openxmlformats.org/drawingml/2006/main" r:embed="R40f7ff5f08ec4d19"/>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F5676EF-5EF2-486D-A700-4392D78B61BE}"/>
              </a:ext>
            </a:extLst>
          </p:cNvPr>
          <p:cNvPicPr>
            <a:picLocks xmlns:a="http://schemas.openxmlformats.org/drawingml/2006/main" noChangeAspect="1"/>
          </p:cNvPicPr>
          <p:nvPr/>
        </p:nvPicPr>
        <p:blipFill>
          <a:blip xmlns:r="http://schemas.openxmlformats.org/officeDocument/2006/relationships" xmlns:a="http://schemas.openxmlformats.org/drawingml/2006/main" r:embed="Rbce34d6c357049b7"/>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A93356A-C1B0-4301-A43D-DEAA7771FC54}"/>
              </a:ext>
            </a:extLst>
          </p:cNvPr>
          <p:cNvPicPr>
            <a:picLocks xmlns:a="http://schemas.openxmlformats.org/drawingml/2006/main" noChangeAspect="1"/>
          </p:cNvPicPr>
          <p:nvPr/>
        </p:nvPicPr>
        <p:blipFill>
          <a:blip xmlns:r="http://schemas.openxmlformats.org/officeDocument/2006/relationships" xmlns:a="http://schemas.openxmlformats.org/drawingml/2006/main" r:embed="R2c8997c4c20d4ea1"/>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5794121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5A0B667-75BF-46E3-B6FD-8B92E515EABA}"/>
              </a:ext>
            </a:extLst>
          </p:cNvPr>
          <p:cNvPicPr>
            <a:picLocks xmlns:a="http://schemas.openxmlformats.org/drawingml/2006/main" noChangeAspect="1"/>
          </p:cNvPicPr>
          <p:nvPr/>
        </p:nvPicPr>
        <p:blipFill>
          <a:blip xmlns:r="http://schemas.openxmlformats.org/officeDocument/2006/relationships" xmlns:a="http://schemas.openxmlformats.org/drawingml/2006/main" r:embed="Rbb172d5e984943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66E295-978F-4236-9503-C2A89F2F767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D00CF7-10CD-4088-8A34-E1B53649ED6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22B33D6-1FB6-4564-A9D0-24A9F4AFA8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AF406D1-8BCE-4CE5-A158-B9BE453DE8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6DE0AA7-3B31-4C65-92DA-8112B4B1DC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19EE9D24-6739-4960-8ED1-4FB82A7FE009}"/>
              </a:ext>
            </a:extLst>
          </p:cNvPr>
          <p:cNvPicPr>
            <a:picLocks xmlns:a="http://schemas.openxmlformats.org/drawingml/2006/main" noChangeAspect="1"/>
          </p:cNvPicPr>
          <p:nvPr/>
        </p:nvPicPr>
        <p:blipFill>
          <a:blip xmlns:r="http://schemas.openxmlformats.org/officeDocument/2006/relationships" xmlns:a="http://schemas.openxmlformats.org/drawingml/2006/main" r:embed="Rd9435a5a0e354900"/>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514964A-9AF4-470C-98B3-557228E567DF}"/>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A3577E5D-7F6D-4B87-A8E6-3B3AB985CC1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E9B9284-76D8-4EB6-A4F1-433AE806828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8047407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709D01F-6749-4531-A2D7-A6859534BDCE}"/>
              </a:ext>
            </a:extLst>
          </p:cNvPr>
          <p:cNvPicPr>
            <a:picLocks xmlns:a="http://schemas.openxmlformats.org/drawingml/2006/main" noChangeAspect="1"/>
          </p:cNvPicPr>
          <p:nvPr/>
        </p:nvPicPr>
        <p:blipFill>
          <a:blip xmlns:r="http://schemas.openxmlformats.org/officeDocument/2006/relationships" xmlns:a="http://schemas.openxmlformats.org/drawingml/2006/main" r:embed="Rc58ced4322eb485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A5BEF1-B4E3-40EF-93DA-3E08F95CAB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ADA49B-09DC-4BDF-8DDD-F005A93A758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97CD685-B80B-4487-936A-73E002F8527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64F3D2E-38FE-4288-BD4E-F917D922DC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2B38E38-9418-49B9-8EF5-18C7A29539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BF049F37-BD44-467F-95FC-BEB61432988B}"/>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BF338E6B-090B-44C6-889E-DA4843CD42B7}"/>
              </a:ext>
            </a:extLst>
          </p:cNvPr>
          <p:cNvPicPr>
            <a:picLocks xmlns:a="http://schemas.openxmlformats.org/drawingml/2006/main" noChangeAspect="1"/>
          </p:cNvPicPr>
          <p:nvPr/>
        </p:nvPicPr>
        <p:blipFill>
          <a:blip xmlns:r="http://schemas.openxmlformats.org/officeDocument/2006/relationships" xmlns:a="http://schemas.openxmlformats.org/drawingml/2006/main" r:embed="Rbcc39c966b0a4b56"/>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9DBC80D-9452-4719-9506-A0E084835300}"/>
              </a:ext>
            </a:extLst>
          </p:cNvPr>
          <p:cNvPicPr>
            <a:picLocks xmlns:a="http://schemas.openxmlformats.org/drawingml/2006/main" noChangeAspect="1"/>
          </p:cNvPicPr>
          <p:nvPr/>
        </p:nvPicPr>
        <p:blipFill>
          <a:blip xmlns:r="http://schemas.openxmlformats.org/officeDocument/2006/relationships" xmlns:a="http://schemas.openxmlformats.org/drawingml/2006/main" r:embed="R48556cb9f4a348f4"/>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CDA1435D-FF68-43F9-A5E7-43C2D4AAFD47}"/>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311BD42-BDE7-43F6-A35B-B740DF4C77B1}"/>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9683697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46DDE34-D788-4117-A059-87AF58285442}"/>
              </a:ext>
            </a:extLst>
          </p:cNvPr>
          <p:cNvPicPr>
            <a:picLocks xmlns:a="http://schemas.openxmlformats.org/drawingml/2006/main" noChangeAspect="1"/>
          </p:cNvPicPr>
          <p:nvPr/>
        </p:nvPicPr>
        <p:blipFill>
          <a:blip xmlns:r="http://schemas.openxmlformats.org/officeDocument/2006/relationships" xmlns:a="http://schemas.openxmlformats.org/drawingml/2006/main" r:embed="R425405be302d41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E15F85-0F2F-468A-8484-8888A0275E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C657DB-6524-40E4-86A8-DB43C39D55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9BC762A-7C43-45DC-86F3-8D849966F82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C359714-EE58-4A7B-B7DC-45B7F2FBA6A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10C32C6-7512-417A-A2F9-7C25A40FB7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0A783EB1-144A-486A-A252-6B46A45BAF71}"/>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EE8E083F-717C-4045-AC5D-201C7AFAF4E9}"/>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44D464D8-42D3-4EF4-B3FF-922B46BC445E}"/>
              </a:ext>
            </a:extLst>
          </p:cNvPr>
          <p:cNvPicPr>
            <a:picLocks xmlns:a="http://schemas.openxmlformats.org/drawingml/2006/main" noChangeAspect="1"/>
          </p:cNvPicPr>
          <p:nvPr/>
        </p:nvPicPr>
        <p:blipFill>
          <a:blip xmlns:r="http://schemas.openxmlformats.org/officeDocument/2006/relationships" xmlns:a="http://schemas.openxmlformats.org/drawingml/2006/main" r:embed="R93f77ac528174a0f"/>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EBF97DBA-4AC3-4047-8ABE-881E5E74A787}"/>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D829AA6-2EE2-4C0C-B85D-47C6F6E4CB99}"/>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2B771634-CC9D-4E63-8C96-33B5B4C6ABA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AB7195DD-74DF-406D-B453-3C1A2DBAF42A}"/>
              </a:ext>
            </a:extLst>
          </p:cNvPr>
          <p:cNvPicPr>
            <a:picLocks xmlns:a="http://schemas.openxmlformats.org/drawingml/2006/main" noChangeAspect="1"/>
          </p:cNvPicPr>
          <p:nvPr/>
        </p:nvPicPr>
        <p:blipFill>
          <a:blip xmlns:r="http://schemas.openxmlformats.org/officeDocument/2006/relationships" xmlns:a="http://schemas.openxmlformats.org/drawingml/2006/main" r:embed="R388ba48a37d742fe"/>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5427371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A38D748-55A7-4FE2-A1E8-4A901E90A388}"/>
              </a:ext>
            </a:extLst>
          </p:cNvPr>
          <p:cNvPicPr>
            <a:picLocks xmlns:a="http://schemas.openxmlformats.org/drawingml/2006/main" noChangeAspect="1"/>
          </p:cNvPicPr>
          <p:nvPr/>
        </p:nvPicPr>
        <p:blipFill>
          <a:blip xmlns:r="http://schemas.openxmlformats.org/officeDocument/2006/relationships" xmlns:a="http://schemas.openxmlformats.org/drawingml/2006/main" r:embed="Rc2c77424ad654a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20BF11-612A-4A7F-B5D9-ED09E11149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4F1C6A-C342-45BA-B21D-C1B951F4CB9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0079CD6-AAD7-43DE-89BD-DD8DAC0FF8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D5F401-8E3D-476B-A49E-535631D109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0AB8E4A-B56E-4708-9846-987D6B208AA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AFC087BA-2108-4987-9154-83D7A6102940}"/>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814CCAF0-F395-4B82-9A54-085C4CB1336E}"/>
              </a:ext>
            </a:extLst>
          </p:cNvPr>
          <p:cNvPicPr>
            <a:picLocks xmlns:a="http://schemas.openxmlformats.org/drawingml/2006/main" noChangeAspect="1"/>
          </p:cNvPicPr>
          <p:nvPr/>
        </p:nvPicPr>
        <p:blipFill>
          <a:blip xmlns:r="http://schemas.openxmlformats.org/officeDocument/2006/relationships" xmlns:a="http://schemas.openxmlformats.org/drawingml/2006/main" r:embed="R019f395087d240aa"/>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4427160-70F9-4EC5-A0F3-768D18D3251C}"/>
              </a:ext>
            </a:extLst>
          </p:cNvPr>
          <p:cNvPicPr>
            <a:picLocks xmlns:a="http://schemas.openxmlformats.org/drawingml/2006/main" noChangeAspect="1"/>
          </p:cNvPicPr>
          <p:nvPr/>
        </p:nvPicPr>
        <p:blipFill>
          <a:blip xmlns:r="http://schemas.openxmlformats.org/officeDocument/2006/relationships" xmlns:a="http://schemas.openxmlformats.org/drawingml/2006/main" r:embed="Rd55cefcea841444e"/>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D743D35B-E84D-48D0-AA31-0C2897735E81}"/>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2CFA3201-0C71-486B-99EF-C8A13C5B2DA2}"/>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8348DF1E-881D-4342-B4B6-D02D04523EC4}"/>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4004956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596115C5-D7E7-4DE3-B62B-C441E192DD07}"/>
              </a:ext>
            </a:extLst>
          </p:cNvPr>
          <p:cNvPicPr>
            <a:picLocks xmlns:a="http://schemas.openxmlformats.org/drawingml/2006/main" noChangeAspect="1"/>
          </p:cNvPicPr>
          <p:nvPr/>
        </p:nvPicPr>
        <p:blipFill>
          <a:blip xmlns:r="http://schemas.openxmlformats.org/officeDocument/2006/relationships" xmlns:a="http://schemas.openxmlformats.org/drawingml/2006/main" r:embed="R82fda0befb8643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7CD5D8-B19A-404A-B47C-6A5339F38AA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C90B8F-C719-45FC-A6F5-F55D1F846B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FDE3843-6C6B-4F60-8C86-B6E0D255E3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E30263A-C576-4F80-BF96-9B482128F2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60BF041-B376-447E-8756-61D1A9CD3F9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216A871C-1739-4117-AD49-BFC1CE689F73}"/>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169D33-2310-4849-A2CE-D1E7B5FA370C}"/>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AE12F10-110B-4E81-9D31-412D0495FF4D}"/>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3CCFFFE8-15EF-4CC3-B124-B87783C8CAC7}"/>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AAAD027B-AB96-4A6C-AE7E-2C6D11F50039}"/>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3B3ED07D-4B0A-4AC0-9B99-BE870181E983}"/>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1369FF-1F85-4D13-BBCC-D1CAA02CF99B}"/>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9F6BD87-EE72-4473-91F7-A2BED6DAA64F}"/>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801F6288-51C7-4239-854A-8F4B7492FB64}"/>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DFD7DC1C-37DF-435E-9FFC-EECC5B8E35A8}"/>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1DBB33D6-D07F-402A-8CE9-470F346EA667}"/>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CA61CA9-2E88-461D-8DCC-25B598C23421}"/>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0FBEEDDF-E4AF-4170-BD8D-E68395CD1718}"/>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AD4560D3-BBD7-4151-A77F-B6000502F16D}"/>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3DFC408A-F491-4869-B4FD-5AA40D8898CC}"/>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3695DB99-8FA4-4DCF-BA5B-50BC9FA8602A}"/>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01F2D04-9DB5-4959-9C95-7609E857860C}"/>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D0E8C2C-3830-4877-A959-A5E2774538E8}"/>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D2378816-F833-4915-973C-F10477D0A05C}"/>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0B62A989-C38D-460E-9E16-02BEBDBE24DD}"/>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1683409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8155ED3-DF95-437F-B434-227A92809D5A}"/>
              </a:ext>
            </a:extLst>
          </p:cNvPr>
          <p:cNvPicPr>
            <a:picLocks xmlns:a="http://schemas.openxmlformats.org/drawingml/2006/main" noChangeAspect="1"/>
          </p:cNvPicPr>
          <p:nvPr/>
        </p:nvPicPr>
        <p:blipFill>
          <a:blip xmlns:r="http://schemas.openxmlformats.org/officeDocument/2006/relationships" xmlns:a="http://schemas.openxmlformats.org/drawingml/2006/main" r:embed="R0793f2e832904b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53CED5-8F45-4E7D-AEFF-01D193AF3E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37530F0-A678-4584-80E9-04794C43B10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0AD8EA5-CA7A-44A8-BA4F-B03CC9C88D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185FC9-75B7-4433-838F-E6412D33D67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D43E95A-91B5-4048-8CF7-2D51E40B838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B3436FA-A2DF-4F9D-BCB7-958C71E202B4}"/>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6BDD42E0-3D46-411E-9C1B-D48BBF217271}"/>
              </a:ext>
            </a:extLst>
          </p:cNvPr>
          <p:cNvPicPr>
            <a:picLocks xmlns:a="http://schemas.openxmlformats.org/drawingml/2006/main" noChangeAspect="1"/>
          </p:cNvPicPr>
          <p:nvPr/>
        </p:nvPicPr>
        <p:blipFill>
          <a:blip xmlns:r="http://schemas.openxmlformats.org/officeDocument/2006/relationships" xmlns:a="http://schemas.openxmlformats.org/drawingml/2006/main" r:embed="R5cb5ace0e2e24793"/>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FF2752B-F342-4129-BF4C-57136B3BA947}"/>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8D3AE5D2-435C-4208-95B0-120E118A72AC}"/>
              </a:ext>
            </a:extLst>
          </p:cNvPr>
          <p:cNvPicPr>
            <a:picLocks xmlns:a="http://schemas.openxmlformats.org/drawingml/2006/main" noChangeAspect="1"/>
          </p:cNvPicPr>
          <p:nvPr/>
        </p:nvPicPr>
        <p:blipFill>
          <a:blip xmlns:r="http://schemas.openxmlformats.org/officeDocument/2006/relationships" xmlns:a="http://schemas.openxmlformats.org/drawingml/2006/main" r:embed="R519d5c43bcf74deb"/>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7249811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0B5BCA0-384B-4584-9746-D4C0E9A72768}"/>
              </a:ext>
            </a:extLst>
          </p:cNvPr>
          <p:cNvPicPr>
            <a:picLocks xmlns:a="http://schemas.openxmlformats.org/drawingml/2006/main" noChangeAspect="1"/>
          </p:cNvPicPr>
          <p:nvPr/>
        </p:nvPicPr>
        <p:blipFill>
          <a:blip xmlns:r="http://schemas.openxmlformats.org/officeDocument/2006/relationships" xmlns:a="http://schemas.openxmlformats.org/drawingml/2006/main" r:embed="R0ccb9420d53a4f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68E3E4-3D59-4921-A2B2-B876B0442C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244EB0-7DCA-40DF-B4F3-E755A99681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B8128CA-18C9-471F-A793-65E5E20A9E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A54F444-9D84-4CC0-8556-1AC6337843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BFEA20D-8ED4-4375-AEBA-89DB70C032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7B41A01E-E1AD-4BC7-A55C-743866E65562}"/>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62F42218-D3E1-4C83-AA24-BA2E451B56E9}"/>
              </a:ext>
            </a:extLst>
          </p:cNvPr>
          <p:cNvPicPr>
            <a:picLocks xmlns:a="http://schemas.openxmlformats.org/drawingml/2006/main" noChangeAspect="1"/>
          </p:cNvPicPr>
          <p:nvPr/>
        </p:nvPicPr>
        <p:blipFill>
          <a:blip xmlns:r="http://schemas.openxmlformats.org/officeDocument/2006/relationships" xmlns:a="http://schemas.openxmlformats.org/drawingml/2006/main" r:embed="Rc271e01152c54b7a"/>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4B276A3-83C0-4DFE-B05B-29CC281620E9}"/>
              </a:ext>
            </a:extLst>
          </p:cNvPr>
          <p:cNvPicPr>
            <a:picLocks xmlns:a="http://schemas.openxmlformats.org/drawingml/2006/main" noChangeAspect="1"/>
          </p:cNvPicPr>
          <p:nvPr/>
        </p:nvPicPr>
        <p:blipFill>
          <a:blip xmlns:r="http://schemas.openxmlformats.org/officeDocument/2006/relationships" xmlns:a="http://schemas.openxmlformats.org/drawingml/2006/main" r:embed="Re2d4b07d42174963"/>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4FA33037-D2FC-4B90-8AA1-BC3BA6D77F8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D792373C-B1C2-4E35-A4AE-9CF1DA367E6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4247175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67FB080-A862-41E3-944D-1DE7512C9F56}"/>
              </a:ext>
            </a:extLst>
          </p:cNvPr>
          <p:cNvPicPr>
            <a:picLocks xmlns:a="http://schemas.openxmlformats.org/drawingml/2006/main" noChangeAspect="1"/>
          </p:cNvPicPr>
          <p:nvPr/>
        </p:nvPicPr>
        <p:blipFill>
          <a:blip xmlns:r="http://schemas.openxmlformats.org/officeDocument/2006/relationships" xmlns:a="http://schemas.openxmlformats.org/drawingml/2006/main" r:embed="Rf0167eaed1bb4b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034508-6358-453A-BCC0-5E1EB22923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82FB00-11B7-48F4-8717-0375FBDD029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CBD6CB8-CA1B-4537-B766-751EC56546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14F23D-BAEA-4494-8F33-8CF1329F112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5B063E4-5AD0-4DC3-B089-BB1ACBB913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374A681-93BE-4648-8263-DA7A99F0A83C}"/>
              </a:ext>
            </a:extLst>
          </p:cNvPr>
          <p:cNvPicPr>
            <a:picLocks xmlns:a="http://schemas.openxmlformats.org/drawingml/2006/main" noChangeAspect="1"/>
          </p:cNvPicPr>
          <p:nvPr/>
        </p:nvPicPr>
        <p:blipFill>
          <a:blip xmlns:r="http://schemas.openxmlformats.org/officeDocument/2006/relationships" xmlns:a="http://schemas.openxmlformats.org/drawingml/2006/main" r:embed="R36a9cadfbaf947e5"/>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222A389-ECB0-4926-B859-A73F3A43324D}"/>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45641337-EDB3-435E-A801-F18DB8046CD2}"/>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33C344BD-A22D-4100-9057-BFA195E40902}"/>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EFAE0455-444C-4E5C-8220-5DC739D074F8}"/>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195850730"/>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DE73B0F-7511-48B7-B2E0-CB24DFA8F70E}"/>
              </a:ext>
            </a:extLst>
          </p:cNvPr>
          <p:cNvPicPr>
            <a:picLocks xmlns:a="http://schemas.openxmlformats.org/drawingml/2006/main" noChangeAspect="1"/>
          </p:cNvPicPr>
          <p:nvPr/>
        </p:nvPicPr>
        <p:blipFill>
          <a:blip xmlns:r="http://schemas.openxmlformats.org/officeDocument/2006/relationships" xmlns:a="http://schemas.openxmlformats.org/drawingml/2006/main" r:embed="Rdedba5ccdad64c5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6C568B2-27C5-4A06-AA8E-F4225D5AEAD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5F4FC60-C2AD-4325-9416-1518311A9B5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3A37B6F2-CAFE-43E5-ABEF-3EA5B52AC24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C096BF0-71D7-4A74-B546-E0B16DF0FB25}"/>
              </a:ext>
            </a:extLst>
          </p:cNvPr>
          <p:cNvPicPr>
            <a:picLocks xmlns:a="http://schemas.openxmlformats.org/drawingml/2006/main" noChangeAspect="1"/>
          </p:cNvPicPr>
          <p:nvPr/>
        </p:nvPicPr>
        <p:blipFill>
          <a:blip xmlns:r="http://schemas.openxmlformats.org/officeDocument/2006/relationships" xmlns:a="http://schemas.openxmlformats.org/drawingml/2006/main" r:embed="R168f0718511d4e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B365386E-07BF-4670-A6D2-5593F5B1D3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A58A9D1C-F97A-46BA-BCDB-48638E61C10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4A566DC8-4E49-49AB-AD4D-18A2670A0DE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0B9345EC-BC1C-4811-916D-F31B35EE5EC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5152229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A973638-5D32-49A4-AD2A-69D59FE3AC5F}"/>
              </a:ext>
            </a:extLst>
          </p:cNvPr>
          <p:cNvPicPr>
            <a:picLocks xmlns:a="http://schemas.openxmlformats.org/drawingml/2006/main" noChangeAspect="1"/>
          </p:cNvPicPr>
          <p:nvPr/>
        </p:nvPicPr>
        <p:blipFill>
          <a:blip xmlns:r="http://schemas.openxmlformats.org/officeDocument/2006/relationships" xmlns:a="http://schemas.openxmlformats.org/drawingml/2006/main" r:embed="Rf0d7f733e7584e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4F518D-7BBA-4F59-BFB8-BB2C5C5F97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62B934-9224-4DE5-AB20-65A94194D1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5A6ACF4-5BFB-4E40-85E7-E270ED21D1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3D039C4-CFDE-45E4-9849-595E27BEBD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8DAD784-651F-4D52-8722-57854C88F03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FC2D4E4-760A-4C5B-9784-834205F02DD4}"/>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4358DA21-851E-402F-8AE3-EA20F1D7F063}"/>
              </a:ext>
            </a:extLst>
          </p:cNvPr>
          <p:cNvPicPr>
            <a:picLocks xmlns:a="http://schemas.openxmlformats.org/drawingml/2006/main" noChangeAspect="1"/>
          </p:cNvPicPr>
          <p:nvPr/>
        </p:nvPicPr>
        <p:blipFill>
          <a:blip xmlns:r="http://schemas.openxmlformats.org/officeDocument/2006/relationships" xmlns:a="http://schemas.openxmlformats.org/drawingml/2006/main" r:embed="R80cc7ef120b94556"/>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09B24DB-5C0C-4A94-9FD9-FB39AC61E3C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5EE6F90B-B036-44CC-A2C0-5CACCF693CA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BD344F7C-8A80-4846-92C8-066CF5315C5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FE7A187B-5B33-4F35-9DB9-157A8DE16C5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98207432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B015F99-0705-4A91-A7E2-E3E793326C55}"/>
              </a:ext>
            </a:extLst>
          </p:cNvPr>
          <p:cNvPicPr>
            <a:picLocks xmlns:a="http://schemas.openxmlformats.org/drawingml/2006/main" noChangeAspect="1"/>
          </p:cNvPicPr>
          <p:nvPr/>
        </p:nvPicPr>
        <p:blipFill>
          <a:blip xmlns:r="http://schemas.openxmlformats.org/officeDocument/2006/relationships" xmlns:a="http://schemas.openxmlformats.org/drawingml/2006/main" r:embed="Rf9e6bd5c638d461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C37A56-91F1-4381-9A14-E1ED698B689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E8C29C-7209-44D5-80DD-07794B56D4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239ED08-1526-466D-9325-5EC306B7E19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4D2BD7-48CA-4686-A136-A239C8B0C1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BE6354F-F119-474E-9C2E-D21B7BFDDBB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E4F6BE9D-CC74-459A-A042-AFCC878A2D1C}"/>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97D30F3-34FD-4253-9B61-6F6C5BE8B609}"/>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57E0400-12A9-4423-8C3D-09F85D8A9DEB}"/>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96268F5-82EC-4C80-AF26-EB6D53B4840F}"/>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6C883FB-09A9-4C31-A80A-3AB638365C6F}"/>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F8F27F1E-ED53-4061-8329-1BC0942E6438}"/>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A5574F5-91C3-42A1-AD08-CF3CE6EDA278}"/>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90508728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4405C72-48C9-4B22-96AE-96DBC4E12B28}"/>
              </a:ext>
            </a:extLst>
          </p:cNvPr>
          <p:cNvPicPr>
            <a:picLocks xmlns:a="http://schemas.openxmlformats.org/drawingml/2006/main" noChangeAspect="1"/>
          </p:cNvPicPr>
          <p:nvPr/>
        </p:nvPicPr>
        <p:blipFill>
          <a:blip xmlns:r="http://schemas.openxmlformats.org/officeDocument/2006/relationships" xmlns:a="http://schemas.openxmlformats.org/drawingml/2006/main" r:embed="R7d510a77140b4a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4BE1E7-5A0B-483F-B8D7-13AE731D29C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7EE3AB-C18A-4123-8C46-8E1C932C65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B06FAF0-B30D-4C12-97B1-44CEAE2C08F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97AA82F-25BD-4D97-809A-1A5329B9444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ED4EC3C-CD94-466C-9847-812B42978DD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8385D23-2A49-4E60-8499-838273FE253F}"/>
              </a:ext>
            </a:extLst>
          </p:cNvPr>
          <p:cNvPicPr>
            <a:picLocks xmlns:a="http://schemas.openxmlformats.org/drawingml/2006/main" noChangeAspect="1"/>
          </p:cNvPicPr>
          <p:nvPr/>
        </p:nvPicPr>
        <p:blipFill>
          <a:blip xmlns:r="http://schemas.openxmlformats.org/officeDocument/2006/relationships" xmlns:a="http://schemas.openxmlformats.org/drawingml/2006/main" r:embed="R36c62898879a4aeb"/>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ECECC6A-4077-43C1-9615-10016244F96A}"/>
              </a:ext>
            </a:extLst>
          </p:cNvPr>
          <p:cNvPicPr>
            <a:picLocks xmlns:a="http://schemas.openxmlformats.org/drawingml/2006/main" noChangeAspect="1"/>
          </p:cNvPicPr>
          <p:nvPr/>
        </p:nvPicPr>
        <p:blipFill>
          <a:blip xmlns:r="http://schemas.openxmlformats.org/officeDocument/2006/relationships" xmlns:a="http://schemas.openxmlformats.org/drawingml/2006/main" r:embed="R1750e9e155be4f06"/>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5131670-7C3D-4651-9CBA-255253226AE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6C2856C-C748-4028-B3D5-AB0E042FDC9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3977154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668CB58-611E-41D7-9FA7-9447BC54293B}"/>
              </a:ext>
            </a:extLst>
          </p:cNvPr>
          <p:cNvPicPr>
            <a:picLocks xmlns:a="http://schemas.openxmlformats.org/drawingml/2006/main" noChangeAspect="1"/>
          </p:cNvPicPr>
          <p:nvPr/>
        </p:nvPicPr>
        <p:blipFill>
          <a:blip xmlns:r="http://schemas.openxmlformats.org/officeDocument/2006/relationships" xmlns:a="http://schemas.openxmlformats.org/drawingml/2006/main" r:embed="R53267e88eafb44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B7F344-3C49-43CB-A08B-F1EFF212BE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59C7FFC-54BE-4E57-ADEF-CB4D0FC12E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B1BF503-B547-44D6-A61C-E69D9883FC7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B084D8F-81D9-4AD6-AB2B-371858879B2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7942A21-D102-4495-9E85-3A23C006BC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A027997B-A3DF-4257-A332-77CA69544608}"/>
              </a:ext>
            </a:extLst>
          </p:cNvPr>
          <p:cNvPicPr>
            <a:picLocks xmlns:a="http://schemas.openxmlformats.org/drawingml/2006/main" noChangeAspect="1"/>
          </p:cNvPicPr>
          <p:nvPr/>
        </p:nvPicPr>
        <p:blipFill>
          <a:blip xmlns:r="http://schemas.openxmlformats.org/officeDocument/2006/relationships" xmlns:a="http://schemas.openxmlformats.org/drawingml/2006/main" r:embed="R0df227f0bea847a3"/>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3C0602C0-DEC1-4F23-8340-0983CB198F8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6B4FB6D-BB4E-4600-AD5A-587235FFD79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77030940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2E69A01-9452-487A-B1BC-0A809C217FAC}"/>
              </a:ext>
            </a:extLst>
          </p:cNvPr>
          <p:cNvPicPr>
            <a:picLocks xmlns:a="http://schemas.openxmlformats.org/drawingml/2006/main" noChangeAspect="1"/>
          </p:cNvPicPr>
          <p:nvPr/>
        </p:nvPicPr>
        <p:blipFill>
          <a:blip xmlns:r="http://schemas.openxmlformats.org/officeDocument/2006/relationships" xmlns:a="http://schemas.openxmlformats.org/drawingml/2006/main" r:embed="R54873c8e17e54c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D7119C7-621A-454F-9995-29E13B1C62E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BDF54B-5CCB-4445-84D5-1157D5E83A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8BD2869-88F5-4829-A0E3-E0660AA611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CC67AD1-2BF8-47A0-AECE-D7EECC9EE41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6940C9A-6835-4051-9A83-0D9AFDAD2E1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BE8CC240-AB73-40C8-A2E9-505E435F2A5A}"/>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D1432E43-BB83-491C-AF48-2C3652420B1E}"/>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DE78FDEC-4F3C-457D-AE15-824280E9E97C}"/>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B905843D-626C-43AF-B7A1-0B75BB86B6A4}"/>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1E93BEE6-A997-4CC1-BC27-BEDF6E771E48}"/>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BDA325DD-D8BD-4285-9C77-935375A091A5}"/>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8676105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A1D5F63-080A-4B21-92A5-1D9C9785C282}"/>
              </a:ext>
            </a:extLst>
          </p:cNvPr>
          <p:cNvPicPr>
            <a:picLocks xmlns:a="http://schemas.openxmlformats.org/drawingml/2006/main" noChangeAspect="1"/>
          </p:cNvPicPr>
          <p:nvPr/>
        </p:nvPicPr>
        <p:blipFill>
          <a:blip xmlns:r="http://schemas.openxmlformats.org/officeDocument/2006/relationships" xmlns:a="http://schemas.openxmlformats.org/drawingml/2006/main" r:embed="Rb84cfc395a974d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4DBBB2-B861-463C-B2B5-B1D0B7FEC0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A47384-22F9-4B6F-AF30-CF6B1FA0263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C362327-2849-4BC8-830A-3125778842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7ED3686-E6F3-4FC0-9DEC-CF2E96BBFE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449CD23-CF1C-4849-ACD9-670E5F7C529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5401A57A-1D85-463B-BDE3-AAA0B7F667FA}"/>
              </a:ext>
            </a:extLst>
          </p:cNvPr>
          <p:cNvPicPr>
            <a:picLocks xmlns:a="http://schemas.openxmlformats.org/drawingml/2006/main" noChangeAspect="1"/>
          </p:cNvPicPr>
          <p:nvPr/>
        </p:nvPicPr>
        <p:blipFill>
          <a:blip xmlns:r="http://schemas.openxmlformats.org/officeDocument/2006/relationships" xmlns:a="http://schemas.openxmlformats.org/drawingml/2006/main" r:embed="R4b2d87016bf04e30"/>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70254DEB-DC62-433A-97AC-063FA598694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F81D26D-BCD4-4933-9643-CF5AF2A830F6}"/>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E69BC60-5E3A-4E8E-A041-221B29C5FDC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32C5CE6-ADA1-4C59-9C69-63B87D8C7337}"/>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A10A2DC-403A-42FB-AB01-288657A6158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B7266779-0CEC-4208-A4CC-BCE1CBD6F1C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492AF8EB-A19B-4703-9D25-C970BEF494DB}"/>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88BEFC01-636A-44B4-8021-2258BD47D47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522DC687-8E29-4D08-A9EA-8378AA985172}"/>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73276897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89B5B69-FA06-4605-99C0-868B053840E0}"/>
              </a:ext>
            </a:extLst>
          </p:cNvPr>
          <p:cNvPicPr>
            <a:picLocks xmlns:a="http://schemas.openxmlformats.org/drawingml/2006/main" noChangeAspect="1"/>
          </p:cNvPicPr>
          <p:nvPr/>
        </p:nvPicPr>
        <p:blipFill>
          <a:blip xmlns:r="http://schemas.openxmlformats.org/officeDocument/2006/relationships" xmlns:a="http://schemas.openxmlformats.org/drawingml/2006/main" r:embed="R3a47a80ab3bc498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B4DCFCF-E031-48B5-8926-C32B092985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D1259A-6E50-4A81-A37E-F24DBD22E9A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3BEABDC-4C52-417C-A84C-D941C5F56E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2D431AC-3A81-473C-A1F0-BA81C93DFF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47CF1A2-8627-4D9E-88DC-06CCBB41037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C65D22C5-3732-442B-A712-9B42339170F0}"/>
              </a:ext>
            </a:extLst>
          </p:cNvPr>
          <p:cNvPicPr>
            <a:picLocks xmlns:a="http://schemas.openxmlformats.org/drawingml/2006/main" noChangeAspect="1"/>
          </p:cNvPicPr>
          <p:nvPr/>
        </p:nvPicPr>
        <p:blipFill>
          <a:blip xmlns:r="http://schemas.openxmlformats.org/officeDocument/2006/relationships" xmlns:a="http://schemas.openxmlformats.org/drawingml/2006/main" r:embed="R0f0dff209f29493b"/>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08C0DB5-7686-4B1D-8F82-49F370F2B43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38415C71-BF3D-470E-BA14-5204A1AEF527}"/>
              </a:ext>
            </a:extLst>
          </p:cNvPr>
          <p:cNvPicPr>
            <a:picLocks xmlns:a="http://schemas.openxmlformats.org/drawingml/2006/main" noChangeAspect="1"/>
          </p:cNvPicPr>
          <p:nvPr/>
        </p:nvPicPr>
        <p:blipFill>
          <a:blip xmlns:r="http://schemas.openxmlformats.org/officeDocument/2006/relationships" xmlns:a="http://schemas.openxmlformats.org/drawingml/2006/main" r:embed="R3c049d746c1f4ed7"/>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DBA94CCA-6B96-4B24-9E5C-0EB47D1C8FE4}"/>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FCC26F7D-B15E-444D-9AB4-1C7E8948EA01}"/>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AAAE7844-01E7-49FA-B31F-F2E2E666F39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BF3959E-9350-4A69-B76E-31047E494F0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1454355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24A9F4A-209D-4DD3-82AA-FB081D263F0E}"/>
              </a:ext>
            </a:extLst>
          </p:cNvPr>
          <p:cNvPicPr>
            <a:picLocks xmlns:a="http://schemas.openxmlformats.org/drawingml/2006/main" noChangeAspect="1"/>
          </p:cNvPicPr>
          <p:nvPr/>
        </p:nvPicPr>
        <p:blipFill>
          <a:blip xmlns:r="http://schemas.openxmlformats.org/officeDocument/2006/relationships" xmlns:a="http://schemas.openxmlformats.org/drawingml/2006/main" r:embed="Re2b2153803ed40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2E400C-BF54-4400-AF90-1CE62BB1DE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84DBC6-49B7-4270-9EE2-458B725433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70D82BE-5EFB-48B9-933E-D1D854A7DF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F422BC-8AFF-442A-8145-F2C3CC70F5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E42856D-EC9F-44C0-B7F2-50C58545607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657530BD-F999-4A2C-8169-6D939E2CE053}"/>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53BD129-CF6C-4034-B9B1-D70DBF83BE9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AC2615F-5ABA-4D59-ACEF-162C7FB37BF2}"/>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3988F36-D802-455D-9858-E642289F57E4}"/>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6B48AA2-0A4D-4005-B43F-49062F5EE8BE}"/>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204480879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0BE2B60-AE57-48C9-9067-260FBD908F00}"/>
              </a:ext>
            </a:extLst>
          </p:cNvPr>
          <p:cNvPicPr>
            <a:picLocks xmlns:a="http://schemas.openxmlformats.org/drawingml/2006/main" noChangeAspect="1"/>
          </p:cNvPicPr>
          <p:nvPr/>
        </p:nvPicPr>
        <p:blipFill>
          <a:blip xmlns:r="http://schemas.openxmlformats.org/officeDocument/2006/relationships" xmlns:a="http://schemas.openxmlformats.org/drawingml/2006/main" r:embed="Rfde33ea5509e49f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3D261EB-B506-4A3C-BE49-79D8C8FFFD3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8A8F3E1-7B91-44AB-95CB-C804FB95943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51665F6-251C-4317-B909-E1AF6925C90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C513751-B2FB-4C2D-9754-9232B307138C}"/>
              </a:ext>
            </a:extLst>
          </p:cNvPr>
          <p:cNvPicPr>
            <a:picLocks xmlns:a="http://schemas.openxmlformats.org/drawingml/2006/main" noChangeAspect="1"/>
          </p:cNvPicPr>
          <p:nvPr/>
        </p:nvPicPr>
        <p:blipFill>
          <a:blip xmlns:r="http://schemas.openxmlformats.org/officeDocument/2006/relationships" xmlns:a="http://schemas.openxmlformats.org/drawingml/2006/main" r:embed="R70f54ee2cea84a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0668C961-9F61-4880-BF2D-0BA2C17C9D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D2F01BD-A04C-47C8-8311-9963382D2E0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8DE05780-858F-4799-A4FA-E1733E3F2A0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E4FAB64F-589C-43F8-B689-B08268705A9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20537305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62396A0-EE41-460C-9A8D-AB0C920E6738}"/>
              </a:ext>
            </a:extLst>
          </p:cNvPr>
          <p:cNvPicPr>
            <a:picLocks xmlns:a="http://schemas.openxmlformats.org/drawingml/2006/main" noChangeAspect="1"/>
          </p:cNvPicPr>
          <p:nvPr/>
        </p:nvPicPr>
        <p:blipFill>
          <a:blip xmlns:r="http://schemas.openxmlformats.org/officeDocument/2006/relationships" xmlns:a="http://schemas.openxmlformats.org/drawingml/2006/main" r:embed="R070ec6296eaa44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3B9DB4-B790-49A8-8D51-60BA90D886F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2A45D4-3026-476F-9AB8-7BE698E406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183D043-48CD-451B-B65C-EC5990CF87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3757BFC-38F4-488F-AAF0-FB00816E25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309C704-D9A5-4DBA-B46C-9CCCCD9E0C7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8AA6B0A-8691-4D48-91F6-1717F048712E}"/>
              </a:ext>
            </a:extLst>
          </p:cNvPr>
          <p:cNvPicPr>
            <a:picLocks xmlns:a="http://schemas.openxmlformats.org/drawingml/2006/main" noChangeAspect="1"/>
          </p:cNvPicPr>
          <p:nvPr/>
        </p:nvPicPr>
        <p:blipFill>
          <a:blip xmlns:r="http://schemas.openxmlformats.org/officeDocument/2006/relationships" xmlns:a="http://schemas.openxmlformats.org/drawingml/2006/main" r:embed="Rea3074d72c5649c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7BEA038-FB8E-4A1E-92CB-3FF738A3CBED}"/>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9F601DF8-24B6-4B8B-9B8D-DE7A604CBA04}"/>
              </a:ext>
            </a:extLst>
          </p:cNvPr>
          <p:cNvPicPr>
            <a:picLocks xmlns:a="http://schemas.openxmlformats.org/drawingml/2006/main" noChangeAspect="1"/>
          </p:cNvPicPr>
          <p:nvPr/>
        </p:nvPicPr>
        <p:blipFill>
          <a:blip xmlns:r="http://schemas.openxmlformats.org/officeDocument/2006/relationships" xmlns:a="http://schemas.openxmlformats.org/drawingml/2006/main" r:embed="Re58adee378e14e69"/>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DD4835A-E818-45DA-A3C8-155C9AC46C0F}"/>
              </a:ext>
            </a:extLst>
          </p:cNvPr>
          <p:cNvPicPr>
            <a:picLocks xmlns:a="http://schemas.openxmlformats.org/drawingml/2006/main" noChangeAspect="1"/>
          </p:cNvPicPr>
          <p:nvPr/>
        </p:nvPicPr>
        <p:blipFill>
          <a:blip xmlns:r="http://schemas.openxmlformats.org/officeDocument/2006/relationships" xmlns:a="http://schemas.openxmlformats.org/drawingml/2006/main" r:embed="Rea506532dcc44f34"/>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C2174CA-3B5D-406A-B989-4DE694334750}"/>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3D6896C0-C546-49D4-A1E0-B5F4ECE6F19E}"/>
              </a:ext>
            </a:extLst>
          </p:cNvPr>
          <p:cNvPicPr>
            <a:picLocks xmlns:a="http://schemas.openxmlformats.org/drawingml/2006/main" noChangeAspect="1"/>
          </p:cNvPicPr>
          <p:nvPr/>
        </p:nvPicPr>
        <p:blipFill>
          <a:blip xmlns:r="http://schemas.openxmlformats.org/officeDocument/2006/relationships" xmlns:a="http://schemas.openxmlformats.org/drawingml/2006/main" r:embed="Rd3f1a910eeae4716"/>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50775163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05EFE42-83F8-42C4-B291-3B1453A58F12}"/>
              </a:ext>
            </a:extLst>
          </p:cNvPr>
          <p:cNvPicPr>
            <a:picLocks xmlns:a="http://schemas.openxmlformats.org/drawingml/2006/main" noChangeAspect="1"/>
          </p:cNvPicPr>
          <p:nvPr/>
        </p:nvPicPr>
        <p:blipFill>
          <a:blip xmlns:r="http://schemas.openxmlformats.org/officeDocument/2006/relationships" xmlns:a="http://schemas.openxmlformats.org/drawingml/2006/main" r:embed="Re4764876a50249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09EE20-3615-49E1-A443-956098890B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C759AD-667F-4BE8-8812-10DDD36C776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8A7A775-5C4E-4563-ACBF-890A402631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46AAF3-5865-4FF1-A65E-9D392DF5DA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E3A701A-EEB2-4813-8670-648F7C8DF5F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A228F164-2DAE-457D-8349-3F02E7B52B24}"/>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58FDE2CE-1629-49DF-B774-A0CA4B5226E0}"/>
              </a:ext>
            </a:extLst>
          </p:cNvPr>
          <p:cNvPicPr>
            <a:picLocks xmlns:a="http://schemas.openxmlformats.org/drawingml/2006/main" noChangeAspect="1"/>
          </p:cNvPicPr>
          <p:nvPr/>
        </p:nvPicPr>
        <p:blipFill>
          <a:blip xmlns:r="http://schemas.openxmlformats.org/officeDocument/2006/relationships" xmlns:a="http://schemas.openxmlformats.org/drawingml/2006/main" r:embed="R85f93c6d29ff4567"/>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B48F402-C169-40B0-88D5-BB55963E92B9}"/>
              </a:ext>
            </a:extLst>
          </p:cNvPr>
          <p:cNvPicPr>
            <a:picLocks xmlns:a="http://schemas.openxmlformats.org/drawingml/2006/main" noChangeAspect="1"/>
          </p:cNvPicPr>
          <p:nvPr/>
        </p:nvPicPr>
        <p:blipFill>
          <a:blip xmlns:r="http://schemas.openxmlformats.org/officeDocument/2006/relationships" xmlns:a="http://schemas.openxmlformats.org/drawingml/2006/main" r:embed="R8f5bb7ecfff54b7b"/>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0287FE9A-3764-4FD0-B841-1C785B44ED87}"/>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91724B6-BE45-484A-ADDF-98607256890C}"/>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8C763EF3-B4C3-4D15-8536-5FD79944F62D}"/>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5F74913-5487-43C4-8F02-0C6F969EE808}"/>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62329560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60853C5-54EA-4F91-92B5-25A9F75371F5}"/>
              </a:ext>
            </a:extLst>
          </p:cNvPr>
          <p:cNvPicPr>
            <a:picLocks xmlns:a="http://schemas.openxmlformats.org/drawingml/2006/main" noChangeAspect="1"/>
          </p:cNvPicPr>
          <p:nvPr/>
        </p:nvPicPr>
        <p:blipFill>
          <a:blip xmlns:r="http://schemas.openxmlformats.org/officeDocument/2006/relationships" xmlns:a="http://schemas.openxmlformats.org/drawingml/2006/main" r:embed="R1181341c733647f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944D4A-4050-49C9-B013-EA6D91EC1E1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E2C480-B7EE-4010-8D16-7C2F683969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6F60586-AB6F-42E3-A6F5-42073C72E65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855B46-4B40-486F-8C37-E516C4634BD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E8E4BCA-38BC-4C89-9E6D-8B13D0BD64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C35C25D8-724D-4C1D-843F-79943D7DF7C1}"/>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1C98540B-0777-4BF1-8E0F-323A1A25242F}"/>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B34B2427-616E-4B6E-B4E0-F485CE9F1ACA}"/>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49EEA00B-64CB-4D26-BA71-70E11762DCCA}"/>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702A9D9-AFD5-4D3C-B822-2B6DEB931DFC}"/>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D1433E76-E1A4-4D44-9552-489F5354EE15}"/>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D4763AA8-5A8B-4467-B6ED-91B37B57E7CB}"/>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35509256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780A554-1A58-491D-BA89-E541C3588B4A}"/>
              </a:ext>
            </a:extLst>
          </p:cNvPr>
          <p:cNvPicPr>
            <a:picLocks xmlns:a="http://schemas.openxmlformats.org/drawingml/2006/main" noChangeAspect="1"/>
          </p:cNvPicPr>
          <p:nvPr/>
        </p:nvPicPr>
        <p:blipFill>
          <a:blip xmlns:r="http://schemas.openxmlformats.org/officeDocument/2006/relationships" xmlns:a="http://schemas.openxmlformats.org/drawingml/2006/main" r:embed="R2bffacbdffbb4b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DFFF21-D170-435C-8828-7AB326326B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DAE442-BD44-411D-B249-A6721B25B5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7F9FDD0-23BE-46CA-B8F6-EAABB15A4C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119F136-C836-4840-B9FF-010424BA72A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092F130-0F1B-4236-AC22-2023E5D91A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9EDC281E-FF1F-4CDA-9B2A-7B147B85F9AB}"/>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311767F-8C22-4931-AE3D-2EEF2A1BC43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BE021FF-027E-4164-8F3E-2AD8A66CBDC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A8334B0-12C5-47B1-8F14-F00A33434061}"/>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A998717-D47D-48A9-AF32-13E70294D51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97DC30B-56F2-40CC-8ECB-128B2A388380}"/>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7578772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E01A048-0FF5-42F5-BE2C-A92797B4FD1B}"/>
              </a:ext>
            </a:extLst>
          </p:cNvPr>
          <p:cNvPicPr>
            <a:picLocks xmlns:a="http://schemas.openxmlformats.org/drawingml/2006/main" noChangeAspect="1"/>
          </p:cNvPicPr>
          <p:nvPr/>
        </p:nvPicPr>
        <p:blipFill>
          <a:blip xmlns:r="http://schemas.openxmlformats.org/officeDocument/2006/relationships" xmlns:a="http://schemas.openxmlformats.org/drawingml/2006/main" r:embed="R03029dab7d1f4a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311FBB6-EC16-4F1D-96BF-C41A85462F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8C6A2A-A29D-48E8-8F85-C203A0B456D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FB8FB9D-B280-496A-A8A3-E7A7E6F0B8A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AD62B03-07A0-49E6-8EAD-35CC389CDD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F4A8D64-7939-4595-A76F-9FEAE3BF7E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4198773A-975D-4829-81FA-8E7411FA297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763895F-6591-4A04-847C-B6C8818F927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838C4B56-98EE-4D60-B3B7-6CB6D22D69A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CA2B459-1BB9-40CA-9DD3-3FDC9BFAAF3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3501D388-1253-41CC-AF32-2FFB23E0AD8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802973F9-AD69-470C-B0F1-9FB232ECA03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69173013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92EF5A3-D446-4D0A-B838-EC895DBD16BB}"/>
              </a:ext>
            </a:extLst>
          </p:cNvPr>
          <p:cNvPicPr>
            <a:picLocks xmlns:a="http://schemas.openxmlformats.org/drawingml/2006/main" noChangeAspect="1"/>
          </p:cNvPicPr>
          <p:nvPr/>
        </p:nvPicPr>
        <p:blipFill>
          <a:blip xmlns:r="http://schemas.openxmlformats.org/officeDocument/2006/relationships" xmlns:a="http://schemas.openxmlformats.org/drawingml/2006/main" r:embed="Ra834b68ac88047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902AC4-3B0A-45CE-87E7-0D76F758BB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8AFBCF-7482-4374-82C4-2AC6EDC687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D3D4B48-DA0E-4A98-AFF4-10626F0583F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CDFB352-214C-4CA7-8A31-918F1C200BF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583A9B4-6734-4D4F-A07F-EE63189F88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1F55FEE5-FFBC-4AD5-81D6-50CE0FD98E7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44B3AB4-EAEF-48AB-8520-E9B06D3E036D}"/>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1FC99A0-917B-4BA7-8498-F1905D879B43}"/>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4CA5B5B-7FF4-4434-B7D3-A11956EBFD0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B1F9BBE-3C97-4D92-B47D-30469EF6BDB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D97104C-BF93-4B9F-815F-88A0D21C140A}"/>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6516891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6E58AB9-0181-4933-B753-11078D875A45}"/>
              </a:ext>
            </a:extLst>
          </p:cNvPr>
          <p:cNvPicPr>
            <a:picLocks xmlns:a="http://schemas.openxmlformats.org/drawingml/2006/main" noChangeAspect="1"/>
          </p:cNvPicPr>
          <p:nvPr/>
        </p:nvPicPr>
        <p:blipFill>
          <a:blip xmlns:r="http://schemas.openxmlformats.org/officeDocument/2006/relationships" xmlns:a="http://schemas.openxmlformats.org/drawingml/2006/main" r:embed="Rc07d1535d3f04ac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EB71F4-7FE4-4165-922B-909C0C364A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7D1BBD-FB47-4233-AD5B-595577D51A0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9FFED45-9686-4394-820B-1D29A8A7111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6E9C9E5-D43B-4685-BA40-C5BD20A63D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16D39F0-CDFA-41F6-8C93-440D6B8132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F03E29D7-4E4A-4B24-8363-C1C34CFDA5D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039BAA6-9C06-409F-87CA-8A0AF303085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A8D29E73-A913-4392-A9B5-AA9FC881786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7C86A6B-C417-47B5-8371-5505E3B73F8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E3042F8F-B32F-483D-8216-37E5B1FB4FF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04B8F4E-3EB7-4311-B40B-0E6C87D331E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208409892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A75EE66-E1E8-4BB2-8DF6-8DB791FBFFBD}"/>
              </a:ext>
            </a:extLst>
          </p:cNvPr>
          <p:cNvPicPr>
            <a:picLocks xmlns:a="http://schemas.openxmlformats.org/drawingml/2006/main" noChangeAspect="1"/>
          </p:cNvPicPr>
          <p:nvPr/>
        </p:nvPicPr>
        <p:blipFill>
          <a:blip xmlns:r="http://schemas.openxmlformats.org/officeDocument/2006/relationships" xmlns:a="http://schemas.openxmlformats.org/drawingml/2006/main" r:embed="Rd291952f8d024d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9A130C-6CBC-4DDB-89D6-5F4C5C2B46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5CB0CA-4954-4187-A454-A28FAE733D7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05D9EC0-44C6-469B-840E-5899732D25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0397435B-C18F-49A8-A33D-D0227F906A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0A1274FB-4DE6-4BD0-B91F-94A30C3928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A8013F42-7E61-4163-8215-39BE95C9604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E9C9727-796D-4A43-A870-28D102B9DEE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2C8FD95B-2AAB-41D4-A15A-B8119C8ABA2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9DE5A70-A680-4DEC-BCC7-604FDF14FAE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799DB552-B9A2-43B3-9F04-52F6856037F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FFED370A-890C-4BDE-B38D-178E5DC4976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35127798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643D81B-5BD4-4898-86EF-04F5DCC70A1F}"/>
              </a:ext>
            </a:extLst>
          </p:cNvPr>
          <p:cNvPicPr>
            <a:picLocks xmlns:a="http://schemas.openxmlformats.org/drawingml/2006/main" noChangeAspect="1"/>
          </p:cNvPicPr>
          <p:nvPr/>
        </p:nvPicPr>
        <p:blipFill>
          <a:blip xmlns:r="http://schemas.openxmlformats.org/officeDocument/2006/relationships" xmlns:a="http://schemas.openxmlformats.org/drawingml/2006/main" r:embed="Reb1eccc0704f43f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E78C92-FB57-4091-B279-80793CAEF9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A05E36-342C-42DF-A430-D017C96527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2C2E50D-CFB2-4178-81A7-35BD1ED079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0C9D633-1EA6-4E2D-9544-9839D47B6E5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9427A1B-023B-47EF-8878-97435159028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88DBF304-C231-4EF7-BAB0-8E326E7E239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BD779B3-462F-44C6-BC8C-BA05A737AC1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0BF374EB-365B-4FD0-A092-79617B1C90D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0497FF2-1515-40F4-885A-D8D07DB95CE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6E2BEE7A-22D3-4636-BC25-36471EA6F20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AF9F13B-4F3D-40D1-867E-DE58E9CFF45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27249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2026-10-27T14:17:47.9160000Z</dcterms:created>
  <dcterms:modified xsi:type="dcterms:W3CDTF">2026-10-27T14:17:47.9160000Z</dcterms:modified>
</coreProperties>
</file>