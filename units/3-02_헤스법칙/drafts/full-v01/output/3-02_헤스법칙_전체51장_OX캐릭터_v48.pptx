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f273217a8e461e" /><Relationship Type="http://schemas.openxmlformats.org/officeDocument/2006/relationships/extended-properties" Target="/docProps/app.xml" Id="R10aa37491f254fbb" /><Relationship Type="http://schemas.openxmlformats.org/officeDocument/2006/relationships/officeDocument" Target="/ppt/presentation.xml" Id="R4d85e3f19da64d80" /></Relationships>
</file>

<file path=ppt/presentation.xml><?xml version="1.0" encoding="utf-8"?>
<p:presentation xmlns:p="http://schemas.openxmlformats.org/presentationml/2006/main">
  <p:sldMasterIdLst>
    <p:sldMasterId xmlns:r="http://schemas.openxmlformats.org/officeDocument/2006/relationships" id="2147483648" r:id="Rc2a09a219a5d40e1"/>
  </p:sldMasterIdLst>
  <p:notesMasterIdLst>
    <p:notesMasterId xmlns:r="http://schemas.openxmlformats.org/officeDocument/2006/relationships" r:id="R86b174a8c2544f2b"/>
  </p:notesMasterIdLst>
  <p:sldIdLst>
    <p:sldId xmlns:r="http://schemas.openxmlformats.org/officeDocument/2006/relationships" id="256" r:id="Redd49db0bab54275"/>
    <p:sldId xmlns:r="http://schemas.openxmlformats.org/officeDocument/2006/relationships" id="257" r:id="Ra655547eb6f24bf0"/>
    <p:sldId xmlns:r="http://schemas.openxmlformats.org/officeDocument/2006/relationships" id="258" r:id="Rbf25c42b7db14784"/>
    <p:sldId xmlns:r="http://schemas.openxmlformats.org/officeDocument/2006/relationships" id="259" r:id="R0145c251af7b465f"/>
    <p:sldId xmlns:r="http://schemas.openxmlformats.org/officeDocument/2006/relationships" id="260" r:id="R13a7ab6b1b474c77"/>
    <p:sldId xmlns:r="http://schemas.openxmlformats.org/officeDocument/2006/relationships" id="261" r:id="Rf1dd8da83b4d4abe"/>
    <p:sldId xmlns:r="http://schemas.openxmlformats.org/officeDocument/2006/relationships" id="262" r:id="R334a7fd4f82a4993"/>
    <p:sldId xmlns:r="http://schemas.openxmlformats.org/officeDocument/2006/relationships" id="263" r:id="Rf7260243ab8241c5"/>
    <p:sldId xmlns:r="http://schemas.openxmlformats.org/officeDocument/2006/relationships" id="264" r:id="R74f23af9140d42ea"/>
    <p:sldId xmlns:r="http://schemas.openxmlformats.org/officeDocument/2006/relationships" id="265" r:id="R2bbafbeee5484fa7"/>
    <p:sldId xmlns:r="http://schemas.openxmlformats.org/officeDocument/2006/relationships" id="266" r:id="R5d6d8b3fe5574010"/>
    <p:sldId xmlns:r="http://schemas.openxmlformats.org/officeDocument/2006/relationships" id="267" r:id="Rd326cfe12cc94b0d"/>
    <p:sldId xmlns:r="http://schemas.openxmlformats.org/officeDocument/2006/relationships" id="268" r:id="R4872f9a3966b4068"/>
    <p:sldId xmlns:r="http://schemas.openxmlformats.org/officeDocument/2006/relationships" id="269" r:id="R7e38765bccf44009"/>
    <p:sldId xmlns:r="http://schemas.openxmlformats.org/officeDocument/2006/relationships" id="270" r:id="Rf444aaf207d5429d"/>
    <p:sldId xmlns:r="http://schemas.openxmlformats.org/officeDocument/2006/relationships" id="271" r:id="Re02e7c8574304dd5"/>
    <p:sldId xmlns:r="http://schemas.openxmlformats.org/officeDocument/2006/relationships" id="272" r:id="R6a24aaaf8a364018"/>
    <p:sldId xmlns:r="http://schemas.openxmlformats.org/officeDocument/2006/relationships" id="273" r:id="R30271e3042554b8d"/>
    <p:sldId xmlns:r="http://schemas.openxmlformats.org/officeDocument/2006/relationships" id="274" r:id="R7ecfb2efa2e940f8"/>
    <p:sldId xmlns:r="http://schemas.openxmlformats.org/officeDocument/2006/relationships" id="275" r:id="Rf84a5df7e7e04d8f"/>
    <p:sldId xmlns:r="http://schemas.openxmlformats.org/officeDocument/2006/relationships" id="276" r:id="R98bdca6becdc44bc"/>
    <p:sldId xmlns:r="http://schemas.openxmlformats.org/officeDocument/2006/relationships" id="277" r:id="R73fa3a1229024b3a"/>
    <p:sldId xmlns:r="http://schemas.openxmlformats.org/officeDocument/2006/relationships" id="278" r:id="R77c9c90b5b524882"/>
    <p:sldId xmlns:r="http://schemas.openxmlformats.org/officeDocument/2006/relationships" id="279" r:id="R9640c862ec96434b"/>
    <p:sldId xmlns:r="http://schemas.openxmlformats.org/officeDocument/2006/relationships" id="280" r:id="R1b39a01cb90b4b86"/>
    <p:sldId xmlns:r="http://schemas.openxmlformats.org/officeDocument/2006/relationships" id="281" r:id="Rfc3b1435fffa4730"/>
    <p:sldId xmlns:r="http://schemas.openxmlformats.org/officeDocument/2006/relationships" id="282" r:id="Rc5e5e34a57974c23"/>
    <p:sldId xmlns:r="http://schemas.openxmlformats.org/officeDocument/2006/relationships" id="283" r:id="R1e4538c0b8d0471a"/>
    <p:sldId xmlns:r="http://schemas.openxmlformats.org/officeDocument/2006/relationships" id="284" r:id="R12ee066f3e6c4f01"/>
    <p:sldId xmlns:r="http://schemas.openxmlformats.org/officeDocument/2006/relationships" id="285" r:id="Rf9dd909cee6a464d"/>
    <p:sldId xmlns:r="http://schemas.openxmlformats.org/officeDocument/2006/relationships" id="286" r:id="R3864d297731b4dcf"/>
    <p:sldId xmlns:r="http://schemas.openxmlformats.org/officeDocument/2006/relationships" id="287" r:id="Rac5d13cb254a4873"/>
    <p:sldId xmlns:r="http://schemas.openxmlformats.org/officeDocument/2006/relationships" id="288" r:id="Rdade23b6a53e4158"/>
    <p:sldId xmlns:r="http://schemas.openxmlformats.org/officeDocument/2006/relationships" id="289" r:id="R00012458d999411d"/>
    <p:sldId xmlns:r="http://schemas.openxmlformats.org/officeDocument/2006/relationships" id="290" r:id="R515ac243c41a4b82"/>
    <p:sldId xmlns:r="http://schemas.openxmlformats.org/officeDocument/2006/relationships" id="291" r:id="Ra47523001eba4955"/>
    <p:sldId xmlns:r="http://schemas.openxmlformats.org/officeDocument/2006/relationships" id="292" r:id="R41896a2645e84691"/>
    <p:sldId xmlns:r="http://schemas.openxmlformats.org/officeDocument/2006/relationships" id="293" r:id="Rf02a02a22a0e4e98"/>
    <p:sldId xmlns:r="http://schemas.openxmlformats.org/officeDocument/2006/relationships" id="294" r:id="R7e28a4cdc4aa4fe8"/>
    <p:sldId xmlns:r="http://schemas.openxmlformats.org/officeDocument/2006/relationships" id="295" r:id="R35645bddeb844924"/>
    <p:sldId xmlns:r="http://schemas.openxmlformats.org/officeDocument/2006/relationships" id="296" r:id="R2b8bfeec47964024"/>
    <p:sldId xmlns:r="http://schemas.openxmlformats.org/officeDocument/2006/relationships" id="297" r:id="Rc7384df9cdb9457c"/>
    <p:sldId xmlns:r="http://schemas.openxmlformats.org/officeDocument/2006/relationships" id="298" r:id="Re369534d57bb47e8"/>
    <p:sldId xmlns:r="http://schemas.openxmlformats.org/officeDocument/2006/relationships" id="299" r:id="Racdd7621d7b346f2"/>
    <p:sldId xmlns:r="http://schemas.openxmlformats.org/officeDocument/2006/relationships" id="300" r:id="R0f2f3da364a744b9"/>
    <p:sldId xmlns:r="http://schemas.openxmlformats.org/officeDocument/2006/relationships" id="301" r:id="R20b8e25f9e4f4da9"/>
    <p:sldId xmlns:r="http://schemas.openxmlformats.org/officeDocument/2006/relationships" id="302" r:id="Rf6f506182d8c4abe"/>
    <p:sldId xmlns:r="http://schemas.openxmlformats.org/officeDocument/2006/relationships" id="303" r:id="R8ed2e892d3034f1d"/>
    <p:sldId xmlns:r="http://schemas.openxmlformats.org/officeDocument/2006/relationships" id="304" r:id="Re78dc88332c84766"/>
    <p:sldId xmlns:r="http://schemas.openxmlformats.org/officeDocument/2006/relationships" id="305" r:id="R44a49bce2b984773"/>
    <p:sldId xmlns:r="http://schemas.openxmlformats.org/officeDocument/2006/relationships" id="306" r:id="Rf15b98d96db74870"/>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8034d153c3b4b75" /><Relationship Type="http://schemas.openxmlformats.org/officeDocument/2006/relationships/slideMaster" Target="/ppt/slideMasters/slideMaster1.xml" Id="Rc2a09a219a5d40e1" /><Relationship Type="http://schemas.openxmlformats.org/officeDocument/2006/relationships/notesMaster" Target="/ppt/notesMasters/notesMaster1.xml" Id="R86b174a8c2544f2b" /><Relationship Type="http://schemas.openxmlformats.org/officeDocument/2006/relationships/presProps" Target="/ppt/presProps.xml" Id="R19c0cd8ecb304719" /><Relationship Type="http://schemas.openxmlformats.org/officeDocument/2006/relationships/tableStyles" Target="/ppt/tableStyles.xml" Id="Rffae44e6483843e5" /><Relationship Type="http://schemas.openxmlformats.org/officeDocument/2006/relationships/slide" Target="/ppt/slides/slide1.xml" Id="Redd49db0bab54275" /><Relationship Type="http://schemas.openxmlformats.org/officeDocument/2006/relationships/slide" Target="/ppt/slides/slide2.xml" Id="Ra655547eb6f24bf0" /><Relationship Type="http://schemas.openxmlformats.org/officeDocument/2006/relationships/slide" Target="/ppt/slides/slide3.xml" Id="Rbf25c42b7db14784" /><Relationship Type="http://schemas.openxmlformats.org/officeDocument/2006/relationships/slide" Target="/ppt/slides/slide4.xml" Id="R0145c251af7b465f" /><Relationship Type="http://schemas.openxmlformats.org/officeDocument/2006/relationships/slide" Target="/ppt/slides/slide5.xml" Id="R13a7ab6b1b474c77" /><Relationship Type="http://schemas.openxmlformats.org/officeDocument/2006/relationships/slide" Target="/ppt/slides/slide6.xml" Id="Rf1dd8da83b4d4abe" /><Relationship Type="http://schemas.openxmlformats.org/officeDocument/2006/relationships/slide" Target="/ppt/slides/slide7.xml" Id="R334a7fd4f82a4993" /><Relationship Type="http://schemas.openxmlformats.org/officeDocument/2006/relationships/slide" Target="/ppt/slides/slide8.xml" Id="Rf7260243ab8241c5" /><Relationship Type="http://schemas.openxmlformats.org/officeDocument/2006/relationships/slide" Target="/ppt/slides/slide9.xml" Id="R74f23af9140d42ea" /><Relationship Type="http://schemas.openxmlformats.org/officeDocument/2006/relationships/slide" Target="/ppt/slides/slide10.xml" Id="R2bbafbeee5484fa7" /><Relationship Type="http://schemas.openxmlformats.org/officeDocument/2006/relationships/slide" Target="/ppt/slides/slide11.xml" Id="R5d6d8b3fe5574010" /><Relationship Type="http://schemas.openxmlformats.org/officeDocument/2006/relationships/slide" Target="/ppt/slides/slide12.xml" Id="Rd326cfe12cc94b0d" /><Relationship Type="http://schemas.openxmlformats.org/officeDocument/2006/relationships/slide" Target="/ppt/slides/slide13.xml" Id="R4872f9a3966b4068" /><Relationship Type="http://schemas.openxmlformats.org/officeDocument/2006/relationships/slide" Target="/ppt/slides/slide14.xml" Id="R7e38765bccf44009" /><Relationship Type="http://schemas.openxmlformats.org/officeDocument/2006/relationships/slide" Target="/ppt/slides/slide15.xml" Id="Rf444aaf207d5429d" /><Relationship Type="http://schemas.openxmlformats.org/officeDocument/2006/relationships/slide" Target="/ppt/slides/slide16.xml" Id="Re02e7c8574304dd5" /><Relationship Type="http://schemas.openxmlformats.org/officeDocument/2006/relationships/slide" Target="/ppt/slides/slide17.xml" Id="R6a24aaaf8a364018" /><Relationship Type="http://schemas.openxmlformats.org/officeDocument/2006/relationships/slide" Target="/ppt/slides/slide18.xml" Id="R30271e3042554b8d" /><Relationship Type="http://schemas.openxmlformats.org/officeDocument/2006/relationships/slide" Target="/ppt/slides/slide19.xml" Id="R7ecfb2efa2e940f8" /><Relationship Type="http://schemas.openxmlformats.org/officeDocument/2006/relationships/slide" Target="/ppt/slides/slide20.xml" Id="Rf84a5df7e7e04d8f" /><Relationship Type="http://schemas.openxmlformats.org/officeDocument/2006/relationships/slide" Target="/ppt/slides/slide21.xml" Id="R98bdca6becdc44bc" /><Relationship Type="http://schemas.openxmlformats.org/officeDocument/2006/relationships/slide" Target="/ppt/slides/slide22.xml" Id="R73fa3a1229024b3a" /><Relationship Type="http://schemas.openxmlformats.org/officeDocument/2006/relationships/slide" Target="/ppt/slides/slide23.xml" Id="R77c9c90b5b524882" /><Relationship Type="http://schemas.openxmlformats.org/officeDocument/2006/relationships/slide" Target="/ppt/slides/slide24.xml" Id="R9640c862ec96434b" /><Relationship Type="http://schemas.openxmlformats.org/officeDocument/2006/relationships/slide" Target="/ppt/slides/slide25.xml" Id="R1b39a01cb90b4b86" /><Relationship Type="http://schemas.openxmlformats.org/officeDocument/2006/relationships/slide" Target="/ppt/slides/slide26.xml" Id="Rfc3b1435fffa4730" /><Relationship Type="http://schemas.openxmlformats.org/officeDocument/2006/relationships/slide" Target="/ppt/slides/slide27.xml" Id="Rc5e5e34a57974c23" /><Relationship Type="http://schemas.openxmlformats.org/officeDocument/2006/relationships/slide" Target="/ppt/slides/slide28.xml" Id="R1e4538c0b8d0471a" /><Relationship Type="http://schemas.openxmlformats.org/officeDocument/2006/relationships/slide" Target="/ppt/slides/slide29.xml" Id="R12ee066f3e6c4f01" /><Relationship Type="http://schemas.openxmlformats.org/officeDocument/2006/relationships/slide" Target="/ppt/slides/slide30.xml" Id="Rf9dd909cee6a464d" /><Relationship Type="http://schemas.openxmlformats.org/officeDocument/2006/relationships/slide" Target="/ppt/slides/slide31.xml" Id="R3864d297731b4dcf" /><Relationship Type="http://schemas.openxmlformats.org/officeDocument/2006/relationships/slide" Target="/ppt/slides/slide32.xml" Id="Rac5d13cb254a4873" /><Relationship Type="http://schemas.openxmlformats.org/officeDocument/2006/relationships/slide" Target="/ppt/slides/slide33.xml" Id="Rdade23b6a53e4158" /><Relationship Type="http://schemas.openxmlformats.org/officeDocument/2006/relationships/slide" Target="/ppt/slides/slide34.xml" Id="R00012458d999411d" /><Relationship Type="http://schemas.openxmlformats.org/officeDocument/2006/relationships/slide" Target="/ppt/slides/slide35.xml" Id="R515ac243c41a4b82" /><Relationship Type="http://schemas.openxmlformats.org/officeDocument/2006/relationships/slide" Target="/ppt/slides/slide36.xml" Id="Ra47523001eba4955" /><Relationship Type="http://schemas.openxmlformats.org/officeDocument/2006/relationships/slide" Target="/ppt/slides/slide37.xml" Id="R41896a2645e84691" /><Relationship Type="http://schemas.openxmlformats.org/officeDocument/2006/relationships/slide" Target="/ppt/slides/slide38.xml" Id="Rf02a02a22a0e4e98" /><Relationship Type="http://schemas.openxmlformats.org/officeDocument/2006/relationships/slide" Target="/ppt/slides/slide39.xml" Id="R7e28a4cdc4aa4fe8" /><Relationship Type="http://schemas.openxmlformats.org/officeDocument/2006/relationships/slide" Target="/ppt/slides/slide40.xml" Id="R35645bddeb844924" /><Relationship Type="http://schemas.openxmlformats.org/officeDocument/2006/relationships/slide" Target="/ppt/slides/slide41.xml" Id="R2b8bfeec47964024" /><Relationship Type="http://schemas.openxmlformats.org/officeDocument/2006/relationships/slide" Target="/ppt/slides/slide42.xml" Id="Rc7384df9cdb9457c" /><Relationship Type="http://schemas.openxmlformats.org/officeDocument/2006/relationships/slide" Target="/ppt/slides/slide43.xml" Id="Re369534d57bb47e8" /><Relationship Type="http://schemas.openxmlformats.org/officeDocument/2006/relationships/slide" Target="/ppt/slides/slide44.xml" Id="Racdd7621d7b346f2" /><Relationship Type="http://schemas.openxmlformats.org/officeDocument/2006/relationships/slide" Target="/ppt/slides/slide45.xml" Id="R0f2f3da364a744b9" /><Relationship Type="http://schemas.openxmlformats.org/officeDocument/2006/relationships/slide" Target="/ppt/slides/slide46.xml" Id="R20b8e25f9e4f4da9" /><Relationship Type="http://schemas.openxmlformats.org/officeDocument/2006/relationships/slide" Target="/ppt/slides/slide47.xml" Id="Rf6f506182d8c4abe" /><Relationship Type="http://schemas.openxmlformats.org/officeDocument/2006/relationships/slide" Target="/ppt/slides/slide48.xml" Id="R8ed2e892d3034f1d" /><Relationship Type="http://schemas.openxmlformats.org/officeDocument/2006/relationships/slide" Target="/ppt/slides/slide49.xml" Id="Re78dc88332c84766" /><Relationship Type="http://schemas.openxmlformats.org/officeDocument/2006/relationships/slide" Target="/ppt/slides/slide50.xml" Id="R44a49bce2b984773" /><Relationship Type="http://schemas.openxmlformats.org/officeDocument/2006/relationships/slide" Target="/ppt/slides/slide51.xml" Id="Rf15b98d96db748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3764b28371d4f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02e169e7594c5d" /><Relationship Type="http://schemas.openxmlformats.org/officeDocument/2006/relationships/notesMaster" Target="/ppt/notesMasters/notesMaster1.xml" Id="Rdb73c6929691413b" /></Relationships>
</file>

<file path=ppt/notesSlides/_rels/notesSlide2.xml.rels>&#65279;<?xml version="1.0" encoding="utf-8"?><Relationships xmlns="http://schemas.openxmlformats.org/package/2006/relationships"><Relationship Type="http://schemas.openxmlformats.org/officeDocument/2006/relationships/slide" Target="/ppt/slides/slide2.xml" Id="R2ce8f7031ed5459f" /><Relationship Type="http://schemas.openxmlformats.org/officeDocument/2006/relationships/notesMaster" Target="/ppt/notesMasters/notesMaster1.xml" Id="R5f89b5bbf43b499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d1f6fab1194541" /><Relationship Type="http://schemas.openxmlformats.org/officeDocument/2006/relationships/notesMaster" Target="/ppt/notesMasters/notesMaster1.xml" Id="Ref9295043c764e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bee0341c67497f" /><Relationship Type="http://schemas.openxmlformats.org/officeDocument/2006/relationships/notesMaster" Target="/ppt/notesMasters/notesMaster1.xml" Id="Rc26d67cddc684e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02b4c69d2c61407c" /><Relationship Type="http://schemas.openxmlformats.org/officeDocument/2006/relationships/notesMaster" Target="/ppt/notesMasters/notesMaster1.xml" Id="R1cdd2ecda350430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1faf0daab4949ad" /><Relationship Type="http://schemas.openxmlformats.org/officeDocument/2006/relationships/notesMaster" Target="/ppt/notesMasters/notesMaster1.xml" Id="R293400859f9844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a9375420c34f5c" /><Relationship Type="http://schemas.openxmlformats.org/officeDocument/2006/relationships/notesMaster" Target="/ppt/notesMasters/notesMaster1.xml" Id="Rfc8a58f5d67d4ad7" /></Relationships>
</file>

<file path=ppt/notesSlides/_rels/notesSlide8.xml.rels>&#65279;<?xml version="1.0" encoding="utf-8"?><Relationships xmlns="http://schemas.openxmlformats.org/package/2006/relationships"><Relationship Type="http://schemas.openxmlformats.org/officeDocument/2006/relationships/slide" Target="/ppt/slides/slide8.xml" Id="Rb0c02fee071042a4" /><Relationship Type="http://schemas.openxmlformats.org/officeDocument/2006/relationships/notesMaster" Target="/ppt/notesMasters/notesMaster1.xml" Id="R46b1ed9856014c47" /></Relationships>
</file>

<file path=ppt/notesSlides/_rels/notesSlide9.xml.rels>&#65279;<?xml version="1.0" encoding="utf-8"?><Relationships xmlns="http://schemas.openxmlformats.org/package/2006/relationships"><Relationship Type="http://schemas.openxmlformats.org/officeDocument/2006/relationships/slide" Target="/ppt/slides/slide9.xml" Id="R2ce2e7a7436646a3" /><Relationship Type="http://schemas.openxmlformats.org/officeDocument/2006/relationships/notesMaster" Target="/ppt/notesMasters/notesMaster1.xml" Id="Rd548f28499194ae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942e7c758774917" /><Relationship Type="http://schemas.openxmlformats.org/officeDocument/2006/relationships/notesMaster" Target="/ppt/notesMasters/notesMaster1.xml" Id="R358d110ef2da452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19a63f7bed54f9b" /><Relationship Type="http://schemas.openxmlformats.org/officeDocument/2006/relationships/notesMaster" Target="/ppt/notesMasters/notesMaster1.xml" Id="R2e2ea4cd47244f8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2c1456f6c114f41" /><Relationship Type="http://schemas.openxmlformats.org/officeDocument/2006/relationships/notesMaster" Target="/ppt/notesMasters/notesMaster1.xml" Id="Rb991c233b0d540e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82e444e643944e0" /><Relationship Type="http://schemas.openxmlformats.org/officeDocument/2006/relationships/notesMaster" Target="/ppt/notesMasters/notesMaster1.xml" Id="R27d39a8984c3406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4a59256cb824e6c" /><Relationship Type="http://schemas.openxmlformats.org/officeDocument/2006/relationships/notesMaster" Target="/ppt/notesMasters/notesMaster1.xml" Id="R8b72b9088d044eb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4d95e49f5c24a3e" /><Relationship Type="http://schemas.openxmlformats.org/officeDocument/2006/relationships/notesMaster" Target="/ppt/notesMasters/notesMaster1.xml" Id="Rf110a98cbc3840d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cdc77a8048346cc" /><Relationship Type="http://schemas.openxmlformats.org/officeDocument/2006/relationships/notesMaster" Target="/ppt/notesMasters/notesMaster1.xml" Id="R9423373dc70f480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0f5fd314fcc41fd" /><Relationship Type="http://schemas.openxmlformats.org/officeDocument/2006/relationships/notesMaster" Target="/ppt/notesMasters/notesMaster1.xml" Id="R80776324b7a0434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4bbe8cfd40242ec" /><Relationship Type="http://schemas.openxmlformats.org/officeDocument/2006/relationships/notesMaster" Target="/ppt/notesMasters/notesMaster1.xml" Id="R5f615d0a2b394ac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6c0bb9244e44ead" /><Relationship Type="http://schemas.openxmlformats.org/officeDocument/2006/relationships/notesMaster" Target="/ppt/notesMasters/notesMaster1.xml" Id="R8bf1e7453744476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28af4e504954351" /><Relationship Type="http://schemas.openxmlformats.org/officeDocument/2006/relationships/notesMaster" Target="/ppt/notesMasters/notesMaster1.xml" Id="R91d1f721e3a94f5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432fcd66b724074" /><Relationship Type="http://schemas.openxmlformats.org/officeDocument/2006/relationships/notesMaster" Target="/ppt/notesMasters/notesMaster1.xml" Id="R475e2dada3fe482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c161336adeb40b7" /><Relationship Type="http://schemas.openxmlformats.org/officeDocument/2006/relationships/notesMaster" Target="/ppt/notesMasters/notesMaster1.xml" Id="R79b4bbcb91244c3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bce9f736c994085" /><Relationship Type="http://schemas.openxmlformats.org/officeDocument/2006/relationships/notesMaster" Target="/ppt/notesMasters/notesMaster1.xml" Id="R8d86355a336a44d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a89ddbc43ba4b27" /><Relationship Type="http://schemas.openxmlformats.org/officeDocument/2006/relationships/notesMaster" Target="/ppt/notesMasters/notesMaster1.xml" Id="Re96d990f5de9419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e467b250e6046e6" /><Relationship Type="http://schemas.openxmlformats.org/officeDocument/2006/relationships/notesMaster" Target="/ppt/notesMasters/notesMaster1.xml" Id="Ra1bbabca01444b3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ff91876ffa142b5" /><Relationship Type="http://schemas.openxmlformats.org/officeDocument/2006/relationships/notesMaster" Target="/ppt/notesMasters/notesMaster1.xml" Id="R03335b890077467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2c64c33ef394c44" /><Relationship Type="http://schemas.openxmlformats.org/officeDocument/2006/relationships/notesMaster" Target="/ppt/notesMasters/notesMaster1.xml" Id="R4d5df73858bf472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c32c74ffee841f3" /><Relationship Type="http://schemas.openxmlformats.org/officeDocument/2006/relationships/notesMaster" Target="/ppt/notesMasters/notesMaster1.xml" Id="R2648953169af435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af2de651c1f46dc" /><Relationship Type="http://schemas.openxmlformats.org/officeDocument/2006/relationships/notesMaster" Target="/ppt/notesMasters/notesMaster1.xml" Id="R542bfb72598f4f8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4624c2b282a4b2c" /><Relationship Type="http://schemas.openxmlformats.org/officeDocument/2006/relationships/notesMaster" Target="/ppt/notesMasters/notesMaster1.xml" Id="Raee940766b344cc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9ed212c15bf4215" /><Relationship Type="http://schemas.openxmlformats.org/officeDocument/2006/relationships/notesMaster" Target="/ppt/notesMasters/notesMaster1.xml" Id="R2c0436cb86c3494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a3e6626f07444aa" /><Relationship Type="http://schemas.openxmlformats.org/officeDocument/2006/relationships/notesMaster" Target="/ppt/notesMasters/notesMaster1.xml" Id="Rd11176ae7f964c6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8f9b867e73b47a0" /><Relationship Type="http://schemas.openxmlformats.org/officeDocument/2006/relationships/notesMaster" Target="/ppt/notesMasters/notesMaster1.xml" Id="R3985adde4432409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7b38a858c8646cd" /><Relationship Type="http://schemas.openxmlformats.org/officeDocument/2006/relationships/notesMaster" Target="/ppt/notesMasters/notesMaster1.xml" Id="Rdc4b26b7036b42b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1f3eef149c74bed" /><Relationship Type="http://schemas.openxmlformats.org/officeDocument/2006/relationships/notesMaster" Target="/ppt/notesMasters/notesMaster1.xml" Id="R3e777256790a4bf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bf537c659e1436b" /><Relationship Type="http://schemas.openxmlformats.org/officeDocument/2006/relationships/notesMaster" Target="/ppt/notesMasters/notesMaster1.xml" Id="Rd01a00b7c979498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7bb28678e3b42d0" /><Relationship Type="http://schemas.openxmlformats.org/officeDocument/2006/relationships/notesMaster" Target="/ppt/notesMasters/notesMaster1.xml" Id="Rc6386185201f4c8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603ba10938c489e" /><Relationship Type="http://schemas.openxmlformats.org/officeDocument/2006/relationships/notesMaster" Target="/ppt/notesMasters/notesMaster1.xml" Id="R8ee741fd09ae4f6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a38565bf03f421a" /><Relationship Type="http://schemas.openxmlformats.org/officeDocument/2006/relationships/notesMaster" Target="/ppt/notesMasters/notesMaster1.xml" Id="Rff56a21204da40e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7fd999fb90c44277" /><Relationship Type="http://schemas.openxmlformats.org/officeDocument/2006/relationships/notesMaster" Target="/ppt/notesMasters/notesMaster1.xml" Id="R5991e54e7a274ca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6c2dd3cc46e4149" /><Relationship Type="http://schemas.openxmlformats.org/officeDocument/2006/relationships/notesMaster" Target="/ppt/notesMasters/notesMaster1.xml" Id="R9c94892ec831490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e4b394b5d17c4b26" /><Relationship Type="http://schemas.openxmlformats.org/officeDocument/2006/relationships/notesMaster" Target="/ppt/notesMasters/notesMaster1.xml" Id="Rfc8a9a6797404bb1"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fd8e417c5db4d14" /><Relationship Type="http://schemas.openxmlformats.org/officeDocument/2006/relationships/notesMaster" Target="/ppt/notesMasters/notesMaster1.xml" Id="R7bfa1ae25e174cc8"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de7710b98e840a1" /><Relationship Type="http://schemas.openxmlformats.org/officeDocument/2006/relationships/notesMaster" Target="/ppt/notesMasters/notesMaster1.xml" Id="R5ec7d263676e41f7"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7b64383cbd0a48af" /><Relationship Type="http://schemas.openxmlformats.org/officeDocument/2006/relationships/notesMaster" Target="/ppt/notesMasters/notesMaster1.xml" Id="R70df77f983f8426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43160a0da4c845ad" /><Relationship Type="http://schemas.openxmlformats.org/officeDocument/2006/relationships/notesMaster" Target="/ppt/notesMasters/notesMaster1.xml" Id="R71fcb29256e94eb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8fc3c57d5c04917" /><Relationship Type="http://schemas.openxmlformats.org/officeDocument/2006/relationships/notesMaster" Target="/ppt/notesMasters/notesMaster1.xml" Id="Re841d657fad8482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b9553c252f5141cf" /><Relationship Type="http://schemas.openxmlformats.org/officeDocument/2006/relationships/notesMaster" Target="/ppt/notesMasters/notesMaster1.xml" Id="Rcb499d403dbe4940"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5e1ec062b7f4a8f" /><Relationship Type="http://schemas.openxmlformats.org/officeDocument/2006/relationships/notesMaster" Target="/ppt/notesMasters/notesMaster1.xml" Id="R98e1332674264718"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d786f151100d423d" /><Relationship Type="http://schemas.openxmlformats.org/officeDocument/2006/relationships/notesMaster" Target="/ppt/notesMasters/notesMaster1.xml" Id="R0be0936c70ed4b98"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3fe46437e6c34057" /><Relationship Type="http://schemas.openxmlformats.org/officeDocument/2006/relationships/notesMaster" Target="/ppt/notesMasters/notesMaster1.xml" Id="Raecddae35a9d47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1/50.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2/50.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3/50.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4/50.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5/50.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6/50.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a:p xmlns:a="http://schemas.openxmlformats.org/drawingml/2006/main">
            <a:r>
              <a:t>헤스 캐릭터: 사용자 제공 역사 초상화 기준 신규 생성. 클라우지우스/볼츠만 시리즈 스타일 참조. 실물 사진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7/50.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8/50.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요청 순환형 경로 도식. 신규 생성 이미지이며 완자 원본 그림을 사용하지 않았다. 수치 근거 천재 물질과 에너지85쪽: 직접393.5, CO산화283.0, CO생성110.5 kJ 방출. ΔH1=ΔH3+ΔH2. 처음·끝 상태 및 산소 양이 같음을 비교한다.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9/50.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10/50.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11/50.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12/50.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13/50.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14/50.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15/50.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16/50.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17/50.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18/50.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19/50.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20/50.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21/50.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22/50.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23/50.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24/50.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25/50.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26/50. 아래첨자 f와 윗첨자 °의 뜻</a:t>
            </a:r>
          </a:p>
          <a:p xmlns:a="http://schemas.openxmlformats.org/drawingml/2006/main">
            <a:r>
              <a:t>발화·지도: 완자121쪽 정의·파란 주석. f는formation의약자로생성을뜻한다. 위첨자°는표준상태이며0°C라는뜻이아니다. H만수학기호로기울인다. 원문과같이f를아래첨자,°를윗첨자로시각적으로배치했다.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27/50. 표준 상태는 비교를 위한 기준</a:t>
            </a:r>
          </a:p>
          <a:p xmlns:a="http://schemas.openxmlformats.org/drawingml/2006/main">
            <a:r>
              <a:t>발화·지도: 완자121쪽오른쪽표준상태설명에맞춘학교수업용기준. 열역학표준상태는규약상기준으로기체는이상거동등의정의가따르지만이번기본수업에서는확장하지않는다. 현대IUPAC표준압력1bar와교재의1기압을동일시하지않고이장표의조건은완자기준임을명시한다. IUPAC https://goldbook.iupac.org/terms/view/S05925</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28/50. 표준 상태가 곧 25°C인 것은 아니다</a:t>
            </a:r>
          </a:p>
          <a:p xmlns:a="http://schemas.openxmlformats.org/drawingml/2006/main">
            <a:r>
              <a:t>발화·지도: 완자121쪽오른쪽:표준상태정의에온도는포함되지않으며25°C자료를많이사용한다고설명한다. 따라서0°C기체조건이나온도자체를표준상태와혼동하지않게한다. 본예제값은교재25°C·1기압조건을따른다. 표준기호는온도를정의하지않음:IUPAC https://goldbook.iupac.org/terms/view/S05927</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29/50.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30/50. 기준 원소의 생성 엔탈피는 왜 0일까?</a:t>
            </a:r>
          </a:p>
          <a:p xmlns:a="http://schemas.openxmlformats.org/drawingml/2006/main">
            <a:r>
              <a:t>발화·지도: 완자121쪽B1(2)와오른쪽원소물질의생성엔탈피. 기준원소의표준생성엔탈피0은기준점이며물질절대엔탈피H=0이라는주장이아니다. 주어진온도·압력에서안정한원소형태:IUPAC https://goldbook.iupac.org/terms/view/R05233</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31/50. 같은 탄소라도 기준값은 다르다</a:t>
            </a:r>
          </a:p>
          <a:p xmlns:a="http://schemas.openxmlformats.org/drawingml/2006/main">
            <a:r>
              <a:t>발화·지도: 수치·설명:완자121쪽. 그림:천재교육물질과에너지39쪽그림I-30의흑연·다이아몬드사진및구조모형. 같은탄소지만결합구조가다르며표준생성엔탈피도다르다.25°C교재조건에서흑연0,다이아몬드+1.88kJ/mol. 앞Part2의완자127쪽반올림자료+1.9kJ와구분한다. 구조원본은assets/formation-v24/provenance.json참조.</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32/50.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33/50.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34/50.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35/50. 표의 값에 반응 계수를 곱한다</a:t>
            </a:r>
          </a:p>
          <a:p xmlns:a="http://schemas.openxmlformats.org/drawingml/2006/main">
            <a:r>
              <a:t>발화·지도: 완자121쪽B2관계식과메테인예제. 표준생성엔탈피의합은각반응계수를곱한뒤의합이다. 원소의값0이라도물질·상태·계수를먼저확인한다. 식에적힌반응진행량에대응하는반응엔탈피를구하며이수업은열화학반응식의kJ표기와물질당kJ/mol을구분한다.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36/50.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37/50. 세 물질의 표준 생성 엔탈피</a:t>
            </a:r>
          </a:p>
          <a:p xmlns:a="http://schemas.openxmlformats.org/drawingml/2006/main">
            <a:r>
              <a:t>발화·지도: 사용자 최신 요청으로 교재 원본 크롭을 제거하고 built-in image_gen으로 새 수식 이미지를 생성했다. 사실·수치 근거 완자121쪽. ①: C+2H2→CH4 ΔH1=-74.8kJ, ②: C+O2→CO2 ΔH2=-393.5kJ, ③: H2+1/2O2→H2O(l) ΔH3=-285.8kJ. 생성 프롬프트 assets/formation-v30/prompts.json.</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38/50. 생성 엔탈피 계산과 헤스 법칙</a:t>
            </a:r>
          </a:p>
          <a:p xmlns:a="http://schemas.openxmlformats.org/drawingml/2006/main">
            <a:r>
              <a:t>발화·지도: 사용자 최신 요청으로 완자 원본 소거 패널을 제거하고 image_gen으로 새 이미지 생성. (ΔH2+2ΔH3)−ΔH1=-890.3kJ. 같은 반응은 ②+2×③−①로 구한다. ①을 역반응으로 사용하면 C(흑연)와2H2가 소거되며 CH4+2O2→CO2+2H2O(l). 교재 이미지 복제 대신 별도 구성. 사용 허가에 대한 법적 판정은 하지 않았다.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39/50.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40/50.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41/50.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42/50.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43/50.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44/50.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45/50.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46/50.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47/50.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48/50.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49/50.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50/50.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531ae7bd4e440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2f67544c3404ec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fc4688e88e644a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9c4717d9f42491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41ae9bb0b18421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8e8d4722e53493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9642DE-F882-48D8-9E95-8F9235623F9F}"/>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DD3C1D9-77C3-4C15-94F7-D1D1BE82C597}"/>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75D196F-63D4-49EE-84CF-82893C83BE1D}"/>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C5D938-29FB-4992-956D-9BFA22EDD04E}"/>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6DF08F9-2517-4165-81B5-9CCC311813F4}"/>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72DC4C1-0355-4F7A-BE27-EDCFCFB49C87}"/>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D9E5F99-BBC5-43C5-BB88-BF042AA32C5C}"/>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ED6343F-804C-4E3B-9A7D-26560CA47E2B}"/>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3832DB-1D53-43D1-9AD0-5A0178F13BF6}"/>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4752763-507E-4F4B-BA10-1A371F14A9A5}"/>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d8d7d025b97482d" /><Relationship Type="http://schemas.openxmlformats.org/officeDocument/2006/relationships/slideLayout" Target="/ppt/slideLayouts/slideLayout1.xml" Id="Re373db85be75462d" /><Relationship Type="http://schemas.openxmlformats.org/officeDocument/2006/relationships/slideLayout" Target="/ppt/slideLayouts/slideLayout2.xml" Id="Rbff7c921701143d9" /><Relationship Type="http://schemas.openxmlformats.org/officeDocument/2006/relationships/slideLayout" Target="/ppt/slideLayouts/slideLayout3.xml" Id="R8665d5d58544492b" /><Relationship Type="http://schemas.openxmlformats.org/officeDocument/2006/relationships/slideLayout" Target="/ppt/slideLayouts/slideLayout4.xml" Id="R6e68e8522fcb4cef" /><Relationship Type="http://schemas.openxmlformats.org/officeDocument/2006/relationships/slideLayout" Target="/ppt/slideLayouts/slideLayout5.xml" Id="Rec2b1cbeb6604174" /><Relationship Type="http://schemas.openxmlformats.org/officeDocument/2006/relationships/slideLayout" Target="/ppt/slideLayouts/slideLayout6.xml" Id="R9abde1d1cf664fa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373db85be75462d"/>
    <p:sldLayoutId xmlns:r="http://schemas.openxmlformats.org/officeDocument/2006/relationships" id="2147483650" r:id="Rbff7c921701143d9"/>
    <p:sldLayoutId xmlns:r="http://schemas.openxmlformats.org/officeDocument/2006/relationships" id="2147483651" r:id="R8665d5d58544492b"/>
    <p:sldLayoutId xmlns:r="http://schemas.openxmlformats.org/officeDocument/2006/relationships" id="2147483652" r:id="R6e68e8522fcb4cef"/>
    <p:sldLayoutId xmlns:r="http://schemas.openxmlformats.org/officeDocument/2006/relationships" id="2147483653" r:id="Rec2b1cbeb6604174"/>
    <p:sldLayoutId xmlns:r="http://schemas.openxmlformats.org/officeDocument/2006/relationships" id="2147483654" r:id="R9abde1d1cf664fa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d3a20b96c9642b6" /><Relationship Type="http://schemas.openxmlformats.org/officeDocument/2006/relationships/image" Target="/ppt/media/image.png" Id="R50222b2e8fa844b7" /><Relationship Type="http://schemas.openxmlformats.org/officeDocument/2006/relationships/image" Target="/ppt/media/image2.png" Id="R4dd58ac14e704391" /><Relationship Type="http://schemas.openxmlformats.org/officeDocument/2006/relationships/image" Target="/ppt/media/image3.png" Id="Rce58f287f03b4c39" /><Relationship Type="http://schemas.openxmlformats.org/officeDocument/2006/relationships/notesSlide" Target="/ppt/notesSlides/notesSlide1.xml" Id="R2a4f07adcd3547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678a55babab4168" /><Relationship Type="http://schemas.openxmlformats.org/officeDocument/2006/relationships/image" Target="/ppt/media/image4.png" Id="R01e3303e5c564377" /><Relationship Type="http://schemas.openxmlformats.org/officeDocument/2006/relationships/image" Target="/ppt/media/image5.png" Id="R78de961aa8094f31" /><Relationship Type="http://schemas.openxmlformats.org/officeDocument/2006/relationships/image" Target="/ppt/media/image6.png" Id="Ra3237b8b2f3941db" /><Relationship Type="http://schemas.openxmlformats.org/officeDocument/2006/relationships/notesSlide" Target="/ppt/notesSlides/notesSlide2.xml" Id="R61e70fcc10e941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d003a9bed5d4f7e" /><Relationship Type="http://schemas.openxmlformats.org/officeDocument/2006/relationships/image" Target="/ppt/media/image7.png" Id="Rd3080cb4db4e4a51" /><Relationship Type="http://schemas.openxmlformats.org/officeDocument/2006/relationships/notesSlide" Target="/ppt/notesSlides/notesSlide3.xml" Id="R631a0cc1499c434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3abf06a55e94814" /><Relationship Type="http://schemas.openxmlformats.org/officeDocument/2006/relationships/image" Target="/ppt/media/image8.png" Id="R869906c5436c493b" /><Relationship Type="http://schemas.openxmlformats.org/officeDocument/2006/relationships/image" Target="/ppt/media/image9.png" Id="Rec84197eecd345a3" /><Relationship Type="http://schemas.openxmlformats.org/officeDocument/2006/relationships/notesSlide" Target="/ppt/notesSlides/notesSlide4.xml" Id="R33452b38a9514e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f04c87af10f47ca" /><Relationship Type="http://schemas.openxmlformats.org/officeDocument/2006/relationships/image" Target="/ppt/media/image10.png" Id="R15365665a2ca44fa" /><Relationship Type="http://schemas.openxmlformats.org/officeDocument/2006/relationships/image" Target="/ppt/media/image11.png" Id="R0b4aab8f376e461a" /><Relationship Type="http://schemas.openxmlformats.org/officeDocument/2006/relationships/notesSlide" Target="/ppt/notesSlides/notesSlide5.xml" Id="R0c1126629c754d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07c29ad68104008" /><Relationship Type="http://schemas.openxmlformats.org/officeDocument/2006/relationships/image" Target="/ppt/media/image12.png" Id="Re4a8b9858b584191" /><Relationship Type="http://schemas.openxmlformats.org/officeDocument/2006/relationships/image" Target="/ppt/media/image13.png" Id="R8d6e9c3bed454e53" /><Relationship Type="http://schemas.openxmlformats.org/officeDocument/2006/relationships/notesSlide" Target="/ppt/notesSlides/notesSlide6.xml" Id="R872a5f4fdc14474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085689e40ee4442" /><Relationship Type="http://schemas.openxmlformats.org/officeDocument/2006/relationships/image" Target="/ppt/media/image14.png" Id="Reea7a22a488246bd" /><Relationship Type="http://schemas.openxmlformats.org/officeDocument/2006/relationships/image" Target="/ppt/media/image15.png" Id="R293ce6c365354f5e" /><Relationship Type="http://schemas.openxmlformats.org/officeDocument/2006/relationships/image" Target="/ppt/media/image16.png" Id="R3169438996c74638" /><Relationship Type="http://schemas.openxmlformats.org/officeDocument/2006/relationships/image" Target="/ppt/media/image17.png" Id="Rc89eecb9365b4520" /><Relationship Type="http://schemas.openxmlformats.org/officeDocument/2006/relationships/notesSlide" Target="/ppt/notesSlides/notesSlide7.xml" Id="Re68d0a62d4ee42b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45c84f13bd94248" /><Relationship Type="http://schemas.openxmlformats.org/officeDocument/2006/relationships/image" Target="/ppt/media/image18.png" Id="R5aed44320f1a4d63" /><Relationship Type="http://schemas.openxmlformats.org/officeDocument/2006/relationships/image" Target="/ppt/media/image19.png" Id="R5e8f46b7431b42de" /><Relationship Type="http://schemas.openxmlformats.org/officeDocument/2006/relationships/image" Target="/ppt/media/image20.png" Id="R88fec8a5765d4858" /><Relationship Type="http://schemas.openxmlformats.org/officeDocument/2006/relationships/image" Target="/ppt/media/image21.png" Id="R9db845d719ba4b1e" /><Relationship Type="http://schemas.openxmlformats.org/officeDocument/2006/relationships/notesSlide" Target="/ppt/notesSlides/notesSlide8.xml" Id="R8938f09be0384b3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6020626e00e49b9" /><Relationship Type="http://schemas.openxmlformats.org/officeDocument/2006/relationships/image" Target="/ppt/media/image22.png" Id="Rbbfd29f352d844e3" /><Relationship Type="http://schemas.openxmlformats.org/officeDocument/2006/relationships/image" Target="/ppt/media/image23.png" Id="R6cfc4dfe063d4cad" /><Relationship Type="http://schemas.openxmlformats.org/officeDocument/2006/relationships/notesSlide" Target="/ppt/notesSlides/notesSlide9.xml" Id="R236b3b9967d9459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cf98cb8f5d74cf6" /><Relationship Type="http://schemas.openxmlformats.org/officeDocument/2006/relationships/image" Target="/ppt/media/image24.png" Id="Re19cdada20094bd2" /><Relationship Type="http://schemas.openxmlformats.org/officeDocument/2006/relationships/image" Target="/ppt/media/image25.png" Id="Rf454fb93cc554825" /><Relationship Type="http://schemas.openxmlformats.org/officeDocument/2006/relationships/image" Target="/ppt/media/image26.png" Id="R1490595bd0b34913" /><Relationship Type="http://schemas.openxmlformats.org/officeDocument/2006/relationships/image" Target="/ppt/media/image27.png" Id="R6bb4d456753f4cf6" /><Relationship Type="http://schemas.openxmlformats.org/officeDocument/2006/relationships/image" Target="/ppt/media/image28.png" Id="Rd51235ec79c3430b" /><Relationship Type="http://schemas.openxmlformats.org/officeDocument/2006/relationships/notesSlide" Target="/ppt/notesSlides/notesSlide10.xml" Id="Ra32861e17bac4d8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9f00f33bae94de7" /><Relationship Type="http://schemas.openxmlformats.org/officeDocument/2006/relationships/image" Target="/ppt/media/image29.png" Id="R2dec60ca6d564cac" /><Relationship Type="http://schemas.openxmlformats.org/officeDocument/2006/relationships/image" Target="/ppt/media/image30.png" Id="Ra28ef4cee8d748c4" /><Relationship Type="http://schemas.openxmlformats.org/officeDocument/2006/relationships/image" Target="/ppt/media/image31.png" Id="R68952beac63c4f88" /><Relationship Type="http://schemas.openxmlformats.org/officeDocument/2006/relationships/notesSlide" Target="/ppt/notesSlides/notesSlide11.xml" Id="R40e984a89b9d47e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2870466919b44d1" /><Relationship Type="http://schemas.openxmlformats.org/officeDocument/2006/relationships/image" Target="/ppt/media/image32.png" Id="R8a534dd2bafd4c61" /><Relationship Type="http://schemas.openxmlformats.org/officeDocument/2006/relationships/image" Target="/ppt/media/image33.png" Id="R8a53a010ecbe4158" /><Relationship Type="http://schemas.openxmlformats.org/officeDocument/2006/relationships/image" Target="/ppt/media/image34.png" Id="Ref88bd2f952f4520" /><Relationship Type="http://schemas.openxmlformats.org/officeDocument/2006/relationships/notesSlide" Target="/ppt/notesSlides/notesSlide12.xml" Id="Rf145d7e46b1348b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3e8bd431503424b" /><Relationship Type="http://schemas.openxmlformats.org/officeDocument/2006/relationships/image" Target="/ppt/media/image35.png" Id="Rd81a5fa0bf0745bd" /><Relationship Type="http://schemas.openxmlformats.org/officeDocument/2006/relationships/notesSlide" Target="/ppt/notesSlides/notesSlide13.xml" Id="Rae34f6b8d6564b2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f275fdcc7ce4d0d" /><Relationship Type="http://schemas.openxmlformats.org/officeDocument/2006/relationships/image" Target="/ppt/media/image36.png" Id="R7fbbd62008cb4e7f" /><Relationship Type="http://schemas.openxmlformats.org/officeDocument/2006/relationships/image" Target="/ppt/media/image37.png" Id="R5b7cd5fddbbd4f87" /><Relationship Type="http://schemas.openxmlformats.org/officeDocument/2006/relationships/notesSlide" Target="/ppt/notesSlides/notesSlide14.xml" Id="R40093ec8b726419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17f5fedf23a467e" /><Relationship Type="http://schemas.openxmlformats.org/officeDocument/2006/relationships/image" Target="/ppt/media/image38.png" Id="Rf2f2818bbf124ccd" /><Relationship Type="http://schemas.openxmlformats.org/officeDocument/2006/relationships/image" Target="/ppt/media/image39.png" Id="R443522d193a74f86" /><Relationship Type="http://schemas.openxmlformats.org/officeDocument/2006/relationships/image" Target="/ppt/media/image40.png" Id="Rfb4db9bc0fa74ca8" /><Relationship Type="http://schemas.openxmlformats.org/officeDocument/2006/relationships/notesSlide" Target="/ppt/notesSlides/notesSlide15.xml" Id="R6427d95d908a405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86b858269844534" /><Relationship Type="http://schemas.openxmlformats.org/officeDocument/2006/relationships/image" Target="/ppt/media/image41.png" Id="R6ab65dfde2134f6c" /><Relationship Type="http://schemas.openxmlformats.org/officeDocument/2006/relationships/image" Target="/ppt/media/image42.png" Id="R28325114be814b28" /><Relationship Type="http://schemas.openxmlformats.org/officeDocument/2006/relationships/image" Target="/ppt/media/image43.png" Id="Rc1e2b699fddc40e6" /><Relationship Type="http://schemas.openxmlformats.org/officeDocument/2006/relationships/image" Target="/ppt/media/image44.png" Id="R34dd3409809347cf" /><Relationship Type="http://schemas.openxmlformats.org/officeDocument/2006/relationships/notesSlide" Target="/ppt/notesSlides/notesSlide16.xml" Id="R73f5ab787bf441c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feb40812de44f4f" /><Relationship Type="http://schemas.openxmlformats.org/officeDocument/2006/relationships/image" Target="/ppt/media/image45.png" Id="Rc7ce6ce5059e416d" /><Relationship Type="http://schemas.openxmlformats.org/officeDocument/2006/relationships/image" Target="/ppt/media/image46.png" Id="Rc7b9afb4ebb641b5" /><Relationship Type="http://schemas.openxmlformats.org/officeDocument/2006/relationships/image" Target="/ppt/media/image47.png" Id="R1cfbb40ca4c24990" /><Relationship Type="http://schemas.openxmlformats.org/officeDocument/2006/relationships/notesSlide" Target="/ppt/notesSlides/notesSlide17.xml" Id="Ra0528d1591644a6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f059afd3d0d4022" /><Relationship Type="http://schemas.openxmlformats.org/officeDocument/2006/relationships/image" Target="/ppt/media/image48.png" Id="R77a4e30e890545be" /><Relationship Type="http://schemas.openxmlformats.org/officeDocument/2006/relationships/image" Target="/ppt/media/image49.png" Id="R1b7b6759aead45d7" /><Relationship Type="http://schemas.openxmlformats.org/officeDocument/2006/relationships/image" Target="/ppt/media/image50.png" Id="Ree5a9009ac794435" /><Relationship Type="http://schemas.openxmlformats.org/officeDocument/2006/relationships/image" Target="/ppt/media/image51.png" Id="R2244bbb4b2f8495b" /><Relationship Type="http://schemas.openxmlformats.org/officeDocument/2006/relationships/notesSlide" Target="/ppt/notesSlides/notesSlide18.xml" Id="R13d149800edb4bb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74488fff5864263" /><Relationship Type="http://schemas.openxmlformats.org/officeDocument/2006/relationships/image" Target="/ppt/media/image52.png" Id="Rfa742bb609ff451a" /><Relationship Type="http://schemas.openxmlformats.org/officeDocument/2006/relationships/image" Target="/ppt/media/image53.png" Id="R3eb8af0bc4864267" /><Relationship Type="http://schemas.openxmlformats.org/officeDocument/2006/relationships/image" Target="/ppt/media/image54.png" Id="Rf7f347e321da47e8" /><Relationship Type="http://schemas.openxmlformats.org/officeDocument/2006/relationships/notesSlide" Target="/ppt/notesSlides/notesSlide19.xml" Id="R028810d0728c43b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9859836c4e34cca" /><Relationship Type="http://schemas.openxmlformats.org/officeDocument/2006/relationships/image" Target="/ppt/media/image55.png" Id="R956ce14b476842da" /><Relationship Type="http://schemas.openxmlformats.org/officeDocument/2006/relationships/image" Target="/ppt/media/image56.png" Id="Reb8479140942457d" /><Relationship Type="http://schemas.openxmlformats.org/officeDocument/2006/relationships/image" Target="/ppt/media/image57.png" Id="Ra572da22ad544b5e" /><Relationship Type="http://schemas.openxmlformats.org/officeDocument/2006/relationships/image" Target="/ppt/media/image58.png" Id="Rb4b6ae30187042e0" /><Relationship Type="http://schemas.openxmlformats.org/officeDocument/2006/relationships/notesSlide" Target="/ppt/notesSlides/notesSlide20.xml" Id="R7749f081ec55498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97ef9904b8541ac" /><Relationship Type="http://schemas.openxmlformats.org/officeDocument/2006/relationships/image" Target="/ppt/media/image59.png" Id="Rbafc933677b1481a" /><Relationship Type="http://schemas.openxmlformats.org/officeDocument/2006/relationships/notesSlide" Target="/ppt/notesSlides/notesSlide21.xml" Id="Rf1605a9a68584dd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d9a33f406294806" /><Relationship Type="http://schemas.openxmlformats.org/officeDocument/2006/relationships/image" Target="/ppt/media/image60.png" Id="R1c777c494893444b" /><Relationship Type="http://schemas.openxmlformats.org/officeDocument/2006/relationships/image" Target="/ppt/media/image61.png" Id="R3ec0ff0dd23e4acf" /><Relationship Type="http://schemas.openxmlformats.org/officeDocument/2006/relationships/image" Target="/ppt/media/image62.png" Id="Rc988e7d020e247cb" /><Relationship Type="http://schemas.openxmlformats.org/officeDocument/2006/relationships/notesSlide" Target="/ppt/notesSlides/notesSlide22.xml" Id="R03420ebc99b643d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be842b3bc6d4d19" /><Relationship Type="http://schemas.openxmlformats.org/officeDocument/2006/relationships/image" Target="/ppt/media/image63.png" Id="R47ea68250e8e45f9" /><Relationship Type="http://schemas.openxmlformats.org/officeDocument/2006/relationships/image" Target="/ppt/media/image64.png" Id="R8de3742d746c4721" /><Relationship Type="http://schemas.openxmlformats.org/officeDocument/2006/relationships/image" Target="/ppt/media/image65.png" Id="R4d978848e43344ed" /><Relationship Type="http://schemas.openxmlformats.org/officeDocument/2006/relationships/image" Target="/ppt/media/image66.png" Id="R8ce41a0875cf4a6d" /><Relationship Type="http://schemas.openxmlformats.org/officeDocument/2006/relationships/notesSlide" Target="/ppt/notesSlides/notesSlide23.xml" Id="R6928c73433d34f4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23f0bef5eb547ae" /><Relationship Type="http://schemas.openxmlformats.org/officeDocument/2006/relationships/image" Target="/ppt/media/image67.png" Id="Rafc0528644674a68" /><Relationship Type="http://schemas.openxmlformats.org/officeDocument/2006/relationships/image" Target="/ppt/media/image68.png" Id="R492f9ce5f1d648fe" /><Relationship Type="http://schemas.openxmlformats.org/officeDocument/2006/relationships/image" Target="/ppt/media/image69.png" Id="R276b4895c30d4c1c" /><Relationship Type="http://schemas.openxmlformats.org/officeDocument/2006/relationships/notesSlide" Target="/ppt/notesSlides/notesSlide24.xml" Id="Re854a28441fd48e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170b778e148478d" /><Relationship Type="http://schemas.openxmlformats.org/officeDocument/2006/relationships/image" Target="/ppt/media/image70.png" Id="Rc9710cc365d44008" /><Relationship Type="http://schemas.openxmlformats.org/officeDocument/2006/relationships/image" Target="/ppt/media/image71.png" Id="Ra11338e41dd3474b" /><Relationship Type="http://schemas.openxmlformats.org/officeDocument/2006/relationships/notesSlide" Target="/ppt/notesSlides/notesSlide25.xml" Id="Rf9624a4175d0453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606c33b771514ac4" /><Relationship Type="http://schemas.openxmlformats.org/officeDocument/2006/relationships/image" Target="/ppt/media/image72.png" Id="R07f342d4d34b4475" /><Relationship Type="http://schemas.openxmlformats.org/officeDocument/2006/relationships/image" Target="/ppt/media/image73.png" Id="Rf5af7d84f5e248d3" /><Relationship Type="http://schemas.openxmlformats.org/officeDocument/2006/relationships/notesSlide" Target="/ppt/notesSlides/notesSlide26.xml" Id="R138d264b148946a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2dc1a143a4e04359" /><Relationship Type="http://schemas.openxmlformats.org/officeDocument/2006/relationships/image" Target="/ppt/media/image74.png" Id="R9b8a9041ac584b3e" /><Relationship Type="http://schemas.openxmlformats.org/officeDocument/2006/relationships/image" Target="/ppt/media/image75.png" Id="R9a56596a1f08485f" /><Relationship Type="http://schemas.openxmlformats.org/officeDocument/2006/relationships/notesSlide" Target="/ppt/notesSlides/notesSlide27.xml" Id="R4e74aa5bb76345a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1eab3263b1014c36" /><Relationship Type="http://schemas.openxmlformats.org/officeDocument/2006/relationships/image" Target="/ppt/media/image76.png" Id="R71e69da20d094273" /><Relationship Type="http://schemas.openxmlformats.org/officeDocument/2006/relationships/image" Target="/ppt/media/image77.png" Id="Rfc7297ac6b4943da" /><Relationship Type="http://schemas.openxmlformats.org/officeDocument/2006/relationships/image" Target="/ppt/media/image78.png" Id="R2870bbafb7c647d1" /><Relationship Type="http://schemas.openxmlformats.org/officeDocument/2006/relationships/notesSlide" Target="/ppt/notesSlides/notesSlide28.xml" Id="Rbe8dbc91e9544da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bdc9863ce214a81" /><Relationship Type="http://schemas.openxmlformats.org/officeDocument/2006/relationships/image" Target="/ppt/media/image79.png" Id="Rc41f0f60c8224e99" /><Relationship Type="http://schemas.openxmlformats.org/officeDocument/2006/relationships/notesSlide" Target="/ppt/notesSlides/notesSlide29.xml" Id="Re53f2b8781704ae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cd14daaed7b34bcc" /><Relationship Type="http://schemas.openxmlformats.org/officeDocument/2006/relationships/image" Target="/ppt/media/image80.png" Id="R482a0feefb854d3c" /><Relationship Type="http://schemas.openxmlformats.org/officeDocument/2006/relationships/notesSlide" Target="/ppt/notesSlides/notesSlide30.xml" Id="R38d1cc1b10ca49f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a4534b5eb71640f1" /><Relationship Type="http://schemas.openxmlformats.org/officeDocument/2006/relationships/image" Target="/ppt/media/image81.png" Id="Rb7866fd90a0646b1" /><Relationship Type="http://schemas.openxmlformats.org/officeDocument/2006/relationships/notesSlide" Target="/ppt/notesSlides/notesSlide31.xml" Id="R630afba50403499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776df65d0e9745d0" /><Relationship Type="http://schemas.openxmlformats.org/officeDocument/2006/relationships/image" Target="/ppt/media/image82.png" Id="R5d5ca40a39c3463b" /><Relationship Type="http://schemas.openxmlformats.org/officeDocument/2006/relationships/image" Target="/ppt/media/image83.png" Id="R790d8088b60c4a48" /><Relationship Type="http://schemas.openxmlformats.org/officeDocument/2006/relationships/image" Target="/ppt/media/image84.png" Id="R1fb3631086c341dd" /><Relationship Type="http://schemas.openxmlformats.org/officeDocument/2006/relationships/image" Target="/ppt/media/image85.png" Id="R083931636ca14701" /><Relationship Type="http://schemas.openxmlformats.org/officeDocument/2006/relationships/notesSlide" Target="/ppt/notesSlides/notesSlide32.xml" Id="R633844b6583c442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2c7dc86141954e90" /><Relationship Type="http://schemas.openxmlformats.org/officeDocument/2006/relationships/image" Target="/ppt/media/image86.png" Id="R9b22bd1957274ad1" /><Relationship Type="http://schemas.openxmlformats.org/officeDocument/2006/relationships/image" Target="/ppt/media/image87.png" Id="Rf2752859e7224892" /><Relationship Type="http://schemas.openxmlformats.org/officeDocument/2006/relationships/image" Target="/ppt/media/image88.png" Id="R86a5fc07b7944c9f" /><Relationship Type="http://schemas.openxmlformats.org/officeDocument/2006/relationships/notesSlide" Target="/ppt/notesSlides/notesSlide33.xml" Id="R9e05fcb1006b416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f2b71aef3caf4c43" /><Relationship Type="http://schemas.openxmlformats.org/officeDocument/2006/relationships/image" Target="/ppt/media/image89.png" Id="Ra4713acbb29048d1" /><Relationship Type="http://schemas.openxmlformats.org/officeDocument/2006/relationships/image" Target="/ppt/media/image90.png" Id="R628cd8ae284b4145" /><Relationship Type="http://schemas.openxmlformats.org/officeDocument/2006/relationships/notesSlide" Target="/ppt/notesSlides/notesSlide34.xml" Id="R73ba125ae7064ba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ea02dbf2ba6b4b6c" /><Relationship Type="http://schemas.openxmlformats.org/officeDocument/2006/relationships/image" Target="/ppt/media/image91.png" Id="R85deda19f87a493b" /><Relationship Type="http://schemas.openxmlformats.org/officeDocument/2006/relationships/image" Target="/ppt/media/image92.png" Id="Rf69cb268813b43e1" /><Relationship Type="http://schemas.openxmlformats.org/officeDocument/2006/relationships/notesSlide" Target="/ppt/notesSlides/notesSlide35.xml" Id="Rb2fd43efcb1140e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290e87dea1214c23" /><Relationship Type="http://schemas.openxmlformats.org/officeDocument/2006/relationships/image" Target="/ppt/media/image93.png" Id="Rb54608f0c0804c60" /><Relationship Type="http://schemas.openxmlformats.org/officeDocument/2006/relationships/image" Target="/ppt/media/image94.png" Id="R78b380ecc4df4b17" /><Relationship Type="http://schemas.openxmlformats.org/officeDocument/2006/relationships/notesSlide" Target="/ppt/notesSlides/notesSlide36.xml" Id="Rd296a867159544b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59e03784e83843f0" /><Relationship Type="http://schemas.openxmlformats.org/officeDocument/2006/relationships/image" Target="/ppt/media/image95.png" Id="R3993999237244309" /><Relationship Type="http://schemas.openxmlformats.org/officeDocument/2006/relationships/image" Target="/ppt/media/image96.png" Id="R10a4426232dc4163" /><Relationship Type="http://schemas.openxmlformats.org/officeDocument/2006/relationships/image" Target="/ppt/media/image97.png" Id="R64a16679f7e645cf" /><Relationship Type="http://schemas.openxmlformats.org/officeDocument/2006/relationships/notesSlide" Target="/ppt/notesSlides/notesSlide37.xml" Id="Rfbd0fc9dc0194c7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835957816f3e42e1" /><Relationship Type="http://schemas.openxmlformats.org/officeDocument/2006/relationships/image" Target="/ppt/media/image98.png" Id="Raf5ccf7120734b61" /><Relationship Type="http://schemas.openxmlformats.org/officeDocument/2006/relationships/image" Target="/ppt/media/image99.png" Id="Rf03a419955ed4ac7" /><Relationship Type="http://schemas.openxmlformats.org/officeDocument/2006/relationships/image" Target="/ppt/media/image100.png" Id="Ra8b851dfdd7c4577" /><Relationship Type="http://schemas.openxmlformats.org/officeDocument/2006/relationships/image" Target="/ppt/media/image101.png" Id="R35ef94cd8b434455" /><Relationship Type="http://schemas.openxmlformats.org/officeDocument/2006/relationships/notesSlide" Target="/ppt/notesSlides/notesSlide38.xml" Id="R68fc971b8c90463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ddaa2052d8b34ec7" /><Relationship Type="http://schemas.openxmlformats.org/officeDocument/2006/relationships/image" Target="/ppt/media/image102.png" Id="Rc45aa2c8d8654a31" /><Relationship Type="http://schemas.openxmlformats.org/officeDocument/2006/relationships/image" Target="/ppt/media/image103.png" Id="Rc36df87b219c4d30" /><Relationship Type="http://schemas.openxmlformats.org/officeDocument/2006/relationships/notesSlide" Target="/ppt/notesSlides/notesSlide39.xml" Id="R03ec60bbdbcb41c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d49ebd6128294df3" /><Relationship Type="http://schemas.openxmlformats.org/officeDocument/2006/relationships/image" Target="/ppt/media/image104.png" Id="R4f2e89ea5b9842f4" /><Relationship Type="http://schemas.openxmlformats.org/officeDocument/2006/relationships/image" Target="/ppt/media/image105.png" Id="R8dc4685e89b24e8d" /><Relationship Type="http://schemas.openxmlformats.org/officeDocument/2006/relationships/image" Target="/ppt/media/image106.png" Id="R17510809eb264fe6" /><Relationship Type="http://schemas.openxmlformats.org/officeDocument/2006/relationships/notesSlide" Target="/ppt/notesSlides/notesSlide40.xml" Id="R88bec106da37485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3aa0cf69749e4b55" /><Relationship Type="http://schemas.openxmlformats.org/officeDocument/2006/relationships/image" Target="/ppt/media/image107.png" Id="Rf788ddd345e348ee" /><Relationship Type="http://schemas.openxmlformats.org/officeDocument/2006/relationships/notesSlide" Target="/ppt/notesSlides/notesSlide41.xml" Id="R5b284e0e21b640e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be9a887aa72b4daf" /><Relationship Type="http://schemas.openxmlformats.org/officeDocument/2006/relationships/image" Target="/ppt/media/image108.png" Id="R143b605cc6384176" /><Relationship Type="http://schemas.openxmlformats.org/officeDocument/2006/relationships/image" Target="/ppt/media/image109.png" Id="Rf280492d59254d0e" /><Relationship Type="http://schemas.openxmlformats.org/officeDocument/2006/relationships/notesSlide" Target="/ppt/notesSlides/notesSlide42.xml" Id="Re44b89944b814d4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2093680ec84a42a5" /><Relationship Type="http://schemas.openxmlformats.org/officeDocument/2006/relationships/image" Target="/ppt/media/image110.png" Id="R6e060256f0d743c9" /><Relationship Type="http://schemas.openxmlformats.org/officeDocument/2006/relationships/image" Target="/ppt/media/image111.png" Id="R6f067902959c4cc8" /><Relationship Type="http://schemas.openxmlformats.org/officeDocument/2006/relationships/image" Target="/ppt/media/image112.png" Id="Rd8a3fc10f87e4f71" /><Relationship Type="http://schemas.openxmlformats.org/officeDocument/2006/relationships/image" Target="/ppt/media/image113.png" Id="R42d0f133f2f445a9" /><Relationship Type="http://schemas.openxmlformats.org/officeDocument/2006/relationships/notesSlide" Target="/ppt/notesSlides/notesSlide43.xml" Id="Rd2e62e1dd2354d3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4c44a59707b1486a" /><Relationship Type="http://schemas.openxmlformats.org/officeDocument/2006/relationships/image" Target="/ppt/media/image114.png" Id="Rd0827c7c50ec40d0" /><Relationship Type="http://schemas.openxmlformats.org/officeDocument/2006/relationships/image" Target="/ppt/media/image115.png" Id="R9a365c325b694704" /><Relationship Type="http://schemas.openxmlformats.org/officeDocument/2006/relationships/notesSlide" Target="/ppt/notesSlides/notesSlide44.xml" Id="R79318456d4274580"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cc38f0b853b542f9" /><Relationship Type="http://schemas.openxmlformats.org/officeDocument/2006/relationships/image" Target="/ppt/media/image116.png" Id="R2860b42529da4e4d" /><Relationship Type="http://schemas.openxmlformats.org/officeDocument/2006/relationships/image" Target="/ppt/media/image117.png" Id="R1706546c3cd146b5" /><Relationship Type="http://schemas.openxmlformats.org/officeDocument/2006/relationships/notesSlide" Target="/ppt/notesSlides/notesSlide45.xml" Id="R2203424ea68a452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441d166fe3534bea" /><Relationship Type="http://schemas.openxmlformats.org/officeDocument/2006/relationships/image" Target="/ppt/media/image118.png" Id="Re2cecff020174e59" /><Relationship Type="http://schemas.openxmlformats.org/officeDocument/2006/relationships/notesSlide" Target="/ppt/notesSlides/notesSlide46.xml" Id="R68536b6889754d93"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0d909fb64f924d1e" /><Relationship Type="http://schemas.openxmlformats.org/officeDocument/2006/relationships/image" Target="/ppt/media/image119.png" Id="R9bd6ab052f2e4bc6" /><Relationship Type="http://schemas.openxmlformats.org/officeDocument/2006/relationships/image" Target="/ppt/media/image120.png" Id="R81de1ebb129a4932" /><Relationship Type="http://schemas.openxmlformats.org/officeDocument/2006/relationships/notesSlide" Target="/ppt/notesSlides/notesSlide47.xml" Id="Rccf2aeffd115495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bcf1a7b9ae7d4218" /><Relationship Type="http://schemas.openxmlformats.org/officeDocument/2006/relationships/image" Target="/ppt/media/image121.png" Id="Rf374e81434344d30" /><Relationship Type="http://schemas.openxmlformats.org/officeDocument/2006/relationships/notesSlide" Target="/ppt/notesSlides/notesSlide48.xml" Id="R10bc30e1deba4394"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324000198b9846e1" /><Relationship Type="http://schemas.openxmlformats.org/officeDocument/2006/relationships/image" Target="/ppt/media/image122.png" Id="R4ca077416c6744b7" /><Relationship Type="http://schemas.openxmlformats.org/officeDocument/2006/relationships/image" Target="/ppt/media/image123.png" Id="R0f962df392984b40" /><Relationship Type="http://schemas.openxmlformats.org/officeDocument/2006/relationships/image" Target="/ppt/media/image124.png" Id="Rb9b7fc8ae60d4f91" /><Relationship Type="http://schemas.openxmlformats.org/officeDocument/2006/relationships/image" Target="/ppt/media/image125.png" Id="R60bd53a0cd55479e" /><Relationship Type="http://schemas.openxmlformats.org/officeDocument/2006/relationships/notesSlide" Target="/ppt/notesSlides/notesSlide49.xml" Id="R33806e55fa6e4d89"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0fbc1fb6b72d4ba1" /><Relationship Type="http://schemas.openxmlformats.org/officeDocument/2006/relationships/image" Target="/ppt/media/image126.png" Id="R43255351e59044fa" /><Relationship Type="http://schemas.openxmlformats.org/officeDocument/2006/relationships/image" Target="/ppt/media/image127.png" Id="Rc0de8892cb764733" /><Relationship Type="http://schemas.openxmlformats.org/officeDocument/2006/relationships/image" Target="/ppt/media/image128.png" Id="R1ca99e20b6ad4b05" /><Relationship Type="http://schemas.openxmlformats.org/officeDocument/2006/relationships/image" Target="/ppt/media/image129.png" Id="R499e72fe55ca47ca" /><Relationship Type="http://schemas.openxmlformats.org/officeDocument/2006/relationships/notesSlide" Target="/ppt/notesSlides/notesSlide50.xml" Id="R0942eb183f0842cb"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58d3c32e6bae4508" /><Relationship Type="http://schemas.openxmlformats.org/officeDocument/2006/relationships/image" Target="/ppt/media/image130.png" Id="R799f0368769f4cc6" /><Relationship Type="http://schemas.openxmlformats.org/officeDocument/2006/relationships/notesSlide" Target="/ppt/notesSlides/notesSlide51.xml" Id="R010ad5860ab14c41"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0753EF50-632D-4966-B632-F59912121D93}"/>
              </a:ext>
            </a:extLst>
          </p:cNvPr>
          <p:cNvPicPr>
            <a:picLocks xmlns:a="http://schemas.openxmlformats.org/drawingml/2006/main" noChangeAspect="1"/>
          </p:cNvPicPr>
          <p:nvPr/>
        </p:nvPicPr>
        <p:blipFill>
          <a:blip xmlns:r="http://schemas.openxmlformats.org/officeDocument/2006/relationships" xmlns:a="http://schemas.openxmlformats.org/drawingml/2006/main" r:embed="R50222b2e8fa844b7"/>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42BFF725-9CC6-4DCD-AA52-BCDD79A5603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073B256B-C0BE-4267-AC7A-23FD32354251}"/>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6C443AA3-344B-4512-8602-E453E7F49905}"/>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CDDFB1BB-9100-419C-BE19-F6DF2516A959}"/>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7FAF8BE3-F88D-4C2C-8AC2-652C87B2DC2D}"/>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C8EC5716-5C12-4E35-8D0B-A35C7F4C1979}"/>
              </a:ext>
            </a:extLst>
          </p:cNvPr>
          <p:cNvPicPr>
            <a:picLocks xmlns:a="http://schemas.openxmlformats.org/drawingml/2006/main" noChangeAspect="1"/>
          </p:cNvPicPr>
          <p:nvPr/>
        </p:nvPicPr>
        <p:blipFill>
          <a:blip xmlns:r="http://schemas.openxmlformats.org/officeDocument/2006/relationships" xmlns:a="http://schemas.openxmlformats.org/drawingml/2006/main" r:embed="R4dd58ac14e70439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B5DFD5A8-E539-445C-8911-A6BC772ECCD8}"/>
              </a:ext>
            </a:extLst>
          </p:cNvPr>
          <p:cNvPicPr>
            <a:picLocks xmlns:a="http://schemas.openxmlformats.org/drawingml/2006/main" noChangeAspect="1"/>
          </p:cNvPicPr>
          <p:nvPr/>
        </p:nvPicPr>
        <p:blipFill>
          <a:blip xmlns:r="http://schemas.openxmlformats.org/officeDocument/2006/relationships" xmlns:a="http://schemas.openxmlformats.org/drawingml/2006/main" r:embed="Rce58f287f03b4c39"/>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D2BAA53B-2C9C-4830-A048-F4D20988D35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1723505962"/>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518D16D-D9C7-488A-8DE5-73DF296E4AB7}"/>
              </a:ext>
            </a:extLst>
          </p:cNvPr>
          <p:cNvPicPr>
            <a:picLocks xmlns:a="http://schemas.openxmlformats.org/drawingml/2006/main" noChangeAspect="1"/>
          </p:cNvPicPr>
          <p:nvPr/>
        </p:nvPicPr>
        <p:blipFill>
          <a:blip xmlns:r="http://schemas.openxmlformats.org/officeDocument/2006/relationships" xmlns:a="http://schemas.openxmlformats.org/drawingml/2006/main" r:embed="R01e3303e5c564377"/>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980865C4-97AE-4137-A444-073488C4C191}"/>
              </a:ext>
            </a:extLst>
          </p:cNvPr>
          <p:cNvPicPr>
            <a:picLocks xmlns:a="http://schemas.openxmlformats.org/drawingml/2006/main" noChangeAspect="1"/>
          </p:cNvPicPr>
          <p:nvPr/>
        </p:nvPicPr>
        <p:blipFill>
          <a:blip xmlns:r="http://schemas.openxmlformats.org/officeDocument/2006/relationships" xmlns:a="http://schemas.openxmlformats.org/drawingml/2006/main" r:embed="R78de961aa8094f3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E3649D0-3A30-4E71-B3A1-FEB6616A919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CBB36B7-1D6F-4D91-BDA5-B8F0B9CD0EC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843407F2-6C90-412F-98E1-5A058C613E9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68FFEBF-FAB9-47AB-89F8-04317DF972A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CABE7816-F3CB-4E65-89BB-990707CFFC4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452F534A-8AB5-4E00-9D78-BE9EB2A7E106}"/>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8D601C96-526E-45C1-BF30-A11C67B4F8E0}"/>
              </a:ext>
            </a:extLst>
          </p:cNvPr>
          <p:cNvPicPr>
            <a:picLocks xmlns:a="http://schemas.openxmlformats.org/drawingml/2006/main" noChangeAspect="1"/>
          </p:cNvPicPr>
          <p:nvPr/>
        </p:nvPicPr>
        <p:blipFill>
          <a:blip xmlns:r="http://schemas.openxmlformats.org/officeDocument/2006/relationships" xmlns:a="http://schemas.openxmlformats.org/drawingml/2006/main" r:embed="Ra3237b8b2f3941db"/>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444175222"/>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65812232-6821-4E2B-973E-0DF3352C5165}"/>
              </a:ext>
            </a:extLst>
          </p:cNvPr>
          <p:cNvPicPr>
            <a:picLocks xmlns:a="http://schemas.openxmlformats.org/drawingml/2006/main" noChangeAspect="1"/>
          </p:cNvPicPr>
          <p:nvPr/>
        </p:nvPicPr>
        <p:blipFill>
          <a:blip xmlns:r="http://schemas.openxmlformats.org/officeDocument/2006/relationships" xmlns:a="http://schemas.openxmlformats.org/drawingml/2006/main" r:embed="Rd3080cb4db4e4a5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BAFA39D-9A86-4610-A7F9-FA658D8F085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58411AA-6951-4FDD-97BD-8C9AD1422B0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258B8165-FC86-4B68-A3BC-E33108DD6426}"/>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93BAE7D3-7535-43AA-B84A-AA69EC1F4BA5}"/>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E1AC1ECE-D107-41A1-A283-231CA1E9D5ED}"/>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4439E438-E58F-42C8-8F8E-E9FF8848D757}"/>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CE7E0B5C-69EE-4A1A-A848-ACEB54616B1A}"/>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03AD036E-BB9D-46AD-BF83-2E59BA882878}"/>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반응 엔탈피</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0FCE44FB-C3A5-4010-9CFD-FBCF2A2ED88C}"/>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7C4D3EE6-D5BF-4D94-B7C5-78C39B846C13}"/>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58E29AD9-3CF5-458C-B697-86EB7C61AEF1}"/>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표준 생성</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8DA44968-3242-4867-9289-E55C7419798B}"/>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6AC634F6-83F9-4DE5-89D3-6A8EF516DA9D}"/>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DED3C0DB-4E47-4E9B-B52A-DFFE749CC14D}"/>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실험으로</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1894633992"/>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B37F96CB-3533-4CCB-9C4F-9FAFC0231238}"/>
              </a:ext>
            </a:extLst>
          </p:cNvPr>
          <p:cNvPicPr>
            <a:picLocks xmlns:a="http://schemas.openxmlformats.org/drawingml/2006/main" noChangeAspect="1"/>
          </p:cNvPicPr>
          <p:nvPr/>
        </p:nvPicPr>
        <p:blipFill>
          <a:blip xmlns:r="http://schemas.openxmlformats.org/officeDocument/2006/relationships" xmlns:a="http://schemas.openxmlformats.org/drawingml/2006/main" r:embed="R869906c5436c493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0154B02-5AD2-4DE1-8569-EE3D705172A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0DBF6CD-06FB-48C4-B2EC-7C6CABD67DFE}"/>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FFFFFF"/>
                </a:solidFill>
                <a:latin typeface="Pretendard"/>
                <a:ea typeface="Pretendard"/>
                <a:cs typeface="Pretendard"/>
              </a:defRPr>
            </a:defPPr>
            <a:lvl1pPr algn="ctr">
              <a:defRPr sz="7500" b="1">
                <a:solidFill>
                  <a:srgbClr val="FFFFFF"/>
                </a:solidFill>
                <a:latin typeface="Pretendard"/>
                <a:ea typeface="Pretendard"/>
                <a:cs typeface="Pretendard"/>
              </a:defRPr>
            </a:lvl1pPr>
            <a:lvl2pPr algn="ctr">
              <a:defRPr sz="7500" b="1">
                <a:solidFill>
                  <a:srgbClr val="FFFFFF"/>
                </a:solidFill>
                <a:latin typeface="Pretendard"/>
                <a:ea typeface="Pretendard"/>
                <a:cs typeface="Pretendard"/>
              </a:defRPr>
            </a:lvl2pPr>
            <a:lvl3pPr algn="ctr">
              <a:defRPr sz="7500" b="1">
                <a:solidFill>
                  <a:srgbClr val="FFFFFF"/>
                </a:solidFill>
                <a:latin typeface="Pretendard"/>
                <a:ea typeface="Pretendard"/>
                <a:cs typeface="Pretendard"/>
              </a:defRPr>
            </a:lvl3pPr>
            <a:lvl4pPr algn="ctr">
              <a:defRPr sz="7500" b="1">
                <a:solidFill>
                  <a:srgbClr val="FFFFFF"/>
                </a:solidFill>
                <a:latin typeface="Pretendard"/>
                <a:ea typeface="Pretendard"/>
                <a:cs typeface="Pretendard"/>
              </a:defRPr>
            </a:lvl4pPr>
            <a:lvl5pPr algn="ctr">
              <a:defRPr sz="7500" b="1">
                <a:solidFill>
                  <a:srgbClr val="FFFFFF"/>
                </a:solidFill>
                <a:latin typeface="Pretendard"/>
                <a:ea typeface="Pretendard"/>
                <a:cs typeface="Pretendard"/>
              </a:defRPr>
            </a:lvl5pPr>
            <a:lvl6pPr algn="ctr">
              <a:defRPr sz="7500" b="1">
                <a:solidFill>
                  <a:srgbClr val="FFFFFF"/>
                </a:solidFill>
                <a:latin typeface="Pretendard"/>
                <a:ea typeface="Pretendard"/>
                <a:cs typeface="Pretendard"/>
              </a:defRPr>
            </a:lvl6pPr>
            <a:lvl7pPr algn="ctr">
              <a:defRPr sz="7500" b="1">
                <a:solidFill>
                  <a:srgbClr val="FFFFFF"/>
                </a:solidFill>
                <a:latin typeface="Pretendard"/>
                <a:ea typeface="Pretendard"/>
                <a:cs typeface="Pretendard"/>
              </a:defRPr>
            </a:lvl7pPr>
            <a:lvl8pPr algn="ctr">
              <a:defRPr sz="7500" b="1">
                <a:solidFill>
                  <a:srgbClr val="FFFFFF"/>
                </a:solidFill>
                <a:latin typeface="Pretendard"/>
                <a:ea typeface="Pretendard"/>
                <a:cs typeface="Pretendard"/>
              </a:defRPr>
            </a:lvl8pPr>
            <a:lvl9pPr algn="ctr">
              <a:defRPr sz="7500" b="1">
                <a:solidFill>
                  <a:srgbClr val="FFFFFF"/>
                </a:solidFill>
                <a:latin typeface="Pretendard"/>
                <a:ea typeface="Pretendard"/>
                <a:cs typeface="Pretendard"/>
              </a:defRPr>
            </a:lvl9pPr>
          </a:lstStyle>
          <a:p xmlns:a="http://schemas.openxmlformats.org/drawingml/2006/main">
            <a:pPr algn="ctr">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6985A579-C668-4782-ACA8-7278FFCD0BCA}"/>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24242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D44A11E-2C18-49B1-BAD7-CDF253C5780C}"/>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05864939-A203-4E8E-B068-9C3BD2E0220D}"/>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8AD4FBC9-DE78-4E73-A1FD-6827326A2103}"/>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6FAC9D7D-8296-4867-93E5-91E510D915B6}"/>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B280E88A-677F-4F86-A91D-0EF54682B206}"/>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B1ADA12A-25C2-4648-894C-43039F96A7AE}"/>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헤스 법칙으로 측정하기 어려운 반응의 </a:t>
            </a:r>
            <a:r>
              <a:rPr sz="3150" b="0">
                <a:solidFill>
                  <a:srgbClr val="BBBBBB"/>
                </a:solidFill>
                <a:latin typeface="Pretendard"/>
                <a:ea typeface="Pretendard"/>
                <a:cs typeface="Pretendard"/>
              </a:rPr>
              <a:t>Δ</a:t>
            </a:r>
            <a:r>
              <a:rPr sz="3150" b="0" i="1">
                <a:solidFill>
                  <a:srgbClr val="BBBBBB"/>
                </a:solidFill>
                <a:latin typeface="Pretendard"/>
                <a:ea typeface="Pretendard"/>
                <a:cs typeface="Pretendard"/>
              </a:rPr>
              <a:t>H</a:t>
            </a:r>
            <a:r>
              <a:rPr sz="3150" b="0">
                <a:solidFill>
                  <a:srgbClr val="BBBBBB"/>
                </a:solidFill>
                <a:latin typeface="Pretendard"/>
                <a:ea typeface="Pretendard"/>
                <a:cs typeface="Pretendard"/>
              </a:rPr>
              <a:t>를 구한다.</a:t>
            </a:r>
          </a:p>
        </p:txBody>
      </p:sp>
      <p:sp>
        <p:nvSpPr>
          <p:cNvPr id="11" name="">
            <a:extLst xmlns:a="http://schemas.openxmlformats.org/drawingml/2006/main">
              <a:ext uri="{FF2B5EF4-FFF2-40B4-BE49-F238E27FC236}">
                <a16:creationId xmlns:a16="http://schemas.microsoft.com/office/drawing/2014/main" id="{DF2F9126-5CB5-40A0-BA50-7B81B3ABB2BA}"/>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18128C4D-51FA-42DA-8C79-0D37AE22292D}"/>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FB2125A1-5384-400B-A322-01D32019452F}"/>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37594D8D-6C35-4B8D-B308-B792A29AEF16}"/>
              </a:ext>
            </a:extLst>
          </p:cNvPr>
          <p:cNvPicPr>
            <a:picLocks xmlns:a="http://schemas.openxmlformats.org/drawingml/2006/main" noChangeAspect="1"/>
          </p:cNvPicPr>
          <p:nvPr/>
        </p:nvPicPr>
        <p:blipFill>
          <a:blip xmlns:r="http://schemas.openxmlformats.org/officeDocument/2006/relationships" xmlns:a="http://schemas.openxmlformats.org/drawingml/2006/main" r:embed="Rec84197eecd345a3"/>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51029969"/>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1D84B2C4-D7FE-4B9B-B643-DC45A92C78F3}"/>
              </a:ext>
            </a:extLst>
          </p:cNvPr>
          <p:cNvPicPr>
            <a:picLocks xmlns:a="http://schemas.openxmlformats.org/drawingml/2006/main" noChangeAspect="1"/>
          </p:cNvPicPr>
          <p:nvPr/>
        </p:nvPicPr>
        <p:blipFill>
          <a:blip xmlns:r="http://schemas.openxmlformats.org/officeDocument/2006/relationships" xmlns:a="http://schemas.openxmlformats.org/drawingml/2006/main" r:embed="R15365665a2ca44fa"/>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0BA9CBBB-CEB4-48E8-A0C7-3974ED9CA1D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6010D3A2-E5CE-4E26-A4DC-F18DCFEB7524}"/>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D462CA51-B0BC-4865-9DD2-4403ED3DB497}"/>
              </a:ext>
            </a:extLst>
          </p:cNvPr>
          <p:cNvPicPr>
            <a:picLocks xmlns:a="http://schemas.openxmlformats.org/drawingml/2006/main" noChangeAspect="1"/>
          </p:cNvPicPr>
          <p:nvPr/>
        </p:nvPicPr>
        <p:blipFill>
          <a:blip xmlns:r="http://schemas.openxmlformats.org/officeDocument/2006/relationships" xmlns:a="http://schemas.openxmlformats.org/drawingml/2006/main" r:embed="R0b4aab8f376e461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141B59FB-02F6-46C8-80F5-178BE116592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338782F1-EE91-4B9E-A368-D62DD3E18BAA}"/>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7" name="text">
            <a:extLst xmlns:a="http://schemas.openxmlformats.org/drawingml/2006/main">
              <a:ext uri="{FF2B5EF4-FFF2-40B4-BE49-F238E27FC236}">
                <a16:creationId xmlns:a16="http://schemas.microsoft.com/office/drawing/2014/main" id="{E17846D9-0BBB-49AC-A78D-F069237453D6}"/>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8" name="text">
            <a:extLst xmlns:a="http://schemas.openxmlformats.org/drawingml/2006/main">
              <a:ext uri="{FF2B5EF4-FFF2-40B4-BE49-F238E27FC236}">
                <a16:creationId xmlns:a16="http://schemas.microsoft.com/office/drawing/2014/main" id="{21C07C29-D9B3-4D6F-8B54-63190E603BA0}"/>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144559350"/>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7D468B84-17B7-49F8-B3D0-0A90D48F4346}"/>
              </a:ext>
            </a:extLst>
          </p:cNvPr>
          <p:cNvPicPr>
            <a:picLocks xmlns:a="http://schemas.openxmlformats.org/drawingml/2006/main" noChangeAspect="1"/>
          </p:cNvPicPr>
          <p:nvPr/>
        </p:nvPicPr>
        <p:blipFill>
          <a:blip xmlns:r="http://schemas.openxmlformats.org/officeDocument/2006/relationships" xmlns:a="http://schemas.openxmlformats.org/drawingml/2006/main" r:embed="Re4a8b9858b58419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33DEA96-E41A-4E95-99D0-D95790E11A2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7A39BA3-2C06-40C5-90DE-2734C09CBAA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36769CDB-C51B-42E9-9D19-CD3A6D43007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FDC7C21-C00C-4F16-AB4E-8DDDA3F960E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888B02EC-CBF9-4FB4-86AC-9B1AA882CE3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헤스 법칙 (Hess’s law)</a:t>
            </a:r>
          </a:p>
        </p:txBody>
      </p:sp>
      <p:sp>
        <p:nvSpPr>
          <p:cNvPr id="7" name="가운데 정렬 헤스 법칙 설명 상자">
            <a:extLst xmlns:a="http://schemas.openxmlformats.org/drawingml/2006/main">
              <a:ext uri="{FF2B5EF4-FFF2-40B4-BE49-F238E27FC236}">
                <a16:creationId xmlns:a16="http://schemas.microsoft.com/office/drawing/2014/main" id="{E836EF24-0AF6-443C-A4B6-360FDE772047}"/>
              </a:ext>
            </a:extLst>
          </p:cNvPr>
          <p:cNvSpPr>
            <a:spLocks xmlns:a="http://schemas.openxmlformats.org/drawingml/2006/main" noGrp="1"/>
          </p:cNvSpPr>
          <p:nvPr/>
        </p:nvSpPr>
        <p:spPr>
          <a:xfrm xmlns:a="http://schemas.openxmlformats.org/drawingml/2006/main">
            <a:off x="1905000" y="4286250"/>
            <a:ext cx="14478000" cy="1066800"/>
          </a:xfrm>
          <a:prstGeom xmlns:a="http://schemas.openxmlformats.org/drawingml/2006/main" prst="roundRect">
            <a:avLst>
              <a:gd name="adj" fmla="val 19643"/>
            </a:avLst>
          </a:prstGeom>
          <a:solidFill xmlns:a="http://schemas.openxmlformats.org/drawingml/2006/main">
            <a:srgbClr val="242424"/>
          </a:solidFill>
          <a:ln xmlns:a="http://schemas.openxmlformats.org/drawingml/2006/main" w="0">
            <a:noFill/>
          </a:ln>
        </p:spPr>
      </p:sp>
      <p:sp>
        <p:nvSpPr>
          <p:cNvPr id="9" name="가운데 정렬 헤스 법칙 설명 상자">
            <a:extLst xmlns:a="http://schemas.openxmlformats.org/drawingml/2006/main">
              <a:ext uri="{FF2B5EF4-FFF2-40B4-BE49-F238E27FC236}">
                <a16:creationId xmlns:a16="http://schemas.microsoft.com/office/drawing/2014/main" id="{1E9EF88D-CB85-4BC4-BF2C-D44EF9DFA3D0}"/>
              </a:ext>
            </a:extLst>
          </p:cNvPr>
          <p:cNvSpPr>
            <a:spLocks xmlns:a="http://schemas.openxmlformats.org/drawingml/2006/main" noGrp="1"/>
          </p:cNvSpPr>
          <p:nvPr/>
        </p:nvSpPr>
        <p:spPr>
          <a:xfrm xmlns:a="http://schemas.openxmlformats.org/drawingml/2006/main">
            <a:off x="1905000" y="5667375"/>
            <a:ext cx="14478000" cy="1066800"/>
          </a:xfrm>
          <a:prstGeom xmlns:a="http://schemas.openxmlformats.org/drawingml/2006/main" prst="roundRect">
            <a:avLst>
              <a:gd name="adj" fmla="val 19643"/>
            </a:avLst>
          </a:prstGeom>
          <a:solidFill xmlns:a="http://schemas.openxmlformats.org/drawingml/2006/main">
            <a:srgbClr val="242424"/>
          </a:solidFill>
          <a:ln xmlns:a="http://schemas.openxmlformats.org/drawingml/2006/main" w="0">
            <a:noFill/>
          </a:ln>
        </p:spPr>
      </p:sp>
      <p:sp>
        <p:nvSpPr>
          <p:cNvPr id="11" name="가운데 정렬 헤스 법칙 설명 상자">
            <a:extLst xmlns:a="http://schemas.openxmlformats.org/drawingml/2006/main">
              <a:ext uri="{FF2B5EF4-FFF2-40B4-BE49-F238E27FC236}">
                <a16:creationId xmlns:a16="http://schemas.microsoft.com/office/drawing/2014/main" id="{2FA70B18-4F5B-4D22-9D46-F1CB33046717}"/>
              </a:ext>
            </a:extLst>
          </p:cNvPr>
          <p:cNvSpPr>
            <a:spLocks xmlns:a="http://schemas.openxmlformats.org/drawingml/2006/main" noGrp="1"/>
          </p:cNvSpPr>
          <p:nvPr/>
        </p:nvSpPr>
        <p:spPr>
          <a:xfrm xmlns:a="http://schemas.openxmlformats.org/drawingml/2006/main">
            <a:off x="1905000" y="7048500"/>
            <a:ext cx="14478000" cy="1066800"/>
          </a:xfrm>
          <a:prstGeom xmlns:a="http://schemas.openxmlformats.org/drawingml/2006/main" prst="roundRect">
            <a:avLst>
              <a:gd name="adj" fmla="val 19643"/>
            </a:avLst>
          </a:prstGeom>
          <a:solidFill xmlns:a="http://schemas.openxmlformats.org/drawingml/2006/main">
            <a:srgbClr val="242424"/>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3D4811A7-0E21-49CA-B3B2-590C39C65AE8}"/>
              </a:ext>
            </a:extLst>
          </p:cNvPr>
          <p:cNvPicPr>
            <a:picLocks xmlns:a="http://schemas.openxmlformats.org/drawingml/2006/main" noChangeAspect="1"/>
          </p:cNvPicPr>
          <p:nvPr/>
        </p:nvPicPr>
        <p:blipFill>
          <a:blip xmlns:r="http://schemas.openxmlformats.org/officeDocument/2006/relationships" xmlns:a="http://schemas.openxmlformats.org/drawingml/2006/main" r:embed="R8d6e9c3bed454e53"/>
          <a:stretch xmlns:a="http://schemas.openxmlformats.org/drawingml/2006/main"/>
        </p:blipFill>
        <p:spPr>
          <a:xfrm xmlns:a="http://schemas.openxmlformats.org/drawingml/2006/main" flipH="1">
            <a:off x="14827250" y="6572250"/>
            <a:ext cx="2159000" cy="3238500"/>
          </a:xfrm>
          <a:prstGeom xmlns:a="http://schemas.openxmlformats.org/drawingml/2006/main" prst="rect">
            <a:avLst/>
          </a:prstGeom>
        </p:spPr>
      </p:pic>
      <p:sp>
        <p:nvSpPr>
          <p:cNvPr id="14" name="v26 핵심어 강조 설명 1">
            <a:extLst xmlns:a="http://schemas.openxmlformats.org/drawingml/2006/main">
              <a:ext uri="{FF2B5EF4-FFF2-40B4-BE49-F238E27FC236}">
                <a16:creationId xmlns:a16="http://schemas.microsoft.com/office/drawing/2014/main" id="{ECD58407-9B3E-463A-B053-E705E0136DB6}"/>
              </a:ext>
            </a:extLst>
          </p:cNvPr>
          <p:cNvSpPr>
            <a:spLocks xmlns:a="http://schemas.openxmlformats.org/drawingml/2006/main" noGrp="1"/>
          </p:cNvSpPr>
          <p:nvPr/>
        </p:nvSpPr>
        <p:spPr>
          <a:xfrm xmlns:a="http://schemas.openxmlformats.org/drawingml/2006/main">
            <a:off x="2333625" y="4476750"/>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9FFF68"/>
                </a:solidFill>
              </a:rPr>
              <a:t>경로</a:t>
            </a:r>
            <a:r>
              <a:t>와 무관하다.</a:t>
            </a:r>
          </a:p>
        </p:txBody>
      </p:sp>
      <p:sp>
        <p:nvSpPr>
          <p:cNvPr id="15" name="v26 핵심어 강조 설명 2">
            <a:extLst xmlns:a="http://schemas.openxmlformats.org/drawingml/2006/main">
              <a:ext uri="{FF2B5EF4-FFF2-40B4-BE49-F238E27FC236}">
                <a16:creationId xmlns:a16="http://schemas.microsoft.com/office/drawing/2014/main" id="{144E9F7D-DA76-4418-9973-92FAFCCCB064}"/>
              </a:ext>
            </a:extLst>
          </p:cNvPr>
          <p:cNvSpPr>
            <a:spLocks xmlns:a="http://schemas.openxmlformats.org/drawingml/2006/main" noGrp="1"/>
          </p:cNvSpPr>
          <p:nvPr/>
        </p:nvSpPr>
        <p:spPr>
          <a:xfrm xmlns:a="http://schemas.openxmlformats.org/drawingml/2006/main">
            <a:off x="2333625" y="5857875"/>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t>· </a:t>
            </a:r>
            <a:r>
              <a:rPr b="1">
                <a:solidFill>
                  <a:srgbClr val="9FFF68"/>
                </a:solidFill>
              </a:rPr>
              <a:t>총 열량 불변의 법칙</a:t>
            </a:r>
            <a:r>
              <a:t>이라고 부르기도 한다.</a:t>
            </a:r>
          </a:p>
        </p:txBody>
      </p:sp>
      <p:sp>
        <p:nvSpPr>
          <p:cNvPr id="16" name="v26 핵심어 강조 설명 3">
            <a:extLst xmlns:a="http://schemas.openxmlformats.org/drawingml/2006/main">
              <a:ext uri="{FF2B5EF4-FFF2-40B4-BE49-F238E27FC236}">
                <a16:creationId xmlns:a16="http://schemas.microsoft.com/office/drawing/2014/main" id="{7CE34583-7F7A-4336-90E0-37EC0C6318E9}"/>
              </a:ext>
            </a:extLst>
          </p:cNvPr>
          <p:cNvSpPr>
            <a:spLocks xmlns:a="http://schemas.openxmlformats.org/drawingml/2006/main" noGrp="1"/>
          </p:cNvSpPr>
          <p:nvPr/>
        </p:nvSpPr>
        <p:spPr>
          <a:xfrm xmlns:a="http://schemas.openxmlformats.org/drawingml/2006/main">
            <a:off x="2333625" y="7239000"/>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9FFF68"/>
                </a:solidFill>
              </a:rPr>
              <a:t>간접적으로</a:t>
            </a:r>
            <a:r>
              <a:t> 구할 수 있다.</a:t>
            </a:r>
          </a:p>
        </p:txBody>
      </p:sp>
    </p:spTree>
    <p:extLst>
      <p:ext uri="{BB962C8B-B14F-4D97-AF65-F5344CB8AC3E}">
        <p14:creationId xmlns:p14="http://schemas.microsoft.com/office/powerpoint/2010/main" val="370580693"/>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BDF66065-9665-49BC-B87A-0B60AA432E92}"/>
              </a:ext>
            </a:extLst>
          </p:cNvPr>
          <p:cNvPicPr>
            <a:picLocks xmlns:a="http://schemas.openxmlformats.org/drawingml/2006/main" noChangeAspect="1"/>
          </p:cNvPicPr>
          <p:nvPr/>
        </p:nvPicPr>
        <p:blipFill>
          <a:blip xmlns:r="http://schemas.openxmlformats.org/officeDocument/2006/relationships" xmlns:a="http://schemas.openxmlformats.org/drawingml/2006/main" r:embed="Reea7a22a488246bd"/>
          <a:stretch xmlns:a="http://schemas.openxmlformats.org/drawingml/2006/main"/>
        </p:blipFill>
        <p:spPr>
          <a:xfrm xmlns:a="http://schemas.openxmlformats.org/drawingml/2006/main">
            <a:off x="4863465" y="3486150"/>
            <a:ext cx="8561070" cy="61150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09E72E35-EEFD-4D12-8E4F-50146BE80487}"/>
              </a:ext>
            </a:extLst>
          </p:cNvPr>
          <p:cNvPicPr>
            <a:picLocks xmlns:a="http://schemas.openxmlformats.org/drawingml/2006/main" noChangeAspect="1"/>
          </p:cNvPicPr>
          <p:nvPr/>
        </p:nvPicPr>
        <p:blipFill>
          <a:blip xmlns:r="http://schemas.openxmlformats.org/officeDocument/2006/relationships" xmlns:a="http://schemas.openxmlformats.org/drawingml/2006/main" r:embed="R293ce6c365354f5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9C3F10A-B04A-4179-87CA-A9C4368E815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5337EEA-89C9-4C78-974E-D29386D275F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188F3F26-95C0-44DB-A02A-7D8A1630C50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D2D61EB-B64B-4216-BFAA-52EEC0DCDD2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7C09D170-D6C1-46DA-AC7C-B59BCFA0ED1C}"/>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반응을 비교하려면</a:t>
            </a:r>
          </a:p>
        </p:txBody>
      </p:sp>
      <p:sp>
        <p:nvSpPr>
          <p:cNvPr id="8" name="text">
            <a:extLst xmlns:a="http://schemas.openxmlformats.org/drawingml/2006/main">
              <a:ext uri="{FF2B5EF4-FFF2-40B4-BE49-F238E27FC236}">
                <a16:creationId xmlns:a16="http://schemas.microsoft.com/office/drawing/2014/main" id="{471DB320-5862-4152-8A04-7985EEB80E69}"/>
              </a:ext>
            </a:extLst>
          </p:cNvPr>
          <p:cNvSpPr>
            <a:spLocks xmlns:a="http://schemas.openxmlformats.org/drawingml/2006/main" noGrp="1"/>
          </p:cNvSpPr>
          <p:nvPr/>
        </p:nvSpPr>
        <p:spPr>
          <a:xfrm xmlns:a="http://schemas.openxmlformats.org/drawingml/2006/main">
            <a:off x="5715000" y="411480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84A01974-0291-48A1-8CA4-9BAE28A4E52E}"/>
              </a:ext>
            </a:extLst>
          </p:cNvPr>
          <p:cNvSpPr>
            <a:spLocks xmlns:a="http://schemas.openxmlformats.org/drawingml/2006/main" noGrp="1"/>
          </p:cNvSpPr>
          <p:nvPr/>
        </p:nvSpPr>
        <p:spPr>
          <a:xfrm xmlns:a="http://schemas.openxmlformats.org/drawingml/2006/main">
            <a:off x="5715000" y="470535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반응 전후의 종류와 상태를 같게 한다.</a:t>
            </a:r>
          </a:p>
        </p:txBody>
      </p:sp>
      <p:sp>
        <p:nvSpPr>
          <p:cNvPr id="10" name="text">
            <a:extLst xmlns:a="http://schemas.openxmlformats.org/drawingml/2006/main">
              <a:ext uri="{FF2B5EF4-FFF2-40B4-BE49-F238E27FC236}">
                <a16:creationId xmlns:a16="http://schemas.microsoft.com/office/drawing/2014/main" id="{9A1F7800-2B9B-46AF-921A-0ECDFA153D65}"/>
              </a:ext>
            </a:extLst>
          </p:cNvPr>
          <p:cNvSpPr>
            <a:spLocks xmlns:a="http://schemas.openxmlformats.org/drawingml/2006/main" noGrp="1"/>
          </p:cNvSpPr>
          <p:nvPr/>
        </p:nvSpPr>
        <p:spPr>
          <a:xfrm xmlns:a="http://schemas.openxmlformats.org/drawingml/2006/main">
            <a:off x="5715000" y="581025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D34D2791-BB4B-4004-A94D-0A53BA6275EC}"/>
              </a:ext>
            </a:extLst>
          </p:cNvPr>
          <p:cNvSpPr>
            <a:spLocks xmlns:a="http://schemas.openxmlformats.org/drawingml/2006/main" noGrp="1"/>
          </p:cNvSpPr>
          <p:nvPr/>
        </p:nvSpPr>
        <p:spPr>
          <a:xfrm xmlns:a="http://schemas.openxmlformats.org/drawingml/2006/main">
            <a:off x="5715000" y="640080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물질의 양을 같게 한다.</a:t>
            </a:r>
          </a:p>
        </p:txBody>
      </p:sp>
      <p:sp>
        <p:nvSpPr>
          <p:cNvPr id="12" name="text">
            <a:extLst xmlns:a="http://schemas.openxmlformats.org/drawingml/2006/main">
              <a:ext uri="{FF2B5EF4-FFF2-40B4-BE49-F238E27FC236}">
                <a16:creationId xmlns:a16="http://schemas.microsoft.com/office/drawing/2014/main" id="{C81EFF89-29BE-48A3-92B3-5B81CD1A92AA}"/>
              </a:ext>
            </a:extLst>
          </p:cNvPr>
          <p:cNvSpPr>
            <a:spLocks xmlns:a="http://schemas.openxmlformats.org/drawingml/2006/main" noGrp="1"/>
          </p:cNvSpPr>
          <p:nvPr/>
        </p:nvSpPr>
        <p:spPr>
          <a:xfrm xmlns:a="http://schemas.openxmlformats.org/drawingml/2006/main">
            <a:off x="5715000" y="750570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64991127-B58D-49BE-B2DA-E6F698D300C5}"/>
              </a:ext>
            </a:extLst>
          </p:cNvPr>
          <p:cNvSpPr>
            <a:spLocks xmlns:a="http://schemas.openxmlformats.org/drawingml/2006/main" noGrp="1"/>
          </p:cNvSpPr>
          <p:nvPr/>
        </p:nvSpPr>
        <p:spPr>
          <a:xfrm xmlns:a="http://schemas.openxmlformats.org/drawingml/2006/main">
            <a:off x="5715000" y="809625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온도와 압력 조건을 같게 한다.</a:t>
            </a:r>
          </a:p>
        </p:txBody>
      </p:sp>
      <p:pic>
        <p:nvPicPr>
          <p:cNvPr id="14" name="">
            <a:extLst xmlns:a="http://schemas.openxmlformats.org/drawingml/2006/main">
              <a:ext uri="{FF2B5EF4-FFF2-40B4-BE49-F238E27FC236}">
                <a16:creationId xmlns:a16="http://schemas.microsoft.com/office/drawing/2014/main" id="{09B344AA-7959-4A1B-909D-FFBE56D0B0E4}"/>
              </a:ext>
            </a:extLst>
          </p:cNvPr>
          <p:cNvPicPr>
            <a:picLocks xmlns:a="http://schemas.openxmlformats.org/drawingml/2006/main" noChangeAspect="1"/>
          </p:cNvPicPr>
          <p:nvPr/>
        </p:nvPicPr>
        <p:blipFill>
          <a:blip xmlns:r="http://schemas.openxmlformats.org/officeDocument/2006/relationships" xmlns:a="http://schemas.openxmlformats.org/drawingml/2006/main" r:embed="R3169438996c74638"/>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17329756-ACBA-4718-86E3-29BE2AA9BE7E}"/>
              </a:ext>
            </a:extLst>
          </p:cNvPr>
          <p:cNvPicPr>
            <a:picLocks xmlns:a="http://schemas.openxmlformats.org/drawingml/2006/main" noChangeAspect="1"/>
          </p:cNvPicPr>
          <p:nvPr/>
        </p:nvPicPr>
        <p:blipFill>
          <a:blip xmlns:r="http://schemas.openxmlformats.org/officeDocument/2006/relationships" xmlns:a="http://schemas.openxmlformats.org/drawingml/2006/main" r:embed="Rc89eecb9365b4520"/>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9E774F5B-E7C3-42F5-A7CC-CC2239174A92}"/>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008F99DA-7A2A-4D07-99D0-E79C83B23899}"/>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AFE13213-FB0B-4560-9D31-7A68413A9C04}"/>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경로만 다르게</a:t>
            </a:r>
          </a:p>
        </p:txBody>
      </p:sp>
      <p:sp>
        <p:nvSpPr>
          <p:cNvPr id="19" name="캐릭터 질문 2">
            <a:extLst xmlns:a="http://schemas.openxmlformats.org/drawingml/2006/main">
              <a:ext uri="{FF2B5EF4-FFF2-40B4-BE49-F238E27FC236}">
                <a16:creationId xmlns:a16="http://schemas.microsoft.com/office/drawing/2014/main" id="{06CA2095-2DF2-4B19-B8A7-4FB33235E009}"/>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비교해 볼까?</a:t>
            </a:r>
          </a:p>
        </p:txBody>
      </p:sp>
      <p:sp>
        <p:nvSpPr>
          <p:cNvPr id="20" name="참조 R03-22 여백 있는 말풍선">
            <a:extLst xmlns:a="http://schemas.openxmlformats.org/drawingml/2006/main">
              <a:ext uri="{FF2B5EF4-FFF2-40B4-BE49-F238E27FC236}">
                <a16:creationId xmlns:a16="http://schemas.microsoft.com/office/drawing/2014/main" id="{BAFED8DF-0E17-48FF-B244-68CF606638FD}"/>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7F59F400-77F4-447E-9EE8-181819E73984}"/>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A4975C79-3CB5-4F5F-A936-DBA2E29C294D}"/>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나머지 조건은</a:t>
            </a:r>
          </a:p>
        </p:txBody>
      </p:sp>
      <p:sp>
        <p:nvSpPr>
          <p:cNvPr id="23" name="캐릭터 질문 2">
            <a:extLst xmlns:a="http://schemas.openxmlformats.org/drawingml/2006/main">
              <a:ext uri="{FF2B5EF4-FFF2-40B4-BE49-F238E27FC236}">
                <a16:creationId xmlns:a16="http://schemas.microsoft.com/office/drawing/2014/main" id="{FD7DD66B-163B-489B-937B-3A463339317F}"/>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모두 같게!</a:t>
            </a:r>
          </a:p>
        </p:txBody>
      </p:sp>
      <p:sp>
        <p:nvSpPr>
          <p:cNvPr id="25" name="칠판 내용 구분선">
            <a:extLst xmlns:a="http://schemas.openxmlformats.org/drawingml/2006/main">
              <a:ext uri="{FF2B5EF4-FFF2-40B4-BE49-F238E27FC236}">
                <a16:creationId xmlns:a16="http://schemas.microsoft.com/office/drawing/2014/main" id="{6BD0C014-0623-418F-91CD-9136B914EA4C}"/>
              </a:ext>
            </a:extLst>
          </p:cNvPr>
          <p:cNvSpPr>
            <a:spLocks xmlns:a="http://schemas.openxmlformats.org/drawingml/2006/main" noGrp="1"/>
          </p:cNvSpPr>
          <p:nvPr/>
        </p:nvSpPr>
        <p:spPr>
          <a:xfrm xmlns:a="http://schemas.openxmlformats.org/drawingml/2006/main">
            <a:off x="5715000" y="5543550"/>
            <a:ext cx="6858000" cy="9525"/>
          </a:xfrm>
          <a:prstGeom xmlns:a="http://schemas.openxmlformats.org/drawingml/2006/main" prst="rect">
            <a:avLst/>
          </a:prstGeom>
          <a:solidFill xmlns:a="http://schemas.openxmlformats.org/drawingml/2006/main">
            <a:srgbClr val="66836F">
              <a:alpha val="35000"/>
            </a:srgbClr>
          </a:solidFill>
          <a:ln xmlns:a="http://schemas.openxmlformats.org/drawingml/2006/main" w="0">
            <a:noFill/>
          </a:ln>
        </p:spPr>
      </p:sp>
      <p:sp>
        <p:nvSpPr>
          <p:cNvPr id="26" name="칠판 내용 구분선">
            <a:extLst xmlns:a="http://schemas.openxmlformats.org/drawingml/2006/main">
              <a:ext uri="{FF2B5EF4-FFF2-40B4-BE49-F238E27FC236}">
                <a16:creationId xmlns:a16="http://schemas.microsoft.com/office/drawing/2014/main" id="{A56C6FED-C55F-4D40-9482-F4F7014E9706}"/>
              </a:ext>
            </a:extLst>
          </p:cNvPr>
          <p:cNvSpPr>
            <a:spLocks xmlns:a="http://schemas.openxmlformats.org/drawingml/2006/main" noGrp="1"/>
          </p:cNvSpPr>
          <p:nvPr/>
        </p:nvSpPr>
        <p:spPr>
          <a:xfrm xmlns:a="http://schemas.openxmlformats.org/drawingml/2006/main">
            <a:off x="5715000" y="7239000"/>
            <a:ext cx="6858000" cy="9525"/>
          </a:xfrm>
          <a:prstGeom xmlns:a="http://schemas.openxmlformats.org/drawingml/2006/main" prst="rect">
            <a:avLst/>
          </a:prstGeom>
          <a:solidFill xmlns:a="http://schemas.openxmlformats.org/drawingml/2006/main">
            <a:srgbClr val="66836F">
              <a:alpha val="35000"/>
            </a:srgbClr>
          </a:solidFill>
          <a:ln xmlns:a="http://schemas.openxmlformats.org/drawingml/2006/main" w="0">
            <a:noFill/>
          </a:ln>
        </p:spPr>
      </p:sp>
    </p:spTree>
    <p:extLst>
      <p:ext uri="{BB962C8B-B14F-4D97-AF65-F5344CB8AC3E}">
        <p14:creationId xmlns:p14="http://schemas.microsoft.com/office/powerpoint/2010/main" val="972195801"/>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F3D11545-B206-4A00-8D84-388D8A7EDB6A}"/>
              </a:ext>
            </a:extLst>
          </p:cNvPr>
          <p:cNvSpPr>
            <a:spLocks xmlns:a="http://schemas.openxmlformats.org/drawingml/2006/main" noGrp="1"/>
          </p:cNvSpPr>
          <p:nvPr/>
        </p:nvSpPr>
        <p:spPr>
          <a:xfrm xmlns:a="http://schemas.openxmlformats.org/drawingml/2006/main">
            <a:off x="13192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45712580-1D12-4C08-8031-97E6AAE053DE}"/>
              </a:ext>
            </a:extLst>
          </p:cNvPr>
          <p:cNvSpPr>
            <a:spLocks xmlns:a="http://schemas.openxmlformats.org/drawingml/2006/main" noGrp="1"/>
          </p:cNvSpPr>
          <p:nvPr/>
        </p:nvSpPr>
        <p:spPr>
          <a:xfrm xmlns:a="http://schemas.openxmlformats.org/drawingml/2006/main">
            <a:off x="1000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80E2C2B8-2E45-4A62-83F0-F96A5ED90731}"/>
              </a:ext>
            </a:extLst>
          </p:cNvPr>
          <p:cNvPicPr>
            <a:picLocks xmlns:a="http://schemas.openxmlformats.org/drawingml/2006/main" noChangeAspect="1"/>
          </p:cNvPicPr>
          <p:nvPr/>
        </p:nvPicPr>
        <p:blipFill>
          <a:blip xmlns:r="http://schemas.openxmlformats.org/officeDocument/2006/relationships" xmlns:a="http://schemas.openxmlformats.org/drawingml/2006/main" r:embed="R5aed44320f1a4d6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B935C90-A1E9-43B9-AA90-6561CB2F4DB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6691C0F-5FC3-4A91-B66F-235B76D2264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68B64381-45D6-4E9C-9D65-F5D9EAF1556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2F64F4F-A17B-47FC-BC93-BD5FF0FC88F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873C7768-DC8A-4F6B-A3EC-9D8A3A2E704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경로가 달라도,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같다</a:t>
            </a:r>
          </a:p>
        </p:txBody>
      </p:sp>
      <p:pic>
        <p:nvPicPr>
          <p:cNvPr id="8" name="">
            <a:extLst xmlns:a="http://schemas.openxmlformats.org/drawingml/2006/main">
              <a:ext uri="{FF2B5EF4-FFF2-40B4-BE49-F238E27FC236}">
                <a16:creationId xmlns:a16="http://schemas.microsoft.com/office/drawing/2014/main" id="{D3B8087D-67C5-4178-AD66-4E203BBF49A5}"/>
              </a:ext>
            </a:extLst>
          </p:cNvPr>
          <p:cNvPicPr>
            <a:picLocks xmlns:a="http://schemas.openxmlformats.org/drawingml/2006/main" noChangeAspect="1"/>
          </p:cNvPicPr>
          <p:nvPr/>
        </p:nvPicPr>
        <p:blipFill>
          <a:blip xmlns:r="http://schemas.openxmlformats.org/officeDocument/2006/relationships" xmlns:a="http://schemas.openxmlformats.org/drawingml/2006/main" r:embed="R5e8f46b7431b42de"/>
          <a:stretch xmlns:a="http://schemas.openxmlformats.org/drawingml/2006/main"/>
        </p:blipFill>
        <p:spPr>
          <a:xfrm xmlns:a="http://schemas.openxmlformats.org/drawingml/2006/main">
            <a:off x="6014555" y="4476750"/>
            <a:ext cx="6258890" cy="466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A2411829-B24E-4C89-9BB4-A4C4FE562899}"/>
              </a:ext>
            </a:extLst>
          </p:cNvPr>
          <p:cNvSpPr>
            <a:spLocks xmlns:a="http://schemas.openxmlformats.org/drawingml/2006/main" noGrp="1"/>
          </p:cNvSpPr>
          <p:nvPr/>
        </p:nvSpPr>
        <p:spPr>
          <a:xfrm xmlns:a="http://schemas.openxmlformats.org/drawingml/2006/main">
            <a:off x="1762125" y="5381625"/>
            <a:ext cx="2571750" cy="571500"/>
          </a:xfrm>
          <a:prstGeom xmlns:a="http://schemas.openxmlformats.org/drawingml/2006/main" prst="roundRect">
            <a:avLst/>
          </a:prstGeom>
          <a:solidFill xmlns:a="http://schemas.openxmlformats.org/drawingml/2006/main">
            <a:srgbClr val="55555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두 단계 경로</a:t>
            </a:r>
          </a:p>
        </p:txBody>
      </p:sp>
      <p:sp>
        <p:nvSpPr>
          <p:cNvPr id="12" name="text">
            <a:extLst xmlns:a="http://schemas.openxmlformats.org/drawingml/2006/main">
              <a:ext uri="{FF2B5EF4-FFF2-40B4-BE49-F238E27FC236}">
                <a16:creationId xmlns:a16="http://schemas.microsoft.com/office/drawing/2014/main" id="{8BAB6E49-E787-4532-91E1-0830D38BD9AA}"/>
              </a:ext>
            </a:extLst>
          </p:cNvPr>
          <p:cNvSpPr>
            <a:spLocks xmlns:a="http://schemas.openxmlformats.org/drawingml/2006/main" noGrp="1"/>
          </p:cNvSpPr>
          <p:nvPr/>
        </p:nvSpPr>
        <p:spPr>
          <a:xfrm xmlns:a="http://schemas.openxmlformats.org/drawingml/2006/main">
            <a:off x="13954125" y="5381625"/>
            <a:ext cx="2571750" cy="571500"/>
          </a:xfrm>
          <a:prstGeom xmlns:a="http://schemas.openxmlformats.org/drawingml/2006/main" prst="roundRect">
            <a:avLst/>
          </a:prstGeom>
          <a:solidFill xmlns:a="http://schemas.openxmlformats.org/drawingml/2006/main">
            <a:srgbClr val="55555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직접 경로</a:t>
            </a:r>
          </a:p>
        </p:txBody>
      </p:sp>
      <p:pic>
        <p:nvPicPr>
          <p:cNvPr id="13" name="">
            <a:extLst xmlns:a="http://schemas.openxmlformats.org/drawingml/2006/main">
              <a:ext uri="{FF2B5EF4-FFF2-40B4-BE49-F238E27FC236}">
                <a16:creationId xmlns:a16="http://schemas.microsoft.com/office/drawing/2014/main" id="{4B0D5BFB-5E18-4C36-B3F4-3C7A06016D3B}"/>
              </a:ext>
            </a:extLst>
          </p:cNvPr>
          <p:cNvPicPr>
            <a:picLocks xmlns:a="http://schemas.openxmlformats.org/drawingml/2006/main" noChangeAspect="1"/>
          </p:cNvPicPr>
          <p:nvPr/>
        </p:nvPicPr>
        <p:blipFill>
          <a:blip xmlns:r="http://schemas.openxmlformats.org/officeDocument/2006/relationships" xmlns:a="http://schemas.openxmlformats.org/drawingml/2006/main" r:embed="R88fec8a5765d4858"/>
          <a:stretch xmlns:a="http://schemas.openxmlformats.org/drawingml/2006/main"/>
        </p:blipFill>
        <p:spPr>
          <a:xfrm xmlns:a="http://schemas.openxmlformats.org/drawingml/2006/main">
            <a:off x="1354188" y="6517767"/>
            <a:ext cx="3387623" cy="1204341"/>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9BFD3B18-3B11-4610-8B72-BEB0482B3D59}"/>
              </a:ext>
            </a:extLst>
          </p:cNvPr>
          <p:cNvPicPr>
            <a:picLocks xmlns:a="http://schemas.openxmlformats.org/drawingml/2006/main" noChangeAspect="1"/>
          </p:cNvPicPr>
          <p:nvPr/>
        </p:nvPicPr>
        <p:blipFill>
          <a:blip xmlns:r="http://schemas.openxmlformats.org/officeDocument/2006/relationships" xmlns:a="http://schemas.openxmlformats.org/drawingml/2006/main" r:embed="R9db845d719ba4b1e"/>
          <a:stretch xmlns:a="http://schemas.openxmlformats.org/drawingml/2006/main"/>
        </p:blipFill>
        <p:spPr>
          <a:xfrm xmlns:a="http://schemas.openxmlformats.org/drawingml/2006/main">
            <a:off x="13900646" y="6803243"/>
            <a:ext cx="2678709" cy="347639"/>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F82C01C9-292B-406C-920E-3460D9923604}"/>
              </a:ext>
            </a:extLst>
          </p:cNvPr>
          <p:cNvSpPr>
            <a:spLocks xmlns:a="http://schemas.openxmlformats.org/drawingml/2006/main" noGrp="1"/>
          </p:cNvSpPr>
          <p:nvPr/>
        </p:nvSpPr>
        <p:spPr>
          <a:xfrm xmlns:a="http://schemas.openxmlformats.org/drawingml/2006/main">
            <a:off x="5191125" y="6477000"/>
            <a:ext cx="571500" cy="428625"/>
          </a:xfrm>
          <a:prstGeom xmlns:a="http://schemas.openxmlformats.org/drawingml/2006/main" prst="rightArrow">
            <a:avLst/>
          </a:prstGeom>
          <a:gradFill xmlns:a="http://schemas.openxmlformats.org/drawingml/2006/main">
            <a:gsLst>
              <a:gs pos="0">
                <a:srgbClr val="777777"/>
              </a:gs>
              <a:gs pos="100000">
                <a:srgbClr val="9FFF68"/>
              </a:gs>
            </a:gsLst>
            <a:lin ang="0"/>
          </a:gra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EA0C13F-6EA8-4E06-90BD-D8EBD3D33FFF}"/>
              </a:ext>
            </a:extLst>
          </p:cNvPr>
          <p:cNvSpPr>
            <a:spLocks xmlns:a="http://schemas.openxmlformats.org/drawingml/2006/main" noGrp="1"/>
          </p:cNvSpPr>
          <p:nvPr/>
        </p:nvSpPr>
        <p:spPr>
          <a:xfrm xmlns:a="http://schemas.openxmlformats.org/drawingml/2006/main">
            <a:off x="12525375" y="6477000"/>
            <a:ext cx="571500" cy="428625"/>
          </a:xfrm>
          <a:prstGeom xmlns:a="http://schemas.openxmlformats.org/drawingml/2006/main" prst="leftArrow">
            <a:avLst/>
          </a:prstGeom>
          <a:gradFill xmlns:a="http://schemas.openxmlformats.org/drawingml/2006/main">
            <a:gsLst>
              <a:gs pos="0">
                <a:srgbClr val="9FFF68"/>
              </a:gs>
              <a:gs pos="100000">
                <a:srgbClr val="777777"/>
              </a:gs>
            </a:gsLst>
            <a:lin ang="0"/>
          </a:gra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25C36804-7F9C-4010-9631-652C57B891F1}"/>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같은 처음 상태에서 같은 나중 상태로 변할 때</a:t>
            </a:r>
          </a:p>
        </p:txBody>
      </p:sp>
    </p:spTree>
    <p:extLst>
      <p:ext uri="{BB962C8B-B14F-4D97-AF65-F5344CB8AC3E}">
        <p14:creationId xmlns:p14="http://schemas.microsoft.com/office/powerpoint/2010/main" val="1866913477"/>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text">
            <a:extLst xmlns:a="http://schemas.openxmlformats.org/drawingml/2006/main">
              <a:ext uri="{FF2B5EF4-FFF2-40B4-BE49-F238E27FC236}">
                <a16:creationId xmlns:a16="http://schemas.microsoft.com/office/drawing/2014/main" id="{501B5C28-BD5B-46DD-905E-12EC65181D1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2" name="text">
            <a:extLst xmlns:a="http://schemas.openxmlformats.org/drawingml/2006/main">
              <a:ext uri="{FF2B5EF4-FFF2-40B4-BE49-F238E27FC236}">
                <a16:creationId xmlns:a16="http://schemas.microsoft.com/office/drawing/2014/main" id="{7F382EB7-6213-40E7-9CEE-100BA176F721}"/>
              </a:ext>
            </a:extLst>
          </p:cNvPr>
          <p:cNvSpPr>
            <a:spLocks xmlns:a="http://schemas.openxmlformats.org/drawingml/2006/main" noGrp="1"/>
          </p:cNvSpPr>
          <p:nvPr/>
        </p:nvSpPr>
        <p:spPr>
          <a:xfrm xmlns:a="http://schemas.openxmlformats.org/drawingml/2006/main">
            <a:off x="857250" y="1276350"/>
            <a:ext cx="1524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a:solidFill>
                  <a:srgbClr val="9FFF68"/>
                </a:solidFill>
              </a:rPr>
              <a:t>01</a:t>
            </a:r>
            <a:r>
              <a:rPr>
                <a:solidFill>
                  <a:srgbClr val="FFFFFF"/>
                </a:solidFill>
              </a:rPr>
              <a:t> 헤스 법칙</a:t>
            </a:r>
          </a:p>
        </p:txBody>
      </p:sp>
      <p:sp>
        <p:nvSpPr>
          <p:cNvPr id="3" name="text">
            <a:extLst xmlns:a="http://schemas.openxmlformats.org/drawingml/2006/main">
              <a:ext uri="{FF2B5EF4-FFF2-40B4-BE49-F238E27FC236}">
                <a16:creationId xmlns:a16="http://schemas.microsoft.com/office/drawing/2014/main" id="{1E6CE616-9D49-4D25-8C98-ED6130620AFA}"/>
              </a:ext>
            </a:extLst>
          </p:cNvPr>
          <p:cNvSpPr>
            <a:spLocks xmlns:a="http://schemas.openxmlformats.org/drawingml/2006/main" noGrp="1"/>
          </p:cNvSpPr>
          <p:nvPr/>
        </p:nvSpPr>
        <p:spPr>
          <a:xfrm xmlns:a="http://schemas.openxmlformats.org/drawingml/2006/main">
            <a:off x="1714500" y="24765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경로와 CO를 거치는 경로</a:t>
            </a:r>
          </a:p>
        </p:txBody>
      </p:sp>
      <p:pic>
        <p:nvPicPr>
          <p:cNvPr id="4" name="">
            <a:extLst xmlns:a="http://schemas.openxmlformats.org/drawingml/2006/main">
              <a:ext uri="{FF2B5EF4-FFF2-40B4-BE49-F238E27FC236}">
                <a16:creationId xmlns:a16="http://schemas.microsoft.com/office/drawing/2014/main" id="{3E38CD8F-B4B9-4780-ACF3-0036EFA9B632}"/>
              </a:ext>
            </a:extLst>
          </p:cNvPr>
          <p:cNvPicPr>
            <a:picLocks xmlns:a="http://schemas.openxmlformats.org/drawingml/2006/main" noChangeAspect="1"/>
          </p:cNvPicPr>
          <p:nvPr/>
        </p:nvPicPr>
        <p:blipFill>
          <a:blip xmlns:r="http://schemas.openxmlformats.org/officeDocument/2006/relationships" xmlns:a="http://schemas.openxmlformats.org/drawingml/2006/main" r:embed="Rbbfd29f352d844e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41E52764-F036-4081-BAF9-491D2D493D8F}"/>
              </a:ext>
            </a:extLst>
          </p:cNvPr>
          <p:cNvPicPr>
            <a:picLocks xmlns:a="http://schemas.openxmlformats.org/drawingml/2006/main" noChangeAspect="1"/>
          </p:cNvPicPr>
          <p:nvPr/>
        </p:nvPicPr>
        <p:blipFill>
          <a:blip xmlns:r="http://schemas.openxmlformats.org/officeDocument/2006/relationships" xmlns:a="http://schemas.openxmlformats.org/drawingml/2006/main" r:embed="R6cfc4dfe063d4cad"/>
          <a:stretch xmlns:a="http://schemas.openxmlformats.org/drawingml/2006/main"/>
        </p:blipFill>
        <p:spPr>
          <a:xfrm xmlns:a="http://schemas.openxmlformats.org/drawingml/2006/main">
            <a:off x="5143500" y="3714750"/>
            <a:ext cx="8001000" cy="5715000"/>
          </a:xfrm>
          <a:prstGeom xmlns:a="http://schemas.openxmlformats.org/drawingml/2006/main" prst="rect">
            <a:avLst/>
          </a:prstGeom>
        </p:spPr>
      </p:pic>
      <p:sp>
        <p:nvSpPr>
          <p:cNvPr id="6" name="text">
            <a:extLst xmlns:a="http://schemas.openxmlformats.org/drawingml/2006/main">
              <a:ext uri="{FF2B5EF4-FFF2-40B4-BE49-F238E27FC236}">
                <a16:creationId xmlns:a16="http://schemas.microsoft.com/office/drawing/2014/main" id="{42EC14D8-419C-44E3-8743-68E1F115DDC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899982061"/>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레퍼런스 내용 영역">
            <a:extLst xmlns:a="http://schemas.openxmlformats.org/drawingml/2006/main">
              <a:ext uri="{FF2B5EF4-FFF2-40B4-BE49-F238E27FC236}">
                <a16:creationId xmlns:a16="http://schemas.microsoft.com/office/drawing/2014/main" id="{925E4341-226C-41FC-B4CA-7226267DB504}"/>
              </a:ext>
            </a:extLst>
          </p:cNvPr>
          <p:cNvSpPr>
            <a:spLocks xmlns:a="http://schemas.openxmlformats.org/drawingml/2006/main" noGrp="1"/>
          </p:cNvSpPr>
          <p:nvPr/>
        </p:nvSpPr>
        <p:spPr>
          <a:xfrm xmlns:a="http://schemas.openxmlformats.org/drawingml/2006/main">
            <a:off x="2857500" y="6848475"/>
            <a:ext cx="12573000" cy="19050"/>
          </a:xfrm>
          <a:prstGeom xmlns:a="http://schemas.openxmlformats.org/drawingml/2006/main" prst="rect">
            <a:avLst/>
          </a:prstGeom>
          <a:solidFill xmlns:a="http://schemas.openxmlformats.org/drawingml/2006/main">
            <a:srgbClr val="666666"/>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60A2BED0-1878-40F5-A477-92DFC4259F69}"/>
              </a:ext>
            </a:extLst>
          </p:cNvPr>
          <p:cNvPicPr>
            <a:picLocks xmlns:a="http://schemas.openxmlformats.org/drawingml/2006/main" noChangeAspect="1"/>
          </p:cNvPicPr>
          <p:nvPr/>
        </p:nvPicPr>
        <p:blipFill>
          <a:blip xmlns:r="http://schemas.openxmlformats.org/officeDocument/2006/relationships" xmlns:a="http://schemas.openxmlformats.org/drawingml/2006/main" r:embed="Re19cdada20094bd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8CCC7A0-5E97-4DFF-B95A-BCD01FED2B2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795770E-5C7B-456B-9DFE-91F5EFF0820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F9A5FFC3-57A0-4F0A-AFCD-DE77498AD51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7AC21C9-83BD-46AD-BCFC-646F9097F80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F00B58B2-FDFC-4AAB-98A1-50520238705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8C72CA7E-8025-47A5-B5DB-B5595431467E}"/>
              </a:ext>
            </a:extLst>
          </p:cNvPr>
          <p:cNvPicPr>
            <a:picLocks xmlns:a="http://schemas.openxmlformats.org/drawingml/2006/main" noChangeAspect="1"/>
          </p:cNvPicPr>
          <p:nvPr/>
        </p:nvPicPr>
        <p:blipFill>
          <a:blip xmlns:r="http://schemas.openxmlformats.org/officeDocument/2006/relationships" xmlns:a="http://schemas.openxmlformats.org/drawingml/2006/main" r:embed="Rf454fb93cc554825"/>
          <a:stretch xmlns:a="http://schemas.openxmlformats.org/drawingml/2006/main"/>
        </p:blipFill>
        <p:spPr>
          <a:xfrm xmlns:a="http://schemas.openxmlformats.org/drawingml/2006/main">
            <a:off x="3194867" y="4722114"/>
            <a:ext cx="11898265" cy="6998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B3898271-786C-4017-AE20-142A96C421C3}"/>
              </a:ext>
            </a:extLst>
          </p:cNvPr>
          <p:cNvPicPr>
            <a:picLocks xmlns:a="http://schemas.openxmlformats.org/drawingml/2006/main" noChangeAspect="1"/>
          </p:cNvPicPr>
          <p:nvPr/>
        </p:nvPicPr>
        <p:blipFill>
          <a:blip xmlns:r="http://schemas.openxmlformats.org/officeDocument/2006/relationships" xmlns:a="http://schemas.openxmlformats.org/drawingml/2006/main" r:embed="R1490595bd0b34913"/>
          <a:stretch xmlns:a="http://schemas.openxmlformats.org/drawingml/2006/main"/>
        </p:blipFill>
        <p:spPr>
          <a:xfrm xmlns:a="http://schemas.openxmlformats.org/drawingml/2006/main">
            <a:off x="2494970" y="5998530"/>
            <a:ext cx="13298061" cy="718814"/>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BDC5EB74-1C39-4DD0-AB1C-9D1FFE6898B7}"/>
              </a:ext>
            </a:extLst>
          </p:cNvPr>
          <p:cNvPicPr>
            <a:picLocks xmlns:a="http://schemas.openxmlformats.org/drawingml/2006/main" noChangeAspect="1"/>
          </p:cNvPicPr>
          <p:nvPr/>
        </p:nvPicPr>
        <p:blipFill>
          <a:blip xmlns:r="http://schemas.openxmlformats.org/officeDocument/2006/relationships" xmlns:a="http://schemas.openxmlformats.org/drawingml/2006/main" r:embed="R6bb4d456753f4cf6"/>
          <a:stretch xmlns:a="http://schemas.openxmlformats.org/drawingml/2006/main"/>
        </p:blipFill>
        <p:spPr>
          <a:xfrm xmlns:a="http://schemas.openxmlformats.org/drawingml/2006/main">
            <a:off x="3194867" y="7436739"/>
            <a:ext cx="11898265" cy="699898"/>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FD83E9EC-8F65-4D2C-AD66-B9ABFA6A30FA}"/>
              </a:ext>
            </a:extLst>
          </p:cNvPr>
          <p:cNvPicPr>
            <a:picLocks xmlns:a="http://schemas.openxmlformats.org/drawingml/2006/main" noChangeAspect="1"/>
          </p:cNvPicPr>
          <p:nvPr/>
        </p:nvPicPr>
        <p:blipFill>
          <a:blip xmlns:r="http://schemas.openxmlformats.org/officeDocument/2006/relationships" xmlns:a="http://schemas.openxmlformats.org/drawingml/2006/main" r:embed="Rd51235ec79c3430b"/>
          <a:stretch xmlns:a="http://schemas.openxmlformats.org/drawingml/2006/main"/>
        </p:blipFill>
        <p:spPr>
          <a:xfrm xmlns:a="http://schemas.openxmlformats.org/drawingml/2006/main">
            <a:off x="6370932" y="8763000"/>
            <a:ext cx="5546136" cy="952500"/>
          </a:xfrm>
          <a:prstGeom xmlns:a="http://schemas.openxmlformats.org/drawingml/2006/main" prst="rect">
            <a:avLst/>
          </a:prstGeom>
        </p:spPr>
      </p:pic>
    </p:spTree>
    <p:extLst>
      <p:ext uri="{BB962C8B-B14F-4D97-AF65-F5344CB8AC3E}">
        <p14:creationId xmlns:p14="http://schemas.microsoft.com/office/powerpoint/2010/main" val="1772263715"/>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691E45CA-0D14-45A3-A26C-F695DFBCB041}"/>
              </a:ext>
            </a:extLst>
          </p:cNvPr>
          <p:cNvSpPr>
            <a:spLocks xmlns:a="http://schemas.openxmlformats.org/drawingml/2006/main" noGrp="1"/>
          </p:cNvSpPr>
          <p:nvPr/>
        </p:nvSpPr>
        <p:spPr>
          <a:xfrm xmlns:a="http://schemas.openxmlformats.org/drawingml/2006/main">
            <a:off x="2857500" y="700087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FB54713D-10B1-4833-AD75-E40A3629226F}"/>
              </a:ext>
            </a:extLst>
          </p:cNvPr>
          <p:cNvSpPr>
            <a:spLocks xmlns:a="http://schemas.openxmlformats.org/drawingml/2006/main" noGrp="1"/>
          </p:cNvSpPr>
          <p:nvPr/>
        </p:nvSpPr>
        <p:spPr>
          <a:xfrm xmlns:a="http://schemas.openxmlformats.org/drawingml/2006/main">
            <a:off x="2857500" y="51435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423FE245-6E04-48F0-9035-25A98E820CF4}"/>
              </a:ext>
            </a:extLst>
          </p:cNvPr>
          <p:cNvPicPr>
            <a:picLocks xmlns:a="http://schemas.openxmlformats.org/drawingml/2006/main" noChangeAspect="1"/>
          </p:cNvPicPr>
          <p:nvPr/>
        </p:nvPicPr>
        <p:blipFill>
          <a:blip xmlns:r="http://schemas.openxmlformats.org/officeDocument/2006/relationships" xmlns:a="http://schemas.openxmlformats.org/drawingml/2006/main" r:embed="R2dec60ca6d564ca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FC6EB1B-1B24-406A-BAF6-960B9E43A48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5B6BE16-E1A2-4316-B502-D1849D79195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FF2D852C-A371-4EEC-959C-42ECA9AA56F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1F709CD-1291-4DC8-A430-D3E99F9F2C9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07E4C7E6-5F0C-464A-A931-C8C05E27461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계수와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같은 비율로</a:t>
            </a:r>
          </a:p>
        </p:txBody>
      </p:sp>
      <p:pic>
        <p:nvPicPr>
          <p:cNvPr id="7" name="">
            <a:extLst xmlns:a="http://schemas.openxmlformats.org/drawingml/2006/main">
              <a:ext uri="{FF2B5EF4-FFF2-40B4-BE49-F238E27FC236}">
                <a16:creationId xmlns:a16="http://schemas.microsoft.com/office/drawing/2014/main" id="{F562A8CC-04E6-4460-9C74-E546C04C2E36}"/>
              </a:ext>
            </a:extLst>
          </p:cNvPr>
          <p:cNvPicPr>
            <a:picLocks xmlns:a="http://schemas.openxmlformats.org/drawingml/2006/main" noChangeAspect="1"/>
          </p:cNvPicPr>
          <p:nvPr/>
        </p:nvPicPr>
        <p:blipFill>
          <a:blip xmlns:r="http://schemas.openxmlformats.org/officeDocument/2006/relationships" xmlns:a="http://schemas.openxmlformats.org/drawingml/2006/main" r:embed="Ra28ef4cee8d748c4"/>
          <a:stretch xmlns:a="http://schemas.openxmlformats.org/drawingml/2006/main"/>
        </p:blipFill>
        <p:spPr>
          <a:xfrm xmlns:a="http://schemas.openxmlformats.org/drawingml/2006/main">
            <a:off x="4637072" y="5381625"/>
            <a:ext cx="9013856" cy="857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1CF0E131-96F5-4506-8200-D583FD86FFAA}"/>
              </a:ext>
            </a:extLst>
          </p:cNvPr>
          <p:cNvPicPr>
            <a:picLocks xmlns:a="http://schemas.openxmlformats.org/drawingml/2006/main" noChangeAspect="1"/>
          </p:cNvPicPr>
          <p:nvPr/>
        </p:nvPicPr>
        <p:blipFill>
          <a:blip xmlns:r="http://schemas.openxmlformats.org/officeDocument/2006/relationships" xmlns:a="http://schemas.openxmlformats.org/drawingml/2006/main" r:embed="R68952beac63c4f88"/>
          <a:stretch xmlns:a="http://schemas.openxmlformats.org/drawingml/2006/main"/>
        </p:blipFill>
        <p:spPr>
          <a:xfrm xmlns:a="http://schemas.openxmlformats.org/drawingml/2006/main">
            <a:off x="4637072" y="7239000"/>
            <a:ext cx="9013856" cy="85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2C41195F-0806-4C26-931F-765B459C4909}"/>
              </a:ext>
            </a:extLst>
          </p:cNvPr>
          <p:cNvSpPr>
            <a:spLocks xmlns:a="http://schemas.openxmlformats.org/drawingml/2006/main" noGrp="1"/>
          </p:cNvSpPr>
          <p:nvPr/>
        </p:nvSpPr>
        <p:spPr>
          <a:xfrm xmlns:a="http://schemas.openxmlformats.org/drawingml/2006/main">
            <a:off x="2952750" y="4829175"/>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1배</a:t>
            </a:r>
          </a:p>
        </p:txBody>
      </p:sp>
      <p:sp>
        <p:nvSpPr>
          <p:cNvPr id="12" name="text">
            <a:extLst xmlns:a="http://schemas.openxmlformats.org/drawingml/2006/main">
              <a:ext uri="{FF2B5EF4-FFF2-40B4-BE49-F238E27FC236}">
                <a16:creationId xmlns:a16="http://schemas.microsoft.com/office/drawing/2014/main" id="{48D153B8-00BD-4795-A8F0-E77BE5A71BC9}"/>
              </a:ext>
            </a:extLst>
          </p:cNvPr>
          <p:cNvSpPr>
            <a:spLocks xmlns:a="http://schemas.openxmlformats.org/drawingml/2006/main" noGrp="1"/>
          </p:cNvSpPr>
          <p:nvPr/>
        </p:nvSpPr>
        <p:spPr>
          <a:xfrm xmlns:a="http://schemas.openxmlformats.org/drawingml/2006/main">
            <a:off x="2952750" y="6524625"/>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2배</a:t>
            </a:r>
          </a:p>
        </p:txBody>
      </p:sp>
      <p:sp>
        <p:nvSpPr>
          <p:cNvPr id="13" name="text">
            <a:extLst xmlns:a="http://schemas.openxmlformats.org/drawingml/2006/main">
              <a:ext uri="{FF2B5EF4-FFF2-40B4-BE49-F238E27FC236}">
                <a16:creationId xmlns:a16="http://schemas.microsoft.com/office/drawing/2014/main" id="{BEE4621E-BE7B-49F9-883D-868400F088F9}"/>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계수에 2를 곱하면, 반응 엔탈피도 2배가 된다.</a:t>
            </a:r>
          </a:p>
        </p:txBody>
      </p:sp>
    </p:spTree>
    <p:extLst>
      <p:ext uri="{BB962C8B-B14F-4D97-AF65-F5344CB8AC3E}">
        <p14:creationId xmlns:p14="http://schemas.microsoft.com/office/powerpoint/2010/main" val="1700551166"/>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ACF01FAF-57A2-423A-8B98-2DBCC08F8AD8}"/>
              </a:ext>
            </a:extLst>
          </p:cNvPr>
          <p:cNvSpPr>
            <a:spLocks xmlns:a="http://schemas.openxmlformats.org/drawingml/2006/main" noGrp="1"/>
          </p:cNvSpPr>
          <p:nvPr/>
        </p:nvSpPr>
        <p:spPr>
          <a:xfrm xmlns:a="http://schemas.openxmlformats.org/drawingml/2006/main">
            <a:off x="2857500" y="700087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A9392F57-BFC6-4B75-B71C-22C05C74C54A}"/>
              </a:ext>
            </a:extLst>
          </p:cNvPr>
          <p:cNvSpPr>
            <a:spLocks xmlns:a="http://schemas.openxmlformats.org/drawingml/2006/main" noGrp="1"/>
          </p:cNvSpPr>
          <p:nvPr/>
        </p:nvSpPr>
        <p:spPr>
          <a:xfrm xmlns:a="http://schemas.openxmlformats.org/drawingml/2006/main">
            <a:off x="2857500" y="51435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87054D1E-0F9B-4F16-B950-8863BE4DFCBA}"/>
              </a:ext>
            </a:extLst>
          </p:cNvPr>
          <p:cNvPicPr>
            <a:picLocks xmlns:a="http://schemas.openxmlformats.org/drawingml/2006/main" noChangeAspect="1"/>
          </p:cNvPicPr>
          <p:nvPr/>
        </p:nvPicPr>
        <p:blipFill>
          <a:blip xmlns:r="http://schemas.openxmlformats.org/officeDocument/2006/relationships" xmlns:a="http://schemas.openxmlformats.org/drawingml/2006/main" r:embed="R8a534dd2bafd4c6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2063A8D-2F24-4CE9-A91F-EB8CB2D7D2D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2336426-7B0E-4789-80F3-D0E7F6FBEE9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A69628A7-2754-4647-9A35-5AAEFBBF535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0528BA9-2EB3-4227-852A-44DC520883C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FE1A6A20-AF9C-460C-B658-625BBC9A474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3CE05CDC-03E2-44DC-AE9B-8AC940196FC9}"/>
              </a:ext>
            </a:extLst>
          </p:cNvPr>
          <p:cNvPicPr>
            <a:picLocks xmlns:a="http://schemas.openxmlformats.org/drawingml/2006/main" noChangeAspect="1"/>
          </p:cNvPicPr>
          <p:nvPr/>
        </p:nvPicPr>
        <p:blipFill>
          <a:blip xmlns:r="http://schemas.openxmlformats.org/officeDocument/2006/relationships" xmlns:a="http://schemas.openxmlformats.org/drawingml/2006/main" r:embed="R8a53a010ecbe4158"/>
          <a:stretch xmlns:a="http://schemas.openxmlformats.org/drawingml/2006/main"/>
        </p:blipFill>
        <p:spPr>
          <a:xfrm xmlns:a="http://schemas.openxmlformats.org/drawingml/2006/main">
            <a:off x="3486626" y="5445258"/>
            <a:ext cx="11314748" cy="729984"/>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FC87B070-EC94-4283-9BA2-9415F5CB5E0E}"/>
              </a:ext>
            </a:extLst>
          </p:cNvPr>
          <p:cNvPicPr>
            <a:picLocks xmlns:a="http://schemas.openxmlformats.org/drawingml/2006/main" noChangeAspect="1"/>
          </p:cNvPicPr>
          <p:nvPr/>
        </p:nvPicPr>
        <p:blipFill>
          <a:blip xmlns:r="http://schemas.openxmlformats.org/officeDocument/2006/relationships" xmlns:a="http://schemas.openxmlformats.org/drawingml/2006/main" r:embed="Ref88bd2f952f4520"/>
          <a:stretch xmlns:a="http://schemas.openxmlformats.org/drawingml/2006/main"/>
        </p:blipFill>
        <p:spPr>
          <a:xfrm xmlns:a="http://schemas.openxmlformats.org/drawingml/2006/main">
            <a:off x="3286304" y="7307104"/>
            <a:ext cx="11715393" cy="720947"/>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63A487D5-AED6-4752-9BC4-AA4F1D121ACD}"/>
              </a:ext>
            </a:extLst>
          </p:cNvPr>
          <p:cNvSpPr>
            <a:spLocks xmlns:a="http://schemas.openxmlformats.org/drawingml/2006/main" noGrp="1"/>
          </p:cNvSpPr>
          <p:nvPr/>
        </p:nvSpPr>
        <p:spPr>
          <a:xfrm xmlns:a="http://schemas.openxmlformats.org/drawingml/2006/main">
            <a:off x="2952750" y="4829175"/>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정반응 · 발열</a:t>
            </a:r>
          </a:p>
        </p:txBody>
      </p:sp>
      <p:sp>
        <p:nvSpPr>
          <p:cNvPr id="12" name="text">
            <a:extLst xmlns:a="http://schemas.openxmlformats.org/drawingml/2006/main">
              <a:ext uri="{FF2B5EF4-FFF2-40B4-BE49-F238E27FC236}">
                <a16:creationId xmlns:a16="http://schemas.microsoft.com/office/drawing/2014/main" id="{895C5C93-674A-48C6-B3EA-45B5D92A38B2}"/>
              </a:ext>
            </a:extLst>
          </p:cNvPr>
          <p:cNvSpPr>
            <a:spLocks xmlns:a="http://schemas.openxmlformats.org/drawingml/2006/main" noGrp="1"/>
          </p:cNvSpPr>
          <p:nvPr/>
        </p:nvSpPr>
        <p:spPr>
          <a:xfrm xmlns:a="http://schemas.openxmlformats.org/drawingml/2006/main">
            <a:off x="2952750" y="6524625"/>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역반응 · 흡열</a:t>
            </a:r>
          </a:p>
        </p:txBody>
      </p:sp>
      <p:sp>
        <p:nvSpPr>
          <p:cNvPr id="13" name="text">
            <a:extLst xmlns:a="http://schemas.openxmlformats.org/drawingml/2006/main">
              <a:ext uri="{FF2B5EF4-FFF2-40B4-BE49-F238E27FC236}">
                <a16:creationId xmlns:a16="http://schemas.microsoft.com/office/drawing/2014/main" id="{DE5C809C-1EBB-48AB-867E-D4087B12E659}"/>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역반응의 반응 엔탈피는 절댓값이 같고 부호는 반대다.</a:t>
            </a:r>
          </a:p>
        </p:txBody>
      </p:sp>
    </p:spTree>
    <p:extLst>
      <p:ext uri="{BB962C8B-B14F-4D97-AF65-F5344CB8AC3E}">
        <p14:creationId xmlns:p14="http://schemas.microsoft.com/office/powerpoint/2010/main" val="856819583"/>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4" name="레퍼런스 내용 영역">
            <a:extLst xmlns:a="http://schemas.openxmlformats.org/drawingml/2006/main">
              <a:ext uri="{FF2B5EF4-FFF2-40B4-BE49-F238E27FC236}">
                <a16:creationId xmlns:a16="http://schemas.microsoft.com/office/drawing/2014/main" id="{964BDD2A-1FF4-4BE9-BFCF-53D469E3198D}"/>
              </a:ext>
            </a:extLst>
          </p:cNvPr>
          <p:cNvSpPr>
            <a:spLocks xmlns:a="http://schemas.openxmlformats.org/drawingml/2006/main" noGrp="1"/>
          </p:cNvSpPr>
          <p:nvPr/>
        </p:nvSpPr>
        <p:spPr>
          <a:xfrm xmlns:a="http://schemas.openxmlformats.org/drawingml/2006/main">
            <a:off x="12001500" y="75152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3" name="레퍼런스 내용 영역">
            <a:extLst xmlns:a="http://schemas.openxmlformats.org/drawingml/2006/main">
              <a:ext uri="{FF2B5EF4-FFF2-40B4-BE49-F238E27FC236}">
                <a16:creationId xmlns:a16="http://schemas.microsoft.com/office/drawing/2014/main" id="{A3DC0D36-7136-4833-9FD9-07E706E9A064}"/>
              </a:ext>
            </a:extLst>
          </p:cNvPr>
          <p:cNvSpPr>
            <a:spLocks xmlns:a="http://schemas.openxmlformats.org/drawingml/2006/main" noGrp="1"/>
          </p:cNvSpPr>
          <p:nvPr/>
        </p:nvSpPr>
        <p:spPr>
          <a:xfrm xmlns:a="http://schemas.openxmlformats.org/drawingml/2006/main">
            <a:off x="5143500" y="75152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2" name="레퍼런스 내용 영역">
            <a:extLst xmlns:a="http://schemas.openxmlformats.org/drawingml/2006/main">
              <a:ext uri="{FF2B5EF4-FFF2-40B4-BE49-F238E27FC236}">
                <a16:creationId xmlns:a16="http://schemas.microsoft.com/office/drawing/2014/main" id="{402152E0-0718-47AD-8107-EA1A7EAF045C}"/>
              </a:ext>
            </a:extLst>
          </p:cNvPr>
          <p:cNvSpPr>
            <a:spLocks xmlns:a="http://schemas.openxmlformats.org/drawingml/2006/main" noGrp="1"/>
          </p:cNvSpPr>
          <p:nvPr/>
        </p:nvSpPr>
        <p:spPr>
          <a:xfrm xmlns:a="http://schemas.openxmlformats.org/drawingml/2006/main">
            <a:off x="2095500" y="75152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8" name="레퍼런스 내용 영역">
            <a:extLst xmlns:a="http://schemas.openxmlformats.org/drawingml/2006/main">
              <a:ext uri="{FF2B5EF4-FFF2-40B4-BE49-F238E27FC236}">
                <a16:creationId xmlns:a16="http://schemas.microsoft.com/office/drawing/2014/main" id="{408C5EF5-2DED-4592-9ECC-A3BEE8D53DD1}"/>
              </a:ext>
            </a:extLst>
          </p:cNvPr>
          <p:cNvSpPr>
            <a:spLocks xmlns:a="http://schemas.openxmlformats.org/drawingml/2006/main" noGrp="1"/>
          </p:cNvSpPr>
          <p:nvPr/>
        </p:nvSpPr>
        <p:spPr>
          <a:xfrm xmlns:a="http://schemas.openxmlformats.org/drawingml/2006/main">
            <a:off x="12001500" y="64484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7" name="레퍼런스 내용 영역">
            <a:extLst xmlns:a="http://schemas.openxmlformats.org/drawingml/2006/main">
              <a:ext uri="{FF2B5EF4-FFF2-40B4-BE49-F238E27FC236}">
                <a16:creationId xmlns:a16="http://schemas.microsoft.com/office/drawing/2014/main" id="{7E04D29F-3F28-4C4A-91D4-28347BDD930F}"/>
              </a:ext>
            </a:extLst>
          </p:cNvPr>
          <p:cNvSpPr>
            <a:spLocks xmlns:a="http://schemas.openxmlformats.org/drawingml/2006/main" noGrp="1"/>
          </p:cNvSpPr>
          <p:nvPr/>
        </p:nvSpPr>
        <p:spPr>
          <a:xfrm xmlns:a="http://schemas.openxmlformats.org/drawingml/2006/main">
            <a:off x="5143500" y="64484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6" name="레퍼런스 내용 영역">
            <a:extLst xmlns:a="http://schemas.openxmlformats.org/drawingml/2006/main">
              <a:ext uri="{FF2B5EF4-FFF2-40B4-BE49-F238E27FC236}">
                <a16:creationId xmlns:a16="http://schemas.microsoft.com/office/drawing/2014/main" id="{38F01770-CC50-4011-9C0C-F2BABF555308}"/>
              </a:ext>
            </a:extLst>
          </p:cNvPr>
          <p:cNvSpPr>
            <a:spLocks xmlns:a="http://schemas.openxmlformats.org/drawingml/2006/main" noGrp="1"/>
          </p:cNvSpPr>
          <p:nvPr/>
        </p:nvSpPr>
        <p:spPr>
          <a:xfrm xmlns:a="http://schemas.openxmlformats.org/drawingml/2006/main">
            <a:off x="2095500" y="64484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2" name="레퍼런스 내용 영역">
            <a:extLst xmlns:a="http://schemas.openxmlformats.org/drawingml/2006/main">
              <a:ext uri="{FF2B5EF4-FFF2-40B4-BE49-F238E27FC236}">
                <a16:creationId xmlns:a16="http://schemas.microsoft.com/office/drawing/2014/main" id="{CD2BEBDA-1354-4C9B-8E65-FF3C9C312036}"/>
              </a:ext>
            </a:extLst>
          </p:cNvPr>
          <p:cNvSpPr>
            <a:spLocks xmlns:a="http://schemas.openxmlformats.org/drawingml/2006/main" noGrp="1"/>
          </p:cNvSpPr>
          <p:nvPr/>
        </p:nvSpPr>
        <p:spPr>
          <a:xfrm xmlns:a="http://schemas.openxmlformats.org/drawingml/2006/main">
            <a:off x="12001500" y="53816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C2E03391-E13F-4F7F-88DC-BAF5DB069D8D}"/>
              </a:ext>
            </a:extLst>
          </p:cNvPr>
          <p:cNvSpPr>
            <a:spLocks xmlns:a="http://schemas.openxmlformats.org/drawingml/2006/main" noGrp="1"/>
          </p:cNvSpPr>
          <p:nvPr/>
        </p:nvSpPr>
        <p:spPr>
          <a:xfrm xmlns:a="http://schemas.openxmlformats.org/drawingml/2006/main">
            <a:off x="5143500" y="53816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0" name="레퍼런스 내용 영역">
            <a:extLst xmlns:a="http://schemas.openxmlformats.org/drawingml/2006/main">
              <a:ext uri="{FF2B5EF4-FFF2-40B4-BE49-F238E27FC236}">
                <a16:creationId xmlns:a16="http://schemas.microsoft.com/office/drawing/2014/main" id="{884AF590-7FA1-4D3C-8B31-0DEBF4224FCF}"/>
              </a:ext>
            </a:extLst>
          </p:cNvPr>
          <p:cNvSpPr>
            <a:spLocks xmlns:a="http://schemas.openxmlformats.org/drawingml/2006/main" noGrp="1"/>
          </p:cNvSpPr>
          <p:nvPr/>
        </p:nvSpPr>
        <p:spPr>
          <a:xfrm xmlns:a="http://schemas.openxmlformats.org/drawingml/2006/main">
            <a:off x="2095500" y="53816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pic>
        <p:nvPicPr>
          <p:cNvPr id="28" name="">
            <a:extLst xmlns:a="http://schemas.openxmlformats.org/drawingml/2006/main">
              <a:ext uri="{FF2B5EF4-FFF2-40B4-BE49-F238E27FC236}">
                <a16:creationId xmlns:a16="http://schemas.microsoft.com/office/drawing/2014/main" id="{D5A61789-E589-4D3D-93D0-0FAB8B45087D}"/>
              </a:ext>
            </a:extLst>
          </p:cNvPr>
          <p:cNvPicPr>
            <a:picLocks xmlns:a="http://schemas.openxmlformats.org/drawingml/2006/main" noChangeAspect="1"/>
          </p:cNvPicPr>
          <p:nvPr/>
        </p:nvPicPr>
        <p:blipFill>
          <a:blip xmlns:r="http://schemas.openxmlformats.org/officeDocument/2006/relationships" xmlns:a="http://schemas.openxmlformats.org/drawingml/2006/main" r:embed="Rd81a5fa0bf0745b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D16DE29-E8E1-4F48-B03E-B0CDD0723F6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6CFDCEE-2ED4-47DF-AA32-3B35500DB09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0D8D3CA5-409F-46B1-8CBA-37CA93360D5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AAF9F7C-2E75-4657-8E00-1CB3424AD67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E38A3E98-1183-473B-ABAE-071BF55DAC2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열화학 반응식의 세 가지 조작</a:t>
            </a:r>
          </a:p>
        </p:txBody>
      </p:sp>
      <p:sp>
        <p:nvSpPr>
          <p:cNvPr id="7" name="text">
            <a:extLst xmlns:a="http://schemas.openxmlformats.org/drawingml/2006/main">
              <a:ext uri="{FF2B5EF4-FFF2-40B4-BE49-F238E27FC236}">
                <a16:creationId xmlns:a16="http://schemas.microsoft.com/office/drawing/2014/main" id="{069C30C6-41F7-4B1A-82F2-E82B5F02EF54}"/>
              </a:ext>
            </a:extLst>
          </p:cNvPr>
          <p:cNvSpPr>
            <a:spLocks xmlns:a="http://schemas.openxmlformats.org/drawingml/2006/main" noGrp="1"/>
          </p:cNvSpPr>
          <p:nvPr/>
        </p:nvSpPr>
        <p:spPr>
          <a:xfrm xmlns:a="http://schemas.openxmlformats.org/drawingml/2006/main">
            <a:off x="2095500" y="4667250"/>
            <a:ext cx="28575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조작</a:t>
            </a:r>
          </a:p>
        </p:txBody>
      </p:sp>
      <p:sp>
        <p:nvSpPr>
          <p:cNvPr id="8" name="text">
            <a:extLst xmlns:a="http://schemas.openxmlformats.org/drawingml/2006/main">
              <a:ext uri="{FF2B5EF4-FFF2-40B4-BE49-F238E27FC236}">
                <a16:creationId xmlns:a16="http://schemas.microsoft.com/office/drawing/2014/main" id="{05B65488-69CF-4603-BDF3-C82C22652870}"/>
              </a:ext>
            </a:extLst>
          </p:cNvPr>
          <p:cNvSpPr>
            <a:spLocks xmlns:a="http://schemas.openxmlformats.org/drawingml/2006/main" noGrp="1"/>
          </p:cNvSpPr>
          <p:nvPr/>
        </p:nvSpPr>
        <p:spPr>
          <a:xfrm xmlns:a="http://schemas.openxmlformats.org/drawingml/2006/main">
            <a:off x="5143500" y="4667250"/>
            <a:ext cx="66675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반응식</a:t>
            </a:r>
          </a:p>
        </p:txBody>
      </p:sp>
      <p:sp>
        <p:nvSpPr>
          <p:cNvPr id="9" name="text">
            <a:extLst xmlns:a="http://schemas.openxmlformats.org/drawingml/2006/main">
              <a:ext uri="{FF2B5EF4-FFF2-40B4-BE49-F238E27FC236}">
                <a16:creationId xmlns:a16="http://schemas.microsoft.com/office/drawing/2014/main" id="{09796283-5112-495D-B1EB-7E187BBCEAF6}"/>
              </a:ext>
            </a:extLst>
          </p:cNvPr>
          <p:cNvSpPr>
            <a:spLocks xmlns:a="http://schemas.openxmlformats.org/drawingml/2006/main" noGrp="1"/>
          </p:cNvSpPr>
          <p:nvPr/>
        </p:nvSpPr>
        <p:spPr>
          <a:xfrm xmlns:a="http://schemas.openxmlformats.org/drawingml/2006/main">
            <a:off x="12001500" y="4667250"/>
            <a:ext cx="41910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반응 엔탈피</a:t>
            </a:r>
          </a:p>
        </p:txBody>
      </p:sp>
      <p:sp>
        <p:nvSpPr>
          <p:cNvPr id="13" name="text">
            <a:extLst xmlns:a="http://schemas.openxmlformats.org/drawingml/2006/main">
              <a:ext uri="{FF2B5EF4-FFF2-40B4-BE49-F238E27FC236}">
                <a16:creationId xmlns:a16="http://schemas.microsoft.com/office/drawing/2014/main" id="{8F15DE2B-BF09-4B93-B5FB-EF426629B411}"/>
              </a:ext>
            </a:extLst>
          </p:cNvPr>
          <p:cNvSpPr>
            <a:spLocks xmlns:a="http://schemas.openxmlformats.org/drawingml/2006/main" noGrp="1"/>
          </p:cNvSpPr>
          <p:nvPr/>
        </p:nvSpPr>
        <p:spPr>
          <a:xfrm xmlns:a="http://schemas.openxmlformats.org/drawingml/2006/main">
            <a:off x="2333625" y="55149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계수</a:t>
            </a:r>
          </a:p>
        </p:txBody>
      </p:sp>
      <p:sp>
        <p:nvSpPr>
          <p:cNvPr id="14" name="text">
            <a:extLst xmlns:a="http://schemas.openxmlformats.org/drawingml/2006/main">
              <a:ext uri="{FF2B5EF4-FFF2-40B4-BE49-F238E27FC236}">
                <a16:creationId xmlns:a16="http://schemas.microsoft.com/office/drawing/2014/main" id="{971D1DE0-2A7C-48DB-BC50-A93DD527450E}"/>
              </a:ext>
            </a:extLst>
          </p:cNvPr>
          <p:cNvSpPr>
            <a:spLocks xmlns:a="http://schemas.openxmlformats.org/drawingml/2006/main" noGrp="1"/>
          </p:cNvSpPr>
          <p:nvPr/>
        </p:nvSpPr>
        <p:spPr>
          <a:xfrm xmlns:a="http://schemas.openxmlformats.org/drawingml/2006/main">
            <a:off x="5381625" y="55149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모든 계수를 k배</a:t>
            </a:r>
          </a:p>
        </p:txBody>
      </p:sp>
      <p:sp>
        <p:nvSpPr>
          <p:cNvPr id="15" name="text">
            <a:extLst xmlns:a="http://schemas.openxmlformats.org/drawingml/2006/main">
              <a:ext uri="{FF2B5EF4-FFF2-40B4-BE49-F238E27FC236}">
                <a16:creationId xmlns:a16="http://schemas.microsoft.com/office/drawing/2014/main" id="{111FD937-8AE8-4C74-9EBB-97DBA085536A}"/>
              </a:ext>
            </a:extLst>
          </p:cNvPr>
          <p:cNvSpPr>
            <a:spLocks xmlns:a="http://schemas.openxmlformats.org/drawingml/2006/main" noGrp="1"/>
          </p:cNvSpPr>
          <p:nvPr/>
        </p:nvSpPr>
        <p:spPr>
          <a:xfrm xmlns:a="http://schemas.openxmlformats.org/drawingml/2006/main">
            <a:off x="12192000" y="55149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반응 엔탈피도 k배</a:t>
            </a:r>
          </a:p>
        </p:txBody>
      </p:sp>
      <p:sp>
        <p:nvSpPr>
          <p:cNvPr id="19" name="text">
            <a:extLst xmlns:a="http://schemas.openxmlformats.org/drawingml/2006/main">
              <a:ext uri="{FF2B5EF4-FFF2-40B4-BE49-F238E27FC236}">
                <a16:creationId xmlns:a16="http://schemas.microsoft.com/office/drawing/2014/main" id="{17DFC75B-6206-4FA8-AD28-A7E3ED9CCE4D}"/>
              </a:ext>
            </a:extLst>
          </p:cNvPr>
          <p:cNvSpPr>
            <a:spLocks xmlns:a="http://schemas.openxmlformats.org/drawingml/2006/main" noGrp="1"/>
          </p:cNvSpPr>
          <p:nvPr/>
        </p:nvSpPr>
        <p:spPr>
          <a:xfrm xmlns:a="http://schemas.openxmlformats.org/drawingml/2006/main">
            <a:off x="2333625" y="65817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방향</a:t>
            </a:r>
          </a:p>
        </p:txBody>
      </p:sp>
      <p:sp>
        <p:nvSpPr>
          <p:cNvPr id="20" name="text">
            <a:extLst xmlns:a="http://schemas.openxmlformats.org/drawingml/2006/main">
              <a:ext uri="{FF2B5EF4-FFF2-40B4-BE49-F238E27FC236}">
                <a16:creationId xmlns:a16="http://schemas.microsoft.com/office/drawing/2014/main" id="{1E4F6401-F414-4DFF-BE05-53FB9ABB5758}"/>
              </a:ext>
            </a:extLst>
          </p:cNvPr>
          <p:cNvSpPr>
            <a:spLocks xmlns:a="http://schemas.openxmlformats.org/drawingml/2006/main" noGrp="1"/>
          </p:cNvSpPr>
          <p:nvPr/>
        </p:nvSpPr>
        <p:spPr>
          <a:xfrm xmlns:a="http://schemas.openxmlformats.org/drawingml/2006/main">
            <a:off x="5381625" y="65817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역반응으로 변환</a:t>
            </a:r>
          </a:p>
        </p:txBody>
      </p:sp>
      <p:sp>
        <p:nvSpPr>
          <p:cNvPr id="21" name="text">
            <a:extLst xmlns:a="http://schemas.openxmlformats.org/drawingml/2006/main">
              <a:ext uri="{FF2B5EF4-FFF2-40B4-BE49-F238E27FC236}">
                <a16:creationId xmlns:a16="http://schemas.microsoft.com/office/drawing/2014/main" id="{CA5C96C5-B220-446B-97FF-E2F81391F86C}"/>
              </a:ext>
            </a:extLst>
          </p:cNvPr>
          <p:cNvSpPr>
            <a:spLocks xmlns:a="http://schemas.openxmlformats.org/drawingml/2006/main" noGrp="1"/>
          </p:cNvSpPr>
          <p:nvPr/>
        </p:nvSpPr>
        <p:spPr>
          <a:xfrm xmlns:a="http://schemas.openxmlformats.org/drawingml/2006/main">
            <a:off x="12192000" y="65817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엔탈피 부호 반대</a:t>
            </a:r>
          </a:p>
        </p:txBody>
      </p:sp>
      <p:sp>
        <p:nvSpPr>
          <p:cNvPr id="25" name="text">
            <a:extLst xmlns:a="http://schemas.openxmlformats.org/drawingml/2006/main">
              <a:ext uri="{FF2B5EF4-FFF2-40B4-BE49-F238E27FC236}">
                <a16:creationId xmlns:a16="http://schemas.microsoft.com/office/drawing/2014/main" id="{F4EA10E3-5709-4F32-BEDF-72228C11DAC7}"/>
              </a:ext>
            </a:extLst>
          </p:cNvPr>
          <p:cNvSpPr>
            <a:spLocks xmlns:a="http://schemas.openxmlformats.org/drawingml/2006/main" noGrp="1"/>
          </p:cNvSpPr>
          <p:nvPr/>
        </p:nvSpPr>
        <p:spPr>
          <a:xfrm xmlns:a="http://schemas.openxmlformats.org/drawingml/2006/main">
            <a:off x="2333625" y="76485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합산</a:t>
            </a:r>
          </a:p>
        </p:txBody>
      </p:sp>
      <p:sp>
        <p:nvSpPr>
          <p:cNvPr id="26" name="text">
            <a:extLst xmlns:a="http://schemas.openxmlformats.org/drawingml/2006/main">
              <a:ext uri="{FF2B5EF4-FFF2-40B4-BE49-F238E27FC236}">
                <a16:creationId xmlns:a16="http://schemas.microsoft.com/office/drawing/2014/main" id="{6B196412-7D71-4941-ACB5-96049F7A3295}"/>
              </a:ext>
            </a:extLst>
          </p:cNvPr>
          <p:cNvSpPr>
            <a:spLocks xmlns:a="http://schemas.openxmlformats.org/drawingml/2006/main" noGrp="1"/>
          </p:cNvSpPr>
          <p:nvPr/>
        </p:nvSpPr>
        <p:spPr>
          <a:xfrm xmlns:a="http://schemas.openxmlformats.org/drawingml/2006/main">
            <a:off x="5381625" y="76485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여러 반응식을 더함</a:t>
            </a:r>
          </a:p>
        </p:txBody>
      </p:sp>
      <p:sp>
        <p:nvSpPr>
          <p:cNvPr id="27" name="text">
            <a:extLst xmlns:a="http://schemas.openxmlformats.org/drawingml/2006/main">
              <a:ext uri="{FF2B5EF4-FFF2-40B4-BE49-F238E27FC236}">
                <a16:creationId xmlns:a16="http://schemas.microsoft.com/office/drawing/2014/main" id="{C564F733-0DF8-427B-93A7-331D03DB8A62}"/>
              </a:ext>
            </a:extLst>
          </p:cNvPr>
          <p:cNvSpPr>
            <a:spLocks xmlns:a="http://schemas.openxmlformats.org/drawingml/2006/main" noGrp="1"/>
          </p:cNvSpPr>
          <p:nvPr/>
        </p:nvSpPr>
        <p:spPr>
          <a:xfrm xmlns:a="http://schemas.openxmlformats.org/drawingml/2006/main">
            <a:off x="12192000" y="76485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각 반응 엔탈피의 합</a:t>
            </a:r>
          </a:p>
        </p:txBody>
      </p:sp>
    </p:spTree>
    <p:extLst>
      <p:ext uri="{BB962C8B-B14F-4D97-AF65-F5344CB8AC3E}">
        <p14:creationId xmlns:p14="http://schemas.microsoft.com/office/powerpoint/2010/main" val="1592231952"/>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C2DF094-1FB0-494E-A13D-124881C92369}"/>
              </a:ext>
            </a:extLst>
          </p:cNvPr>
          <p:cNvPicPr>
            <a:picLocks xmlns:a="http://schemas.openxmlformats.org/drawingml/2006/main" noChangeAspect="1"/>
          </p:cNvPicPr>
          <p:nvPr/>
        </p:nvPicPr>
        <p:blipFill>
          <a:blip xmlns:r="http://schemas.openxmlformats.org/officeDocument/2006/relationships" xmlns:a="http://schemas.openxmlformats.org/drawingml/2006/main" r:embed="R7fbbd62008cb4e7f"/>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9CE462FB-CCA8-4F3B-AF87-CDDB65F65EA4}"/>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FFA7DFE2-25DF-445F-8797-DA32137EF370}"/>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8F2D2A21-1DCC-4D9E-A850-AD08956C203C}"/>
              </a:ext>
            </a:extLst>
          </p:cNvPr>
          <p:cNvPicPr>
            <a:picLocks xmlns:a="http://schemas.openxmlformats.org/drawingml/2006/main" noChangeAspect="1"/>
          </p:cNvPicPr>
          <p:nvPr/>
        </p:nvPicPr>
        <p:blipFill>
          <a:blip xmlns:r="http://schemas.openxmlformats.org/officeDocument/2006/relationships" xmlns:a="http://schemas.openxmlformats.org/drawingml/2006/main" r:embed="R5b7cd5fddbbd4f8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914EDF60-7854-4EF3-840C-B67FB0D168A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260F545A-E5E4-473B-8F4C-0253840F5F22}"/>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7" name="text">
            <a:extLst xmlns:a="http://schemas.openxmlformats.org/drawingml/2006/main">
              <a:ext uri="{FF2B5EF4-FFF2-40B4-BE49-F238E27FC236}">
                <a16:creationId xmlns:a16="http://schemas.microsoft.com/office/drawing/2014/main" id="{DC472798-AEF2-46D8-AF06-07B700E037E2}"/>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8" name="text">
            <a:extLst xmlns:a="http://schemas.openxmlformats.org/drawingml/2006/main">
              <a:ext uri="{FF2B5EF4-FFF2-40B4-BE49-F238E27FC236}">
                <a16:creationId xmlns:a16="http://schemas.microsoft.com/office/drawing/2014/main" id="{40ED19C9-D78A-4EB5-A016-DA307AD66ADD}"/>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823372289"/>
      </p:ext>
    </p:extLst>
  </p:cSld>
</p:sld>
</file>

<file path=ppt/slides/slide15.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C2C5481A-B5C2-4DE3-9597-1F4220C7194B}"/>
              </a:ext>
            </a:extLst>
          </p:cNvPr>
          <p:cNvPicPr>
            <a:picLocks xmlns:a="http://schemas.openxmlformats.org/drawingml/2006/main" noChangeAspect="1"/>
          </p:cNvPicPr>
          <p:nvPr/>
        </p:nvPicPr>
        <p:blipFill>
          <a:blip xmlns:r="http://schemas.openxmlformats.org/officeDocument/2006/relationships" xmlns:a="http://schemas.openxmlformats.org/drawingml/2006/main" r:embed="Rf2f2818bbf124ccd"/>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21" name="">
            <a:extLst xmlns:a="http://schemas.openxmlformats.org/drawingml/2006/main">
              <a:ext uri="{FF2B5EF4-FFF2-40B4-BE49-F238E27FC236}">
                <a16:creationId xmlns:a16="http://schemas.microsoft.com/office/drawing/2014/main" id="{A5D12D39-3084-4093-9841-7AF81D139221}"/>
              </a:ext>
            </a:extLst>
          </p:cNvPr>
          <p:cNvPicPr>
            <a:picLocks xmlns:a="http://schemas.openxmlformats.org/drawingml/2006/main" noChangeAspect="1"/>
          </p:cNvPicPr>
          <p:nvPr/>
        </p:nvPicPr>
        <p:blipFill>
          <a:blip xmlns:r="http://schemas.openxmlformats.org/officeDocument/2006/relationships" xmlns:a="http://schemas.openxmlformats.org/drawingml/2006/main" r:embed="R443522d193a74f8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7FDE116-F008-45CA-A00F-F2722EEF875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9EBFFCF-028C-4134-B427-BF717EFF9B0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CC5AD554-F402-45B9-AFD3-DBF653693E7F}"/>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905CE45-0D04-46A8-A5F2-84DAD533466B}"/>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text">
            <a:extLst xmlns:a="http://schemas.openxmlformats.org/drawingml/2006/main">
              <a:ext uri="{FF2B5EF4-FFF2-40B4-BE49-F238E27FC236}">
                <a16:creationId xmlns:a16="http://schemas.microsoft.com/office/drawing/2014/main" id="{5574539D-795C-43CD-AD54-101E4DA0715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CO만 생성될 때의 열은 어떻게 구할까?</a:t>
            </a:r>
          </a:p>
        </p:txBody>
      </p:sp>
      <p:pic>
        <p:nvPicPr>
          <p:cNvPr id="7" name="">
            <a:extLst xmlns:a="http://schemas.openxmlformats.org/drawingml/2006/main">
              <a:ext uri="{FF2B5EF4-FFF2-40B4-BE49-F238E27FC236}">
                <a16:creationId xmlns:a16="http://schemas.microsoft.com/office/drawing/2014/main" id="{098AA88B-C45B-436D-A305-3A6326A62DC8}"/>
              </a:ext>
            </a:extLst>
          </p:cNvPr>
          <p:cNvPicPr>
            <a:picLocks xmlns:a="http://schemas.openxmlformats.org/drawingml/2006/main" noChangeAspect="1"/>
          </p:cNvPicPr>
          <p:nvPr/>
        </p:nvPicPr>
        <p:blipFill>
          <a:blip xmlns:r="http://schemas.openxmlformats.org/officeDocument/2006/relationships" xmlns:a="http://schemas.openxmlformats.org/drawingml/2006/main" r:embed="Rfb4db9bc0fa74ca8"/>
          <a:stretch xmlns:a="http://schemas.openxmlformats.org/drawingml/2006/main"/>
        </p:blipFill>
        <p:spPr>
          <a:xfrm xmlns:a="http://schemas.openxmlformats.org/drawingml/2006/main">
            <a:off x="7966633" y="3705225"/>
            <a:ext cx="2354733" cy="2333625"/>
          </a:xfrm>
          <a:prstGeom xmlns:a="http://schemas.openxmlformats.org/drawingml/2006/main" prst="rect">
            <a:avLst/>
          </a:prstGeom>
        </p:spPr>
      </p:pic>
      <p:sp>
        <p:nvSpPr>
          <p:cNvPr id="8" name="중앙 질문 말풍선">
            <a:extLst xmlns:a="http://schemas.openxmlformats.org/drawingml/2006/main">
              <a:ext uri="{FF2B5EF4-FFF2-40B4-BE49-F238E27FC236}">
                <a16:creationId xmlns:a16="http://schemas.microsoft.com/office/drawing/2014/main" id="{439FFA07-DFE8-4B80-BAD1-B710F42992C4}"/>
              </a:ext>
            </a:extLst>
          </p:cNvPr>
          <p:cNvSpPr>
            <a:spLocks xmlns:a="http://schemas.openxmlformats.org/drawingml/2006/main" noGrp="1"/>
          </p:cNvSpPr>
          <p:nvPr/>
        </p:nvSpPr>
        <p:spPr>
          <a:xfrm xmlns:a="http://schemas.openxmlformats.org/drawingml/2006/main">
            <a:off x="5572125" y="5810250"/>
            <a:ext cx="7143750" cy="857250"/>
          </a:xfrm>
          <a:prstGeom xmlns:a="http://schemas.openxmlformats.org/drawingml/2006/main" prst="roundRect">
            <a:avLst>
              <a:gd name="adj" fmla="val 2444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1762CF5E-6986-48CC-99B7-0F942C8768B2}"/>
              </a:ext>
            </a:extLst>
          </p:cNvPr>
          <p:cNvSpPr>
            <a:spLocks xmlns:a="http://schemas.openxmlformats.org/drawingml/2006/main" noGrp="1"/>
          </p:cNvSpPr>
          <p:nvPr/>
        </p:nvSpPr>
        <p:spPr>
          <a:xfrm xmlns:a="http://schemas.openxmlformats.org/drawingml/2006/main">
            <a:off x="5810250" y="60007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CO만 생기는 반응을 따로 측정할 수 있을까?</a:t>
            </a:r>
          </a:p>
        </p:txBody>
      </p:sp>
      <p:sp>
        <p:nvSpPr>
          <p:cNvPr id="10" name="line">
            <a:extLst xmlns:a="http://schemas.openxmlformats.org/drawingml/2006/main">
              <a:ext uri="{FF2B5EF4-FFF2-40B4-BE49-F238E27FC236}">
                <a16:creationId xmlns:a16="http://schemas.microsoft.com/office/drawing/2014/main" id="{BEA2F1EE-CD88-43C9-B36A-C8BC187E4B18}"/>
              </a:ext>
            </a:extLst>
          </p:cNvPr>
          <p:cNvSpPr>
            <a:spLocks xmlns:a="http://schemas.openxmlformats.org/drawingml/2006/main" noGrp="1"/>
          </p:cNvSpPr>
          <p:nvPr/>
        </p:nvSpPr>
        <p:spPr>
          <a:xfrm xmlns:a="http://schemas.openxmlformats.org/drawingml/2006/main">
            <a:off x="9144000" y="6705600"/>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AAAAAA"/>
            </a:solidFill>
            <a:prstDash val="solid"/>
          </a:ln>
        </p:spPr>
      </p:sp>
      <p:sp>
        <p:nvSpPr>
          <p:cNvPr id="11" name="line">
            <a:extLst xmlns:a="http://schemas.openxmlformats.org/drawingml/2006/main">
              <a:ext uri="{FF2B5EF4-FFF2-40B4-BE49-F238E27FC236}">
                <a16:creationId xmlns:a16="http://schemas.microsoft.com/office/drawing/2014/main" id="{E47C564D-2E49-47B7-BFB3-30798D5BD478}"/>
              </a:ext>
            </a:extLst>
          </p:cNvPr>
          <p:cNvSpPr>
            <a:spLocks xmlns:a="http://schemas.openxmlformats.org/drawingml/2006/main" noGrp="1"/>
          </p:cNvSpPr>
          <p:nvPr/>
        </p:nvSpPr>
        <p:spPr>
          <a:xfrm xmlns:a="http://schemas.openxmlformats.org/drawingml/2006/main">
            <a:off x="5048250" y="6943725"/>
            <a:ext cx="8191500" cy="9525"/>
          </a:xfrm>
          <a:custGeom xmlns:a="http://schemas.openxmlformats.org/drawingml/2006/main">
            <a:pathLst>
              <a:path w="8191500" h="9525">
                <a:moveTo>
                  <a:pt x="0" y="0"/>
                </a:moveTo>
                <a:lnTo>
                  <a:pt x="8191500" y="0"/>
                </a:lnTo>
              </a:path>
            </a:pathLst>
          </a:custGeom>
          <a:noFill xmlns:a="http://schemas.openxmlformats.org/drawingml/2006/main"/>
          <a:ln xmlns:a="http://schemas.openxmlformats.org/drawingml/2006/main" w="19050">
            <a:solidFill>
              <a:srgbClr val="AAAAAA"/>
            </a:solidFill>
            <a:prstDash val="solid"/>
          </a:ln>
        </p:spPr>
      </p:sp>
      <p:sp>
        <p:nvSpPr>
          <p:cNvPr id="12" name="line">
            <a:extLst xmlns:a="http://schemas.openxmlformats.org/drawingml/2006/main">
              <a:ext uri="{FF2B5EF4-FFF2-40B4-BE49-F238E27FC236}">
                <a16:creationId xmlns:a16="http://schemas.microsoft.com/office/drawing/2014/main" id="{8253B573-E70F-4C63-AF9A-7A8F880E17F5}"/>
              </a:ext>
            </a:extLst>
          </p:cNvPr>
          <p:cNvSpPr>
            <a:spLocks xmlns:a="http://schemas.openxmlformats.org/drawingml/2006/main" noGrp="1"/>
          </p:cNvSpPr>
          <p:nvPr/>
        </p:nvSpPr>
        <p:spPr>
          <a:xfrm xmlns:a="http://schemas.openxmlformats.org/drawingml/2006/main">
            <a:off x="50482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3" name="line">
            <a:extLst xmlns:a="http://schemas.openxmlformats.org/drawingml/2006/main">
              <a:ext uri="{FF2B5EF4-FFF2-40B4-BE49-F238E27FC236}">
                <a16:creationId xmlns:a16="http://schemas.microsoft.com/office/drawing/2014/main" id="{D24BB7C8-DF98-46F9-B5BB-84F569C725A0}"/>
              </a:ext>
            </a:extLst>
          </p:cNvPr>
          <p:cNvSpPr>
            <a:spLocks xmlns:a="http://schemas.openxmlformats.org/drawingml/2006/main" noGrp="1"/>
          </p:cNvSpPr>
          <p:nvPr/>
        </p:nvSpPr>
        <p:spPr>
          <a:xfrm xmlns:a="http://schemas.openxmlformats.org/drawingml/2006/main">
            <a:off x="132397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4" name="참조 분기 설명">
            <a:extLst xmlns:a="http://schemas.openxmlformats.org/drawingml/2006/main">
              <a:ext uri="{FF2B5EF4-FFF2-40B4-BE49-F238E27FC236}">
                <a16:creationId xmlns:a16="http://schemas.microsoft.com/office/drawing/2014/main" id="{812A9718-EE70-47AE-96C1-413EF0D683D8}"/>
              </a:ext>
            </a:extLst>
          </p:cNvPr>
          <p:cNvSpPr>
            <a:spLocks xmlns:a="http://schemas.openxmlformats.org/drawingml/2006/main" noGrp="1"/>
          </p:cNvSpPr>
          <p:nvPr/>
        </p:nvSpPr>
        <p:spPr>
          <a:xfrm xmlns:a="http://schemas.openxmlformats.org/drawingml/2006/main">
            <a:off x="180975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F4B7E2D8-22EB-427C-AC38-4A6A385088BB}"/>
              </a:ext>
            </a:extLst>
          </p:cNvPr>
          <p:cNvSpPr>
            <a:spLocks xmlns:a="http://schemas.openxmlformats.org/drawingml/2006/main" noGrp="1"/>
          </p:cNvSpPr>
          <p:nvPr/>
        </p:nvSpPr>
        <p:spPr>
          <a:xfrm xmlns:a="http://schemas.openxmlformats.org/drawingml/2006/main">
            <a:off x="209550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직접 측정의 어려움</a:t>
            </a:r>
          </a:p>
        </p:txBody>
      </p:sp>
      <p:sp>
        <p:nvSpPr>
          <p:cNvPr id="16" name="text">
            <a:extLst xmlns:a="http://schemas.openxmlformats.org/drawingml/2006/main">
              <a:ext uri="{FF2B5EF4-FFF2-40B4-BE49-F238E27FC236}">
                <a16:creationId xmlns:a16="http://schemas.microsoft.com/office/drawing/2014/main" id="{729F2FD8-C6A5-42D8-8A90-8A1DBD17F875}"/>
              </a:ext>
            </a:extLst>
          </p:cNvPr>
          <p:cNvSpPr>
            <a:spLocks xmlns:a="http://schemas.openxmlformats.org/drawingml/2006/main" noGrp="1"/>
          </p:cNvSpPr>
          <p:nvPr/>
        </p:nvSpPr>
        <p:spPr>
          <a:xfrm xmlns:a="http://schemas.openxmlformats.org/drawingml/2006/main">
            <a:off x="214312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불완전 연소 중 CO₂도 생성되어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CO 생성열만 분리하기 어렵다.</a:t>
            </a:r>
          </a:p>
        </p:txBody>
      </p:sp>
      <p:sp>
        <p:nvSpPr>
          <p:cNvPr id="17" name="참조 분기 설명">
            <a:extLst xmlns:a="http://schemas.openxmlformats.org/drawingml/2006/main">
              <a:ext uri="{FF2B5EF4-FFF2-40B4-BE49-F238E27FC236}">
                <a16:creationId xmlns:a16="http://schemas.microsoft.com/office/drawing/2014/main" id="{9643AEB6-CA9C-46D1-9799-30F0E051361C}"/>
              </a:ext>
            </a:extLst>
          </p:cNvPr>
          <p:cNvSpPr>
            <a:spLocks xmlns:a="http://schemas.openxmlformats.org/drawingml/2006/main" noGrp="1"/>
          </p:cNvSpPr>
          <p:nvPr/>
        </p:nvSpPr>
        <p:spPr>
          <a:xfrm xmlns:a="http://schemas.openxmlformats.org/drawingml/2006/main">
            <a:off x="990600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9B880B81-02DC-4908-97E9-744C2C1F0796}"/>
              </a:ext>
            </a:extLst>
          </p:cNvPr>
          <p:cNvSpPr>
            <a:spLocks xmlns:a="http://schemas.openxmlformats.org/drawingml/2006/main" noGrp="1"/>
          </p:cNvSpPr>
          <p:nvPr/>
        </p:nvSpPr>
        <p:spPr>
          <a:xfrm xmlns:a="http://schemas.openxmlformats.org/drawingml/2006/main">
            <a:off x="1019175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헤스 법칙으로 간접 측정</a:t>
            </a:r>
          </a:p>
        </p:txBody>
      </p:sp>
      <p:sp>
        <p:nvSpPr>
          <p:cNvPr id="19" name="text">
            <a:extLst xmlns:a="http://schemas.openxmlformats.org/drawingml/2006/main">
              <a:ext uri="{FF2B5EF4-FFF2-40B4-BE49-F238E27FC236}">
                <a16:creationId xmlns:a16="http://schemas.microsoft.com/office/drawing/2014/main" id="{C6C94FDF-209E-43ED-AE60-B64546F04F9C}"/>
              </a:ext>
            </a:extLst>
          </p:cNvPr>
          <p:cNvSpPr>
            <a:spLocks xmlns:a="http://schemas.openxmlformats.org/drawingml/2006/main" noGrp="1"/>
          </p:cNvSpPr>
          <p:nvPr/>
        </p:nvSpPr>
        <p:spPr>
          <a:xfrm xmlns:a="http://schemas.openxmlformats.org/drawingml/2006/main">
            <a:off x="1023937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알려진 다른 반응의 열을 이용해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목표 반응의 엔탈피를 구한다.</a:t>
            </a:r>
          </a:p>
        </p:txBody>
      </p:sp>
    </p:spTree>
    <p:extLst>
      <p:ext uri="{BB962C8B-B14F-4D97-AF65-F5344CB8AC3E}">
        <p14:creationId xmlns:p14="http://schemas.microsoft.com/office/powerpoint/2010/main" val="1832286411"/>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7DB413F1-EC51-425A-949F-1961BEF8DC6D}"/>
              </a:ext>
            </a:extLst>
          </p:cNvPr>
          <p:cNvSpPr>
            <a:spLocks xmlns:a="http://schemas.openxmlformats.org/drawingml/2006/main" noGrp="1"/>
          </p:cNvSpPr>
          <p:nvPr/>
        </p:nvSpPr>
        <p:spPr>
          <a:xfrm xmlns:a="http://schemas.openxmlformats.org/drawingml/2006/main">
            <a:off x="2857500" y="4667250"/>
            <a:ext cx="12573000" cy="1238250"/>
          </a:xfrm>
          <a:prstGeom xmlns:a="http://schemas.openxmlformats.org/drawingml/2006/main" prst="roundRect">
            <a:avLst>
              <a:gd name="adj" fmla="val 16923"/>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7FBE3ED2-0186-4C06-9263-E30497DC2265}"/>
              </a:ext>
            </a:extLst>
          </p:cNvPr>
          <p:cNvPicPr>
            <a:picLocks xmlns:a="http://schemas.openxmlformats.org/drawingml/2006/main" noChangeAspect="1"/>
          </p:cNvPicPr>
          <p:nvPr/>
        </p:nvPicPr>
        <p:blipFill>
          <a:blip xmlns:r="http://schemas.openxmlformats.org/officeDocument/2006/relationships" xmlns:a="http://schemas.openxmlformats.org/drawingml/2006/main" r:embed="R6ab65dfde2134f6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4BE6B36-25F7-4B5E-A304-491C185D165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7B7DC2E-2E4F-4231-A7E7-4FF20869E4B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93B5B284-554C-409E-AA9D-9E3E41A8F64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BD3DB25-921A-420C-8054-A6F0B42F68D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A2DE6AE5-D1F3-458B-937C-92A8A0D356F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구하려는 반응부터 확인</a:t>
            </a:r>
          </a:p>
        </p:txBody>
      </p:sp>
      <p:pic>
        <p:nvPicPr>
          <p:cNvPr id="8" name="">
            <a:extLst xmlns:a="http://schemas.openxmlformats.org/drawingml/2006/main">
              <a:ext uri="{FF2B5EF4-FFF2-40B4-BE49-F238E27FC236}">
                <a16:creationId xmlns:a16="http://schemas.microsoft.com/office/drawing/2014/main" id="{DD1CF5DD-BF54-41AF-B38D-2B32A4269B5D}"/>
              </a:ext>
            </a:extLst>
          </p:cNvPr>
          <p:cNvPicPr>
            <a:picLocks xmlns:a="http://schemas.openxmlformats.org/drawingml/2006/main" noChangeAspect="1"/>
          </p:cNvPicPr>
          <p:nvPr/>
        </p:nvPicPr>
        <p:blipFill>
          <a:blip xmlns:r="http://schemas.openxmlformats.org/officeDocument/2006/relationships" xmlns:a="http://schemas.openxmlformats.org/drawingml/2006/main" r:embed="R28325114be814b28"/>
          <a:stretch xmlns:a="http://schemas.openxmlformats.org/drawingml/2006/main"/>
        </p:blipFill>
        <p:spPr>
          <a:xfrm xmlns:a="http://schemas.openxmlformats.org/drawingml/2006/main">
            <a:off x="4465792" y="4810125"/>
            <a:ext cx="9356416" cy="9525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FD314A7B-AA69-41B9-A346-AE0A7602F82F}"/>
              </a:ext>
            </a:extLst>
          </p:cNvPr>
          <p:cNvPicPr>
            <a:picLocks xmlns:a="http://schemas.openxmlformats.org/drawingml/2006/main" noChangeAspect="1"/>
          </p:cNvPicPr>
          <p:nvPr/>
        </p:nvPicPr>
        <p:blipFill>
          <a:blip xmlns:r="http://schemas.openxmlformats.org/officeDocument/2006/relationships" xmlns:a="http://schemas.openxmlformats.org/drawingml/2006/main" r:embed="Rc1e2b699fddc40e6"/>
          <a:stretch xmlns:a="http://schemas.openxmlformats.org/drawingml/2006/main"/>
        </p:blipFill>
        <p:spPr>
          <a:xfrm xmlns:a="http://schemas.openxmlformats.org/drawingml/2006/main">
            <a:off x="3812529" y="6914476"/>
            <a:ext cx="10662942" cy="64904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52AAD8EB-08B1-4027-93B0-4F68CC9A81CB}"/>
              </a:ext>
            </a:extLst>
          </p:cNvPr>
          <p:cNvPicPr>
            <a:picLocks xmlns:a="http://schemas.openxmlformats.org/drawingml/2006/main" noChangeAspect="1"/>
          </p:cNvPicPr>
          <p:nvPr/>
        </p:nvPicPr>
        <p:blipFill>
          <a:blip xmlns:r="http://schemas.openxmlformats.org/officeDocument/2006/relationships" xmlns:a="http://schemas.openxmlformats.org/drawingml/2006/main" r:embed="R34dd3409809347cf"/>
          <a:stretch xmlns:a="http://schemas.openxmlformats.org/drawingml/2006/main"/>
        </p:blipFill>
        <p:spPr>
          <a:xfrm xmlns:a="http://schemas.openxmlformats.org/drawingml/2006/main">
            <a:off x="3812529" y="7953375"/>
            <a:ext cx="10662942" cy="95250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60E2A734-7B87-4A1C-9521-520F6B69EE5C}"/>
              </a:ext>
            </a:extLst>
          </p:cNvPr>
          <p:cNvSpPr>
            <a:spLocks xmlns:a="http://schemas.openxmlformats.org/drawingml/2006/main" noGrp="1"/>
          </p:cNvSpPr>
          <p:nvPr/>
        </p:nvSpPr>
        <p:spPr>
          <a:xfrm xmlns:a="http://schemas.openxmlformats.org/drawingml/2006/main">
            <a:off x="2952750" y="41148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
        <p:nvSpPr>
          <p:cNvPr id="13" name="text">
            <a:extLst xmlns:a="http://schemas.openxmlformats.org/drawingml/2006/main">
              <a:ext uri="{FF2B5EF4-FFF2-40B4-BE49-F238E27FC236}">
                <a16:creationId xmlns:a16="http://schemas.microsoft.com/office/drawing/2014/main" id="{4FEC278F-B3AD-4945-90DC-CD6B86784CBF}"/>
              </a:ext>
            </a:extLst>
          </p:cNvPr>
          <p:cNvSpPr>
            <a:spLocks xmlns:a="http://schemas.openxmlformats.org/drawingml/2006/main" noGrp="1"/>
          </p:cNvSpPr>
          <p:nvPr/>
        </p:nvSpPr>
        <p:spPr>
          <a:xfrm xmlns:a="http://schemas.openxmlformats.org/drawingml/2006/main">
            <a:off x="2952750" y="62293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알려진 반응</a:t>
            </a:r>
          </a:p>
        </p:txBody>
      </p:sp>
    </p:spTree>
    <p:extLst>
      <p:ext uri="{BB962C8B-B14F-4D97-AF65-F5344CB8AC3E}">
        <p14:creationId xmlns:p14="http://schemas.microsoft.com/office/powerpoint/2010/main" val="704556790"/>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36AE6193-B4DF-41D5-A9BB-5DAAB4D88472}"/>
              </a:ext>
            </a:extLst>
          </p:cNvPr>
          <p:cNvPicPr>
            <a:picLocks xmlns:a="http://schemas.openxmlformats.org/drawingml/2006/main" noChangeAspect="1"/>
          </p:cNvPicPr>
          <p:nvPr/>
        </p:nvPicPr>
        <p:blipFill>
          <a:blip xmlns:r="http://schemas.openxmlformats.org/officeDocument/2006/relationships" xmlns:a="http://schemas.openxmlformats.org/drawingml/2006/main" r:embed="Rc7ce6ce5059e416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590679C-E2CA-4506-B06D-165775F4114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43EAB79-5F18-4064-9E78-7C665644E65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3AC2245-B50E-488D-933F-2F299A85440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482B806-949B-46F9-BFB5-FE2E5986E81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28725AF0-07D6-4A50-A996-893DBC2BDD6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9A35FDCF-B268-4D8E-B2B9-29211EEE8AE7}"/>
              </a:ext>
            </a:extLst>
          </p:cNvPr>
          <p:cNvPicPr>
            <a:picLocks xmlns:a="http://schemas.openxmlformats.org/drawingml/2006/main" noChangeAspect="1"/>
          </p:cNvPicPr>
          <p:nvPr/>
        </p:nvPicPr>
        <p:blipFill>
          <a:blip xmlns:r="http://schemas.openxmlformats.org/officeDocument/2006/relationships" xmlns:a="http://schemas.openxmlformats.org/drawingml/2006/main" r:embed="Rc7b9afb4ebb641b5"/>
          <a:stretch xmlns:a="http://schemas.openxmlformats.org/drawingml/2006/main"/>
        </p:blipFill>
        <p:spPr>
          <a:xfrm xmlns:a="http://schemas.openxmlformats.org/drawingml/2006/main">
            <a:off x="4833101" y="4191000"/>
            <a:ext cx="8621799" cy="3429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95BD9C34-B62B-4E3C-95F5-3A160B3937FE}"/>
              </a:ext>
            </a:extLst>
          </p:cNvPr>
          <p:cNvPicPr>
            <a:picLocks xmlns:a="http://schemas.openxmlformats.org/drawingml/2006/main" noChangeAspect="1"/>
          </p:cNvPicPr>
          <p:nvPr/>
        </p:nvPicPr>
        <p:blipFill>
          <a:blip xmlns:r="http://schemas.openxmlformats.org/officeDocument/2006/relationships" xmlns:a="http://schemas.openxmlformats.org/drawingml/2006/main" r:embed="R1cfbb40ca4c24990"/>
          <a:stretch xmlns:a="http://schemas.openxmlformats.org/drawingml/2006/main"/>
        </p:blipFill>
        <p:spPr>
          <a:xfrm xmlns:a="http://schemas.openxmlformats.org/drawingml/2006/main">
            <a:off x="6861813" y="8191500"/>
            <a:ext cx="4564278" cy="571976"/>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277A8B10-BB66-4E27-96DF-563BB14D0577}"/>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공통 물질을 소거하고, 산소는 남은 양을 확인한다.</a:t>
            </a:r>
          </a:p>
        </p:txBody>
      </p:sp>
      <p:sp>
        <p:nvSpPr>
          <p:cNvPr id="12" name="공통 CO₂ 소거 표시">
            <a:extLst xmlns:a="http://schemas.openxmlformats.org/drawingml/2006/main">
              <a:ext uri="{FF2B5EF4-FFF2-40B4-BE49-F238E27FC236}">
                <a16:creationId xmlns:a16="http://schemas.microsoft.com/office/drawing/2014/main" id="{C74E71E5-762A-4F14-8F2D-0BF094A9FEFF}"/>
              </a:ext>
            </a:extLst>
          </p:cNvPr>
          <p:cNvSpPr>
            <a:spLocks xmlns:a="http://schemas.openxmlformats.org/drawingml/2006/main" noGrp="1"/>
          </p:cNvSpPr>
          <p:nvPr/>
        </p:nvSpPr>
        <p:spPr>
          <a:xfrm xmlns:a="http://schemas.openxmlformats.org/drawingml/2006/main">
            <a:off x="11334750" y="4429125"/>
            <a:ext cx="1619250" cy="409575"/>
          </a:xfrm>
          <a:custGeom xmlns:a="http://schemas.openxmlformats.org/drawingml/2006/main">
            <a:pathLst>
              <a:path w="1619250" h="409575">
                <a:moveTo>
                  <a:pt x="0" y="409575"/>
                </a:moveTo>
                <a:lnTo>
                  <a:pt x="1619250" y="0"/>
                </a:lnTo>
              </a:path>
            </a:pathLst>
          </a:custGeom>
          <a:noFill xmlns:a="http://schemas.openxmlformats.org/drawingml/2006/main"/>
          <a:ln xmlns:a="http://schemas.openxmlformats.org/drawingml/2006/main" w="28575">
            <a:solidFill>
              <a:srgbClr val="9FFF68"/>
            </a:solidFill>
          </a:ln>
        </p:spPr>
      </p:sp>
      <p:sp>
        <p:nvSpPr>
          <p:cNvPr id="13" name="공통 CO₂ 소거 표시">
            <a:extLst xmlns:a="http://schemas.openxmlformats.org/drawingml/2006/main">
              <a:ext uri="{FF2B5EF4-FFF2-40B4-BE49-F238E27FC236}">
                <a16:creationId xmlns:a16="http://schemas.microsoft.com/office/drawing/2014/main" id="{4CE7194E-9369-42BB-89CE-FAE5403D1426}"/>
              </a:ext>
            </a:extLst>
          </p:cNvPr>
          <p:cNvSpPr>
            <a:spLocks xmlns:a="http://schemas.openxmlformats.org/drawingml/2006/main" noGrp="1"/>
          </p:cNvSpPr>
          <p:nvPr/>
        </p:nvSpPr>
        <p:spPr>
          <a:xfrm xmlns:a="http://schemas.openxmlformats.org/drawingml/2006/main">
            <a:off x="11144250" y="5524500"/>
            <a:ext cx="1619250" cy="409575"/>
          </a:xfrm>
          <a:custGeom xmlns:a="http://schemas.openxmlformats.org/drawingml/2006/main">
            <a:pathLst>
              <a:path w="1619250" h="409575">
                <a:moveTo>
                  <a:pt x="0" y="409575"/>
                </a:moveTo>
                <a:lnTo>
                  <a:pt x="1619250" y="0"/>
                </a:lnTo>
              </a:path>
            </a:pathLst>
          </a:custGeom>
          <a:noFill xmlns:a="http://schemas.openxmlformats.org/drawingml/2006/main"/>
          <a:ln xmlns:a="http://schemas.openxmlformats.org/drawingml/2006/main" w="28575">
            <a:solidFill>
              <a:srgbClr val="9FFF68"/>
            </a:solidFill>
          </a:ln>
        </p:spPr>
      </p:sp>
      <p:sp>
        <p:nvSpPr>
          <p:cNvPr id="14" name="소거 설명">
            <a:extLst xmlns:a="http://schemas.openxmlformats.org/drawingml/2006/main">
              <a:ext uri="{FF2B5EF4-FFF2-40B4-BE49-F238E27FC236}">
                <a16:creationId xmlns:a16="http://schemas.microsoft.com/office/drawing/2014/main" id="{F909B27C-6EC9-4AEB-A854-20F439C330B0}"/>
              </a:ext>
            </a:extLst>
          </p:cNvPr>
          <p:cNvSpPr>
            <a:spLocks xmlns:a="http://schemas.openxmlformats.org/drawingml/2006/main" noGrp="1"/>
          </p:cNvSpPr>
          <p:nvPr/>
        </p:nvSpPr>
        <p:spPr>
          <a:xfrm xmlns:a="http://schemas.openxmlformats.org/drawingml/2006/main">
            <a:off x="13811250" y="4610100"/>
            <a:ext cx="3190875" cy="1447800"/>
          </a:xfrm>
          <a:prstGeom xmlns:a="http://schemas.openxmlformats.org/drawingml/2006/main" prst="roundRect">
            <a:avLst>
              <a:gd name="adj" fmla="val 11842"/>
            </a:avLst>
          </a:prstGeom>
          <a:solidFill xmlns:a="http://schemas.openxmlformats.org/drawingml/2006/main">
            <a:srgbClr val="17201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473054C0-8D49-4F39-8BFC-C02BD9C05349}"/>
              </a:ext>
            </a:extLst>
          </p:cNvPr>
          <p:cNvSpPr>
            <a:spLocks xmlns:a="http://schemas.openxmlformats.org/drawingml/2006/main" noGrp="1"/>
          </p:cNvSpPr>
          <p:nvPr/>
        </p:nvSpPr>
        <p:spPr>
          <a:xfrm xmlns:a="http://schemas.openxmlformats.org/drawingml/2006/main">
            <a:off x="14001750" y="4772025"/>
            <a:ext cx="2809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9FFF68"/>
                </a:solidFill>
                <a:latin typeface="Pretendard"/>
                <a:ea typeface="Pretendard"/>
                <a:cs typeface="Pretendard"/>
              </a:defRPr>
            </a:defPPr>
            <a:lvl1pPr algn="ctr">
              <a:defRPr sz="2100" b="1">
                <a:solidFill>
                  <a:srgbClr val="9FFF68"/>
                </a:solidFill>
                <a:latin typeface="Pretendard"/>
                <a:ea typeface="Pretendard"/>
                <a:cs typeface="Pretendard"/>
              </a:defRPr>
            </a:lvl1pPr>
            <a:lvl2pPr algn="ctr">
              <a:defRPr sz="2100" b="1">
                <a:solidFill>
                  <a:srgbClr val="9FFF68"/>
                </a:solidFill>
                <a:latin typeface="Pretendard"/>
                <a:ea typeface="Pretendard"/>
                <a:cs typeface="Pretendard"/>
              </a:defRPr>
            </a:lvl2pPr>
            <a:lvl3pPr algn="ctr">
              <a:defRPr sz="2100" b="1">
                <a:solidFill>
                  <a:srgbClr val="9FFF68"/>
                </a:solidFill>
                <a:latin typeface="Pretendard"/>
                <a:ea typeface="Pretendard"/>
                <a:cs typeface="Pretendard"/>
              </a:defRPr>
            </a:lvl3pPr>
            <a:lvl4pPr algn="ctr">
              <a:defRPr sz="2100" b="1">
                <a:solidFill>
                  <a:srgbClr val="9FFF68"/>
                </a:solidFill>
                <a:latin typeface="Pretendard"/>
                <a:ea typeface="Pretendard"/>
                <a:cs typeface="Pretendard"/>
              </a:defRPr>
            </a:lvl4pPr>
            <a:lvl5pPr algn="ctr">
              <a:defRPr sz="2100" b="1">
                <a:solidFill>
                  <a:srgbClr val="9FFF68"/>
                </a:solidFill>
                <a:latin typeface="Pretendard"/>
                <a:ea typeface="Pretendard"/>
                <a:cs typeface="Pretendard"/>
              </a:defRPr>
            </a:lvl5pPr>
            <a:lvl6pPr algn="ctr">
              <a:defRPr sz="2100" b="1">
                <a:solidFill>
                  <a:srgbClr val="9FFF68"/>
                </a:solidFill>
                <a:latin typeface="Pretendard"/>
                <a:ea typeface="Pretendard"/>
                <a:cs typeface="Pretendard"/>
              </a:defRPr>
            </a:lvl6pPr>
            <a:lvl7pPr algn="ctr">
              <a:defRPr sz="2100" b="1">
                <a:solidFill>
                  <a:srgbClr val="9FFF68"/>
                </a:solidFill>
                <a:latin typeface="Pretendard"/>
                <a:ea typeface="Pretendard"/>
                <a:cs typeface="Pretendard"/>
              </a:defRPr>
            </a:lvl7pPr>
            <a:lvl8pPr algn="ctr">
              <a:defRPr sz="2100" b="1">
                <a:solidFill>
                  <a:srgbClr val="9FFF68"/>
                </a:solidFill>
                <a:latin typeface="Pretendard"/>
                <a:ea typeface="Pretendard"/>
                <a:cs typeface="Pretendard"/>
              </a:defRPr>
            </a:lvl8pPr>
            <a:lvl9pPr algn="ctr">
              <a:defRPr sz="2100" b="1">
                <a:solidFill>
                  <a:srgbClr val="9FFF68"/>
                </a:solidFill>
                <a:latin typeface="Pretendard"/>
                <a:ea typeface="Pretendard"/>
                <a:cs typeface="Pretendard"/>
              </a:defRPr>
            </a:lvl9pPr>
          </a:lstStyle>
          <a:p xmlns:a="http://schemas.openxmlformats.org/drawingml/2006/main">
            <a:pPr algn="ctr">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같은 CO₂는 소거</a:t>
            </a:r>
          </a:p>
        </p:txBody>
      </p:sp>
      <p:sp>
        <p:nvSpPr>
          <p:cNvPr id="16" name="text">
            <a:extLst xmlns:a="http://schemas.openxmlformats.org/drawingml/2006/main">
              <a:ext uri="{FF2B5EF4-FFF2-40B4-BE49-F238E27FC236}">
                <a16:creationId xmlns:a16="http://schemas.microsoft.com/office/drawing/2014/main" id="{46FC8CBC-DFAB-42C3-8012-DBFF17DD86CE}"/>
              </a:ext>
            </a:extLst>
          </p:cNvPr>
          <p:cNvSpPr>
            <a:spLocks xmlns:a="http://schemas.openxmlformats.org/drawingml/2006/main" noGrp="1"/>
          </p:cNvSpPr>
          <p:nvPr/>
        </p:nvSpPr>
        <p:spPr>
          <a:xfrm xmlns:a="http://schemas.openxmlformats.org/drawingml/2006/main">
            <a:off x="14001750" y="5305425"/>
            <a:ext cx="2809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a:solidFill>
                  <a:srgbClr val="FFFFFF"/>
                </a:solidFill>
                <a:latin typeface="Pretendard"/>
                <a:ea typeface="Pretendard"/>
                <a:cs typeface="Pretendard"/>
              </a:defRPr>
            </a:defPPr>
            <a:lvl1pPr algn="ctr">
              <a:defRPr sz="1875" b="0">
                <a:solidFill>
                  <a:srgbClr val="FFFFFF"/>
                </a:solidFill>
                <a:latin typeface="Pretendard"/>
                <a:ea typeface="Pretendard"/>
                <a:cs typeface="Pretendard"/>
              </a:defRPr>
            </a:lvl1pPr>
            <a:lvl2pPr algn="ctr">
              <a:defRPr sz="1875" b="0">
                <a:solidFill>
                  <a:srgbClr val="FFFFFF"/>
                </a:solidFill>
                <a:latin typeface="Pretendard"/>
                <a:ea typeface="Pretendard"/>
                <a:cs typeface="Pretendard"/>
              </a:defRPr>
            </a:lvl2pPr>
            <a:lvl3pPr algn="ctr">
              <a:defRPr sz="1875" b="0">
                <a:solidFill>
                  <a:srgbClr val="FFFFFF"/>
                </a:solidFill>
                <a:latin typeface="Pretendard"/>
                <a:ea typeface="Pretendard"/>
                <a:cs typeface="Pretendard"/>
              </a:defRPr>
            </a:lvl3pPr>
            <a:lvl4pPr algn="ctr">
              <a:defRPr sz="1875" b="0">
                <a:solidFill>
                  <a:srgbClr val="FFFFFF"/>
                </a:solidFill>
                <a:latin typeface="Pretendard"/>
                <a:ea typeface="Pretendard"/>
                <a:cs typeface="Pretendard"/>
              </a:defRPr>
            </a:lvl4pPr>
            <a:lvl5pPr algn="ctr">
              <a:defRPr sz="1875" b="0">
                <a:solidFill>
                  <a:srgbClr val="FFFFFF"/>
                </a:solidFill>
                <a:latin typeface="Pretendard"/>
                <a:ea typeface="Pretendard"/>
                <a:cs typeface="Pretendard"/>
              </a:defRPr>
            </a:lvl5pPr>
            <a:lvl6pPr algn="ctr">
              <a:defRPr sz="1875" b="0">
                <a:solidFill>
                  <a:srgbClr val="FFFFFF"/>
                </a:solidFill>
                <a:latin typeface="Pretendard"/>
                <a:ea typeface="Pretendard"/>
                <a:cs typeface="Pretendard"/>
              </a:defRPr>
            </a:lvl6pPr>
            <a:lvl7pPr algn="ctr">
              <a:defRPr sz="1875" b="0">
                <a:solidFill>
                  <a:srgbClr val="FFFFFF"/>
                </a:solidFill>
                <a:latin typeface="Pretendard"/>
                <a:ea typeface="Pretendard"/>
                <a:cs typeface="Pretendard"/>
              </a:defRPr>
            </a:lvl7pPr>
            <a:lvl8pPr algn="ctr">
              <a:defRPr sz="1875" b="0">
                <a:solidFill>
                  <a:srgbClr val="FFFFFF"/>
                </a:solidFill>
                <a:latin typeface="Pretendard"/>
                <a:ea typeface="Pretendard"/>
                <a:cs typeface="Pretendard"/>
              </a:defRPr>
            </a:lvl8pPr>
            <a:lvl9pPr algn="ctr">
              <a:defRPr sz="1875" b="0">
                <a:solidFill>
                  <a:srgbClr val="FFFFFF"/>
                </a:solidFill>
                <a:latin typeface="Pretendard"/>
                <a:ea typeface="Pretendard"/>
                <a:cs typeface="Pretendard"/>
              </a:defRPr>
            </a:lvl9pPr>
          </a:lstStyle>
          <a:p xmlns:a="http://schemas.openxmlformats.org/drawingml/2006/main">
            <a:pPr algn="ctr">
              <a:defRPr sz="1875" b="0">
                <a:solidFill>
                  <a:srgbClr val="FFFFFF"/>
                </a:solidFill>
                <a:latin typeface="Pretendard"/>
                <a:ea typeface="Pretendard"/>
                <a:cs typeface="Pretendard"/>
              </a:defRPr>
            </a:pPr>
            <a:r>
              <a:rPr sz="1875" b="0">
                <a:solidFill>
                  <a:srgbClr val="FFFFFF"/>
                </a:solidFill>
                <a:latin typeface="Pretendard"/>
                <a:ea typeface="Pretendard"/>
                <a:cs typeface="Pretendard"/>
              </a:rPr>
              <a:t>산소는 절반만 소거</a:t>
            </a:r>
          </a:p>
        </p:txBody>
      </p:sp>
      <p:sp>
        <p:nvSpPr>
          <p:cNvPr id="17" name="text">
            <a:extLst xmlns:a="http://schemas.openxmlformats.org/drawingml/2006/main">
              <a:ext uri="{FF2B5EF4-FFF2-40B4-BE49-F238E27FC236}">
                <a16:creationId xmlns:a16="http://schemas.microsoft.com/office/drawing/2014/main" id="{96DC2725-4A27-430F-9F5B-A4158D8530FD}"/>
              </a:ext>
            </a:extLst>
          </p:cNvPr>
          <p:cNvSpPr>
            <a:spLocks xmlns:a="http://schemas.openxmlformats.org/drawingml/2006/main" noGrp="1"/>
          </p:cNvSpPr>
          <p:nvPr/>
        </p:nvSpPr>
        <p:spPr>
          <a:xfrm xmlns:a="http://schemas.openxmlformats.org/drawingml/2006/main">
            <a:off x="6762750" y="77057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BBBBBB"/>
                </a:solidFill>
                <a:latin typeface="Pretendard"/>
                <a:ea typeface="Pretendard"/>
                <a:cs typeface="Pretendard"/>
              </a:defRPr>
            </a:defPPr>
            <a:lvl1pPr algn="ctr">
              <a:defRPr sz="2100" b="0">
                <a:solidFill>
                  <a:srgbClr val="BBBBBB"/>
                </a:solidFill>
                <a:latin typeface="Pretendard"/>
                <a:ea typeface="Pretendard"/>
                <a:cs typeface="Pretendard"/>
              </a:defRPr>
            </a:lvl1pPr>
            <a:lvl2pPr algn="ctr">
              <a:defRPr sz="2100" b="0">
                <a:solidFill>
                  <a:srgbClr val="BBBBBB"/>
                </a:solidFill>
                <a:latin typeface="Pretendard"/>
                <a:ea typeface="Pretendard"/>
                <a:cs typeface="Pretendard"/>
              </a:defRPr>
            </a:lvl2pPr>
            <a:lvl3pPr algn="ctr">
              <a:defRPr sz="2100" b="0">
                <a:solidFill>
                  <a:srgbClr val="BBBBBB"/>
                </a:solidFill>
                <a:latin typeface="Pretendard"/>
                <a:ea typeface="Pretendard"/>
                <a:cs typeface="Pretendard"/>
              </a:defRPr>
            </a:lvl3pPr>
            <a:lvl4pPr algn="ctr">
              <a:defRPr sz="2100" b="0">
                <a:solidFill>
                  <a:srgbClr val="BBBBBB"/>
                </a:solidFill>
                <a:latin typeface="Pretendard"/>
                <a:ea typeface="Pretendard"/>
                <a:cs typeface="Pretendard"/>
              </a:defRPr>
            </a:lvl4pPr>
            <a:lvl5pPr algn="ctr">
              <a:defRPr sz="2100" b="0">
                <a:solidFill>
                  <a:srgbClr val="BBBBBB"/>
                </a:solidFill>
                <a:latin typeface="Pretendard"/>
                <a:ea typeface="Pretendard"/>
                <a:cs typeface="Pretendard"/>
              </a:defRPr>
            </a:lvl5pPr>
            <a:lvl6pPr algn="ctr">
              <a:defRPr sz="2100" b="0">
                <a:solidFill>
                  <a:srgbClr val="BBBBBB"/>
                </a:solidFill>
                <a:latin typeface="Pretendard"/>
                <a:ea typeface="Pretendard"/>
                <a:cs typeface="Pretendard"/>
              </a:defRPr>
            </a:lvl6pPr>
            <a:lvl7pPr algn="ctr">
              <a:defRPr sz="2100" b="0">
                <a:solidFill>
                  <a:srgbClr val="BBBBBB"/>
                </a:solidFill>
                <a:latin typeface="Pretendard"/>
                <a:ea typeface="Pretendard"/>
                <a:cs typeface="Pretendard"/>
              </a:defRPr>
            </a:lvl7pPr>
            <a:lvl8pPr algn="ctr">
              <a:defRPr sz="2100" b="0">
                <a:solidFill>
                  <a:srgbClr val="BBBBBB"/>
                </a:solidFill>
                <a:latin typeface="Pretendard"/>
                <a:ea typeface="Pretendard"/>
                <a:cs typeface="Pretendard"/>
              </a:defRPr>
            </a:lvl8pPr>
            <a:lvl9pPr algn="ctr">
              <a:defRPr sz="2100" b="0">
                <a:solidFill>
                  <a:srgbClr val="BBBBBB"/>
                </a:solidFill>
                <a:latin typeface="Pretendard"/>
                <a:ea typeface="Pretendard"/>
                <a:cs typeface="Pretendard"/>
              </a:defRPr>
            </a:lvl9pPr>
          </a:lstStyle>
          <a:p xmlns:a="http://schemas.openxmlformats.org/drawingml/2006/main">
            <a:pPr algn="ctr">
              <a:defRPr sz="2100" b="0">
                <a:solidFill>
                  <a:srgbClr val="BBBBBB"/>
                </a:solidFill>
                <a:latin typeface="Pretendard"/>
                <a:ea typeface="Pretendard"/>
                <a:cs typeface="Pretendard"/>
              </a:defRPr>
            </a:pPr>
            <a:r>
              <a:rPr sz="2100" b="0">
                <a:solidFill>
                  <a:srgbClr val="BBBBBB"/>
                </a:solidFill>
                <a:latin typeface="Pretendard"/>
                <a:ea typeface="Pretendard"/>
                <a:cs typeface="Pretendard"/>
              </a:rPr>
              <a:t>산소는 절반이 남는다.</a:t>
            </a:r>
          </a:p>
        </p:txBody>
      </p:sp>
      <p:sp>
        <p:nvSpPr>
          <p:cNvPr id="18" name="산소 공통 부분 소거 · 최종 절반 잔류">
            <a:extLst xmlns:a="http://schemas.openxmlformats.org/drawingml/2006/main">
              <a:ext uri="{FF2B5EF4-FFF2-40B4-BE49-F238E27FC236}">
                <a16:creationId xmlns:a16="http://schemas.microsoft.com/office/drawing/2014/main" id="{292325BB-AED6-46B6-968E-0050A9B392ED}"/>
              </a:ext>
            </a:extLst>
          </p:cNvPr>
          <p:cNvSpPr>
            <a:spLocks xmlns:a="http://schemas.openxmlformats.org/drawingml/2006/main" noGrp="1"/>
          </p:cNvSpPr>
          <p:nvPr/>
        </p:nvSpPr>
        <p:spPr>
          <a:xfrm xmlns:a="http://schemas.openxmlformats.org/drawingml/2006/main">
            <a:off x="8896350" y="4438650"/>
            <a:ext cx="1104900" cy="400050"/>
          </a:xfrm>
          <a:custGeom xmlns:a="http://schemas.openxmlformats.org/drawingml/2006/main">
            <a:pathLst>
              <a:path w="1104900" h="400050">
                <a:moveTo>
                  <a:pt x="0" y="400050"/>
                </a:moveTo>
                <a:lnTo>
                  <a:pt x="1104900" y="0"/>
                </a:lnTo>
              </a:path>
            </a:pathLst>
          </a:custGeom>
          <a:noFill xmlns:a="http://schemas.openxmlformats.org/drawingml/2006/main"/>
          <a:ln xmlns:a="http://schemas.openxmlformats.org/drawingml/2006/main" w="28575">
            <a:solidFill>
              <a:srgbClr val="9FFF68"/>
            </a:solidFill>
          </a:ln>
        </p:spPr>
      </p:sp>
      <p:sp>
        <p:nvSpPr>
          <p:cNvPr id="19" name="산소 공통 부분 소거 · 최종 절반 잔류">
            <a:extLst xmlns:a="http://schemas.openxmlformats.org/drawingml/2006/main">
              <a:ext uri="{FF2B5EF4-FFF2-40B4-BE49-F238E27FC236}">
                <a16:creationId xmlns:a16="http://schemas.microsoft.com/office/drawing/2014/main" id="{72FA409A-413D-4DAC-B422-19DB26BA7400}"/>
              </a:ext>
            </a:extLst>
          </p:cNvPr>
          <p:cNvSpPr>
            <a:spLocks xmlns:a="http://schemas.openxmlformats.org/drawingml/2006/main" noGrp="1"/>
          </p:cNvSpPr>
          <p:nvPr/>
        </p:nvSpPr>
        <p:spPr>
          <a:xfrm xmlns:a="http://schemas.openxmlformats.org/drawingml/2006/main">
            <a:off x="8048625" y="5495925"/>
            <a:ext cx="1733550" cy="447675"/>
          </a:xfrm>
          <a:custGeom xmlns:a="http://schemas.openxmlformats.org/drawingml/2006/main">
            <a:pathLst>
              <a:path w="1733550" h="447675">
                <a:moveTo>
                  <a:pt x="0" y="447675"/>
                </a:moveTo>
                <a:lnTo>
                  <a:pt x="1733550" y="0"/>
                </a:lnTo>
              </a:path>
            </a:pathLst>
          </a:custGeom>
          <a:noFill xmlns:a="http://schemas.openxmlformats.org/drawingml/2006/main"/>
          <a:ln xmlns:a="http://schemas.openxmlformats.org/drawingml/2006/main" w="28575">
            <a:solidFill>
              <a:srgbClr val="9FFF68"/>
            </a:solidFill>
          </a:ln>
        </p:spPr>
      </p:sp>
    </p:spTree>
    <p:extLst>
      <p:ext uri="{BB962C8B-B14F-4D97-AF65-F5344CB8AC3E}">
        <p14:creationId xmlns:p14="http://schemas.microsoft.com/office/powerpoint/2010/main" val="2014520441"/>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CDEC6D66-5351-423E-8481-A942621A8F52}"/>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32AA762D-15D4-40E8-8E0C-4C2B188E39AF}"/>
              </a:ext>
            </a:extLst>
          </p:cNvPr>
          <p:cNvPicPr>
            <a:picLocks xmlns:a="http://schemas.openxmlformats.org/drawingml/2006/main" noChangeAspect="1"/>
          </p:cNvPicPr>
          <p:nvPr/>
        </p:nvPicPr>
        <p:blipFill>
          <a:blip xmlns:r="http://schemas.openxmlformats.org/officeDocument/2006/relationships" xmlns:a="http://schemas.openxmlformats.org/drawingml/2006/main" r:embed="R77a4e30e890545b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C39F1DF-702B-4EB0-8D9F-23B65F0A023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5A560D9-02DC-4B1F-ABB0-F42C964C548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BAB74B7C-2004-4D26-9C14-446B1089B2B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45757FC-68D3-4F29-BCC7-0A920F35B1A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4ED380B7-C1B7-4428-9E82-9ABD0694021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 생성 반응의 반응 엔탈피</a:t>
            </a:r>
          </a:p>
        </p:txBody>
      </p:sp>
      <p:pic>
        <p:nvPicPr>
          <p:cNvPr id="8" name="">
            <a:extLst xmlns:a="http://schemas.openxmlformats.org/drawingml/2006/main">
              <a:ext uri="{FF2B5EF4-FFF2-40B4-BE49-F238E27FC236}">
                <a16:creationId xmlns:a16="http://schemas.microsoft.com/office/drawing/2014/main" id="{476F5A2D-DE85-4197-8052-1C4959A48EC3}"/>
              </a:ext>
            </a:extLst>
          </p:cNvPr>
          <p:cNvPicPr>
            <a:picLocks xmlns:a="http://schemas.openxmlformats.org/drawingml/2006/main" noChangeAspect="1"/>
          </p:cNvPicPr>
          <p:nvPr/>
        </p:nvPicPr>
        <p:blipFill>
          <a:blip xmlns:r="http://schemas.openxmlformats.org/officeDocument/2006/relationships" xmlns:a="http://schemas.openxmlformats.org/drawingml/2006/main" r:embed="R1b7b6759aead45d7"/>
          <a:stretch xmlns:a="http://schemas.openxmlformats.org/drawingml/2006/main"/>
        </p:blipFill>
        <p:spPr>
          <a:xfrm xmlns:a="http://schemas.openxmlformats.org/drawingml/2006/main">
            <a:off x="3545955" y="4802749"/>
            <a:ext cx="11196090" cy="68150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D6007695-F903-4CA3-91CE-34E59D1A67BF}"/>
              </a:ext>
            </a:extLst>
          </p:cNvPr>
          <p:cNvPicPr>
            <a:picLocks xmlns:a="http://schemas.openxmlformats.org/drawingml/2006/main" noChangeAspect="1"/>
          </p:cNvPicPr>
          <p:nvPr/>
        </p:nvPicPr>
        <p:blipFill>
          <a:blip xmlns:r="http://schemas.openxmlformats.org/officeDocument/2006/relationships" xmlns:a="http://schemas.openxmlformats.org/drawingml/2006/main" r:embed="Ree5a9009ac794435"/>
          <a:stretch xmlns:a="http://schemas.openxmlformats.org/drawingml/2006/main"/>
        </p:blipFill>
        <p:spPr>
          <a:xfrm xmlns:a="http://schemas.openxmlformats.org/drawingml/2006/main">
            <a:off x="3545955" y="5857875"/>
            <a:ext cx="11196090" cy="10001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3C61782B-BEFA-4DD4-975A-1B708F3DEB16}"/>
              </a:ext>
            </a:extLst>
          </p:cNvPr>
          <p:cNvPicPr>
            <a:picLocks xmlns:a="http://schemas.openxmlformats.org/drawingml/2006/main" noChangeAspect="1"/>
          </p:cNvPicPr>
          <p:nvPr/>
        </p:nvPicPr>
        <p:blipFill>
          <a:blip xmlns:r="http://schemas.openxmlformats.org/officeDocument/2006/relationships" xmlns:a="http://schemas.openxmlformats.org/drawingml/2006/main" r:embed="R2244bbb4b2f8495b"/>
          <a:stretch xmlns:a="http://schemas.openxmlformats.org/drawingml/2006/main"/>
        </p:blipFill>
        <p:spPr>
          <a:xfrm xmlns:a="http://schemas.openxmlformats.org/drawingml/2006/main">
            <a:off x="6165436" y="7802282"/>
            <a:ext cx="5957129" cy="1445187"/>
          </a:xfrm>
          <a:prstGeom xmlns:a="http://schemas.openxmlformats.org/drawingml/2006/main" prst="rect">
            <a:avLst/>
          </a:prstGeom>
        </p:spPr>
      </p:pic>
    </p:spTree>
    <p:extLst>
      <p:ext uri="{BB962C8B-B14F-4D97-AF65-F5344CB8AC3E}">
        <p14:creationId xmlns:p14="http://schemas.microsoft.com/office/powerpoint/2010/main" val="459380676"/>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EAB59AE3-92AB-411D-ADC9-2BB445E4DD9C}"/>
              </a:ext>
            </a:extLst>
          </p:cNvPr>
          <p:cNvPicPr>
            <a:picLocks xmlns:a="http://schemas.openxmlformats.org/drawingml/2006/main" noChangeAspect="1"/>
          </p:cNvPicPr>
          <p:nvPr/>
        </p:nvPicPr>
        <p:blipFill>
          <a:blip xmlns:r="http://schemas.openxmlformats.org/officeDocument/2006/relationships" xmlns:a="http://schemas.openxmlformats.org/drawingml/2006/main" r:embed="Rfa742bb609ff451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CDE03B4-5A4D-46A6-AE97-A20FC252D4F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DB60691-3AF0-45D1-A8C2-D08765B7776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5C025E20-1C37-4181-98FC-A3C45CC2C70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8DCB9AC-88F2-464A-BE30-875B38CC6B1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CC6A6F0B-1DFB-4841-8558-0AF12890A81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60E69A9D-14D5-44A9-8AAC-0ECC053A8659}"/>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85282B76-D42C-4E68-9E46-DB7FF74AC0C1}"/>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구하려는 반응</a:t>
            </a:r>
          </a:p>
        </p:txBody>
      </p:sp>
      <p:sp>
        <p:nvSpPr>
          <p:cNvPr id="10" name="간접 측정 방법">
            <a:extLst xmlns:a="http://schemas.openxmlformats.org/drawingml/2006/main">
              <a:ext uri="{FF2B5EF4-FFF2-40B4-BE49-F238E27FC236}">
                <a16:creationId xmlns:a16="http://schemas.microsoft.com/office/drawing/2014/main" id="{AA5E0255-5F69-426F-9881-395AA47443FF}"/>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242424"/>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46CF1E0B-D0CF-4227-942F-CACBC10F5FE6}"/>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b="0">
                <a:solidFill>
                  <a:srgbClr val="FFFFFF"/>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CCDBF77B-EEDE-4726-AB45-53F0515807D8}"/>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a:solidFill>
                  <a:srgbClr val="FFFFFF"/>
                </a:solidFill>
                <a:latin typeface="Pretendard"/>
                <a:ea typeface="Pretendard"/>
                <a:cs typeface="Pretendard"/>
              </a:rPr>
              <a:t>헤스 법칙으로 두 물질 사이의 </a:t>
            </a:r>
            <a:r>
              <a:rPr sz="3150">
                <a:solidFill>
                  <a:srgbClr val="FFFFFF"/>
                </a:solidFill>
                <a:latin typeface="Pretendard"/>
                <a:ea typeface="Pretendard"/>
                <a:cs typeface="Pretendard"/>
              </a:rPr>
              <a:t>Δ</a:t>
            </a:r>
            <a:r>
              <a:rPr sz="3150" i="1">
                <a:solidFill>
                  <a:srgbClr val="FFFFFF"/>
                </a:solidFill>
                <a:latin typeface="Pretendard"/>
                <a:ea typeface="Pretendard"/>
                <a:cs typeface="Pretendard"/>
              </a:rPr>
              <a:t>H</a:t>
            </a:r>
            <a:r>
              <a:rPr sz="3150">
                <a:solidFill>
                  <a:srgbClr val="FFFFFF"/>
                </a:solidFill>
                <a:latin typeface="Pretendard"/>
                <a:ea typeface="Pretendard"/>
                <a:cs typeface="Pretendard"/>
              </a:rPr>
              <a:t>를 구한다.</a:t>
            </a:r>
          </a:p>
        </p:txBody>
      </p:sp>
      <p:pic>
        <p:nvPicPr>
          <p:cNvPr id="13" name="">
            <a:extLst xmlns:a="http://schemas.openxmlformats.org/drawingml/2006/main">
              <a:ext uri="{FF2B5EF4-FFF2-40B4-BE49-F238E27FC236}">
                <a16:creationId xmlns:a16="http://schemas.microsoft.com/office/drawing/2014/main" id="{159BA65C-19D8-40CD-A6C4-F43A35AEC23B}"/>
              </a:ext>
            </a:extLst>
          </p:cNvPr>
          <p:cNvPicPr>
            <a:picLocks xmlns:a="http://schemas.openxmlformats.org/drawingml/2006/main" noChangeAspect="1"/>
          </p:cNvPicPr>
          <p:nvPr/>
        </p:nvPicPr>
        <p:blipFill>
          <a:blip xmlns:r="http://schemas.openxmlformats.org/officeDocument/2006/relationships" xmlns:a="http://schemas.openxmlformats.org/drawingml/2006/main" r:embed="R3eb8af0bc4864267"/>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853B9E97-C809-4088-A6E3-19C3CCA0344D}"/>
              </a:ext>
            </a:extLst>
          </p:cNvPr>
          <p:cNvPicPr>
            <a:picLocks xmlns:a="http://schemas.openxmlformats.org/drawingml/2006/main" noChangeAspect="1"/>
          </p:cNvPicPr>
          <p:nvPr/>
        </p:nvPicPr>
        <p:blipFill>
          <a:blip xmlns:r="http://schemas.openxmlformats.org/officeDocument/2006/relationships" xmlns:a="http://schemas.openxmlformats.org/drawingml/2006/main" r:embed="Rf7f347e321da47e8"/>
          <a:srcRect xmlns:a="http://schemas.openxmlformats.org/drawingml/2006/main" l="0" t="0" r="24242" b="0"/>
          <a:stretch xmlns:a="http://schemas.openxmlformats.org/drawingml/2006/main"/>
        </p:blipFill>
        <p:spPr>
          <a:xfrm xmlns:a="http://schemas.openxmlformats.org/drawingml/2006/main">
            <a:off x="2276475" y="5581650"/>
            <a:ext cx="7328105" cy="1009650"/>
          </a:xfrm>
          <a:prstGeom xmlns:a="http://schemas.openxmlformats.org/drawingml/2006/main" prst="rect">
            <a:avLst/>
          </a:prstGeom>
        </p:spPr>
      </p:pic>
    </p:spTree>
    <p:extLst>
      <p:ext uri="{BB962C8B-B14F-4D97-AF65-F5344CB8AC3E}">
        <p14:creationId xmlns:p14="http://schemas.microsoft.com/office/powerpoint/2010/main" val="1369969445"/>
      </p:ext>
    </p:extLst>
  </p:cSld>
</p:sld>
</file>

<file path=ppt/slides/slide2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5E286BE3-4BD2-4F6D-8904-E5BBD8C77302}"/>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B19F0B0C-1A9B-4A16-A875-C3BD98AAFE95}"/>
              </a:ext>
            </a:extLst>
          </p:cNvPr>
          <p:cNvPicPr>
            <a:picLocks xmlns:a="http://schemas.openxmlformats.org/drawingml/2006/main" noChangeAspect="1"/>
          </p:cNvPicPr>
          <p:nvPr/>
        </p:nvPicPr>
        <p:blipFill>
          <a:blip xmlns:r="http://schemas.openxmlformats.org/officeDocument/2006/relationships" xmlns:a="http://schemas.openxmlformats.org/drawingml/2006/main" r:embed="R956ce14b476842d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148B6CF-AD7F-4429-BC75-161BEE02576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9C49A10-A31C-4167-8E8A-C23730EF8E9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F3BFBC9D-F327-4B28-81B4-F9AA879DBDF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8C94E1A-C274-4C3F-AB3F-FE64A268624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5D1105BF-99FC-4609-AAD4-7DCB2A6BE8B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연소열의 차이로 구한다</a:t>
            </a:r>
          </a:p>
        </p:txBody>
      </p:sp>
      <p:pic>
        <p:nvPicPr>
          <p:cNvPr id="8" name="">
            <a:extLst xmlns:a="http://schemas.openxmlformats.org/drawingml/2006/main">
              <a:ext uri="{FF2B5EF4-FFF2-40B4-BE49-F238E27FC236}">
                <a16:creationId xmlns:a16="http://schemas.microsoft.com/office/drawing/2014/main" id="{ADC842E8-8815-4BBD-B46F-12ED43408285}"/>
              </a:ext>
            </a:extLst>
          </p:cNvPr>
          <p:cNvPicPr>
            <a:picLocks xmlns:a="http://schemas.openxmlformats.org/drawingml/2006/main" noChangeAspect="1"/>
          </p:cNvPicPr>
          <p:nvPr/>
        </p:nvPicPr>
        <p:blipFill>
          <a:blip xmlns:r="http://schemas.openxmlformats.org/officeDocument/2006/relationships" xmlns:a="http://schemas.openxmlformats.org/drawingml/2006/main" r:embed="Reb8479140942457d"/>
          <a:stretch xmlns:a="http://schemas.openxmlformats.org/drawingml/2006/main"/>
        </p:blipFill>
        <p:spPr>
          <a:xfrm xmlns:a="http://schemas.openxmlformats.org/drawingml/2006/main">
            <a:off x="3983831" y="4750594"/>
            <a:ext cx="10320338" cy="78581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070F955E-C8B9-40E2-A3A0-623193E871AD}"/>
              </a:ext>
            </a:extLst>
          </p:cNvPr>
          <p:cNvPicPr>
            <a:picLocks xmlns:a="http://schemas.openxmlformats.org/drawingml/2006/main" noChangeAspect="1"/>
          </p:cNvPicPr>
          <p:nvPr/>
        </p:nvPicPr>
        <p:blipFill>
          <a:blip xmlns:r="http://schemas.openxmlformats.org/officeDocument/2006/relationships" xmlns:a="http://schemas.openxmlformats.org/drawingml/2006/main" r:embed="Ra572da22ad544b5e"/>
          <a:stretch xmlns:a="http://schemas.openxmlformats.org/drawingml/2006/main"/>
        </p:blipFill>
        <p:spPr>
          <a:xfrm xmlns:a="http://schemas.openxmlformats.org/drawingml/2006/main">
            <a:off x="2857500" y="5988844"/>
            <a:ext cx="12573000" cy="785813"/>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AC6D1BC1-6ECC-4475-A51B-3EFAC37E4315}"/>
              </a:ext>
            </a:extLst>
          </p:cNvPr>
          <p:cNvPicPr>
            <a:picLocks xmlns:a="http://schemas.openxmlformats.org/drawingml/2006/main" noChangeAspect="1"/>
          </p:cNvPicPr>
          <p:nvPr/>
        </p:nvPicPr>
        <p:blipFill>
          <a:blip xmlns:r="http://schemas.openxmlformats.org/officeDocument/2006/relationships" xmlns:a="http://schemas.openxmlformats.org/drawingml/2006/main" r:embed="Rb4b6ae30187042e0"/>
          <a:stretch xmlns:a="http://schemas.openxmlformats.org/drawingml/2006/main"/>
        </p:blipFill>
        <p:spPr>
          <a:xfrm xmlns:a="http://schemas.openxmlformats.org/drawingml/2006/main">
            <a:off x="5336948" y="8358334"/>
            <a:ext cx="7614103" cy="666458"/>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D7F1A5E7-E2EF-4962-9464-42617890DAF7}"/>
              </a:ext>
            </a:extLst>
          </p:cNvPr>
          <p:cNvSpPr>
            <a:spLocks xmlns:a="http://schemas.openxmlformats.org/drawingml/2006/main" noGrp="1"/>
          </p:cNvSpPr>
          <p:nvPr/>
        </p:nvSpPr>
        <p:spPr>
          <a:xfrm xmlns:a="http://schemas.openxmlformats.org/drawingml/2006/main">
            <a:off x="2667000" y="7286625"/>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위 식에서 아래 식을 빼면 흑연 → 다이아몬드 반응이 된다.</a:t>
            </a:r>
          </a:p>
        </p:txBody>
      </p:sp>
      <p:sp>
        <p:nvSpPr>
          <p:cNvPr id="14" name="text">
            <a:extLst xmlns:a="http://schemas.openxmlformats.org/drawingml/2006/main">
              <a:ext uri="{FF2B5EF4-FFF2-40B4-BE49-F238E27FC236}">
                <a16:creationId xmlns:a16="http://schemas.microsoft.com/office/drawing/2014/main" id="{CA8D7681-886C-4B8D-BD17-66AA62CB35A2}"/>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25°C, 1기압에서 같은 생성물이 생기는 두 연소 반응을 비교한다.</a:t>
            </a:r>
          </a:p>
        </p:txBody>
      </p:sp>
    </p:spTree>
    <p:extLst>
      <p:ext uri="{BB962C8B-B14F-4D97-AF65-F5344CB8AC3E}">
        <p14:creationId xmlns:p14="http://schemas.microsoft.com/office/powerpoint/2010/main" val="92029138"/>
      </p:ext>
    </p:extLst>
  </p:cSld>
</p:sld>
</file>

<file path=ppt/slides/slide2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36" name="">
            <a:extLst xmlns:a="http://schemas.openxmlformats.org/drawingml/2006/main">
              <a:ext uri="{FF2B5EF4-FFF2-40B4-BE49-F238E27FC236}">
                <a16:creationId xmlns:a16="http://schemas.microsoft.com/office/drawing/2014/main" id="{1DE227C6-611E-497C-A875-AA328266CC96}"/>
              </a:ext>
            </a:extLst>
          </p:cNvPr>
          <p:cNvPicPr>
            <a:picLocks xmlns:a="http://schemas.openxmlformats.org/drawingml/2006/main" noChangeAspect="1"/>
          </p:cNvPicPr>
          <p:nvPr/>
        </p:nvPicPr>
        <p:blipFill>
          <a:blip xmlns:r="http://schemas.openxmlformats.org/officeDocument/2006/relationships" xmlns:a="http://schemas.openxmlformats.org/drawingml/2006/main" r:embed="Rbafc933677b1481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DBA92C0-A7EE-47C3-9F4C-953456FF620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A0D4563-FBE0-42D6-985D-9E23D843E75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0794A5BF-4685-43B4-B378-4690D890BF58}"/>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E5D99B8-40D2-4803-99C9-8BCD8D56481E}"/>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 계산</a:t>
            </a:r>
          </a:p>
        </p:txBody>
      </p:sp>
      <p:sp>
        <p:nvSpPr>
          <p:cNvPr id="6" name="text">
            <a:extLst xmlns:a="http://schemas.openxmlformats.org/drawingml/2006/main">
              <a:ext uri="{FF2B5EF4-FFF2-40B4-BE49-F238E27FC236}">
                <a16:creationId xmlns:a16="http://schemas.microsoft.com/office/drawing/2014/main" id="{C506160E-99F4-4057-9A3A-F16FC603CD5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 조작과 계산 결과를 함께 확인</a:t>
            </a:r>
          </a:p>
        </p:txBody>
      </p:sp>
      <p:sp>
        <p:nvSpPr>
          <p:cNvPr id="7" name="단계·결과 공통 패널">
            <a:extLst xmlns:a="http://schemas.openxmlformats.org/drawingml/2006/main">
              <a:ext uri="{FF2B5EF4-FFF2-40B4-BE49-F238E27FC236}">
                <a16:creationId xmlns:a16="http://schemas.microsoft.com/office/drawing/2014/main" id="{FDF3C9AA-02D3-4894-BF1D-4B495C75E683}"/>
              </a:ext>
            </a:extLst>
          </p:cNvPr>
          <p:cNvSpPr>
            <a:spLocks xmlns:a="http://schemas.openxmlformats.org/drawingml/2006/main" noGrp="1"/>
          </p:cNvSpPr>
          <p:nvPr/>
        </p:nvSpPr>
        <p:spPr>
          <a:xfrm xmlns:a="http://schemas.openxmlformats.org/drawingml/2006/main">
            <a:off x="1619250" y="4010025"/>
            <a:ext cx="15049500" cy="5143500"/>
          </a:xfrm>
          <a:prstGeom xmlns:a="http://schemas.openxmlformats.org/drawingml/2006/main" prst="roundRect">
            <a:avLst>
              <a:gd name="adj" fmla="val 5185"/>
            </a:avLst>
          </a:prstGeom>
          <a:solidFill xmlns:a="http://schemas.openxmlformats.org/drawingml/2006/main">
            <a:srgbClr val="222222"/>
          </a:solidFill>
          <a:ln xmlns:a="http://schemas.openxmlformats.org/drawingml/2006/main" w="0">
            <a:noFill/>
          </a:ln>
        </p:spPr>
      </p:sp>
      <p:sp>
        <p:nvSpPr>
          <p:cNvPr id="8" name="참조 단계 번호">
            <a:extLst xmlns:a="http://schemas.openxmlformats.org/drawingml/2006/main">
              <a:ext uri="{FF2B5EF4-FFF2-40B4-BE49-F238E27FC236}">
                <a16:creationId xmlns:a16="http://schemas.microsoft.com/office/drawing/2014/main" id="{F8A88721-DAC6-4710-A501-C34E3D47BC1B}"/>
              </a:ext>
            </a:extLst>
          </p:cNvPr>
          <p:cNvSpPr>
            <a:spLocks xmlns:a="http://schemas.openxmlformats.org/drawingml/2006/main" noGrp="1"/>
          </p:cNvSpPr>
          <p:nvPr/>
        </p:nvSpPr>
        <p:spPr>
          <a:xfrm xmlns:a="http://schemas.openxmlformats.org/drawingml/2006/main">
            <a:off x="2076450" y="445770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3FF6432A-14F8-4C94-BBC6-DA7CDBCA9418}"/>
              </a:ext>
            </a:extLst>
          </p:cNvPr>
          <p:cNvSpPr>
            <a:spLocks xmlns:a="http://schemas.openxmlformats.org/drawingml/2006/main" noGrp="1"/>
          </p:cNvSpPr>
          <p:nvPr/>
        </p:nvSpPr>
        <p:spPr>
          <a:xfrm xmlns:a="http://schemas.openxmlformats.org/drawingml/2006/main">
            <a:off x="2143125" y="449580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01</a:t>
            </a:r>
          </a:p>
        </p:txBody>
      </p:sp>
      <p:sp>
        <p:nvSpPr>
          <p:cNvPr id="10" name="text">
            <a:extLst xmlns:a="http://schemas.openxmlformats.org/drawingml/2006/main">
              <a:ext uri="{FF2B5EF4-FFF2-40B4-BE49-F238E27FC236}">
                <a16:creationId xmlns:a16="http://schemas.microsoft.com/office/drawing/2014/main" id="{BB9F78FD-63CF-4268-A35B-ABA55454177D}"/>
              </a:ext>
            </a:extLst>
          </p:cNvPr>
          <p:cNvSpPr>
            <a:spLocks xmlns:a="http://schemas.openxmlformats.org/drawingml/2006/main" noGrp="1"/>
          </p:cNvSpPr>
          <p:nvPr/>
        </p:nvSpPr>
        <p:spPr>
          <a:xfrm xmlns:a="http://schemas.openxmlformats.org/drawingml/2006/main">
            <a:off x="3638550" y="44100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목표 반응의 물질·위치·계수를 확인한다.</a:t>
            </a:r>
          </a:p>
        </p:txBody>
      </p:sp>
      <p:sp>
        <p:nvSpPr>
          <p:cNvPr id="11" name="text">
            <a:extLst xmlns:a="http://schemas.openxmlformats.org/drawingml/2006/main">
              <a:ext uri="{FF2B5EF4-FFF2-40B4-BE49-F238E27FC236}">
                <a16:creationId xmlns:a16="http://schemas.microsoft.com/office/drawing/2014/main" id="{264E1319-F7D3-4E7B-90F4-E6E278B40570}"/>
              </a:ext>
            </a:extLst>
          </p:cNvPr>
          <p:cNvSpPr>
            <a:spLocks xmlns:a="http://schemas.openxmlformats.org/drawingml/2006/main" noGrp="1"/>
          </p:cNvSpPr>
          <p:nvPr/>
        </p:nvSpPr>
        <p:spPr>
          <a:xfrm xmlns:a="http://schemas.openxmlformats.org/drawingml/2006/main">
            <a:off x="12001500" y="446722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2" name="참조 단계 결과">
            <a:extLst xmlns:a="http://schemas.openxmlformats.org/drawingml/2006/main">
              <a:ext uri="{FF2B5EF4-FFF2-40B4-BE49-F238E27FC236}">
                <a16:creationId xmlns:a16="http://schemas.microsoft.com/office/drawing/2014/main" id="{11B72373-2AD3-4306-9540-0C02445491E0}"/>
              </a:ext>
            </a:extLst>
          </p:cNvPr>
          <p:cNvSpPr>
            <a:spLocks xmlns:a="http://schemas.openxmlformats.org/drawingml/2006/main" noGrp="1"/>
          </p:cNvSpPr>
          <p:nvPr/>
        </p:nvSpPr>
        <p:spPr>
          <a:xfrm xmlns:a="http://schemas.openxmlformats.org/drawingml/2006/main">
            <a:off x="13049250" y="4410075"/>
            <a:ext cx="3143250" cy="742950"/>
          </a:xfrm>
          <a:prstGeom xmlns:a="http://schemas.openxmlformats.org/drawingml/2006/main" prst="roundRect">
            <a:avLst>
              <a:gd name="adj" fmla="val 15385"/>
            </a:avLst>
          </a:prstGeom>
          <a:gradFill xmlns:a="http://schemas.openxmlformats.org/drawingml/2006/main">
            <a:gsLst>
              <a:gs pos="0">
                <a:srgbClr val="526547"/>
              </a:gs>
              <a:gs pos="48000">
                <a:srgbClr val="34492D"/>
              </a:gs>
              <a:gs pos="100000">
                <a:srgbClr val="23301F"/>
              </a:gs>
            </a:gsLst>
            <a:lin ang="6900000"/>
          </a:gradFill>
          <a:ln xmlns:a="http://schemas.openxmlformats.org/drawingml/2006/main" w="9525">
            <a:solidFill>
              <a:srgbClr val="7B8B70">
                <a:alpha val="65000"/>
              </a:srgbClr>
            </a:solidFill>
          </a:ln>
        </p:spPr>
      </p:sp>
      <p:sp>
        <p:nvSpPr>
          <p:cNvPr id="13" name="text">
            <a:extLst xmlns:a="http://schemas.openxmlformats.org/drawingml/2006/main">
              <a:ext uri="{FF2B5EF4-FFF2-40B4-BE49-F238E27FC236}">
                <a16:creationId xmlns:a16="http://schemas.microsoft.com/office/drawing/2014/main" id="{00D03E9F-E208-4D5B-B78D-853F156D66A6}"/>
              </a:ext>
            </a:extLst>
          </p:cNvPr>
          <p:cNvSpPr>
            <a:spLocks xmlns:a="http://schemas.openxmlformats.org/drawingml/2006/main" noGrp="1"/>
          </p:cNvSpPr>
          <p:nvPr/>
        </p:nvSpPr>
        <p:spPr>
          <a:xfrm xmlns:a="http://schemas.openxmlformats.org/drawingml/2006/main">
            <a:off x="13192125" y="450532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목표 반응식</a:t>
            </a:r>
          </a:p>
        </p:txBody>
      </p:sp>
      <p:sp>
        <p:nvSpPr>
          <p:cNvPr id="14" name="참조 단계 번호">
            <a:extLst xmlns:a="http://schemas.openxmlformats.org/drawingml/2006/main">
              <a:ext uri="{FF2B5EF4-FFF2-40B4-BE49-F238E27FC236}">
                <a16:creationId xmlns:a16="http://schemas.microsoft.com/office/drawing/2014/main" id="{3BEBD608-DF75-4F49-87AF-D3599030DD2A}"/>
              </a:ext>
            </a:extLst>
          </p:cNvPr>
          <p:cNvSpPr>
            <a:spLocks xmlns:a="http://schemas.openxmlformats.org/drawingml/2006/main" noGrp="1"/>
          </p:cNvSpPr>
          <p:nvPr/>
        </p:nvSpPr>
        <p:spPr>
          <a:xfrm xmlns:a="http://schemas.openxmlformats.org/drawingml/2006/main">
            <a:off x="2076450" y="557212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E6CAFC6D-7690-412A-A470-451AEA3543DB}"/>
              </a:ext>
            </a:extLst>
          </p:cNvPr>
          <p:cNvSpPr>
            <a:spLocks xmlns:a="http://schemas.openxmlformats.org/drawingml/2006/main" noGrp="1"/>
          </p:cNvSpPr>
          <p:nvPr/>
        </p:nvSpPr>
        <p:spPr>
          <a:xfrm xmlns:a="http://schemas.openxmlformats.org/drawingml/2006/main">
            <a:off x="2143125" y="561022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02</a:t>
            </a:r>
          </a:p>
        </p:txBody>
      </p:sp>
      <p:sp>
        <p:nvSpPr>
          <p:cNvPr id="16" name="text">
            <a:extLst xmlns:a="http://schemas.openxmlformats.org/drawingml/2006/main">
              <a:ext uri="{FF2B5EF4-FFF2-40B4-BE49-F238E27FC236}">
                <a16:creationId xmlns:a16="http://schemas.microsoft.com/office/drawing/2014/main" id="{A5DCA836-0BE4-440A-B32E-16C9DFC4203E}"/>
              </a:ext>
            </a:extLst>
          </p:cNvPr>
          <p:cNvSpPr>
            <a:spLocks xmlns:a="http://schemas.openxmlformats.org/drawingml/2006/main" noGrp="1"/>
          </p:cNvSpPr>
          <p:nvPr/>
        </p:nvSpPr>
        <p:spPr>
          <a:xfrm xmlns:a="http://schemas.openxmlformats.org/drawingml/2006/main">
            <a:off x="3638550" y="5524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방향과 계수를 바꾸며 엔탈피도 바꾼다.</a:t>
            </a:r>
          </a:p>
        </p:txBody>
      </p:sp>
      <p:sp>
        <p:nvSpPr>
          <p:cNvPr id="17" name="text">
            <a:extLst xmlns:a="http://schemas.openxmlformats.org/drawingml/2006/main">
              <a:ext uri="{FF2B5EF4-FFF2-40B4-BE49-F238E27FC236}">
                <a16:creationId xmlns:a16="http://schemas.microsoft.com/office/drawing/2014/main" id="{57D7B17F-EAEF-4238-8A23-B5B8D88FE672}"/>
              </a:ext>
            </a:extLst>
          </p:cNvPr>
          <p:cNvSpPr>
            <a:spLocks xmlns:a="http://schemas.openxmlformats.org/drawingml/2006/main" noGrp="1"/>
          </p:cNvSpPr>
          <p:nvPr/>
        </p:nvSpPr>
        <p:spPr>
          <a:xfrm xmlns:a="http://schemas.openxmlformats.org/drawingml/2006/main">
            <a:off x="12001500" y="558165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8" name="참조 단계 결과">
            <a:extLst xmlns:a="http://schemas.openxmlformats.org/drawingml/2006/main">
              <a:ext uri="{FF2B5EF4-FFF2-40B4-BE49-F238E27FC236}">
                <a16:creationId xmlns:a16="http://schemas.microsoft.com/office/drawing/2014/main" id="{D8A9BBBD-64B4-4DB3-B045-904B6198CC38}"/>
              </a:ext>
            </a:extLst>
          </p:cNvPr>
          <p:cNvSpPr>
            <a:spLocks xmlns:a="http://schemas.openxmlformats.org/drawingml/2006/main" noGrp="1"/>
          </p:cNvSpPr>
          <p:nvPr/>
        </p:nvSpPr>
        <p:spPr>
          <a:xfrm xmlns:a="http://schemas.openxmlformats.org/drawingml/2006/main">
            <a:off x="13049250" y="5524500"/>
            <a:ext cx="3143250" cy="742950"/>
          </a:xfrm>
          <a:prstGeom xmlns:a="http://schemas.openxmlformats.org/drawingml/2006/main" prst="roundRect">
            <a:avLst>
              <a:gd name="adj" fmla="val 15385"/>
            </a:avLst>
          </a:prstGeom>
          <a:gradFill xmlns:a="http://schemas.openxmlformats.org/drawingml/2006/main">
            <a:gsLst>
              <a:gs pos="0">
                <a:srgbClr val="526547"/>
              </a:gs>
              <a:gs pos="48000">
                <a:srgbClr val="34492D"/>
              </a:gs>
              <a:gs pos="100000">
                <a:srgbClr val="23301F"/>
              </a:gs>
            </a:gsLst>
            <a:lin ang="6900000"/>
          </a:gradFill>
          <a:ln xmlns:a="http://schemas.openxmlformats.org/drawingml/2006/main" w="9525">
            <a:solidFill>
              <a:srgbClr val="7B8B70">
                <a:alpha val="65000"/>
              </a:srgbClr>
            </a:solidFill>
          </a:ln>
        </p:spPr>
      </p:sp>
      <p:sp>
        <p:nvSpPr>
          <p:cNvPr id="19" name="text">
            <a:extLst xmlns:a="http://schemas.openxmlformats.org/drawingml/2006/main">
              <a:ext uri="{FF2B5EF4-FFF2-40B4-BE49-F238E27FC236}">
                <a16:creationId xmlns:a16="http://schemas.microsoft.com/office/drawing/2014/main" id="{CB973AF4-6929-4152-9946-851B35E701A9}"/>
              </a:ext>
            </a:extLst>
          </p:cNvPr>
          <p:cNvSpPr>
            <a:spLocks xmlns:a="http://schemas.openxmlformats.org/drawingml/2006/main" noGrp="1"/>
          </p:cNvSpPr>
          <p:nvPr/>
        </p:nvSpPr>
        <p:spPr>
          <a:xfrm xmlns:a="http://schemas.openxmlformats.org/drawingml/2006/main">
            <a:off x="13192125" y="561975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변환한 반응식</a:t>
            </a:r>
          </a:p>
        </p:txBody>
      </p:sp>
      <p:sp>
        <p:nvSpPr>
          <p:cNvPr id="20" name="참조 단계 번호">
            <a:extLst xmlns:a="http://schemas.openxmlformats.org/drawingml/2006/main">
              <a:ext uri="{FF2B5EF4-FFF2-40B4-BE49-F238E27FC236}">
                <a16:creationId xmlns:a16="http://schemas.microsoft.com/office/drawing/2014/main" id="{9B4C9B91-D393-4DDC-9B19-7E0D195C81ED}"/>
              </a:ext>
            </a:extLst>
          </p:cNvPr>
          <p:cNvSpPr>
            <a:spLocks xmlns:a="http://schemas.openxmlformats.org/drawingml/2006/main" noGrp="1"/>
          </p:cNvSpPr>
          <p:nvPr/>
        </p:nvSpPr>
        <p:spPr>
          <a:xfrm xmlns:a="http://schemas.openxmlformats.org/drawingml/2006/main">
            <a:off x="2076450" y="668655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7422516A-8930-4C3B-A9C1-1C242915B2B2}"/>
              </a:ext>
            </a:extLst>
          </p:cNvPr>
          <p:cNvSpPr>
            <a:spLocks xmlns:a="http://schemas.openxmlformats.org/drawingml/2006/main" noGrp="1"/>
          </p:cNvSpPr>
          <p:nvPr/>
        </p:nvSpPr>
        <p:spPr>
          <a:xfrm xmlns:a="http://schemas.openxmlformats.org/drawingml/2006/main">
            <a:off x="2143125" y="672465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03</a:t>
            </a:r>
          </a:p>
        </p:txBody>
      </p:sp>
      <p:sp>
        <p:nvSpPr>
          <p:cNvPr id="22" name="text">
            <a:extLst xmlns:a="http://schemas.openxmlformats.org/drawingml/2006/main">
              <a:ext uri="{FF2B5EF4-FFF2-40B4-BE49-F238E27FC236}">
                <a16:creationId xmlns:a16="http://schemas.microsoft.com/office/drawing/2014/main" id="{082A59BE-D33F-42E0-9BF1-2492092BB298}"/>
              </a:ext>
            </a:extLst>
          </p:cNvPr>
          <p:cNvSpPr>
            <a:spLocks xmlns:a="http://schemas.openxmlformats.org/drawingml/2006/main" noGrp="1"/>
          </p:cNvSpPr>
          <p:nvPr/>
        </p:nvSpPr>
        <p:spPr>
          <a:xfrm xmlns:a="http://schemas.openxmlformats.org/drawingml/2006/main">
            <a:off x="3638550" y="66389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양쪽에서 종류·상태·양이 같은 항을 소거한다.</a:t>
            </a:r>
          </a:p>
        </p:txBody>
      </p:sp>
      <p:sp>
        <p:nvSpPr>
          <p:cNvPr id="23" name="text">
            <a:extLst xmlns:a="http://schemas.openxmlformats.org/drawingml/2006/main">
              <a:ext uri="{FF2B5EF4-FFF2-40B4-BE49-F238E27FC236}">
                <a16:creationId xmlns:a16="http://schemas.microsoft.com/office/drawing/2014/main" id="{103A74B5-A85D-4CE1-B00B-59F2E6D19075}"/>
              </a:ext>
            </a:extLst>
          </p:cNvPr>
          <p:cNvSpPr>
            <a:spLocks xmlns:a="http://schemas.openxmlformats.org/drawingml/2006/main" noGrp="1"/>
          </p:cNvSpPr>
          <p:nvPr/>
        </p:nvSpPr>
        <p:spPr>
          <a:xfrm xmlns:a="http://schemas.openxmlformats.org/drawingml/2006/main">
            <a:off x="12001500" y="669607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24" name="참조 단계 결과">
            <a:extLst xmlns:a="http://schemas.openxmlformats.org/drawingml/2006/main">
              <a:ext uri="{FF2B5EF4-FFF2-40B4-BE49-F238E27FC236}">
                <a16:creationId xmlns:a16="http://schemas.microsoft.com/office/drawing/2014/main" id="{42DF20FB-D1B0-4155-B7E8-6971447EDD31}"/>
              </a:ext>
            </a:extLst>
          </p:cNvPr>
          <p:cNvSpPr>
            <a:spLocks xmlns:a="http://schemas.openxmlformats.org/drawingml/2006/main" noGrp="1"/>
          </p:cNvSpPr>
          <p:nvPr/>
        </p:nvSpPr>
        <p:spPr>
          <a:xfrm xmlns:a="http://schemas.openxmlformats.org/drawingml/2006/main">
            <a:off x="13049250" y="6638925"/>
            <a:ext cx="3143250" cy="742950"/>
          </a:xfrm>
          <a:prstGeom xmlns:a="http://schemas.openxmlformats.org/drawingml/2006/main" prst="roundRect">
            <a:avLst>
              <a:gd name="adj" fmla="val 15385"/>
            </a:avLst>
          </a:prstGeom>
          <a:gradFill xmlns:a="http://schemas.openxmlformats.org/drawingml/2006/main">
            <a:gsLst>
              <a:gs pos="0">
                <a:srgbClr val="526547"/>
              </a:gs>
              <a:gs pos="48000">
                <a:srgbClr val="34492D"/>
              </a:gs>
              <a:gs pos="100000">
                <a:srgbClr val="23301F"/>
              </a:gs>
            </a:gsLst>
            <a:lin ang="6900000"/>
          </a:gradFill>
          <a:ln xmlns:a="http://schemas.openxmlformats.org/drawingml/2006/main" w="9525">
            <a:solidFill>
              <a:srgbClr val="7B8B70">
                <a:alpha val="65000"/>
              </a:srgbClr>
            </a:solidFill>
          </a:ln>
        </p:spPr>
      </p:sp>
      <p:sp>
        <p:nvSpPr>
          <p:cNvPr id="25" name="text">
            <a:extLst xmlns:a="http://schemas.openxmlformats.org/drawingml/2006/main">
              <a:ext uri="{FF2B5EF4-FFF2-40B4-BE49-F238E27FC236}">
                <a16:creationId xmlns:a16="http://schemas.microsoft.com/office/drawing/2014/main" id="{6704A9A6-22F3-4C41-804C-628D6F10514D}"/>
              </a:ext>
            </a:extLst>
          </p:cNvPr>
          <p:cNvSpPr>
            <a:spLocks xmlns:a="http://schemas.openxmlformats.org/drawingml/2006/main" noGrp="1"/>
          </p:cNvSpPr>
          <p:nvPr/>
        </p:nvSpPr>
        <p:spPr>
          <a:xfrm xmlns:a="http://schemas.openxmlformats.org/drawingml/2006/main">
            <a:off x="13192125" y="673417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남은 반응식</a:t>
            </a:r>
          </a:p>
        </p:txBody>
      </p:sp>
      <p:sp>
        <p:nvSpPr>
          <p:cNvPr id="26" name="참조 단계 번호">
            <a:extLst xmlns:a="http://schemas.openxmlformats.org/drawingml/2006/main">
              <a:ext uri="{FF2B5EF4-FFF2-40B4-BE49-F238E27FC236}">
                <a16:creationId xmlns:a16="http://schemas.microsoft.com/office/drawing/2014/main" id="{47C83A3D-7828-40DE-8396-DC97889B99AD}"/>
              </a:ext>
            </a:extLst>
          </p:cNvPr>
          <p:cNvSpPr>
            <a:spLocks xmlns:a="http://schemas.openxmlformats.org/drawingml/2006/main" noGrp="1"/>
          </p:cNvSpPr>
          <p:nvPr/>
        </p:nvSpPr>
        <p:spPr>
          <a:xfrm xmlns:a="http://schemas.openxmlformats.org/drawingml/2006/main">
            <a:off x="2076450" y="780097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435D2ED6-5DD7-4C91-A6C8-F0FED076F458}"/>
              </a:ext>
            </a:extLst>
          </p:cNvPr>
          <p:cNvSpPr>
            <a:spLocks xmlns:a="http://schemas.openxmlformats.org/drawingml/2006/main" noGrp="1"/>
          </p:cNvSpPr>
          <p:nvPr/>
        </p:nvSpPr>
        <p:spPr>
          <a:xfrm xmlns:a="http://schemas.openxmlformats.org/drawingml/2006/main">
            <a:off x="2143125" y="783907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04</a:t>
            </a:r>
          </a:p>
        </p:txBody>
      </p:sp>
      <p:sp>
        <p:nvSpPr>
          <p:cNvPr id="28" name="text">
            <a:extLst xmlns:a="http://schemas.openxmlformats.org/drawingml/2006/main">
              <a:ext uri="{FF2B5EF4-FFF2-40B4-BE49-F238E27FC236}">
                <a16:creationId xmlns:a16="http://schemas.microsoft.com/office/drawing/2014/main" id="{A4A69FFF-45CD-4AA8-9F33-225B228A0A4B}"/>
              </a:ext>
            </a:extLst>
          </p:cNvPr>
          <p:cNvSpPr>
            <a:spLocks xmlns:a="http://schemas.openxmlformats.org/drawingml/2006/main" noGrp="1"/>
          </p:cNvSpPr>
          <p:nvPr/>
        </p:nvSpPr>
        <p:spPr>
          <a:xfrm xmlns:a="http://schemas.openxmlformats.org/drawingml/2006/main">
            <a:off x="3638550" y="77533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엔탈피를 더하고 부호와 단위를 검산한다.</a:t>
            </a:r>
          </a:p>
        </p:txBody>
      </p:sp>
      <p:sp>
        <p:nvSpPr>
          <p:cNvPr id="29" name="text">
            <a:extLst xmlns:a="http://schemas.openxmlformats.org/drawingml/2006/main">
              <a:ext uri="{FF2B5EF4-FFF2-40B4-BE49-F238E27FC236}">
                <a16:creationId xmlns:a16="http://schemas.microsoft.com/office/drawing/2014/main" id="{48D65C69-E9C1-4E26-842C-A5EE82B0D7DA}"/>
              </a:ext>
            </a:extLst>
          </p:cNvPr>
          <p:cNvSpPr>
            <a:spLocks xmlns:a="http://schemas.openxmlformats.org/drawingml/2006/main" noGrp="1"/>
          </p:cNvSpPr>
          <p:nvPr/>
        </p:nvSpPr>
        <p:spPr>
          <a:xfrm xmlns:a="http://schemas.openxmlformats.org/drawingml/2006/main">
            <a:off x="12001500" y="781050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30" name="참조 단계 결과">
            <a:extLst xmlns:a="http://schemas.openxmlformats.org/drawingml/2006/main">
              <a:ext uri="{FF2B5EF4-FFF2-40B4-BE49-F238E27FC236}">
                <a16:creationId xmlns:a16="http://schemas.microsoft.com/office/drawing/2014/main" id="{C05C8706-1252-439F-B104-045519504BAF}"/>
              </a:ext>
            </a:extLst>
          </p:cNvPr>
          <p:cNvSpPr>
            <a:spLocks xmlns:a="http://schemas.openxmlformats.org/drawingml/2006/main" noGrp="1"/>
          </p:cNvSpPr>
          <p:nvPr/>
        </p:nvSpPr>
        <p:spPr>
          <a:xfrm xmlns:a="http://schemas.openxmlformats.org/drawingml/2006/main">
            <a:off x="13049250" y="7753350"/>
            <a:ext cx="3143250" cy="742950"/>
          </a:xfrm>
          <a:prstGeom xmlns:a="http://schemas.openxmlformats.org/drawingml/2006/main" prst="roundRect">
            <a:avLst>
              <a:gd name="adj" fmla="val 15385"/>
            </a:avLst>
          </a:prstGeom>
          <a:gradFill xmlns:a="http://schemas.openxmlformats.org/drawingml/2006/main">
            <a:gsLst>
              <a:gs pos="0">
                <a:srgbClr val="526547"/>
              </a:gs>
              <a:gs pos="48000">
                <a:srgbClr val="34492D"/>
              </a:gs>
              <a:gs pos="100000">
                <a:srgbClr val="23301F"/>
              </a:gs>
            </a:gsLst>
            <a:lin ang="6900000"/>
          </a:gradFill>
          <a:ln xmlns:a="http://schemas.openxmlformats.org/drawingml/2006/main" w="9525">
            <a:solidFill>
              <a:srgbClr val="7B8B70">
                <a:alpha val="65000"/>
              </a:srgbClr>
            </a:solidFill>
          </a:ln>
        </p:spPr>
      </p:sp>
      <p:sp>
        <p:nvSpPr>
          <p:cNvPr id="31" name="text">
            <a:extLst xmlns:a="http://schemas.openxmlformats.org/drawingml/2006/main">
              <a:ext uri="{FF2B5EF4-FFF2-40B4-BE49-F238E27FC236}">
                <a16:creationId xmlns:a16="http://schemas.microsoft.com/office/drawing/2014/main" id="{94707C72-0C50-4522-8A5D-18AFF22FFED9}"/>
              </a:ext>
            </a:extLst>
          </p:cNvPr>
          <p:cNvSpPr>
            <a:spLocks xmlns:a="http://schemas.openxmlformats.org/drawingml/2006/main" noGrp="1"/>
          </p:cNvSpPr>
          <p:nvPr/>
        </p:nvSpPr>
        <p:spPr>
          <a:xfrm xmlns:a="http://schemas.openxmlformats.org/drawingml/2006/main">
            <a:off x="13192125" y="78486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엔탈피</a:t>
            </a:r>
          </a:p>
        </p:txBody>
      </p:sp>
      <p:sp>
        <p:nvSpPr>
          <p:cNvPr id="32" name="얇은 표면 반사">
            <a:extLst xmlns:a="http://schemas.openxmlformats.org/drawingml/2006/main">
              <a:ext uri="{FF2B5EF4-FFF2-40B4-BE49-F238E27FC236}">
                <a16:creationId xmlns:a16="http://schemas.microsoft.com/office/drawing/2014/main" id="{30C90382-F5A2-46FE-9B8C-B44118859D4D}"/>
              </a:ext>
            </a:extLst>
          </p:cNvPr>
          <p:cNvSpPr>
            <a:spLocks xmlns:a="http://schemas.openxmlformats.org/drawingml/2006/main" noGrp="1"/>
          </p:cNvSpPr>
          <p:nvPr/>
        </p:nvSpPr>
        <p:spPr>
          <a:xfrm xmlns:a="http://schemas.openxmlformats.org/drawingml/2006/main">
            <a:off x="13239750" y="4429125"/>
            <a:ext cx="2762250" cy="9525"/>
          </a:xfrm>
          <a:prstGeom xmlns:a="http://schemas.openxmlformats.org/drawingml/2006/main" prst="rect">
            <a:avLst/>
          </a:prstGeom>
          <a:solidFill xmlns:a="http://schemas.openxmlformats.org/drawingml/2006/main">
            <a:srgbClr val="BFCCB0">
              <a:alpha val="45000"/>
            </a:srgbClr>
          </a:solidFill>
          <a:ln xmlns:a="http://schemas.openxmlformats.org/drawingml/2006/main" w="0">
            <a:noFill/>
          </a:ln>
        </p:spPr>
      </p:sp>
      <p:sp>
        <p:nvSpPr>
          <p:cNvPr id="33" name="얇은 표면 반사">
            <a:extLst xmlns:a="http://schemas.openxmlformats.org/drawingml/2006/main">
              <a:ext uri="{FF2B5EF4-FFF2-40B4-BE49-F238E27FC236}">
                <a16:creationId xmlns:a16="http://schemas.microsoft.com/office/drawing/2014/main" id="{04FC8860-5A31-4716-A978-99BD58CC8DEE}"/>
              </a:ext>
            </a:extLst>
          </p:cNvPr>
          <p:cNvSpPr>
            <a:spLocks xmlns:a="http://schemas.openxmlformats.org/drawingml/2006/main" noGrp="1"/>
          </p:cNvSpPr>
          <p:nvPr/>
        </p:nvSpPr>
        <p:spPr>
          <a:xfrm xmlns:a="http://schemas.openxmlformats.org/drawingml/2006/main">
            <a:off x="13239750" y="5543550"/>
            <a:ext cx="2762250" cy="9525"/>
          </a:xfrm>
          <a:prstGeom xmlns:a="http://schemas.openxmlformats.org/drawingml/2006/main" prst="rect">
            <a:avLst/>
          </a:prstGeom>
          <a:solidFill xmlns:a="http://schemas.openxmlformats.org/drawingml/2006/main">
            <a:srgbClr val="BFCCB0">
              <a:alpha val="45000"/>
            </a:srgbClr>
          </a:solidFill>
          <a:ln xmlns:a="http://schemas.openxmlformats.org/drawingml/2006/main" w="0">
            <a:noFill/>
          </a:ln>
        </p:spPr>
      </p:sp>
      <p:sp>
        <p:nvSpPr>
          <p:cNvPr id="34" name="얇은 표면 반사">
            <a:extLst xmlns:a="http://schemas.openxmlformats.org/drawingml/2006/main">
              <a:ext uri="{FF2B5EF4-FFF2-40B4-BE49-F238E27FC236}">
                <a16:creationId xmlns:a16="http://schemas.microsoft.com/office/drawing/2014/main" id="{4113B47F-2208-4230-A305-F3ABDB690869}"/>
              </a:ext>
            </a:extLst>
          </p:cNvPr>
          <p:cNvSpPr>
            <a:spLocks xmlns:a="http://schemas.openxmlformats.org/drawingml/2006/main" noGrp="1"/>
          </p:cNvSpPr>
          <p:nvPr/>
        </p:nvSpPr>
        <p:spPr>
          <a:xfrm xmlns:a="http://schemas.openxmlformats.org/drawingml/2006/main">
            <a:off x="13239750" y="6657975"/>
            <a:ext cx="2762250" cy="9525"/>
          </a:xfrm>
          <a:prstGeom xmlns:a="http://schemas.openxmlformats.org/drawingml/2006/main" prst="rect">
            <a:avLst/>
          </a:prstGeom>
          <a:solidFill xmlns:a="http://schemas.openxmlformats.org/drawingml/2006/main">
            <a:srgbClr val="BFCCB0">
              <a:alpha val="45000"/>
            </a:srgbClr>
          </a:solidFill>
          <a:ln xmlns:a="http://schemas.openxmlformats.org/drawingml/2006/main" w="0">
            <a:noFill/>
          </a:ln>
        </p:spPr>
      </p:sp>
      <p:sp>
        <p:nvSpPr>
          <p:cNvPr id="35" name="얇은 표면 반사">
            <a:extLst xmlns:a="http://schemas.openxmlformats.org/drawingml/2006/main">
              <a:ext uri="{FF2B5EF4-FFF2-40B4-BE49-F238E27FC236}">
                <a16:creationId xmlns:a16="http://schemas.microsoft.com/office/drawing/2014/main" id="{35992DBB-DE55-46E7-99CF-737E776EBAC3}"/>
              </a:ext>
            </a:extLst>
          </p:cNvPr>
          <p:cNvSpPr>
            <a:spLocks xmlns:a="http://schemas.openxmlformats.org/drawingml/2006/main" noGrp="1"/>
          </p:cNvSpPr>
          <p:nvPr/>
        </p:nvSpPr>
        <p:spPr>
          <a:xfrm xmlns:a="http://schemas.openxmlformats.org/drawingml/2006/main">
            <a:off x="13239750" y="7772400"/>
            <a:ext cx="2762250" cy="9525"/>
          </a:xfrm>
          <a:prstGeom xmlns:a="http://schemas.openxmlformats.org/drawingml/2006/main" prst="rect">
            <a:avLst/>
          </a:prstGeom>
          <a:solidFill xmlns:a="http://schemas.openxmlformats.org/drawingml/2006/main">
            <a:srgbClr val="BFCCB0">
              <a:alpha val="45000"/>
            </a:srgbClr>
          </a:solidFill>
          <a:ln xmlns:a="http://schemas.openxmlformats.org/drawingml/2006/main" w="0">
            <a:noFill/>
          </a:ln>
        </p:spPr>
      </p:sp>
    </p:spTree>
    <p:extLst>
      <p:ext uri="{BB962C8B-B14F-4D97-AF65-F5344CB8AC3E}">
        <p14:creationId xmlns:p14="http://schemas.microsoft.com/office/powerpoint/2010/main" val="155342063"/>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v33 내용 구분">
            <a:extLst xmlns:a="http://schemas.openxmlformats.org/drawingml/2006/main">
              <a:ext uri="{FF2B5EF4-FFF2-40B4-BE49-F238E27FC236}">
                <a16:creationId xmlns:a16="http://schemas.microsoft.com/office/drawing/2014/main" id="{58F20FDA-859B-4536-9D37-BA3CC39F3F0E}"/>
              </a:ext>
            </a:extLst>
          </p:cNvPr>
          <p:cNvSpPr>
            <a:spLocks xmlns:a="http://schemas.openxmlformats.org/drawingml/2006/main" noGrp="1"/>
          </p:cNvSpPr>
          <p:nvPr/>
        </p:nvSpPr>
        <p:spPr>
          <a:xfrm xmlns:a="http://schemas.openxmlformats.org/drawingml/2006/main">
            <a:off x="2095500" y="7381875"/>
            <a:ext cx="14097000" cy="1619250"/>
          </a:xfrm>
          <a:prstGeom xmlns:a="http://schemas.openxmlformats.org/drawingml/2006/main" prst="roundRect">
            <a:avLst>
              <a:gd name="adj" fmla="val 9412"/>
            </a:avLst>
          </a:prstGeom>
          <a:solidFill xmlns:a="http://schemas.openxmlformats.org/drawingml/2006/main">
            <a:srgbClr val="172015"/>
          </a:solidFill>
          <a:ln xmlns:a="http://schemas.openxmlformats.org/drawingml/2006/main" w="0">
            <a:noFill/>
          </a:ln>
        </p:spPr>
      </p:sp>
      <p:sp>
        <p:nvSpPr>
          <p:cNvPr id="13" name="v33 내용 구분">
            <a:extLst xmlns:a="http://schemas.openxmlformats.org/drawingml/2006/main">
              <a:ext uri="{FF2B5EF4-FFF2-40B4-BE49-F238E27FC236}">
                <a16:creationId xmlns:a16="http://schemas.microsoft.com/office/drawing/2014/main" id="{9A41C6CF-B46B-41CC-8A1B-73C6F6E19E20}"/>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2DC3F95C-0B69-4C6B-A2EF-D0E66C1F97ED}"/>
              </a:ext>
            </a:extLst>
          </p:cNvPr>
          <p:cNvPicPr>
            <a:picLocks xmlns:a="http://schemas.openxmlformats.org/drawingml/2006/main" noChangeAspect="1"/>
          </p:cNvPicPr>
          <p:nvPr/>
        </p:nvPicPr>
        <p:blipFill>
          <a:blip xmlns:r="http://schemas.openxmlformats.org/officeDocument/2006/relationships" xmlns:a="http://schemas.openxmlformats.org/drawingml/2006/main" r:embed="R1c777c494893444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1FE41AE-D1D1-4DE0-A1AF-D658EA9FA60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4A8EF72-8199-4A0B-A77F-2EBB0E96D67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A8CCB317-615C-48EA-AB8E-13F1EDAD830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2FF04B7-2E4E-4635-82AE-C72D703B95E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7CB893CE-AE16-43DE-9D94-3EC0ED5F21A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SO₂가 SO₃로 바뀔 때</a:t>
            </a:r>
          </a:p>
        </p:txBody>
      </p:sp>
      <p:pic>
        <p:nvPicPr>
          <p:cNvPr id="8" name="">
            <a:extLst xmlns:a="http://schemas.openxmlformats.org/drawingml/2006/main">
              <a:ext uri="{FF2B5EF4-FFF2-40B4-BE49-F238E27FC236}">
                <a16:creationId xmlns:a16="http://schemas.microsoft.com/office/drawing/2014/main" id="{F18E614B-48BD-4616-8E30-FCF7A4801651}"/>
              </a:ext>
            </a:extLst>
          </p:cNvPr>
          <p:cNvPicPr>
            <a:picLocks xmlns:a="http://schemas.openxmlformats.org/drawingml/2006/main" noChangeAspect="1"/>
          </p:cNvPicPr>
          <p:nvPr/>
        </p:nvPicPr>
        <p:blipFill>
          <a:blip xmlns:r="http://schemas.openxmlformats.org/officeDocument/2006/relationships" xmlns:a="http://schemas.openxmlformats.org/drawingml/2006/main" r:embed="R3ec0ff0dd23e4acf"/>
          <a:stretch xmlns:a="http://schemas.openxmlformats.org/drawingml/2006/main"/>
        </p:blipFill>
        <p:spPr>
          <a:xfrm xmlns:a="http://schemas.openxmlformats.org/drawingml/2006/main">
            <a:off x="4582115" y="4893153"/>
            <a:ext cx="9123770" cy="154844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EC6B2AEA-D592-4D66-BED8-3C330412FB99}"/>
              </a:ext>
            </a:extLst>
          </p:cNvPr>
          <p:cNvPicPr>
            <a:picLocks xmlns:a="http://schemas.openxmlformats.org/drawingml/2006/main" noChangeAspect="1"/>
          </p:cNvPicPr>
          <p:nvPr/>
        </p:nvPicPr>
        <p:blipFill>
          <a:blip xmlns:r="http://schemas.openxmlformats.org/officeDocument/2006/relationships" xmlns:a="http://schemas.openxmlformats.org/drawingml/2006/main" r:embed="Rc988e7d020e247cb"/>
          <a:stretch xmlns:a="http://schemas.openxmlformats.org/drawingml/2006/main"/>
        </p:blipFill>
        <p:spPr>
          <a:xfrm xmlns:a="http://schemas.openxmlformats.org/drawingml/2006/main">
            <a:off x="5161623" y="7667625"/>
            <a:ext cx="7964754" cy="1047750"/>
          </a:xfrm>
          <a:prstGeom xmlns:a="http://schemas.openxmlformats.org/drawingml/2006/main" prst="rect">
            <a:avLst/>
          </a:prstGeom>
        </p:spPr>
      </p:pic>
      <p:sp>
        <p:nvSpPr>
          <p:cNvPr id="12" name="text">
            <a:extLst xmlns:a="http://schemas.openxmlformats.org/drawingml/2006/main">
              <a:ext uri="{FF2B5EF4-FFF2-40B4-BE49-F238E27FC236}">
                <a16:creationId xmlns:a16="http://schemas.microsoft.com/office/drawing/2014/main" id="{5B56B502-67C3-4407-A593-C35264C395E2}"/>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다음 두 반응을 이용하여 목표 반응의 엔탈피를 구하시오.</a:t>
            </a:r>
          </a:p>
        </p:txBody>
      </p:sp>
      <p:sp>
        <p:nvSpPr>
          <p:cNvPr id="14" name="text">
            <a:extLst xmlns:a="http://schemas.openxmlformats.org/drawingml/2006/main">
              <a:ext uri="{FF2B5EF4-FFF2-40B4-BE49-F238E27FC236}">
                <a16:creationId xmlns:a16="http://schemas.microsoft.com/office/drawing/2014/main" id="{3CEEF276-8448-413F-AD3A-E85BCB558FF4}"/>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주어진 반응</a:t>
            </a:r>
          </a:p>
        </p:txBody>
      </p:sp>
      <p:sp>
        <p:nvSpPr>
          <p:cNvPr id="16" name="text">
            <a:extLst xmlns:a="http://schemas.openxmlformats.org/drawingml/2006/main">
              <a:ext uri="{FF2B5EF4-FFF2-40B4-BE49-F238E27FC236}">
                <a16:creationId xmlns:a16="http://schemas.microsoft.com/office/drawing/2014/main" id="{229190D2-9194-42FD-AAD2-4A5CB6CABF02}"/>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Tree>
    <p:extLst>
      <p:ext uri="{BB962C8B-B14F-4D97-AF65-F5344CB8AC3E}">
        <p14:creationId xmlns:p14="http://schemas.microsoft.com/office/powerpoint/2010/main" val="1298511737"/>
      </p:ext>
    </p:extLst>
  </p:cSld>
</p:sld>
</file>

<file path=ppt/slides/slide2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3 내용 구분">
            <a:extLst xmlns:a="http://schemas.openxmlformats.org/drawingml/2006/main">
              <a:ext uri="{FF2B5EF4-FFF2-40B4-BE49-F238E27FC236}">
                <a16:creationId xmlns:a16="http://schemas.microsoft.com/office/drawing/2014/main" id="{4931C32E-F05B-4FB1-AFC2-5357B7DB8C91}"/>
              </a:ext>
            </a:extLst>
          </p:cNvPr>
          <p:cNvSpPr>
            <a:spLocks xmlns:a="http://schemas.openxmlformats.org/drawingml/2006/main" noGrp="1"/>
          </p:cNvSpPr>
          <p:nvPr/>
        </p:nvSpPr>
        <p:spPr>
          <a:xfrm xmlns:a="http://schemas.openxmlformats.org/drawingml/2006/main">
            <a:off x="2095500" y="7381875"/>
            <a:ext cx="14097000" cy="1238250"/>
          </a:xfrm>
          <a:prstGeom xmlns:a="http://schemas.openxmlformats.org/drawingml/2006/main" prst="roundRect">
            <a:avLst>
              <a:gd name="adj" fmla="val 12308"/>
            </a:avLst>
          </a:prstGeom>
          <a:solidFill xmlns:a="http://schemas.openxmlformats.org/drawingml/2006/main">
            <a:srgbClr val="172015"/>
          </a:solidFill>
          <a:ln xmlns:a="http://schemas.openxmlformats.org/drawingml/2006/main" w="0">
            <a:noFill/>
          </a:ln>
        </p:spPr>
      </p:sp>
      <p:sp>
        <p:nvSpPr>
          <p:cNvPr id="14" name="v33 내용 구분">
            <a:extLst xmlns:a="http://schemas.openxmlformats.org/drawingml/2006/main">
              <a:ext uri="{FF2B5EF4-FFF2-40B4-BE49-F238E27FC236}">
                <a16:creationId xmlns:a16="http://schemas.microsoft.com/office/drawing/2014/main" id="{AFC52AED-B303-4209-B73C-6F8483296537}"/>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CEB57050-BBE9-4FF7-9DF9-CADBB2AC0E61}"/>
              </a:ext>
            </a:extLst>
          </p:cNvPr>
          <p:cNvPicPr>
            <a:picLocks xmlns:a="http://schemas.openxmlformats.org/drawingml/2006/main" noChangeAspect="1"/>
          </p:cNvPicPr>
          <p:nvPr/>
        </p:nvPicPr>
        <p:blipFill>
          <a:blip xmlns:r="http://schemas.openxmlformats.org/officeDocument/2006/relationships" xmlns:a="http://schemas.openxmlformats.org/drawingml/2006/main" r:embed="R47ea68250e8e45f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655F6A8-DDF1-4A49-86B4-49111CDC1E6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286D9AA-095F-4F9B-BFFC-B73F762F4D9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FDB91735-AF20-4C8F-860A-DEA2FED5F7F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4D89ACB-F73D-461F-9325-69203AB6C1D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26DF1AE2-8201-4345-AF92-982E988E677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반응식과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함께 검산</a:t>
            </a:r>
          </a:p>
        </p:txBody>
      </p:sp>
      <p:pic>
        <p:nvPicPr>
          <p:cNvPr id="8" name="">
            <a:extLst xmlns:a="http://schemas.openxmlformats.org/drawingml/2006/main">
              <a:ext uri="{FF2B5EF4-FFF2-40B4-BE49-F238E27FC236}">
                <a16:creationId xmlns:a16="http://schemas.microsoft.com/office/drawing/2014/main" id="{5A4F8DB1-D90A-41FA-A22F-3B8B9F5D6560}"/>
              </a:ext>
            </a:extLst>
          </p:cNvPr>
          <p:cNvPicPr>
            <a:picLocks xmlns:a="http://schemas.openxmlformats.org/drawingml/2006/main" noChangeAspect="1"/>
          </p:cNvPicPr>
          <p:nvPr/>
        </p:nvPicPr>
        <p:blipFill>
          <a:blip xmlns:r="http://schemas.openxmlformats.org/officeDocument/2006/relationships" xmlns:a="http://schemas.openxmlformats.org/drawingml/2006/main" r:embed="R8de3742d746c4721"/>
          <a:stretch xmlns:a="http://schemas.openxmlformats.org/drawingml/2006/main"/>
        </p:blipFill>
        <p:spPr>
          <a:xfrm xmlns:a="http://schemas.openxmlformats.org/drawingml/2006/main">
            <a:off x="4996832" y="4963537"/>
            <a:ext cx="8294336" cy="1407677"/>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0A051696-DBA9-4EC2-8DCA-81EE35C25788}"/>
              </a:ext>
            </a:extLst>
          </p:cNvPr>
          <p:cNvPicPr>
            <a:picLocks xmlns:a="http://schemas.openxmlformats.org/drawingml/2006/main" noChangeAspect="1"/>
          </p:cNvPicPr>
          <p:nvPr/>
        </p:nvPicPr>
        <p:blipFill>
          <a:blip xmlns:r="http://schemas.openxmlformats.org/officeDocument/2006/relationships" xmlns:a="http://schemas.openxmlformats.org/drawingml/2006/main" r:embed="R4d978848e43344ed"/>
          <a:stretch xmlns:a="http://schemas.openxmlformats.org/drawingml/2006/main"/>
        </p:blipFill>
        <p:spPr>
          <a:xfrm xmlns:a="http://schemas.openxmlformats.org/drawingml/2006/main">
            <a:off x="5523657" y="7524750"/>
            <a:ext cx="7240686" cy="9525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297DF9BA-6AC7-4807-93BC-C680FDE6E4C0}"/>
              </a:ext>
            </a:extLst>
          </p:cNvPr>
          <p:cNvPicPr>
            <a:picLocks xmlns:a="http://schemas.openxmlformats.org/drawingml/2006/main" noChangeAspect="1"/>
          </p:cNvPicPr>
          <p:nvPr/>
        </p:nvPicPr>
        <p:blipFill>
          <a:blip xmlns:r="http://schemas.openxmlformats.org/officeDocument/2006/relationships" xmlns:a="http://schemas.openxmlformats.org/drawingml/2006/main" r:embed="R8ce41a0875cf4a6d"/>
          <a:stretch xmlns:a="http://schemas.openxmlformats.org/drawingml/2006/main"/>
        </p:blipFill>
        <p:spPr>
          <a:xfrm xmlns:a="http://schemas.openxmlformats.org/drawingml/2006/main">
            <a:off x="5906143" y="9047975"/>
            <a:ext cx="6475714" cy="53495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FE4BECB5-F023-4E1C-932C-F10E427B0611}"/>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첫 번째 반응식을 2배하여 두 번째 반응식에서 뺀다.</a:t>
            </a:r>
          </a:p>
        </p:txBody>
      </p:sp>
      <p:sp>
        <p:nvSpPr>
          <p:cNvPr id="15" name="text">
            <a:extLst xmlns:a="http://schemas.openxmlformats.org/drawingml/2006/main">
              <a:ext uri="{FF2B5EF4-FFF2-40B4-BE49-F238E27FC236}">
                <a16:creationId xmlns:a16="http://schemas.microsoft.com/office/drawing/2014/main" id="{670E6687-CD8D-4A11-853A-D3850ECCD9A8}"/>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주어진 반응 · 첫 번째 식을 2배</a:t>
            </a:r>
          </a:p>
        </p:txBody>
      </p:sp>
      <p:sp>
        <p:nvSpPr>
          <p:cNvPr id="17" name="text">
            <a:extLst xmlns:a="http://schemas.openxmlformats.org/drawingml/2006/main">
              <a:ext uri="{FF2B5EF4-FFF2-40B4-BE49-F238E27FC236}">
                <a16:creationId xmlns:a16="http://schemas.microsoft.com/office/drawing/2014/main" id="{5D698C95-FA83-4B2A-A275-A5E271B0C1D1}"/>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Tree>
    <p:extLst>
      <p:ext uri="{BB962C8B-B14F-4D97-AF65-F5344CB8AC3E}">
        <p14:creationId xmlns:p14="http://schemas.microsoft.com/office/powerpoint/2010/main" val="1044900853"/>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3C0C110D-E23E-4905-88FB-2C3FDF4D4EFE}"/>
              </a:ext>
            </a:extLst>
          </p:cNvPr>
          <p:cNvPicPr>
            <a:picLocks xmlns:a="http://schemas.openxmlformats.org/drawingml/2006/main" noChangeAspect="1"/>
          </p:cNvPicPr>
          <p:nvPr/>
        </p:nvPicPr>
        <p:blipFill>
          <a:blip xmlns:r="http://schemas.openxmlformats.org/officeDocument/2006/relationships" xmlns:a="http://schemas.openxmlformats.org/drawingml/2006/main" r:embed="Rafc0528644674a6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53A1E31-B779-48EE-8AFF-2CC3E00A4E1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C9027A4-980C-4E04-851C-24D148E868B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A709E95A-B68B-4A32-B394-8D24E3045E0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9CA3C6B-CB86-4B6E-8CB7-39EDD91C4A7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8CB776A6-0CC9-4136-A949-B96B2F56B52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2075589B-A59B-4909-873B-30C7573C0194}"/>
              </a:ext>
            </a:extLst>
          </p:cNvPr>
          <p:cNvPicPr>
            <a:picLocks xmlns:a="http://schemas.openxmlformats.org/drawingml/2006/main" noChangeAspect="1"/>
          </p:cNvPicPr>
          <p:nvPr/>
        </p:nvPicPr>
        <p:blipFill>
          <a:blip xmlns:r="http://schemas.openxmlformats.org/officeDocument/2006/relationships" xmlns:a="http://schemas.openxmlformats.org/drawingml/2006/main" r:embed="R492f9ce5f1d648fe"/>
          <a:stretch xmlns:a="http://schemas.openxmlformats.org/drawingml/2006/main"/>
        </p:blipFill>
        <p:spPr>
          <a:xfrm xmlns:a="http://schemas.openxmlformats.org/drawingml/2006/main">
            <a:off x="2667000" y="5184544"/>
            <a:ext cx="6572250" cy="296591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3A900B44-3A6E-41CF-A0C9-147F3A077196}"/>
              </a:ext>
            </a:extLst>
          </p:cNvPr>
          <p:cNvPicPr>
            <a:picLocks xmlns:a="http://schemas.openxmlformats.org/drawingml/2006/main" noChangeAspect="1"/>
          </p:cNvPicPr>
          <p:nvPr/>
        </p:nvPicPr>
        <p:blipFill>
          <a:blip xmlns:r="http://schemas.openxmlformats.org/officeDocument/2006/relationships" xmlns:a="http://schemas.openxmlformats.org/drawingml/2006/main" r:embed="R276b4895c30d4c1c"/>
          <a:stretch xmlns:a="http://schemas.openxmlformats.org/drawingml/2006/main"/>
        </p:blipFill>
        <p:spPr>
          <a:xfrm xmlns:a="http://schemas.openxmlformats.org/drawingml/2006/main">
            <a:off x="10290773" y="5846524"/>
            <a:ext cx="5326453" cy="1451452"/>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77436099-0A48-4E3C-BC06-D4A698010E94}"/>
              </a:ext>
            </a:extLst>
          </p:cNvPr>
          <p:cNvSpPr>
            <a:spLocks xmlns:a="http://schemas.openxmlformats.org/drawingml/2006/main" noGrp="1"/>
          </p:cNvSpPr>
          <p:nvPr/>
        </p:nvSpPr>
        <p:spPr>
          <a:xfrm xmlns:a="http://schemas.openxmlformats.org/drawingml/2006/main">
            <a:off x="10287000" y="46672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전체 경로와 구하려는 단계</a:t>
            </a:r>
          </a:p>
        </p:txBody>
      </p:sp>
    </p:spTree>
    <p:extLst>
      <p:ext uri="{BB962C8B-B14F-4D97-AF65-F5344CB8AC3E}">
        <p14:creationId xmlns:p14="http://schemas.microsoft.com/office/powerpoint/2010/main" val="392301000"/>
      </p:ext>
    </p:extLst>
  </p:cSld>
</p:sld>
</file>

<file path=ppt/slides/slide2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D41E511-F7D0-4A6B-8127-F5820DDA628E}"/>
              </a:ext>
            </a:extLst>
          </p:cNvPr>
          <p:cNvPicPr>
            <a:picLocks xmlns:a="http://schemas.openxmlformats.org/drawingml/2006/main" noChangeAspect="1"/>
          </p:cNvPicPr>
          <p:nvPr/>
        </p:nvPicPr>
        <p:blipFill>
          <a:blip xmlns:r="http://schemas.openxmlformats.org/officeDocument/2006/relationships" xmlns:a="http://schemas.openxmlformats.org/drawingml/2006/main" r:embed="Rc9710cc365d44008"/>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CD6C38D8-25BB-4203-8B01-D1099B75235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082733BD-35D4-45AB-AC6A-14ABE25FE2B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43AA9439-B258-4744-BD8A-4D0666EE1026}"/>
              </a:ext>
            </a:extLst>
          </p:cNvPr>
          <p:cNvPicPr>
            <a:picLocks xmlns:a="http://schemas.openxmlformats.org/drawingml/2006/main" noChangeAspect="1"/>
          </p:cNvPicPr>
          <p:nvPr/>
        </p:nvPicPr>
        <p:blipFill>
          <a:blip xmlns:r="http://schemas.openxmlformats.org/officeDocument/2006/relationships" xmlns:a="http://schemas.openxmlformats.org/drawingml/2006/main" r:embed="Ra11338e41dd3474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ECC1BC0C-8F30-4673-8F06-E05A34FF59C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C38302C5-8692-4296-BD7C-955123B89522}"/>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7" name="text">
            <a:extLst xmlns:a="http://schemas.openxmlformats.org/drawingml/2006/main">
              <a:ext uri="{FF2B5EF4-FFF2-40B4-BE49-F238E27FC236}">
                <a16:creationId xmlns:a16="http://schemas.microsoft.com/office/drawing/2014/main" id="{8E0B2590-09AB-4E23-A6D2-F041D83CAA22}"/>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8" name="text">
            <a:extLst xmlns:a="http://schemas.openxmlformats.org/drawingml/2006/main">
              <a:ext uri="{FF2B5EF4-FFF2-40B4-BE49-F238E27FC236}">
                <a16:creationId xmlns:a16="http://schemas.microsoft.com/office/drawing/2014/main" id="{B2DA8D30-7849-458D-934A-EDA26EC10F41}"/>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2140525228"/>
      </p:ext>
    </p:extLst>
  </p:cSld>
</p:sld>
</file>

<file path=ppt/slides/slide2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FC5CB359-02A9-4F03-BF3B-8785DD09F3A8}"/>
              </a:ext>
            </a:extLst>
          </p:cNvPr>
          <p:cNvPicPr>
            <a:picLocks xmlns:a="http://schemas.openxmlformats.org/drawingml/2006/main" noChangeAspect="1"/>
          </p:cNvPicPr>
          <p:nvPr/>
        </p:nvPicPr>
        <p:blipFill>
          <a:blip xmlns:r="http://schemas.openxmlformats.org/officeDocument/2006/relationships" xmlns:a="http://schemas.openxmlformats.org/drawingml/2006/main" r:embed="R07f342d4d34b447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E773469-6450-4082-BCDD-17D6F818B38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333FA6E-D20D-48B4-8E01-F2C3F6E9908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5E5D29D-2D6E-419C-9F8B-83A1F7358C5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70E91AC-EF18-49A3-9997-1D9B0ADE927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04C95479-6089-4FFD-8E7F-126F2645A63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a:t>
            </a:r>
          </a:p>
        </p:txBody>
      </p:sp>
      <p:pic>
        <p:nvPicPr>
          <p:cNvPr id="8" name="">
            <a:extLst xmlns:a="http://schemas.openxmlformats.org/drawingml/2006/main">
              <a:ext uri="{FF2B5EF4-FFF2-40B4-BE49-F238E27FC236}">
                <a16:creationId xmlns:a16="http://schemas.microsoft.com/office/drawing/2014/main" id="{61CA6420-99E8-4031-BF20-026FC5484752}"/>
              </a:ext>
            </a:extLst>
          </p:cNvPr>
          <p:cNvPicPr>
            <a:picLocks xmlns:a="http://schemas.openxmlformats.org/drawingml/2006/main" noChangeAspect="1"/>
          </p:cNvPicPr>
          <p:nvPr/>
        </p:nvPicPr>
        <p:blipFill>
          <a:blip xmlns:r="http://schemas.openxmlformats.org/officeDocument/2006/relationships" xmlns:a="http://schemas.openxmlformats.org/drawingml/2006/main" r:embed="Rf5af7d84f5e248d3"/>
          <a:stretch xmlns:a="http://schemas.openxmlformats.org/drawingml/2006/main"/>
        </p:blipFill>
        <p:spPr>
          <a:xfrm xmlns:a="http://schemas.openxmlformats.org/drawingml/2006/main">
            <a:off x="2095500" y="4797807"/>
            <a:ext cx="14097000" cy="150101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78F19F4B-D409-48D4-A7F0-9EB66D05FC88}"/>
              </a:ext>
            </a:extLst>
          </p:cNvPr>
          <p:cNvSpPr>
            <a:spLocks xmlns:a="http://schemas.openxmlformats.org/drawingml/2006/main" noGrp="1"/>
          </p:cNvSpPr>
          <p:nvPr/>
        </p:nvSpPr>
        <p:spPr>
          <a:xfrm xmlns:a="http://schemas.openxmlformats.org/drawingml/2006/main">
            <a:off x="2095500" y="38576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표준 상태에서 가장 안정한 원소 물질로부터 물질 1 mol이 생성될 때의 반응 엔탈피</a:t>
            </a:r>
          </a:p>
        </p:txBody>
      </p:sp>
      <p:sp>
        <p:nvSpPr>
          <p:cNvPr id="10" name="text">
            <a:extLst xmlns:a="http://schemas.openxmlformats.org/drawingml/2006/main">
              <a:ext uri="{FF2B5EF4-FFF2-40B4-BE49-F238E27FC236}">
                <a16:creationId xmlns:a16="http://schemas.microsoft.com/office/drawing/2014/main" id="{4295D799-A5EF-4CBE-83F1-D67208786A5C}"/>
              </a:ext>
            </a:extLst>
          </p:cNvPr>
          <p:cNvSpPr>
            <a:spLocks xmlns:a="http://schemas.openxmlformats.org/drawingml/2006/main" noGrp="1"/>
          </p:cNvSpPr>
          <p:nvPr/>
        </p:nvSpPr>
        <p:spPr>
          <a:xfrm xmlns:a="http://schemas.openxmlformats.org/drawingml/2006/main">
            <a:off x="2095500" y="6953250"/>
            <a:ext cx="14097000" cy="895350"/>
          </a:xfrm>
          <a:prstGeom xmlns:a="http://schemas.openxmlformats.org/drawingml/2006/main" prst="roundRect">
            <a:avLst/>
          </a:prstGeom>
          <a:solidFill xmlns:a="http://schemas.openxmlformats.org/drawingml/2006/main">
            <a:srgbClr val="17201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FFFFFF"/>
                </a:solidFill>
                <a:latin typeface="Pretendard"/>
                <a:ea typeface="Pretendard"/>
                <a:cs typeface="Pretendard"/>
              </a:defRPr>
            </a:defPPr>
            <a:lvl1pPr algn="ctr">
              <a:defRPr sz="2550" b="0">
                <a:solidFill>
                  <a:srgbClr val="FFFFFF"/>
                </a:solidFill>
                <a:latin typeface="Pretendard"/>
                <a:ea typeface="Pretendard"/>
                <a:cs typeface="Pretendard"/>
              </a:defRPr>
            </a:lvl1pPr>
            <a:lvl2pPr algn="ctr">
              <a:defRPr sz="2550" b="0">
                <a:solidFill>
                  <a:srgbClr val="FFFFFF"/>
                </a:solidFill>
                <a:latin typeface="Pretendard"/>
                <a:ea typeface="Pretendard"/>
                <a:cs typeface="Pretendard"/>
              </a:defRPr>
            </a:lvl2pPr>
            <a:lvl3pPr algn="ctr">
              <a:defRPr sz="2550" b="0">
                <a:solidFill>
                  <a:srgbClr val="FFFFFF"/>
                </a:solidFill>
                <a:latin typeface="Pretendard"/>
                <a:ea typeface="Pretendard"/>
                <a:cs typeface="Pretendard"/>
              </a:defRPr>
            </a:lvl3pPr>
            <a:lvl4pPr algn="ctr">
              <a:defRPr sz="2550" b="0">
                <a:solidFill>
                  <a:srgbClr val="FFFFFF"/>
                </a:solidFill>
                <a:latin typeface="Pretendard"/>
                <a:ea typeface="Pretendard"/>
                <a:cs typeface="Pretendard"/>
              </a:defRPr>
            </a:lvl4pPr>
            <a:lvl5pPr algn="ctr">
              <a:defRPr sz="2550" b="0">
                <a:solidFill>
                  <a:srgbClr val="FFFFFF"/>
                </a:solidFill>
                <a:latin typeface="Pretendard"/>
                <a:ea typeface="Pretendard"/>
                <a:cs typeface="Pretendard"/>
              </a:defRPr>
            </a:lvl5pPr>
            <a:lvl6pPr algn="ctr">
              <a:defRPr sz="2550" b="0">
                <a:solidFill>
                  <a:srgbClr val="FFFFFF"/>
                </a:solidFill>
                <a:latin typeface="Pretendard"/>
                <a:ea typeface="Pretendard"/>
                <a:cs typeface="Pretendard"/>
              </a:defRPr>
            </a:lvl6pPr>
            <a:lvl7pPr algn="ctr">
              <a:defRPr sz="2550" b="0">
                <a:solidFill>
                  <a:srgbClr val="FFFFFF"/>
                </a:solidFill>
                <a:latin typeface="Pretendard"/>
                <a:ea typeface="Pretendard"/>
                <a:cs typeface="Pretendard"/>
              </a:defRPr>
            </a:lvl7pPr>
            <a:lvl8pPr algn="ctr">
              <a:defRPr sz="2550" b="0">
                <a:solidFill>
                  <a:srgbClr val="FFFFFF"/>
                </a:solidFill>
                <a:latin typeface="Pretendard"/>
                <a:ea typeface="Pretendard"/>
                <a:cs typeface="Pretendard"/>
              </a:defRPr>
            </a:lvl8pPr>
            <a:lvl9pPr algn="ctr">
              <a:defRPr sz="2550" b="0">
                <a:solidFill>
                  <a:srgbClr val="FFFFFF"/>
                </a:solidFill>
                <a:latin typeface="Pretendard"/>
                <a:ea typeface="Pretendard"/>
                <a:cs typeface="Pretendard"/>
              </a:defRPr>
            </a:lvl9pPr>
          </a:lstStyle>
          <a:p xmlns:a="http://schemas.openxmlformats.org/drawingml/2006/main">
            <a:pPr algn="ctr">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생성되는 물질 1 mol을 기준으로 나타낸다.</a:t>
            </a:r>
          </a:p>
        </p:txBody>
      </p:sp>
      <p:sp>
        <p:nvSpPr>
          <p:cNvPr id="11" name="text">
            <a:extLst xmlns:a="http://schemas.openxmlformats.org/drawingml/2006/main">
              <a:ext uri="{FF2B5EF4-FFF2-40B4-BE49-F238E27FC236}">
                <a16:creationId xmlns:a16="http://schemas.microsoft.com/office/drawing/2014/main" id="{046C6F52-E9D3-4052-89ED-47FE658819B1}"/>
              </a:ext>
            </a:extLst>
          </p:cNvPr>
          <p:cNvSpPr>
            <a:spLocks xmlns:a="http://schemas.openxmlformats.org/drawingml/2006/main" noGrp="1"/>
          </p:cNvSpPr>
          <p:nvPr/>
        </p:nvSpPr>
        <p:spPr>
          <a:xfrm xmlns:a="http://schemas.openxmlformats.org/drawingml/2006/main">
            <a:off x="2095500" y="8048625"/>
            <a:ext cx="14097000" cy="895350"/>
          </a:xfrm>
          <a:prstGeom xmlns:a="http://schemas.openxmlformats.org/drawingml/2006/main" prst="roundRect">
            <a:avLst/>
          </a:prstGeom>
          <a:solidFill xmlns:a="http://schemas.openxmlformats.org/drawingml/2006/main">
            <a:srgbClr val="17201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FFFFFF"/>
                </a:solidFill>
                <a:latin typeface="Pretendard"/>
                <a:ea typeface="Pretendard"/>
                <a:cs typeface="Pretendard"/>
              </a:defRPr>
            </a:defPPr>
            <a:lvl1pPr algn="ctr">
              <a:defRPr sz="2550" b="0">
                <a:solidFill>
                  <a:srgbClr val="FFFFFF"/>
                </a:solidFill>
                <a:latin typeface="Pretendard"/>
                <a:ea typeface="Pretendard"/>
                <a:cs typeface="Pretendard"/>
              </a:defRPr>
            </a:lvl1pPr>
            <a:lvl2pPr algn="ctr">
              <a:defRPr sz="2550" b="0">
                <a:solidFill>
                  <a:srgbClr val="FFFFFF"/>
                </a:solidFill>
                <a:latin typeface="Pretendard"/>
                <a:ea typeface="Pretendard"/>
                <a:cs typeface="Pretendard"/>
              </a:defRPr>
            </a:lvl2pPr>
            <a:lvl3pPr algn="ctr">
              <a:defRPr sz="2550" b="0">
                <a:solidFill>
                  <a:srgbClr val="FFFFFF"/>
                </a:solidFill>
                <a:latin typeface="Pretendard"/>
                <a:ea typeface="Pretendard"/>
                <a:cs typeface="Pretendard"/>
              </a:defRPr>
            </a:lvl3pPr>
            <a:lvl4pPr algn="ctr">
              <a:defRPr sz="2550" b="0">
                <a:solidFill>
                  <a:srgbClr val="FFFFFF"/>
                </a:solidFill>
                <a:latin typeface="Pretendard"/>
                <a:ea typeface="Pretendard"/>
                <a:cs typeface="Pretendard"/>
              </a:defRPr>
            </a:lvl4pPr>
            <a:lvl5pPr algn="ctr">
              <a:defRPr sz="2550" b="0">
                <a:solidFill>
                  <a:srgbClr val="FFFFFF"/>
                </a:solidFill>
                <a:latin typeface="Pretendard"/>
                <a:ea typeface="Pretendard"/>
                <a:cs typeface="Pretendard"/>
              </a:defRPr>
            </a:lvl5pPr>
            <a:lvl6pPr algn="ctr">
              <a:defRPr sz="2550" b="0">
                <a:solidFill>
                  <a:srgbClr val="FFFFFF"/>
                </a:solidFill>
                <a:latin typeface="Pretendard"/>
                <a:ea typeface="Pretendard"/>
                <a:cs typeface="Pretendard"/>
              </a:defRPr>
            </a:lvl6pPr>
            <a:lvl7pPr algn="ctr">
              <a:defRPr sz="2550" b="0">
                <a:solidFill>
                  <a:srgbClr val="FFFFFF"/>
                </a:solidFill>
                <a:latin typeface="Pretendard"/>
                <a:ea typeface="Pretendard"/>
                <a:cs typeface="Pretendard"/>
              </a:defRPr>
            </a:lvl7pPr>
            <a:lvl8pPr algn="ctr">
              <a:defRPr sz="2550" b="0">
                <a:solidFill>
                  <a:srgbClr val="FFFFFF"/>
                </a:solidFill>
                <a:latin typeface="Pretendard"/>
                <a:ea typeface="Pretendard"/>
                <a:cs typeface="Pretendard"/>
              </a:defRPr>
            </a:lvl8pPr>
            <a:lvl9pPr algn="ctr">
              <a:defRPr sz="2550" b="0">
                <a:solidFill>
                  <a:srgbClr val="FFFFFF"/>
                </a:solidFill>
                <a:latin typeface="Pretendard"/>
                <a:ea typeface="Pretendard"/>
                <a:cs typeface="Pretendard"/>
              </a:defRPr>
            </a:lvl9pPr>
          </a:lstStyle>
          <a:p xmlns:a="http://schemas.openxmlformats.org/drawingml/2006/main">
            <a:pPr algn="ctr">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물의 표준 생성 엔탈피: −285.8 kJ/mol</a:t>
            </a:r>
          </a:p>
        </p:txBody>
      </p:sp>
    </p:spTree>
    <p:extLst>
      <p:ext uri="{BB962C8B-B14F-4D97-AF65-F5344CB8AC3E}">
        <p14:creationId xmlns:p14="http://schemas.microsoft.com/office/powerpoint/2010/main" val="576171683"/>
      </p:ext>
    </p:extLst>
  </p:cSld>
</p:sld>
</file>

<file path=ppt/slides/slide2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7" name="v34 내용 영역">
            <a:extLst xmlns:a="http://schemas.openxmlformats.org/drawingml/2006/main">
              <a:ext uri="{FF2B5EF4-FFF2-40B4-BE49-F238E27FC236}">
                <a16:creationId xmlns:a16="http://schemas.microsoft.com/office/drawing/2014/main" id="{814F80E7-7131-41DA-AD9B-BFD56E7E7510}"/>
              </a:ext>
            </a:extLst>
          </p:cNvPr>
          <p:cNvSpPr>
            <a:spLocks xmlns:a="http://schemas.openxmlformats.org/drawingml/2006/main" noGrp="1"/>
          </p:cNvSpPr>
          <p:nvPr/>
        </p:nvSpPr>
        <p:spPr>
          <a:xfrm xmlns:a="http://schemas.openxmlformats.org/drawingml/2006/main">
            <a:off x="7667625" y="6858000"/>
            <a:ext cx="1381125" cy="28575"/>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sp>
        <p:nvSpPr>
          <p:cNvPr id="15" name="v34 내용 영역">
            <a:extLst xmlns:a="http://schemas.openxmlformats.org/drawingml/2006/main">
              <a:ext uri="{FF2B5EF4-FFF2-40B4-BE49-F238E27FC236}">
                <a16:creationId xmlns:a16="http://schemas.microsoft.com/office/drawing/2014/main" id="{68823C4E-D088-435B-8293-20CF3171CA66}"/>
              </a:ext>
            </a:extLst>
          </p:cNvPr>
          <p:cNvSpPr>
            <a:spLocks xmlns:a="http://schemas.openxmlformats.org/drawingml/2006/main" noGrp="1"/>
          </p:cNvSpPr>
          <p:nvPr/>
        </p:nvSpPr>
        <p:spPr>
          <a:xfrm xmlns:a="http://schemas.openxmlformats.org/drawingml/2006/main">
            <a:off x="7667625" y="5429250"/>
            <a:ext cx="1381125" cy="28575"/>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18EE01EC-CA96-40C2-B09E-4B1B06B0AA5D}"/>
              </a:ext>
            </a:extLst>
          </p:cNvPr>
          <p:cNvPicPr>
            <a:picLocks xmlns:a="http://schemas.openxmlformats.org/drawingml/2006/main" noChangeAspect="1"/>
          </p:cNvPicPr>
          <p:nvPr/>
        </p:nvPicPr>
        <p:blipFill>
          <a:blip xmlns:r="http://schemas.openxmlformats.org/officeDocument/2006/relationships" xmlns:a="http://schemas.openxmlformats.org/drawingml/2006/main" r:embed="R9b8a9041ac584b3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1D07166-30DF-4624-8F72-75689CA1F67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CE6498F-A47B-4CC1-A16D-F3521DC4196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7E930613-8A88-49F4-8DDB-479BE4845E5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1A3E443-C4E4-437F-B51C-65FDB30CAD2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D47619E5-F366-4473-8D65-91EBBCE7B3B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 기호의 의미</a:t>
            </a:r>
          </a:p>
        </p:txBody>
      </p:sp>
      <p:pic>
        <p:nvPicPr>
          <p:cNvPr id="7" name="">
            <a:extLst xmlns:a="http://schemas.openxmlformats.org/drawingml/2006/main">
              <a:ext uri="{FF2B5EF4-FFF2-40B4-BE49-F238E27FC236}">
                <a16:creationId xmlns:a16="http://schemas.microsoft.com/office/drawing/2014/main" id="{10BC6D5A-7479-4AB8-925E-FA543E905B5C}"/>
              </a:ext>
            </a:extLst>
          </p:cNvPr>
          <p:cNvPicPr>
            <a:picLocks xmlns:a="http://schemas.openxmlformats.org/drawingml/2006/main" noChangeAspect="1"/>
          </p:cNvPicPr>
          <p:nvPr/>
        </p:nvPicPr>
        <p:blipFill>
          <a:blip xmlns:r="http://schemas.openxmlformats.org/officeDocument/2006/relationships" xmlns:a="http://schemas.openxmlformats.org/drawingml/2006/main" r:embed="R9a56596a1f08485f"/>
          <a:stretch xmlns:a="http://schemas.openxmlformats.org/drawingml/2006/main"/>
        </p:blipFill>
        <p:spPr>
          <a:xfrm xmlns:a="http://schemas.openxmlformats.org/drawingml/2006/main">
            <a:off x="3058370" y="5190741"/>
            <a:ext cx="4360760" cy="2382018"/>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70585BCF-38FA-46BF-910C-F0D65C1A9B3A}"/>
              </a:ext>
            </a:extLst>
          </p:cNvPr>
          <p:cNvSpPr>
            <a:spLocks xmlns:a="http://schemas.openxmlformats.org/drawingml/2006/main" noGrp="1"/>
          </p:cNvSpPr>
          <p:nvPr/>
        </p:nvSpPr>
        <p:spPr>
          <a:xfrm xmlns:a="http://schemas.openxmlformats.org/drawingml/2006/main">
            <a:off x="9525000" y="46672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  표준 상태</a:t>
            </a:r>
          </a:p>
        </p:txBody>
      </p:sp>
      <p:sp>
        <p:nvSpPr>
          <p:cNvPr id="9" name="text">
            <a:extLst xmlns:a="http://schemas.openxmlformats.org/drawingml/2006/main">
              <a:ext uri="{FF2B5EF4-FFF2-40B4-BE49-F238E27FC236}">
                <a16:creationId xmlns:a16="http://schemas.microsoft.com/office/drawing/2014/main" id="{44FB4629-3664-4A49-B290-64B3DF63644C}"/>
              </a:ext>
            </a:extLst>
          </p:cNvPr>
          <p:cNvSpPr>
            <a:spLocks xmlns:a="http://schemas.openxmlformats.org/drawingml/2006/main" noGrp="1"/>
          </p:cNvSpPr>
          <p:nvPr/>
        </p:nvSpPr>
        <p:spPr>
          <a:xfrm xmlns:a="http://schemas.openxmlformats.org/drawingml/2006/main">
            <a:off x="9525000" y="5391150"/>
            <a:ext cx="638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표준 상태에서의 값임을 나타낸다.</a:t>
            </a:r>
          </a:p>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온도를 뜻하는 기호는 아니다.</a:t>
            </a:r>
          </a:p>
        </p:txBody>
      </p:sp>
      <p:sp>
        <p:nvSpPr>
          <p:cNvPr id="10" name="text">
            <a:extLst xmlns:a="http://schemas.openxmlformats.org/drawingml/2006/main">
              <a:ext uri="{FF2B5EF4-FFF2-40B4-BE49-F238E27FC236}">
                <a16:creationId xmlns:a16="http://schemas.microsoft.com/office/drawing/2014/main" id="{5FD866B8-C052-4D11-966F-DD5635BD6993}"/>
              </a:ext>
            </a:extLst>
          </p:cNvPr>
          <p:cNvSpPr>
            <a:spLocks xmlns:a="http://schemas.openxmlformats.org/drawingml/2006/main" noGrp="1"/>
          </p:cNvSpPr>
          <p:nvPr/>
        </p:nvSpPr>
        <p:spPr>
          <a:xfrm xmlns:a="http://schemas.openxmlformats.org/drawingml/2006/main">
            <a:off x="9525000" y="6619875"/>
            <a:ext cx="638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f  formation · 생성</a:t>
            </a:r>
          </a:p>
        </p:txBody>
      </p:sp>
      <p:sp>
        <p:nvSpPr>
          <p:cNvPr id="11" name="text">
            <a:extLst xmlns:a="http://schemas.openxmlformats.org/drawingml/2006/main">
              <a:ext uri="{FF2B5EF4-FFF2-40B4-BE49-F238E27FC236}">
                <a16:creationId xmlns:a16="http://schemas.microsoft.com/office/drawing/2014/main" id="{F122A8B6-F952-4D8D-A022-CE688AF278C2}"/>
              </a:ext>
            </a:extLst>
          </p:cNvPr>
          <p:cNvSpPr>
            <a:spLocks xmlns:a="http://schemas.openxmlformats.org/drawingml/2006/main" noGrp="1"/>
          </p:cNvSpPr>
          <p:nvPr/>
        </p:nvSpPr>
        <p:spPr>
          <a:xfrm xmlns:a="http://schemas.openxmlformats.org/drawingml/2006/main">
            <a:off x="9525000" y="7334250"/>
            <a:ext cx="638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원소 물질로부터 생성되는 반응</a:t>
            </a:r>
          </a:p>
        </p:txBody>
      </p:sp>
      <p:sp>
        <p:nvSpPr>
          <p:cNvPr id="14" name="text">
            <a:extLst xmlns:a="http://schemas.openxmlformats.org/drawingml/2006/main">
              <a:ext uri="{FF2B5EF4-FFF2-40B4-BE49-F238E27FC236}">
                <a16:creationId xmlns:a16="http://schemas.microsoft.com/office/drawing/2014/main" id="{25D5EC7A-99F4-4817-BCF7-FCBDF1AC8EE3}"/>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생성되는 물질 1 mol 기준  ·  단위 kJ/mol</a:t>
            </a:r>
          </a:p>
        </p:txBody>
      </p:sp>
      <p:sp>
        <p:nvSpPr>
          <p:cNvPr id="16" name="">
            <a:extLst xmlns:a="http://schemas.openxmlformats.org/drawingml/2006/main">
              <a:ext uri="{FF2B5EF4-FFF2-40B4-BE49-F238E27FC236}">
                <a16:creationId xmlns:a16="http://schemas.microsoft.com/office/drawing/2014/main" id="{639FE39D-E4FB-4938-AF93-E9030AA5E4E9}"/>
              </a:ext>
            </a:extLst>
          </p:cNvPr>
          <p:cNvSpPr>
            <a:spLocks xmlns:a="http://schemas.openxmlformats.org/drawingml/2006/main" noGrp="1"/>
          </p:cNvSpPr>
          <p:nvPr/>
        </p:nvSpPr>
        <p:spPr>
          <a:xfrm xmlns:a="http://schemas.openxmlformats.org/drawingml/2006/main">
            <a:off x="7477125" y="535305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9FFF6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2E35537-8EEE-466E-A64E-0F8D16DE2481}"/>
              </a:ext>
            </a:extLst>
          </p:cNvPr>
          <p:cNvSpPr>
            <a:spLocks xmlns:a="http://schemas.openxmlformats.org/drawingml/2006/main" noGrp="1"/>
          </p:cNvSpPr>
          <p:nvPr/>
        </p:nvSpPr>
        <p:spPr>
          <a:xfrm xmlns:a="http://schemas.openxmlformats.org/drawingml/2006/main">
            <a:off x="7477125" y="678180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9FFF68"/>
          </a:solidFill>
          <a:ln xmlns:a="http://schemas.openxmlformats.org/drawingml/2006/main" w="0">
            <a:noFill/>
          </a:ln>
        </p:spPr>
      </p:sp>
    </p:spTree>
    <p:extLst>
      <p:ext uri="{BB962C8B-B14F-4D97-AF65-F5344CB8AC3E}">
        <p14:creationId xmlns:p14="http://schemas.microsoft.com/office/powerpoint/2010/main" val="1634735525"/>
      </p:ext>
    </p:extLst>
  </p:cSld>
</p:sld>
</file>

<file path=ppt/slides/slide2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8667DC46-753D-4E3A-BD7A-88CE7573B29E}"/>
              </a:ext>
            </a:extLst>
          </p:cNvPr>
          <p:cNvPicPr>
            <a:picLocks xmlns:a="http://schemas.openxmlformats.org/drawingml/2006/main" noChangeAspect="1"/>
          </p:cNvPicPr>
          <p:nvPr/>
        </p:nvPicPr>
        <p:blipFill>
          <a:blip xmlns:r="http://schemas.openxmlformats.org/officeDocument/2006/relationships" xmlns:a="http://schemas.openxmlformats.org/drawingml/2006/main" r:embed="R71e69da20d09427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82DE205-70C1-431D-A9CD-8A11B501ACB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68E9B65-37EF-4594-838B-F700D5A2D7D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949F6F3-3837-450F-9023-EF0EAB70EDE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2FC8D78-43D5-4DD6-A271-2BF4A1A1FAE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C7A80940-B6EE-4120-A0C5-467E56A56E5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상태는 비교를 위한 기준</a:t>
            </a:r>
          </a:p>
        </p:txBody>
      </p:sp>
      <p:sp>
        <p:nvSpPr>
          <p:cNvPr id="7" name="text">
            <a:extLst xmlns:a="http://schemas.openxmlformats.org/drawingml/2006/main">
              <a:ext uri="{FF2B5EF4-FFF2-40B4-BE49-F238E27FC236}">
                <a16:creationId xmlns:a16="http://schemas.microsoft.com/office/drawing/2014/main" id="{A62CFC64-6503-488A-AAAA-A62BEEC2DA76}"/>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압력과 농도 등 비교 조건을 정해 엔탈피 값을 나타낸다.</a:t>
            </a:r>
          </a:p>
        </p:txBody>
      </p:sp>
      <p:sp>
        <p:nvSpPr>
          <p:cNvPr id="13" name="text">
            <a:extLst xmlns:a="http://schemas.openxmlformats.org/drawingml/2006/main">
              <a:ext uri="{FF2B5EF4-FFF2-40B4-BE49-F238E27FC236}">
                <a16:creationId xmlns:a16="http://schemas.microsoft.com/office/drawing/2014/main" id="{8A904C00-E3FD-4F20-B74D-EB4FD6BED830}"/>
              </a:ext>
            </a:extLst>
          </p:cNvPr>
          <p:cNvSpPr>
            <a:spLocks xmlns:a="http://schemas.openxmlformats.org/drawingml/2006/main" noGrp="1"/>
          </p:cNvSpPr>
          <p:nvPr/>
        </p:nvSpPr>
        <p:spPr>
          <a:xfrm xmlns:a="http://schemas.openxmlformats.org/drawingml/2006/main">
            <a:off x="3905250" y="842962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a:solidFill>
                  <a:srgbClr val="9FFF68"/>
                </a:solidFill>
                <a:latin typeface="Pretendard"/>
                <a:ea typeface="Pretendard"/>
                <a:cs typeface="Pretendard"/>
              </a:defRPr>
            </a:defPPr>
            <a:lvl1pPr algn="ctr">
              <a:defRPr sz="2175" b="1">
                <a:solidFill>
                  <a:srgbClr val="9FFF68"/>
                </a:solidFill>
                <a:latin typeface="Pretendard"/>
                <a:ea typeface="Pretendard"/>
                <a:cs typeface="Pretendard"/>
              </a:defRPr>
            </a:lvl1pPr>
            <a:lvl2pPr algn="ctr">
              <a:defRPr sz="2175" b="1">
                <a:solidFill>
                  <a:srgbClr val="9FFF68"/>
                </a:solidFill>
                <a:latin typeface="Pretendard"/>
                <a:ea typeface="Pretendard"/>
                <a:cs typeface="Pretendard"/>
              </a:defRPr>
            </a:lvl2pPr>
            <a:lvl3pPr algn="ctr">
              <a:defRPr sz="2175" b="1">
                <a:solidFill>
                  <a:srgbClr val="9FFF68"/>
                </a:solidFill>
                <a:latin typeface="Pretendard"/>
                <a:ea typeface="Pretendard"/>
                <a:cs typeface="Pretendard"/>
              </a:defRPr>
            </a:lvl3pPr>
            <a:lvl4pPr algn="ctr">
              <a:defRPr sz="2175" b="1">
                <a:solidFill>
                  <a:srgbClr val="9FFF68"/>
                </a:solidFill>
                <a:latin typeface="Pretendard"/>
                <a:ea typeface="Pretendard"/>
                <a:cs typeface="Pretendard"/>
              </a:defRPr>
            </a:lvl4pPr>
            <a:lvl5pPr algn="ctr">
              <a:defRPr sz="2175" b="1">
                <a:solidFill>
                  <a:srgbClr val="9FFF68"/>
                </a:solidFill>
                <a:latin typeface="Pretendard"/>
                <a:ea typeface="Pretendard"/>
                <a:cs typeface="Pretendard"/>
              </a:defRPr>
            </a:lvl5pPr>
            <a:lvl6pPr algn="ctr">
              <a:defRPr sz="2175" b="1">
                <a:solidFill>
                  <a:srgbClr val="9FFF68"/>
                </a:solidFill>
                <a:latin typeface="Pretendard"/>
                <a:ea typeface="Pretendard"/>
                <a:cs typeface="Pretendard"/>
              </a:defRPr>
            </a:lvl6pPr>
            <a:lvl7pPr algn="ctr">
              <a:defRPr sz="2175" b="1">
                <a:solidFill>
                  <a:srgbClr val="9FFF68"/>
                </a:solidFill>
                <a:latin typeface="Pretendard"/>
                <a:ea typeface="Pretendard"/>
                <a:cs typeface="Pretendard"/>
              </a:defRPr>
            </a:lvl7pPr>
            <a:lvl8pPr algn="ctr">
              <a:defRPr sz="2175" b="1">
                <a:solidFill>
                  <a:srgbClr val="9FFF68"/>
                </a:solidFill>
                <a:latin typeface="Pretendard"/>
                <a:ea typeface="Pretendard"/>
                <a:cs typeface="Pretendard"/>
              </a:defRPr>
            </a:lvl8pPr>
            <a:lvl9pPr algn="ctr">
              <a:defRPr sz="2175" b="1">
                <a:solidFill>
                  <a:srgbClr val="9FFF68"/>
                </a:solidFill>
                <a:latin typeface="Pretendard"/>
                <a:ea typeface="Pretendard"/>
                <a:cs typeface="Pretendard"/>
              </a:defRPr>
            </a:lvl9pPr>
          </a:lstStyle>
          <a:p xmlns:a="http://schemas.openxmlformats.org/drawingml/2006/main">
            <a:pPr algn="ctr">
              <a:defRPr sz="2175" b="1">
                <a:solidFill>
                  <a:srgbClr val="9FFF68"/>
                </a:solidFill>
                <a:latin typeface="Pretendard"/>
                <a:ea typeface="Pretendard"/>
                <a:cs typeface="Pretendard"/>
              </a:defRPr>
            </a:pPr>
            <a:r>
              <a:rPr sz="2175" b="1">
                <a:solidFill>
                  <a:srgbClr val="9FFF68"/>
                </a:solidFill>
                <a:latin typeface="Pretendard"/>
                <a:ea typeface="Pretendard"/>
                <a:cs typeface="Pretendard"/>
              </a:rPr>
              <a:t>1 M: 용액 1 L에 용질 1 mol이 들어 있는 농도</a:t>
            </a:r>
          </a:p>
        </p:txBody>
      </p:sp>
      <p:graphicFrame>
        <p:nvGraphicFramePr>
          <p:cNvPr id="14" name="">
            <a:extLst xmlns:a="http://schemas.openxmlformats.org/drawingml/2006/main">
              <a:ext uri="{FF2B5EF4-FFF2-40B4-BE49-F238E27FC236}">
                <a16:creationId xmlns:a16="http://schemas.microsoft.com/office/drawing/2014/main" id="{6908C9BF-31A5-48E7-9CE4-4AFC8A26934D}"/>
              </a:ext>
            </a:extLst>
          </p:cNvPr>
          <p:cNvGraphicFramePr/>
          <p:nvPr/>
        </p:nvGraphicFramePr>
        <p:xfrm>
          <a:off xmlns:a="http://schemas.openxmlformats.org/drawingml/2006/main" x="3810000" y="4762500"/>
          <a:ext xmlns:a="http://schemas.openxmlformats.org/drawingml/2006/main" cx="10668000" cy="3429000"/>
        </p:xfrm>
        <a:graphic xmlns:a="http://schemas.openxmlformats.org/drawingml/2006/main">
          <a:graphicData uri="http://schemas.openxmlformats.org/drawingml/2006/table">
            <a:tbl>
              <a:tblPr/>
              <a:tblGrid>
                <a:gridCol w="2667000"/>
                <a:gridCol w="8001000"/>
              </a:tblGrid>
              <a:tr h="857250">
                <a:tc>
                  <a:txBody>
                    <a:bodyPr wrap="none" lIns="114300" tIns="114300" rIns="114300" bIns="114300"/>
                    <a:lstStyle/>
                    <a:p>
                      <a:pPr algn="ctr"/>
                      <a:r>
                        <a:rPr sz="2400" b="1">
                          <a:solidFill>
                            <a:srgbClr val="FFFFFF"/>
                          </a:solidFill>
                          <a:latin typeface="Pretendard"/>
                          <a:ea typeface="Pretendard"/>
                          <a:cs typeface="Pretendard"/>
                        </a:rPr>
                        <a:t>물질의 종류</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400" b="1">
                          <a:solidFill>
                            <a:srgbClr val="FFFFFF"/>
                          </a:solidFill>
                          <a:latin typeface="Pretendard"/>
                          <a:ea typeface="Pretendard"/>
                          <a:cs typeface="Pretendard"/>
                        </a:rPr>
                        <a:t>완자에서 사용하는 표준 상태의 기준</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857250">
                <a:tc>
                  <a:txBody>
                    <a:bodyPr wrap="none" lIns="114300" tIns="114300" rIns="114300" bIns="114300"/>
                    <a:lstStyle/>
                    <a:p>
                      <a:pPr algn="ctr"/>
                      <a:r>
                        <a:rPr sz="2400" b="1">
                          <a:solidFill>
                            <a:srgbClr val="FFFFFF"/>
                          </a:solidFill>
                          <a:latin typeface="Pretendard"/>
                          <a:ea typeface="Pretendard"/>
                          <a:cs typeface="Pretendard"/>
                        </a:rPr>
                        <a:t>기체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400" b="0">
                          <a:solidFill>
                            <a:srgbClr val="FFFFFF"/>
                          </a:solidFill>
                          <a:latin typeface="Pretendard"/>
                          <a:ea typeface="Pretendard"/>
                          <a:cs typeface="Pretendard"/>
                        </a:rPr>
                        <a:t>1기압의 순수한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400" b="1">
                          <a:solidFill>
                            <a:srgbClr val="FFFFFF"/>
                          </a:solidFill>
                          <a:latin typeface="Pretendard"/>
                          <a:ea typeface="Pretendard"/>
                          <a:cs typeface="Pretendard"/>
                        </a:rPr>
                        <a:t>고체·액체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400" b="0">
                          <a:solidFill>
                            <a:srgbClr val="FFFFFF"/>
                          </a:solidFill>
                          <a:latin typeface="Pretendard"/>
                          <a:ea typeface="Pretendard"/>
                          <a:cs typeface="Pretendard"/>
                        </a:rPr>
                        <a:t>1기압에서의 순수한 물질</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400" b="1">
                          <a:solidFill>
                            <a:srgbClr val="FFFFFF"/>
                          </a:solidFill>
                          <a:latin typeface="Pretendard"/>
                          <a:ea typeface="Pretendard"/>
                          <a:cs typeface="Pretendard"/>
                        </a:rPr>
                        <a:t>수용액</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400" b="0">
                          <a:solidFill>
                            <a:srgbClr val="FFFFFF"/>
                          </a:solidFill>
                          <a:latin typeface="Pretendard"/>
                          <a:ea typeface="Pretendard"/>
                          <a:cs typeface="Pretendard"/>
                        </a:rPr>
                        <a:t>용질의 농도가 1 M인 상태</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15" name="표 둥근 외곽 마스크">
            <a:extLst xmlns:a="http://schemas.openxmlformats.org/drawingml/2006/main">
              <a:ext uri="{FF2B5EF4-FFF2-40B4-BE49-F238E27FC236}">
                <a16:creationId xmlns:a16="http://schemas.microsoft.com/office/drawing/2014/main" id="{588FB530-C397-4ACB-BCB9-4E075DA63B55}"/>
              </a:ext>
            </a:extLst>
          </p:cNvPr>
          <p:cNvSpPr>
            <a:spLocks xmlns:a="http://schemas.openxmlformats.org/drawingml/2006/main" noGrp="1"/>
          </p:cNvSpPr>
          <p:nvPr/>
        </p:nvSpPr>
        <p:spPr>
          <a:xfrm xmlns:a="http://schemas.openxmlformats.org/drawingml/2006/main" rot="0">
            <a:off x="3810000" y="47625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6" name="표 둥근 외곽 마스크">
            <a:extLst xmlns:a="http://schemas.openxmlformats.org/drawingml/2006/main">
              <a:ext uri="{FF2B5EF4-FFF2-40B4-BE49-F238E27FC236}">
                <a16:creationId xmlns:a16="http://schemas.microsoft.com/office/drawing/2014/main" id="{73266787-410F-41DC-9726-3C7F3FC9B0E9}"/>
              </a:ext>
            </a:extLst>
          </p:cNvPr>
          <p:cNvSpPr>
            <a:spLocks xmlns:a="http://schemas.openxmlformats.org/drawingml/2006/main" noGrp="1"/>
          </p:cNvSpPr>
          <p:nvPr/>
        </p:nvSpPr>
        <p:spPr>
          <a:xfrm xmlns:a="http://schemas.openxmlformats.org/drawingml/2006/main" rot="5400000">
            <a:off x="14287500" y="47625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7" name="표 둥근 외곽 마스크">
            <a:extLst xmlns:a="http://schemas.openxmlformats.org/drawingml/2006/main">
              <a:ext uri="{FF2B5EF4-FFF2-40B4-BE49-F238E27FC236}">
                <a16:creationId xmlns:a16="http://schemas.microsoft.com/office/drawing/2014/main" id="{863BF6FD-C1EE-4893-8149-49B0222E1710}"/>
              </a:ext>
            </a:extLst>
          </p:cNvPr>
          <p:cNvSpPr>
            <a:spLocks xmlns:a="http://schemas.openxmlformats.org/drawingml/2006/main" noGrp="1"/>
          </p:cNvSpPr>
          <p:nvPr/>
        </p:nvSpPr>
        <p:spPr>
          <a:xfrm xmlns:a="http://schemas.openxmlformats.org/drawingml/2006/main" rot="10800000">
            <a:off x="14287500" y="800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8" name="표 둥근 외곽 마스크">
            <a:extLst xmlns:a="http://schemas.openxmlformats.org/drawingml/2006/main">
              <a:ext uri="{FF2B5EF4-FFF2-40B4-BE49-F238E27FC236}">
                <a16:creationId xmlns:a16="http://schemas.microsoft.com/office/drawing/2014/main" id="{87D119C0-32C1-4031-BD3C-5B0782434738}"/>
              </a:ext>
            </a:extLst>
          </p:cNvPr>
          <p:cNvSpPr>
            <a:spLocks xmlns:a="http://schemas.openxmlformats.org/drawingml/2006/main" noGrp="1"/>
          </p:cNvSpPr>
          <p:nvPr/>
        </p:nvSpPr>
        <p:spPr>
          <a:xfrm xmlns:a="http://schemas.openxmlformats.org/drawingml/2006/main" rot="16200000">
            <a:off x="3810000" y="800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pic>
        <p:nvPicPr>
          <p:cNvPr id="19" name="">
            <a:extLst xmlns:a="http://schemas.openxmlformats.org/drawingml/2006/main">
              <a:ext uri="{FF2B5EF4-FFF2-40B4-BE49-F238E27FC236}">
                <a16:creationId xmlns:a16="http://schemas.microsoft.com/office/drawing/2014/main" id="{5392DEFA-7354-4220-BC64-7C723A16E835}"/>
              </a:ext>
            </a:extLst>
          </p:cNvPr>
          <p:cNvPicPr>
            <a:picLocks xmlns:a="http://schemas.openxmlformats.org/drawingml/2006/main" noChangeAspect="1"/>
          </p:cNvPicPr>
          <p:nvPr/>
        </p:nvPicPr>
        <p:blipFill>
          <a:blip xmlns:r="http://schemas.openxmlformats.org/officeDocument/2006/relationships" xmlns:a="http://schemas.openxmlformats.org/drawingml/2006/main" r:embed="Rfc7297ac6b4943da"/>
          <a:srcRect xmlns:a="http://schemas.openxmlformats.org/drawingml/2006/main" l="4492" t="2051" r="56120" b="2148"/>
          <a:stretch xmlns:a="http://schemas.openxmlformats.org/drawingml/2006/main"/>
        </p:blipFill>
        <p:spPr>
          <a:xfrm xmlns:a="http://schemas.openxmlformats.org/drawingml/2006/main">
            <a:off x="553926" y="4953000"/>
            <a:ext cx="2702148" cy="4381500"/>
          </a:xfrm>
          <a:prstGeom xmlns:a="http://schemas.openxmlformats.org/drawingml/2006/main" prst="rect">
            <a:avLst/>
          </a:prstGeom>
        </p:spPr>
      </p:pic>
      <p:pic>
        <p:nvPicPr>
          <p:cNvPr id="20" name="">
            <a:extLst xmlns:a="http://schemas.openxmlformats.org/drawingml/2006/main">
              <a:ext uri="{FF2B5EF4-FFF2-40B4-BE49-F238E27FC236}">
                <a16:creationId xmlns:a16="http://schemas.microsoft.com/office/drawing/2014/main" id="{687DE67E-F3EE-436C-A5F2-0D6B80E240E1}"/>
              </a:ext>
            </a:extLst>
          </p:cNvPr>
          <p:cNvPicPr>
            <a:picLocks xmlns:a="http://schemas.openxmlformats.org/drawingml/2006/main" noChangeAspect="1"/>
          </p:cNvPicPr>
          <p:nvPr/>
        </p:nvPicPr>
        <p:blipFill>
          <a:blip xmlns:r="http://schemas.openxmlformats.org/officeDocument/2006/relationships" xmlns:a="http://schemas.openxmlformats.org/drawingml/2006/main" r:embed="R2870bbafb7c647d1"/>
          <a:srcRect xmlns:a="http://schemas.openxmlformats.org/drawingml/2006/main" l="53646" t="3125" r="4297" b="2441"/>
          <a:stretch xmlns:a="http://schemas.openxmlformats.org/drawingml/2006/main"/>
        </p:blipFill>
        <p:spPr>
          <a:xfrm xmlns:a="http://schemas.openxmlformats.org/drawingml/2006/main">
            <a:off x="14919479" y="4953000"/>
            <a:ext cx="2927041" cy="4381500"/>
          </a:xfrm>
          <a:prstGeom xmlns:a="http://schemas.openxmlformats.org/drawingml/2006/main" prst="rect">
            <a:avLst/>
          </a:prstGeom>
        </p:spPr>
      </p:pic>
    </p:spTree>
    <p:extLst>
      <p:ext uri="{BB962C8B-B14F-4D97-AF65-F5344CB8AC3E}">
        <p14:creationId xmlns:p14="http://schemas.microsoft.com/office/powerpoint/2010/main" val="1886579591"/>
      </p:ext>
    </p:extLst>
  </p:cSld>
</p:sld>
</file>

<file path=ppt/slides/slide2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27BA87D5-960D-4A0B-9D3C-DFD6AF40208E}"/>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8B742AE2-C40B-4FAE-8C13-437A0D62822C}"/>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2BF518C3-9BBF-4137-A29B-AE713053BA6D}"/>
              </a:ext>
            </a:extLst>
          </p:cNvPr>
          <p:cNvPicPr>
            <a:picLocks xmlns:a="http://schemas.openxmlformats.org/drawingml/2006/main" noChangeAspect="1"/>
          </p:cNvPicPr>
          <p:nvPr/>
        </p:nvPicPr>
        <p:blipFill>
          <a:blip xmlns:r="http://schemas.openxmlformats.org/officeDocument/2006/relationships" xmlns:a="http://schemas.openxmlformats.org/drawingml/2006/main" r:embed="Rc41f0f60c8224e9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612823C-5BC0-413D-BD9C-E5B6F895C93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616A0DE-41BB-4AE2-B377-1D322334CD0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A9C7A0CA-BCD0-442E-A375-1D1660173AC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49944FD-29FF-4AB8-B585-FF3C535C2CA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9624C77A-6722-4EEC-B058-5ECEA16DFD8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상태가 곧 25°C인 것은 아니다</a:t>
            </a:r>
          </a:p>
        </p:txBody>
      </p:sp>
      <p:sp>
        <p:nvSpPr>
          <p:cNvPr id="8" name="text">
            <a:extLst xmlns:a="http://schemas.openxmlformats.org/drawingml/2006/main">
              <a:ext uri="{FF2B5EF4-FFF2-40B4-BE49-F238E27FC236}">
                <a16:creationId xmlns:a16="http://schemas.microsoft.com/office/drawing/2014/main" id="{673C511E-3465-4A4E-9610-E3F765502374}"/>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표준 상태의 표시 °</a:t>
            </a:r>
          </a:p>
        </p:txBody>
      </p:sp>
      <p:sp>
        <p:nvSpPr>
          <p:cNvPr id="9" name="text">
            <a:extLst xmlns:a="http://schemas.openxmlformats.org/drawingml/2006/main">
              <a:ext uri="{FF2B5EF4-FFF2-40B4-BE49-F238E27FC236}">
                <a16:creationId xmlns:a16="http://schemas.microsoft.com/office/drawing/2014/main" id="{7CCD3DC2-1EE2-40B7-9FE7-EB5A80E2D652}"/>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특정한 온도를 뜻하는</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기호가 아니다.</a:t>
            </a:r>
          </a:p>
        </p:txBody>
      </p:sp>
      <p:sp>
        <p:nvSpPr>
          <p:cNvPr id="11" name="text">
            <a:extLst xmlns:a="http://schemas.openxmlformats.org/drawingml/2006/main">
              <a:ext uri="{FF2B5EF4-FFF2-40B4-BE49-F238E27FC236}">
                <a16:creationId xmlns:a16="http://schemas.microsoft.com/office/drawing/2014/main" id="{9FBAA7A3-B777-4E3D-8242-DA860C839DD2}"/>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온도는 따로 확인</a:t>
            </a:r>
          </a:p>
        </p:txBody>
      </p:sp>
      <p:sp>
        <p:nvSpPr>
          <p:cNvPr id="12" name="text">
            <a:extLst xmlns:a="http://schemas.openxmlformats.org/drawingml/2006/main">
              <a:ext uri="{FF2B5EF4-FFF2-40B4-BE49-F238E27FC236}">
                <a16:creationId xmlns:a16="http://schemas.microsoft.com/office/drawing/2014/main" id="{35DE6C38-71C7-4643-BF0C-01FF893C7C36}"/>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 엔탈피 값은</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온도에 따라 달라질 수 있다.</a:t>
            </a:r>
          </a:p>
        </p:txBody>
      </p:sp>
    </p:spTree>
    <p:extLst>
      <p:ext uri="{BB962C8B-B14F-4D97-AF65-F5344CB8AC3E}">
        <p14:creationId xmlns:p14="http://schemas.microsoft.com/office/powerpoint/2010/main" val="282209539"/>
      </p:ext>
    </p:extLst>
  </p:cSld>
</p:sld>
</file>

<file path=ppt/slides/slide30.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30D0FD3-A69B-4E8F-A074-5D975CFF0D97}"/>
              </a:ext>
            </a:extLst>
          </p:cNvPr>
          <p:cNvPicPr>
            <a:picLocks xmlns:a="http://schemas.openxmlformats.org/drawingml/2006/main" noChangeAspect="1"/>
          </p:cNvPicPr>
          <p:nvPr/>
        </p:nvPicPr>
        <p:blipFill>
          <a:blip xmlns:r="http://schemas.openxmlformats.org/officeDocument/2006/relationships" xmlns:a="http://schemas.openxmlformats.org/drawingml/2006/main" r:embed="R482a0feefb854d3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3200867-E432-417E-924D-F7EA9C82684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CFB97FA-8B6E-468A-8426-5DD9099274F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12C526D4-271E-4061-BC2A-B523C35C7D81}"/>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F86269E-385B-4010-B2F2-A7BA5C58F4DA}"/>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기준 원소 물질</a:t>
            </a:r>
          </a:p>
        </p:txBody>
      </p:sp>
      <p:sp>
        <p:nvSpPr>
          <p:cNvPr id="6" name="text">
            <a:extLst xmlns:a="http://schemas.openxmlformats.org/drawingml/2006/main">
              <a:ext uri="{FF2B5EF4-FFF2-40B4-BE49-F238E27FC236}">
                <a16:creationId xmlns:a16="http://schemas.microsoft.com/office/drawing/2014/main" id="{61477886-164D-4D20-88DD-41A89ECBD5A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 물질의 생성 엔탈피는 0</a:t>
            </a:r>
          </a:p>
        </p:txBody>
      </p:sp>
      <p:sp>
        <p:nvSpPr>
          <p:cNvPr id="7" name="text">
            <a:extLst xmlns:a="http://schemas.openxmlformats.org/drawingml/2006/main">
              <a:ext uri="{FF2B5EF4-FFF2-40B4-BE49-F238E27FC236}">
                <a16:creationId xmlns:a16="http://schemas.microsoft.com/office/drawing/2014/main" id="{D7038464-4D6C-4260-9D3A-DBC0C414C14B}"/>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25°C의 기준 형태와 상태를 함께 확인한다.</a:t>
            </a:r>
          </a:p>
        </p:txBody>
      </p:sp>
      <p:graphicFrame>
        <p:nvGraphicFramePr>
          <p:cNvPr id="8" name="">
            <a:extLst xmlns:a="http://schemas.openxmlformats.org/drawingml/2006/main">
              <a:ext uri="{FF2B5EF4-FFF2-40B4-BE49-F238E27FC236}">
                <a16:creationId xmlns:a16="http://schemas.microsoft.com/office/drawing/2014/main" id="{7D884CFF-0542-47A4-85B0-A503CD35C406}"/>
              </a:ext>
            </a:extLst>
          </p:cNvPr>
          <p:cNvGraphicFramePr/>
          <p:nvPr/>
        </p:nvGraphicFramePr>
        <p:xfrm>
          <a:off xmlns:a="http://schemas.openxmlformats.org/drawingml/2006/main" x="1905000" y="4810125"/>
          <a:ext xmlns:a="http://schemas.openxmlformats.org/drawingml/2006/main" cx="14478000" cy="3429000"/>
        </p:xfrm>
        <a:graphic xmlns:a="http://schemas.openxmlformats.org/drawingml/2006/main">
          <a:graphicData uri="http://schemas.openxmlformats.org/drawingml/2006/table">
            <a:tbl>
              <a:tblPr/>
              <a:tblGrid>
                <a:gridCol w="2857500"/>
                <a:gridCol w="5810250"/>
                <a:gridCol w="5810250"/>
              </a:tblGrid>
              <a:tr h="857250">
                <a:tc>
                  <a:txBody>
                    <a:bodyPr wrap="none" lIns="114300" tIns="114300" rIns="114300" bIns="114300"/>
                    <a:lstStyle/>
                    <a:p>
                      <a:pPr algn="ctr"/>
                      <a:r>
                        <a:rPr sz="2925" b="1">
                          <a:solidFill>
                            <a:srgbClr val="FFFFFF"/>
                          </a:solidFill>
                          <a:latin typeface="Pretendard"/>
                          <a:ea typeface="Pretendard"/>
                          <a:cs typeface="Pretendard"/>
                        </a:rPr>
                        <a:t>원소</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기준 원소 물질</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857250">
                <a:tc>
                  <a:txBody>
                    <a:bodyPr wrap="none" lIns="114300" tIns="114300" rIns="114300" bIns="114300"/>
                    <a:lstStyle/>
                    <a:p>
                      <a:pPr algn="ctr"/>
                      <a:r>
                        <a:rPr sz="2925" b="1">
                          <a:solidFill>
                            <a:srgbClr val="FFFFFF"/>
                          </a:solidFill>
                          <a:latin typeface="Pretendard"/>
                          <a:ea typeface="Pretendard"/>
                          <a:cs typeface="Pretendard"/>
                        </a:rPr>
                        <a:t>탄소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흑연 · 고체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수소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수소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산소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산소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22FC1DB8-47AF-4A38-B960-3126D05A4586}"/>
              </a:ext>
            </a:extLst>
          </p:cNvPr>
          <p:cNvSpPr>
            <a:spLocks xmlns:a="http://schemas.openxmlformats.org/drawingml/2006/main" noGrp="1"/>
          </p:cNvSpPr>
          <p:nvPr/>
        </p:nvSpPr>
        <p:spPr>
          <a:xfrm xmlns:a="http://schemas.openxmlformats.org/drawingml/2006/main" rot="0">
            <a:off x="19050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99C63116-BC10-41FB-ABB6-0E666CF40581}"/>
              </a:ext>
            </a:extLst>
          </p:cNvPr>
          <p:cNvSpPr>
            <a:spLocks xmlns:a="http://schemas.openxmlformats.org/drawingml/2006/main" noGrp="1"/>
          </p:cNvSpPr>
          <p:nvPr/>
        </p:nvSpPr>
        <p:spPr>
          <a:xfrm xmlns:a="http://schemas.openxmlformats.org/drawingml/2006/main" rot="5400000">
            <a:off x="161925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5E37DB64-945F-4417-A462-15F8D5424C83}"/>
              </a:ext>
            </a:extLst>
          </p:cNvPr>
          <p:cNvSpPr>
            <a:spLocks xmlns:a="http://schemas.openxmlformats.org/drawingml/2006/main" noGrp="1"/>
          </p:cNvSpPr>
          <p:nvPr/>
        </p:nvSpPr>
        <p:spPr>
          <a:xfrm xmlns:a="http://schemas.openxmlformats.org/drawingml/2006/main" rot="10800000">
            <a:off x="161925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0CA3BCFE-8B90-405F-8AA0-9D9E7B9447F6}"/>
              </a:ext>
            </a:extLst>
          </p:cNvPr>
          <p:cNvSpPr>
            <a:spLocks xmlns:a="http://schemas.openxmlformats.org/drawingml/2006/main" noGrp="1"/>
          </p:cNvSpPr>
          <p:nvPr/>
        </p:nvSpPr>
        <p:spPr>
          <a:xfrm xmlns:a="http://schemas.openxmlformats.org/drawingml/2006/main" rot="16200000">
            <a:off x="19050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4319F7CD-1AF1-465A-AA34-C1A34B9E9C6B}"/>
              </a:ext>
            </a:extLst>
          </p:cNvPr>
          <p:cNvSpPr>
            <a:spLocks xmlns:a="http://schemas.openxmlformats.org/drawingml/2006/main" noGrp="1"/>
          </p:cNvSpPr>
          <p:nvPr/>
        </p:nvSpPr>
        <p:spPr>
          <a:xfrm xmlns:a="http://schemas.openxmlformats.org/drawingml/2006/main">
            <a:off x="2000250" y="8715375"/>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BBBBBB"/>
                </a:solidFill>
                <a:latin typeface="Pretendard"/>
                <a:ea typeface="Pretendard"/>
                <a:cs typeface="Pretendard"/>
              </a:defRPr>
            </a:defPPr>
            <a:lvl1pPr algn="ctr">
              <a:defRPr sz="2700" b="0">
                <a:solidFill>
                  <a:srgbClr val="BBBBBB"/>
                </a:solidFill>
                <a:latin typeface="Pretendard"/>
                <a:ea typeface="Pretendard"/>
                <a:cs typeface="Pretendard"/>
              </a:defRPr>
            </a:lvl1pPr>
            <a:lvl2pPr algn="ctr">
              <a:defRPr sz="2700" b="0">
                <a:solidFill>
                  <a:srgbClr val="BBBBBB"/>
                </a:solidFill>
                <a:latin typeface="Pretendard"/>
                <a:ea typeface="Pretendard"/>
                <a:cs typeface="Pretendard"/>
              </a:defRPr>
            </a:lvl2pPr>
            <a:lvl3pPr algn="ctr">
              <a:defRPr sz="2700" b="0">
                <a:solidFill>
                  <a:srgbClr val="BBBBBB"/>
                </a:solidFill>
                <a:latin typeface="Pretendard"/>
                <a:ea typeface="Pretendard"/>
                <a:cs typeface="Pretendard"/>
              </a:defRPr>
            </a:lvl3pPr>
            <a:lvl4pPr algn="ctr">
              <a:defRPr sz="2700" b="0">
                <a:solidFill>
                  <a:srgbClr val="BBBBBB"/>
                </a:solidFill>
                <a:latin typeface="Pretendard"/>
                <a:ea typeface="Pretendard"/>
                <a:cs typeface="Pretendard"/>
              </a:defRPr>
            </a:lvl4pPr>
            <a:lvl5pPr algn="ctr">
              <a:defRPr sz="2700" b="0">
                <a:solidFill>
                  <a:srgbClr val="BBBBBB"/>
                </a:solidFill>
                <a:latin typeface="Pretendard"/>
                <a:ea typeface="Pretendard"/>
                <a:cs typeface="Pretendard"/>
              </a:defRPr>
            </a:lvl5pPr>
            <a:lvl6pPr algn="ctr">
              <a:defRPr sz="2700" b="0">
                <a:solidFill>
                  <a:srgbClr val="BBBBBB"/>
                </a:solidFill>
                <a:latin typeface="Pretendard"/>
                <a:ea typeface="Pretendard"/>
                <a:cs typeface="Pretendard"/>
              </a:defRPr>
            </a:lvl6pPr>
            <a:lvl7pPr algn="ctr">
              <a:defRPr sz="2700" b="0">
                <a:solidFill>
                  <a:srgbClr val="BBBBBB"/>
                </a:solidFill>
                <a:latin typeface="Pretendard"/>
                <a:ea typeface="Pretendard"/>
                <a:cs typeface="Pretendard"/>
              </a:defRPr>
            </a:lvl7pPr>
            <a:lvl8pPr algn="ctr">
              <a:defRPr sz="2700" b="0">
                <a:solidFill>
                  <a:srgbClr val="BBBBBB"/>
                </a:solidFill>
                <a:latin typeface="Pretendard"/>
                <a:ea typeface="Pretendard"/>
                <a:cs typeface="Pretendard"/>
              </a:defRPr>
            </a:lvl8pPr>
            <a:lvl9pPr algn="ctr">
              <a:defRPr sz="2700" b="0">
                <a:solidFill>
                  <a:srgbClr val="BBBBBB"/>
                </a:solidFill>
                <a:latin typeface="Pretendard"/>
                <a:ea typeface="Pretendard"/>
                <a:cs typeface="Pretendard"/>
              </a:defRPr>
            </a:lvl9pPr>
          </a:lstStyle>
          <a:p xmlns:a="http://schemas.openxmlformats.org/drawingml/2006/main">
            <a:pPr algn="ctr">
              <a:defRPr sz="2700" b="0">
                <a:solidFill>
                  <a:srgbClr val="BBBBBB"/>
                </a:solidFill>
                <a:latin typeface="Pretendard"/>
                <a:ea typeface="Pretendard"/>
                <a:cs typeface="Pretendard"/>
              </a:defRPr>
            </a:pPr>
            <a:r>
              <a:rPr sz="2700" b="0">
                <a:solidFill>
                  <a:srgbClr val="BBBBBB"/>
                </a:solidFill>
                <a:latin typeface="Pretendard"/>
                <a:ea typeface="Pretendard"/>
                <a:cs typeface="Pretendard"/>
              </a:rPr>
              <a:t>다른 동소체나 고립 원자의 값까지 0이라는 뜻은 아니다.</a:t>
            </a:r>
          </a:p>
        </p:txBody>
      </p:sp>
    </p:spTree>
    <p:extLst>
      <p:ext uri="{BB962C8B-B14F-4D97-AF65-F5344CB8AC3E}">
        <p14:creationId xmlns:p14="http://schemas.microsoft.com/office/powerpoint/2010/main" val="548093577"/>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1205EE92-9306-4917-ACD7-4E82C0BD58A7}"/>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6126FB38-44EF-43B2-AAA8-CB24777D80F2}"/>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B7B9110D-4F70-4171-92DF-EDCCF5A0D507}"/>
              </a:ext>
            </a:extLst>
          </p:cNvPr>
          <p:cNvPicPr>
            <a:picLocks xmlns:a="http://schemas.openxmlformats.org/drawingml/2006/main" noChangeAspect="1"/>
          </p:cNvPicPr>
          <p:nvPr/>
        </p:nvPicPr>
        <p:blipFill>
          <a:blip xmlns:r="http://schemas.openxmlformats.org/officeDocument/2006/relationships" xmlns:a="http://schemas.openxmlformats.org/drawingml/2006/main" r:embed="Rb7866fd90a0646b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6700138-3DF3-4DDA-83FE-1AEF61ADA9E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6616667-7029-4037-B67D-4DA9B94653B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0A53E1B-8700-425E-8E8D-3628B703F8D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A3FF6CD-9267-4AB3-AFDD-288A098E419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5F737C47-07A0-4F7D-91DF-9A26DC2B2B4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원소의 생성 엔탈피는 왜 0일까?</a:t>
            </a:r>
          </a:p>
        </p:txBody>
      </p:sp>
      <p:sp>
        <p:nvSpPr>
          <p:cNvPr id="8" name="text">
            <a:extLst xmlns:a="http://schemas.openxmlformats.org/drawingml/2006/main">
              <a:ext uri="{FF2B5EF4-FFF2-40B4-BE49-F238E27FC236}">
                <a16:creationId xmlns:a16="http://schemas.microsoft.com/office/drawing/2014/main" id="{68FFDE40-173E-41EA-AD8C-6E84D54B65CA}"/>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기준 원소 물질</a:t>
            </a:r>
          </a:p>
        </p:txBody>
      </p:sp>
      <p:sp>
        <p:nvSpPr>
          <p:cNvPr id="9" name="text">
            <a:extLst xmlns:a="http://schemas.openxmlformats.org/drawingml/2006/main">
              <a:ext uri="{FF2B5EF4-FFF2-40B4-BE49-F238E27FC236}">
                <a16:creationId xmlns:a16="http://schemas.microsoft.com/office/drawing/2014/main" id="{7723088D-7547-4025-83A3-78B53FE8B12F}"/>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같은 온도·압력에서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가장 안정한 형태를 정한다.</a:t>
            </a:r>
          </a:p>
        </p:txBody>
      </p:sp>
      <p:sp>
        <p:nvSpPr>
          <p:cNvPr id="11" name="text">
            <a:extLst xmlns:a="http://schemas.openxmlformats.org/drawingml/2006/main">
              <a:ext uri="{FF2B5EF4-FFF2-40B4-BE49-F238E27FC236}">
                <a16:creationId xmlns:a16="http://schemas.microsoft.com/office/drawing/2014/main" id="{8ACFCB1C-306A-4E47-9FF5-E508AC0306E6}"/>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같은 물질의 생성</a:t>
            </a:r>
          </a:p>
        </p:txBody>
      </p:sp>
      <p:sp>
        <p:nvSpPr>
          <p:cNvPr id="12" name="text">
            <a:extLst xmlns:a="http://schemas.openxmlformats.org/drawingml/2006/main">
              <a:ext uri="{FF2B5EF4-FFF2-40B4-BE49-F238E27FC236}">
                <a16:creationId xmlns:a16="http://schemas.microsoft.com/office/drawing/2014/main" id="{5554EED3-4E95-44F0-82C5-EB4B104B4C1F}"/>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처음과 나중 상태가 같으므로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엔탈피 변화는 0이다.</a:t>
            </a:r>
          </a:p>
        </p:txBody>
      </p:sp>
      <p:sp>
        <p:nvSpPr>
          <p:cNvPr id="13" name="text">
            <a:extLst xmlns:a="http://schemas.openxmlformats.org/drawingml/2006/main">
              <a:ext uri="{FF2B5EF4-FFF2-40B4-BE49-F238E27FC236}">
                <a16:creationId xmlns:a16="http://schemas.microsoft.com/office/drawing/2014/main" id="{434ED870-C360-49D4-9CD1-04EDC546179D}"/>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0은 생성 엔탈피의 기준값이며, 물질 자체의 엔탈피가 없다는 뜻은 아니다.</a:t>
            </a:r>
          </a:p>
        </p:txBody>
      </p:sp>
    </p:spTree>
    <p:extLst>
      <p:ext uri="{BB962C8B-B14F-4D97-AF65-F5344CB8AC3E}">
        <p14:creationId xmlns:p14="http://schemas.microsoft.com/office/powerpoint/2010/main" val="156265683"/>
      </p:ext>
    </p:extLst>
  </p:cSld>
</p:sld>
</file>

<file path=ppt/slides/slide3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33EB9BBA-417D-4074-B149-6B0A509EF8B6}"/>
              </a:ext>
            </a:extLst>
          </p:cNvPr>
          <p:cNvPicPr>
            <a:picLocks xmlns:a="http://schemas.openxmlformats.org/drawingml/2006/main" noChangeAspect="1"/>
          </p:cNvPicPr>
          <p:nvPr/>
        </p:nvPicPr>
        <p:blipFill>
          <a:blip xmlns:r="http://schemas.openxmlformats.org/officeDocument/2006/relationships" xmlns:a="http://schemas.openxmlformats.org/drawingml/2006/main" r:embed="R5d5ca40a39c3463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425F44A-69DB-46EB-A3FD-B2E57EB48C5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637D456-43A6-4E06-9E38-C178B5259D8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89DF86D-2140-4915-9AAE-A37DBC59497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36F6E7E-B9B0-4F7F-8AE0-1AFB7DB12EB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DE03D5F0-D0D8-44FD-8AD5-7BD9ACFBD4C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탄소라도 기준값은 다르다</a:t>
            </a:r>
          </a:p>
        </p:txBody>
      </p:sp>
      <p:graphicFrame>
        <p:nvGraphicFramePr>
          <p:cNvPr id="9" name="">
            <a:extLst xmlns:a="http://schemas.openxmlformats.org/drawingml/2006/main">
              <a:ext uri="{FF2B5EF4-FFF2-40B4-BE49-F238E27FC236}">
                <a16:creationId xmlns:a16="http://schemas.microsoft.com/office/drawing/2014/main" id="{AD6B11F6-6E1E-470D-9B52-A7E992E064D6}"/>
              </a:ext>
            </a:extLst>
          </p:cNvPr>
          <p:cNvGraphicFramePr/>
          <p:nvPr/>
        </p:nvGraphicFramePr>
        <p:xfrm>
          <a:off xmlns:a="http://schemas.openxmlformats.org/drawingml/2006/main" x="7810500" y="4714875"/>
          <a:ext xmlns:a="http://schemas.openxmlformats.org/drawingml/2006/main" cx="8858250" cy="3143250"/>
        </p:xfrm>
        <a:graphic xmlns:a="http://schemas.openxmlformats.org/drawingml/2006/main">
          <a:graphicData uri="http://schemas.openxmlformats.org/drawingml/2006/table">
            <a:tbl>
              <a:tblPr/>
              <a:tblGrid>
                <a:gridCol w="3810000"/>
                <a:gridCol w="5048250"/>
              </a:tblGrid>
              <a:tr h="1047750">
                <a:tc>
                  <a:txBody>
                    <a:bodyPr wrap="none" lIns="114300" tIns="114300" rIns="114300" bIns="114300"/>
                    <a:lstStyle/>
                    <a:p>
                      <a:pPr algn="ctr"/>
                      <a:r>
                        <a:rPr sz="3000" b="1">
                          <a:solidFill>
                            <a:srgbClr val="FFFFFF"/>
                          </a:solidFill>
                          <a:latin typeface="Pretendard"/>
                          <a:ea typeface="Pretendard"/>
                          <a:cs typeface="Pretendard"/>
                        </a:rPr>
                        <a:t>탄소의 형태</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47750">
                <a:tc>
                  <a:txBody>
                    <a:bodyPr wrap="none" lIns="114300" tIns="114300" rIns="114300" bIns="114300"/>
                    <a:lstStyle/>
                    <a:p>
                      <a:pPr algn="ctr"/>
                      <a:r>
                        <a:rPr sz="3000" b="1">
                          <a:solidFill>
                            <a:srgbClr val="FFFFFF"/>
                          </a:solidFill>
                          <a:latin typeface="Pretendard"/>
                          <a:ea typeface="Pretendard"/>
                          <a:cs typeface="Pretendard"/>
                        </a:rPr>
                        <a:t>흑연</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47750">
                <a:tc>
                  <a:txBody>
                    <a:bodyPr wrap="none" lIns="114300" tIns="114300" rIns="114300" bIns="114300"/>
                    <a:lstStyle/>
                    <a:p>
                      <a:pPr algn="ctr"/>
                      <a:r>
                        <a:rPr sz="3000" b="1">
                          <a:solidFill>
                            <a:srgbClr val="FFFFFF"/>
                          </a:solidFill>
                          <a:latin typeface="Pretendard"/>
                          <a:ea typeface="Pretendard"/>
                          <a:cs typeface="Pretendard"/>
                        </a:rPr>
                        <a:t>다이아몬드</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+1.88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10" name="표 둥근 외곽 마스크">
            <a:extLst xmlns:a="http://schemas.openxmlformats.org/drawingml/2006/main">
              <a:ext uri="{FF2B5EF4-FFF2-40B4-BE49-F238E27FC236}">
                <a16:creationId xmlns:a16="http://schemas.microsoft.com/office/drawing/2014/main" id="{DC95F2C6-D0BB-42E4-889A-EFAA1C36CB7E}"/>
              </a:ext>
            </a:extLst>
          </p:cNvPr>
          <p:cNvSpPr>
            <a:spLocks xmlns:a="http://schemas.openxmlformats.org/drawingml/2006/main" noGrp="1"/>
          </p:cNvSpPr>
          <p:nvPr/>
        </p:nvSpPr>
        <p:spPr>
          <a:xfrm xmlns:a="http://schemas.openxmlformats.org/drawingml/2006/main" rot="0">
            <a:off x="7810500" y="471487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7F15E713-1CB4-4B05-8CE2-3BE2B89A01FF}"/>
              </a:ext>
            </a:extLst>
          </p:cNvPr>
          <p:cNvSpPr>
            <a:spLocks xmlns:a="http://schemas.openxmlformats.org/drawingml/2006/main" noGrp="1"/>
          </p:cNvSpPr>
          <p:nvPr/>
        </p:nvSpPr>
        <p:spPr>
          <a:xfrm xmlns:a="http://schemas.openxmlformats.org/drawingml/2006/main" rot="5400000">
            <a:off x="16478250" y="471487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BEF4A24C-6854-4A4E-A7B9-706061DE601E}"/>
              </a:ext>
            </a:extLst>
          </p:cNvPr>
          <p:cNvSpPr>
            <a:spLocks xmlns:a="http://schemas.openxmlformats.org/drawingml/2006/main" noGrp="1"/>
          </p:cNvSpPr>
          <p:nvPr/>
        </p:nvSpPr>
        <p:spPr>
          <a:xfrm xmlns:a="http://schemas.openxmlformats.org/drawingml/2006/main" rot="10800000">
            <a:off x="16478250" y="7667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표 둥근 외곽 마스크">
            <a:extLst xmlns:a="http://schemas.openxmlformats.org/drawingml/2006/main">
              <a:ext uri="{FF2B5EF4-FFF2-40B4-BE49-F238E27FC236}">
                <a16:creationId xmlns:a16="http://schemas.microsoft.com/office/drawing/2014/main" id="{8B57440E-EB28-45A2-B593-0757D58D6F3D}"/>
              </a:ext>
            </a:extLst>
          </p:cNvPr>
          <p:cNvSpPr>
            <a:spLocks xmlns:a="http://schemas.openxmlformats.org/drawingml/2006/main" noGrp="1"/>
          </p:cNvSpPr>
          <p:nvPr/>
        </p:nvSpPr>
        <p:spPr>
          <a:xfrm xmlns:a="http://schemas.openxmlformats.org/drawingml/2006/main" rot="16200000">
            <a:off x="7810500" y="7667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8A344A4D-8708-4D55-ABCC-A0A2FCCBC0AE}"/>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a:solidFill>
                  <a:srgbClr val="BBBBBB"/>
                </a:solidFill>
                <a:latin typeface="Pretendard"/>
                <a:ea typeface="Pretendard"/>
                <a:cs typeface="Pretendard"/>
              </a:rPr>
              <a:t>원소 물질이어도, 다른 동소체의 값까지 0은 아니다.</a:t>
            </a:r>
          </a:p>
        </p:txBody>
      </p:sp>
      <p:pic>
        <p:nvPicPr>
          <p:cNvPr id="17" name="">
            <a:extLst xmlns:a="http://schemas.openxmlformats.org/drawingml/2006/main">
              <a:ext uri="{FF2B5EF4-FFF2-40B4-BE49-F238E27FC236}">
                <a16:creationId xmlns:a16="http://schemas.microsoft.com/office/drawing/2014/main" id="{216020E6-37ED-41DE-8298-1A4B52DBADB6}"/>
              </a:ext>
            </a:extLst>
          </p:cNvPr>
          <p:cNvPicPr>
            <a:picLocks xmlns:a="http://schemas.openxmlformats.org/drawingml/2006/main" noChangeAspect="1"/>
          </p:cNvPicPr>
          <p:nvPr/>
        </p:nvPicPr>
        <p:blipFill>
          <a:blip xmlns:r="http://schemas.openxmlformats.org/officeDocument/2006/relationships" xmlns:a="http://schemas.openxmlformats.org/drawingml/2006/main" r:embed="R790d8088b60c4a48"/>
          <a:stretch xmlns:a="http://schemas.openxmlformats.org/drawingml/2006/main"/>
        </p:blipFill>
        <p:spPr>
          <a:xfrm xmlns:a="http://schemas.openxmlformats.org/drawingml/2006/main">
            <a:off x="1571625" y="5019506"/>
            <a:ext cx="2762250" cy="3105488"/>
          </a:xfrm>
          <a:prstGeom xmlns:a="http://schemas.openxmlformats.org/drawingml/2006/main" prst="rect">
            <a:avLst/>
          </a:prstGeom>
        </p:spPr>
      </p:pic>
      <p:pic>
        <p:nvPicPr>
          <p:cNvPr id="18" name="">
            <a:extLst xmlns:a="http://schemas.openxmlformats.org/drawingml/2006/main">
              <a:ext uri="{FF2B5EF4-FFF2-40B4-BE49-F238E27FC236}">
                <a16:creationId xmlns:a16="http://schemas.microsoft.com/office/drawing/2014/main" id="{DBE74E08-7F5E-4D9B-A92A-F6A2AFB69384}"/>
              </a:ext>
            </a:extLst>
          </p:cNvPr>
          <p:cNvPicPr>
            <a:picLocks xmlns:a="http://schemas.openxmlformats.org/drawingml/2006/main" noChangeAspect="1"/>
          </p:cNvPicPr>
          <p:nvPr/>
        </p:nvPicPr>
        <p:blipFill>
          <a:blip xmlns:r="http://schemas.openxmlformats.org/officeDocument/2006/relationships" xmlns:a="http://schemas.openxmlformats.org/drawingml/2006/main" r:embed="R1fb3631086c341dd"/>
          <a:stretch xmlns:a="http://schemas.openxmlformats.org/drawingml/2006/main"/>
        </p:blipFill>
        <p:spPr>
          <a:xfrm xmlns:a="http://schemas.openxmlformats.org/drawingml/2006/main">
            <a:off x="4667250" y="5392645"/>
            <a:ext cx="2762250" cy="2359210"/>
          </a:xfrm>
          <a:prstGeom xmlns:a="http://schemas.openxmlformats.org/drawingml/2006/main" prst="rect">
            <a:avLst/>
          </a:prstGeom>
        </p:spPr>
      </p:pic>
      <p:sp>
        <p:nvSpPr>
          <p:cNvPr id="19" name="text">
            <a:extLst xmlns:a="http://schemas.openxmlformats.org/drawingml/2006/main">
              <a:ext uri="{FF2B5EF4-FFF2-40B4-BE49-F238E27FC236}">
                <a16:creationId xmlns:a16="http://schemas.microsoft.com/office/drawing/2014/main" id="{D232E32E-88BC-4FA0-8649-15E7E5B3B925}"/>
              </a:ext>
            </a:extLst>
          </p:cNvPr>
          <p:cNvSpPr>
            <a:spLocks xmlns:a="http://schemas.openxmlformats.org/drawingml/2006/main" noGrp="1"/>
          </p:cNvSpPr>
          <p:nvPr/>
        </p:nvSpPr>
        <p:spPr>
          <a:xfrm xmlns:a="http://schemas.openxmlformats.org/drawingml/2006/main">
            <a:off x="1905000" y="8382000"/>
            <a:ext cx="2095500" cy="523875"/>
          </a:xfrm>
          <a:prstGeom xmlns:a="http://schemas.openxmlformats.org/drawingml/2006/main" prst="roundRect">
            <a:avLst/>
          </a:prstGeom>
          <a:solidFill xmlns:a="http://schemas.openxmlformats.org/drawingml/2006/main">
            <a:srgbClr val="33333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흑연</a:t>
            </a:r>
          </a:p>
        </p:txBody>
      </p:sp>
      <p:sp>
        <p:nvSpPr>
          <p:cNvPr id="20" name="text">
            <a:extLst xmlns:a="http://schemas.openxmlformats.org/drawingml/2006/main">
              <a:ext uri="{FF2B5EF4-FFF2-40B4-BE49-F238E27FC236}">
                <a16:creationId xmlns:a16="http://schemas.microsoft.com/office/drawing/2014/main" id="{C360957A-9183-4A5B-859E-34ED2AA3FA4E}"/>
              </a:ext>
            </a:extLst>
          </p:cNvPr>
          <p:cNvSpPr>
            <a:spLocks xmlns:a="http://schemas.openxmlformats.org/drawingml/2006/main" noGrp="1"/>
          </p:cNvSpPr>
          <p:nvPr/>
        </p:nvSpPr>
        <p:spPr>
          <a:xfrm xmlns:a="http://schemas.openxmlformats.org/drawingml/2006/main">
            <a:off x="5000625" y="8382000"/>
            <a:ext cx="2095500" cy="523875"/>
          </a:xfrm>
          <a:prstGeom xmlns:a="http://schemas.openxmlformats.org/drawingml/2006/main" prst="roundRect">
            <a:avLst/>
          </a:prstGeom>
          <a:solidFill xmlns:a="http://schemas.openxmlformats.org/drawingml/2006/main">
            <a:srgbClr val="33333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다이아몬드</a:t>
            </a:r>
          </a:p>
        </p:txBody>
      </p:sp>
      <p:sp>
        <p:nvSpPr>
          <p:cNvPr id="21" name="text">
            <a:extLst xmlns:a="http://schemas.openxmlformats.org/drawingml/2006/main">
              <a:ext uri="{FF2B5EF4-FFF2-40B4-BE49-F238E27FC236}">
                <a16:creationId xmlns:a16="http://schemas.microsoft.com/office/drawing/2014/main" id="{A092965A-1C87-4A50-A085-B11BDE0893ED}"/>
              </a:ext>
            </a:extLst>
          </p:cNvPr>
          <p:cNvSpPr>
            <a:spLocks xmlns:a="http://schemas.openxmlformats.org/drawingml/2006/main" noGrp="1"/>
          </p:cNvSpPr>
          <p:nvPr/>
        </p:nvSpPr>
        <p:spPr>
          <a:xfrm xmlns:a="http://schemas.openxmlformats.org/drawingml/2006/main">
            <a:off x="9620250" y="8172450"/>
            <a:ext cx="714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이 조건에서 더 안정한 기준 원소 물질</a:t>
            </a:r>
          </a:p>
        </p:txBody>
      </p:sp>
      <p:pic>
        <p:nvPicPr>
          <p:cNvPr id="22" name="">
            <a:extLst xmlns:a="http://schemas.openxmlformats.org/drawingml/2006/main">
              <a:ext uri="{FF2B5EF4-FFF2-40B4-BE49-F238E27FC236}">
                <a16:creationId xmlns:a16="http://schemas.microsoft.com/office/drawing/2014/main" id="{0888F794-62C2-4F50-B11E-EC03B701D769}"/>
              </a:ext>
            </a:extLst>
          </p:cNvPr>
          <p:cNvPicPr>
            <a:picLocks xmlns:a="http://schemas.openxmlformats.org/drawingml/2006/main" noChangeAspect="1"/>
          </p:cNvPicPr>
          <p:nvPr/>
        </p:nvPicPr>
        <p:blipFill>
          <a:blip xmlns:r="http://schemas.openxmlformats.org/officeDocument/2006/relationships" xmlns:a="http://schemas.openxmlformats.org/drawingml/2006/main" r:embed="R083931636ca14701"/>
          <a:stretch xmlns:a="http://schemas.openxmlformats.org/drawingml/2006/main"/>
        </p:blipFill>
        <p:spPr>
          <a:xfrm xmlns:a="http://schemas.openxmlformats.org/drawingml/2006/main">
            <a:off x="8286750" y="7954005"/>
            <a:ext cx="1238250" cy="532140"/>
          </a:xfrm>
          <a:prstGeom xmlns:a="http://schemas.openxmlformats.org/drawingml/2006/main" prst="rect">
            <a:avLst/>
          </a:prstGeom>
        </p:spPr>
      </p:pic>
    </p:spTree>
    <p:extLst>
      <p:ext uri="{BB962C8B-B14F-4D97-AF65-F5344CB8AC3E}">
        <p14:creationId xmlns:p14="http://schemas.microsoft.com/office/powerpoint/2010/main" val="1700439544"/>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레퍼런스 내용 영역">
            <a:extLst xmlns:a="http://schemas.openxmlformats.org/drawingml/2006/main">
              <a:ext uri="{FF2B5EF4-FFF2-40B4-BE49-F238E27FC236}">
                <a16:creationId xmlns:a16="http://schemas.microsoft.com/office/drawing/2014/main" id="{A34A7A85-2805-4702-86DD-4B36E8D7B267}"/>
              </a:ext>
            </a:extLst>
          </p:cNvPr>
          <p:cNvSpPr>
            <a:spLocks xmlns:a="http://schemas.openxmlformats.org/drawingml/2006/main" noGrp="1"/>
          </p:cNvSpPr>
          <p:nvPr/>
        </p:nvSpPr>
        <p:spPr>
          <a:xfrm xmlns:a="http://schemas.openxmlformats.org/drawingml/2006/main">
            <a:off x="2095500" y="7620000"/>
            <a:ext cx="14097000" cy="1381125"/>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15" name="레퍼런스 내용 영역">
            <a:extLst xmlns:a="http://schemas.openxmlformats.org/drawingml/2006/main">
              <a:ext uri="{FF2B5EF4-FFF2-40B4-BE49-F238E27FC236}">
                <a16:creationId xmlns:a16="http://schemas.microsoft.com/office/drawing/2014/main" id="{122AFDA3-602B-4B9D-A8C0-6E5860183795}"/>
              </a:ext>
            </a:extLst>
          </p:cNvPr>
          <p:cNvSpPr>
            <a:spLocks xmlns:a="http://schemas.openxmlformats.org/drawingml/2006/main" noGrp="1"/>
          </p:cNvSpPr>
          <p:nvPr/>
        </p:nvSpPr>
        <p:spPr>
          <a:xfrm xmlns:a="http://schemas.openxmlformats.org/drawingml/2006/main">
            <a:off x="2095500" y="5191125"/>
            <a:ext cx="14097000" cy="1381125"/>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E256E683-EC60-4CA8-A126-ED105B897048}"/>
              </a:ext>
            </a:extLst>
          </p:cNvPr>
          <p:cNvPicPr>
            <a:picLocks xmlns:a="http://schemas.openxmlformats.org/drawingml/2006/main" noChangeAspect="1"/>
          </p:cNvPicPr>
          <p:nvPr/>
        </p:nvPicPr>
        <p:blipFill>
          <a:blip xmlns:r="http://schemas.openxmlformats.org/officeDocument/2006/relationships" xmlns:a="http://schemas.openxmlformats.org/drawingml/2006/main" r:embed="R9b22bd1957274ad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7D2E184-30E0-416F-8ED9-78DCD545937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BE97A9B-8973-43AF-B15C-12E2A70CCF0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E98E1D6-3DDB-4C0B-8E2C-D5EEB75A027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06B868F-5E9F-4E27-AB1E-2D693582F6E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964E1742-A885-4760-A70D-DB45F3110B3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F6C893F7-6734-453A-9BF1-89AD694ACF4F}"/>
              </a:ext>
            </a:extLst>
          </p:cNvPr>
          <p:cNvPicPr>
            <a:picLocks xmlns:a="http://schemas.openxmlformats.org/drawingml/2006/main" noChangeAspect="1"/>
          </p:cNvPicPr>
          <p:nvPr/>
        </p:nvPicPr>
        <p:blipFill>
          <a:blip xmlns:r="http://schemas.openxmlformats.org/officeDocument/2006/relationships" xmlns:a="http://schemas.openxmlformats.org/drawingml/2006/main" r:embed="Rf2752859e7224892"/>
          <a:stretch xmlns:a="http://schemas.openxmlformats.org/drawingml/2006/main"/>
        </p:blipFill>
        <p:spPr>
          <a:xfrm xmlns:a="http://schemas.openxmlformats.org/drawingml/2006/main">
            <a:off x="4223957" y="5381627"/>
            <a:ext cx="9840087" cy="1047747"/>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C5C52B39-661F-46AD-97C9-F59998709480}"/>
              </a:ext>
            </a:extLst>
          </p:cNvPr>
          <p:cNvPicPr>
            <a:picLocks xmlns:a="http://schemas.openxmlformats.org/drawingml/2006/main" noChangeAspect="1"/>
          </p:cNvPicPr>
          <p:nvPr/>
        </p:nvPicPr>
        <p:blipFill>
          <a:blip xmlns:r="http://schemas.openxmlformats.org/officeDocument/2006/relationships" xmlns:a="http://schemas.openxmlformats.org/drawingml/2006/main" r:embed="R86a5fc07b7944c9f"/>
          <a:stretch xmlns:a="http://schemas.openxmlformats.org/drawingml/2006/main"/>
        </p:blipFill>
        <p:spPr>
          <a:xfrm xmlns:a="http://schemas.openxmlformats.org/drawingml/2006/main">
            <a:off x="4223957" y="7810502"/>
            <a:ext cx="9840087" cy="1047747"/>
          </a:xfrm>
          <a:prstGeom xmlns:a="http://schemas.openxmlformats.org/drawingml/2006/main" prst="rect">
            <a:avLst/>
          </a:prstGeom>
        </p:spPr>
      </p:pic>
      <p:sp>
        <p:nvSpPr>
          <p:cNvPr id="17" name="text">
            <a:extLst xmlns:a="http://schemas.openxmlformats.org/drawingml/2006/main">
              <a:ext uri="{FF2B5EF4-FFF2-40B4-BE49-F238E27FC236}">
                <a16:creationId xmlns:a16="http://schemas.microsoft.com/office/drawing/2014/main" id="{4AFC53D2-1E7F-4594-9795-1D0011F52BAD}"/>
              </a:ext>
            </a:extLst>
          </p:cNvPr>
          <p:cNvSpPr>
            <a:spLocks xmlns:a="http://schemas.openxmlformats.org/drawingml/2006/main" noGrp="1"/>
          </p:cNvSpPr>
          <p:nvPr/>
        </p:nvSpPr>
        <p:spPr>
          <a:xfrm xmlns:a="http://schemas.openxmlformats.org/drawingml/2006/main">
            <a:off x="2381250" y="4572000"/>
            <a:ext cx="2000250" cy="5715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E19B1A8B-AE06-4943-A94D-C1858E20AF8A}"/>
              </a:ext>
            </a:extLst>
          </p:cNvPr>
          <p:cNvSpPr>
            <a:spLocks xmlns:a="http://schemas.openxmlformats.org/drawingml/2006/main" noGrp="1"/>
          </p:cNvSpPr>
          <p:nvPr/>
        </p:nvSpPr>
        <p:spPr>
          <a:xfrm xmlns:a="http://schemas.openxmlformats.org/drawingml/2006/main">
            <a:off x="2381250" y="7000875"/>
            <a:ext cx="2000250" cy="5715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39674A32-B922-45F8-B5B0-06E9B27EA864}"/>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물질의 상태가 다르면 생성 엔탈피도 다르다.</a:t>
            </a:r>
          </a:p>
        </p:txBody>
      </p:sp>
    </p:spTree>
    <p:extLst>
      <p:ext uri="{BB962C8B-B14F-4D97-AF65-F5344CB8AC3E}">
        <p14:creationId xmlns:p14="http://schemas.microsoft.com/office/powerpoint/2010/main" val="1451672395"/>
      </p:ext>
    </p:extLst>
  </p:cSld>
</p:sld>
</file>

<file path=ppt/slides/slide3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E5749830-7988-4B74-966B-86093F4A7E31}"/>
              </a:ext>
            </a:extLst>
          </p:cNvPr>
          <p:cNvPicPr>
            <a:picLocks xmlns:a="http://schemas.openxmlformats.org/drawingml/2006/main" noChangeAspect="1"/>
          </p:cNvPicPr>
          <p:nvPr/>
        </p:nvPicPr>
        <p:blipFill>
          <a:blip xmlns:r="http://schemas.openxmlformats.org/officeDocument/2006/relationships" xmlns:a="http://schemas.openxmlformats.org/drawingml/2006/main" r:embed="Ra4713acbb29048d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2D4F5CF-494D-46BF-A24C-9A8F2ABEB37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50E8605-DEDF-4EBF-9A9B-F334F3B86FB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7A751D3-E63E-4EC4-A921-967A72B33DF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75E5477-F468-4577-9AE0-E45F3CD25EF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19EC4A54-CA32-4ADB-943A-EB2641CB849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275" b="1">
                <a:solidFill>
                  <a:srgbClr val="FFFFFF"/>
                </a:solidFill>
                <a:latin typeface="Pretendard"/>
                <a:ea typeface="Pretendard"/>
                <a:cs typeface="Pretendard"/>
              </a:defRPr>
            </a:defPPr>
            <a:lvl1pPr algn="ctr">
              <a:defRPr sz="4275" b="1">
                <a:solidFill>
                  <a:srgbClr val="FFFFFF"/>
                </a:solidFill>
                <a:latin typeface="Pretendard"/>
                <a:ea typeface="Pretendard"/>
                <a:cs typeface="Pretendard"/>
              </a:defRPr>
            </a:lvl1pPr>
            <a:lvl2pPr algn="ctr">
              <a:defRPr sz="4275" b="1">
                <a:solidFill>
                  <a:srgbClr val="FFFFFF"/>
                </a:solidFill>
                <a:latin typeface="Pretendard"/>
                <a:ea typeface="Pretendard"/>
                <a:cs typeface="Pretendard"/>
              </a:defRPr>
            </a:lvl2pPr>
            <a:lvl3pPr algn="ctr">
              <a:defRPr sz="4275" b="1">
                <a:solidFill>
                  <a:srgbClr val="FFFFFF"/>
                </a:solidFill>
                <a:latin typeface="Pretendard"/>
                <a:ea typeface="Pretendard"/>
                <a:cs typeface="Pretendard"/>
              </a:defRPr>
            </a:lvl3pPr>
            <a:lvl4pPr algn="ctr">
              <a:defRPr sz="4275" b="1">
                <a:solidFill>
                  <a:srgbClr val="FFFFFF"/>
                </a:solidFill>
                <a:latin typeface="Pretendard"/>
                <a:ea typeface="Pretendard"/>
                <a:cs typeface="Pretendard"/>
              </a:defRPr>
            </a:lvl4pPr>
            <a:lvl5pPr algn="ctr">
              <a:defRPr sz="4275" b="1">
                <a:solidFill>
                  <a:srgbClr val="FFFFFF"/>
                </a:solidFill>
                <a:latin typeface="Pretendard"/>
                <a:ea typeface="Pretendard"/>
                <a:cs typeface="Pretendard"/>
              </a:defRPr>
            </a:lvl5pPr>
            <a:lvl6pPr algn="ctr">
              <a:defRPr sz="4275" b="1">
                <a:solidFill>
                  <a:srgbClr val="FFFFFF"/>
                </a:solidFill>
                <a:latin typeface="Pretendard"/>
                <a:ea typeface="Pretendard"/>
                <a:cs typeface="Pretendard"/>
              </a:defRPr>
            </a:lvl6pPr>
            <a:lvl7pPr algn="ctr">
              <a:defRPr sz="4275" b="1">
                <a:solidFill>
                  <a:srgbClr val="FFFFFF"/>
                </a:solidFill>
                <a:latin typeface="Pretendard"/>
                <a:ea typeface="Pretendard"/>
                <a:cs typeface="Pretendard"/>
              </a:defRPr>
            </a:lvl7pPr>
            <a:lvl8pPr algn="ctr">
              <a:defRPr sz="4275" b="1">
                <a:solidFill>
                  <a:srgbClr val="FFFFFF"/>
                </a:solidFill>
                <a:latin typeface="Pretendard"/>
                <a:ea typeface="Pretendard"/>
                <a:cs typeface="Pretendard"/>
              </a:defRPr>
            </a:lvl8pPr>
            <a:lvl9pPr algn="ctr">
              <a:defRPr sz="4275" b="1">
                <a:solidFill>
                  <a:srgbClr val="FFFFFF"/>
                </a:solidFill>
                <a:latin typeface="Pretendard"/>
                <a:ea typeface="Pretendard"/>
                <a:cs typeface="Pretendard"/>
              </a:defRPr>
            </a:lvl9pPr>
          </a:lstStyle>
          <a:p xmlns:a="http://schemas.openxmlformats.org/drawingml/2006/main">
            <a:pPr algn="ctr">
              <a:defRPr sz="4275" b="1">
                <a:solidFill>
                  <a:srgbClr val="FFFFFF"/>
                </a:solidFill>
                <a:latin typeface="Pretendard"/>
                <a:ea typeface="Pretendard"/>
                <a:cs typeface="Pretendard"/>
              </a:defRPr>
            </a:pPr>
            <a:r>
              <a:rPr sz="4275" b="1">
                <a:solidFill>
                  <a:srgbClr val="FFFFFF"/>
                </a:solidFill>
                <a:latin typeface="Pretendard"/>
                <a:ea typeface="Pretendard"/>
                <a:cs typeface="Pretendard"/>
              </a:rPr>
              <a:t>세 과정을 합하면 메테인의 연소 반응이 된다.</a:t>
            </a:r>
          </a:p>
        </p:txBody>
      </p:sp>
      <p:pic>
        <p:nvPicPr>
          <p:cNvPr id="7" name="">
            <a:extLst xmlns:a="http://schemas.openxmlformats.org/drawingml/2006/main">
              <a:ext uri="{FF2B5EF4-FFF2-40B4-BE49-F238E27FC236}">
                <a16:creationId xmlns:a16="http://schemas.microsoft.com/office/drawing/2014/main" id="{737D3BD2-CE7C-4556-AC51-0DB67C4A0BB8}"/>
              </a:ext>
            </a:extLst>
          </p:cNvPr>
          <p:cNvPicPr>
            <a:picLocks xmlns:a="http://schemas.openxmlformats.org/drawingml/2006/main" noChangeAspect="1"/>
          </p:cNvPicPr>
          <p:nvPr/>
        </p:nvPicPr>
        <p:blipFill>
          <a:blip xmlns:r="http://schemas.openxmlformats.org/officeDocument/2006/relationships" xmlns:a="http://schemas.openxmlformats.org/drawingml/2006/main" r:embed="R628cd8ae284b4145"/>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공통 물질 소거">
            <a:extLst xmlns:a="http://schemas.openxmlformats.org/drawingml/2006/main">
              <a:ext uri="{FF2B5EF4-FFF2-40B4-BE49-F238E27FC236}">
                <a16:creationId xmlns:a16="http://schemas.microsoft.com/office/drawing/2014/main" id="{964632DE-BC0A-46A1-852E-66A6CDD9395D}"/>
              </a:ext>
            </a:extLst>
          </p:cNvPr>
          <p:cNvSpPr>
            <a:spLocks xmlns:a="http://schemas.openxmlformats.org/drawingml/2006/main" noGrp="1"/>
          </p:cNvSpPr>
          <p:nvPr/>
        </p:nvSpPr>
        <p:spPr>
          <a:xfrm xmlns:a="http://schemas.openxmlformats.org/drawingml/2006/main">
            <a:off x="6096000" y="4229100"/>
            <a:ext cx="1685925" cy="381000"/>
          </a:xfrm>
          <a:custGeom xmlns:a="http://schemas.openxmlformats.org/drawingml/2006/main">
            <a:pathLst>
              <a:path w="1685925" h="381000">
                <a:moveTo>
                  <a:pt x="0" y="381000"/>
                </a:moveTo>
                <a:lnTo>
                  <a:pt x="1685925" y="0"/>
                </a:lnTo>
              </a:path>
            </a:pathLst>
          </a:custGeom>
          <a:noFill xmlns:a="http://schemas.openxmlformats.org/drawingml/2006/main"/>
          <a:ln xmlns:a="http://schemas.openxmlformats.org/drawingml/2006/main" w="28575">
            <a:solidFill>
              <a:srgbClr val="9FFF68"/>
            </a:solidFill>
          </a:ln>
        </p:spPr>
      </p:sp>
      <p:sp>
        <p:nvSpPr>
          <p:cNvPr id="9" name="공통 물질 소거">
            <a:extLst xmlns:a="http://schemas.openxmlformats.org/drawingml/2006/main">
              <a:ext uri="{FF2B5EF4-FFF2-40B4-BE49-F238E27FC236}">
                <a16:creationId xmlns:a16="http://schemas.microsoft.com/office/drawing/2014/main" id="{EB13136F-6CEF-4343-9EB7-7A476B46B188}"/>
              </a:ext>
            </a:extLst>
          </p:cNvPr>
          <p:cNvSpPr>
            <a:spLocks xmlns:a="http://schemas.openxmlformats.org/drawingml/2006/main" noGrp="1"/>
          </p:cNvSpPr>
          <p:nvPr/>
        </p:nvSpPr>
        <p:spPr>
          <a:xfrm xmlns:a="http://schemas.openxmlformats.org/drawingml/2006/main">
            <a:off x="3905250" y="5667375"/>
            <a:ext cx="1647825" cy="381000"/>
          </a:xfrm>
          <a:custGeom xmlns:a="http://schemas.openxmlformats.org/drawingml/2006/main">
            <a:pathLst>
              <a:path w="1647825" h="381000">
                <a:moveTo>
                  <a:pt x="0" y="381000"/>
                </a:moveTo>
                <a:lnTo>
                  <a:pt x="1647825" y="0"/>
                </a:lnTo>
              </a:path>
            </a:pathLst>
          </a:custGeom>
          <a:noFill xmlns:a="http://schemas.openxmlformats.org/drawingml/2006/main"/>
          <a:ln xmlns:a="http://schemas.openxmlformats.org/drawingml/2006/main" w="28575">
            <a:solidFill>
              <a:srgbClr val="9FFF68"/>
            </a:solidFill>
          </a:ln>
        </p:spPr>
      </p:sp>
      <p:sp>
        <p:nvSpPr>
          <p:cNvPr id="10" name="공통 물질 소거">
            <a:extLst xmlns:a="http://schemas.openxmlformats.org/drawingml/2006/main">
              <a:ext uri="{FF2B5EF4-FFF2-40B4-BE49-F238E27FC236}">
                <a16:creationId xmlns:a16="http://schemas.microsoft.com/office/drawing/2014/main" id="{11F7EF4A-CEBF-4D2A-8BC6-1F23F56739CD}"/>
              </a:ext>
            </a:extLst>
          </p:cNvPr>
          <p:cNvSpPr>
            <a:spLocks xmlns:a="http://schemas.openxmlformats.org/drawingml/2006/main" noGrp="1"/>
          </p:cNvSpPr>
          <p:nvPr/>
        </p:nvSpPr>
        <p:spPr>
          <a:xfrm xmlns:a="http://schemas.openxmlformats.org/drawingml/2006/main">
            <a:off x="8410575" y="4229100"/>
            <a:ext cx="1066800" cy="381000"/>
          </a:xfrm>
          <a:custGeom xmlns:a="http://schemas.openxmlformats.org/drawingml/2006/main">
            <a:pathLst>
              <a:path w="1066800" h="381000">
                <a:moveTo>
                  <a:pt x="0" y="381000"/>
                </a:moveTo>
                <a:lnTo>
                  <a:pt x="1066800" y="0"/>
                </a:lnTo>
              </a:path>
            </a:pathLst>
          </a:custGeom>
          <a:noFill xmlns:a="http://schemas.openxmlformats.org/drawingml/2006/main"/>
          <a:ln xmlns:a="http://schemas.openxmlformats.org/drawingml/2006/main" w="28575">
            <a:solidFill>
              <a:srgbClr val="9FFF68"/>
            </a:solidFill>
          </a:ln>
        </p:spPr>
      </p:sp>
      <p:sp>
        <p:nvSpPr>
          <p:cNvPr id="11" name="공통 물질 소거">
            <a:extLst xmlns:a="http://schemas.openxmlformats.org/drawingml/2006/main">
              <a:ext uri="{FF2B5EF4-FFF2-40B4-BE49-F238E27FC236}">
                <a16:creationId xmlns:a16="http://schemas.microsoft.com/office/drawing/2014/main" id="{6FD37E9B-6A60-4299-9C96-C0CD43710F15}"/>
              </a:ext>
            </a:extLst>
          </p:cNvPr>
          <p:cNvSpPr>
            <a:spLocks xmlns:a="http://schemas.openxmlformats.org/drawingml/2006/main" noGrp="1"/>
          </p:cNvSpPr>
          <p:nvPr/>
        </p:nvSpPr>
        <p:spPr>
          <a:xfrm xmlns:a="http://schemas.openxmlformats.org/drawingml/2006/main">
            <a:off x="3905250" y="7115175"/>
            <a:ext cx="1076325" cy="381000"/>
          </a:xfrm>
          <a:custGeom xmlns:a="http://schemas.openxmlformats.org/drawingml/2006/main">
            <a:pathLst>
              <a:path w="1076325" h="381000">
                <a:moveTo>
                  <a:pt x="0" y="381000"/>
                </a:moveTo>
                <a:lnTo>
                  <a:pt x="1076325" y="0"/>
                </a:lnTo>
              </a:path>
            </a:pathLst>
          </a:custGeom>
          <a:noFill xmlns:a="http://schemas.openxmlformats.org/drawingml/2006/main"/>
          <a:ln xmlns:a="http://schemas.openxmlformats.org/drawingml/2006/main" w="28575">
            <a:solidFill>
              <a:srgbClr val="9FFF68"/>
            </a:solidFill>
          </a:ln>
        </p:spPr>
      </p:sp>
    </p:spTree>
    <p:extLst>
      <p:ext uri="{BB962C8B-B14F-4D97-AF65-F5344CB8AC3E}">
        <p14:creationId xmlns:p14="http://schemas.microsoft.com/office/powerpoint/2010/main" val="1182286055"/>
      </p:ext>
    </p:extLst>
  </p:cSld>
</p:sld>
</file>

<file path=ppt/slides/slide3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1585E3A5-A7ED-4BB5-B713-C51E6BF7CE51}"/>
              </a:ext>
            </a:extLst>
          </p:cNvPr>
          <p:cNvSpPr>
            <a:spLocks xmlns:a="http://schemas.openxmlformats.org/drawingml/2006/main" noGrp="1"/>
          </p:cNvSpPr>
          <p:nvPr/>
        </p:nvSpPr>
        <p:spPr>
          <a:xfrm xmlns:a="http://schemas.openxmlformats.org/drawingml/2006/main">
            <a:off x="2000250" y="4667250"/>
            <a:ext cx="14287500" cy="2190750"/>
          </a:xfrm>
          <a:prstGeom xmlns:a="http://schemas.openxmlformats.org/drawingml/2006/main" prst="roundRect">
            <a:avLst>
              <a:gd name="adj" fmla="val 7826"/>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56385DB8-E7E2-4F9F-A3AE-D2AA9E1A1CC1}"/>
              </a:ext>
            </a:extLst>
          </p:cNvPr>
          <p:cNvPicPr>
            <a:picLocks xmlns:a="http://schemas.openxmlformats.org/drawingml/2006/main" noChangeAspect="1"/>
          </p:cNvPicPr>
          <p:nvPr/>
        </p:nvPicPr>
        <p:blipFill>
          <a:blip xmlns:r="http://schemas.openxmlformats.org/officeDocument/2006/relationships" xmlns:a="http://schemas.openxmlformats.org/drawingml/2006/main" r:embed="R85deda19f87a493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C21CE1F-C92B-4C77-8756-BD4EADFC792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87E1628-74D2-4BFE-B6A1-752F7F48375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271203E-89AD-4FCF-AFEC-811FA407961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573BA7C-19DD-4A8E-A0BA-9AEBC4D0F7B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9EBE658D-6163-4735-A9B2-F1E4A0F2D3C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생성물의 합에서 반응물의 합을 뺀다</a:t>
            </a:r>
          </a:p>
        </p:txBody>
      </p:sp>
      <p:pic>
        <p:nvPicPr>
          <p:cNvPr id="14" name="">
            <a:extLst xmlns:a="http://schemas.openxmlformats.org/drawingml/2006/main">
              <a:ext uri="{FF2B5EF4-FFF2-40B4-BE49-F238E27FC236}">
                <a16:creationId xmlns:a16="http://schemas.microsoft.com/office/drawing/2014/main" id="{D2B60BF3-6D07-47D0-9F33-537FB65EB513}"/>
              </a:ext>
            </a:extLst>
          </p:cNvPr>
          <p:cNvPicPr>
            <a:picLocks xmlns:a="http://schemas.openxmlformats.org/drawingml/2006/main" noChangeAspect="1"/>
          </p:cNvPicPr>
          <p:nvPr/>
        </p:nvPicPr>
        <p:blipFill>
          <a:blip xmlns:r="http://schemas.openxmlformats.org/officeDocument/2006/relationships" xmlns:a="http://schemas.openxmlformats.org/drawingml/2006/main" r:embed="Rf69cb268813b43e1"/>
          <a:stretch xmlns:a="http://schemas.openxmlformats.org/drawingml/2006/main"/>
        </p:blipFill>
        <p:spPr>
          <a:xfrm xmlns:a="http://schemas.openxmlformats.org/drawingml/2006/main">
            <a:off x="4590381" y="4988719"/>
            <a:ext cx="9107333" cy="1500188"/>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4950FF49-2510-468C-B04B-B634EDA43289}"/>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기준 원소 물질을 거치는 경로로 반응 엔탈피를 구한다.</a:t>
            </a:r>
          </a:p>
        </p:txBody>
      </p:sp>
      <p:sp>
        <p:nvSpPr>
          <p:cNvPr id="17" name="">
            <a:extLst xmlns:a="http://schemas.openxmlformats.org/drawingml/2006/main">
              <a:ext uri="{FF2B5EF4-FFF2-40B4-BE49-F238E27FC236}">
                <a16:creationId xmlns:a16="http://schemas.microsoft.com/office/drawing/2014/main" id="{484A72BD-D98E-4BEF-8912-46E080D78AFF}"/>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9CF3642C-3108-471D-BB81-9C3151AFA844}"/>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9" name="text">
            <a:extLst xmlns:a="http://schemas.openxmlformats.org/drawingml/2006/main">
              <a:ext uri="{FF2B5EF4-FFF2-40B4-BE49-F238E27FC236}">
                <a16:creationId xmlns:a16="http://schemas.microsoft.com/office/drawing/2014/main" id="{9068084C-F476-462C-80E6-54916D867320}"/>
              </a:ext>
            </a:extLst>
          </p:cNvPr>
          <p:cNvSpPr>
            <a:spLocks xmlns:a="http://schemas.openxmlformats.org/drawingml/2006/main" noGrp="1"/>
          </p:cNvSpPr>
          <p:nvPr/>
        </p:nvSpPr>
        <p:spPr>
          <a:xfrm xmlns:a="http://schemas.openxmlformats.org/drawingml/2006/main">
            <a:off x="3333750" y="71437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생성물 각각의 생성 엔탈피를 계수만큼 더한다.</a:t>
            </a:r>
          </a:p>
        </p:txBody>
      </p:sp>
      <p:sp>
        <p:nvSpPr>
          <p:cNvPr id="20" name="">
            <a:extLst xmlns:a="http://schemas.openxmlformats.org/drawingml/2006/main">
              <a:ext uri="{FF2B5EF4-FFF2-40B4-BE49-F238E27FC236}">
                <a16:creationId xmlns:a16="http://schemas.microsoft.com/office/drawing/2014/main" id="{CDD522CD-DEE7-44DC-B101-CAC0FD9B987A}"/>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74CE3E56-8469-41AC-A91A-68B3A2D293BF}"/>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22" name="text">
            <a:extLst xmlns:a="http://schemas.openxmlformats.org/drawingml/2006/main">
              <a:ext uri="{FF2B5EF4-FFF2-40B4-BE49-F238E27FC236}">
                <a16:creationId xmlns:a16="http://schemas.microsoft.com/office/drawing/2014/main" id="{05EE972B-416C-4F66-9CB6-A0C48FCBC92F}"/>
              </a:ext>
            </a:extLst>
          </p:cNvPr>
          <p:cNvSpPr>
            <a:spLocks xmlns:a="http://schemas.openxmlformats.org/drawingml/2006/main" noGrp="1"/>
          </p:cNvSpPr>
          <p:nvPr/>
        </p:nvSpPr>
        <p:spPr>
          <a:xfrm xmlns:a="http://schemas.openxmlformats.org/drawingml/2006/main">
            <a:off x="3333750" y="78867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반응물 각각의 생성 엔탈피를 계수만큼 더한다.</a:t>
            </a:r>
          </a:p>
        </p:txBody>
      </p:sp>
      <p:sp>
        <p:nvSpPr>
          <p:cNvPr id="23" name="">
            <a:extLst xmlns:a="http://schemas.openxmlformats.org/drawingml/2006/main">
              <a:ext uri="{FF2B5EF4-FFF2-40B4-BE49-F238E27FC236}">
                <a16:creationId xmlns:a16="http://schemas.microsoft.com/office/drawing/2014/main" id="{6667621A-B687-4BD7-919E-5D159C10E738}"/>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9BD55B55-DD85-4D52-B51F-8C484F6A39E8}"/>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
        <p:nvSpPr>
          <p:cNvPr id="25" name="text">
            <a:extLst xmlns:a="http://schemas.openxmlformats.org/drawingml/2006/main">
              <a:ext uri="{FF2B5EF4-FFF2-40B4-BE49-F238E27FC236}">
                <a16:creationId xmlns:a16="http://schemas.microsoft.com/office/drawing/2014/main" id="{42439DC4-0C17-4648-9306-99EF957E382D}"/>
              </a:ext>
            </a:extLst>
          </p:cNvPr>
          <p:cNvSpPr>
            <a:spLocks xmlns:a="http://schemas.openxmlformats.org/drawingml/2006/main" noGrp="1"/>
          </p:cNvSpPr>
          <p:nvPr/>
        </p:nvSpPr>
        <p:spPr>
          <a:xfrm xmlns:a="http://schemas.openxmlformats.org/drawingml/2006/main">
            <a:off x="3333750" y="86296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9FFF68"/>
                </a:solidFill>
                <a:latin typeface="Pretendard"/>
                <a:ea typeface="Pretendard"/>
                <a:cs typeface="Pretendard"/>
              </a:defRPr>
            </a:defPPr>
            <a:lvl1pPr algn="l">
              <a:defRPr sz="2400" b="1">
                <a:solidFill>
                  <a:srgbClr val="9FFF68"/>
                </a:solidFill>
                <a:latin typeface="Pretendard"/>
                <a:ea typeface="Pretendard"/>
                <a:cs typeface="Pretendard"/>
              </a:defRPr>
            </a:lvl1pPr>
            <a:lvl2pPr algn="l">
              <a:defRPr sz="2400" b="1">
                <a:solidFill>
                  <a:srgbClr val="9FFF68"/>
                </a:solidFill>
                <a:latin typeface="Pretendard"/>
                <a:ea typeface="Pretendard"/>
                <a:cs typeface="Pretendard"/>
              </a:defRPr>
            </a:lvl2pPr>
            <a:lvl3pPr algn="l">
              <a:defRPr sz="2400" b="1">
                <a:solidFill>
                  <a:srgbClr val="9FFF68"/>
                </a:solidFill>
                <a:latin typeface="Pretendard"/>
                <a:ea typeface="Pretendard"/>
                <a:cs typeface="Pretendard"/>
              </a:defRPr>
            </a:lvl3pPr>
            <a:lvl4pPr algn="l">
              <a:defRPr sz="2400" b="1">
                <a:solidFill>
                  <a:srgbClr val="9FFF68"/>
                </a:solidFill>
                <a:latin typeface="Pretendard"/>
                <a:ea typeface="Pretendard"/>
                <a:cs typeface="Pretendard"/>
              </a:defRPr>
            </a:lvl4pPr>
            <a:lvl5pPr algn="l">
              <a:defRPr sz="2400" b="1">
                <a:solidFill>
                  <a:srgbClr val="9FFF68"/>
                </a:solidFill>
                <a:latin typeface="Pretendard"/>
                <a:ea typeface="Pretendard"/>
                <a:cs typeface="Pretendard"/>
              </a:defRPr>
            </a:lvl5pPr>
            <a:lvl6pPr algn="l">
              <a:defRPr sz="2400" b="1">
                <a:solidFill>
                  <a:srgbClr val="9FFF68"/>
                </a:solidFill>
                <a:latin typeface="Pretendard"/>
                <a:ea typeface="Pretendard"/>
                <a:cs typeface="Pretendard"/>
              </a:defRPr>
            </a:lvl6pPr>
            <a:lvl7pPr algn="l">
              <a:defRPr sz="2400" b="1">
                <a:solidFill>
                  <a:srgbClr val="9FFF68"/>
                </a:solidFill>
                <a:latin typeface="Pretendard"/>
                <a:ea typeface="Pretendard"/>
                <a:cs typeface="Pretendard"/>
              </a:defRPr>
            </a:lvl7pPr>
            <a:lvl8pPr algn="l">
              <a:defRPr sz="2400" b="1">
                <a:solidFill>
                  <a:srgbClr val="9FFF68"/>
                </a:solidFill>
                <a:latin typeface="Pretendard"/>
                <a:ea typeface="Pretendard"/>
                <a:cs typeface="Pretendard"/>
              </a:defRPr>
            </a:lvl8pPr>
            <a:lvl9pPr algn="l">
              <a:defRPr sz="2400" b="1">
                <a:solidFill>
                  <a:srgbClr val="9FFF68"/>
                </a:solidFill>
                <a:latin typeface="Pretendard"/>
                <a:ea typeface="Pretendard"/>
                <a:cs typeface="Pretendard"/>
              </a:defRPr>
            </a:lvl9pPr>
          </a:lstStyle>
          <a:p xmlns:a="http://schemas.openxmlformats.org/drawingml/2006/main">
            <a:pPr algn="l">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2068991782"/>
      </p:ext>
    </p:extLst>
  </p:cSld>
</p:sld>
</file>

<file path=ppt/slides/slide3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2EC70D50-B64D-49B5-9AB5-3EF1DB54C5C8}"/>
              </a:ext>
            </a:extLst>
          </p:cNvPr>
          <p:cNvPicPr>
            <a:picLocks xmlns:a="http://schemas.openxmlformats.org/drawingml/2006/main" noChangeAspect="1"/>
          </p:cNvPicPr>
          <p:nvPr/>
        </p:nvPicPr>
        <p:blipFill>
          <a:blip xmlns:r="http://schemas.openxmlformats.org/officeDocument/2006/relationships" xmlns:a="http://schemas.openxmlformats.org/drawingml/2006/main" r:embed="Rb54608f0c0804c6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2EFD0A4-7C97-404C-B2DC-E197E0EF891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F47A820-F7E3-45BE-B8AD-BBC20C15CEB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833EE87-9A66-4526-A736-063E0940644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DC6A224-6E93-4D22-9A3F-59C9A0F1AA6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68C3D7B7-8B83-4E3B-8FBA-FA4613FA52F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각 물질의 값에 반응 계수를 곱한다</a:t>
            </a:r>
          </a:p>
        </p:txBody>
      </p:sp>
      <p:sp>
        <p:nvSpPr>
          <p:cNvPr id="15" name="text">
            <a:extLst xmlns:a="http://schemas.openxmlformats.org/drawingml/2006/main">
              <a:ext uri="{FF2B5EF4-FFF2-40B4-BE49-F238E27FC236}">
                <a16:creationId xmlns:a16="http://schemas.microsoft.com/office/drawing/2014/main" id="{A80EFB2E-2D93-49A8-B556-43462A008AD0}"/>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표준 생성 엔탈피는 물질 1 mol을 기준으로 한 값이다.</a:t>
            </a:r>
          </a:p>
        </p:txBody>
      </p:sp>
      <p:sp>
        <p:nvSpPr>
          <p:cNvPr id="16" name="수식 기호별 설명 바">
            <a:extLst xmlns:a="http://schemas.openxmlformats.org/drawingml/2006/main">
              <a:ext uri="{FF2B5EF4-FFF2-40B4-BE49-F238E27FC236}">
                <a16:creationId xmlns:a16="http://schemas.microsoft.com/office/drawing/2014/main" id="{FA63FCBB-98B0-4A12-8556-7AC97BF28985}"/>
              </a:ext>
            </a:extLst>
          </p:cNvPr>
          <p:cNvSpPr>
            <a:spLocks xmlns:a="http://schemas.openxmlformats.org/drawingml/2006/main" noGrp="1"/>
          </p:cNvSpPr>
          <p:nvPr/>
        </p:nvSpPr>
        <p:spPr>
          <a:xfrm xmlns:a="http://schemas.openxmlformats.org/drawingml/2006/main">
            <a:off x="2000250" y="4667250"/>
            <a:ext cx="4572000" cy="1066800"/>
          </a:xfrm>
          <a:prstGeom xmlns:a="http://schemas.openxmlformats.org/drawingml/2006/main" prst="roundRect">
            <a:avLst>
              <a:gd name="adj" fmla="val 14286"/>
            </a:avLst>
          </a:prstGeom>
          <a:solidFill xmlns:a="http://schemas.openxmlformats.org/drawingml/2006/main">
            <a:srgbClr val="242B20"/>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F7C7EC84-7487-4F1F-BB1A-DF804F042869}"/>
              </a:ext>
            </a:extLst>
          </p:cNvPr>
          <p:cNvSpPr>
            <a:spLocks xmlns:a="http://schemas.openxmlformats.org/drawingml/2006/main" noGrp="1"/>
          </p:cNvSpPr>
          <p:nvPr/>
        </p:nvSpPr>
        <p:spPr>
          <a:xfrm xmlns:a="http://schemas.openxmlformats.org/drawingml/2006/main">
            <a:off x="2190750" y="475297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몰수 n</a:t>
            </a:r>
          </a:p>
        </p:txBody>
      </p:sp>
      <p:sp>
        <p:nvSpPr>
          <p:cNvPr id="18" name="text">
            <a:extLst xmlns:a="http://schemas.openxmlformats.org/drawingml/2006/main">
              <a:ext uri="{FF2B5EF4-FFF2-40B4-BE49-F238E27FC236}">
                <a16:creationId xmlns:a16="http://schemas.microsoft.com/office/drawing/2014/main" id="{7E4E0831-0689-4F1F-8237-9C4869C0AC1D}"/>
              </a:ext>
            </a:extLst>
          </p:cNvPr>
          <p:cNvSpPr>
            <a:spLocks xmlns:a="http://schemas.openxmlformats.org/drawingml/2006/main" noGrp="1"/>
          </p:cNvSpPr>
          <p:nvPr/>
        </p:nvSpPr>
        <p:spPr>
          <a:xfrm xmlns:a="http://schemas.openxmlformats.org/drawingml/2006/main">
            <a:off x="2190750" y="521017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a:solidFill>
                  <a:srgbClr val="DDDDDD"/>
                </a:solidFill>
                <a:latin typeface="Pretendard"/>
                <a:ea typeface="Pretendard"/>
                <a:cs typeface="Pretendard"/>
              </a:defRPr>
            </a:defPPr>
            <a:lvl1pPr algn="ctr">
              <a:defRPr sz="1875" b="0">
                <a:solidFill>
                  <a:srgbClr val="DDDDDD"/>
                </a:solidFill>
                <a:latin typeface="Pretendard"/>
                <a:ea typeface="Pretendard"/>
                <a:cs typeface="Pretendard"/>
              </a:defRPr>
            </a:lvl1pPr>
            <a:lvl2pPr algn="ctr">
              <a:defRPr sz="1875" b="0">
                <a:solidFill>
                  <a:srgbClr val="DDDDDD"/>
                </a:solidFill>
                <a:latin typeface="Pretendard"/>
                <a:ea typeface="Pretendard"/>
                <a:cs typeface="Pretendard"/>
              </a:defRPr>
            </a:lvl2pPr>
            <a:lvl3pPr algn="ctr">
              <a:defRPr sz="1875" b="0">
                <a:solidFill>
                  <a:srgbClr val="DDDDDD"/>
                </a:solidFill>
                <a:latin typeface="Pretendard"/>
                <a:ea typeface="Pretendard"/>
                <a:cs typeface="Pretendard"/>
              </a:defRPr>
            </a:lvl3pPr>
            <a:lvl4pPr algn="ctr">
              <a:defRPr sz="1875" b="0">
                <a:solidFill>
                  <a:srgbClr val="DDDDDD"/>
                </a:solidFill>
                <a:latin typeface="Pretendard"/>
                <a:ea typeface="Pretendard"/>
                <a:cs typeface="Pretendard"/>
              </a:defRPr>
            </a:lvl4pPr>
            <a:lvl5pPr algn="ctr">
              <a:defRPr sz="1875" b="0">
                <a:solidFill>
                  <a:srgbClr val="DDDDDD"/>
                </a:solidFill>
                <a:latin typeface="Pretendard"/>
                <a:ea typeface="Pretendard"/>
                <a:cs typeface="Pretendard"/>
              </a:defRPr>
            </a:lvl5pPr>
            <a:lvl6pPr algn="ctr">
              <a:defRPr sz="1875" b="0">
                <a:solidFill>
                  <a:srgbClr val="DDDDDD"/>
                </a:solidFill>
                <a:latin typeface="Pretendard"/>
                <a:ea typeface="Pretendard"/>
                <a:cs typeface="Pretendard"/>
              </a:defRPr>
            </a:lvl6pPr>
            <a:lvl7pPr algn="ctr">
              <a:defRPr sz="1875" b="0">
                <a:solidFill>
                  <a:srgbClr val="DDDDDD"/>
                </a:solidFill>
                <a:latin typeface="Pretendard"/>
                <a:ea typeface="Pretendard"/>
                <a:cs typeface="Pretendard"/>
              </a:defRPr>
            </a:lvl7pPr>
            <a:lvl8pPr algn="ctr">
              <a:defRPr sz="1875" b="0">
                <a:solidFill>
                  <a:srgbClr val="DDDDDD"/>
                </a:solidFill>
                <a:latin typeface="Pretendard"/>
                <a:ea typeface="Pretendard"/>
                <a:cs typeface="Pretendard"/>
              </a:defRPr>
            </a:lvl8pPr>
            <a:lvl9pPr algn="ctr">
              <a:defRPr sz="1875" b="0">
                <a:solidFill>
                  <a:srgbClr val="DDDDDD"/>
                </a:solidFill>
                <a:latin typeface="Pretendard"/>
                <a:ea typeface="Pretendard"/>
                <a:cs typeface="Pretendard"/>
              </a:defRPr>
            </a:lvl9pPr>
          </a:lstStyle>
          <a:p xmlns:a="http://schemas.openxmlformats.org/drawingml/2006/main">
            <a:pPr algn="ctr">
              <a:defRPr sz="1875" b="0">
                <a:solidFill>
                  <a:srgbClr val="DDDDDD"/>
                </a:solidFill>
                <a:latin typeface="Pretendard"/>
                <a:ea typeface="Pretendard"/>
                <a:cs typeface="Pretendard"/>
              </a:defRPr>
            </a:pPr>
            <a:r>
              <a:rPr sz="1875" b="0">
                <a:solidFill>
                  <a:srgbClr val="DDDDDD"/>
                </a:solidFill>
                <a:latin typeface="Pretendard"/>
                <a:ea typeface="Pretendard"/>
                <a:cs typeface="Pretendard"/>
              </a:rPr>
              <a:t>반응 계수에 따른 물질의 양</a:t>
            </a:r>
          </a:p>
        </p:txBody>
      </p:sp>
      <p:sp>
        <p:nvSpPr>
          <p:cNvPr id="19" name="수식 기호별 설명 바">
            <a:extLst xmlns:a="http://schemas.openxmlformats.org/drawingml/2006/main">
              <a:ext uri="{FF2B5EF4-FFF2-40B4-BE49-F238E27FC236}">
                <a16:creationId xmlns:a16="http://schemas.microsoft.com/office/drawing/2014/main" id="{527873F1-CEFB-469C-B2B2-766976E1909C}"/>
              </a:ext>
            </a:extLst>
          </p:cNvPr>
          <p:cNvSpPr>
            <a:spLocks xmlns:a="http://schemas.openxmlformats.org/drawingml/2006/main" noGrp="1"/>
          </p:cNvSpPr>
          <p:nvPr/>
        </p:nvSpPr>
        <p:spPr>
          <a:xfrm xmlns:a="http://schemas.openxmlformats.org/drawingml/2006/main">
            <a:off x="6858000" y="4667250"/>
            <a:ext cx="4572000" cy="1066800"/>
          </a:xfrm>
          <a:prstGeom xmlns:a="http://schemas.openxmlformats.org/drawingml/2006/main" prst="roundRect">
            <a:avLst>
              <a:gd name="adj" fmla="val 14286"/>
            </a:avLst>
          </a:prstGeom>
          <a:solidFill xmlns:a="http://schemas.openxmlformats.org/drawingml/2006/main">
            <a:srgbClr val="242B20"/>
          </a:solidFill>
          <a:ln xmlns:a="http://schemas.openxmlformats.org/drawingml/2006/main" w="0">
            <a:noFill/>
          </a:ln>
        </p:spPr>
      </p:sp>
      <p:sp>
        <p:nvSpPr>
          <p:cNvPr id="20" name="text">
            <a:extLst xmlns:a="http://schemas.openxmlformats.org/drawingml/2006/main">
              <a:ext uri="{FF2B5EF4-FFF2-40B4-BE49-F238E27FC236}">
                <a16:creationId xmlns:a16="http://schemas.microsoft.com/office/drawing/2014/main" id="{91EC7B54-EA35-48D9-8533-E0C6A19BAC8D}"/>
              </a:ext>
            </a:extLst>
          </p:cNvPr>
          <p:cNvSpPr>
            <a:spLocks xmlns:a="http://schemas.openxmlformats.org/drawingml/2006/main" noGrp="1"/>
          </p:cNvSpPr>
          <p:nvPr/>
        </p:nvSpPr>
        <p:spPr>
          <a:xfrm xmlns:a="http://schemas.openxmlformats.org/drawingml/2006/main">
            <a:off x="7048500" y="475297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표준 생성 엔탈피</a:t>
            </a:r>
          </a:p>
        </p:txBody>
      </p:sp>
      <p:sp>
        <p:nvSpPr>
          <p:cNvPr id="21" name="text">
            <a:extLst xmlns:a="http://schemas.openxmlformats.org/drawingml/2006/main">
              <a:ext uri="{FF2B5EF4-FFF2-40B4-BE49-F238E27FC236}">
                <a16:creationId xmlns:a16="http://schemas.microsoft.com/office/drawing/2014/main" id="{5DCD6115-941C-495F-98AC-9E97F319A52E}"/>
              </a:ext>
            </a:extLst>
          </p:cNvPr>
          <p:cNvSpPr>
            <a:spLocks xmlns:a="http://schemas.openxmlformats.org/drawingml/2006/main" noGrp="1"/>
          </p:cNvSpPr>
          <p:nvPr/>
        </p:nvSpPr>
        <p:spPr>
          <a:xfrm xmlns:a="http://schemas.openxmlformats.org/drawingml/2006/main">
            <a:off x="7048500" y="521017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a:solidFill>
                  <a:srgbClr val="DDDDDD"/>
                </a:solidFill>
                <a:latin typeface="Pretendard"/>
                <a:ea typeface="Pretendard"/>
                <a:cs typeface="Pretendard"/>
              </a:defRPr>
            </a:defPPr>
            <a:lvl1pPr algn="ctr">
              <a:defRPr sz="1875" b="0">
                <a:solidFill>
                  <a:srgbClr val="DDDDDD"/>
                </a:solidFill>
                <a:latin typeface="Pretendard"/>
                <a:ea typeface="Pretendard"/>
                <a:cs typeface="Pretendard"/>
              </a:defRPr>
            </a:lvl1pPr>
            <a:lvl2pPr algn="ctr">
              <a:defRPr sz="1875" b="0">
                <a:solidFill>
                  <a:srgbClr val="DDDDDD"/>
                </a:solidFill>
                <a:latin typeface="Pretendard"/>
                <a:ea typeface="Pretendard"/>
                <a:cs typeface="Pretendard"/>
              </a:defRPr>
            </a:lvl2pPr>
            <a:lvl3pPr algn="ctr">
              <a:defRPr sz="1875" b="0">
                <a:solidFill>
                  <a:srgbClr val="DDDDDD"/>
                </a:solidFill>
                <a:latin typeface="Pretendard"/>
                <a:ea typeface="Pretendard"/>
                <a:cs typeface="Pretendard"/>
              </a:defRPr>
            </a:lvl3pPr>
            <a:lvl4pPr algn="ctr">
              <a:defRPr sz="1875" b="0">
                <a:solidFill>
                  <a:srgbClr val="DDDDDD"/>
                </a:solidFill>
                <a:latin typeface="Pretendard"/>
                <a:ea typeface="Pretendard"/>
                <a:cs typeface="Pretendard"/>
              </a:defRPr>
            </a:lvl4pPr>
            <a:lvl5pPr algn="ctr">
              <a:defRPr sz="1875" b="0">
                <a:solidFill>
                  <a:srgbClr val="DDDDDD"/>
                </a:solidFill>
                <a:latin typeface="Pretendard"/>
                <a:ea typeface="Pretendard"/>
                <a:cs typeface="Pretendard"/>
              </a:defRPr>
            </a:lvl5pPr>
            <a:lvl6pPr algn="ctr">
              <a:defRPr sz="1875" b="0">
                <a:solidFill>
                  <a:srgbClr val="DDDDDD"/>
                </a:solidFill>
                <a:latin typeface="Pretendard"/>
                <a:ea typeface="Pretendard"/>
                <a:cs typeface="Pretendard"/>
              </a:defRPr>
            </a:lvl6pPr>
            <a:lvl7pPr algn="ctr">
              <a:defRPr sz="1875" b="0">
                <a:solidFill>
                  <a:srgbClr val="DDDDDD"/>
                </a:solidFill>
                <a:latin typeface="Pretendard"/>
                <a:ea typeface="Pretendard"/>
                <a:cs typeface="Pretendard"/>
              </a:defRPr>
            </a:lvl7pPr>
            <a:lvl8pPr algn="ctr">
              <a:defRPr sz="1875" b="0">
                <a:solidFill>
                  <a:srgbClr val="DDDDDD"/>
                </a:solidFill>
                <a:latin typeface="Pretendard"/>
                <a:ea typeface="Pretendard"/>
                <a:cs typeface="Pretendard"/>
              </a:defRPr>
            </a:lvl8pPr>
            <a:lvl9pPr algn="ctr">
              <a:defRPr sz="1875" b="0">
                <a:solidFill>
                  <a:srgbClr val="DDDDDD"/>
                </a:solidFill>
                <a:latin typeface="Pretendard"/>
                <a:ea typeface="Pretendard"/>
                <a:cs typeface="Pretendard"/>
              </a:defRPr>
            </a:lvl9pPr>
          </a:lstStyle>
          <a:p xmlns:a="http://schemas.openxmlformats.org/drawingml/2006/main">
            <a:pPr algn="ctr">
              <a:defRPr sz="1875" b="0">
                <a:solidFill>
                  <a:srgbClr val="DDDDDD"/>
                </a:solidFill>
                <a:latin typeface="Pretendard"/>
                <a:ea typeface="Pretendard"/>
                <a:cs typeface="Pretendard"/>
              </a:defRPr>
            </a:pPr>
            <a:r>
              <a:rPr sz="1875" b="0">
                <a:solidFill>
                  <a:srgbClr val="DDDDDD"/>
                </a:solidFill>
                <a:latin typeface="Pretendard"/>
                <a:ea typeface="Pretendard"/>
                <a:cs typeface="Pretendard"/>
              </a:rPr>
              <a:t>물질 1 mol이 생성될 때의 값</a:t>
            </a:r>
          </a:p>
        </p:txBody>
      </p:sp>
      <p:sp>
        <p:nvSpPr>
          <p:cNvPr id="22" name="수식 기호별 설명 바">
            <a:extLst xmlns:a="http://schemas.openxmlformats.org/drawingml/2006/main">
              <a:ext uri="{FF2B5EF4-FFF2-40B4-BE49-F238E27FC236}">
                <a16:creationId xmlns:a16="http://schemas.microsoft.com/office/drawing/2014/main" id="{1753702E-2972-4E12-8909-606196DF81C3}"/>
              </a:ext>
            </a:extLst>
          </p:cNvPr>
          <p:cNvSpPr>
            <a:spLocks xmlns:a="http://schemas.openxmlformats.org/drawingml/2006/main" noGrp="1"/>
          </p:cNvSpPr>
          <p:nvPr/>
        </p:nvSpPr>
        <p:spPr>
          <a:xfrm xmlns:a="http://schemas.openxmlformats.org/drawingml/2006/main">
            <a:off x="11715750" y="4667250"/>
            <a:ext cx="4572000" cy="1066800"/>
          </a:xfrm>
          <a:prstGeom xmlns:a="http://schemas.openxmlformats.org/drawingml/2006/main" prst="roundRect">
            <a:avLst>
              <a:gd name="adj" fmla="val 14286"/>
            </a:avLst>
          </a:prstGeom>
          <a:solidFill xmlns:a="http://schemas.openxmlformats.org/drawingml/2006/main">
            <a:srgbClr val="242B20"/>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9BC1247E-C3C0-4EFC-87E6-F499BCF8016A}"/>
              </a:ext>
            </a:extLst>
          </p:cNvPr>
          <p:cNvSpPr>
            <a:spLocks xmlns:a="http://schemas.openxmlformats.org/drawingml/2006/main" noGrp="1"/>
          </p:cNvSpPr>
          <p:nvPr/>
        </p:nvSpPr>
        <p:spPr>
          <a:xfrm xmlns:a="http://schemas.openxmlformats.org/drawingml/2006/main">
            <a:off x="11906250" y="475297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합 Σ</a:t>
            </a:r>
          </a:p>
        </p:txBody>
      </p:sp>
      <p:sp>
        <p:nvSpPr>
          <p:cNvPr id="24" name="text">
            <a:extLst xmlns:a="http://schemas.openxmlformats.org/drawingml/2006/main">
              <a:ext uri="{FF2B5EF4-FFF2-40B4-BE49-F238E27FC236}">
                <a16:creationId xmlns:a16="http://schemas.microsoft.com/office/drawing/2014/main" id="{5FB19A0C-F96F-44F0-BBD1-237B51751C22}"/>
              </a:ext>
            </a:extLst>
          </p:cNvPr>
          <p:cNvSpPr>
            <a:spLocks xmlns:a="http://schemas.openxmlformats.org/drawingml/2006/main" noGrp="1"/>
          </p:cNvSpPr>
          <p:nvPr/>
        </p:nvSpPr>
        <p:spPr>
          <a:xfrm xmlns:a="http://schemas.openxmlformats.org/drawingml/2006/main">
            <a:off x="11906250" y="521017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a:solidFill>
                  <a:srgbClr val="DDDDDD"/>
                </a:solidFill>
                <a:latin typeface="Pretendard"/>
                <a:ea typeface="Pretendard"/>
                <a:cs typeface="Pretendard"/>
              </a:defRPr>
            </a:defPPr>
            <a:lvl1pPr algn="ctr">
              <a:defRPr sz="1875" b="0">
                <a:solidFill>
                  <a:srgbClr val="DDDDDD"/>
                </a:solidFill>
                <a:latin typeface="Pretendard"/>
                <a:ea typeface="Pretendard"/>
                <a:cs typeface="Pretendard"/>
              </a:defRPr>
            </a:lvl1pPr>
            <a:lvl2pPr algn="ctr">
              <a:defRPr sz="1875" b="0">
                <a:solidFill>
                  <a:srgbClr val="DDDDDD"/>
                </a:solidFill>
                <a:latin typeface="Pretendard"/>
                <a:ea typeface="Pretendard"/>
                <a:cs typeface="Pretendard"/>
              </a:defRPr>
            </a:lvl2pPr>
            <a:lvl3pPr algn="ctr">
              <a:defRPr sz="1875" b="0">
                <a:solidFill>
                  <a:srgbClr val="DDDDDD"/>
                </a:solidFill>
                <a:latin typeface="Pretendard"/>
                <a:ea typeface="Pretendard"/>
                <a:cs typeface="Pretendard"/>
              </a:defRPr>
            </a:lvl3pPr>
            <a:lvl4pPr algn="ctr">
              <a:defRPr sz="1875" b="0">
                <a:solidFill>
                  <a:srgbClr val="DDDDDD"/>
                </a:solidFill>
                <a:latin typeface="Pretendard"/>
                <a:ea typeface="Pretendard"/>
                <a:cs typeface="Pretendard"/>
              </a:defRPr>
            </a:lvl4pPr>
            <a:lvl5pPr algn="ctr">
              <a:defRPr sz="1875" b="0">
                <a:solidFill>
                  <a:srgbClr val="DDDDDD"/>
                </a:solidFill>
                <a:latin typeface="Pretendard"/>
                <a:ea typeface="Pretendard"/>
                <a:cs typeface="Pretendard"/>
              </a:defRPr>
            </a:lvl5pPr>
            <a:lvl6pPr algn="ctr">
              <a:defRPr sz="1875" b="0">
                <a:solidFill>
                  <a:srgbClr val="DDDDDD"/>
                </a:solidFill>
                <a:latin typeface="Pretendard"/>
                <a:ea typeface="Pretendard"/>
                <a:cs typeface="Pretendard"/>
              </a:defRPr>
            </a:lvl6pPr>
            <a:lvl7pPr algn="ctr">
              <a:defRPr sz="1875" b="0">
                <a:solidFill>
                  <a:srgbClr val="DDDDDD"/>
                </a:solidFill>
                <a:latin typeface="Pretendard"/>
                <a:ea typeface="Pretendard"/>
                <a:cs typeface="Pretendard"/>
              </a:defRPr>
            </a:lvl7pPr>
            <a:lvl8pPr algn="ctr">
              <a:defRPr sz="1875" b="0">
                <a:solidFill>
                  <a:srgbClr val="DDDDDD"/>
                </a:solidFill>
                <a:latin typeface="Pretendard"/>
                <a:ea typeface="Pretendard"/>
                <a:cs typeface="Pretendard"/>
              </a:defRPr>
            </a:lvl8pPr>
            <a:lvl9pPr algn="ctr">
              <a:defRPr sz="1875" b="0">
                <a:solidFill>
                  <a:srgbClr val="DDDDDD"/>
                </a:solidFill>
                <a:latin typeface="Pretendard"/>
                <a:ea typeface="Pretendard"/>
                <a:cs typeface="Pretendard"/>
              </a:defRPr>
            </a:lvl9pPr>
          </a:lstStyle>
          <a:p xmlns:a="http://schemas.openxmlformats.org/drawingml/2006/main">
            <a:pPr algn="ctr">
              <a:defRPr sz="1875" b="0">
                <a:solidFill>
                  <a:srgbClr val="DDDDDD"/>
                </a:solidFill>
                <a:latin typeface="Pretendard"/>
                <a:ea typeface="Pretendard"/>
                <a:cs typeface="Pretendard"/>
              </a:defRPr>
            </a:pPr>
            <a:r>
              <a:rPr sz="1875" b="0">
                <a:solidFill>
                  <a:srgbClr val="DDDDDD"/>
                </a:solidFill>
                <a:latin typeface="Pretendard"/>
                <a:ea typeface="Pretendard"/>
                <a:cs typeface="Pretendard"/>
              </a:rPr>
              <a:t>각 물질의 곱을 모두 더함</a:t>
            </a:r>
          </a:p>
        </p:txBody>
      </p:sp>
      <p:pic>
        <p:nvPicPr>
          <p:cNvPr id="25" name="">
            <a:extLst xmlns:a="http://schemas.openxmlformats.org/drawingml/2006/main">
              <a:ext uri="{FF2B5EF4-FFF2-40B4-BE49-F238E27FC236}">
                <a16:creationId xmlns:a16="http://schemas.microsoft.com/office/drawing/2014/main" id="{701DF62A-7370-4D38-AC08-FC42A0F28F6B}"/>
              </a:ext>
            </a:extLst>
          </p:cNvPr>
          <p:cNvPicPr>
            <a:picLocks xmlns:a="http://schemas.openxmlformats.org/drawingml/2006/main" noChangeAspect="1"/>
          </p:cNvPicPr>
          <p:nvPr/>
        </p:nvPicPr>
        <p:blipFill>
          <a:blip xmlns:r="http://schemas.openxmlformats.org/officeDocument/2006/relationships" xmlns:a="http://schemas.openxmlformats.org/drawingml/2006/main" r:embed="R78b380ecc4df4b17"/>
          <a:srcRect xmlns:a="http://schemas.openxmlformats.org/drawingml/2006/main" l="3453" t="34530" r="4006" b="40608"/>
          <a:stretch xmlns:a="http://schemas.openxmlformats.org/drawingml/2006/main"/>
        </p:blipFill>
        <p:spPr>
          <a:xfrm xmlns:a="http://schemas.openxmlformats.org/drawingml/2006/main">
            <a:off x="2000250" y="6334125"/>
            <a:ext cx="14287500" cy="1279478"/>
          </a:xfrm>
          <a:prstGeom xmlns:a="http://schemas.openxmlformats.org/drawingml/2006/main" prst="rect">
            <a:avLst/>
          </a:prstGeom>
        </p:spPr>
      </p:pic>
      <p:sp>
        <p:nvSpPr>
          <p:cNvPr id="26" name="몰수 적용 설명 바">
            <a:extLst xmlns:a="http://schemas.openxmlformats.org/drawingml/2006/main">
              <a:ext uri="{FF2B5EF4-FFF2-40B4-BE49-F238E27FC236}">
                <a16:creationId xmlns:a16="http://schemas.microsoft.com/office/drawing/2014/main" id="{90B9AA04-4E5A-472A-9E41-F9283C25FF7D}"/>
              </a:ext>
            </a:extLst>
          </p:cNvPr>
          <p:cNvSpPr>
            <a:spLocks xmlns:a="http://schemas.openxmlformats.org/drawingml/2006/main" noGrp="1"/>
          </p:cNvSpPr>
          <p:nvPr/>
        </p:nvSpPr>
        <p:spPr>
          <a:xfrm xmlns:a="http://schemas.openxmlformats.org/drawingml/2006/main">
            <a:off x="2381250" y="8001000"/>
            <a:ext cx="13525500" cy="809625"/>
          </a:xfrm>
          <a:prstGeom xmlns:a="http://schemas.openxmlformats.org/drawingml/2006/main" prst="roundRect">
            <a:avLst>
              <a:gd name="adj" fmla="val 18824"/>
            </a:avLst>
          </a:prstGeom>
          <a:solidFill xmlns:a="http://schemas.openxmlformats.org/drawingml/2006/main">
            <a:srgbClr val="1D2918"/>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729D03DF-F64C-47B9-9EE8-B6457B880854}"/>
              </a:ext>
            </a:extLst>
          </p:cNvPr>
          <p:cNvSpPr>
            <a:spLocks xmlns:a="http://schemas.openxmlformats.org/drawingml/2006/main" noGrp="1"/>
          </p:cNvSpPr>
          <p:nvPr/>
        </p:nvSpPr>
        <p:spPr>
          <a:xfrm xmlns:a="http://schemas.openxmlformats.org/drawingml/2006/main">
            <a:off x="2714625" y="8115300"/>
            <a:ext cx="1285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계수로 생성되거나 반응하는 물질의 양을 반영한다.</a:t>
            </a:r>
          </a:p>
        </p:txBody>
      </p:sp>
      <p:sp>
        <p:nvSpPr>
          <p:cNvPr id="28" name="text">
            <a:extLst xmlns:a="http://schemas.openxmlformats.org/drawingml/2006/main">
              <a:ext uri="{FF2B5EF4-FFF2-40B4-BE49-F238E27FC236}">
                <a16:creationId xmlns:a16="http://schemas.microsoft.com/office/drawing/2014/main" id="{BFDAF0CD-31E0-4E7D-88ED-00FF65D7F7A1}"/>
              </a:ext>
            </a:extLst>
          </p:cNvPr>
          <p:cNvSpPr>
            <a:spLocks xmlns:a="http://schemas.openxmlformats.org/drawingml/2006/main" noGrp="1"/>
          </p:cNvSpPr>
          <p:nvPr/>
        </p:nvSpPr>
        <p:spPr>
          <a:xfrm xmlns:a="http://schemas.openxmlformats.org/drawingml/2006/main">
            <a:off x="2857500" y="9048750"/>
            <a:ext cx="1257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BBBBBB"/>
                </a:solidFill>
                <a:latin typeface="Pretendard"/>
                <a:ea typeface="Pretendard"/>
                <a:cs typeface="Pretendard"/>
              </a:defRPr>
            </a:defPPr>
            <a:lvl1pPr algn="ctr">
              <a:defRPr sz="2100" b="0">
                <a:solidFill>
                  <a:srgbClr val="BBBBBB"/>
                </a:solidFill>
                <a:latin typeface="Pretendard"/>
                <a:ea typeface="Pretendard"/>
                <a:cs typeface="Pretendard"/>
              </a:defRPr>
            </a:lvl1pPr>
            <a:lvl2pPr algn="ctr">
              <a:defRPr sz="2100" b="0">
                <a:solidFill>
                  <a:srgbClr val="BBBBBB"/>
                </a:solidFill>
                <a:latin typeface="Pretendard"/>
                <a:ea typeface="Pretendard"/>
                <a:cs typeface="Pretendard"/>
              </a:defRPr>
            </a:lvl2pPr>
            <a:lvl3pPr algn="ctr">
              <a:defRPr sz="2100" b="0">
                <a:solidFill>
                  <a:srgbClr val="BBBBBB"/>
                </a:solidFill>
                <a:latin typeface="Pretendard"/>
                <a:ea typeface="Pretendard"/>
                <a:cs typeface="Pretendard"/>
              </a:defRPr>
            </a:lvl3pPr>
            <a:lvl4pPr algn="ctr">
              <a:defRPr sz="2100" b="0">
                <a:solidFill>
                  <a:srgbClr val="BBBBBB"/>
                </a:solidFill>
                <a:latin typeface="Pretendard"/>
                <a:ea typeface="Pretendard"/>
                <a:cs typeface="Pretendard"/>
              </a:defRPr>
            </a:lvl4pPr>
            <a:lvl5pPr algn="ctr">
              <a:defRPr sz="2100" b="0">
                <a:solidFill>
                  <a:srgbClr val="BBBBBB"/>
                </a:solidFill>
                <a:latin typeface="Pretendard"/>
                <a:ea typeface="Pretendard"/>
                <a:cs typeface="Pretendard"/>
              </a:defRPr>
            </a:lvl5pPr>
            <a:lvl6pPr algn="ctr">
              <a:defRPr sz="2100" b="0">
                <a:solidFill>
                  <a:srgbClr val="BBBBBB"/>
                </a:solidFill>
                <a:latin typeface="Pretendard"/>
                <a:ea typeface="Pretendard"/>
                <a:cs typeface="Pretendard"/>
              </a:defRPr>
            </a:lvl6pPr>
            <a:lvl7pPr algn="ctr">
              <a:defRPr sz="2100" b="0">
                <a:solidFill>
                  <a:srgbClr val="BBBBBB"/>
                </a:solidFill>
                <a:latin typeface="Pretendard"/>
                <a:ea typeface="Pretendard"/>
                <a:cs typeface="Pretendard"/>
              </a:defRPr>
            </a:lvl7pPr>
            <a:lvl8pPr algn="ctr">
              <a:defRPr sz="2100" b="0">
                <a:solidFill>
                  <a:srgbClr val="BBBBBB"/>
                </a:solidFill>
                <a:latin typeface="Pretendard"/>
                <a:ea typeface="Pretendard"/>
                <a:cs typeface="Pretendard"/>
              </a:defRPr>
            </a:lvl8pPr>
            <a:lvl9pPr algn="ctr">
              <a:defRPr sz="2100" b="0">
                <a:solidFill>
                  <a:srgbClr val="BBBBBB"/>
                </a:solidFill>
                <a:latin typeface="Pretendard"/>
                <a:ea typeface="Pretendard"/>
                <a:cs typeface="Pretendard"/>
              </a:defRPr>
            </a:lvl9pPr>
          </a:lstStyle>
          <a:p xmlns:a="http://schemas.openxmlformats.org/drawingml/2006/main">
            <a:pPr algn="ctr">
              <a:defRPr sz="2100" b="0">
                <a:solidFill>
                  <a:srgbClr val="BBBBBB"/>
                </a:solidFill>
                <a:latin typeface="Pretendard"/>
                <a:ea typeface="Pretendard"/>
                <a:cs typeface="Pretendard"/>
              </a:defRPr>
            </a:pPr>
            <a:r>
              <a:rPr sz="2100" b="0">
                <a:solidFill>
                  <a:srgbClr val="BBBBBB"/>
                </a:solidFill>
                <a:latin typeface="Pretendard"/>
                <a:ea typeface="Pretendard"/>
                <a:cs typeface="Pretendard"/>
              </a:rPr>
              <a:t>기준 원소 물질의 표준 생성 엔탈피는 0이다.</a:t>
            </a:r>
          </a:p>
        </p:txBody>
      </p:sp>
    </p:spTree>
    <p:extLst>
      <p:ext uri="{BB962C8B-B14F-4D97-AF65-F5344CB8AC3E}">
        <p14:creationId xmlns:p14="http://schemas.microsoft.com/office/powerpoint/2010/main" val="345347313"/>
      </p:ext>
    </p:extLst>
  </p:cSld>
</p:sld>
</file>

<file path=ppt/slides/slide3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79568F81-8E3C-43E2-AB85-D315D0CDAAAD}"/>
              </a:ext>
            </a:extLst>
          </p:cNvPr>
          <p:cNvPicPr>
            <a:picLocks xmlns:a="http://schemas.openxmlformats.org/drawingml/2006/main" noChangeAspect="1"/>
          </p:cNvPicPr>
          <p:nvPr/>
        </p:nvPicPr>
        <p:blipFill>
          <a:blip xmlns:r="http://schemas.openxmlformats.org/officeDocument/2006/relationships" xmlns:a="http://schemas.openxmlformats.org/drawingml/2006/main" r:embed="R399399923724430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19F198D-0E01-4EBA-95D8-E095DD13CA6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C62CB2A-CB50-4E72-983E-34BEDDAACD1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11154A7-AD27-4539-B407-2C2DD06DFEA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90FF4CC-753B-4A51-91BF-71CED8CC6D4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70E2ABED-0D0B-46BB-B2BA-BA7E6D5A74E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414FB2C2-AECB-4604-B938-768369A0337E}"/>
              </a:ext>
            </a:extLst>
          </p:cNvPr>
          <p:cNvPicPr>
            <a:picLocks xmlns:a="http://schemas.openxmlformats.org/drawingml/2006/main" noChangeAspect="1"/>
          </p:cNvPicPr>
          <p:nvPr/>
        </p:nvPicPr>
        <p:blipFill>
          <a:blip xmlns:r="http://schemas.openxmlformats.org/officeDocument/2006/relationships" xmlns:a="http://schemas.openxmlformats.org/drawingml/2006/main" r:embed="R10a4426232dc4163"/>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5297F61B-A01F-4FA8-8477-A4E47966DD12}"/>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생성 엔탈피 (kJ/mol)</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964601F1-DAD1-4034-9228-B982BE06B3DE}"/>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C4B361B8-BED9-4A57-824E-45A87B0FA9F8}"/>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7D6CB208-5DFE-4277-99C6-2A8B879F10F3}"/>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E016FCC6-F886-4BE9-B345-CC3378A32E22}"/>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7F8197AB-82A1-4E2D-9F8D-82D1B8A2767D}"/>
              </a:ext>
            </a:extLst>
          </p:cNvPr>
          <p:cNvPicPr>
            <a:picLocks xmlns:a="http://schemas.openxmlformats.org/drawingml/2006/main" noChangeAspect="1"/>
          </p:cNvPicPr>
          <p:nvPr/>
        </p:nvPicPr>
        <p:blipFill>
          <a:blip xmlns:r="http://schemas.openxmlformats.org/officeDocument/2006/relationships" xmlns:a="http://schemas.openxmlformats.org/drawingml/2006/main" r:embed="R64a16679f7e645cf"/>
          <a:stretch xmlns:a="http://schemas.openxmlformats.org/drawingml/2006/main"/>
        </p:blipFill>
        <p:spPr>
          <a:xfrm xmlns:a="http://schemas.openxmlformats.org/drawingml/2006/main">
            <a:off x="4983611" y="7693917"/>
            <a:ext cx="8320777" cy="1090417"/>
          </a:xfrm>
          <a:prstGeom xmlns:a="http://schemas.openxmlformats.org/drawingml/2006/main" prst="rect">
            <a:avLst/>
          </a:prstGeom>
        </p:spPr>
      </p:pic>
    </p:spTree>
    <p:extLst>
      <p:ext uri="{BB962C8B-B14F-4D97-AF65-F5344CB8AC3E}">
        <p14:creationId xmlns:p14="http://schemas.microsoft.com/office/powerpoint/2010/main" val="859345606"/>
      </p:ext>
    </p:extLst>
  </p:cSld>
</p:sld>
</file>

<file path=ppt/slides/slide3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2BA6B0F0-7BFC-465C-8ED0-0B6291C67525}"/>
              </a:ext>
            </a:extLst>
          </p:cNvPr>
          <p:cNvPicPr>
            <a:picLocks xmlns:a="http://schemas.openxmlformats.org/drawingml/2006/main" noChangeAspect="1"/>
          </p:cNvPicPr>
          <p:nvPr/>
        </p:nvPicPr>
        <p:blipFill>
          <a:blip xmlns:r="http://schemas.openxmlformats.org/officeDocument/2006/relationships" xmlns:a="http://schemas.openxmlformats.org/drawingml/2006/main" r:embed="Raf5ccf7120734b6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9DE8E91-72AC-4415-9F87-8524A8E6ABA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00AA59F-EAC0-44C6-84C0-7EEA2C54CB8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1E0FE57-59B9-45EC-97C9-461B6E87CA7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4F30D34-02D8-4BFF-93F6-7264DBF94F1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A209A7AC-88C5-48C8-AA6F-464BA3C490A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물질의 표준 생성 엔탈피</a:t>
            </a:r>
          </a:p>
        </p:txBody>
      </p:sp>
      <p:sp>
        <p:nvSpPr>
          <p:cNvPr id="7" name="text">
            <a:extLst xmlns:a="http://schemas.openxmlformats.org/drawingml/2006/main">
              <a:ext uri="{FF2B5EF4-FFF2-40B4-BE49-F238E27FC236}">
                <a16:creationId xmlns:a16="http://schemas.microsoft.com/office/drawing/2014/main" id="{30323AC0-FB43-43FE-9286-BFE8413FA9F3}"/>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 1기압에서 각 물질 1 mol이 생성되는 반응</a:t>
            </a:r>
          </a:p>
        </p:txBody>
      </p:sp>
      <p:sp>
        <p:nvSpPr>
          <p:cNvPr id="12" name="">
            <a:extLst xmlns:a="http://schemas.openxmlformats.org/drawingml/2006/main">
              <a:ext uri="{FF2B5EF4-FFF2-40B4-BE49-F238E27FC236}">
                <a16:creationId xmlns:a16="http://schemas.microsoft.com/office/drawing/2014/main" id="{BF396DD2-2C69-482D-9A30-1B2A94B0850C}"/>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83A79A46-60E1-4656-B3E4-CC99CE2CFC75}"/>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4" name="">
            <a:extLst xmlns:a="http://schemas.openxmlformats.org/drawingml/2006/main">
              <a:ext uri="{FF2B5EF4-FFF2-40B4-BE49-F238E27FC236}">
                <a16:creationId xmlns:a16="http://schemas.microsoft.com/office/drawing/2014/main" id="{DC1521C8-28DB-4F35-9511-04C7439AEC2A}"/>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51A5E1AC-B975-4D4D-AF7F-350B74D320EF}"/>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16" name="">
            <a:extLst xmlns:a="http://schemas.openxmlformats.org/drawingml/2006/main">
              <a:ext uri="{FF2B5EF4-FFF2-40B4-BE49-F238E27FC236}">
                <a16:creationId xmlns:a16="http://schemas.microsoft.com/office/drawing/2014/main" id="{609018F6-E8C3-436A-94C0-34736A8D33C4}"/>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5E99455F-0B23-4F09-8D21-4E9299EA20B6}"/>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pic>
        <p:nvPicPr>
          <p:cNvPr id="18" name="">
            <a:extLst xmlns:a="http://schemas.openxmlformats.org/drawingml/2006/main">
              <a:ext uri="{FF2B5EF4-FFF2-40B4-BE49-F238E27FC236}">
                <a16:creationId xmlns:a16="http://schemas.microsoft.com/office/drawing/2014/main" id="{104449E0-A5B8-4126-B41C-46B1DA6B629D}"/>
              </a:ext>
            </a:extLst>
          </p:cNvPr>
          <p:cNvPicPr>
            <a:picLocks xmlns:a="http://schemas.openxmlformats.org/drawingml/2006/main" noChangeAspect="1"/>
          </p:cNvPicPr>
          <p:nvPr/>
        </p:nvPicPr>
        <p:blipFill>
          <a:blip xmlns:r="http://schemas.openxmlformats.org/officeDocument/2006/relationships" xmlns:a="http://schemas.openxmlformats.org/drawingml/2006/main" r:embed="Rf03a419955ed4ac7"/>
          <a:srcRect xmlns:a="http://schemas.openxmlformats.org/drawingml/2006/main" l="0" t="14986" r="0" b="69346"/>
          <a:stretch xmlns:a="http://schemas.openxmlformats.org/drawingml/2006/main"/>
        </p:blipFill>
        <p:spPr>
          <a:xfrm xmlns:a="http://schemas.openxmlformats.org/drawingml/2006/main">
            <a:off x="3143250" y="5327015"/>
            <a:ext cx="11963908" cy="642620"/>
          </a:xfrm>
          <a:prstGeom xmlns:a="http://schemas.openxmlformats.org/drawingml/2006/main" prst="rect">
            <a:avLst/>
          </a:prstGeom>
        </p:spPr>
      </p:pic>
      <p:pic>
        <p:nvPicPr>
          <p:cNvPr id="19" name="">
            <a:extLst xmlns:a="http://schemas.openxmlformats.org/drawingml/2006/main">
              <a:ext uri="{FF2B5EF4-FFF2-40B4-BE49-F238E27FC236}">
                <a16:creationId xmlns:a16="http://schemas.microsoft.com/office/drawing/2014/main" id="{E9108EE5-5ABC-4868-8E0E-69E2EC0D4A82}"/>
              </a:ext>
            </a:extLst>
          </p:cNvPr>
          <p:cNvPicPr>
            <a:picLocks xmlns:a="http://schemas.openxmlformats.org/drawingml/2006/main" noChangeAspect="1"/>
          </p:cNvPicPr>
          <p:nvPr/>
        </p:nvPicPr>
        <p:blipFill>
          <a:blip xmlns:r="http://schemas.openxmlformats.org/officeDocument/2006/relationships" xmlns:a="http://schemas.openxmlformats.org/drawingml/2006/main" r:embed="Ra8b851dfdd7c4577"/>
          <a:srcRect xmlns:a="http://schemas.openxmlformats.org/drawingml/2006/main" l="0" t="40872" r="0" b="42779"/>
          <a:stretch xmlns:a="http://schemas.openxmlformats.org/drawingml/2006/main"/>
        </p:blipFill>
        <p:spPr>
          <a:xfrm xmlns:a="http://schemas.openxmlformats.org/drawingml/2006/main">
            <a:off x="3143250" y="6546182"/>
            <a:ext cx="11806488" cy="661737"/>
          </a:xfrm>
          <a:prstGeom xmlns:a="http://schemas.openxmlformats.org/drawingml/2006/main" prst="rect">
            <a:avLst/>
          </a:prstGeom>
        </p:spPr>
      </p:pic>
      <p:pic>
        <p:nvPicPr>
          <p:cNvPr id="20" name="">
            <a:extLst xmlns:a="http://schemas.openxmlformats.org/drawingml/2006/main">
              <a:ext uri="{FF2B5EF4-FFF2-40B4-BE49-F238E27FC236}">
                <a16:creationId xmlns:a16="http://schemas.microsoft.com/office/drawing/2014/main" id="{107ACA2F-AE3F-466A-A568-5A80F84F8D93}"/>
              </a:ext>
            </a:extLst>
          </p:cNvPr>
          <p:cNvPicPr>
            <a:picLocks xmlns:a="http://schemas.openxmlformats.org/drawingml/2006/main" noChangeAspect="1"/>
          </p:cNvPicPr>
          <p:nvPr/>
        </p:nvPicPr>
        <p:blipFill>
          <a:blip xmlns:r="http://schemas.openxmlformats.org/officeDocument/2006/relationships" xmlns:a="http://schemas.openxmlformats.org/drawingml/2006/main" r:embed="R35ef94cd8b434455"/>
          <a:srcRect xmlns:a="http://schemas.openxmlformats.org/drawingml/2006/main" l="0" t="64033" r="0" b="8038"/>
          <a:stretch xmlns:a="http://schemas.openxmlformats.org/drawingml/2006/main"/>
        </p:blipFill>
        <p:spPr>
          <a:xfrm xmlns:a="http://schemas.openxmlformats.org/drawingml/2006/main">
            <a:off x="3143250" y="7518665"/>
            <a:ext cx="12462404" cy="1193271"/>
          </a:xfrm>
          <a:prstGeom xmlns:a="http://schemas.openxmlformats.org/drawingml/2006/main" prst="rect">
            <a:avLst/>
          </a:prstGeom>
        </p:spPr>
      </p:pic>
    </p:spTree>
    <p:extLst>
      <p:ext uri="{BB962C8B-B14F-4D97-AF65-F5344CB8AC3E}">
        <p14:creationId xmlns:p14="http://schemas.microsoft.com/office/powerpoint/2010/main" val="419103442"/>
      </p:ext>
    </p:extLst>
  </p:cSld>
</p:sld>
</file>

<file path=ppt/slides/slide3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v34 내용 영역">
            <a:extLst xmlns:a="http://schemas.openxmlformats.org/drawingml/2006/main">
              <a:ext uri="{FF2B5EF4-FFF2-40B4-BE49-F238E27FC236}">
                <a16:creationId xmlns:a16="http://schemas.microsoft.com/office/drawing/2014/main" id="{049A62D6-5A20-4C29-89F6-0AAB4DAC0B37}"/>
              </a:ext>
            </a:extLst>
          </p:cNvPr>
          <p:cNvSpPr>
            <a:spLocks xmlns:a="http://schemas.openxmlformats.org/drawingml/2006/main" noGrp="1"/>
          </p:cNvSpPr>
          <p:nvPr/>
        </p:nvSpPr>
        <p:spPr>
          <a:xfrm xmlns:a="http://schemas.openxmlformats.org/drawingml/2006/main">
            <a:off x="1333500" y="4524375"/>
            <a:ext cx="11144250" cy="4667250"/>
          </a:xfrm>
          <a:prstGeom xmlns:a="http://schemas.openxmlformats.org/drawingml/2006/main" prst="roundRect">
            <a:avLst>
              <a:gd name="adj" fmla="val 3673"/>
            </a:avLst>
          </a:prstGeom>
          <a:solidFill xmlns:a="http://schemas.openxmlformats.org/drawingml/2006/main">
            <a:srgbClr val="242424"/>
          </a:solidFill>
          <a:ln xmlns:a="http://schemas.openxmlformats.org/drawingml/2006/main" w="0">
            <a:noFill/>
          </a:ln>
        </p:spPr>
      </p:sp>
      <p:pic>
        <p:nvPicPr>
          <p:cNvPr id="16" name="">
            <a:extLst xmlns:a="http://schemas.openxmlformats.org/drawingml/2006/main">
              <a:ext uri="{FF2B5EF4-FFF2-40B4-BE49-F238E27FC236}">
                <a16:creationId xmlns:a16="http://schemas.microsoft.com/office/drawing/2014/main" id="{9D3C4F7F-89E1-4654-91EE-14F4D02DA211}"/>
              </a:ext>
            </a:extLst>
          </p:cNvPr>
          <p:cNvPicPr>
            <a:picLocks xmlns:a="http://schemas.openxmlformats.org/drawingml/2006/main" noChangeAspect="1"/>
          </p:cNvPicPr>
          <p:nvPr/>
        </p:nvPicPr>
        <p:blipFill>
          <a:blip xmlns:r="http://schemas.openxmlformats.org/officeDocument/2006/relationships" xmlns:a="http://schemas.openxmlformats.org/drawingml/2006/main" r:embed="Rc45aa2c8d8654a3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4F8FF33-C8D8-4EF8-B47B-E75BA6DD9F7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E0ECF53-CBC3-472E-9F07-D5C0166A867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A5EBD84-2BB3-4847-9A24-0633A2D0B2A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4FB34A3-6D6A-48DA-8889-FD0166CEB27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04455B31-063A-4EBB-B572-89208CBD959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반응을 조합하면 메테인 연소 반응</a:t>
            </a:r>
          </a:p>
        </p:txBody>
      </p:sp>
      <p:pic>
        <p:nvPicPr>
          <p:cNvPr id="7" name="">
            <a:extLst xmlns:a="http://schemas.openxmlformats.org/drawingml/2006/main">
              <a:ext uri="{FF2B5EF4-FFF2-40B4-BE49-F238E27FC236}">
                <a16:creationId xmlns:a16="http://schemas.microsoft.com/office/drawing/2014/main" id="{51209495-453E-49FA-9D98-F04CE58399E2}"/>
              </a:ext>
            </a:extLst>
          </p:cNvPr>
          <p:cNvPicPr>
            <a:picLocks xmlns:a="http://schemas.openxmlformats.org/drawingml/2006/main" noChangeAspect="1"/>
          </p:cNvPicPr>
          <p:nvPr/>
        </p:nvPicPr>
        <p:blipFill>
          <a:blip xmlns:r="http://schemas.openxmlformats.org/officeDocument/2006/relationships" xmlns:a="http://schemas.openxmlformats.org/drawingml/2006/main" r:embed="Rc36df87b219c4d30"/>
          <a:stretch xmlns:a="http://schemas.openxmlformats.org/drawingml/2006/main"/>
        </p:blipFill>
        <p:spPr>
          <a:xfrm xmlns:a="http://schemas.openxmlformats.org/drawingml/2006/main">
            <a:off x="1734270" y="4810125"/>
            <a:ext cx="10342710" cy="4136041"/>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AA456E7D-1A6C-4FAE-A54E-7E6D4AEE421E}"/>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생성물의 생성 반응을 더하고, 메테인의 생성 반응을 뒤집는다.</a:t>
            </a:r>
          </a:p>
        </p:txBody>
      </p:sp>
      <p:sp>
        <p:nvSpPr>
          <p:cNvPr id="10" name="text">
            <a:extLst xmlns:a="http://schemas.openxmlformats.org/drawingml/2006/main">
              <a:ext uri="{FF2B5EF4-FFF2-40B4-BE49-F238E27FC236}">
                <a16:creationId xmlns:a16="http://schemas.microsoft.com/office/drawing/2014/main" id="{C14AF981-624E-4E2D-8562-AE51C6485849}"/>
              </a:ext>
            </a:extLst>
          </p:cNvPr>
          <p:cNvSpPr>
            <a:spLocks xmlns:a="http://schemas.openxmlformats.org/drawingml/2006/main" noGrp="1"/>
          </p:cNvSpPr>
          <p:nvPr/>
        </p:nvSpPr>
        <p:spPr>
          <a:xfrm xmlns:a="http://schemas.openxmlformats.org/drawingml/2006/main">
            <a:off x="12954000" y="476250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이산화 탄소 생성</a:t>
            </a:r>
          </a:p>
        </p:txBody>
      </p:sp>
      <p:sp>
        <p:nvSpPr>
          <p:cNvPr id="11" name="text">
            <a:extLst xmlns:a="http://schemas.openxmlformats.org/drawingml/2006/main">
              <a:ext uri="{FF2B5EF4-FFF2-40B4-BE49-F238E27FC236}">
                <a16:creationId xmlns:a16="http://schemas.microsoft.com/office/drawing/2014/main" id="{606CD97C-3BB4-475F-B9A2-DE52D4C31069}"/>
              </a:ext>
            </a:extLst>
          </p:cNvPr>
          <p:cNvSpPr>
            <a:spLocks xmlns:a="http://schemas.openxmlformats.org/drawingml/2006/main" noGrp="1"/>
          </p:cNvSpPr>
          <p:nvPr/>
        </p:nvSpPr>
        <p:spPr>
          <a:xfrm xmlns:a="http://schemas.openxmlformats.org/drawingml/2006/main">
            <a:off x="12954000" y="53816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②를 그대로 사용한다.</a:t>
            </a:r>
          </a:p>
        </p:txBody>
      </p:sp>
      <p:sp>
        <p:nvSpPr>
          <p:cNvPr id="12" name="text">
            <a:extLst xmlns:a="http://schemas.openxmlformats.org/drawingml/2006/main">
              <a:ext uri="{FF2B5EF4-FFF2-40B4-BE49-F238E27FC236}">
                <a16:creationId xmlns:a16="http://schemas.microsoft.com/office/drawing/2014/main" id="{9ED69F7D-72EB-4A81-884F-21BD036C07E9}"/>
              </a:ext>
            </a:extLst>
          </p:cNvPr>
          <p:cNvSpPr>
            <a:spLocks xmlns:a="http://schemas.openxmlformats.org/drawingml/2006/main" noGrp="1"/>
          </p:cNvSpPr>
          <p:nvPr/>
        </p:nvSpPr>
        <p:spPr>
          <a:xfrm xmlns:a="http://schemas.openxmlformats.org/drawingml/2006/main">
            <a:off x="12954000" y="619125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물 2 mol 생성</a:t>
            </a:r>
          </a:p>
        </p:txBody>
      </p:sp>
      <p:sp>
        <p:nvSpPr>
          <p:cNvPr id="13" name="text">
            <a:extLst xmlns:a="http://schemas.openxmlformats.org/drawingml/2006/main">
              <a:ext uri="{FF2B5EF4-FFF2-40B4-BE49-F238E27FC236}">
                <a16:creationId xmlns:a16="http://schemas.microsoft.com/office/drawing/2014/main" id="{2D2190A3-E93C-4606-88D7-CE3C21FEFC03}"/>
              </a:ext>
            </a:extLst>
          </p:cNvPr>
          <p:cNvSpPr>
            <a:spLocks xmlns:a="http://schemas.openxmlformats.org/drawingml/2006/main" noGrp="1"/>
          </p:cNvSpPr>
          <p:nvPr/>
        </p:nvSpPr>
        <p:spPr>
          <a:xfrm xmlns:a="http://schemas.openxmlformats.org/drawingml/2006/main">
            <a:off x="12954000" y="681037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③을 2배한다.</a:t>
            </a:r>
          </a:p>
        </p:txBody>
      </p:sp>
      <p:sp>
        <p:nvSpPr>
          <p:cNvPr id="14" name="text">
            <a:extLst xmlns:a="http://schemas.openxmlformats.org/drawingml/2006/main">
              <a:ext uri="{FF2B5EF4-FFF2-40B4-BE49-F238E27FC236}">
                <a16:creationId xmlns:a16="http://schemas.microsoft.com/office/drawing/2014/main" id="{75380327-67B9-4CC6-B02D-86F7B859D7C0}"/>
              </a:ext>
            </a:extLst>
          </p:cNvPr>
          <p:cNvSpPr>
            <a:spLocks xmlns:a="http://schemas.openxmlformats.org/drawingml/2006/main" noGrp="1"/>
          </p:cNvSpPr>
          <p:nvPr/>
        </p:nvSpPr>
        <p:spPr>
          <a:xfrm xmlns:a="http://schemas.openxmlformats.org/drawingml/2006/main">
            <a:off x="12954000" y="762000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메테인 분해</a:t>
            </a:r>
          </a:p>
        </p:txBody>
      </p:sp>
      <p:sp>
        <p:nvSpPr>
          <p:cNvPr id="15" name="text">
            <a:extLst xmlns:a="http://schemas.openxmlformats.org/drawingml/2006/main">
              <a:ext uri="{FF2B5EF4-FFF2-40B4-BE49-F238E27FC236}">
                <a16:creationId xmlns:a16="http://schemas.microsoft.com/office/drawing/2014/main" id="{1E46BC76-C8B2-4D9C-A67C-4FE7A2EB904F}"/>
              </a:ext>
            </a:extLst>
          </p:cNvPr>
          <p:cNvSpPr>
            <a:spLocks xmlns:a="http://schemas.openxmlformats.org/drawingml/2006/main" noGrp="1"/>
          </p:cNvSpPr>
          <p:nvPr/>
        </p:nvSpPr>
        <p:spPr>
          <a:xfrm xmlns:a="http://schemas.openxmlformats.org/drawingml/2006/main">
            <a:off x="12954000" y="82391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①을 뒤집어 뺀다.</a:t>
            </a:r>
          </a:p>
        </p:txBody>
      </p:sp>
    </p:spTree>
    <p:extLst>
      <p:ext uri="{BB962C8B-B14F-4D97-AF65-F5344CB8AC3E}">
        <p14:creationId xmlns:p14="http://schemas.microsoft.com/office/powerpoint/2010/main" val="333042751"/>
      </p:ext>
    </p:extLst>
  </p:cSld>
</p:sld>
</file>

<file path=ppt/slides/slide4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39397364-F5FA-49FF-A7D4-62FBBCBC8379}"/>
              </a:ext>
            </a:extLst>
          </p:cNvPr>
          <p:cNvSpPr>
            <a:spLocks xmlns:a="http://schemas.openxmlformats.org/drawingml/2006/main" noGrp="1"/>
          </p:cNvSpPr>
          <p:nvPr/>
        </p:nvSpPr>
        <p:spPr>
          <a:xfrm xmlns:a="http://schemas.openxmlformats.org/drawingml/2006/main">
            <a:off x="1905000" y="4762500"/>
            <a:ext cx="6953250" cy="2571750"/>
          </a:xfrm>
          <a:prstGeom xmlns:a="http://schemas.openxmlformats.org/drawingml/2006/main" prst="roundRect">
            <a:avLst>
              <a:gd name="adj" fmla="val 666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4B5689E0-3456-42A7-B4CC-8DCCA30325E9}"/>
              </a:ext>
            </a:extLst>
          </p:cNvPr>
          <p:cNvPicPr>
            <a:picLocks xmlns:a="http://schemas.openxmlformats.org/drawingml/2006/main" noChangeAspect="1"/>
          </p:cNvPicPr>
          <p:nvPr/>
        </p:nvPicPr>
        <p:blipFill>
          <a:blip xmlns:r="http://schemas.openxmlformats.org/officeDocument/2006/relationships" xmlns:a="http://schemas.openxmlformats.org/drawingml/2006/main" r:embed="R4f2e89ea5b9842f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0A50000-FCE2-457D-97B4-902F4E27D60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23706BE-E7C0-4655-8882-651A21983BE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2E10B62-0260-4A74-8584-1789044373B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22A5687-1A7B-45E6-A473-D45D2219AA9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B54BCDDE-6E54-4D16-9A5F-ED5E783BE11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물질의 안정성 비교</a:t>
            </a:r>
          </a:p>
        </p:txBody>
      </p:sp>
      <p:pic>
        <p:nvPicPr>
          <p:cNvPr id="9" name="">
            <a:extLst xmlns:a="http://schemas.openxmlformats.org/drawingml/2006/main">
              <a:ext uri="{FF2B5EF4-FFF2-40B4-BE49-F238E27FC236}">
                <a16:creationId xmlns:a16="http://schemas.microsoft.com/office/drawing/2014/main" id="{CB154060-C99A-40E6-9F6D-7A3E9793B54D}"/>
              </a:ext>
            </a:extLst>
          </p:cNvPr>
          <p:cNvPicPr>
            <a:picLocks xmlns:a="http://schemas.openxmlformats.org/drawingml/2006/main" noChangeAspect="1"/>
          </p:cNvPicPr>
          <p:nvPr/>
        </p:nvPicPr>
        <p:blipFill>
          <a:blip xmlns:r="http://schemas.openxmlformats.org/officeDocument/2006/relationships" xmlns:a="http://schemas.openxmlformats.org/drawingml/2006/main" r:embed="R8dc4685e89b24e8d"/>
          <a:stretch xmlns:a="http://schemas.openxmlformats.org/drawingml/2006/main"/>
        </p:blipFill>
        <p:spPr>
          <a:xfrm xmlns:a="http://schemas.openxmlformats.org/drawingml/2006/main">
            <a:off x="9429750" y="5173531"/>
            <a:ext cx="7143750" cy="606688"/>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2BBEE9EE-33EB-4ACC-870D-B434F8E9A0D8}"/>
              </a:ext>
            </a:extLst>
          </p:cNvPr>
          <p:cNvPicPr>
            <a:picLocks xmlns:a="http://schemas.openxmlformats.org/drawingml/2006/main" noChangeAspect="1"/>
          </p:cNvPicPr>
          <p:nvPr/>
        </p:nvPicPr>
        <p:blipFill>
          <a:blip xmlns:r="http://schemas.openxmlformats.org/officeDocument/2006/relationships" xmlns:a="http://schemas.openxmlformats.org/drawingml/2006/main" r:embed="R17510809eb264fe6"/>
          <a:stretch xmlns:a="http://schemas.openxmlformats.org/drawingml/2006/main"/>
        </p:blipFill>
        <p:spPr>
          <a:xfrm xmlns:a="http://schemas.openxmlformats.org/drawingml/2006/main">
            <a:off x="11079598" y="6553095"/>
            <a:ext cx="3844054" cy="1086060"/>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B068E9FB-0B3F-493B-AE70-BAF60DFB70EB}"/>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25°C에서 액체 물은 수증기보다 엔탈피가 낮아 더 안정하다.</a:t>
            </a:r>
          </a:p>
        </p:txBody>
      </p:sp>
      <p:sp>
        <p:nvSpPr>
          <p:cNvPr id="17" name="text">
            <a:extLst xmlns:a="http://schemas.openxmlformats.org/drawingml/2006/main">
              <a:ext uri="{FF2B5EF4-FFF2-40B4-BE49-F238E27FC236}">
                <a16:creationId xmlns:a16="http://schemas.microsoft.com/office/drawing/2014/main" id="{6FB150B1-3EE9-4019-81C5-99745175312F}"/>
              </a:ext>
            </a:extLst>
          </p:cNvPr>
          <p:cNvSpPr>
            <a:spLocks xmlns:a="http://schemas.openxmlformats.org/drawingml/2006/main" noGrp="1"/>
          </p:cNvSpPr>
          <p:nvPr/>
        </p:nvSpPr>
        <p:spPr>
          <a:xfrm xmlns:a="http://schemas.openxmlformats.org/drawingml/2006/main">
            <a:off x="2190750" y="4953000"/>
            <a:ext cx="28575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76D16546-F759-48BF-9ED4-710E0C58DD29}"/>
              </a:ext>
            </a:extLst>
          </p:cNvPr>
          <p:cNvSpPr>
            <a:spLocks xmlns:a="http://schemas.openxmlformats.org/drawingml/2006/main" noGrp="1"/>
          </p:cNvSpPr>
          <p:nvPr/>
        </p:nvSpPr>
        <p:spPr>
          <a:xfrm xmlns:a="http://schemas.openxmlformats.org/drawingml/2006/main">
            <a:off x="5524500" y="4953000"/>
            <a:ext cx="2857500" cy="52387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AE81D9C6-21B4-436F-A364-680B091AB11C}"/>
              </a:ext>
            </a:extLst>
          </p:cNvPr>
          <p:cNvSpPr>
            <a:spLocks xmlns:a="http://schemas.openxmlformats.org/drawingml/2006/main" noGrp="1"/>
          </p:cNvSpPr>
          <p:nvPr/>
        </p:nvSpPr>
        <p:spPr>
          <a:xfrm xmlns:a="http://schemas.openxmlformats.org/drawingml/2006/main">
            <a:off x="219075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−285.8 kJ/mol</a:t>
            </a:r>
          </a:p>
        </p:txBody>
      </p:sp>
      <p:sp>
        <p:nvSpPr>
          <p:cNvPr id="20" name="text">
            <a:extLst xmlns:a="http://schemas.openxmlformats.org/drawingml/2006/main">
              <a:ext uri="{FF2B5EF4-FFF2-40B4-BE49-F238E27FC236}">
                <a16:creationId xmlns:a16="http://schemas.microsoft.com/office/drawing/2014/main" id="{27B92F52-DF41-47D0-8ED7-00032A7CE0EC}"/>
              </a:ext>
            </a:extLst>
          </p:cNvPr>
          <p:cNvSpPr>
            <a:spLocks xmlns:a="http://schemas.openxmlformats.org/drawingml/2006/main" noGrp="1"/>
          </p:cNvSpPr>
          <p:nvPr/>
        </p:nvSpPr>
        <p:spPr>
          <a:xfrm xmlns:a="http://schemas.openxmlformats.org/drawingml/2006/main">
            <a:off x="552450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−241.8 kJ/mol</a:t>
            </a:r>
          </a:p>
        </p:txBody>
      </p:sp>
      <p:sp>
        <p:nvSpPr>
          <p:cNvPr id="21" name="text">
            <a:extLst xmlns:a="http://schemas.openxmlformats.org/drawingml/2006/main">
              <a:ext uri="{FF2B5EF4-FFF2-40B4-BE49-F238E27FC236}">
                <a16:creationId xmlns:a16="http://schemas.microsoft.com/office/drawing/2014/main" id="{9DC2723C-E7AC-436A-94C8-0190600E6362}"/>
              </a:ext>
            </a:extLst>
          </p:cNvPr>
          <p:cNvSpPr>
            <a:spLocks xmlns:a="http://schemas.openxmlformats.org/drawingml/2006/main" noGrp="1"/>
          </p:cNvSpPr>
          <p:nvPr/>
        </p:nvSpPr>
        <p:spPr>
          <a:xfrm xmlns:a="http://schemas.openxmlformats.org/drawingml/2006/main">
            <a:off x="2190750" y="66675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a:solidFill>
                  <a:srgbClr val="BBBBBB"/>
                </a:solidFill>
                <a:latin typeface="Pretendard"/>
                <a:ea typeface="Pretendard"/>
                <a:cs typeface="Pretendard"/>
              </a:defRPr>
            </a:defPPr>
            <a:lvl1pPr algn="ctr">
              <a:defRPr sz="2175" b="0">
                <a:solidFill>
                  <a:srgbClr val="BBBBBB"/>
                </a:solidFill>
                <a:latin typeface="Pretendard"/>
                <a:ea typeface="Pretendard"/>
                <a:cs typeface="Pretendard"/>
              </a:defRPr>
            </a:lvl1pPr>
            <a:lvl2pPr algn="ctr">
              <a:defRPr sz="2175" b="0">
                <a:solidFill>
                  <a:srgbClr val="BBBBBB"/>
                </a:solidFill>
                <a:latin typeface="Pretendard"/>
                <a:ea typeface="Pretendard"/>
                <a:cs typeface="Pretendard"/>
              </a:defRPr>
            </a:lvl2pPr>
            <a:lvl3pPr algn="ctr">
              <a:defRPr sz="2175" b="0">
                <a:solidFill>
                  <a:srgbClr val="BBBBBB"/>
                </a:solidFill>
                <a:latin typeface="Pretendard"/>
                <a:ea typeface="Pretendard"/>
                <a:cs typeface="Pretendard"/>
              </a:defRPr>
            </a:lvl3pPr>
            <a:lvl4pPr algn="ctr">
              <a:defRPr sz="2175" b="0">
                <a:solidFill>
                  <a:srgbClr val="BBBBBB"/>
                </a:solidFill>
                <a:latin typeface="Pretendard"/>
                <a:ea typeface="Pretendard"/>
                <a:cs typeface="Pretendard"/>
              </a:defRPr>
            </a:lvl4pPr>
            <a:lvl5pPr algn="ctr">
              <a:defRPr sz="2175" b="0">
                <a:solidFill>
                  <a:srgbClr val="BBBBBB"/>
                </a:solidFill>
                <a:latin typeface="Pretendard"/>
                <a:ea typeface="Pretendard"/>
                <a:cs typeface="Pretendard"/>
              </a:defRPr>
            </a:lvl5pPr>
            <a:lvl6pPr algn="ctr">
              <a:defRPr sz="2175" b="0">
                <a:solidFill>
                  <a:srgbClr val="BBBBBB"/>
                </a:solidFill>
                <a:latin typeface="Pretendard"/>
                <a:ea typeface="Pretendard"/>
                <a:cs typeface="Pretendard"/>
              </a:defRPr>
            </a:lvl6pPr>
            <a:lvl7pPr algn="ctr">
              <a:defRPr sz="2175" b="0">
                <a:solidFill>
                  <a:srgbClr val="BBBBBB"/>
                </a:solidFill>
                <a:latin typeface="Pretendard"/>
                <a:ea typeface="Pretendard"/>
                <a:cs typeface="Pretendard"/>
              </a:defRPr>
            </a:lvl7pPr>
            <a:lvl8pPr algn="ctr">
              <a:defRPr sz="2175" b="0">
                <a:solidFill>
                  <a:srgbClr val="BBBBBB"/>
                </a:solidFill>
                <a:latin typeface="Pretendard"/>
                <a:ea typeface="Pretendard"/>
                <a:cs typeface="Pretendard"/>
              </a:defRPr>
            </a:lvl8pPr>
            <a:lvl9pPr algn="ctr">
              <a:defRPr sz="2175" b="0">
                <a:solidFill>
                  <a:srgbClr val="BBBBBB"/>
                </a:solidFill>
                <a:latin typeface="Pretendard"/>
                <a:ea typeface="Pretendard"/>
                <a:cs typeface="Pretendard"/>
              </a:defRPr>
            </a:lvl9pPr>
          </a:lstStyle>
          <a:p xmlns:a="http://schemas.openxmlformats.org/drawingml/2006/main">
            <a:pPr algn="ctr">
              <a:defRPr sz="2175" b="0">
                <a:solidFill>
                  <a:srgbClr val="BBBBBB"/>
                </a:solidFill>
                <a:latin typeface="Pretendard"/>
                <a:ea typeface="Pretendard"/>
                <a:cs typeface="Pretendard"/>
              </a:defRPr>
            </a:pPr>
            <a:r>
              <a:rPr sz="2175" b="0">
                <a:solidFill>
                  <a:srgbClr val="BBBBBB"/>
                </a:solidFill>
                <a:latin typeface="Pretendard"/>
                <a:ea typeface="Pretendard"/>
                <a:cs typeface="Pretendard"/>
              </a:rPr>
              <a:t>표준 생성 엔탈피 비교</a:t>
            </a:r>
          </a:p>
        </p:txBody>
      </p:sp>
      <p:sp>
        <p:nvSpPr>
          <p:cNvPr id="22" name="R06 p15 한 줄 정리 컨테이너">
            <a:extLst xmlns:a="http://schemas.openxmlformats.org/drawingml/2006/main">
              <a:ext uri="{FF2B5EF4-FFF2-40B4-BE49-F238E27FC236}">
                <a16:creationId xmlns:a16="http://schemas.microsoft.com/office/drawing/2014/main" id="{BF0FA2A5-F50A-4AEC-8714-98492E1D4635}"/>
              </a:ext>
            </a:extLst>
          </p:cNvPr>
          <p:cNvSpPr>
            <a:spLocks xmlns:a="http://schemas.openxmlformats.org/drawingml/2006/main" noGrp="1"/>
          </p:cNvSpPr>
          <p:nvPr/>
        </p:nvSpPr>
        <p:spPr>
          <a:xfrm xmlns:a="http://schemas.openxmlformats.org/drawingml/2006/main">
            <a:off x="5524500" y="8572500"/>
            <a:ext cx="7239000" cy="762000"/>
          </a:xfrm>
          <a:prstGeom xmlns:a="http://schemas.openxmlformats.org/drawingml/2006/main" prst="roundRect">
            <a:avLst>
              <a:gd name="adj" fmla="val 22500"/>
            </a:avLst>
          </a:prstGeom>
          <a:solidFill xmlns:a="http://schemas.openxmlformats.org/drawingml/2006/main">
            <a:srgbClr val="10200C"/>
          </a:solidFill>
          <a:ln xmlns:a="http://schemas.openxmlformats.org/drawingml/2006/main" w="0">
            <a:noFill/>
          </a:ln>
        </p:spPr>
      </p:sp>
      <p:sp>
        <p:nvSpPr>
          <p:cNvPr id="23" name="R06 p15 한 줄 정리 배지">
            <a:extLst xmlns:a="http://schemas.openxmlformats.org/drawingml/2006/main">
              <a:ext uri="{FF2B5EF4-FFF2-40B4-BE49-F238E27FC236}">
                <a16:creationId xmlns:a16="http://schemas.microsoft.com/office/drawing/2014/main" id="{B878A53E-09EE-4D0C-AED7-E370883F5077}"/>
              </a:ext>
            </a:extLst>
          </p:cNvPr>
          <p:cNvSpPr>
            <a:spLocks xmlns:a="http://schemas.openxmlformats.org/drawingml/2006/main" noGrp="1"/>
          </p:cNvSpPr>
          <p:nvPr/>
        </p:nvSpPr>
        <p:spPr>
          <a:xfrm xmlns:a="http://schemas.openxmlformats.org/drawingml/2006/main">
            <a:off x="5676900" y="8724900"/>
            <a:ext cx="1466850" cy="457200"/>
          </a:xfrm>
          <a:prstGeom xmlns:a="http://schemas.openxmlformats.org/drawingml/2006/main" prst="roundRect">
            <a:avLst>
              <a:gd name="adj" fmla="val 18750"/>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7A51AC4F-34D1-4805-AB47-8A8475B7C572}"/>
              </a:ext>
            </a:extLst>
          </p:cNvPr>
          <p:cNvSpPr>
            <a:spLocks xmlns:a="http://schemas.openxmlformats.org/drawingml/2006/main" noGrp="1"/>
          </p:cNvSpPr>
          <p:nvPr/>
        </p:nvSpPr>
        <p:spPr>
          <a:xfrm xmlns:a="http://schemas.openxmlformats.org/drawingml/2006/main">
            <a:off x="5753100" y="8724900"/>
            <a:ext cx="1314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14200C"/>
                </a:solidFill>
                <a:latin typeface="Pretendard"/>
                <a:ea typeface="Pretendard"/>
                <a:cs typeface="Pretendard"/>
              </a:defRPr>
            </a:defPPr>
            <a:lvl1pPr algn="ctr">
              <a:defRPr sz="1875" b="1">
                <a:solidFill>
                  <a:srgbClr val="14200C"/>
                </a:solidFill>
                <a:latin typeface="Pretendard"/>
                <a:ea typeface="Pretendard"/>
                <a:cs typeface="Pretendard"/>
              </a:defRPr>
            </a:lvl1pPr>
            <a:lvl2pPr algn="ctr">
              <a:defRPr sz="1875" b="1">
                <a:solidFill>
                  <a:srgbClr val="14200C"/>
                </a:solidFill>
                <a:latin typeface="Pretendard"/>
                <a:ea typeface="Pretendard"/>
                <a:cs typeface="Pretendard"/>
              </a:defRPr>
            </a:lvl2pPr>
            <a:lvl3pPr algn="ctr">
              <a:defRPr sz="1875" b="1">
                <a:solidFill>
                  <a:srgbClr val="14200C"/>
                </a:solidFill>
                <a:latin typeface="Pretendard"/>
                <a:ea typeface="Pretendard"/>
                <a:cs typeface="Pretendard"/>
              </a:defRPr>
            </a:lvl3pPr>
            <a:lvl4pPr algn="ctr">
              <a:defRPr sz="1875" b="1">
                <a:solidFill>
                  <a:srgbClr val="14200C"/>
                </a:solidFill>
                <a:latin typeface="Pretendard"/>
                <a:ea typeface="Pretendard"/>
                <a:cs typeface="Pretendard"/>
              </a:defRPr>
            </a:lvl4pPr>
            <a:lvl5pPr algn="ctr">
              <a:defRPr sz="1875" b="1">
                <a:solidFill>
                  <a:srgbClr val="14200C"/>
                </a:solidFill>
                <a:latin typeface="Pretendard"/>
                <a:ea typeface="Pretendard"/>
                <a:cs typeface="Pretendard"/>
              </a:defRPr>
            </a:lvl5pPr>
            <a:lvl6pPr algn="ctr">
              <a:defRPr sz="1875" b="1">
                <a:solidFill>
                  <a:srgbClr val="14200C"/>
                </a:solidFill>
                <a:latin typeface="Pretendard"/>
                <a:ea typeface="Pretendard"/>
                <a:cs typeface="Pretendard"/>
              </a:defRPr>
            </a:lvl6pPr>
            <a:lvl7pPr algn="ctr">
              <a:defRPr sz="1875" b="1">
                <a:solidFill>
                  <a:srgbClr val="14200C"/>
                </a:solidFill>
                <a:latin typeface="Pretendard"/>
                <a:ea typeface="Pretendard"/>
                <a:cs typeface="Pretendard"/>
              </a:defRPr>
            </a:lvl7pPr>
            <a:lvl8pPr algn="ctr">
              <a:defRPr sz="1875" b="1">
                <a:solidFill>
                  <a:srgbClr val="14200C"/>
                </a:solidFill>
                <a:latin typeface="Pretendard"/>
                <a:ea typeface="Pretendard"/>
                <a:cs typeface="Pretendard"/>
              </a:defRPr>
            </a:lvl8pPr>
            <a:lvl9pPr algn="ctr">
              <a:defRPr sz="1875" b="1">
                <a:solidFill>
                  <a:srgbClr val="14200C"/>
                </a:solidFill>
                <a:latin typeface="Pretendard"/>
                <a:ea typeface="Pretendard"/>
                <a:cs typeface="Pretendard"/>
              </a:defRPr>
            </a:lvl9pPr>
          </a:lstStyle>
          <a:p xmlns:a="http://schemas.openxmlformats.org/drawingml/2006/main">
            <a:pPr algn="ctr">
              <a:defRPr sz="1875" b="1">
                <a:solidFill>
                  <a:srgbClr val="14200C"/>
                </a:solidFill>
                <a:latin typeface="Pretendard"/>
                <a:ea typeface="Pretendard"/>
                <a:cs typeface="Pretendard"/>
              </a:defRPr>
            </a:pPr>
            <a:r>
              <a:rPr sz="1875" b="1">
                <a:solidFill>
                  <a:srgbClr val="14200C"/>
                </a:solidFill>
                <a:latin typeface="Pretendard"/>
                <a:ea typeface="Pretendard"/>
                <a:cs typeface="Pretendard"/>
              </a:rPr>
              <a:t>한 줄 정리</a:t>
            </a:r>
          </a:p>
        </p:txBody>
      </p:sp>
      <p:sp>
        <p:nvSpPr>
          <p:cNvPr id="25" name="text">
            <a:extLst xmlns:a="http://schemas.openxmlformats.org/drawingml/2006/main">
              <a:ext uri="{FF2B5EF4-FFF2-40B4-BE49-F238E27FC236}">
                <a16:creationId xmlns:a16="http://schemas.microsoft.com/office/drawing/2014/main" id="{203C2EF8-4D28-41FE-A196-CBDD62C7BCB8}"/>
              </a:ext>
            </a:extLst>
          </p:cNvPr>
          <p:cNvSpPr>
            <a:spLocks xmlns:a="http://schemas.openxmlformats.org/drawingml/2006/main" noGrp="1"/>
          </p:cNvSpPr>
          <p:nvPr/>
        </p:nvSpPr>
        <p:spPr>
          <a:xfrm xmlns:a="http://schemas.openxmlformats.org/drawingml/2006/main">
            <a:off x="7334250" y="8667750"/>
            <a:ext cx="5219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액체 물을 수증기로 바꾸려면 열이 필요하다</a:t>
            </a:r>
          </a:p>
        </p:txBody>
      </p:sp>
    </p:spTree>
    <p:extLst>
      <p:ext uri="{BB962C8B-B14F-4D97-AF65-F5344CB8AC3E}">
        <p14:creationId xmlns:p14="http://schemas.microsoft.com/office/powerpoint/2010/main" val="1256547549"/>
      </p:ext>
    </p:extLst>
  </p:cSld>
</p:sld>
</file>

<file path=ppt/slides/slide4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ACC142F5-F22D-4ED3-8BAA-B34A24D17717}"/>
              </a:ext>
            </a:extLst>
          </p:cNvPr>
          <p:cNvSpPr>
            <a:spLocks xmlns:a="http://schemas.openxmlformats.org/drawingml/2006/main" noGrp="1"/>
          </p:cNvSpPr>
          <p:nvPr/>
        </p:nvSpPr>
        <p:spPr>
          <a:xfrm xmlns:a="http://schemas.openxmlformats.org/drawingml/2006/main">
            <a:off x="11868150" y="4572000"/>
            <a:ext cx="4210050" cy="3190875"/>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96517B4B-0165-4236-8B46-034A5BD29824}"/>
              </a:ext>
            </a:extLst>
          </p:cNvPr>
          <p:cNvSpPr>
            <a:spLocks xmlns:a="http://schemas.openxmlformats.org/drawingml/2006/main" noGrp="1"/>
          </p:cNvSpPr>
          <p:nvPr/>
        </p:nvSpPr>
        <p:spPr>
          <a:xfrm xmlns:a="http://schemas.openxmlformats.org/drawingml/2006/main">
            <a:off x="7038975" y="4572000"/>
            <a:ext cx="4210050" cy="3190875"/>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9E3C9FF7-21CC-4084-AF80-30216EA171B6}"/>
              </a:ext>
            </a:extLst>
          </p:cNvPr>
          <p:cNvSpPr>
            <a:spLocks xmlns:a="http://schemas.openxmlformats.org/drawingml/2006/main" noGrp="1"/>
          </p:cNvSpPr>
          <p:nvPr/>
        </p:nvSpPr>
        <p:spPr>
          <a:xfrm xmlns:a="http://schemas.openxmlformats.org/drawingml/2006/main">
            <a:off x="2209800" y="4572000"/>
            <a:ext cx="4210050" cy="3190875"/>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pic>
        <p:nvPicPr>
          <p:cNvPr id="23" name="">
            <a:extLst xmlns:a="http://schemas.openxmlformats.org/drawingml/2006/main">
              <a:ext uri="{FF2B5EF4-FFF2-40B4-BE49-F238E27FC236}">
                <a16:creationId xmlns:a16="http://schemas.microsoft.com/office/drawing/2014/main" id="{ACE09EFA-9588-4AE1-B11C-E510C67E9373}"/>
              </a:ext>
            </a:extLst>
          </p:cNvPr>
          <p:cNvPicPr>
            <a:picLocks xmlns:a="http://schemas.openxmlformats.org/drawingml/2006/main" noChangeAspect="1"/>
          </p:cNvPicPr>
          <p:nvPr/>
        </p:nvPicPr>
        <p:blipFill>
          <a:blip xmlns:r="http://schemas.openxmlformats.org/officeDocument/2006/relationships" xmlns:a="http://schemas.openxmlformats.org/drawingml/2006/main" r:embed="Rf788ddd345e348e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4BE91F1-C9E2-4D1F-8DC7-369EDAE6E78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E46B8AB-5265-4D2B-BA81-93643A876C3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79B4568-D8C5-4DA2-8565-18683F2A065B}"/>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8A68A15-0995-403F-8EC0-6DB76BAEADFA}"/>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계산 확인</a:t>
            </a:r>
          </a:p>
        </p:txBody>
      </p:sp>
      <p:sp>
        <p:nvSpPr>
          <p:cNvPr id="6" name="text">
            <a:extLst xmlns:a="http://schemas.openxmlformats.org/drawingml/2006/main">
              <a:ext uri="{FF2B5EF4-FFF2-40B4-BE49-F238E27FC236}">
                <a16:creationId xmlns:a16="http://schemas.microsoft.com/office/drawing/2014/main" id="{35022729-1661-427A-A7AE-39415AF7F7F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 엔탈피 계산에서 확인할 세 가지</a:t>
            </a:r>
          </a:p>
        </p:txBody>
      </p:sp>
      <p:sp>
        <p:nvSpPr>
          <p:cNvPr id="8" name="text">
            <a:extLst xmlns:a="http://schemas.openxmlformats.org/drawingml/2006/main">
              <a:ext uri="{FF2B5EF4-FFF2-40B4-BE49-F238E27FC236}">
                <a16:creationId xmlns:a16="http://schemas.microsoft.com/office/drawing/2014/main" id="{4C2D3DAB-AA28-4493-99E6-78B623F14AB4}"/>
              </a:ext>
            </a:extLst>
          </p:cNvPr>
          <p:cNvSpPr>
            <a:spLocks xmlns:a="http://schemas.openxmlformats.org/drawingml/2006/main" noGrp="1"/>
          </p:cNvSpPr>
          <p:nvPr/>
        </p:nvSpPr>
        <p:spPr>
          <a:xfrm xmlns:a="http://schemas.openxmlformats.org/drawingml/2006/main">
            <a:off x="245745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생성되는 양</a:t>
            </a:r>
          </a:p>
        </p:txBody>
      </p:sp>
      <p:sp>
        <p:nvSpPr>
          <p:cNvPr id="9" name="text">
            <a:extLst xmlns:a="http://schemas.openxmlformats.org/drawingml/2006/main">
              <a:ext uri="{FF2B5EF4-FFF2-40B4-BE49-F238E27FC236}">
                <a16:creationId xmlns:a16="http://schemas.microsoft.com/office/drawing/2014/main" id="{3CD1C182-414B-40AF-8059-F5947B5E95AF}"/>
              </a:ext>
            </a:extLst>
          </p:cNvPr>
          <p:cNvSpPr>
            <a:spLocks xmlns:a="http://schemas.openxmlformats.org/drawingml/2006/main" noGrp="1"/>
          </p:cNvSpPr>
          <p:nvPr/>
        </p:nvSpPr>
        <p:spPr>
          <a:xfrm xmlns:a="http://schemas.openxmlformats.org/drawingml/2006/main">
            <a:off x="245745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1 mol</a:t>
            </a:r>
          </a:p>
        </p:txBody>
      </p:sp>
      <p:sp>
        <p:nvSpPr>
          <p:cNvPr id="10" name="text">
            <a:extLst xmlns:a="http://schemas.openxmlformats.org/drawingml/2006/main">
              <a:ext uri="{FF2B5EF4-FFF2-40B4-BE49-F238E27FC236}">
                <a16:creationId xmlns:a16="http://schemas.microsoft.com/office/drawing/2014/main" id="{6A0E82E6-113C-44E7-9456-A867C323D148}"/>
              </a:ext>
            </a:extLst>
          </p:cNvPr>
          <p:cNvSpPr>
            <a:spLocks xmlns:a="http://schemas.openxmlformats.org/drawingml/2006/main" noGrp="1"/>
          </p:cNvSpPr>
          <p:nvPr/>
        </p:nvSpPr>
        <p:spPr>
          <a:xfrm xmlns:a="http://schemas.openxmlformats.org/drawingml/2006/main">
            <a:off x="2457450" y="6493764"/>
            <a:ext cx="3714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생성되는 물질 1 mol을</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기준으로 한다.</a:t>
            </a:r>
          </a:p>
        </p:txBody>
      </p:sp>
      <p:sp>
        <p:nvSpPr>
          <p:cNvPr id="12" name="text">
            <a:extLst xmlns:a="http://schemas.openxmlformats.org/drawingml/2006/main">
              <a:ext uri="{FF2B5EF4-FFF2-40B4-BE49-F238E27FC236}">
                <a16:creationId xmlns:a16="http://schemas.microsoft.com/office/drawing/2014/main" id="{664C8FFC-8ACF-4A5A-9101-8AD3D2AA607C}"/>
              </a:ext>
            </a:extLst>
          </p:cNvPr>
          <p:cNvSpPr>
            <a:spLocks xmlns:a="http://schemas.openxmlformats.org/drawingml/2006/main" noGrp="1"/>
          </p:cNvSpPr>
          <p:nvPr/>
        </p:nvSpPr>
        <p:spPr>
          <a:xfrm xmlns:a="http://schemas.openxmlformats.org/drawingml/2006/main">
            <a:off x="7286625"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기준 원소·상태</a:t>
            </a:r>
          </a:p>
        </p:txBody>
      </p:sp>
      <p:sp>
        <p:nvSpPr>
          <p:cNvPr id="13" name="text">
            <a:extLst xmlns:a="http://schemas.openxmlformats.org/drawingml/2006/main">
              <a:ext uri="{FF2B5EF4-FFF2-40B4-BE49-F238E27FC236}">
                <a16:creationId xmlns:a16="http://schemas.microsoft.com/office/drawing/2014/main" id="{096BD994-A698-4F68-87B2-E1ACCB327A52}"/>
              </a:ext>
            </a:extLst>
          </p:cNvPr>
          <p:cNvSpPr>
            <a:spLocks xmlns:a="http://schemas.openxmlformats.org/drawingml/2006/main" noGrp="1"/>
          </p:cNvSpPr>
          <p:nvPr/>
        </p:nvSpPr>
        <p:spPr>
          <a:xfrm xmlns:a="http://schemas.openxmlformats.org/drawingml/2006/main">
            <a:off x="7286625"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기준</a:t>
            </a:r>
          </a:p>
        </p:txBody>
      </p:sp>
      <p:sp>
        <p:nvSpPr>
          <p:cNvPr id="14" name="text">
            <a:extLst xmlns:a="http://schemas.openxmlformats.org/drawingml/2006/main">
              <a:ext uri="{FF2B5EF4-FFF2-40B4-BE49-F238E27FC236}">
                <a16:creationId xmlns:a16="http://schemas.microsoft.com/office/drawing/2014/main" id="{CC2543EF-514A-4E66-8E98-86D7EAB5ECDF}"/>
              </a:ext>
            </a:extLst>
          </p:cNvPr>
          <p:cNvSpPr>
            <a:spLocks xmlns:a="http://schemas.openxmlformats.org/drawingml/2006/main" noGrp="1"/>
          </p:cNvSpPr>
          <p:nvPr/>
        </p:nvSpPr>
        <p:spPr>
          <a:xfrm xmlns:a="http://schemas.openxmlformats.org/drawingml/2006/main">
            <a:off x="7286625" y="6493764"/>
            <a:ext cx="3714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원소의 형태와</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고체·액체·기체를 구분한다.</a:t>
            </a:r>
          </a:p>
        </p:txBody>
      </p:sp>
      <p:sp>
        <p:nvSpPr>
          <p:cNvPr id="16" name="text">
            <a:extLst xmlns:a="http://schemas.openxmlformats.org/drawingml/2006/main">
              <a:ext uri="{FF2B5EF4-FFF2-40B4-BE49-F238E27FC236}">
                <a16:creationId xmlns:a16="http://schemas.microsoft.com/office/drawing/2014/main" id="{4D14CA80-D0AF-4C22-84A7-C473FD681AF9}"/>
              </a:ext>
            </a:extLst>
          </p:cNvPr>
          <p:cNvSpPr>
            <a:spLocks xmlns:a="http://schemas.openxmlformats.org/drawingml/2006/main" noGrp="1"/>
          </p:cNvSpPr>
          <p:nvPr/>
        </p:nvSpPr>
        <p:spPr>
          <a:xfrm xmlns:a="http://schemas.openxmlformats.org/drawingml/2006/main">
            <a:off x="1211580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계수·단위</a:t>
            </a:r>
          </a:p>
        </p:txBody>
      </p:sp>
      <p:sp>
        <p:nvSpPr>
          <p:cNvPr id="17" name="text">
            <a:extLst xmlns:a="http://schemas.openxmlformats.org/drawingml/2006/main">
              <a:ext uri="{FF2B5EF4-FFF2-40B4-BE49-F238E27FC236}">
                <a16:creationId xmlns:a16="http://schemas.microsoft.com/office/drawing/2014/main" id="{665C0501-6B22-45A9-930F-646D6ACA0126}"/>
              </a:ext>
            </a:extLst>
          </p:cNvPr>
          <p:cNvSpPr>
            <a:spLocks xmlns:a="http://schemas.openxmlformats.org/drawingml/2006/main" noGrp="1"/>
          </p:cNvSpPr>
          <p:nvPr/>
        </p:nvSpPr>
        <p:spPr>
          <a:xfrm xmlns:a="http://schemas.openxmlformats.org/drawingml/2006/main">
            <a:off x="1211580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계수</a:t>
            </a:r>
          </a:p>
        </p:txBody>
      </p:sp>
      <p:sp>
        <p:nvSpPr>
          <p:cNvPr id="18" name="text">
            <a:extLst xmlns:a="http://schemas.openxmlformats.org/drawingml/2006/main">
              <a:ext uri="{FF2B5EF4-FFF2-40B4-BE49-F238E27FC236}">
                <a16:creationId xmlns:a16="http://schemas.microsoft.com/office/drawing/2014/main" id="{C3CBD8E6-E1AC-4F55-8962-66B116AE6ED4}"/>
              </a:ext>
            </a:extLst>
          </p:cNvPr>
          <p:cNvSpPr>
            <a:spLocks xmlns:a="http://schemas.openxmlformats.org/drawingml/2006/main" noGrp="1"/>
          </p:cNvSpPr>
          <p:nvPr/>
        </p:nvSpPr>
        <p:spPr>
          <a:xfrm xmlns:a="http://schemas.openxmlformats.org/drawingml/2006/main">
            <a:off x="12115800" y="6493764"/>
            <a:ext cx="3714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반응 계수를 곱하고</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kJ/mol과 kJ를 구분한다.</a:t>
            </a:r>
          </a:p>
        </p:txBody>
      </p:sp>
      <p:sp>
        <p:nvSpPr>
          <p:cNvPr id="19" name="R06 p15 한 줄 정리 컨테이너">
            <a:extLst xmlns:a="http://schemas.openxmlformats.org/drawingml/2006/main">
              <a:ext uri="{FF2B5EF4-FFF2-40B4-BE49-F238E27FC236}">
                <a16:creationId xmlns:a16="http://schemas.microsoft.com/office/drawing/2014/main" id="{FB68E449-F0B4-493E-B40A-27F57DD6D851}"/>
              </a:ext>
            </a:extLst>
          </p:cNvPr>
          <p:cNvSpPr>
            <a:spLocks xmlns:a="http://schemas.openxmlformats.org/drawingml/2006/main" noGrp="1"/>
          </p:cNvSpPr>
          <p:nvPr/>
        </p:nvSpPr>
        <p:spPr>
          <a:xfrm xmlns:a="http://schemas.openxmlformats.org/drawingml/2006/main">
            <a:off x="3810000" y="8572500"/>
            <a:ext cx="10668000" cy="762000"/>
          </a:xfrm>
          <a:prstGeom xmlns:a="http://schemas.openxmlformats.org/drawingml/2006/main" prst="roundRect">
            <a:avLst>
              <a:gd name="adj" fmla="val 22500"/>
            </a:avLst>
          </a:prstGeom>
          <a:solidFill xmlns:a="http://schemas.openxmlformats.org/drawingml/2006/main">
            <a:srgbClr val="10200C"/>
          </a:solidFill>
          <a:ln xmlns:a="http://schemas.openxmlformats.org/drawingml/2006/main" w="0">
            <a:noFill/>
          </a:ln>
        </p:spPr>
      </p:sp>
      <p:sp>
        <p:nvSpPr>
          <p:cNvPr id="20" name="R06 p15 한 줄 정리 배지">
            <a:extLst xmlns:a="http://schemas.openxmlformats.org/drawingml/2006/main">
              <a:ext uri="{FF2B5EF4-FFF2-40B4-BE49-F238E27FC236}">
                <a16:creationId xmlns:a16="http://schemas.microsoft.com/office/drawing/2014/main" id="{7B1C90C7-677A-4E17-9F52-C1F95DF69BD1}"/>
              </a:ext>
            </a:extLst>
          </p:cNvPr>
          <p:cNvSpPr>
            <a:spLocks xmlns:a="http://schemas.openxmlformats.org/drawingml/2006/main" noGrp="1"/>
          </p:cNvSpPr>
          <p:nvPr/>
        </p:nvSpPr>
        <p:spPr>
          <a:xfrm xmlns:a="http://schemas.openxmlformats.org/drawingml/2006/main">
            <a:off x="3962400" y="8724900"/>
            <a:ext cx="1466850" cy="457200"/>
          </a:xfrm>
          <a:prstGeom xmlns:a="http://schemas.openxmlformats.org/drawingml/2006/main" prst="roundRect">
            <a:avLst>
              <a:gd name="adj" fmla="val 18750"/>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1D0A3FD0-E35D-4597-B2B7-B13BC9009356}"/>
              </a:ext>
            </a:extLst>
          </p:cNvPr>
          <p:cNvSpPr>
            <a:spLocks xmlns:a="http://schemas.openxmlformats.org/drawingml/2006/main" noGrp="1"/>
          </p:cNvSpPr>
          <p:nvPr/>
        </p:nvSpPr>
        <p:spPr>
          <a:xfrm xmlns:a="http://schemas.openxmlformats.org/drawingml/2006/main">
            <a:off x="4038600" y="8724900"/>
            <a:ext cx="1314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14200C"/>
                </a:solidFill>
                <a:latin typeface="Pretendard"/>
                <a:ea typeface="Pretendard"/>
                <a:cs typeface="Pretendard"/>
              </a:defRPr>
            </a:defPPr>
            <a:lvl1pPr algn="ctr">
              <a:defRPr sz="1875" b="1">
                <a:solidFill>
                  <a:srgbClr val="14200C"/>
                </a:solidFill>
                <a:latin typeface="Pretendard"/>
                <a:ea typeface="Pretendard"/>
                <a:cs typeface="Pretendard"/>
              </a:defRPr>
            </a:lvl1pPr>
            <a:lvl2pPr algn="ctr">
              <a:defRPr sz="1875" b="1">
                <a:solidFill>
                  <a:srgbClr val="14200C"/>
                </a:solidFill>
                <a:latin typeface="Pretendard"/>
                <a:ea typeface="Pretendard"/>
                <a:cs typeface="Pretendard"/>
              </a:defRPr>
            </a:lvl2pPr>
            <a:lvl3pPr algn="ctr">
              <a:defRPr sz="1875" b="1">
                <a:solidFill>
                  <a:srgbClr val="14200C"/>
                </a:solidFill>
                <a:latin typeface="Pretendard"/>
                <a:ea typeface="Pretendard"/>
                <a:cs typeface="Pretendard"/>
              </a:defRPr>
            </a:lvl3pPr>
            <a:lvl4pPr algn="ctr">
              <a:defRPr sz="1875" b="1">
                <a:solidFill>
                  <a:srgbClr val="14200C"/>
                </a:solidFill>
                <a:latin typeface="Pretendard"/>
                <a:ea typeface="Pretendard"/>
                <a:cs typeface="Pretendard"/>
              </a:defRPr>
            </a:lvl4pPr>
            <a:lvl5pPr algn="ctr">
              <a:defRPr sz="1875" b="1">
                <a:solidFill>
                  <a:srgbClr val="14200C"/>
                </a:solidFill>
                <a:latin typeface="Pretendard"/>
                <a:ea typeface="Pretendard"/>
                <a:cs typeface="Pretendard"/>
              </a:defRPr>
            </a:lvl5pPr>
            <a:lvl6pPr algn="ctr">
              <a:defRPr sz="1875" b="1">
                <a:solidFill>
                  <a:srgbClr val="14200C"/>
                </a:solidFill>
                <a:latin typeface="Pretendard"/>
                <a:ea typeface="Pretendard"/>
                <a:cs typeface="Pretendard"/>
              </a:defRPr>
            </a:lvl6pPr>
            <a:lvl7pPr algn="ctr">
              <a:defRPr sz="1875" b="1">
                <a:solidFill>
                  <a:srgbClr val="14200C"/>
                </a:solidFill>
                <a:latin typeface="Pretendard"/>
                <a:ea typeface="Pretendard"/>
                <a:cs typeface="Pretendard"/>
              </a:defRPr>
            </a:lvl7pPr>
            <a:lvl8pPr algn="ctr">
              <a:defRPr sz="1875" b="1">
                <a:solidFill>
                  <a:srgbClr val="14200C"/>
                </a:solidFill>
                <a:latin typeface="Pretendard"/>
                <a:ea typeface="Pretendard"/>
                <a:cs typeface="Pretendard"/>
              </a:defRPr>
            </a:lvl8pPr>
            <a:lvl9pPr algn="ctr">
              <a:defRPr sz="1875" b="1">
                <a:solidFill>
                  <a:srgbClr val="14200C"/>
                </a:solidFill>
                <a:latin typeface="Pretendard"/>
                <a:ea typeface="Pretendard"/>
                <a:cs typeface="Pretendard"/>
              </a:defRPr>
            </a:lvl9pPr>
          </a:lstStyle>
          <a:p xmlns:a="http://schemas.openxmlformats.org/drawingml/2006/main">
            <a:pPr algn="ctr">
              <a:defRPr sz="1875" b="1">
                <a:solidFill>
                  <a:srgbClr val="14200C"/>
                </a:solidFill>
                <a:latin typeface="Pretendard"/>
                <a:ea typeface="Pretendard"/>
                <a:cs typeface="Pretendard"/>
              </a:defRPr>
            </a:pPr>
            <a:r>
              <a:rPr sz="1875" b="1">
                <a:solidFill>
                  <a:srgbClr val="14200C"/>
                </a:solidFill>
                <a:latin typeface="Pretendard"/>
                <a:ea typeface="Pretendard"/>
                <a:cs typeface="Pretendard"/>
              </a:rPr>
              <a:t>한 줄 정리</a:t>
            </a:r>
          </a:p>
        </p:txBody>
      </p:sp>
      <p:sp>
        <p:nvSpPr>
          <p:cNvPr id="22" name="text">
            <a:extLst xmlns:a="http://schemas.openxmlformats.org/drawingml/2006/main">
              <a:ext uri="{FF2B5EF4-FFF2-40B4-BE49-F238E27FC236}">
                <a16:creationId xmlns:a16="http://schemas.microsoft.com/office/drawing/2014/main" id="{08B158E9-1B4E-4606-A028-C65AB1050AA5}"/>
              </a:ext>
            </a:extLst>
          </p:cNvPr>
          <p:cNvSpPr>
            <a:spLocks xmlns:a="http://schemas.openxmlformats.org/drawingml/2006/main" noGrp="1"/>
          </p:cNvSpPr>
          <p:nvPr/>
        </p:nvSpPr>
        <p:spPr>
          <a:xfrm xmlns:a="http://schemas.openxmlformats.org/drawingml/2006/main">
            <a:off x="5619750" y="8667750"/>
            <a:ext cx="8648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860264500"/>
      </p:ext>
    </p:extLst>
  </p:cSld>
</p:sld>
</file>

<file path=ppt/slides/slide4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33410F97-DEFF-483A-89AC-880E192B3171}"/>
              </a:ext>
            </a:extLst>
          </p:cNvPr>
          <p:cNvPicPr>
            <a:picLocks xmlns:a="http://schemas.openxmlformats.org/drawingml/2006/main" noChangeAspect="1"/>
          </p:cNvPicPr>
          <p:nvPr/>
        </p:nvPicPr>
        <p:blipFill>
          <a:blip xmlns:r="http://schemas.openxmlformats.org/officeDocument/2006/relationships" xmlns:a="http://schemas.openxmlformats.org/drawingml/2006/main" r:embed="R143b605cc6384176"/>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DF4700A3-C9A8-4061-818A-C9598D7FCA4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728FAB7A-561C-4922-A1A1-6DC57184A84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92252CE6-0839-4B0A-9AB0-B4C0A78DB65E}"/>
              </a:ext>
            </a:extLst>
          </p:cNvPr>
          <p:cNvPicPr>
            <a:picLocks xmlns:a="http://schemas.openxmlformats.org/drawingml/2006/main" noChangeAspect="1"/>
          </p:cNvPicPr>
          <p:nvPr/>
        </p:nvPicPr>
        <p:blipFill>
          <a:blip xmlns:r="http://schemas.openxmlformats.org/officeDocument/2006/relationships" xmlns:a="http://schemas.openxmlformats.org/drawingml/2006/main" r:embed="Rf280492d59254d0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63082070-4D56-42A4-B7C0-6F61F0C6D17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BDFFE588-ED74-4E02-AF14-948B50B98925}"/>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7" name="text">
            <a:extLst xmlns:a="http://schemas.openxmlformats.org/drawingml/2006/main">
              <a:ext uri="{FF2B5EF4-FFF2-40B4-BE49-F238E27FC236}">
                <a16:creationId xmlns:a16="http://schemas.microsoft.com/office/drawing/2014/main" id="{69FCA4DC-D8AE-43F6-AB07-3B2A78F5941B}"/>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8" name="text">
            <a:extLst xmlns:a="http://schemas.openxmlformats.org/drawingml/2006/main">
              <a:ext uri="{FF2B5EF4-FFF2-40B4-BE49-F238E27FC236}">
                <a16:creationId xmlns:a16="http://schemas.microsoft.com/office/drawing/2014/main" id="{F1186E36-D26C-43EA-8580-32E2292F4881}"/>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1980887100"/>
      </p:ext>
    </p:extLst>
  </p:cSld>
</p:sld>
</file>

<file path=ppt/slides/slide4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v34 내용 영역">
            <a:extLst xmlns:a="http://schemas.openxmlformats.org/drawingml/2006/main">
              <a:ext uri="{FF2B5EF4-FFF2-40B4-BE49-F238E27FC236}">
                <a16:creationId xmlns:a16="http://schemas.microsoft.com/office/drawing/2014/main" id="{09A9421E-C67B-4E14-B499-2F9CA50E0E60}"/>
              </a:ext>
            </a:extLst>
          </p:cNvPr>
          <p:cNvSpPr>
            <a:spLocks xmlns:a="http://schemas.openxmlformats.org/drawingml/2006/main" noGrp="1"/>
          </p:cNvSpPr>
          <p:nvPr/>
        </p:nvSpPr>
        <p:spPr>
          <a:xfrm xmlns:a="http://schemas.openxmlformats.org/drawingml/2006/main">
            <a:off x="2190750" y="7477125"/>
            <a:ext cx="13906500" cy="1619250"/>
          </a:xfrm>
          <a:prstGeom xmlns:a="http://schemas.openxmlformats.org/drawingml/2006/main" prst="roundRect">
            <a:avLst>
              <a:gd name="adj" fmla="val 10588"/>
            </a:avLst>
          </a:prstGeom>
          <a:solidFill xmlns:a="http://schemas.openxmlformats.org/drawingml/2006/main">
            <a:srgbClr val="242424"/>
          </a:solidFill>
          <a:ln xmlns:a="http://schemas.openxmlformats.org/drawingml/2006/main" w="0">
            <a:noFill/>
          </a:ln>
        </p:spPr>
      </p:sp>
      <p:sp>
        <p:nvSpPr>
          <p:cNvPr id="13" name="v34 내용 영역">
            <a:extLst xmlns:a="http://schemas.openxmlformats.org/drawingml/2006/main">
              <a:ext uri="{FF2B5EF4-FFF2-40B4-BE49-F238E27FC236}">
                <a16:creationId xmlns:a16="http://schemas.microsoft.com/office/drawing/2014/main" id="{0846CB95-4867-4859-957F-F664E0668F66}"/>
              </a:ext>
            </a:extLst>
          </p:cNvPr>
          <p:cNvSpPr>
            <a:spLocks xmlns:a="http://schemas.openxmlformats.org/drawingml/2006/main" noGrp="1"/>
          </p:cNvSpPr>
          <p:nvPr/>
        </p:nvSpPr>
        <p:spPr>
          <a:xfrm xmlns:a="http://schemas.openxmlformats.org/drawingml/2006/main">
            <a:off x="2190750" y="4286250"/>
            <a:ext cx="13906500" cy="2809875"/>
          </a:xfrm>
          <a:prstGeom xmlns:a="http://schemas.openxmlformats.org/drawingml/2006/main" prst="roundRect">
            <a:avLst>
              <a:gd name="adj" fmla="val 6102"/>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D0EDA49E-07B5-4731-8230-A791E27A472E}"/>
              </a:ext>
            </a:extLst>
          </p:cNvPr>
          <p:cNvPicPr>
            <a:picLocks xmlns:a="http://schemas.openxmlformats.org/drawingml/2006/main" noChangeAspect="1"/>
          </p:cNvPicPr>
          <p:nvPr/>
        </p:nvPicPr>
        <p:blipFill>
          <a:blip xmlns:r="http://schemas.openxmlformats.org/officeDocument/2006/relationships" xmlns:a="http://schemas.openxmlformats.org/drawingml/2006/main" r:embed="R6e060256f0d743c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AB6156B-5417-4A4F-9D60-D593981EA98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DBB6203-5206-488E-B10D-F662FA3FC94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433A9F35-4FD1-4956-B070-77325B54EDC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4281403-9A0E-4805-9BD1-AB4833B3A97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47FD59FD-4033-4AB3-AAE8-61D54BD7812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처음과 끝을 만드는 두 경로</a:t>
            </a:r>
          </a:p>
        </p:txBody>
      </p:sp>
      <p:pic>
        <p:nvPicPr>
          <p:cNvPr id="9" name="">
            <a:extLst xmlns:a="http://schemas.openxmlformats.org/drawingml/2006/main">
              <a:ext uri="{FF2B5EF4-FFF2-40B4-BE49-F238E27FC236}">
                <a16:creationId xmlns:a16="http://schemas.microsoft.com/office/drawing/2014/main" id="{19D65F39-EA07-4BB9-B968-405F6525F6CC}"/>
              </a:ext>
            </a:extLst>
          </p:cNvPr>
          <p:cNvPicPr>
            <a:picLocks xmlns:a="http://schemas.openxmlformats.org/drawingml/2006/main" noChangeAspect="1"/>
          </p:cNvPicPr>
          <p:nvPr/>
        </p:nvPicPr>
        <p:blipFill>
          <a:blip xmlns:r="http://schemas.openxmlformats.org/officeDocument/2006/relationships" xmlns:a="http://schemas.openxmlformats.org/drawingml/2006/main" r:embed="R6f067902959c4cc8"/>
          <a:stretch xmlns:a="http://schemas.openxmlformats.org/drawingml/2006/main"/>
        </p:blipFill>
        <p:spPr>
          <a:xfrm xmlns:a="http://schemas.openxmlformats.org/drawingml/2006/main">
            <a:off x="5982300" y="5267325"/>
            <a:ext cx="6323305" cy="6096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C7044878-9082-42D6-ABF3-D79E331EEEED}"/>
              </a:ext>
            </a:extLst>
          </p:cNvPr>
          <p:cNvPicPr>
            <a:picLocks xmlns:a="http://schemas.openxmlformats.org/drawingml/2006/main" noChangeAspect="1"/>
          </p:cNvPicPr>
          <p:nvPr/>
        </p:nvPicPr>
        <p:blipFill>
          <a:blip xmlns:r="http://schemas.openxmlformats.org/officeDocument/2006/relationships" xmlns:a="http://schemas.openxmlformats.org/drawingml/2006/main" r:embed="Rd8a3fc10f87e4f71"/>
          <a:stretch xmlns:a="http://schemas.openxmlformats.org/drawingml/2006/main"/>
        </p:blipFill>
        <p:spPr>
          <a:xfrm xmlns:a="http://schemas.openxmlformats.org/drawingml/2006/main">
            <a:off x="4360895" y="6283985"/>
            <a:ext cx="9566114" cy="576529"/>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ADE9542D-60C2-4AC0-A2DF-1943D648FEC8}"/>
              </a:ext>
            </a:extLst>
          </p:cNvPr>
          <p:cNvPicPr>
            <a:picLocks xmlns:a="http://schemas.openxmlformats.org/drawingml/2006/main" noChangeAspect="1"/>
          </p:cNvPicPr>
          <p:nvPr/>
        </p:nvPicPr>
        <p:blipFill>
          <a:blip xmlns:r="http://schemas.openxmlformats.org/officeDocument/2006/relationships" xmlns:a="http://schemas.openxmlformats.org/drawingml/2006/main" r:embed="R42d0f133f2f445a9"/>
          <a:stretch xmlns:a="http://schemas.openxmlformats.org/drawingml/2006/main"/>
        </p:blipFill>
        <p:spPr>
          <a:xfrm xmlns:a="http://schemas.openxmlformats.org/drawingml/2006/main">
            <a:off x="4439285" y="8360397"/>
            <a:ext cx="9409334" cy="567080"/>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2280C9C3-7D36-423E-B439-E752E1984ABA}"/>
              </a:ext>
            </a:extLst>
          </p:cNvPr>
          <p:cNvSpPr>
            <a:spLocks xmlns:a="http://schemas.openxmlformats.org/drawingml/2006/main" noGrp="1"/>
          </p:cNvSpPr>
          <p:nvPr/>
        </p:nvSpPr>
        <p:spPr>
          <a:xfrm xmlns:a="http://schemas.openxmlformats.org/drawingml/2006/main">
            <a:off x="2524125" y="4457700"/>
            <a:ext cx="4476750" cy="55245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경로 1 · 용해 후 중화</a:t>
            </a:r>
          </a:p>
        </p:txBody>
      </p:sp>
      <p:sp>
        <p:nvSpPr>
          <p:cNvPr id="16" name="text">
            <a:extLst xmlns:a="http://schemas.openxmlformats.org/drawingml/2006/main">
              <a:ext uri="{FF2B5EF4-FFF2-40B4-BE49-F238E27FC236}">
                <a16:creationId xmlns:a16="http://schemas.microsoft.com/office/drawing/2014/main" id="{FBED823C-BADA-4956-88BA-38B6913F2555}"/>
              </a:ext>
            </a:extLst>
          </p:cNvPr>
          <p:cNvSpPr>
            <a:spLocks xmlns:a="http://schemas.openxmlformats.org/drawingml/2006/main" noGrp="1"/>
          </p:cNvSpPr>
          <p:nvPr/>
        </p:nvSpPr>
        <p:spPr>
          <a:xfrm xmlns:a="http://schemas.openxmlformats.org/drawingml/2006/main">
            <a:off x="2524125" y="7620000"/>
            <a:ext cx="4953000" cy="552450"/>
          </a:xfrm>
          <a:prstGeom xmlns:a="http://schemas.openxmlformats.org/drawingml/2006/main" prst="roundRect">
            <a:avLst/>
          </a:prstGeom>
          <a:solidFill xmlns:a="http://schemas.openxmlformats.org/drawingml/2006/main">
            <a:srgbClr val="344E67"/>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경로 2 · 고체와 직접 반응</a:t>
            </a:r>
          </a:p>
        </p:txBody>
      </p:sp>
    </p:spTree>
    <p:extLst>
      <p:ext uri="{BB962C8B-B14F-4D97-AF65-F5344CB8AC3E}">
        <p14:creationId xmlns:p14="http://schemas.microsoft.com/office/powerpoint/2010/main" val="1666657133"/>
      </p:ext>
    </p:extLst>
  </p:cSld>
</p:sld>
</file>

<file path=ppt/slides/slide4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0" name="v34 내용 영역">
            <a:extLst xmlns:a="http://schemas.openxmlformats.org/drawingml/2006/main">
              <a:ext uri="{FF2B5EF4-FFF2-40B4-BE49-F238E27FC236}">
                <a16:creationId xmlns:a16="http://schemas.microsoft.com/office/drawing/2014/main" id="{86D60762-F048-4656-A035-83ECDF2E6D04}"/>
              </a:ext>
            </a:extLst>
          </p:cNvPr>
          <p:cNvSpPr>
            <a:spLocks xmlns:a="http://schemas.openxmlformats.org/drawingml/2006/main" noGrp="1"/>
          </p:cNvSpPr>
          <p:nvPr/>
        </p:nvSpPr>
        <p:spPr>
          <a:xfrm xmlns:a="http://schemas.openxmlformats.org/drawingml/2006/main">
            <a:off x="9334500" y="7096125"/>
            <a:ext cx="6858000" cy="2095500"/>
          </a:xfrm>
          <a:prstGeom xmlns:a="http://schemas.openxmlformats.org/drawingml/2006/main" prst="roundRect">
            <a:avLst>
              <a:gd name="adj" fmla="val 8182"/>
            </a:avLst>
          </a:prstGeom>
          <a:solidFill xmlns:a="http://schemas.openxmlformats.org/drawingml/2006/main">
            <a:srgbClr val="242424"/>
          </a:solidFill>
          <a:ln xmlns:a="http://schemas.openxmlformats.org/drawingml/2006/main" w="0">
            <a:noFill/>
          </a:ln>
        </p:spPr>
      </p:sp>
      <p:sp>
        <p:nvSpPr>
          <p:cNvPr id="17" name="v34 내용 영역">
            <a:extLst xmlns:a="http://schemas.openxmlformats.org/drawingml/2006/main">
              <a:ext uri="{FF2B5EF4-FFF2-40B4-BE49-F238E27FC236}">
                <a16:creationId xmlns:a16="http://schemas.microsoft.com/office/drawing/2014/main" id="{7CF48B21-1B79-4145-879C-09B388250C12}"/>
              </a:ext>
            </a:extLst>
          </p:cNvPr>
          <p:cNvSpPr>
            <a:spLocks xmlns:a="http://schemas.openxmlformats.org/drawingml/2006/main" noGrp="1"/>
          </p:cNvSpPr>
          <p:nvPr/>
        </p:nvSpPr>
        <p:spPr>
          <a:xfrm xmlns:a="http://schemas.openxmlformats.org/drawingml/2006/main">
            <a:off x="2095500" y="7096125"/>
            <a:ext cx="6858000" cy="2095500"/>
          </a:xfrm>
          <a:prstGeom xmlns:a="http://schemas.openxmlformats.org/drawingml/2006/main" prst="roundRect">
            <a:avLst>
              <a:gd name="adj" fmla="val 8182"/>
            </a:avLst>
          </a:prstGeom>
          <a:solidFill xmlns:a="http://schemas.openxmlformats.org/drawingml/2006/main">
            <a:srgbClr val="242424"/>
          </a:solidFill>
          <a:ln xmlns:a="http://schemas.openxmlformats.org/drawingml/2006/main" w="0">
            <a:noFill/>
          </a:ln>
        </p:spPr>
      </p:sp>
      <p:sp>
        <p:nvSpPr>
          <p:cNvPr id="16" name="v34 내용 영역">
            <a:extLst xmlns:a="http://schemas.openxmlformats.org/drawingml/2006/main">
              <a:ext uri="{FF2B5EF4-FFF2-40B4-BE49-F238E27FC236}">
                <a16:creationId xmlns:a16="http://schemas.microsoft.com/office/drawing/2014/main" id="{44252553-C13D-413D-B7BE-64085BC56007}"/>
              </a:ext>
            </a:extLst>
          </p:cNvPr>
          <p:cNvSpPr>
            <a:spLocks xmlns:a="http://schemas.openxmlformats.org/drawingml/2006/main" noGrp="1"/>
          </p:cNvSpPr>
          <p:nvPr/>
        </p:nvSpPr>
        <p:spPr>
          <a:xfrm xmlns:a="http://schemas.openxmlformats.org/drawingml/2006/main">
            <a:off x="2095500" y="4667250"/>
            <a:ext cx="14097000" cy="2000250"/>
          </a:xfrm>
          <a:prstGeom xmlns:a="http://schemas.openxmlformats.org/drawingml/2006/main" prst="roundRect">
            <a:avLst>
              <a:gd name="adj" fmla="val 8571"/>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407299A2-81ED-4D6F-BDEB-3BCB874D5535}"/>
              </a:ext>
            </a:extLst>
          </p:cNvPr>
          <p:cNvPicPr>
            <a:picLocks xmlns:a="http://schemas.openxmlformats.org/drawingml/2006/main" noChangeAspect="1"/>
          </p:cNvPicPr>
          <p:nvPr/>
        </p:nvPicPr>
        <p:blipFill>
          <a:blip xmlns:r="http://schemas.openxmlformats.org/officeDocument/2006/relationships" xmlns:a="http://schemas.openxmlformats.org/drawingml/2006/main" r:embed="Rd0827c7c50ec40d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AD36347-0E2A-4245-A607-0251E8A93EA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1DDD1BA-2234-413D-88E9-B5082771E8C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1DB308D9-CE69-4A3B-9D27-A965F451B34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6F71713-C7B9-4814-8480-A201BD82F36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9BE7716E-0C35-4595-AB0C-324A7FB9924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조건을 맞추자</a:t>
            </a:r>
          </a:p>
        </p:txBody>
      </p:sp>
      <p:pic>
        <p:nvPicPr>
          <p:cNvPr id="14" name="">
            <a:extLst xmlns:a="http://schemas.openxmlformats.org/drawingml/2006/main">
              <a:ext uri="{FF2B5EF4-FFF2-40B4-BE49-F238E27FC236}">
                <a16:creationId xmlns:a16="http://schemas.microsoft.com/office/drawing/2014/main" id="{3C1A0178-650F-4329-98F6-146C7E4ECDB2}"/>
              </a:ext>
            </a:extLst>
          </p:cNvPr>
          <p:cNvPicPr>
            <a:picLocks xmlns:a="http://schemas.openxmlformats.org/drawingml/2006/main" noChangeAspect="1"/>
          </p:cNvPicPr>
          <p:nvPr/>
        </p:nvPicPr>
        <p:blipFill>
          <a:blip xmlns:r="http://schemas.openxmlformats.org/officeDocument/2006/relationships" xmlns:a="http://schemas.openxmlformats.org/drawingml/2006/main" r:embed="R9a365c325b694704"/>
          <a:stretch xmlns:a="http://schemas.openxmlformats.org/drawingml/2006/main"/>
        </p:blipFill>
        <p:spPr>
          <a:xfrm xmlns:a="http://schemas.openxmlformats.org/drawingml/2006/main">
            <a:off x="6051032" y="5053015"/>
            <a:ext cx="6185840" cy="1181096"/>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6FF94527-6159-4FD4-97BD-54B5B3361FFD}"/>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반응하는 양과 처음 온도를 같게 맞춘다.</a:t>
            </a:r>
          </a:p>
        </p:txBody>
      </p:sp>
      <p:sp>
        <p:nvSpPr>
          <p:cNvPr id="18" name="text">
            <a:extLst xmlns:a="http://schemas.openxmlformats.org/drawingml/2006/main">
              <a:ext uri="{FF2B5EF4-FFF2-40B4-BE49-F238E27FC236}">
                <a16:creationId xmlns:a16="http://schemas.microsoft.com/office/drawing/2014/main" id="{7F1250B8-8746-4D25-A5F0-CEE4A3E44141}"/>
              </a:ext>
            </a:extLst>
          </p:cNvPr>
          <p:cNvSpPr>
            <a:spLocks xmlns:a="http://schemas.openxmlformats.org/drawingml/2006/main" noGrp="1"/>
          </p:cNvSpPr>
          <p:nvPr/>
        </p:nvSpPr>
        <p:spPr>
          <a:xfrm xmlns:a="http://schemas.openxmlformats.org/drawingml/2006/main">
            <a:off x="2381250" y="7286625"/>
            <a:ext cx="22860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반응하는 양</a:t>
            </a:r>
          </a:p>
        </p:txBody>
      </p:sp>
      <p:sp>
        <p:nvSpPr>
          <p:cNvPr id="19" name="text">
            <a:extLst xmlns:a="http://schemas.openxmlformats.org/drawingml/2006/main">
              <a:ext uri="{FF2B5EF4-FFF2-40B4-BE49-F238E27FC236}">
                <a16:creationId xmlns:a16="http://schemas.microsoft.com/office/drawing/2014/main" id="{DAEADC70-9D05-4C9F-AA51-8456F16247E6}"/>
              </a:ext>
            </a:extLst>
          </p:cNvPr>
          <p:cNvSpPr>
            <a:spLocks xmlns:a="http://schemas.openxmlformats.org/drawingml/2006/main" noGrp="1"/>
          </p:cNvSpPr>
          <p:nvPr/>
        </p:nvSpPr>
        <p:spPr>
          <a:xfrm xmlns:a="http://schemas.openxmlformats.org/drawingml/2006/main">
            <a:off x="2428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수산화 나트륨과 염화 수소의</a:t>
            </a:r>
          </a:p>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양을 각각 0.200 mol로 맞춘다.</a:t>
            </a:r>
          </a:p>
        </p:txBody>
      </p:sp>
      <p:sp>
        <p:nvSpPr>
          <p:cNvPr id="21" name="text">
            <a:extLst xmlns:a="http://schemas.openxmlformats.org/drawingml/2006/main">
              <a:ext uri="{FF2B5EF4-FFF2-40B4-BE49-F238E27FC236}">
                <a16:creationId xmlns:a16="http://schemas.microsoft.com/office/drawing/2014/main" id="{07AF7E9B-AEAE-474C-9E08-416DA50DE95C}"/>
              </a:ext>
            </a:extLst>
          </p:cNvPr>
          <p:cNvSpPr>
            <a:spLocks xmlns:a="http://schemas.openxmlformats.org/drawingml/2006/main" noGrp="1"/>
          </p:cNvSpPr>
          <p:nvPr/>
        </p:nvSpPr>
        <p:spPr>
          <a:xfrm xmlns:a="http://schemas.openxmlformats.org/drawingml/2006/main">
            <a:off x="9620250" y="7286625"/>
            <a:ext cx="22860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처음 온도</a:t>
            </a:r>
          </a:p>
        </p:txBody>
      </p:sp>
      <p:sp>
        <p:nvSpPr>
          <p:cNvPr id="22" name="text">
            <a:extLst xmlns:a="http://schemas.openxmlformats.org/drawingml/2006/main">
              <a:ext uri="{FF2B5EF4-FFF2-40B4-BE49-F238E27FC236}">
                <a16:creationId xmlns:a16="http://schemas.microsoft.com/office/drawing/2014/main" id="{9D66D292-F46A-4E25-82BC-8E6BFB65D636}"/>
              </a:ext>
            </a:extLst>
          </p:cNvPr>
          <p:cNvSpPr>
            <a:spLocks xmlns:a="http://schemas.openxmlformats.org/drawingml/2006/main" noGrp="1"/>
          </p:cNvSpPr>
          <p:nvPr/>
        </p:nvSpPr>
        <p:spPr>
          <a:xfrm xmlns:a="http://schemas.openxmlformats.org/drawingml/2006/main">
            <a:off x="9667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용해 후 처음 온도로 식힌 뒤</a:t>
            </a:r>
          </a:p>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염산을 넣어 중화열을 측정한다.</a:t>
            </a:r>
          </a:p>
        </p:txBody>
      </p:sp>
    </p:spTree>
    <p:extLst>
      <p:ext uri="{BB962C8B-B14F-4D97-AF65-F5344CB8AC3E}">
        <p14:creationId xmlns:p14="http://schemas.microsoft.com/office/powerpoint/2010/main" val="590823276"/>
      </p:ext>
    </p:extLst>
  </p:cSld>
</p:sld>
</file>

<file path=ppt/slides/slide4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v34 내용 영역">
            <a:extLst xmlns:a="http://schemas.openxmlformats.org/drawingml/2006/main">
              <a:ext uri="{FF2B5EF4-FFF2-40B4-BE49-F238E27FC236}">
                <a16:creationId xmlns:a16="http://schemas.microsoft.com/office/drawing/2014/main" id="{B2C4BF01-FAEA-4310-AC01-06278298F522}"/>
              </a:ext>
            </a:extLst>
          </p:cNvPr>
          <p:cNvSpPr>
            <a:spLocks xmlns:a="http://schemas.openxmlformats.org/drawingml/2006/main" noGrp="1"/>
          </p:cNvSpPr>
          <p:nvPr/>
        </p:nvSpPr>
        <p:spPr>
          <a:xfrm xmlns:a="http://schemas.openxmlformats.org/drawingml/2006/main">
            <a:off x="3810000" y="83343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sp>
        <p:nvSpPr>
          <p:cNvPr id="34" name="v34 내용 영역">
            <a:extLst xmlns:a="http://schemas.openxmlformats.org/drawingml/2006/main">
              <a:ext uri="{FF2B5EF4-FFF2-40B4-BE49-F238E27FC236}">
                <a16:creationId xmlns:a16="http://schemas.microsoft.com/office/drawing/2014/main" id="{A1F9DC5B-0DCF-4A59-A49A-0FBE1C0AE7EF}"/>
              </a:ext>
            </a:extLst>
          </p:cNvPr>
          <p:cNvSpPr>
            <a:spLocks xmlns:a="http://schemas.openxmlformats.org/drawingml/2006/main" noGrp="1"/>
          </p:cNvSpPr>
          <p:nvPr/>
        </p:nvSpPr>
        <p:spPr>
          <a:xfrm xmlns:a="http://schemas.openxmlformats.org/drawingml/2006/main">
            <a:off x="3810000" y="73818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sp>
        <p:nvSpPr>
          <p:cNvPr id="30" name="v34 내용 영역">
            <a:extLst xmlns:a="http://schemas.openxmlformats.org/drawingml/2006/main">
              <a:ext uri="{FF2B5EF4-FFF2-40B4-BE49-F238E27FC236}">
                <a16:creationId xmlns:a16="http://schemas.microsoft.com/office/drawing/2014/main" id="{CF6A0F85-87F2-475C-BCA7-1EA4D8B67F1E}"/>
              </a:ext>
            </a:extLst>
          </p:cNvPr>
          <p:cNvSpPr>
            <a:spLocks xmlns:a="http://schemas.openxmlformats.org/drawingml/2006/main" noGrp="1"/>
          </p:cNvSpPr>
          <p:nvPr/>
        </p:nvSpPr>
        <p:spPr>
          <a:xfrm xmlns:a="http://schemas.openxmlformats.org/drawingml/2006/main">
            <a:off x="3810000" y="64293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CEE98AE6-0ABA-4CB1-AE9E-DC7AB1AA7CE7}"/>
              </a:ext>
            </a:extLst>
          </p:cNvPr>
          <p:cNvPicPr>
            <a:picLocks xmlns:a="http://schemas.openxmlformats.org/drawingml/2006/main" noChangeAspect="1"/>
          </p:cNvPicPr>
          <p:nvPr/>
        </p:nvPicPr>
        <p:blipFill>
          <a:blip xmlns:r="http://schemas.openxmlformats.org/officeDocument/2006/relationships" xmlns:a="http://schemas.openxmlformats.org/drawingml/2006/main" r:embed="R2860b42529da4e4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C821A00-5C26-4D1E-9D9D-8FC1A3B9A3E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00BDB68-7659-42D8-B93B-BD53FC31F14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C2827E3-27EF-48FE-9838-916E5F98A0F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C8E16B0-A1B7-4273-953B-A169B83DFD7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3DB607E9-0673-4E7E-A3F1-2E13C2FEEFB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용액이 얻은 열에서 반응열로</a:t>
            </a:r>
          </a:p>
        </p:txBody>
      </p:sp>
      <p:pic>
        <p:nvPicPr>
          <p:cNvPr id="27" name="">
            <a:extLst xmlns:a="http://schemas.openxmlformats.org/drawingml/2006/main">
              <a:ext uri="{FF2B5EF4-FFF2-40B4-BE49-F238E27FC236}">
                <a16:creationId xmlns:a16="http://schemas.microsoft.com/office/drawing/2014/main" id="{428504E4-73BF-45FC-A0A5-409098DBCFC4}"/>
              </a:ext>
            </a:extLst>
          </p:cNvPr>
          <p:cNvPicPr>
            <a:picLocks xmlns:a="http://schemas.openxmlformats.org/drawingml/2006/main" noChangeAspect="1"/>
          </p:cNvPicPr>
          <p:nvPr/>
        </p:nvPicPr>
        <p:blipFill>
          <a:blip xmlns:r="http://schemas.openxmlformats.org/officeDocument/2006/relationships" xmlns:a="http://schemas.openxmlformats.org/drawingml/2006/main" r:embed="R1706546c3cd146b5"/>
          <a:stretch xmlns:a="http://schemas.openxmlformats.org/drawingml/2006/main"/>
        </p:blipFill>
        <p:spPr>
          <a:xfrm xmlns:a="http://schemas.openxmlformats.org/drawingml/2006/main">
            <a:off x="5798783" y="4714875"/>
            <a:ext cx="6690435" cy="1333500"/>
          </a:xfrm>
          <a:prstGeom xmlns:a="http://schemas.openxmlformats.org/drawingml/2006/main" prst="rect">
            <a:avLst/>
          </a:prstGeom>
        </p:spPr>
      </p:pic>
      <p:sp>
        <p:nvSpPr>
          <p:cNvPr id="28" name="text">
            <a:extLst xmlns:a="http://schemas.openxmlformats.org/drawingml/2006/main">
              <a:ext uri="{FF2B5EF4-FFF2-40B4-BE49-F238E27FC236}">
                <a16:creationId xmlns:a16="http://schemas.microsoft.com/office/drawing/2014/main" id="{9E98EA92-45C4-4D4A-9328-D755B5313125}"/>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온도가 오르면 용액은 열을 얻고, 반응에서는 열을 방출한다.</a:t>
            </a:r>
          </a:p>
        </p:txBody>
      </p:sp>
      <p:sp>
        <p:nvSpPr>
          <p:cNvPr id="29" name="text">
            <a:extLst xmlns:a="http://schemas.openxmlformats.org/drawingml/2006/main">
              <a:ext uri="{FF2B5EF4-FFF2-40B4-BE49-F238E27FC236}">
                <a16:creationId xmlns:a16="http://schemas.microsoft.com/office/drawing/2014/main" id="{F14960F3-5451-4805-BE9E-65C541EB09F1}"/>
              </a:ext>
            </a:extLst>
          </p:cNvPr>
          <p:cNvSpPr>
            <a:spLocks xmlns:a="http://schemas.openxmlformats.org/drawingml/2006/main" noGrp="1"/>
          </p:cNvSpPr>
          <p:nvPr/>
        </p:nvSpPr>
        <p:spPr>
          <a:xfrm xmlns:a="http://schemas.openxmlformats.org/drawingml/2006/main">
            <a:off x="2190750" y="64293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c</a:t>
            </a:r>
          </a:p>
        </p:txBody>
      </p:sp>
      <p:sp>
        <p:nvSpPr>
          <p:cNvPr id="31" name="text">
            <a:extLst xmlns:a="http://schemas.openxmlformats.org/drawingml/2006/main">
              <a:ext uri="{FF2B5EF4-FFF2-40B4-BE49-F238E27FC236}">
                <a16:creationId xmlns:a16="http://schemas.microsoft.com/office/drawing/2014/main" id="{6D67A9FD-A139-4568-BDA4-CAA54FE7D2AD}"/>
              </a:ext>
            </a:extLst>
          </p:cNvPr>
          <p:cNvSpPr>
            <a:spLocks xmlns:a="http://schemas.openxmlformats.org/drawingml/2006/main" noGrp="1"/>
          </p:cNvSpPr>
          <p:nvPr/>
        </p:nvSpPr>
        <p:spPr>
          <a:xfrm xmlns:a="http://schemas.openxmlformats.org/drawingml/2006/main">
            <a:off x="4095750" y="6429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용액의 비열</a:t>
            </a:r>
          </a:p>
        </p:txBody>
      </p:sp>
      <p:sp>
        <p:nvSpPr>
          <p:cNvPr id="32" name="text">
            <a:extLst xmlns:a="http://schemas.openxmlformats.org/drawingml/2006/main">
              <a:ext uri="{FF2B5EF4-FFF2-40B4-BE49-F238E27FC236}">
                <a16:creationId xmlns:a16="http://schemas.microsoft.com/office/drawing/2014/main" id="{9C01F519-11C1-4A0C-AF24-8ECFB7C721BE}"/>
              </a:ext>
            </a:extLst>
          </p:cNvPr>
          <p:cNvSpPr>
            <a:spLocks xmlns:a="http://schemas.openxmlformats.org/drawingml/2006/main" noGrp="1"/>
          </p:cNvSpPr>
          <p:nvPr/>
        </p:nvSpPr>
        <p:spPr>
          <a:xfrm xmlns:a="http://schemas.openxmlformats.org/drawingml/2006/main">
            <a:off x="8667750" y="6429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단위 질량의 온도를 1°C 높이는 데 필요한 열</a:t>
            </a:r>
          </a:p>
        </p:txBody>
      </p:sp>
      <p:sp>
        <p:nvSpPr>
          <p:cNvPr id="33" name="text">
            <a:extLst xmlns:a="http://schemas.openxmlformats.org/drawingml/2006/main">
              <a:ext uri="{FF2B5EF4-FFF2-40B4-BE49-F238E27FC236}">
                <a16:creationId xmlns:a16="http://schemas.microsoft.com/office/drawing/2014/main" id="{716B7B0E-01AD-43E5-BBBC-A6B835848203}"/>
              </a:ext>
            </a:extLst>
          </p:cNvPr>
          <p:cNvSpPr>
            <a:spLocks xmlns:a="http://schemas.openxmlformats.org/drawingml/2006/main" noGrp="1"/>
          </p:cNvSpPr>
          <p:nvPr/>
        </p:nvSpPr>
        <p:spPr>
          <a:xfrm xmlns:a="http://schemas.openxmlformats.org/drawingml/2006/main">
            <a:off x="2190750" y="73818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m</a:t>
            </a:r>
          </a:p>
        </p:txBody>
      </p:sp>
      <p:sp>
        <p:nvSpPr>
          <p:cNvPr id="35" name="text">
            <a:extLst xmlns:a="http://schemas.openxmlformats.org/drawingml/2006/main">
              <a:ext uri="{FF2B5EF4-FFF2-40B4-BE49-F238E27FC236}">
                <a16:creationId xmlns:a16="http://schemas.microsoft.com/office/drawing/2014/main" id="{22562F1D-D568-4CE1-A343-17F6BBF70DE7}"/>
              </a:ext>
            </a:extLst>
          </p:cNvPr>
          <p:cNvSpPr>
            <a:spLocks xmlns:a="http://schemas.openxmlformats.org/drawingml/2006/main" noGrp="1"/>
          </p:cNvSpPr>
          <p:nvPr/>
        </p:nvSpPr>
        <p:spPr>
          <a:xfrm xmlns:a="http://schemas.openxmlformats.org/drawingml/2006/main">
            <a:off x="4095750" y="73818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용액 전체의 질량</a:t>
            </a:r>
          </a:p>
        </p:txBody>
      </p:sp>
      <p:sp>
        <p:nvSpPr>
          <p:cNvPr id="36" name="text">
            <a:extLst xmlns:a="http://schemas.openxmlformats.org/drawingml/2006/main">
              <a:ext uri="{FF2B5EF4-FFF2-40B4-BE49-F238E27FC236}">
                <a16:creationId xmlns:a16="http://schemas.microsoft.com/office/drawing/2014/main" id="{AA18A223-AC2D-498D-B965-2276C8943945}"/>
              </a:ext>
            </a:extLst>
          </p:cNvPr>
          <p:cNvSpPr>
            <a:spLocks xmlns:a="http://schemas.openxmlformats.org/drawingml/2006/main" noGrp="1"/>
          </p:cNvSpPr>
          <p:nvPr/>
        </p:nvSpPr>
        <p:spPr>
          <a:xfrm xmlns:a="http://schemas.openxmlformats.org/drawingml/2006/main">
            <a:off x="8667750" y="73818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용매와 녹아 있는 물질의 질량을 모두 포함</a:t>
            </a:r>
          </a:p>
        </p:txBody>
      </p:sp>
      <p:sp>
        <p:nvSpPr>
          <p:cNvPr id="37" name="text">
            <a:extLst xmlns:a="http://schemas.openxmlformats.org/drawingml/2006/main">
              <a:ext uri="{FF2B5EF4-FFF2-40B4-BE49-F238E27FC236}">
                <a16:creationId xmlns:a16="http://schemas.microsoft.com/office/drawing/2014/main" id="{4BC62C8D-BB51-4806-95F8-32D9622DEFE3}"/>
              </a:ext>
            </a:extLst>
          </p:cNvPr>
          <p:cNvSpPr>
            <a:spLocks xmlns:a="http://schemas.openxmlformats.org/drawingml/2006/main" noGrp="1"/>
          </p:cNvSpPr>
          <p:nvPr/>
        </p:nvSpPr>
        <p:spPr>
          <a:xfrm xmlns:a="http://schemas.openxmlformats.org/drawingml/2006/main">
            <a:off x="2190750" y="83343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Δt</a:t>
            </a:r>
          </a:p>
        </p:txBody>
      </p:sp>
      <p:sp>
        <p:nvSpPr>
          <p:cNvPr id="39" name="text">
            <a:extLst xmlns:a="http://schemas.openxmlformats.org/drawingml/2006/main">
              <a:ext uri="{FF2B5EF4-FFF2-40B4-BE49-F238E27FC236}">
                <a16:creationId xmlns:a16="http://schemas.microsoft.com/office/drawing/2014/main" id="{950EB6EE-0C10-49BB-B0C9-B4496C716C68}"/>
              </a:ext>
            </a:extLst>
          </p:cNvPr>
          <p:cNvSpPr>
            <a:spLocks xmlns:a="http://schemas.openxmlformats.org/drawingml/2006/main" noGrp="1"/>
          </p:cNvSpPr>
          <p:nvPr/>
        </p:nvSpPr>
        <p:spPr>
          <a:xfrm xmlns:a="http://schemas.openxmlformats.org/drawingml/2006/main">
            <a:off x="4095750" y="8334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나중 온도 − 처음 온도</a:t>
            </a:r>
          </a:p>
        </p:txBody>
      </p:sp>
      <p:sp>
        <p:nvSpPr>
          <p:cNvPr id="40" name="text">
            <a:extLst xmlns:a="http://schemas.openxmlformats.org/drawingml/2006/main">
              <a:ext uri="{FF2B5EF4-FFF2-40B4-BE49-F238E27FC236}">
                <a16:creationId xmlns:a16="http://schemas.microsoft.com/office/drawing/2014/main" id="{AD7AAB52-34DD-4EC0-866D-D0B538BAB663}"/>
              </a:ext>
            </a:extLst>
          </p:cNvPr>
          <p:cNvSpPr>
            <a:spLocks xmlns:a="http://schemas.openxmlformats.org/drawingml/2006/main" noGrp="1"/>
          </p:cNvSpPr>
          <p:nvPr/>
        </p:nvSpPr>
        <p:spPr>
          <a:xfrm xmlns:a="http://schemas.openxmlformats.org/drawingml/2006/main">
            <a:off x="8667750" y="8334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측정한 온도 상승량</a:t>
            </a:r>
          </a:p>
        </p:txBody>
      </p:sp>
    </p:spTree>
    <p:extLst>
      <p:ext uri="{BB962C8B-B14F-4D97-AF65-F5344CB8AC3E}">
        <p14:creationId xmlns:p14="http://schemas.microsoft.com/office/powerpoint/2010/main" val="330729365"/>
      </p:ext>
    </p:extLst>
  </p:cSld>
</p:sld>
</file>

<file path=ppt/slides/slide4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7C57E7D-8DBA-4538-8BAD-7C30AF364411}"/>
              </a:ext>
            </a:extLst>
          </p:cNvPr>
          <p:cNvPicPr>
            <a:picLocks xmlns:a="http://schemas.openxmlformats.org/drawingml/2006/main" noChangeAspect="1"/>
          </p:cNvPicPr>
          <p:nvPr/>
        </p:nvPicPr>
        <p:blipFill>
          <a:blip xmlns:r="http://schemas.openxmlformats.org/officeDocument/2006/relationships" xmlns:a="http://schemas.openxmlformats.org/drawingml/2006/main" r:embed="Re2cecff020174e5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B745280-66E7-4532-AE14-187489AA84C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524F5C3-C6C9-45E2-8CEF-AE1C912DAD2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830AB1B6-3145-47F9-A89B-7D9C91A5C9F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13A54BF-768F-4721-A8DA-DE94AB22A72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3735AF17-7261-4C75-A113-904403DAB10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FA587434-82C4-4A1B-B3D0-6A8E4A5408F4}"/>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6ECBDAE3-6DB6-4DEE-AAF2-1AA1D7284A4D}"/>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468D05C7-E155-4ED1-AA1C-D7884AA47ABA}"/>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AA04E887-2EF6-4ABE-A282-998962EEE989}"/>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B680C4F7-F697-4FF9-8BF6-2FA68BB02F13}"/>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C5CFF51F-78D7-4D80-8216-8F93A40D8E02}"/>
              </a:ext>
            </a:extLst>
          </p:cNvPr>
          <p:cNvSpPr>
            <a:spLocks xmlns:a="http://schemas.openxmlformats.org/drawingml/2006/main" noGrp="1"/>
          </p:cNvSpPr>
          <p:nvPr/>
        </p:nvSpPr>
        <p:spPr>
          <a:xfrm xmlns:a="http://schemas.openxmlformats.org/drawingml/2006/main">
            <a:off x="2095500" y="376237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688481432"/>
      </p:ext>
    </p:extLst>
  </p:cSld>
</p:sld>
</file>

<file path=ppt/slides/slide4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9FF3E4A5-22F1-4FDE-9FBE-1702D629337A}"/>
              </a:ext>
            </a:extLst>
          </p:cNvPr>
          <p:cNvSpPr>
            <a:spLocks xmlns:a="http://schemas.openxmlformats.org/drawingml/2006/main" noGrp="1"/>
          </p:cNvSpPr>
          <p:nvPr/>
        </p:nvSpPr>
        <p:spPr>
          <a:xfrm xmlns:a="http://schemas.openxmlformats.org/drawingml/2006/main">
            <a:off x="2857500" y="5715000"/>
            <a:ext cx="12573000" cy="2952750"/>
          </a:xfrm>
          <a:prstGeom xmlns:a="http://schemas.openxmlformats.org/drawingml/2006/main" prst="roundRect">
            <a:avLst>
              <a:gd name="adj" fmla="val 517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EA89D4BA-8F04-499F-8E32-4A949B7B28B5}"/>
              </a:ext>
            </a:extLst>
          </p:cNvPr>
          <p:cNvPicPr>
            <a:picLocks xmlns:a="http://schemas.openxmlformats.org/drawingml/2006/main" noChangeAspect="1"/>
          </p:cNvPicPr>
          <p:nvPr/>
        </p:nvPicPr>
        <p:blipFill>
          <a:blip xmlns:r="http://schemas.openxmlformats.org/officeDocument/2006/relationships" xmlns:a="http://schemas.openxmlformats.org/drawingml/2006/main" r:embed="R9bd6ab052f2e4bc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08113DB-19E2-4E88-9F43-F40942A7D68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82694ED-534A-4A3F-AEF1-6557CBD1140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D90C1956-AED2-477A-91FD-4A0B894C3EE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1C5644E-5D19-4C91-BD44-EBED41E1503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DDD01C95-3A63-49F8-B1BC-6479EBF3764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용해 단계의 반응 엔탈피</a:t>
            </a:r>
          </a:p>
        </p:txBody>
      </p:sp>
      <p:pic>
        <p:nvPicPr>
          <p:cNvPr id="9" name="">
            <a:extLst xmlns:a="http://schemas.openxmlformats.org/drawingml/2006/main">
              <a:ext uri="{FF2B5EF4-FFF2-40B4-BE49-F238E27FC236}">
                <a16:creationId xmlns:a16="http://schemas.microsoft.com/office/drawing/2014/main" id="{944C617C-E28C-4D6B-8C24-C02C8286DBE6}"/>
              </a:ext>
            </a:extLst>
          </p:cNvPr>
          <p:cNvPicPr>
            <a:picLocks xmlns:a="http://schemas.openxmlformats.org/drawingml/2006/main" noChangeAspect="1"/>
          </p:cNvPicPr>
          <p:nvPr/>
        </p:nvPicPr>
        <p:blipFill>
          <a:blip xmlns:r="http://schemas.openxmlformats.org/officeDocument/2006/relationships" xmlns:a="http://schemas.openxmlformats.org/drawingml/2006/main" r:embed="R81de1ebb129a4932"/>
          <a:stretch xmlns:a="http://schemas.openxmlformats.org/drawingml/2006/main"/>
        </p:blipFill>
        <p:spPr>
          <a:xfrm xmlns:a="http://schemas.openxmlformats.org/drawingml/2006/main">
            <a:off x="4512652" y="5953125"/>
            <a:ext cx="9262696" cy="2333625"/>
          </a:xfrm>
          <a:prstGeom xmlns:a="http://schemas.openxmlformats.org/drawingml/2006/main" prst="rect">
            <a:avLst/>
          </a:prstGeom>
        </p:spPr>
      </p:pic>
      <p:sp>
        <p:nvSpPr>
          <p:cNvPr id="11" name="계산 순서 설명 바">
            <a:extLst xmlns:a="http://schemas.openxmlformats.org/drawingml/2006/main">
              <a:ext uri="{FF2B5EF4-FFF2-40B4-BE49-F238E27FC236}">
                <a16:creationId xmlns:a16="http://schemas.microsoft.com/office/drawing/2014/main" id="{0E7C5617-10C0-4999-A40C-C837B2AA1453}"/>
              </a:ext>
            </a:extLst>
          </p:cNvPr>
          <p:cNvSpPr>
            <a:spLocks xmlns:a="http://schemas.openxmlformats.org/drawingml/2006/main" noGrp="1"/>
          </p:cNvSpPr>
          <p:nvPr/>
        </p:nvSpPr>
        <p:spPr>
          <a:xfrm xmlns:a="http://schemas.openxmlformats.org/drawingml/2006/main">
            <a:off x="2857500" y="4667250"/>
            <a:ext cx="4000500" cy="857250"/>
          </a:xfrm>
          <a:prstGeom xmlns:a="http://schemas.openxmlformats.org/drawingml/2006/main" prst="roundRect">
            <a:avLst>
              <a:gd name="adj" fmla="val 17778"/>
            </a:avLst>
          </a:prstGeom>
          <a:solidFill xmlns:a="http://schemas.openxmlformats.org/drawingml/2006/main">
            <a:srgbClr val="222A1D"/>
          </a:solidFill>
          <a:ln xmlns:a="http://schemas.openxmlformats.org/drawingml/2006/main" w="0">
            <a:noFill/>
          </a:ln>
        </p:spPr>
      </p:sp>
      <p:sp>
        <p:nvSpPr>
          <p:cNvPr id="12" name="계산 단계 번호">
            <a:extLst xmlns:a="http://schemas.openxmlformats.org/drawingml/2006/main">
              <a:ext uri="{FF2B5EF4-FFF2-40B4-BE49-F238E27FC236}">
                <a16:creationId xmlns:a16="http://schemas.microsoft.com/office/drawing/2014/main" id="{A17E9A3C-4CC3-4722-BA99-480AF4844B87}"/>
              </a:ext>
            </a:extLst>
          </p:cNvPr>
          <p:cNvSpPr>
            <a:spLocks xmlns:a="http://schemas.openxmlformats.org/drawingml/2006/main" noGrp="1"/>
          </p:cNvSpPr>
          <p:nvPr/>
        </p:nvSpPr>
        <p:spPr>
          <a:xfrm xmlns:a="http://schemas.openxmlformats.org/drawingml/2006/main">
            <a:off x="3028950" y="4867275"/>
            <a:ext cx="438150" cy="438150"/>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1C08543F-63C7-4264-B44D-0411ACC53B62}"/>
              </a:ext>
            </a:extLst>
          </p:cNvPr>
          <p:cNvSpPr>
            <a:spLocks xmlns:a="http://schemas.openxmlformats.org/drawingml/2006/main" noGrp="1"/>
          </p:cNvSpPr>
          <p:nvPr/>
        </p:nvSpPr>
        <p:spPr>
          <a:xfrm xmlns:a="http://schemas.openxmlformats.org/drawingml/2006/main">
            <a:off x="3028950" y="4867275"/>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1B2815"/>
                </a:solidFill>
                <a:latin typeface="Pretendard"/>
                <a:ea typeface="Pretendard"/>
                <a:cs typeface="Pretendard"/>
              </a:defRPr>
            </a:defPPr>
            <a:lvl1pPr algn="ctr">
              <a:defRPr sz="1875" b="1">
                <a:solidFill>
                  <a:srgbClr val="1B2815"/>
                </a:solidFill>
                <a:latin typeface="Pretendard"/>
                <a:ea typeface="Pretendard"/>
                <a:cs typeface="Pretendard"/>
              </a:defRPr>
            </a:lvl1pPr>
            <a:lvl2pPr algn="ctr">
              <a:defRPr sz="1875" b="1">
                <a:solidFill>
                  <a:srgbClr val="1B2815"/>
                </a:solidFill>
                <a:latin typeface="Pretendard"/>
                <a:ea typeface="Pretendard"/>
                <a:cs typeface="Pretendard"/>
              </a:defRPr>
            </a:lvl2pPr>
            <a:lvl3pPr algn="ctr">
              <a:defRPr sz="1875" b="1">
                <a:solidFill>
                  <a:srgbClr val="1B2815"/>
                </a:solidFill>
                <a:latin typeface="Pretendard"/>
                <a:ea typeface="Pretendard"/>
                <a:cs typeface="Pretendard"/>
              </a:defRPr>
            </a:lvl3pPr>
            <a:lvl4pPr algn="ctr">
              <a:defRPr sz="1875" b="1">
                <a:solidFill>
                  <a:srgbClr val="1B2815"/>
                </a:solidFill>
                <a:latin typeface="Pretendard"/>
                <a:ea typeface="Pretendard"/>
                <a:cs typeface="Pretendard"/>
              </a:defRPr>
            </a:lvl4pPr>
            <a:lvl5pPr algn="ctr">
              <a:defRPr sz="1875" b="1">
                <a:solidFill>
                  <a:srgbClr val="1B2815"/>
                </a:solidFill>
                <a:latin typeface="Pretendard"/>
                <a:ea typeface="Pretendard"/>
                <a:cs typeface="Pretendard"/>
              </a:defRPr>
            </a:lvl5pPr>
            <a:lvl6pPr algn="ctr">
              <a:defRPr sz="1875" b="1">
                <a:solidFill>
                  <a:srgbClr val="1B2815"/>
                </a:solidFill>
                <a:latin typeface="Pretendard"/>
                <a:ea typeface="Pretendard"/>
                <a:cs typeface="Pretendard"/>
              </a:defRPr>
            </a:lvl6pPr>
            <a:lvl7pPr algn="ctr">
              <a:defRPr sz="1875" b="1">
                <a:solidFill>
                  <a:srgbClr val="1B2815"/>
                </a:solidFill>
                <a:latin typeface="Pretendard"/>
                <a:ea typeface="Pretendard"/>
                <a:cs typeface="Pretendard"/>
              </a:defRPr>
            </a:lvl7pPr>
            <a:lvl8pPr algn="ctr">
              <a:defRPr sz="1875" b="1">
                <a:solidFill>
                  <a:srgbClr val="1B2815"/>
                </a:solidFill>
                <a:latin typeface="Pretendard"/>
                <a:ea typeface="Pretendard"/>
                <a:cs typeface="Pretendard"/>
              </a:defRPr>
            </a:lvl8pPr>
            <a:lvl9pPr algn="ctr">
              <a:defRPr sz="1875" b="1">
                <a:solidFill>
                  <a:srgbClr val="1B2815"/>
                </a:solidFill>
                <a:latin typeface="Pretendard"/>
                <a:ea typeface="Pretendard"/>
                <a:cs typeface="Pretendard"/>
              </a:defRPr>
            </a:lvl9pPr>
          </a:lstStyle>
          <a:p xmlns:a="http://schemas.openxmlformats.org/drawingml/2006/main">
            <a:pPr algn="ctr">
              <a:defRPr sz="1875" b="1">
                <a:solidFill>
                  <a:srgbClr val="1B2815"/>
                </a:solidFill>
                <a:latin typeface="Pretendard"/>
                <a:ea typeface="Pretendard"/>
                <a:cs typeface="Pretendard"/>
              </a:defRPr>
            </a:pPr>
            <a:r>
              <a:rPr sz="1875" b="1">
                <a:solidFill>
                  <a:srgbClr val="1B2815"/>
                </a:solidFill>
                <a:latin typeface="Pretendard"/>
                <a:ea typeface="Pretendard"/>
                <a:cs typeface="Pretendard"/>
              </a:rPr>
              <a:t>1</a:t>
            </a:r>
          </a:p>
        </p:txBody>
      </p:sp>
      <p:sp>
        <p:nvSpPr>
          <p:cNvPr id="14" name="text">
            <a:extLst xmlns:a="http://schemas.openxmlformats.org/drawingml/2006/main">
              <a:ext uri="{FF2B5EF4-FFF2-40B4-BE49-F238E27FC236}">
                <a16:creationId xmlns:a16="http://schemas.microsoft.com/office/drawing/2014/main" id="{E62F9BE4-689E-4CB3-A445-4B30C4DC15E9}"/>
              </a:ext>
            </a:extLst>
          </p:cNvPr>
          <p:cNvSpPr>
            <a:spLocks xmlns:a="http://schemas.openxmlformats.org/drawingml/2006/main" noGrp="1"/>
          </p:cNvSpPr>
          <p:nvPr/>
        </p:nvSpPr>
        <p:spPr>
          <a:xfrm xmlns:a="http://schemas.openxmlformats.org/drawingml/2006/main">
            <a:off x="3638550" y="479107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용액이 얻은 열</a:t>
            </a:r>
          </a:p>
        </p:txBody>
      </p:sp>
      <p:sp>
        <p:nvSpPr>
          <p:cNvPr id="15" name="계산 순서 설명 바">
            <a:extLst xmlns:a="http://schemas.openxmlformats.org/drawingml/2006/main">
              <a:ext uri="{FF2B5EF4-FFF2-40B4-BE49-F238E27FC236}">
                <a16:creationId xmlns:a16="http://schemas.microsoft.com/office/drawing/2014/main" id="{67042099-E83F-4588-98D5-6FEF3760B7A7}"/>
              </a:ext>
            </a:extLst>
          </p:cNvPr>
          <p:cNvSpPr>
            <a:spLocks xmlns:a="http://schemas.openxmlformats.org/drawingml/2006/main" noGrp="1"/>
          </p:cNvSpPr>
          <p:nvPr/>
        </p:nvSpPr>
        <p:spPr>
          <a:xfrm xmlns:a="http://schemas.openxmlformats.org/drawingml/2006/main">
            <a:off x="7143750" y="4667250"/>
            <a:ext cx="4000500" cy="857250"/>
          </a:xfrm>
          <a:prstGeom xmlns:a="http://schemas.openxmlformats.org/drawingml/2006/main" prst="roundRect">
            <a:avLst>
              <a:gd name="adj" fmla="val 17778"/>
            </a:avLst>
          </a:prstGeom>
          <a:solidFill xmlns:a="http://schemas.openxmlformats.org/drawingml/2006/main">
            <a:srgbClr val="222A1D"/>
          </a:solidFill>
          <a:ln xmlns:a="http://schemas.openxmlformats.org/drawingml/2006/main" w="0">
            <a:noFill/>
          </a:ln>
        </p:spPr>
      </p:sp>
      <p:sp>
        <p:nvSpPr>
          <p:cNvPr id="16" name="계산 단계 번호">
            <a:extLst xmlns:a="http://schemas.openxmlformats.org/drawingml/2006/main">
              <a:ext uri="{FF2B5EF4-FFF2-40B4-BE49-F238E27FC236}">
                <a16:creationId xmlns:a16="http://schemas.microsoft.com/office/drawing/2014/main" id="{68D6C39D-2C72-4D7C-A008-B38844455F6C}"/>
              </a:ext>
            </a:extLst>
          </p:cNvPr>
          <p:cNvSpPr>
            <a:spLocks xmlns:a="http://schemas.openxmlformats.org/drawingml/2006/main" noGrp="1"/>
          </p:cNvSpPr>
          <p:nvPr/>
        </p:nvSpPr>
        <p:spPr>
          <a:xfrm xmlns:a="http://schemas.openxmlformats.org/drawingml/2006/main">
            <a:off x="7315200" y="4867275"/>
            <a:ext cx="438150" cy="438150"/>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B0AE9072-34FB-4A00-ABA3-3B60ED66A5E3}"/>
              </a:ext>
            </a:extLst>
          </p:cNvPr>
          <p:cNvSpPr>
            <a:spLocks xmlns:a="http://schemas.openxmlformats.org/drawingml/2006/main" noGrp="1"/>
          </p:cNvSpPr>
          <p:nvPr/>
        </p:nvSpPr>
        <p:spPr>
          <a:xfrm xmlns:a="http://schemas.openxmlformats.org/drawingml/2006/main">
            <a:off x="7315200" y="4867275"/>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1B2815"/>
                </a:solidFill>
                <a:latin typeface="Pretendard"/>
                <a:ea typeface="Pretendard"/>
                <a:cs typeface="Pretendard"/>
              </a:defRPr>
            </a:defPPr>
            <a:lvl1pPr algn="ctr">
              <a:defRPr sz="1875" b="1">
                <a:solidFill>
                  <a:srgbClr val="1B2815"/>
                </a:solidFill>
                <a:latin typeface="Pretendard"/>
                <a:ea typeface="Pretendard"/>
                <a:cs typeface="Pretendard"/>
              </a:defRPr>
            </a:lvl1pPr>
            <a:lvl2pPr algn="ctr">
              <a:defRPr sz="1875" b="1">
                <a:solidFill>
                  <a:srgbClr val="1B2815"/>
                </a:solidFill>
                <a:latin typeface="Pretendard"/>
                <a:ea typeface="Pretendard"/>
                <a:cs typeface="Pretendard"/>
              </a:defRPr>
            </a:lvl2pPr>
            <a:lvl3pPr algn="ctr">
              <a:defRPr sz="1875" b="1">
                <a:solidFill>
                  <a:srgbClr val="1B2815"/>
                </a:solidFill>
                <a:latin typeface="Pretendard"/>
                <a:ea typeface="Pretendard"/>
                <a:cs typeface="Pretendard"/>
              </a:defRPr>
            </a:lvl3pPr>
            <a:lvl4pPr algn="ctr">
              <a:defRPr sz="1875" b="1">
                <a:solidFill>
                  <a:srgbClr val="1B2815"/>
                </a:solidFill>
                <a:latin typeface="Pretendard"/>
                <a:ea typeface="Pretendard"/>
                <a:cs typeface="Pretendard"/>
              </a:defRPr>
            </a:lvl4pPr>
            <a:lvl5pPr algn="ctr">
              <a:defRPr sz="1875" b="1">
                <a:solidFill>
                  <a:srgbClr val="1B2815"/>
                </a:solidFill>
                <a:latin typeface="Pretendard"/>
                <a:ea typeface="Pretendard"/>
                <a:cs typeface="Pretendard"/>
              </a:defRPr>
            </a:lvl5pPr>
            <a:lvl6pPr algn="ctr">
              <a:defRPr sz="1875" b="1">
                <a:solidFill>
                  <a:srgbClr val="1B2815"/>
                </a:solidFill>
                <a:latin typeface="Pretendard"/>
                <a:ea typeface="Pretendard"/>
                <a:cs typeface="Pretendard"/>
              </a:defRPr>
            </a:lvl6pPr>
            <a:lvl7pPr algn="ctr">
              <a:defRPr sz="1875" b="1">
                <a:solidFill>
                  <a:srgbClr val="1B2815"/>
                </a:solidFill>
                <a:latin typeface="Pretendard"/>
                <a:ea typeface="Pretendard"/>
                <a:cs typeface="Pretendard"/>
              </a:defRPr>
            </a:lvl7pPr>
            <a:lvl8pPr algn="ctr">
              <a:defRPr sz="1875" b="1">
                <a:solidFill>
                  <a:srgbClr val="1B2815"/>
                </a:solidFill>
                <a:latin typeface="Pretendard"/>
                <a:ea typeface="Pretendard"/>
                <a:cs typeface="Pretendard"/>
              </a:defRPr>
            </a:lvl8pPr>
            <a:lvl9pPr algn="ctr">
              <a:defRPr sz="1875" b="1">
                <a:solidFill>
                  <a:srgbClr val="1B2815"/>
                </a:solidFill>
                <a:latin typeface="Pretendard"/>
                <a:ea typeface="Pretendard"/>
                <a:cs typeface="Pretendard"/>
              </a:defRPr>
            </a:lvl9pPr>
          </a:lstStyle>
          <a:p xmlns:a="http://schemas.openxmlformats.org/drawingml/2006/main">
            <a:pPr algn="ctr">
              <a:defRPr sz="1875" b="1">
                <a:solidFill>
                  <a:srgbClr val="1B2815"/>
                </a:solidFill>
                <a:latin typeface="Pretendard"/>
                <a:ea typeface="Pretendard"/>
                <a:cs typeface="Pretendard"/>
              </a:defRPr>
            </a:pPr>
            <a:r>
              <a:rPr sz="1875" b="1">
                <a:solidFill>
                  <a:srgbClr val="1B2815"/>
                </a:solidFill>
                <a:latin typeface="Pretendard"/>
                <a:ea typeface="Pretendard"/>
                <a:cs typeface="Pretendard"/>
              </a:rPr>
              <a:t>2</a:t>
            </a:r>
          </a:p>
        </p:txBody>
      </p:sp>
      <p:sp>
        <p:nvSpPr>
          <p:cNvPr id="18" name="text">
            <a:extLst xmlns:a="http://schemas.openxmlformats.org/drawingml/2006/main">
              <a:ext uri="{FF2B5EF4-FFF2-40B4-BE49-F238E27FC236}">
                <a16:creationId xmlns:a16="http://schemas.microsoft.com/office/drawing/2014/main" id="{2400899F-AC06-4146-92FA-810C46022774}"/>
              </a:ext>
            </a:extLst>
          </p:cNvPr>
          <p:cNvSpPr>
            <a:spLocks xmlns:a="http://schemas.openxmlformats.org/drawingml/2006/main" noGrp="1"/>
          </p:cNvSpPr>
          <p:nvPr/>
        </p:nvSpPr>
        <p:spPr>
          <a:xfrm xmlns:a="http://schemas.openxmlformats.org/drawingml/2006/main">
            <a:off x="7924800" y="479107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반응한 몰수</a:t>
            </a:r>
          </a:p>
        </p:txBody>
      </p:sp>
      <p:sp>
        <p:nvSpPr>
          <p:cNvPr id="19" name="계산 순서 설명 바">
            <a:extLst xmlns:a="http://schemas.openxmlformats.org/drawingml/2006/main">
              <a:ext uri="{FF2B5EF4-FFF2-40B4-BE49-F238E27FC236}">
                <a16:creationId xmlns:a16="http://schemas.microsoft.com/office/drawing/2014/main" id="{BED5F504-8E56-46BB-83B7-5E3FFD9A58B6}"/>
              </a:ext>
            </a:extLst>
          </p:cNvPr>
          <p:cNvSpPr>
            <a:spLocks xmlns:a="http://schemas.openxmlformats.org/drawingml/2006/main" noGrp="1"/>
          </p:cNvSpPr>
          <p:nvPr/>
        </p:nvSpPr>
        <p:spPr>
          <a:xfrm xmlns:a="http://schemas.openxmlformats.org/drawingml/2006/main">
            <a:off x="11430000" y="4667250"/>
            <a:ext cx="4000500" cy="857250"/>
          </a:xfrm>
          <a:prstGeom xmlns:a="http://schemas.openxmlformats.org/drawingml/2006/main" prst="roundRect">
            <a:avLst>
              <a:gd name="adj" fmla="val 17778"/>
            </a:avLst>
          </a:prstGeom>
          <a:solidFill xmlns:a="http://schemas.openxmlformats.org/drawingml/2006/main">
            <a:srgbClr val="222A1D"/>
          </a:solidFill>
          <a:ln xmlns:a="http://schemas.openxmlformats.org/drawingml/2006/main" w="0">
            <a:noFill/>
          </a:ln>
        </p:spPr>
      </p:sp>
      <p:sp>
        <p:nvSpPr>
          <p:cNvPr id="20" name="계산 단계 번호">
            <a:extLst xmlns:a="http://schemas.openxmlformats.org/drawingml/2006/main">
              <a:ext uri="{FF2B5EF4-FFF2-40B4-BE49-F238E27FC236}">
                <a16:creationId xmlns:a16="http://schemas.microsoft.com/office/drawing/2014/main" id="{32A41C30-E475-4AD3-891B-D01C85A88D00}"/>
              </a:ext>
            </a:extLst>
          </p:cNvPr>
          <p:cNvSpPr>
            <a:spLocks xmlns:a="http://schemas.openxmlformats.org/drawingml/2006/main" noGrp="1"/>
          </p:cNvSpPr>
          <p:nvPr/>
        </p:nvSpPr>
        <p:spPr>
          <a:xfrm xmlns:a="http://schemas.openxmlformats.org/drawingml/2006/main">
            <a:off x="11601450" y="4867275"/>
            <a:ext cx="438150" cy="438150"/>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5CF6E94A-3B62-49AD-A0E9-84F155612B44}"/>
              </a:ext>
            </a:extLst>
          </p:cNvPr>
          <p:cNvSpPr>
            <a:spLocks xmlns:a="http://schemas.openxmlformats.org/drawingml/2006/main" noGrp="1"/>
          </p:cNvSpPr>
          <p:nvPr/>
        </p:nvSpPr>
        <p:spPr>
          <a:xfrm xmlns:a="http://schemas.openxmlformats.org/drawingml/2006/main">
            <a:off x="11601450" y="4867275"/>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1B2815"/>
                </a:solidFill>
                <a:latin typeface="Pretendard"/>
                <a:ea typeface="Pretendard"/>
                <a:cs typeface="Pretendard"/>
              </a:defRPr>
            </a:defPPr>
            <a:lvl1pPr algn="ctr">
              <a:defRPr sz="1875" b="1">
                <a:solidFill>
                  <a:srgbClr val="1B2815"/>
                </a:solidFill>
                <a:latin typeface="Pretendard"/>
                <a:ea typeface="Pretendard"/>
                <a:cs typeface="Pretendard"/>
              </a:defRPr>
            </a:lvl1pPr>
            <a:lvl2pPr algn="ctr">
              <a:defRPr sz="1875" b="1">
                <a:solidFill>
                  <a:srgbClr val="1B2815"/>
                </a:solidFill>
                <a:latin typeface="Pretendard"/>
                <a:ea typeface="Pretendard"/>
                <a:cs typeface="Pretendard"/>
              </a:defRPr>
            </a:lvl2pPr>
            <a:lvl3pPr algn="ctr">
              <a:defRPr sz="1875" b="1">
                <a:solidFill>
                  <a:srgbClr val="1B2815"/>
                </a:solidFill>
                <a:latin typeface="Pretendard"/>
                <a:ea typeface="Pretendard"/>
                <a:cs typeface="Pretendard"/>
              </a:defRPr>
            </a:lvl3pPr>
            <a:lvl4pPr algn="ctr">
              <a:defRPr sz="1875" b="1">
                <a:solidFill>
                  <a:srgbClr val="1B2815"/>
                </a:solidFill>
                <a:latin typeface="Pretendard"/>
                <a:ea typeface="Pretendard"/>
                <a:cs typeface="Pretendard"/>
              </a:defRPr>
            </a:lvl4pPr>
            <a:lvl5pPr algn="ctr">
              <a:defRPr sz="1875" b="1">
                <a:solidFill>
                  <a:srgbClr val="1B2815"/>
                </a:solidFill>
                <a:latin typeface="Pretendard"/>
                <a:ea typeface="Pretendard"/>
                <a:cs typeface="Pretendard"/>
              </a:defRPr>
            </a:lvl5pPr>
            <a:lvl6pPr algn="ctr">
              <a:defRPr sz="1875" b="1">
                <a:solidFill>
                  <a:srgbClr val="1B2815"/>
                </a:solidFill>
                <a:latin typeface="Pretendard"/>
                <a:ea typeface="Pretendard"/>
                <a:cs typeface="Pretendard"/>
              </a:defRPr>
            </a:lvl6pPr>
            <a:lvl7pPr algn="ctr">
              <a:defRPr sz="1875" b="1">
                <a:solidFill>
                  <a:srgbClr val="1B2815"/>
                </a:solidFill>
                <a:latin typeface="Pretendard"/>
                <a:ea typeface="Pretendard"/>
                <a:cs typeface="Pretendard"/>
              </a:defRPr>
            </a:lvl7pPr>
            <a:lvl8pPr algn="ctr">
              <a:defRPr sz="1875" b="1">
                <a:solidFill>
                  <a:srgbClr val="1B2815"/>
                </a:solidFill>
                <a:latin typeface="Pretendard"/>
                <a:ea typeface="Pretendard"/>
                <a:cs typeface="Pretendard"/>
              </a:defRPr>
            </a:lvl8pPr>
            <a:lvl9pPr algn="ctr">
              <a:defRPr sz="1875" b="1">
                <a:solidFill>
                  <a:srgbClr val="1B2815"/>
                </a:solidFill>
                <a:latin typeface="Pretendard"/>
                <a:ea typeface="Pretendard"/>
                <a:cs typeface="Pretendard"/>
              </a:defRPr>
            </a:lvl9pPr>
          </a:lstStyle>
          <a:p xmlns:a="http://schemas.openxmlformats.org/drawingml/2006/main">
            <a:pPr algn="ctr">
              <a:defRPr sz="1875" b="1">
                <a:solidFill>
                  <a:srgbClr val="1B2815"/>
                </a:solidFill>
                <a:latin typeface="Pretendard"/>
                <a:ea typeface="Pretendard"/>
                <a:cs typeface="Pretendard"/>
              </a:defRPr>
            </a:pPr>
            <a:r>
              <a:rPr sz="1875" b="1">
                <a:solidFill>
                  <a:srgbClr val="1B2815"/>
                </a:solidFill>
                <a:latin typeface="Pretendard"/>
                <a:ea typeface="Pretendard"/>
                <a:cs typeface="Pretendard"/>
              </a:rPr>
              <a:t>3</a:t>
            </a:r>
          </a:p>
        </p:txBody>
      </p:sp>
      <p:sp>
        <p:nvSpPr>
          <p:cNvPr id="22" name="text">
            <a:extLst xmlns:a="http://schemas.openxmlformats.org/drawingml/2006/main">
              <a:ext uri="{FF2B5EF4-FFF2-40B4-BE49-F238E27FC236}">
                <a16:creationId xmlns:a16="http://schemas.microsoft.com/office/drawing/2014/main" id="{EDC4059C-FF1B-4A5C-BE95-A75A55632A6A}"/>
              </a:ext>
            </a:extLst>
          </p:cNvPr>
          <p:cNvSpPr>
            <a:spLocks xmlns:a="http://schemas.openxmlformats.org/drawingml/2006/main" noGrp="1"/>
          </p:cNvSpPr>
          <p:nvPr/>
        </p:nvSpPr>
        <p:spPr>
          <a:xfrm xmlns:a="http://schemas.openxmlformats.org/drawingml/2006/main">
            <a:off x="12211050" y="479107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반응 엔탈피</a:t>
            </a:r>
          </a:p>
        </p:txBody>
      </p:sp>
    </p:spTree>
    <p:extLst>
      <p:ext uri="{BB962C8B-B14F-4D97-AF65-F5344CB8AC3E}">
        <p14:creationId xmlns:p14="http://schemas.microsoft.com/office/powerpoint/2010/main" val="1430706151"/>
      </p:ext>
    </p:extLst>
  </p:cSld>
</p:sld>
</file>

<file path=ppt/slides/slide4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7A1B1A5-FA93-490D-8C61-4E4C294A7A08}"/>
              </a:ext>
            </a:extLst>
          </p:cNvPr>
          <p:cNvPicPr>
            <a:picLocks xmlns:a="http://schemas.openxmlformats.org/drawingml/2006/main" noChangeAspect="1"/>
          </p:cNvPicPr>
          <p:nvPr/>
        </p:nvPicPr>
        <p:blipFill>
          <a:blip xmlns:r="http://schemas.openxmlformats.org/officeDocument/2006/relationships" xmlns:a="http://schemas.openxmlformats.org/drawingml/2006/main" r:embed="Rf374e81434344d3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CFFD3CA-4EE6-404C-A136-4B8BFB625FF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414B161-A5B7-43AD-9BDA-71878A5977B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99B14A55-8B88-4AED-A9D1-E20024E95BA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5D5A6D0-B156-4407-984C-3E5CFCCF873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84EA6765-FE03-46A5-A329-6B98BCA91BD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CFE49790-D0A4-40D5-A0BF-544F10466E6B}"/>
              </a:ext>
            </a:extLst>
          </p:cNvPr>
          <p:cNvGraphicFramePr/>
          <p:nvPr/>
        </p:nvGraphicFramePr>
        <p:xfrm>
          <a:off xmlns:a="http://schemas.openxmlformats.org/drawingml/2006/main" x="1828800" y="4924425"/>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C351974B-D3A9-40CA-97A8-0D4A581461B3}"/>
              </a:ext>
            </a:extLst>
          </p:cNvPr>
          <p:cNvSpPr>
            <a:spLocks xmlns:a="http://schemas.openxmlformats.org/drawingml/2006/main" noGrp="1"/>
          </p:cNvSpPr>
          <p:nvPr/>
        </p:nvSpPr>
        <p:spPr>
          <a:xfrm xmlns:a="http://schemas.openxmlformats.org/drawingml/2006/main" rot="0">
            <a:off x="1828800" y="49244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8CA1A1F3-DCE8-4CC2-B6F8-20CB43D8E42F}"/>
              </a:ext>
            </a:extLst>
          </p:cNvPr>
          <p:cNvSpPr>
            <a:spLocks xmlns:a="http://schemas.openxmlformats.org/drawingml/2006/main" noGrp="1"/>
          </p:cNvSpPr>
          <p:nvPr/>
        </p:nvSpPr>
        <p:spPr>
          <a:xfrm xmlns:a="http://schemas.openxmlformats.org/drawingml/2006/main" rot="5400000">
            <a:off x="16278225" y="49244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E785A21C-EC10-4AA1-AB04-FB83214C7C56}"/>
              </a:ext>
            </a:extLst>
          </p:cNvPr>
          <p:cNvSpPr>
            <a:spLocks xmlns:a="http://schemas.openxmlformats.org/drawingml/2006/main" noGrp="1"/>
          </p:cNvSpPr>
          <p:nvPr/>
        </p:nvSpPr>
        <p:spPr>
          <a:xfrm xmlns:a="http://schemas.openxmlformats.org/drawingml/2006/main" rot="10800000">
            <a:off x="16278225" y="87344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4731CE2D-8FAC-498F-A0E5-9A5F6C4A3E4C}"/>
              </a:ext>
            </a:extLst>
          </p:cNvPr>
          <p:cNvSpPr>
            <a:spLocks xmlns:a="http://schemas.openxmlformats.org/drawingml/2006/main" noGrp="1"/>
          </p:cNvSpPr>
          <p:nvPr/>
        </p:nvSpPr>
        <p:spPr>
          <a:xfrm xmlns:a="http://schemas.openxmlformats.org/drawingml/2006/main" rot="16200000">
            <a:off x="1828800" y="87344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01EE1510-7549-42DA-8073-0FB2BDFA150A}"/>
              </a:ext>
            </a:extLst>
          </p:cNvPr>
          <p:cNvSpPr>
            <a:spLocks xmlns:a="http://schemas.openxmlformats.org/drawingml/2006/main" noGrp="1"/>
          </p:cNvSpPr>
          <p:nvPr/>
        </p:nvSpPr>
        <p:spPr>
          <a:xfrm xmlns:a="http://schemas.openxmlformats.org/drawingml/2006/main">
            <a:off x="1828800" y="3829050"/>
            <a:ext cx="146399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BBBBBB"/>
                </a:solidFill>
                <a:latin typeface="Pretendard"/>
                <a:ea typeface="Pretendard"/>
                <a:cs typeface="Pretendard"/>
              </a:defRPr>
            </a:defPPr>
            <a:lvl1pPr algn="ctr">
              <a:defRPr sz="2730" b="1">
                <a:solidFill>
                  <a:srgbClr val="BBBBBB"/>
                </a:solidFill>
                <a:latin typeface="Pretendard"/>
                <a:ea typeface="Pretendard"/>
                <a:cs typeface="Pretendard"/>
              </a:defRPr>
            </a:lvl1pPr>
            <a:lvl2pPr algn="ctr">
              <a:defRPr sz="2730" b="1">
                <a:solidFill>
                  <a:srgbClr val="BBBBBB"/>
                </a:solidFill>
                <a:latin typeface="Pretendard"/>
                <a:ea typeface="Pretendard"/>
                <a:cs typeface="Pretendard"/>
              </a:defRPr>
            </a:lvl2pPr>
            <a:lvl3pPr algn="ctr">
              <a:defRPr sz="2730" b="1">
                <a:solidFill>
                  <a:srgbClr val="BBBBBB"/>
                </a:solidFill>
                <a:latin typeface="Pretendard"/>
                <a:ea typeface="Pretendard"/>
                <a:cs typeface="Pretendard"/>
              </a:defRPr>
            </a:lvl3pPr>
            <a:lvl4pPr algn="ctr">
              <a:defRPr sz="2730" b="1">
                <a:solidFill>
                  <a:srgbClr val="BBBBBB"/>
                </a:solidFill>
                <a:latin typeface="Pretendard"/>
                <a:ea typeface="Pretendard"/>
                <a:cs typeface="Pretendard"/>
              </a:defRPr>
            </a:lvl4pPr>
            <a:lvl5pPr algn="ctr">
              <a:defRPr sz="2730" b="1">
                <a:solidFill>
                  <a:srgbClr val="BBBBBB"/>
                </a:solidFill>
                <a:latin typeface="Pretendard"/>
                <a:ea typeface="Pretendard"/>
                <a:cs typeface="Pretendard"/>
              </a:defRPr>
            </a:lvl5pPr>
            <a:lvl6pPr algn="ctr">
              <a:defRPr sz="2730" b="1">
                <a:solidFill>
                  <a:srgbClr val="BBBBBB"/>
                </a:solidFill>
                <a:latin typeface="Pretendard"/>
                <a:ea typeface="Pretendard"/>
                <a:cs typeface="Pretendard"/>
              </a:defRPr>
            </a:lvl6pPr>
            <a:lvl7pPr algn="ctr">
              <a:defRPr sz="2730" b="1">
                <a:solidFill>
                  <a:srgbClr val="BBBBBB"/>
                </a:solidFill>
                <a:latin typeface="Pretendard"/>
                <a:ea typeface="Pretendard"/>
                <a:cs typeface="Pretendard"/>
              </a:defRPr>
            </a:lvl7pPr>
            <a:lvl8pPr algn="ctr">
              <a:defRPr sz="2730" b="1">
                <a:solidFill>
                  <a:srgbClr val="BBBBBB"/>
                </a:solidFill>
                <a:latin typeface="Pretendard"/>
                <a:ea typeface="Pretendard"/>
                <a:cs typeface="Pretendard"/>
              </a:defRPr>
            </a:lvl8pPr>
            <a:lvl9pPr algn="ctr">
              <a:defRPr sz="2730" b="1">
                <a:solidFill>
                  <a:srgbClr val="BBBBBB"/>
                </a:solidFill>
                <a:latin typeface="Pretendard"/>
                <a:ea typeface="Pretendard"/>
                <a:cs typeface="Pretendard"/>
              </a:defRPr>
            </a:lvl9pPr>
          </a:lstStyle>
          <a:p xmlns:a="http://schemas.openxmlformats.org/drawingml/2006/main">
            <a:pPr algn="ctr">
              <a:defRPr sz="2730" b="1">
                <a:solidFill>
                  <a:srgbClr val="BBBBBB"/>
                </a:solidFill>
                <a:latin typeface="Pretendard"/>
                <a:ea typeface="Pretendard"/>
                <a:cs typeface="Pretendard"/>
              </a:defRPr>
            </a:pPr>
            <a:r>
              <a:rPr sz="2730" b="1">
                <a:solidFill>
                  <a:srgbClr val="BBBBBB"/>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1652220215"/>
      </p:ext>
    </p:extLst>
  </p:cSld>
</p:sld>
</file>

<file path=ppt/slides/slide4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v34 내용 영역">
            <a:extLst xmlns:a="http://schemas.openxmlformats.org/drawingml/2006/main">
              <a:ext uri="{FF2B5EF4-FFF2-40B4-BE49-F238E27FC236}">
                <a16:creationId xmlns:a16="http://schemas.microsoft.com/office/drawing/2014/main" id="{F96C8ABF-8EAA-42D0-8E1B-737888DB2E5A}"/>
              </a:ext>
            </a:extLst>
          </p:cNvPr>
          <p:cNvSpPr>
            <a:spLocks xmlns:a="http://schemas.openxmlformats.org/drawingml/2006/main" noGrp="1"/>
          </p:cNvSpPr>
          <p:nvPr/>
        </p:nvSpPr>
        <p:spPr>
          <a:xfrm xmlns:a="http://schemas.openxmlformats.org/drawingml/2006/main">
            <a:off x="2000250" y="4762500"/>
            <a:ext cx="14287500" cy="3524250"/>
          </a:xfrm>
          <a:prstGeom xmlns:a="http://schemas.openxmlformats.org/drawingml/2006/main" prst="roundRect">
            <a:avLst>
              <a:gd name="adj" fmla="val 4865"/>
            </a:avLst>
          </a:prstGeom>
          <a:solidFill xmlns:a="http://schemas.openxmlformats.org/drawingml/2006/main">
            <a:srgbClr val="242424"/>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60D3FA92-3DB1-4B2F-B8AA-33AAA9A0FE3C}"/>
              </a:ext>
            </a:extLst>
          </p:cNvPr>
          <p:cNvPicPr>
            <a:picLocks xmlns:a="http://schemas.openxmlformats.org/drawingml/2006/main" noChangeAspect="1"/>
          </p:cNvPicPr>
          <p:nvPr/>
        </p:nvPicPr>
        <p:blipFill>
          <a:blip xmlns:r="http://schemas.openxmlformats.org/officeDocument/2006/relationships" xmlns:a="http://schemas.openxmlformats.org/drawingml/2006/main" r:embed="R4ca077416c6744b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BB0E121-6FB1-4AFA-BC55-20FD9C9220D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448370E-67A8-46E3-8406-A3D180C353D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111659AB-1C12-418C-BC47-A637E3FBCE3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B669EF0-4340-40EE-AD84-5CB9580BD85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096606AF-752B-4160-8E8E-C404D89D4CE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2404D12B-2834-4918-A2B9-EE2C9D6E6FFB}"/>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BBBBBB"/>
                </a:solidFill>
                <a:latin typeface="Pretendard"/>
                <a:ea typeface="Pretendard"/>
                <a:cs typeface="Pretendard"/>
              </a:defRPr>
            </a:defPPr>
            <a:lvl1pPr algn="l">
              <a:defRPr sz="2400" b="0">
                <a:solidFill>
                  <a:srgbClr val="BBBBBB"/>
                </a:solidFill>
                <a:latin typeface="Pretendard"/>
                <a:ea typeface="Pretendard"/>
                <a:cs typeface="Pretendard"/>
              </a:defRPr>
            </a:lvl1pPr>
            <a:lvl2pPr algn="l">
              <a:defRPr sz="2400" b="0">
                <a:solidFill>
                  <a:srgbClr val="BBBBBB"/>
                </a:solidFill>
                <a:latin typeface="Pretendard"/>
                <a:ea typeface="Pretendard"/>
                <a:cs typeface="Pretendard"/>
              </a:defRPr>
            </a:lvl2pPr>
            <a:lvl3pPr algn="l">
              <a:defRPr sz="2400" b="0">
                <a:solidFill>
                  <a:srgbClr val="BBBBBB"/>
                </a:solidFill>
                <a:latin typeface="Pretendard"/>
                <a:ea typeface="Pretendard"/>
                <a:cs typeface="Pretendard"/>
              </a:defRPr>
            </a:lvl3pPr>
            <a:lvl4pPr algn="l">
              <a:defRPr sz="2400" b="0">
                <a:solidFill>
                  <a:srgbClr val="BBBBBB"/>
                </a:solidFill>
                <a:latin typeface="Pretendard"/>
                <a:ea typeface="Pretendard"/>
                <a:cs typeface="Pretendard"/>
              </a:defRPr>
            </a:lvl4pPr>
            <a:lvl5pPr algn="l">
              <a:defRPr sz="2400" b="0">
                <a:solidFill>
                  <a:srgbClr val="BBBBBB"/>
                </a:solidFill>
                <a:latin typeface="Pretendard"/>
                <a:ea typeface="Pretendard"/>
                <a:cs typeface="Pretendard"/>
              </a:defRPr>
            </a:lvl5pPr>
            <a:lvl6pPr algn="l">
              <a:defRPr sz="2400" b="0">
                <a:solidFill>
                  <a:srgbClr val="BBBBBB"/>
                </a:solidFill>
                <a:latin typeface="Pretendard"/>
                <a:ea typeface="Pretendard"/>
                <a:cs typeface="Pretendard"/>
              </a:defRPr>
            </a:lvl6pPr>
            <a:lvl7pPr algn="l">
              <a:defRPr sz="2400" b="0">
                <a:solidFill>
                  <a:srgbClr val="BBBBBB"/>
                </a:solidFill>
                <a:latin typeface="Pretendard"/>
                <a:ea typeface="Pretendard"/>
                <a:cs typeface="Pretendard"/>
              </a:defRPr>
            </a:lvl7pPr>
            <a:lvl8pPr algn="l">
              <a:defRPr sz="2400" b="0">
                <a:solidFill>
                  <a:srgbClr val="BBBBBB"/>
                </a:solidFill>
                <a:latin typeface="Pretendard"/>
                <a:ea typeface="Pretendard"/>
                <a:cs typeface="Pretendard"/>
              </a:defRPr>
            </a:lvl8pPr>
            <a:lvl9pPr algn="l">
              <a:defRPr sz="2400" b="0">
                <a:solidFill>
                  <a:srgbClr val="BBBBBB"/>
                </a:solidFill>
                <a:latin typeface="Pretendard"/>
                <a:ea typeface="Pretendard"/>
                <a:cs typeface="Pretendard"/>
              </a:defRPr>
            </a:lvl9pPr>
          </a:lstStyle>
          <a:p xmlns:a="http://schemas.openxmlformats.org/drawingml/2006/main">
            <a:pPr algn="l">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두 단계의 합과 직접 반응을 비교한다.</a:t>
            </a:r>
          </a:p>
        </p:txBody>
      </p:sp>
      <p:sp>
        <p:nvSpPr>
          <p:cNvPr id="10" name="text">
            <a:extLst xmlns:a="http://schemas.openxmlformats.org/drawingml/2006/main">
              <a:ext uri="{FF2B5EF4-FFF2-40B4-BE49-F238E27FC236}">
                <a16:creationId xmlns:a16="http://schemas.microsoft.com/office/drawing/2014/main" id="{042A7202-C09F-4933-88D5-E71F8DD9F35D}"/>
              </a:ext>
            </a:extLst>
          </p:cNvPr>
          <p:cNvSpPr>
            <a:spLocks xmlns:a="http://schemas.openxmlformats.org/drawingml/2006/main" noGrp="1"/>
          </p:cNvSpPr>
          <p:nvPr/>
        </p:nvSpPr>
        <p:spPr>
          <a:xfrm xmlns:a="http://schemas.openxmlformats.org/drawingml/2006/main">
            <a:off x="4325207" y="5291138"/>
            <a:ext cx="2952750" cy="61912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용해 + 중화</a:t>
            </a:r>
          </a:p>
        </p:txBody>
      </p:sp>
      <p:sp>
        <p:nvSpPr>
          <p:cNvPr id="11" name="text">
            <a:extLst xmlns:a="http://schemas.openxmlformats.org/drawingml/2006/main">
              <a:ext uri="{FF2B5EF4-FFF2-40B4-BE49-F238E27FC236}">
                <a16:creationId xmlns:a16="http://schemas.microsoft.com/office/drawing/2014/main" id="{97D0D1B9-F0BF-4144-B092-DD84CDD5C78B}"/>
              </a:ext>
            </a:extLst>
          </p:cNvPr>
          <p:cNvSpPr>
            <a:spLocks xmlns:a="http://schemas.openxmlformats.org/drawingml/2006/main" noGrp="1"/>
          </p:cNvSpPr>
          <p:nvPr/>
        </p:nvSpPr>
        <p:spPr>
          <a:xfrm xmlns:a="http://schemas.openxmlformats.org/drawingml/2006/main">
            <a:off x="4325207" y="6215063"/>
            <a:ext cx="2952750" cy="61912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직접 반응</a:t>
            </a:r>
          </a:p>
        </p:txBody>
      </p:sp>
      <p:sp>
        <p:nvSpPr>
          <p:cNvPr id="12" name="text">
            <a:extLst xmlns:a="http://schemas.openxmlformats.org/drawingml/2006/main">
              <a:ext uri="{FF2B5EF4-FFF2-40B4-BE49-F238E27FC236}">
                <a16:creationId xmlns:a16="http://schemas.microsoft.com/office/drawing/2014/main" id="{C6D44DA2-ECC0-4320-A1B6-2B081A2757EC}"/>
              </a:ext>
            </a:extLst>
          </p:cNvPr>
          <p:cNvSpPr>
            <a:spLocks xmlns:a="http://schemas.openxmlformats.org/drawingml/2006/main" noGrp="1"/>
          </p:cNvSpPr>
          <p:nvPr/>
        </p:nvSpPr>
        <p:spPr>
          <a:xfrm xmlns:a="http://schemas.openxmlformats.org/drawingml/2006/main">
            <a:off x="4325207" y="7138988"/>
            <a:ext cx="2952750" cy="61912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두 값의 차이</a:t>
            </a:r>
          </a:p>
        </p:txBody>
      </p:sp>
      <p:sp>
        <p:nvSpPr>
          <p:cNvPr id="13" name="text">
            <a:extLst xmlns:a="http://schemas.openxmlformats.org/drawingml/2006/main">
              <a:ext uri="{FF2B5EF4-FFF2-40B4-BE49-F238E27FC236}">
                <a16:creationId xmlns:a16="http://schemas.microsoft.com/office/drawing/2014/main" id="{A9825164-602B-43DE-AAFF-D032B5CDDF12}"/>
              </a:ext>
            </a:extLst>
          </p:cNvPr>
          <p:cNvSpPr>
            <a:spLocks xmlns:a="http://schemas.openxmlformats.org/drawingml/2006/main" noGrp="1"/>
          </p:cNvSpPr>
          <p:nvPr/>
        </p:nvSpPr>
        <p:spPr>
          <a:xfrm xmlns:a="http://schemas.openxmlformats.org/drawingml/2006/main">
            <a:off x="2095500" y="87153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외부로의 열 손실과 측정 오차 때문에 실험값에 차이가 생긴다.</a:t>
            </a:r>
          </a:p>
        </p:txBody>
      </p:sp>
      <p:pic>
        <p:nvPicPr>
          <p:cNvPr id="14" name="">
            <a:extLst xmlns:a="http://schemas.openxmlformats.org/drawingml/2006/main">
              <a:ext uri="{FF2B5EF4-FFF2-40B4-BE49-F238E27FC236}">
                <a16:creationId xmlns:a16="http://schemas.microsoft.com/office/drawing/2014/main" id="{7B0568EA-7A37-4EE1-9EB6-B1D0CEF17B6F}"/>
              </a:ext>
            </a:extLst>
          </p:cNvPr>
          <p:cNvPicPr>
            <a:picLocks xmlns:a="http://schemas.openxmlformats.org/drawingml/2006/main" noChangeAspect="1"/>
          </p:cNvPicPr>
          <p:nvPr/>
        </p:nvPicPr>
        <p:blipFill>
          <a:blip xmlns:r="http://schemas.openxmlformats.org/officeDocument/2006/relationships" xmlns:a="http://schemas.openxmlformats.org/drawingml/2006/main" r:embed="R0f962df392984b40"/>
          <a:srcRect xmlns:a="http://schemas.openxmlformats.org/drawingml/2006/main" l="0" t="12058" r="0" b="62219"/>
          <a:stretch xmlns:a="http://schemas.openxmlformats.org/drawingml/2006/main"/>
        </p:blipFill>
        <p:spPr>
          <a:xfrm xmlns:a="http://schemas.openxmlformats.org/drawingml/2006/main">
            <a:off x="8135207" y="5369814"/>
            <a:ext cx="5827586" cy="461772"/>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CE93E33A-7013-483C-849A-9AC86F14028D}"/>
              </a:ext>
            </a:extLst>
          </p:cNvPr>
          <p:cNvPicPr>
            <a:picLocks xmlns:a="http://schemas.openxmlformats.org/drawingml/2006/main" noChangeAspect="1"/>
          </p:cNvPicPr>
          <p:nvPr/>
        </p:nvPicPr>
        <p:blipFill>
          <a:blip xmlns:r="http://schemas.openxmlformats.org/officeDocument/2006/relationships" xmlns:a="http://schemas.openxmlformats.org/drawingml/2006/main" r:embed="Rb9b7fc8ae60d4f91"/>
          <a:srcRect xmlns:a="http://schemas.openxmlformats.org/drawingml/2006/main" l="0" t="44212" r="0" b="31672"/>
          <a:stretch xmlns:a="http://schemas.openxmlformats.org/drawingml/2006/main"/>
        </p:blipFill>
        <p:spPr>
          <a:xfrm xmlns:a="http://schemas.openxmlformats.org/drawingml/2006/main">
            <a:off x="8135207" y="6308122"/>
            <a:ext cx="5827586" cy="432911"/>
          </a:xfrm>
          <a:prstGeom xmlns:a="http://schemas.openxmlformats.org/drawingml/2006/main" prst="rect">
            <a:avLst/>
          </a:prstGeom>
        </p:spPr>
      </p:pic>
      <p:pic>
        <p:nvPicPr>
          <p:cNvPr id="16" name="">
            <a:extLst xmlns:a="http://schemas.openxmlformats.org/drawingml/2006/main">
              <a:ext uri="{FF2B5EF4-FFF2-40B4-BE49-F238E27FC236}">
                <a16:creationId xmlns:a16="http://schemas.microsoft.com/office/drawing/2014/main" id="{AC361730-81FF-44EC-BB03-9674ECE7368E}"/>
              </a:ext>
            </a:extLst>
          </p:cNvPr>
          <p:cNvPicPr>
            <a:picLocks xmlns:a="http://schemas.openxmlformats.org/drawingml/2006/main" noChangeAspect="1"/>
          </p:cNvPicPr>
          <p:nvPr/>
        </p:nvPicPr>
        <p:blipFill>
          <a:blip xmlns:r="http://schemas.openxmlformats.org/officeDocument/2006/relationships" xmlns:a="http://schemas.openxmlformats.org/drawingml/2006/main" r:embed="R60bd53a0cd55479e"/>
          <a:srcRect xmlns:a="http://schemas.openxmlformats.org/drawingml/2006/main" l="0" t="72347" r="0" b="1125"/>
          <a:stretch xmlns:a="http://schemas.openxmlformats.org/drawingml/2006/main"/>
        </p:blipFill>
        <p:spPr>
          <a:xfrm xmlns:a="http://schemas.openxmlformats.org/drawingml/2006/main">
            <a:off x="8135207" y="7210425"/>
            <a:ext cx="5827586" cy="476250"/>
          </a:xfrm>
          <a:prstGeom xmlns:a="http://schemas.openxmlformats.org/drawingml/2006/main" prst="rect">
            <a:avLst/>
          </a:prstGeom>
        </p:spPr>
      </p:pic>
    </p:spTree>
    <p:extLst>
      <p:ext uri="{BB962C8B-B14F-4D97-AF65-F5344CB8AC3E}">
        <p14:creationId xmlns:p14="http://schemas.microsoft.com/office/powerpoint/2010/main" val="790273935"/>
      </p:ext>
    </p:extLst>
  </p:cSld>
</p:sld>
</file>

<file path=ppt/slides/slide5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5" name="">
            <a:extLst xmlns:a="http://schemas.openxmlformats.org/drawingml/2006/main">
              <a:ext uri="{FF2B5EF4-FFF2-40B4-BE49-F238E27FC236}">
                <a16:creationId xmlns:a16="http://schemas.microsoft.com/office/drawing/2014/main" id="{D02D3C2D-D448-4C29-94CE-7F9AC3AC49A6}"/>
              </a:ext>
            </a:extLst>
          </p:cNvPr>
          <p:cNvPicPr>
            <a:picLocks xmlns:a="http://schemas.openxmlformats.org/drawingml/2006/main" noChangeAspect="1"/>
          </p:cNvPicPr>
          <p:nvPr/>
        </p:nvPicPr>
        <p:blipFill>
          <a:blip xmlns:r="http://schemas.openxmlformats.org/officeDocument/2006/relationships" xmlns:a="http://schemas.openxmlformats.org/drawingml/2006/main" r:embed="R43255351e59044fa"/>
          <a:stretch xmlns:a="http://schemas.openxmlformats.org/drawingml/2006/main"/>
        </p:blipFill>
        <p:spPr>
          <a:xfrm xmlns:a="http://schemas.openxmlformats.org/drawingml/2006/main">
            <a:off x="4863465" y="3486150"/>
            <a:ext cx="8561070" cy="61150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3202821A-E714-4780-978D-2F456B7B082B}"/>
              </a:ext>
            </a:extLst>
          </p:cNvPr>
          <p:cNvPicPr>
            <a:picLocks xmlns:a="http://schemas.openxmlformats.org/drawingml/2006/main" noChangeAspect="1"/>
          </p:cNvPicPr>
          <p:nvPr/>
        </p:nvPicPr>
        <p:blipFill>
          <a:blip xmlns:r="http://schemas.openxmlformats.org/officeDocument/2006/relationships" xmlns:a="http://schemas.openxmlformats.org/drawingml/2006/main" r:embed="Rc0de8892cb76473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C4D8FB8-1C51-4D45-B20D-6D6E59C0FB6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A443CEA-0BD2-4CD9-9CC2-77EF9C496C2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CF2CFEC7-2C20-41FD-A320-51776E85B6C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4C684275-B31C-44EB-8AA3-94027631244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38D3273A-EF97-400B-94E8-D0921D70783A}"/>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재지 못한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알게 되는 까닭</a:t>
            </a:r>
          </a:p>
        </p:txBody>
      </p:sp>
      <p:sp>
        <p:nvSpPr>
          <p:cNvPr id="8" name="text">
            <a:extLst xmlns:a="http://schemas.openxmlformats.org/drawingml/2006/main">
              <a:ext uri="{FF2B5EF4-FFF2-40B4-BE49-F238E27FC236}">
                <a16:creationId xmlns:a16="http://schemas.microsoft.com/office/drawing/2014/main" id="{9C28D6B2-0364-4E37-A92A-C81295929EA7}"/>
              </a:ext>
            </a:extLst>
          </p:cNvPr>
          <p:cNvSpPr>
            <a:spLocks xmlns:a="http://schemas.openxmlformats.org/drawingml/2006/main" noGrp="1"/>
          </p:cNvSpPr>
          <p:nvPr/>
        </p:nvSpPr>
        <p:spPr>
          <a:xfrm xmlns:a="http://schemas.openxmlformats.org/drawingml/2006/main">
            <a:off x="5715000" y="4143375"/>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AD911B5B-F170-45EA-BF1A-01F50347CFE2}"/>
              </a:ext>
            </a:extLst>
          </p:cNvPr>
          <p:cNvSpPr>
            <a:spLocks xmlns:a="http://schemas.openxmlformats.org/drawingml/2006/main" noGrp="1"/>
          </p:cNvSpPr>
          <p:nvPr/>
        </p:nvSpPr>
        <p:spPr>
          <a:xfrm xmlns:a="http://schemas.openxmlformats.org/drawingml/2006/main">
            <a:off x="5715000" y="4733925"/>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여러 반응을 조합한다.</a:t>
            </a:r>
          </a:p>
        </p:txBody>
      </p:sp>
      <p:sp>
        <p:nvSpPr>
          <p:cNvPr id="10" name="text">
            <a:extLst xmlns:a="http://schemas.openxmlformats.org/drawingml/2006/main">
              <a:ext uri="{FF2B5EF4-FFF2-40B4-BE49-F238E27FC236}">
                <a16:creationId xmlns:a16="http://schemas.microsoft.com/office/drawing/2014/main" id="{A85BA80C-2373-4E1D-9BC1-C4A6A208DFFB}"/>
              </a:ext>
            </a:extLst>
          </p:cNvPr>
          <p:cNvSpPr>
            <a:spLocks xmlns:a="http://schemas.openxmlformats.org/drawingml/2006/main" noGrp="1"/>
          </p:cNvSpPr>
          <p:nvPr/>
        </p:nvSpPr>
        <p:spPr>
          <a:xfrm xmlns:a="http://schemas.openxmlformats.org/drawingml/2006/main">
            <a:off x="5715000" y="5857875"/>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F102DE20-216D-457F-A97C-220F58E6244A}"/>
              </a:ext>
            </a:extLst>
          </p:cNvPr>
          <p:cNvSpPr>
            <a:spLocks xmlns:a="http://schemas.openxmlformats.org/drawingml/2006/main" noGrp="1"/>
          </p:cNvSpPr>
          <p:nvPr/>
        </p:nvSpPr>
        <p:spPr>
          <a:xfrm xmlns:a="http://schemas.openxmlformats.org/drawingml/2006/main">
            <a:off x="5715000" y="6448425"/>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A86A3ABF-7ACF-4AB2-BA66-6945FECB405F}"/>
              </a:ext>
            </a:extLst>
          </p:cNvPr>
          <p:cNvSpPr>
            <a:spLocks xmlns:a="http://schemas.openxmlformats.org/drawingml/2006/main" noGrp="1"/>
          </p:cNvSpPr>
          <p:nvPr/>
        </p:nvSpPr>
        <p:spPr>
          <a:xfrm xmlns:a="http://schemas.openxmlformats.org/drawingml/2006/main">
            <a:off x="5715000" y="7572375"/>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B2AFE51B-48CB-4AF1-A6D4-4FBB12C1A745}"/>
              </a:ext>
            </a:extLst>
          </p:cNvPr>
          <p:cNvSpPr>
            <a:spLocks xmlns:a="http://schemas.openxmlformats.org/drawingml/2006/main" noGrp="1"/>
          </p:cNvSpPr>
          <p:nvPr/>
        </p:nvSpPr>
        <p:spPr>
          <a:xfrm xmlns:a="http://schemas.openxmlformats.org/drawingml/2006/main">
            <a:off x="5715000" y="8162925"/>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알려진 </a:t>
            </a:r>
            <a:r>
              <a:rPr sz="2250">
                <a:solidFill>
                  <a:srgbClr val="EEEEEE"/>
                </a:solidFill>
                <a:latin typeface="Pretendard"/>
                <a:ea typeface="Pretendard"/>
                <a:cs typeface="Pretendard"/>
              </a:rPr>
              <a:t>Δ</a:t>
            </a:r>
            <a:r>
              <a:rPr sz="2250" i="1">
                <a:solidFill>
                  <a:srgbClr val="EEEEEE"/>
                </a:solidFill>
                <a:latin typeface="Pretendard"/>
                <a:ea typeface="Pretendard"/>
                <a:cs typeface="Pretendard"/>
              </a:rPr>
              <a:t>H</a:t>
            </a:r>
            <a:r>
              <a:rPr sz="2250">
                <a:solidFill>
                  <a:srgbClr val="EEEEEE"/>
                </a:solidFill>
                <a:latin typeface="Pretendard"/>
                <a:ea typeface="Pretendard"/>
                <a:cs typeface="Pretendard"/>
              </a:rPr>
              <a:t>를 더해 구한다.</a:t>
            </a:r>
          </a:p>
        </p:txBody>
      </p:sp>
      <p:pic>
        <p:nvPicPr>
          <p:cNvPr id="14" name="">
            <a:extLst xmlns:a="http://schemas.openxmlformats.org/drawingml/2006/main">
              <a:ext uri="{FF2B5EF4-FFF2-40B4-BE49-F238E27FC236}">
                <a16:creationId xmlns:a16="http://schemas.microsoft.com/office/drawing/2014/main" id="{07A1203A-6E59-4429-9FD1-70A979CD43BD}"/>
              </a:ext>
            </a:extLst>
          </p:cNvPr>
          <p:cNvPicPr>
            <a:picLocks xmlns:a="http://schemas.openxmlformats.org/drawingml/2006/main" noChangeAspect="1"/>
          </p:cNvPicPr>
          <p:nvPr/>
        </p:nvPicPr>
        <p:blipFill>
          <a:blip xmlns:r="http://schemas.openxmlformats.org/officeDocument/2006/relationships" xmlns:a="http://schemas.openxmlformats.org/drawingml/2006/main" r:embed="R1ca99e20b6ad4b05"/>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349E3AC5-7CEF-4DE5-8069-1E343E04C6A8}"/>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A0183773-26A7-4EDB-BFC9-EC5558C81DB5}"/>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20AF882E-8750-4E9F-AD07-6B31F9F6B4D1}"/>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다른 경로로도</a:t>
            </a:r>
          </a:p>
        </p:txBody>
      </p:sp>
      <p:sp>
        <p:nvSpPr>
          <p:cNvPr id="19" name="캐릭터 질문 2">
            <a:extLst xmlns:a="http://schemas.openxmlformats.org/drawingml/2006/main">
              <a:ext uri="{FF2B5EF4-FFF2-40B4-BE49-F238E27FC236}">
                <a16:creationId xmlns:a16="http://schemas.microsoft.com/office/drawing/2014/main" id="{1073FF27-EDCF-4C6E-AB96-BE660AD36A08}"/>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AED8EB9E-62B5-4962-8114-899F289683FB}"/>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41F0A7F3-7775-445B-898D-8D280D77E980}"/>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F52AEB66-F566-41AA-A0E8-9CDD019F7CCA}"/>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처음과 끝이</a:t>
            </a:r>
          </a:p>
        </p:txBody>
      </p:sp>
      <p:sp>
        <p:nvSpPr>
          <p:cNvPr id="23" name="캐릭터 질문 2">
            <a:extLst xmlns:a="http://schemas.openxmlformats.org/drawingml/2006/main">
              <a:ext uri="{FF2B5EF4-FFF2-40B4-BE49-F238E27FC236}">
                <a16:creationId xmlns:a16="http://schemas.microsoft.com/office/drawing/2014/main" id="{0E9F1BAE-5468-4C36-B662-680399732926}"/>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같으면 가능해!</a:t>
            </a:r>
          </a:p>
        </p:txBody>
      </p:sp>
      <p:pic>
        <p:nvPicPr>
          <p:cNvPr id="24" name="">
            <a:extLst xmlns:a="http://schemas.openxmlformats.org/drawingml/2006/main">
              <a:ext uri="{FF2B5EF4-FFF2-40B4-BE49-F238E27FC236}">
                <a16:creationId xmlns:a16="http://schemas.microsoft.com/office/drawing/2014/main" id="{BA41D3EE-0E41-49B6-B05B-FEEA6D1BE7F7}"/>
              </a:ext>
            </a:extLst>
          </p:cNvPr>
          <p:cNvPicPr>
            <a:picLocks xmlns:a="http://schemas.openxmlformats.org/drawingml/2006/main" noChangeAspect="1"/>
          </p:cNvPicPr>
          <p:nvPr/>
        </p:nvPicPr>
        <p:blipFill>
          <a:blip xmlns:r="http://schemas.openxmlformats.org/officeDocument/2006/relationships" xmlns:a="http://schemas.openxmlformats.org/drawingml/2006/main" r:embed="R499e72fe55ca47ca"/>
          <a:stretch xmlns:a="http://schemas.openxmlformats.org/drawingml/2006/main"/>
        </p:blipFill>
        <p:spPr>
          <a:xfrm xmlns:a="http://schemas.openxmlformats.org/drawingml/2006/main">
            <a:off x="14395845" y="5695950"/>
            <a:ext cx="2164559" cy="3619500"/>
          </a:xfrm>
          <a:prstGeom xmlns:a="http://schemas.openxmlformats.org/drawingml/2006/main" prst="rect">
            <a:avLst/>
          </a:prstGeom>
        </p:spPr>
      </p:pic>
      <p:sp>
        <p:nvSpPr>
          <p:cNvPr id="26" name="칠판 내용 구분선">
            <a:extLst xmlns:a="http://schemas.openxmlformats.org/drawingml/2006/main">
              <a:ext uri="{FF2B5EF4-FFF2-40B4-BE49-F238E27FC236}">
                <a16:creationId xmlns:a16="http://schemas.microsoft.com/office/drawing/2014/main" id="{8D964DF1-929B-4FCB-8DEE-CB6E4B04900B}"/>
              </a:ext>
            </a:extLst>
          </p:cNvPr>
          <p:cNvSpPr>
            <a:spLocks xmlns:a="http://schemas.openxmlformats.org/drawingml/2006/main" noGrp="1"/>
          </p:cNvSpPr>
          <p:nvPr/>
        </p:nvSpPr>
        <p:spPr>
          <a:xfrm xmlns:a="http://schemas.openxmlformats.org/drawingml/2006/main">
            <a:off x="5715000" y="5543550"/>
            <a:ext cx="6858000" cy="9525"/>
          </a:xfrm>
          <a:prstGeom xmlns:a="http://schemas.openxmlformats.org/drawingml/2006/main" prst="rect">
            <a:avLst/>
          </a:prstGeom>
          <a:solidFill xmlns:a="http://schemas.openxmlformats.org/drawingml/2006/main">
            <a:srgbClr val="66836F">
              <a:alpha val="35000"/>
            </a:srgbClr>
          </a:solidFill>
          <a:ln xmlns:a="http://schemas.openxmlformats.org/drawingml/2006/main" w="0">
            <a:noFill/>
          </a:ln>
        </p:spPr>
      </p:sp>
      <p:sp>
        <p:nvSpPr>
          <p:cNvPr id="27" name="칠판 내용 구분선">
            <a:extLst xmlns:a="http://schemas.openxmlformats.org/drawingml/2006/main">
              <a:ext uri="{FF2B5EF4-FFF2-40B4-BE49-F238E27FC236}">
                <a16:creationId xmlns:a16="http://schemas.microsoft.com/office/drawing/2014/main" id="{3CB3DE81-042C-4150-8556-1BE236170A12}"/>
              </a:ext>
            </a:extLst>
          </p:cNvPr>
          <p:cNvSpPr>
            <a:spLocks xmlns:a="http://schemas.openxmlformats.org/drawingml/2006/main" noGrp="1"/>
          </p:cNvSpPr>
          <p:nvPr/>
        </p:nvSpPr>
        <p:spPr>
          <a:xfrm xmlns:a="http://schemas.openxmlformats.org/drawingml/2006/main">
            <a:off x="5715000" y="7239000"/>
            <a:ext cx="6858000" cy="9525"/>
          </a:xfrm>
          <a:prstGeom xmlns:a="http://schemas.openxmlformats.org/drawingml/2006/main" prst="rect">
            <a:avLst/>
          </a:prstGeom>
          <a:solidFill xmlns:a="http://schemas.openxmlformats.org/drawingml/2006/main">
            <a:srgbClr val="66836F">
              <a:alpha val="35000"/>
            </a:srgbClr>
          </a:solidFill>
          <a:ln xmlns:a="http://schemas.openxmlformats.org/drawingml/2006/main" w="0">
            <a:noFill/>
          </a:ln>
        </p:spPr>
      </p:sp>
    </p:spTree>
    <p:extLst>
      <p:ext uri="{BB962C8B-B14F-4D97-AF65-F5344CB8AC3E}">
        <p14:creationId xmlns:p14="http://schemas.microsoft.com/office/powerpoint/2010/main" val="1869950374"/>
      </p:ext>
    </p:extLst>
  </p:cSld>
</p:sld>
</file>

<file path=ppt/slides/slide5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7" name="레퍼런스 내용 영역">
            <a:extLst xmlns:a="http://schemas.openxmlformats.org/drawingml/2006/main">
              <a:ext uri="{FF2B5EF4-FFF2-40B4-BE49-F238E27FC236}">
                <a16:creationId xmlns:a16="http://schemas.microsoft.com/office/drawing/2014/main" id="{10201B26-7532-4187-B1DD-39086CABAFE3}"/>
              </a:ext>
            </a:extLst>
          </p:cNvPr>
          <p:cNvSpPr>
            <a:spLocks xmlns:a="http://schemas.openxmlformats.org/drawingml/2006/main" noGrp="1"/>
          </p:cNvSpPr>
          <p:nvPr/>
        </p:nvSpPr>
        <p:spPr>
          <a:xfrm xmlns:a="http://schemas.openxmlformats.org/drawingml/2006/main">
            <a:off x="2529840" y="4572000"/>
            <a:ext cx="13228320" cy="4655820"/>
          </a:xfrm>
          <a:prstGeom xmlns:a="http://schemas.openxmlformats.org/drawingml/2006/main" prst="roundRect">
            <a:avLst>
              <a:gd name="adj" fmla="val 5319"/>
            </a:avLst>
          </a:prstGeom>
          <a:solidFill xmlns:a="http://schemas.openxmlformats.org/drawingml/2006/main">
            <a:srgbClr val="191919"/>
          </a:solidFill>
          <a:ln xmlns:a="http://schemas.openxmlformats.org/drawingml/2006/main" w="0">
            <a:noFill/>
          </a:ln>
        </p:spPr>
      </p:sp>
      <p:pic>
        <p:nvPicPr>
          <p:cNvPr id="17" name="">
            <a:extLst xmlns:a="http://schemas.openxmlformats.org/drawingml/2006/main">
              <a:ext uri="{FF2B5EF4-FFF2-40B4-BE49-F238E27FC236}">
                <a16:creationId xmlns:a16="http://schemas.microsoft.com/office/drawing/2014/main" id="{5C756842-69A9-4B5A-A41B-09CFD77AB5F2}"/>
              </a:ext>
            </a:extLst>
          </p:cNvPr>
          <p:cNvPicPr>
            <a:picLocks xmlns:a="http://schemas.openxmlformats.org/drawingml/2006/main" noChangeAspect="1"/>
          </p:cNvPicPr>
          <p:nvPr/>
        </p:nvPicPr>
        <p:blipFill>
          <a:blip xmlns:r="http://schemas.openxmlformats.org/officeDocument/2006/relationships" xmlns:a="http://schemas.openxmlformats.org/drawingml/2006/main" r:embed="R799f0368769f4cc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F2A2C8D-AA11-4C7D-9A32-283AEBA368F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EB6F29E-A871-40CC-AA8C-B2C04827B01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4B47BA46-9F96-4B28-8A32-9074C0B0A505}"/>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5884E64E-EA07-415B-9C4C-4618995C8799}"/>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수업 정리</a:t>
            </a:r>
          </a:p>
        </p:txBody>
      </p:sp>
      <p:sp>
        <p:nvSpPr>
          <p:cNvPr id="6" name="text">
            <a:extLst xmlns:a="http://schemas.openxmlformats.org/drawingml/2006/main">
              <a:ext uri="{FF2B5EF4-FFF2-40B4-BE49-F238E27FC236}">
                <a16:creationId xmlns:a16="http://schemas.microsoft.com/office/drawing/2014/main" id="{C6C6288A-28CC-48C5-B331-84982BFA0F1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식과 그래프를 근거로 설명해 보자</a:t>
            </a:r>
          </a:p>
        </p:txBody>
      </p:sp>
      <p:sp>
        <p:nvSpPr>
          <p:cNvPr id="8" name="text">
            <a:extLst xmlns:a="http://schemas.openxmlformats.org/drawingml/2006/main">
              <a:ext uri="{FF2B5EF4-FFF2-40B4-BE49-F238E27FC236}">
                <a16:creationId xmlns:a16="http://schemas.microsoft.com/office/drawing/2014/main" id="{149A55DA-E2E8-4DA7-A108-F1AE616E23CF}"/>
              </a:ext>
            </a:extLst>
          </p:cNvPr>
          <p:cNvSpPr>
            <a:spLocks xmlns:a="http://schemas.openxmlformats.org/drawingml/2006/main" noGrp="1"/>
          </p:cNvSpPr>
          <p:nvPr/>
        </p:nvSpPr>
        <p:spPr>
          <a:xfrm xmlns:a="http://schemas.openxmlformats.org/drawingml/2006/main">
            <a:off x="3061335" y="501777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1">
                <a:solidFill>
                  <a:srgbClr val="9FFF68"/>
                </a:solidFill>
                <a:latin typeface="Pretendard"/>
                <a:ea typeface="Pretendard"/>
                <a:cs typeface="Pretendard"/>
              </a:defRPr>
            </a:defPPr>
            <a:lvl1pPr algn="l">
              <a:defRPr sz="3060" b="1">
                <a:solidFill>
                  <a:srgbClr val="9FFF68"/>
                </a:solidFill>
                <a:latin typeface="Pretendard"/>
                <a:ea typeface="Pretendard"/>
                <a:cs typeface="Pretendard"/>
              </a:defRPr>
            </a:lvl1pPr>
            <a:lvl2pPr algn="l">
              <a:defRPr sz="3060" b="1">
                <a:solidFill>
                  <a:srgbClr val="9FFF68"/>
                </a:solidFill>
                <a:latin typeface="Pretendard"/>
                <a:ea typeface="Pretendard"/>
                <a:cs typeface="Pretendard"/>
              </a:defRPr>
            </a:lvl2pPr>
            <a:lvl3pPr algn="l">
              <a:defRPr sz="3060" b="1">
                <a:solidFill>
                  <a:srgbClr val="9FFF68"/>
                </a:solidFill>
                <a:latin typeface="Pretendard"/>
                <a:ea typeface="Pretendard"/>
                <a:cs typeface="Pretendard"/>
              </a:defRPr>
            </a:lvl3pPr>
            <a:lvl4pPr algn="l">
              <a:defRPr sz="3060" b="1">
                <a:solidFill>
                  <a:srgbClr val="9FFF68"/>
                </a:solidFill>
                <a:latin typeface="Pretendard"/>
                <a:ea typeface="Pretendard"/>
                <a:cs typeface="Pretendard"/>
              </a:defRPr>
            </a:lvl4pPr>
            <a:lvl5pPr algn="l">
              <a:defRPr sz="3060" b="1">
                <a:solidFill>
                  <a:srgbClr val="9FFF68"/>
                </a:solidFill>
                <a:latin typeface="Pretendard"/>
                <a:ea typeface="Pretendard"/>
                <a:cs typeface="Pretendard"/>
              </a:defRPr>
            </a:lvl5pPr>
            <a:lvl6pPr algn="l">
              <a:defRPr sz="3060" b="1">
                <a:solidFill>
                  <a:srgbClr val="9FFF68"/>
                </a:solidFill>
                <a:latin typeface="Pretendard"/>
                <a:ea typeface="Pretendard"/>
                <a:cs typeface="Pretendard"/>
              </a:defRPr>
            </a:lvl6pPr>
            <a:lvl7pPr algn="l">
              <a:defRPr sz="3060" b="1">
                <a:solidFill>
                  <a:srgbClr val="9FFF68"/>
                </a:solidFill>
                <a:latin typeface="Pretendard"/>
                <a:ea typeface="Pretendard"/>
                <a:cs typeface="Pretendard"/>
              </a:defRPr>
            </a:lvl7pPr>
            <a:lvl8pPr algn="l">
              <a:defRPr sz="3060" b="1">
                <a:solidFill>
                  <a:srgbClr val="9FFF68"/>
                </a:solidFill>
                <a:latin typeface="Pretendard"/>
                <a:ea typeface="Pretendard"/>
                <a:cs typeface="Pretendard"/>
              </a:defRPr>
            </a:lvl8pPr>
            <a:lvl9pPr algn="l">
              <a:defRPr sz="3060" b="1">
                <a:solidFill>
                  <a:srgbClr val="9FFF68"/>
                </a:solidFill>
                <a:latin typeface="Pretendard"/>
                <a:ea typeface="Pretendard"/>
                <a:cs typeface="Pretendard"/>
              </a:defRPr>
            </a:lvl9pPr>
          </a:lstStyle>
          <a:p xmlns:a="http://schemas.openxmlformats.org/drawingml/2006/main">
            <a:pPr algn="l">
              <a:defRPr sz="3060" b="1">
                <a:solidFill>
                  <a:srgbClr val="9FFF68"/>
                </a:solidFill>
                <a:latin typeface="Pretendard"/>
                <a:ea typeface="Pretendard"/>
                <a:cs typeface="Pretendard"/>
              </a:defRPr>
            </a:pPr>
            <a:r>
              <a:rPr sz="3060" b="1">
                <a:solidFill>
                  <a:srgbClr val="9FFF68"/>
                </a:solidFill>
                <a:latin typeface="Pretendard"/>
                <a:ea typeface="Pretendard"/>
                <a:cs typeface="Pretendard"/>
              </a:rPr>
              <a:t>✓</a:t>
            </a:r>
          </a:p>
        </p:txBody>
      </p:sp>
      <p:sp>
        <p:nvSpPr>
          <p:cNvPr id="9" name="text">
            <a:extLst xmlns:a="http://schemas.openxmlformats.org/drawingml/2006/main">
              <a:ext uri="{FF2B5EF4-FFF2-40B4-BE49-F238E27FC236}">
                <a16:creationId xmlns:a16="http://schemas.microsoft.com/office/drawing/2014/main" id="{F9D8BF99-ACC5-475D-87E1-C3876DA5B16C}"/>
              </a:ext>
            </a:extLst>
          </p:cNvPr>
          <p:cNvSpPr>
            <a:spLocks xmlns:a="http://schemas.openxmlformats.org/drawingml/2006/main" noGrp="1"/>
          </p:cNvSpPr>
          <p:nvPr/>
        </p:nvSpPr>
        <p:spPr>
          <a:xfrm xmlns:a="http://schemas.openxmlformats.org/drawingml/2006/main">
            <a:off x="3947160" y="501777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CO 생성 반응의 엔탈피 관계를 설명할 수 있는가?</a:t>
            </a:r>
          </a:p>
        </p:txBody>
      </p:sp>
      <p:sp>
        <p:nvSpPr>
          <p:cNvPr id="10" name="text">
            <a:extLst xmlns:a="http://schemas.openxmlformats.org/drawingml/2006/main">
              <a:ext uri="{FF2B5EF4-FFF2-40B4-BE49-F238E27FC236}">
                <a16:creationId xmlns:a16="http://schemas.microsoft.com/office/drawing/2014/main" id="{5CA48FBA-A2FB-42F5-9F5A-75C7005D0567}"/>
              </a:ext>
            </a:extLst>
          </p:cNvPr>
          <p:cNvSpPr>
            <a:spLocks xmlns:a="http://schemas.openxmlformats.org/drawingml/2006/main" noGrp="1"/>
          </p:cNvSpPr>
          <p:nvPr/>
        </p:nvSpPr>
        <p:spPr>
          <a:xfrm xmlns:a="http://schemas.openxmlformats.org/drawingml/2006/main">
            <a:off x="3947160" y="558241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반응식의 방향과 그래프의 화살표를 대응한다.</a:t>
            </a:r>
          </a:p>
        </p:txBody>
      </p:sp>
      <p:sp>
        <p:nvSpPr>
          <p:cNvPr id="11" name="text">
            <a:extLst xmlns:a="http://schemas.openxmlformats.org/drawingml/2006/main">
              <a:ext uri="{FF2B5EF4-FFF2-40B4-BE49-F238E27FC236}">
                <a16:creationId xmlns:a16="http://schemas.microsoft.com/office/drawing/2014/main" id="{D7600942-7A59-466A-BADA-71E6DAC793C4}"/>
              </a:ext>
            </a:extLst>
          </p:cNvPr>
          <p:cNvSpPr>
            <a:spLocks xmlns:a="http://schemas.openxmlformats.org/drawingml/2006/main" noGrp="1"/>
          </p:cNvSpPr>
          <p:nvPr/>
        </p:nvSpPr>
        <p:spPr>
          <a:xfrm xmlns:a="http://schemas.openxmlformats.org/drawingml/2006/main">
            <a:off x="3061335" y="635508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BBBBBB"/>
                </a:solidFill>
                <a:latin typeface="Pretendard"/>
                <a:ea typeface="Pretendard"/>
                <a:cs typeface="Pretendard"/>
              </a:defRPr>
            </a:defPPr>
            <a:lvl1pPr algn="l">
              <a:defRPr sz="3060" b="0">
                <a:solidFill>
                  <a:srgbClr val="BBBBBB"/>
                </a:solidFill>
                <a:latin typeface="Pretendard"/>
                <a:ea typeface="Pretendard"/>
                <a:cs typeface="Pretendard"/>
              </a:defRPr>
            </a:lvl1pPr>
            <a:lvl2pPr algn="l">
              <a:defRPr sz="3060" b="0">
                <a:solidFill>
                  <a:srgbClr val="BBBBBB"/>
                </a:solidFill>
                <a:latin typeface="Pretendard"/>
                <a:ea typeface="Pretendard"/>
                <a:cs typeface="Pretendard"/>
              </a:defRPr>
            </a:lvl2pPr>
            <a:lvl3pPr algn="l">
              <a:defRPr sz="3060" b="0">
                <a:solidFill>
                  <a:srgbClr val="BBBBBB"/>
                </a:solidFill>
                <a:latin typeface="Pretendard"/>
                <a:ea typeface="Pretendard"/>
                <a:cs typeface="Pretendard"/>
              </a:defRPr>
            </a:lvl3pPr>
            <a:lvl4pPr algn="l">
              <a:defRPr sz="3060" b="0">
                <a:solidFill>
                  <a:srgbClr val="BBBBBB"/>
                </a:solidFill>
                <a:latin typeface="Pretendard"/>
                <a:ea typeface="Pretendard"/>
                <a:cs typeface="Pretendard"/>
              </a:defRPr>
            </a:lvl4pPr>
            <a:lvl5pPr algn="l">
              <a:defRPr sz="3060" b="0">
                <a:solidFill>
                  <a:srgbClr val="BBBBBB"/>
                </a:solidFill>
                <a:latin typeface="Pretendard"/>
                <a:ea typeface="Pretendard"/>
                <a:cs typeface="Pretendard"/>
              </a:defRPr>
            </a:lvl5pPr>
            <a:lvl6pPr algn="l">
              <a:defRPr sz="3060" b="0">
                <a:solidFill>
                  <a:srgbClr val="BBBBBB"/>
                </a:solidFill>
                <a:latin typeface="Pretendard"/>
                <a:ea typeface="Pretendard"/>
                <a:cs typeface="Pretendard"/>
              </a:defRPr>
            </a:lvl6pPr>
            <a:lvl7pPr algn="l">
              <a:defRPr sz="3060" b="0">
                <a:solidFill>
                  <a:srgbClr val="BBBBBB"/>
                </a:solidFill>
                <a:latin typeface="Pretendard"/>
                <a:ea typeface="Pretendard"/>
                <a:cs typeface="Pretendard"/>
              </a:defRPr>
            </a:lvl7pPr>
            <a:lvl8pPr algn="l">
              <a:defRPr sz="3060" b="0">
                <a:solidFill>
                  <a:srgbClr val="BBBBBB"/>
                </a:solidFill>
                <a:latin typeface="Pretendard"/>
                <a:ea typeface="Pretendard"/>
                <a:cs typeface="Pretendard"/>
              </a:defRPr>
            </a:lvl8pPr>
            <a:lvl9pPr algn="l">
              <a:defRPr sz="3060" b="0">
                <a:solidFill>
                  <a:srgbClr val="BBBBBB"/>
                </a:solidFill>
                <a:latin typeface="Pretendard"/>
                <a:ea typeface="Pretendard"/>
                <a:cs typeface="Pretendard"/>
              </a:defRPr>
            </a:lvl9pPr>
          </a:lstStyle>
          <a:p xmlns:a="http://schemas.openxmlformats.org/drawingml/2006/main">
            <a:pPr algn="l">
              <a:defRPr sz="3060" b="0">
                <a:solidFill>
                  <a:srgbClr val="BBBBBB"/>
                </a:solidFill>
                <a:latin typeface="Pretendard"/>
                <a:ea typeface="Pretendard"/>
                <a:cs typeface="Pretendard"/>
              </a:defRPr>
            </a:pPr>
            <a:r>
              <a:rPr sz="3060" b="0">
                <a:solidFill>
                  <a:srgbClr val="BBBBBB"/>
                </a:solidFill>
                <a:latin typeface="Pretendard"/>
                <a:ea typeface="Pretendard"/>
                <a:cs typeface="Pretendard"/>
              </a:rPr>
              <a:t>□</a:t>
            </a:r>
          </a:p>
        </p:txBody>
      </p:sp>
      <p:sp>
        <p:nvSpPr>
          <p:cNvPr id="12" name="text">
            <a:extLst xmlns:a="http://schemas.openxmlformats.org/drawingml/2006/main">
              <a:ext uri="{FF2B5EF4-FFF2-40B4-BE49-F238E27FC236}">
                <a16:creationId xmlns:a16="http://schemas.microsoft.com/office/drawing/2014/main" id="{F4A78BA5-CFCB-4FAB-BF6E-01D5384D0D6A}"/>
              </a:ext>
            </a:extLst>
          </p:cNvPr>
          <p:cNvSpPr>
            <a:spLocks xmlns:a="http://schemas.openxmlformats.org/drawingml/2006/main" noGrp="1"/>
          </p:cNvSpPr>
          <p:nvPr/>
        </p:nvSpPr>
        <p:spPr>
          <a:xfrm xmlns:a="http://schemas.openxmlformats.org/drawingml/2006/main">
            <a:off x="3947160" y="635508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물의 기화 엔탈피가 양수인 까닭을 설명할 수 있는가?</a:t>
            </a:r>
          </a:p>
        </p:txBody>
      </p:sp>
      <p:sp>
        <p:nvSpPr>
          <p:cNvPr id="13" name="text">
            <a:extLst xmlns:a="http://schemas.openxmlformats.org/drawingml/2006/main">
              <a:ext uri="{FF2B5EF4-FFF2-40B4-BE49-F238E27FC236}">
                <a16:creationId xmlns:a16="http://schemas.microsoft.com/office/drawing/2014/main" id="{C3919655-357F-44A5-942E-9B313B909CEC}"/>
              </a:ext>
            </a:extLst>
          </p:cNvPr>
          <p:cNvSpPr>
            <a:spLocks xmlns:a="http://schemas.openxmlformats.org/drawingml/2006/main" noGrp="1"/>
          </p:cNvSpPr>
          <p:nvPr/>
        </p:nvSpPr>
        <p:spPr>
          <a:xfrm xmlns:a="http://schemas.openxmlformats.org/drawingml/2006/main">
            <a:off x="3947160" y="691972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액체와 기체의 엔탈피 차이를 근거로 말한다.</a:t>
            </a:r>
          </a:p>
        </p:txBody>
      </p:sp>
      <p:sp>
        <p:nvSpPr>
          <p:cNvPr id="14" name="text">
            <a:extLst xmlns:a="http://schemas.openxmlformats.org/drawingml/2006/main">
              <a:ext uri="{FF2B5EF4-FFF2-40B4-BE49-F238E27FC236}">
                <a16:creationId xmlns:a16="http://schemas.microsoft.com/office/drawing/2014/main" id="{699E49B9-2D12-40F2-92A2-22B81E135F9E}"/>
              </a:ext>
            </a:extLst>
          </p:cNvPr>
          <p:cNvSpPr>
            <a:spLocks xmlns:a="http://schemas.openxmlformats.org/drawingml/2006/main" noGrp="1"/>
          </p:cNvSpPr>
          <p:nvPr/>
        </p:nvSpPr>
        <p:spPr>
          <a:xfrm xmlns:a="http://schemas.openxmlformats.org/drawingml/2006/main">
            <a:off x="3061335" y="769239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BBBBBB"/>
                </a:solidFill>
                <a:latin typeface="Pretendard"/>
                <a:ea typeface="Pretendard"/>
                <a:cs typeface="Pretendard"/>
              </a:defRPr>
            </a:defPPr>
            <a:lvl1pPr algn="l">
              <a:defRPr sz="3060" b="0">
                <a:solidFill>
                  <a:srgbClr val="BBBBBB"/>
                </a:solidFill>
                <a:latin typeface="Pretendard"/>
                <a:ea typeface="Pretendard"/>
                <a:cs typeface="Pretendard"/>
              </a:defRPr>
            </a:lvl1pPr>
            <a:lvl2pPr algn="l">
              <a:defRPr sz="3060" b="0">
                <a:solidFill>
                  <a:srgbClr val="BBBBBB"/>
                </a:solidFill>
                <a:latin typeface="Pretendard"/>
                <a:ea typeface="Pretendard"/>
                <a:cs typeface="Pretendard"/>
              </a:defRPr>
            </a:lvl2pPr>
            <a:lvl3pPr algn="l">
              <a:defRPr sz="3060" b="0">
                <a:solidFill>
                  <a:srgbClr val="BBBBBB"/>
                </a:solidFill>
                <a:latin typeface="Pretendard"/>
                <a:ea typeface="Pretendard"/>
                <a:cs typeface="Pretendard"/>
              </a:defRPr>
            </a:lvl3pPr>
            <a:lvl4pPr algn="l">
              <a:defRPr sz="3060" b="0">
                <a:solidFill>
                  <a:srgbClr val="BBBBBB"/>
                </a:solidFill>
                <a:latin typeface="Pretendard"/>
                <a:ea typeface="Pretendard"/>
                <a:cs typeface="Pretendard"/>
              </a:defRPr>
            </a:lvl4pPr>
            <a:lvl5pPr algn="l">
              <a:defRPr sz="3060" b="0">
                <a:solidFill>
                  <a:srgbClr val="BBBBBB"/>
                </a:solidFill>
                <a:latin typeface="Pretendard"/>
                <a:ea typeface="Pretendard"/>
                <a:cs typeface="Pretendard"/>
              </a:defRPr>
            </a:lvl5pPr>
            <a:lvl6pPr algn="l">
              <a:defRPr sz="3060" b="0">
                <a:solidFill>
                  <a:srgbClr val="BBBBBB"/>
                </a:solidFill>
                <a:latin typeface="Pretendard"/>
                <a:ea typeface="Pretendard"/>
                <a:cs typeface="Pretendard"/>
              </a:defRPr>
            </a:lvl6pPr>
            <a:lvl7pPr algn="l">
              <a:defRPr sz="3060" b="0">
                <a:solidFill>
                  <a:srgbClr val="BBBBBB"/>
                </a:solidFill>
                <a:latin typeface="Pretendard"/>
                <a:ea typeface="Pretendard"/>
                <a:cs typeface="Pretendard"/>
              </a:defRPr>
            </a:lvl7pPr>
            <a:lvl8pPr algn="l">
              <a:defRPr sz="3060" b="0">
                <a:solidFill>
                  <a:srgbClr val="BBBBBB"/>
                </a:solidFill>
                <a:latin typeface="Pretendard"/>
                <a:ea typeface="Pretendard"/>
                <a:cs typeface="Pretendard"/>
              </a:defRPr>
            </a:lvl8pPr>
            <a:lvl9pPr algn="l">
              <a:defRPr sz="3060" b="0">
                <a:solidFill>
                  <a:srgbClr val="BBBBBB"/>
                </a:solidFill>
                <a:latin typeface="Pretendard"/>
                <a:ea typeface="Pretendard"/>
                <a:cs typeface="Pretendard"/>
              </a:defRPr>
            </a:lvl9pPr>
          </a:lstStyle>
          <a:p xmlns:a="http://schemas.openxmlformats.org/drawingml/2006/main">
            <a:pPr algn="l">
              <a:defRPr sz="3060" b="0">
                <a:solidFill>
                  <a:srgbClr val="BBBBBB"/>
                </a:solidFill>
                <a:latin typeface="Pretendard"/>
                <a:ea typeface="Pretendard"/>
                <a:cs typeface="Pretendard"/>
              </a:defRPr>
            </a:pPr>
            <a:r>
              <a:rPr sz="3060" b="0">
                <a:solidFill>
                  <a:srgbClr val="BBBBBB"/>
                </a:solidFill>
                <a:latin typeface="Pretendard"/>
                <a:ea typeface="Pretendard"/>
                <a:cs typeface="Pretendard"/>
              </a:rPr>
              <a:t>□</a:t>
            </a:r>
          </a:p>
        </p:txBody>
      </p:sp>
      <p:sp>
        <p:nvSpPr>
          <p:cNvPr id="15" name="text">
            <a:extLst xmlns:a="http://schemas.openxmlformats.org/drawingml/2006/main">
              <a:ext uri="{FF2B5EF4-FFF2-40B4-BE49-F238E27FC236}">
                <a16:creationId xmlns:a16="http://schemas.microsoft.com/office/drawing/2014/main" id="{FACA488F-CC1A-4FF6-8289-DB5B905E8D68}"/>
              </a:ext>
            </a:extLst>
          </p:cNvPr>
          <p:cNvSpPr>
            <a:spLocks xmlns:a="http://schemas.openxmlformats.org/drawingml/2006/main" noGrp="1"/>
          </p:cNvSpPr>
          <p:nvPr/>
        </p:nvSpPr>
        <p:spPr>
          <a:xfrm xmlns:a="http://schemas.openxmlformats.org/drawingml/2006/main">
            <a:off x="3947160" y="769239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두 경로의 실험값이 달라지는 까닭을 설명할 수 있는가?</a:t>
            </a:r>
          </a:p>
        </p:txBody>
      </p:sp>
      <p:sp>
        <p:nvSpPr>
          <p:cNvPr id="16" name="text">
            <a:extLst xmlns:a="http://schemas.openxmlformats.org/drawingml/2006/main">
              <a:ext uri="{FF2B5EF4-FFF2-40B4-BE49-F238E27FC236}">
                <a16:creationId xmlns:a16="http://schemas.microsoft.com/office/drawing/2014/main" id="{ED0CB40F-A434-48EB-9CAE-16F4AB5D89ED}"/>
              </a:ext>
            </a:extLst>
          </p:cNvPr>
          <p:cNvSpPr>
            <a:spLocks xmlns:a="http://schemas.openxmlformats.org/drawingml/2006/main" noGrp="1"/>
          </p:cNvSpPr>
          <p:nvPr/>
        </p:nvSpPr>
        <p:spPr>
          <a:xfrm xmlns:a="http://schemas.openxmlformats.org/drawingml/2006/main">
            <a:off x="3947160" y="825703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외부로의 열 손실과 측정 조건을 살펴본다.</a:t>
            </a:r>
          </a:p>
        </p:txBody>
      </p:sp>
    </p:spTree>
    <p:extLst>
      <p:ext uri="{BB962C8B-B14F-4D97-AF65-F5344CB8AC3E}">
        <p14:creationId xmlns:p14="http://schemas.microsoft.com/office/powerpoint/2010/main" val="19108279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2026-10-29T10:24:10.7910000Z</dcterms:created>
  <dcterms:modified xsi:type="dcterms:W3CDTF">2026-10-29T10:24:10.7910000Z</dcterms:modified>
</coreProperties>
</file>