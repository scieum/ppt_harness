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b2c0c8f7c2e4155" /><Relationship Type="http://schemas.openxmlformats.org/officeDocument/2006/relationships/extended-properties" Target="/docProps/app.xml" Id="R517569f079a5430f" /><Relationship Type="http://schemas.openxmlformats.org/officeDocument/2006/relationships/officeDocument" Target="/ppt/presentation.xml" Id="Reb02804dd2454635" /></Relationships>
</file>

<file path=ppt/presentation.xml><?xml version="1.0" encoding="utf-8"?>
<p:presentation xmlns:p="http://schemas.openxmlformats.org/presentationml/2006/main">
  <p:sldMasterIdLst>
    <p:sldMasterId xmlns:r="http://schemas.openxmlformats.org/officeDocument/2006/relationships" id="2147483648" r:id="R0cee6c4ffd3e4b5a"/>
  </p:sldMasterIdLst>
  <p:notesMasterIdLst>
    <p:notesMasterId xmlns:r="http://schemas.openxmlformats.org/officeDocument/2006/relationships" r:id="Rf0a17f94d6d048b8"/>
  </p:notesMasterIdLst>
  <p:sldIdLst>
    <p:sldId xmlns:r="http://schemas.openxmlformats.org/officeDocument/2006/relationships" id="256" r:id="R02053b90cbbe49a8"/>
    <p:sldId xmlns:r="http://schemas.openxmlformats.org/officeDocument/2006/relationships" id="257" r:id="R00ab820b5269464b"/>
    <p:sldId xmlns:r="http://schemas.openxmlformats.org/officeDocument/2006/relationships" id="258" r:id="Re4a574040dcc467b"/>
    <p:sldId xmlns:r="http://schemas.openxmlformats.org/officeDocument/2006/relationships" id="259" r:id="Rf34493e475034e3c"/>
    <p:sldId xmlns:r="http://schemas.openxmlformats.org/officeDocument/2006/relationships" id="260" r:id="Rb817c4ba62104496"/>
    <p:sldId xmlns:r="http://schemas.openxmlformats.org/officeDocument/2006/relationships" id="261" r:id="R3ba7303b8abc4e51"/>
    <p:sldId xmlns:r="http://schemas.openxmlformats.org/officeDocument/2006/relationships" id="262" r:id="R1334a0be73ee469d"/>
    <p:sldId xmlns:r="http://schemas.openxmlformats.org/officeDocument/2006/relationships" id="263" r:id="Rab099bb39cd1418e"/>
    <p:sldId xmlns:r="http://schemas.openxmlformats.org/officeDocument/2006/relationships" id="264" r:id="R7da38b5d4c28430f"/>
    <p:sldId xmlns:r="http://schemas.openxmlformats.org/officeDocument/2006/relationships" id="265" r:id="Rdd67371445154244"/>
    <p:sldId xmlns:r="http://schemas.openxmlformats.org/officeDocument/2006/relationships" id="266" r:id="Rd8b4d66e6c474c63"/>
    <p:sldId xmlns:r="http://schemas.openxmlformats.org/officeDocument/2006/relationships" id="267" r:id="Rf6dd0fd303a14799"/>
    <p:sldId xmlns:r="http://schemas.openxmlformats.org/officeDocument/2006/relationships" id="268" r:id="Rb0f56d42b6e84784"/>
    <p:sldId xmlns:r="http://schemas.openxmlformats.org/officeDocument/2006/relationships" id="269" r:id="Rfbc354b20c3e4342"/>
    <p:sldId xmlns:r="http://schemas.openxmlformats.org/officeDocument/2006/relationships" id="270" r:id="R9676a9c2df8e4bc1"/>
    <p:sldId xmlns:r="http://schemas.openxmlformats.org/officeDocument/2006/relationships" id="271" r:id="R858234b23ed24219"/>
    <p:sldId xmlns:r="http://schemas.openxmlformats.org/officeDocument/2006/relationships" id="272" r:id="R9621747a2db7486d"/>
    <p:sldId xmlns:r="http://schemas.openxmlformats.org/officeDocument/2006/relationships" id="273" r:id="R2c89e422d133430f"/>
    <p:sldId xmlns:r="http://schemas.openxmlformats.org/officeDocument/2006/relationships" id="274" r:id="R5c2bc58cf4c34568"/>
    <p:sldId xmlns:r="http://schemas.openxmlformats.org/officeDocument/2006/relationships" id="275" r:id="Re99633e1d42b4ebb"/>
    <p:sldId xmlns:r="http://schemas.openxmlformats.org/officeDocument/2006/relationships" id="276" r:id="Rabd0b27a82984910"/>
    <p:sldId xmlns:r="http://schemas.openxmlformats.org/officeDocument/2006/relationships" id="277" r:id="Rbafef2a090c04d62"/>
    <p:sldId xmlns:r="http://schemas.openxmlformats.org/officeDocument/2006/relationships" id="278" r:id="R22dee634eeb542bb"/>
    <p:sldId xmlns:r="http://schemas.openxmlformats.org/officeDocument/2006/relationships" id="279" r:id="R634e296f1bf041ab"/>
    <p:sldId xmlns:r="http://schemas.openxmlformats.org/officeDocument/2006/relationships" id="280" r:id="Rde52e1be61424b80"/>
    <p:sldId xmlns:r="http://schemas.openxmlformats.org/officeDocument/2006/relationships" id="281" r:id="Rb235e0f2b589482d"/>
    <p:sldId xmlns:r="http://schemas.openxmlformats.org/officeDocument/2006/relationships" id="282" r:id="R12173bd7b41544ea"/>
    <p:sldId xmlns:r="http://schemas.openxmlformats.org/officeDocument/2006/relationships" id="283" r:id="R3950a9beeaff4878"/>
    <p:sldId xmlns:r="http://schemas.openxmlformats.org/officeDocument/2006/relationships" id="284" r:id="R824d8a4c84254dd7"/>
    <p:sldId xmlns:r="http://schemas.openxmlformats.org/officeDocument/2006/relationships" id="285" r:id="Rb123415e8ac14b02"/>
    <p:sldId xmlns:r="http://schemas.openxmlformats.org/officeDocument/2006/relationships" id="286" r:id="R191e0520e2b14ca2"/>
    <p:sldId xmlns:r="http://schemas.openxmlformats.org/officeDocument/2006/relationships" id="287" r:id="Rba105182860c4a8d"/>
    <p:sldId xmlns:r="http://schemas.openxmlformats.org/officeDocument/2006/relationships" id="288" r:id="R3c495f5185a2469e"/>
    <p:sldId xmlns:r="http://schemas.openxmlformats.org/officeDocument/2006/relationships" id="289" r:id="R4bd3a1a9cb924316"/>
    <p:sldId xmlns:r="http://schemas.openxmlformats.org/officeDocument/2006/relationships" id="290" r:id="R562cb564976c40e3"/>
    <p:sldId xmlns:r="http://schemas.openxmlformats.org/officeDocument/2006/relationships" id="291" r:id="R869d6f06626c4200"/>
    <p:sldId xmlns:r="http://schemas.openxmlformats.org/officeDocument/2006/relationships" id="292" r:id="R91b4d523f3b84ad4"/>
    <p:sldId xmlns:r="http://schemas.openxmlformats.org/officeDocument/2006/relationships" id="293" r:id="R98047f28ce934b42"/>
    <p:sldId xmlns:r="http://schemas.openxmlformats.org/officeDocument/2006/relationships" id="294" r:id="R04920bcace494f8a"/>
    <p:sldId xmlns:r="http://schemas.openxmlformats.org/officeDocument/2006/relationships" id="295" r:id="Rf33a559f04fa49f1"/>
    <p:sldId xmlns:r="http://schemas.openxmlformats.org/officeDocument/2006/relationships" id="296" r:id="Rf033bf9d5d544e60"/>
    <p:sldId xmlns:r="http://schemas.openxmlformats.org/officeDocument/2006/relationships" id="297" r:id="Re5e81443c2694928"/>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d496894fc3e4861" /><Relationship Type="http://schemas.openxmlformats.org/officeDocument/2006/relationships/slideMaster" Target="/ppt/slideMasters/slideMaster1.xml" Id="R0cee6c4ffd3e4b5a" /><Relationship Type="http://schemas.openxmlformats.org/officeDocument/2006/relationships/notesMaster" Target="/ppt/notesMasters/notesMaster1.xml" Id="Rf0a17f94d6d048b8" /><Relationship Type="http://schemas.openxmlformats.org/officeDocument/2006/relationships/presProps" Target="/ppt/presProps.xml" Id="Re4601e7b23dc467d" /><Relationship Type="http://schemas.openxmlformats.org/officeDocument/2006/relationships/tableStyles" Target="/ppt/tableStyles.xml" Id="R3c130ab27cf846fd" /><Relationship Type="http://schemas.openxmlformats.org/officeDocument/2006/relationships/slide" Target="/ppt/slides/slide1.xml" Id="R02053b90cbbe49a8" /><Relationship Type="http://schemas.openxmlformats.org/officeDocument/2006/relationships/slide" Target="/ppt/slides/slide2.xml" Id="R00ab820b5269464b" /><Relationship Type="http://schemas.openxmlformats.org/officeDocument/2006/relationships/slide" Target="/ppt/slides/slide3.xml" Id="Re4a574040dcc467b" /><Relationship Type="http://schemas.openxmlformats.org/officeDocument/2006/relationships/slide" Target="/ppt/slides/slide4.xml" Id="Rf34493e475034e3c" /><Relationship Type="http://schemas.openxmlformats.org/officeDocument/2006/relationships/slide" Target="/ppt/slides/slide5.xml" Id="Rb817c4ba62104496" /><Relationship Type="http://schemas.openxmlformats.org/officeDocument/2006/relationships/slide" Target="/ppt/slides/slide6.xml" Id="R3ba7303b8abc4e51" /><Relationship Type="http://schemas.openxmlformats.org/officeDocument/2006/relationships/slide" Target="/ppt/slides/slide7.xml" Id="R1334a0be73ee469d" /><Relationship Type="http://schemas.openxmlformats.org/officeDocument/2006/relationships/slide" Target="/ppt/slides/slide8.xml" Id="Rab099bb39cd1418e" /><Relationship Type="http://schemas.openxmlformats.org/officeDocument/2006/relationships/slide" Target="/ppt/slides/slide9.xml" Id="R7da38b5d4c28430f" /><Relationship Type="http://schemas.openxmlformats.org/officeDocument/2006/relationships/slide" Target="/ppt/slides/slide10.xml" Id="Rdd67371445154244" /><Relationship Type="http://schemas.openxmlformats.org/officeDocument/2006/relationships/slide" Target="/ppt/slides/slide11.xml" Id="Rd8b4d66e6c474c63" /><Relationship Type="http://schemas.openxmlformats.org/officeDocument/2006/relationships/slide" Target="/ppt/slides/slide12.xml" Id="Rf6dd0fd303a14799" /><Relationship Type="http://schemas.openxmlformats.org/officeDocument/2006/relationships/slide" Target="/ppt/slides/slide13.xml" Id="Rb0f56d42b6e84784" /><Relationship Type="http://schemas.openxmlformats.org/officeDocument/2006/relationships/slide" Target="/ppt/slides/slide14.xml" Id="Rfbc354b20c3e4342" /><Relationship Type="http://schemas.openxmlformats.org/officeDocument/2006/relationships/slide" Target="/ppt/slides/slide15.xml" Id="R9676a9c2df8e4bc1" /><Relationship Type="http://schemas.openxmlformats.org/officeDocument/2006/relationships/slide" Target="/ppt/slides/slide16.xml" Id="R858234b23ed24219" /><Relationship Type="http://schemas.openxmlformats.org/officeDocument/2006/relationships/slide" Target="/ppt/slides/slide17.xml" Id="R9621747a2db7486d" /><Relationship Type="http://schemas.openxmlformats.org/officeDocument/2006/relationships/slide" Target="/ppt/slides/slide18.xml" Id="R2c89e422d133430f" /><Relationship Type="http://schemas.openxmlformats.org/officeDocument/2006/relationships/slide" Target="/ppt/slides/slide19.xml" Id="R5c2bc58cf4c34568" /><Relationship Type="http://schemas.openxmlformats.org/officeDocument/2006/relationships/slide" Target="/ppt/slides/slide20.xml" Id="Re99633e1d42b4ebb" /><Relationship Type="http://schemas.openxmlformats.org/officeDocument/2006/relationships/slide" Target="/ppt/slides/slide21.xml" Id="Rabd0b27a82984910" /><Relationship Type="http://schemas.openxmlformats.org/officeDocument/2006/relationships/slide" Target="/ppt/slides/slide22.xml" Id="Rbafef2a090c04d62" /><Relationship Type="http://schemas.openxmlformats.org/officeDocument/2006/relationships/slide" Target="/ppt/slides/slide23.xml" Id="R22dee634eeb542bb" /><Relationship Type="http://schemas.openxmlformats.org/officeDocument/2006/relationships/slide" Target="/ppt/slides/slide24.xml" Id="R634e296f1bf041ab" /><Relationship Type="http://schemas.openxmlformats.org/officeDocument/2006/relationships/slide" Target="/ppt/slides/slide25.xml" Id="Rde52e1be61424b80" /><Relationship Type="http://schemas.openxmlformats.org/officeDocument/2006/relationships/slide" Target="/ppt/slides/slide26.xml" Id="Rb235e0f2b589482d" /><Relationship Type="http://schemas.openxmlformats.org/officeDocument/2006/relationships/slide" Target="/ppt/slides/slide27.xml" Id="R12173bd7b41544ea" /><Relationship Type="http://schemas.openxmlformats.org/officeDocument/2006/relationships/slide" Target="/ppt/slides/slide28.xml" Id="R3950a9beeaff4878" /><Relationship Type="http://schemas.openxmlformats.org/officeDocument/2006/relationships/slide" Target="/ppt/slides/slide29.xml" Id="R824d8a4c84254dd7" /><Relationship Type="http://schemas.openxmlformats.org/officeDocument/2006/relationships/slide" Target="/ppt/slides/slide30.xml" Id="Rb123415e8ac14b02" /><Relationship Type="http://schemas.openxmlformats.org/officeDocument/2006/relationships/slide" Target="/ppt/slides/slide31.xml" Id="R191e0520e2b14ca2" /><Relationship Type="http://schemas.openxmlformats.org/officeDocument/2006/relationships/slide" Target="/ppt/slides/slide32.xml" Id="Rba105182860c4a8d" /><Relationship Type="http://schemas.openxmlformats.org/officeDocument/2006/relationships/slide" Target="/ppt/slides/slide33.xml" Id="R3c495f5185a2469e" /><Relationship Type="http://schemas.openxmlformats.org/officeDocument/2006/relationships/slide" Target="/ppt/slides/slide34.xml" Id="R4bd3a1a9cb924316" /><Relationship Type="http://schemas.openxmlformats.org/officeDocument/2006/relationships/slide" Target="/ppt/slides/slide35.xml" Id="R562cb564976c40e3" /><Relationship Type="http://schemas.openxmlformats.org/officeDocument/2006/relationships/slide" Target="/ppt/slides/slide36.xml" Id="R869d6f06626c4200" /><Relationship Type="http://schemas.openxmlformats.org/officeDocument/2006/relationships/slide" Target="/ppt/slides/slide37.xml" Id="R91b4d523f3b84ad4" /><Relationship Type="http://schemas.openxmlformats.org/officeDocument/2006/relationships/slide" Target="/ppt/slides/slide38.xml" Id="R98047f28ce934b42" /><Relationship Type="http://schemas.openxmlformats.org/officeDocument/2006/relationships/slide" Target="/ppt/slides/slide39.xml" Id="R04920bcace494f8a" /><Relationship Type="http://schemas.openxmlformats.org/officeDocument/2006/relationships/slide" Target="/ppt/slides/slide40.xml" Id="Rf33a559f04fa49f1" /><Relationship Type="http://schemas.openxmlformats.org/officeDocument/2006/relationships/slide" Target="/ppt/slides/slide41.xml" Id="Rf033bf9d5d544e60" /><Relationship Type="http://schemas.openxmlformats.org/officeDocument/2006/relationships/slide" Target="/ppt/slides/slide42.xml" Id="Re5e81443c269492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7fb913b46bc416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1a4a7e352dc4b3a" /><Relationship Type="http://schemas.openxmlformats.org/officeDocument/2006/relationships/notesMaster" Target="/ppt/notesMasters/notesMaster1.xml" Id="R5f46d9f594b142d2"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7e6d5cb0d54a7f" /><Relationship Type="http://schemas.openxmlformats.org/officeDocument/2006/relationships/notesMaster" Target="/ppt/notesMasters/notesMaster1.xml" Id="R1bb913f331944723" /></Relationships>
</file>

<file path=ppt/notesSlides/_rels/notesSlide3.xml.rels>&#65279;<?xml version="1.0" encoding="utf-8"?><Relationships xmlns="http://schemas.openxmlformats.org/package/2006/relationships"><Relationship Type="http://schemas.openxmlformats.org/officeDocument/2006/relationships/slide" Target="/ppt/slides/slide3.xml" Id="Rcbda3aede9254a2a" /><Relationship Type="http://schemas.openxmlformats.org/officeDocument/2006/relationships/notesMaster" Target="/ppt/notesMasters/notesMaster1.xml" Id="Ra32c554e9ea443ce" /></Relationships>
</file>

<file path=ppt/notesSlides/_rels/notesSlide4.xml.rels>&#65279;<?xml version="1.0" encoding="utf-8"?><Relationships xmlns="http://schemas.openxmlformats.org/package/2006/relationships"><Relationship Type="http://schemas.openxmlformats.org/officeDocument/2006/relationships/slide" Target="/ppt/slides/slide4.xml" Id="R3ce0e81dc9bf4cc9" /><Relationship Type="http://schemas.openxmlformats.org/officeDocument/2006/relationships/notesMaster" Target="/ppt/notesMasters/notesMaster1.xml" Id="Rc2fec9070627452d" /></Relationships>
</file>

<file path=ppt/notesSlides/_rels/notesSlide5.xml.rels>&#65279;<?xml version="1.0" encoding="utf-8"?><Relationships xmlns="http://schemas.openxmlformats.org/package/2006/relationships"><Relationship Type="http://schemas.openxmlformats.org/officeDocument/2006/relationships/slide" Target="/ppt/slides/slide5.xml" Id="R3bfe69c5bccd48f3" /><Relationship Type="http://schemas.openxmlformats.org/officeDocument/2006/relationships/notesMaster" Target="/ppt/notesMasters/notesMaster1.xml" Id="R66cc5ba663414acc" /></Relationships>
</file>

<file path=ppt/notesSlides/_rels/notesSlide6.xml.rels>&#65279;<?xml version="1.0" encoding="utf-8"?><Relationships xmlns="http://schemas.openxmlformats.org/package/2006/relationships"><Relationship Type="http://schemas.openxmlformats.org/officeDocument/2006/relationships/slide" Target="/ppt/slides/slide6.xml" Id="R01be837cef884ecb" /><Relationship Type="http://schemas.openxmlformats.org/officeDocument/2006/relationships/notesMaster" Target="/ppt/notesMasters/notesMaster1.xml" Id="Rb714c7d5204c42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553b6d9db6e4a90" /><Relationship Type="http://schemas.openxmlformats.org/officeDocument/2006/relationships/notesMaster" Target="/ppt/notesMasters/notesMaster1.xml" Id="R73c640e5d06e4067" /></Relationships>
</file>

<file path=ppt/notesSlides/_rels/notesSlide8.xml.rels>&#65279;<?xml version="1.0" encoding="utf-8"?><Relationships xmlns="http://schemas.openxmlformats.org/package/2006/relationships"><Relationship Type="http://schemas.openxmlformats.org/officeDocument/2006/relationships/slide" Target="/ppt/slides/slide8.xml" Id="R9003ac601ed844c4" /><Relationship Type="http://schemas.openxmlformats.org/officeDocument/2006/relationships/notesMaster" Target="/ppt/notesMasters/notesMaster1.xml" Id="R1a5a2b03391a4162" /></Relationships>
</file>

<file path=ppt/notesSlides/_rels/notesSlide9.xml.rels>&#65279;<?xml version="1.0" encoding="utf-8"?><Relationships xmlns="http://schemas.openxmlformats.org/package/2006/relationships"><Relationship Type="http://schemas.openxmlformats.org/officeDocument/2006/relationships/slide" Target="/ppt/slides/slide9.xml" Id="R471b0e063a1649a3" /><Relationship Type="http://schemas.openxmlformats.org/officeDocument/2006/relationships/notesMaster" Target="/ppt/notesMasters/notesMaster1.xml" Id="R138ae29b0ad347a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71d095a97844093" /><Relationship Type="http://schemas.openxmlformats.org/officeDocument/2006/relationships/notesMaster" Target="/ppt/notesMasters/notesMaster1.xml" Id="Rf44986a4a5a448c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2577ac2657a4bc2" /><Relationship Type="http://schemas.openxmlformats.org/officeDocument/2006/relationships/notesMaster" Target="/ppt/notesMasters/notesMaster1.xml" Id="R18c9cb4acb17426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d788feb38d5418a" /><Relationship Type="http://schemas.openxmlformats.org/officeDocument/2006/relationships/notesMaster" Target="/ppt/notesMasters/notesMaster1.xml" Id="Rbd4312003a29415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620aef394b447dc" /><Relationship Type="http://schemas.openxmlformats.org/officeDocument/2006/relationships/notesMaster" Target="/ppt/notesMasters/notesMaster1.xml" Id="Rb6a5d55113ff4b7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4670dacfb8141ca" /><Relationship Type="http://schemas.openxmlformats.org/officeDocument/2006/relationships/notesMaster" Target="/ppt/notesMasters/notesMaster1.xml" Id="Rd3ddd8f04053451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5c2efe55ab246ba" /><Relationship Type="http://schemas.openxmlformats.org/officeDocument/2006/relationships/notesMaster" Target="/ppt/notesMasters/notesMaster1.xml" Id="R6beaae38a6d24c3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2cf9b8affc548d5" /><Relationship Type="http://schemas.openxmlformats.org/officeDocument/2006/relationships/notesMaster" Target="/ppt/notesMasters/notesMaster1.xml" Id="R197edf6a581f4c0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c0393e8fda44ad8" /><Relationship Type="http://schemas.openxmlformats.org/officeDocument/2006/relationships/notesMaster" Target="/ppt/notesMasters/notesMaster1.xml" Id="R99faba09715b4db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0e80886b6ea42f2" /><Relationship Type="http://schemas.openxmlformats.org/officeDocument/2006/relationships/notesMaster" Target="/ppt/notesMasters/notesMaster1.xml" Id="R8cc48d082cf942d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7a03a45e2b14ef0" /><Relationship Type="http://schemas.openxmlformats.org/officeDocument/2006/relationships/notesMaster" Target="/ppt/notesMasters/notesMaster1.xml" Id="R7a6624d65dd543d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467dbf1081748ff" /><Relationship Type="http://schemas.openxmlformats.org/officeDocument/2006/relationships/notesMaster" Target="/ppt/notesMasters/notesMaster1.xml" Id="Ra8fd0c756fb649b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a6ff714b1864432" /><Relationship Type="http://schemas.openxmlformats.org/officeDocument/2006/relationships/notesMaster" Target="/ppt/notesMasters/notesMaster1.xml" Id="R2f77e757f00948b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27eec22d71245d9" /><Relationship Type="http://schemas.openxmlformats.org/officeDocument/2006/relationships/notesMaster" Target="/ppt/notesMasters/notesMaster1.xml" Id="Rda6934e751d84bb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e480fd8f4d54327" /><Relationship Type="http://schemas.openxmlformats.org/officeDocument/2006/relationships/notesMaster" Target="/ppt/notesMasters/notesMaster1.xml" Id="R78642d99c37b4af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8ace721b0914adf" /><Relationship Type="http://schemas.openxmlformats.org/officeDocument/2006/relationships/notesMaster" Target="/ppt/notesMasters/notesMaster1.xml" Id="R45384f5a54df490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1965311c69c4617" /><Relationship Type="http://schemas.openxmlformats.org/officeDocument/2006/relationships/notesMaster" Target="/ppt/notesMasters/notesMaster1.xml" Id="Rf0804aca67fd4b9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6471e7cdb894a75" /><Relationship Type="http://schemas.openxmlformats.org/officeDocument/2006/relationships/notesMaster" Target="/ppt/notesMasters/notesMaster1.xml" Id="Ra85e5f4b14764b6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aa8c1678ef0497c" /><Relationship Type="http://schemas.openxmlformats.org/officeDocument/2006/relationships/notesMaster" Target="/ppt/notesMasters/notesMaster1.xml" Id="Rb2970233ff3e4c8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7e698e60da249be" /><Relationship Type="http://schemas.openxmlformats.org/officeDocument/2006/relationships/notesMaster" Target="/ppt/notesMasters/notesMaster1.xml" Id="Rcdb5ae41bfc6471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6b1a1779091483f" /><Relationship Type="http://schemas.openxmlformats.org/officeDocument/2006/relationships/notesMaster" Target="/ppt/notesMasters/notesMaster1.xml" Id="R0e0531e436fe4cf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0e007d0aed946e4" /><Relationship Type="http://schemas.openxmlformats.org/officeDocument/2006/relationships/notesMaster" Target="/ppt/notesMasters/notesMaster1.xml" Id="R22dd2642fc3a414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44b672efa824015" /><Relationship Type="http://schemas.openxmlformats.org/officeDocument/2006/relationships/notesMaster" Target="/ppt/notesMasters/notesMaster1.xml" Id="R2b4387e0a90e4dd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273607865784a8d" /><Relationship Type="http://schemas.openxmlformats.org/officeDocument/2006/relationships/notesMaster" Target="/ppt/notesMasters/notesMaster1.xml" Id="Rf44e305b96c6491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bd66a8161a54e4e" /><Relationship Type="http://schemas.openxmlformats.org/officeDocument/2006/relationships/notesMaster" Target="/ppt/notesMasters/notesMaster1.xml" Id="Rad690f32c483431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01ddeb771c2426a" /><Relationship Type="http://schemas.openxmlformats.org/officeDocument/2006/relationships/notesMaster" Target="/ppt/notesMasters/notesMaster1.xml" Id="R0bdcb714cfc8443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e2dff19395c4438" /><Relationship Type="http://schemas.openxmlformats.org/officeDocument/2006/relationships/notesMaster" Target="/ppt/notesMasters/notesMaster1.xml" Id="R767d6e016e9547e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32cc639a7773423a" /><Relationship Type="http://schemas.openxmlformats.org/officeDocument/2006/relationships/notesMaster" Target="/ppt/notesMasters/notesMaster1.xml" Id="Ree972df090a5499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6e21389ae9494cdf" /><Relationship Type="http://schemas.openxmlformats.org/officeDocument/2006/relationships/notesMaster" Target="/ppt/notesMasters/notesMaster1.xml" Id="Rbf884b6d0674467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98813f0553f4129" /><Relationship Type="http://schemas.openxmlformats.org/officeDocument/2006/relationships/notesMaster" Target="/ppt/notesMasters/notesMaster1.xml" Id="Raca96e80939242c5"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5aabe7999284cde" /><Relationship Type="http://schemas.openxmlformats.org/officeDocument/2006/relationships/notesMaster" Target="/ppt/notesMasters/notesMaster1.xml" Id="R23f0ab41d53642a5"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53509125bb8249c3" /><Relationship Type="http://schemas.openxmlformats.org/officeDocument/2006/relationships/notesMaster" Target="/ppt/notesMasters/notesMaster1.xml" Id="R99977565c2dd44b8"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dfeede0dfdd945ba" /><Relationship Type="http://schemas.openxmlformats.org/officeDocument/2006/relationships/notesMaster" Target="/ppt/notesMasters/notesMaster1.xml" Id="Rdb2e1cbcf2b44fb2"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8423e7f0ec04477" /><Relationship Type="http://schemas.openxmlformats.org/officeDocument/2006/relationships/notesMaster" Target="/ppt/notesMasters/notesMaster1.xml" Id="Rfe0beeb3ae534fe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1/42. 표지</a:t>
            </a:r>
          </a:p>
          <a:p xmlns:a="http://schemas.openxmlformats.org/drawingml/2006/main">
            <a:r>
              <a:t>발화·지도: 산 모형의 두 길을 보고 같은 출발점과 정상 사이에서 변하지 않는 것은 무엇인지 생각하게 한다.</a:t>
            </a:r>
          </a:p>
          <a:p xmlns:a="http://schemas.openxmlformats.org/drawingml/2006/main">
            <a:r>
              <a:t>출처: 사용자 지정 등록 원본 인물 참조 표지; assets/diamond-v14/provenance.json.</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2/42. 동기 유발</a:t>
            </a:r>
          </a:p>
          <a:p xmlns:a="http://schemas.openxmlformats.org/drawingml/2006/main">
            <a:r>
              <a:t>발화·지도: 걸어간 거리와 높이 차를 구별한다. 경로가 달라도 출발점과 도착점이 같으면 높이 차는 같다. 걷는 거리나 신체가 소비하는 에너지를 반응 엔탈피와 동일시하지 않는다.</a:t>
            </a:r>
          </a:p>
          <a:p xmlns:a="http://schemas.openxmlformats.org/drawingml/2006/main">
            <a:r>
              <a:t>출처: 천재 물질과 에너지82쪽; 사용자 지정 두 인물 등산 장면.</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3/42. 수업 목차</a:t>
            </a:r>
          </a:p>
          <a:p xmlns:a="http://schemas.openxmlformats.org/drawingml/2006/main">
            <a:r>
              <a:t>발화·지도: 원리·계산·생성 엔탈피·실험의 네 흐름</a:t>
            </a:r>
          </a:p>
          <a:p xmlns:a="http://schemas.openxmlformats.org/drawingml/2006/main">
            <a:r>
              <a:t>출처: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4/42. 학습 목표</a:t>
            </a:r>
          </a:p>
          <a:p xmlns:a="http://schemas.openxmlformats.org/drawingml/2006/main">
            <a:r>
              <a:t>발화·지도: 경로를 비교하고 반응 엔탈피를 구해 실험 자료를 해석한다</a:t>
            </a:r>
          </a:p>
          <a:p xmlns:a="http://schemas.openxmlformats.org/drawingml/2006/main">
            <a:r>
              <a:t>출처: STD22;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5/42. Part 1 헤스 법칙</a:t>
            </a:r>
          </a:p>
          <a:p xmlns:a="http://schemas.openxmlformats.org/drawingml/2006/main">
            <a:r>
              <a:t>발화·지도: 같은 반응이 다른 경로로 일어나면 출입하는 열도 달라질까?</a:t>
            </a:r>
          </a:p>
          <a:p xmlns:a="http://schemas.openxmlformats.org/drawingml/2006/main">
            <a:r>
              <a:t>출처: W22 118.</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6/42. 헤스 법칙</a:t>
            </a:r>
          </a:p>
          <a:p xmlns:a="http://schemas.openxmlformats.org/drawingml/2006/main">
            <a:r>
              <a:t>발화·지도: 반응물과 생성물의 종류·상태·양 및 온도·압력 조건을 맞추면 반응 경로와 관계없이 반응 엔탈피가 같다. 총 열량 불변의 법칙이라는 이름과 간접 측정의 유용성을 연결한다.</a:t>
            </a:r>
          </a:p>
          <a:p xmlns:a="http://schemas.openxmlformats.org/drawingml/2006/main">
            <a:r>
              <a:t>출처: 천재83~84쪽; 2022 완자118쪽.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7/42. 같은 반응을 비교하려면</a:t>
            </a:r>
          </a:p>
          <a:p xmlns:a="http://schemas.openxmlformats.org/drawingml/2006/main">
            <a:r>
              <a:t>발화·지도: 시작·끝의 종류·상태·양과 온도·압력 조건을 맞춰 비교한다</a:t>
            </a:r>
          </a:p>
          <a:p xmlns:a="http://schemas.openxmlformats.org/drawingml/2006/main">
            <a:r>
              <a:t>출처: W22 118~119; 3-01 선수 개념.</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8/42. 경로별 반응 엔탈피</a:t>
            </a:r>
          </a:p>
          <a:p xmlns:a="http://schemas.openxmlformats.org/drawingml/2006/main">
            <a:r>
              <a:t>발화·지도: 교과서 그래프의 직접 경로는-189.3kJ, 두 단계는-76.9kJ와-112.4kJ이다. 같은 처음과 끝을 연결하는 화살표를 읽고 합이 같음을 확인한다.</a:t>
            </a:r>
          </a:p>
          <a:p xmlns:a="http://schemas.openxmlformats.org/drawingml/2006/main">
            <a:r>
              <a:t>출처: 천재84쪽 그림III-8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9/42. 반응식의 합</a:t>
            </a:r>
          </a:p>
          <a:p xmlns:a="http://schemas.openxmlformats.org/drawingml/2006/main">
            <a:r>
              <a:t>발화·지도: CaO와 물의 반응에서 생긴 Ca(OH)2를 다음 반응에서 소비한다. 중간 물질과 양변의 물1mol을 소거하면 CaO와HCl의 직접 반응이 남는다. -76.9+(-112.4)=-189.3kJ.</a:t>
            </a:r>
          </a:p>
          <a:p xmlns:a="http://schemas.openxmlformats.org/drawingml/2006/main">
            <a:r>
              <a:t>출처: 천재84쪽 원본 세 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10/42. 계수와 반응 엔탈피</a:t>
            </a:r>
          </a:p>
          <a:p xmlns:a="http://schemas.openxmlformats.org/drawingml/2006/main">
            <a:r>
              <a:t>발화·지도: 수소와 산소로 액체 물1mol을 만드는 반응을2배하면 물2mol이 생성되고 출입하는 열도2배가 된다. -285.8kJ와-571.6kJ를 대응한다.</a:t>
            </a:r>
          </a:p>
          <a:p xmlns:a="http://schemas.openxmlformats.org/drawingml/2006/main">
            <a:r>
              <a:t>출처: 천재76쪽 원본 계수 비교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11/42. 역반응의 엔탈피</a:t>
            </a:r>
          </a:p>
          <a:p xmlns:a="http://schemas.openxmlformats.org/drawingml/2006/main">
            <a:r>
              <a:t>발화·지도: 메테인 생성 반응과 분해 반응은 방향이 반대다. -74.8kJ/mol과+74.8kJ/mol은 절댓값이 같고 부호가 반대임을 확인한다.</a:t>
            </a:r>
          </a:p>
          <a:p xmlns:a="http://schemas.openxmlformats.org/drawingml/2006/main">
            <a:r>
              <a:t>출처: 천재86쪽 생성식·87쪽 과정1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12/42. 열화학 반응식의 세 가지 조작</a:t>
            </a:r>
          </a:p>
          <a:p xmlns:a="http://schemas.openxmlformats.org/drawingml/2006/main">
            <a:r>
              <a:t>발화·지도: 반응식의 배수·역반응·합에 ΔH도 같은 조작을 적용한다</a:t>
            </a:r>
          </a:p>
          <a:p xmlns:a="http://schemas.openxmlformats.org/drawingml/2006/main">
            <a:r>
              <a:t>출처: W22 118~119·122.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13/42. Part 2 반응 엔탈피 구하기</a:t>
            </a:r>
          </a:p>
          <a:p xmlns:a="http://schemas.openxmlformats.org/drawingml/2006/main">
            <a:r>
              <a:t>발화·지도: 직접 측정하기 어려운 반응의 ΔH를 다른 반응으로 구할 수 있을까?</a:t>
            </a:r>
          </a:p>
          <a:p xmlns:a="http://schemas.openxmlformats.org/drawingml/2006/main">
            <a:r>
              <a:t>출처: W22 119.</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14/42. CO 생성열을 직접 재기 어려운 까닭</a:t>
            </a:r>
          </a:p>
          <a:p xmlns:a="http://schemas.openxmlformats.org/drawingml/2006/main">
            <a:r>
              <a:t>발화·지도: 탄소의 불완전 연소에서는 CO2도 함께 생길 수 있다</a:t>
            </a:r>
          </a:p>
          <a:p xmlns:a="http://schemas.openxmlformats.org/drawingml/2006/main">
            <a:r>
              <a:t>출처: W22 119 탄소 연소 본문.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15/42. 목표 반응과 자료</a:t>
            </a:r>
          </a:p>
          <a:p xmlns:a="http://schemas.openxmlformats.org/drawingml/2006/main">
            <a:r>
              <a:t>발화·지도: 목표는 흑연으로CO1mol을 만드는 반응이다. CO2가 생기는 두 연소 반응의 측정값을 이용한다.</a:t>
            </a:r>
          </a:p>
          <a:p xmlns:a="http://schemas.openxmlformats.org/drawingml/2006/main">
            <a:r>
              <a:t>출처: 천재85쪽 예제 원본 세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16/42. CO2 소거</a:t>
            </a:r>
          </a:p>
          <a:p xmlns:a="http://schemas.openxmlformats.org/drawingml/2006/main">
            <a:r>
              <a:t>발화·지도: 흑연 연소식에서 CO 연소식을 뺀다. 이는 두 번째 반응을 역으로 하여 더하는 것과 같다. CO2가 소거되고 산소1/2mol이 남는다.</a:t>
            </a:r>
          </a:p>
          <a:p xmlns:a="http://schemas.openxmlformats.org/drawingml/2006/main">
            <a:r>
              <a:t>출처: 천재85쪽 예제 식 조합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17/42. CO 생성 엔탈피</a:t>
            </a:r>
          </a:p>
          <a:p xmlns:a="http://schemas.openxmlformats.org/drawingml/2006/main">
            <a:r>
              <a:t>발화·지도: 목표식에 대응하는 ΔH3=ΔH1−ΔH2이다. -393.5−(-283.0)=-110.5kJ. 두 음수를 빼는 부호 계산과 생성되는CO1mol 기준을 확인한다.</a:t>
            </a:r>
          </a:p>
          <a:p xmlns:a="http://schemas.openxmlformats.org/drawingml/2006/main">
            <a:r>
              <a:t>출처: 천재85쪽 원본 반응식·수치.</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18/42. 흑연과 다이아몬드</a:t>
            </a:r>
          </a:p>
          <a:p xmlns:a="http://schemas.openxmlformats.org/drawingml/2006/main">
            <a:r>
              <a:t>발화·지도: 보통 조건에서 흑연이 다이아몬드로 변하는 반응은 직접 열량을 측정하기 어렵다. 두 동소체의 연소열로 전환 반응의 엔탈피를 간접 계산한다. 캐릭터의 손으로 누르는 모습은 상상 장면이며 실제 합성 절차가 아니다.</a:t>
            </a:r>
          </a:p>
          <a:p xmlns:a="http://schemas.openxmlformats.org/drawingml/2006/main">
            <a:r>
              <a:t>출처: 2015 완자137쪽 원본 목표식; 2022 완자127쪽Q7; 천재86쪽.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19/42. 연소열의 차</a:t>
            </a:r>
          </a:p>
          <a:p xmlns:a="http://schemas.openxmlformats.org/drawingml/2006/main">
            <a:r>
              <a:t>발화·지도: 흑연 연소 반응에서 다이아몬드 연소 반응을 빼면 산소와CO2가 소거된다. -393.5−(-395.4)=+1.9kJ로 흡열이다. 25°C1기압의 완자 반올림 자료이며 천재86쪽1.88과 표시 정밀도를 섞지 않는다.</a:t>
            </a:r>
          </a:p>
          <a:p xmlns:a="http://schemas.openxmlformats.org/drawingml/2006/main">
            <a:r>
              <a:t>출처: 2022 완자127쪽Q7; 2015 완자137쪽.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20/42. 헤스 법칙 계산의 순서</a:t>
            </a:r>
          </a:p>
          <a:p xmlns:a="http://schemas.openxmlformats.org/drawingml/2006/main">
            <a:r>
              <a:t>발화·지도: 목표식 확인→방향·계수 조절→물질 소거→ΔH 계산 순서로 푼다</a:t>
            </a:r>
          </a:p>
          <a:p xmlns:a="http://schemas.openxmlformats.org/drawingml/2006/main">
            <a:r>
              <a:t>출처: W22 122 비법 특강.</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21/42. 황 산화 반응 문제</a:t>
            </a:r>
          </a:p>
          <a:p xmlns:a="http://schemas.openxmlformats.org/drawingml/2006/main">
            <a:r>
              <a:t>발화·지도: 주어진 두 반응에서 목표SO2의 계수2와SO3의 생성물 위치를 먼저 확인한다. 정답은 다음 장에서 공개한다.</a:t>
            </a:r>
          </a:p>
          <a:p xmlns:a="http://schemas.openxmlformats.org/drawingml/2006/main">
            <a:r>
              <a:t>출처: 2022 완자122쪽Q2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22/42. 황 산화 반응 검산</a:t>
            </a:r>
          </a:p>
          <a:p xmlns:a="http://schemas.openxmlformats.org/drawingml/2006/main">
            <a:r>
              <a:t>발화·지도: 첫 반응을2배해 둘째 반응에서 빼면 목표식이 된다. -791−2×(-297)=-197kJ. 원소 수와 반응 엔탈피 부호를 함께 확인한다.</a:t>
            </a:r>
          </a:p>
          <a:p xmlns:a="http://schemas.openxmlformats.org/drawingml/2006/main">
            <a:r>
              <a:t>출처: 2022 완자122쪽Q2 원본·해설.</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23/42. 그래프와 관계식</a:t>
            </a:r>
          </a:p>
          <a:p xmlns:a="http://schemas.openxmlformats.org/drawingml/2006/main">
            <a:r>
              <a:t>발화·지도: 전체 반응 ΔH1은 중간CO를 거치는 ΔH3와 ΔH2의 합이다. 알고 싶은 ΔH3를 구하도록 식을 이항한다.</a:t>
            </a:r>
          </a:p>
          <a:p xmlns:a="http://schemas.openxmlformats.org/drawingml/2006/main">
            <a:r>
              <a:t>출처: 천재85쪽 엔탈피 그림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24/42. Part 3 표준 생성 엔탈피</a:t>
            </a:r>
          </a:p>
          <a:p xmlns:a="http://schemas.openxmlformats.org/drawingml/2006/main">
            <a:r>
              <a:t>발화·지도: 물질마다 같은 기준의 생성 엔탈피를 알면 어떤 반응의 열도 구할 수 있을까?</a:t>
            </a:r>
          </a:p>
          <a:p xmlns:a="http://schemas.openxmlformats.org/drawingml/2006/main">
            <a:r>
              <a:t>출처: W22 121; T 대조 미완료.</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25/42. 표준 생성 엔탈피</a:t>
            </a:r>
          </a:p>
          <a:p xmlns:a="http://schemas.openxmlformats.org/drawingml/2006/main">
            <a:r>
              <a:t>발화·지도: 표준 상태의 가장 안정한 성분 원소로부터 물질1mol이 생성될 때의 반응 엔탈피다. 원본 물 생성 반응식의 계수와 생성물 상태를 확인한다. 이 자료는25°C 값이다.</a:t>
            </a:r>
          </a:p>
          <a:p xmlns:a="http://schemas.openxmlformats.org/drawingml/2006/main">
            <a:r>
              <a:t>출처: 천재86쪽 정의 및85쪽 물 생성식;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26/42. 기준 원소 물질</a:t>
            </a:r>
          </a:p>
          <a:p xmlns:a="http://schemas.openxmlformats.org/drawingml/2006/main">
            <a:r>
              <a:t>발화·지도: 표준 생성 엔탈피의 기준값을0으로 정하는 것이며 물질 자체의 엔탈피H가0이라는 뜻이 아니다. O2와O3, 흑연과다이아몬드를 구별한다.</a:t>
            </a:r>
          </a:p>
          <a:p xmlns:a="http://schemas.openxmlformats.org/drawingml/2006/main">
            <a:r>
              <a:t>출처: 천재86쪽 표III-3·동소체 설명;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27/42. 물과 수증기</a:t>
            </a:r>
          </a:p>
          <a:p xmlns:a="http://schemas.openxmlformats.org/drawingml/2006/main">
            <a:r>
              <a:t>발화·지도: 같은 양과 온도에서 생성물의 상태만 다른 두 반응을 비교한다. H2O(l)은-285.8, H2O(g)는-241.8kJ/mol이며 상태가 다른 물질끼리는 소거하지 않는다.</a:t>
            </a:r>
          </a:p>
          <a:p xmlns:a="http://schemas.openxmlformats.org/drawingml/2006/main">
            <a:r>
              <a:t>출처: 천재85쪽 유제 원본 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28/42. 생성 엔탈피 계산의 근거</a:t>
            </a:r>
          </a:p>
          <a:p xmlns:a="http://schemas.openxmlformats.org/drawingml/2006/main">
            <a:r>
              <a:t>발화·지도: 메테인을 원소로 분해하고 그 원소로CO2와물을 생성하는 교과서 세 과정을 합한다. 메테인의 생성식을 역으로 했으므로 그 항에 음수가 붙는다.</a:t>
            </a:r>
          </a:p>
          <a:p xmlns:a="http://schemas.openxmlformats.org/drawingml/2006/main">
            <a:r>
              <a:t>출처: 천재87쪽 과정1~3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29/42. 계수를 곱해 더한다</a:t>
            </a:r>
          </a:p>
          <a:p xmlns:a="http://schemas.openxmlformats.org/drawingml/2006/main">
            <a:r>
              <a:t>발화·지도: ΔrH°=ΣνΔfH°(생성물)-ΣνΔfH°(반응물)이다</a:t>
            </a:r>
          </a:p>
          <a:p xmlns:a="http://schemas.openxmlformats.org/drawingml/2006/main">
            <a:r>
              <a:t>출처: W22 121 관계식.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30/42. 메테인 연소 계산</a:t>
            </a:r>
          </a:p>
          <a:p xmlns:a="http://schemas.openxmlformats.org/drawingml/2006/main">
            <a:r>
              <a:t>발화·지도: 자료는CH4 -74.8, CO2 -393.5, H2O(l) -285.8kJ/mol이다. 계수를 곱한 생성물 합에서 반응물 합을 빼면 -890.3kJ다.</a:t>
            </a:r>
          </a:p>
          <a:p xmlns:a="http://schemas.openxmlformats.org/drawingml/2006/main">
            <a:r>
              <a:t>출처: 천재86~87쪽·2022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31/42. 기화 엔탈피</a:t>
            </a:r>
          </a:p>
          <a:p xmlns:a="http://schemas.openxmlformats.org/drawingml/2006/main">
            <a:r>
              <a:t>발화·지도: 25°C에서 물과수증기의 생성 엔탈피 차이로 기화 엔탈피를 구한다. -241.8−(-285.8)=+44.0kJ. 100°C 끓는점의 자료와 혼용하지 않는다.</a:t>
            </a:r>
          </a:p>
          <a:p xmlns:a="http://schemas.openxmlformats.org/drawingml/2006/main">
            <a:r>
              <a:t>출처: 2022 완자123쪽Q4 원본 그래프; 천재85쪽 기화식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32/42. 생성 엔탈피 계산의 확인점</a:t>
            </a:r>
          </a:p>
          <a:p xmlns:a="http://schemas.openxmlformats.org/drawingml/2006/main">
            <a:r>
              <a:t>발화·지도: 생성물 1mol 기준·기준 원소·물질 상태·반응 계수를 확인한다</a:t>
            </a:r>
          </a:p>
          <a:p xmlns:a="http://schemas.openxmlformats.org/drawingml/2006/main">
            <a:r>
              <a:t>출처: W22 121·124 핵심체크.</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33/42. Part 4 실험으로 확인하는 헤스 법칙</a:t>
            </a:r>
          </a:p>
          <a:p xmlns:a="http://schemas.openxmlformats.org/drawingml/2006/main">
            <a:r>
              <a:t>발화·지도: 용해한 뒤 중화할 때와 고체를 직접 반응시킬 때의 열은 어떤 관계일까?</a:t>
            </a:r>
          </a:p>
          <a:p xmlns:a="http://schemas.openxmlformats.org/drawingml/2006/main">
            <a:r>
              <a:t>출처: G22 보존104~105; W22 120.</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34/42. 두 실험 경로</a:t>
            </a:r>
          </a:p>
          <a:p xmlns:a="http://schemas.openxmlformats.org/drawingml/2006/main">
            <a:r>
              <a:t>발화·지도: 경로I은고체NaOH의용해후중화, 경로II는고체NaOH와HCl수용액의직접반응이다. 처음과끝의전체물질·양·상태를맞춘다.</a:t>
            </a:r>
          </a:p>
          <a:p xmlns:a="http://schemas.openxmlformats.org/drawingml/2006/main">
            <a:r>
              <a:t>출처: 2022 완자120쪽 원본 경로·반응식.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35/42. 실험 조건</a:t>
            </a:r>
          </a:p>
          <a:p xmlns:a="http://schemas.openxmlformats.org/drawingml/2006/main">
            <a:r>
              <a:t>발화·지도: NaOH8.0g은0.200mol이다. 용해 후 처음 온도로 식힌 다음 중화한다. 직접반응에서는 물과 염산을 먼저 혼합해처음온도로맞춘다. 사진두패널은모두실험I이며직접반응사진으로오해하지않게한다.</a:t>
            </a:r>
          </a:p>
          <a:p xmlns:a="http://schemas.openxmlformats.org/drawingml/2006/main">
            <a:r>
              <a:t>출처: 2022 완자120쪽 과정·실험I 사진.</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36/42. 용액 열량과 반응열</a:t>
            </a:r>
          </a:p>
          <a:p xmlns:a="http://schemas.openxmlformats.org/drawingml/2006/main">
            <a:r>
              <a:t>발화·지도: 용액전체질량과온도변화를사용한다. 외부열출입과열량계열용량을무시하면용액이얻은열과반응에서방출한열의크기는같다. 온도상승일때용액Q는양수, 반응ΔH는음수다.</a:t>
            </a:r>
          </a:p>
          <a:p xmlns:a="http://schemas.openxmlformats.org/drawingml/2006/main">
            <a:r>
              <a:t>출처: 2022 완자120쪽; 물질과 에너지 지도서 보존104~105쪽.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37/42. 온도 자료</a:t>
            </a:r>
          </a:p>
          <a:p xmlns:a="http://schemas.openxmlformats.org/drawingml/2006/main">
            <a:r>
              <a:t>발화·지도: 세반응의처음온도를각각25°C로맞춘자료다. 용액의질량208·408·408g과온도상승9.5·6.1·11.0°C를각행에서읽는다.</a:t>
            </a:r>
          </a:p>
          <a:p xmlns:a="http://schemas.openxmlformats.org/drawingml/2006/main">
            <a:r>
              <a:t>출처: 2022 완자120쪽 원본 실험 결과.</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38/42. 용해 엔탈피 계산</a:t>
            </a:r>
          </a:p>
          <a:p xmlns:a="http://schemas.openxmlformats.org/drawingml/2006/main">
            <a:r>
              <a:t>발화·지도: 4.2×208×9.5=8299.2J이다. 반응물0.200mol로나누고부호를음수로하면약-41.50kJ/mol이다.</a:t>
            </a:r>
          </a:p>
          <a:p xmlns:a="http://schemas.openxmlformats.org/drawingml/2006/main">
            <a:r>
              <a:t>출처: 2022 완자120쪽 실험I-1.</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39/42. 반응별 자료 비교</a:t>
            </a:r>
          </a:p>
          <a:p xmlns:a="http://schemas.openxmlformats.org/drawingml/2006/main">
            <a:r>
              <a:t>발화·지도: 완자가제시한중간반올림값으로8.30·10.45·18.85kJ를같은0.200mol기준으로환산한다. 반올림전값과섞어계산하지않는다.</a:t>
            </a:r>
          </a:p>
          <a:p xmlns:a="http://schemas.openxmlformats.org/drawingml/2006/main">
            <a:r>
              <a:t>출처: 2022 완자120쪽 해석2.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40/42. 실험값의 근사 일치</a:t>
            </a:r>
          </a:p>
          <a:p xmlns:a="http://schemas.openxmlformats.org/drawingml/2006/main">
            <a:r>
              <a:t>발화·지도: 두단계합-93.75와직접반응-94.25kJ/mol의차이는0.50이다. 열손실과측정·희석조건등을검토한다. 실험값차이를없애려고자료를고치지않는다.</a:t>
            </a:r>
          </a:p>
          <a:p xmlns:a="http://schemas.openxmlformats.org/drawingml/2006/main">
            <a:r>
              <a:t>출처: 2022 완자120쪽 해석3.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41/42. 유용성</a:t>
            </a:r>
          </a:p>
          <a:p xmlns:a="http://schemas.openxmlformats.org/drawingml/2006/main">
            <a:r>
              <a:t>발화·지도: 알려진반응들을조합해목표반응과같은처음과끝을만들면직접측정하지않은반응의엔탈피를구할수있다.</a:t>
            </a:r>
          </a:p>
          <a:p xmlns:a="http://schemas.openxmlformats.org/drawingml/2006/main">
            <a:r>
              <a:t>출처: 천재83~87쪽; 성취기준12물에03-02.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42/42. 설명 과제</a:t>
            </a:r>
          </a:p>
          <a:p xmlns:a="http://schemas.openxmlformats.org/drawingml/2006/main">
            <a:r>
              <a:t>발화·지도: 예상답: CO생성은두연소식을조합하면목표식이남음. 기화의ΔH는양수. 실험차이는열손실·온도측정·희석조건등으로설명한다.</a:t>
            </a:r>
          </a:p>
          <a:p xmlns:a="http://schemas.openxmlformats.org/drawingml/2006/main">
            <a:r>
              <a:t>출처: 천재85쪽·2022 완자120쪽 자료를 바탕으로 한 교사 제작 확인문항.</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39106f2a3ec443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0509ee0a5d744a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6ae5ea522aa46a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030e091451c471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453a7ce20f84dc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bbda484fcfe416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E0F5E1-6FF2-44A0-A48E-FE1D11B72207}"/>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B2EC57A-1201-4735-80FE-9DB9ABD73348}"/>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A46DA63-6F03-4D33-ADC7-3A205FDAF43B}"/>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E3C262-C073-448B-808B-8F9E0DADBD64}"/>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E452A2A-25D9-4FEF-9430-D37D54BF87F2}"/>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AE3F18B-0D6B-484A-B9EC-0A66817482FD}"/>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F39841C-6230-4D36-BE97-935886B8EDA7}"/>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03D4D2-6DC0-431E-922D-A9D145426D50}"/>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6ED5E86-2702-4C4D-B88D-EF6A178E73F8}"/>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736C4F3-1BAE-44AB-B96B-849D48B357B8}"/>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8b715f969934d4d" /><Relationship Type="http://schemas.openxmlformats.org/officeDocument/2006/relationships/slideLayout" Target="/ppt/slideLayouts/slideLayout1.xml" Id="R448acdfa4fd54a1b" /><Relationship Type="http://schemas.openxmlformats.org/officeDocument/2006/relationships/slideLayout" Target="/ppt/slideLayouts/slideLayout2.xml" Id="R835d2c2db9694a77" /><Relationship Type="http://schemas.openxmlformats.org/officeDocument/2006/relationships/slideLayout" Target="/ppt/slideLayouts/slideLayout3.xml" Id="R2e3a643c47904cf0" /><Relationship Type="http://schemas.openxmlformats.org/officeDocument/2006/relationships/slideLayout" Target="/ppt/slideLayouts/slideLayout4.xml" Id="Rf73fe3075e1744a8" /><Relationship Type="http://schemas.openxmlformats.org/officeDocument/2006/relationships/slideLayout" Target="/ppt/slideLayouts/slideLayout5.xml" Id="Rd1ba39b42e1c4e34" /><Relationship Type="http://schemas.openxmlformats.org/officeDocument/2006/relationships/slideLayout" Target="/ppt/slideLayouts/slideLayout6.xml" Id="Rc3452de1c841405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48acdfa4fd54a1b"/>
    <p:sldLayoutId xmlns:r="http://schemas.openxmlformats.org/officeDocument/2006/relationships" id="2147483650" r:id="R835d2c2db9694a77"/>
    <p:sldLayoutId xmlns:r="http://schemas.openxmlformats.org/officeDocument/2006/relationships" id="2147483651" r:id="R2e3a643c47904cf0"/>
    <p:sldLayoutId xmlns:r="http://schemas.openxmlformats.org/officeDocument/2006/relationships" id="2147483652" r:id="Rf73fe3075e1744a8"/>
    <p:sldLayoutId xmlns:r="http://schemas.openxmlformats.org/officeDocument/2006/relationships" id="2147483653" r:id="Rd1ba39b42e1c4e34"/>
    <p:sldLayoutId xmlns:r="http://schemas.openxmlformats.org/officeDocument/2006/relationships" id="2147483654" r:id="Rc3452de1c841405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0a06411a42a47b1" /><Relationship Type="http://schemas.openxmlformats.org/officeDocument/2006/relationships/image" Target="/ppt/media/image.png" Id="R954fdeeabec649b2" /><Relationship Type="http://schemas.openxmlformats.org/officeDocument/2006/relationships/image" Target="/ppt/media/image2.png" Id="R1264cfd4d9464f5e" /><Relationship Type="http://schemas.openxmlformats.org/officeDocument/2006/relationships/image" Target="/ppt/media/image3.png" Id="R406683c1470949b6" /><Relationship Type="http://schemas.openxmlformats.org/officeDocument/2006/relationships/notesSlide" Target="/ppt/notesSlides/notesSlide1.xml" Id="R7fa074df9f44453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9c254b6cf724afc" /><Relationship Type="http://schemas.openxmlformats.org/officeDocument/2006/relationships/image" Target="/ppt/media/image4.png" Id="R92c47895b9684bc8" /><Relationship Type="http://schemas.openxmlformats.org/officeDocument/2006/relationships/image" Target="/ppt/media/image5.png" Id="R1629fe57965d46c0" /><Relationship Type="http://schemas.openxmlformats.org/officeDocument/2006/relationships/notesSlide" Target="/ppt/notesSlides/notesSlide2.xml" Id="Rf43e8868ff52498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d5e53fe49034fe2" /><Relationship Type="http://schemas.openxmlformats.org/officeDocument/2006/relationships/image" Target="/ppt/media/image6.png" Id="R661bca2218a34790" /><Relationship Type="http://schemas.openxmlformats.org/officeDocument/2006/relationships/notesSlide" Target="/ppt/notesSlides/notesSlide3.xml" Id="R0cba81d8b4014d5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3ccfe29bfa34c24" /><Relationship Type="http://schemas.openxmlformats.org/officeDocument/2006/relationships/image" Target="/ppt/media/image7.png" Id="R1fb56925516f4540" /><Relationship Type="http://schemas.openxmlformats.org/officeDocument/2006/relationships/image" Target="/ppt/media/image8.png" Id="R8cb2bb020b4e4707" /><Relationship Type="http://schemas.openxmlformats.org/officeDocument/2006/relationships/notesSlide" Target="/ppt/notesSlides/notesSlide4.xml" Id="R87703d1033aa4af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d73e227bccb45cb" /><Relationship Type="http://schemas.openxmlformats.org/officeDocument/2006/relationships/image" Target="/ppt/media/image9.png" Id="R9582868ae79d4a2c" /><Relationship Type="http://schemas.openxmlformats.org/officeDocument/2006/relationships/image" Target="/ppt/media/image10.png" Id="Ra7f0e6bfaca44f89" /><Relationship Type="http://schemas.openxmlformats.org/officeDocument/2006/relationships/notesSlide" Target="/ppt/notesSlides/notesSlide5.xml" Id="Rb2f1feb54f6549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e63c3f4c87e4311" /><Relationship Type="http://schemas.openxmlformats.org/officeDocument/2006/relationships/image" Target="/ppt/media/image11.png" Id="Rd3464386695c4789" /><Relationship Type="http://schemas.openxmlformats.org/officeDocument/2006/relationships/notesSlide" Target="/ppt/notesSlides/notesSlide6.xml" Id="Rf0fd0410d311421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0b616b1d24e4f27" /><Relationship Type="http://schemas.openxmlformats.org/officeDocument/2006/relationships/image" Target="/ppt/media/image12.png" Id="Ref30597928c14ecc" /><Relationship Type="http://schemas.openxmlformats.org/officeDocument/2006/relationships/image" Target="/ppt/media/image13.png" Id="R12b4ef5261e346b4" /><Relationship Type="http://schemas.openxmlformats.org/officeDocument/2006/relationships/image" Target="/ppt/media/image14.png" Id="R5bd5da15a0e1443c" /><Relationship Type="http://schemas.openxmlformats.org/officeDocument/2006/relationships/image" Target="/ppt/media/image15.png" Id="R7922f1c637df4a5d" /><Relationship Type="http://schemas.openxmlformats.org/officeDocument/2006/relationships/notesSlide" Target="/ppt/notesSlides/notesSlide7.xml" Id="Ra691c45e8f6447e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ab3d8296f974e30" /><Relationship Type="http://schemas.openxmlformats.org/officeDocument/2006/relationships/image" Target="/ppt/media/image16.png" Id="R629b5aa3f30a4fcd" /><Relationship Type="http://schemas.openxmlformats.org/officeDocument/2006/relationships/image" Target="/ppt/media/image17.png" Id="Rd33b800956894aeb" /><Relationship Type="http://schemas.openxmlformats.org/officeDocument/2006/relationships/notesSlide" Target="/ppt/notesSlides/notesSlide8.xml" Id="R59409a51f5d1463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937d07606694cd5" /><Relationship Type="http://schemas.openxmlformats.org/officeDocument/2006/relationships/image" Target="/ppt/media/image18.png" Id="R9ddc28ec16e0415a" /><Relationship Type="http://schemas.openxmlformats.org/officeDocument/2006/relationships/image" Target="/ppt/media/image19.png" Id="Redf38dbe812b4722" /><Relationship Type="http://schemas.openxmlformats.org/officeDocument/2006/relationships/image" Target="/ppt/media/image20.png" Id="R0e0090d357414879" /><Relationship Type="http://schemas.openxmlformats.org/officeDocument/2006/relationships/image" Target="/ppt/media/image21.png" Id="R3c23983c363643c9" /><Relationship Type="http://schemas.openxmlformats.org/officeDocument/2006/relationships/notesSlide" Target="/ppt/notesSlides/notesSlide9.xml" Id="R787610a2ad6140a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225aaa5fc074959" /><Relationship Type="http://schemas.openxmlformats.org/officeDocument/2006/relationships/image" Target="/ppt/media/image22.png" Id="Rcf92340b4f32444f" /><Relationship Type="http://schemas.openxmlformats.org/officeDocument/2006/relationships/image" Target="/ppt/media/image23.png" Id="Ref87f9bc2cbf4296" /><Relationship Type="http://schemas.openxmlformats.org/officeDocument/2006/relationships/image" Target="/ppt/media/image24.png" Id="R38a73c6ce9e74fae" /><Relationship Type="http://schemas.openxmlformats.org/officeDocument/2006/relationships/notesSlide" Target="/ppt/notesSlides/notesSlide10.xml" Id="R349be18775dd457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9c71870a65b47cc" /><Relationship Type="http://schemas.openxmlformats.org/officeDocument/2006/relationships/image" Target="/ppt/media/image25.png" Id="R087e6487ac5a4cbb" /><Relationship Type="http://schemas.openxmlformats.org/officeDocument/2006/relationships/image" Target="/ppt/media/image26.png" Id="R00f08b7d71bf48db" /><Relationship Type="http://schemas.openxmlformats.org/officeDocument/2006/relationships/image" Target="/ppt/media/image27.png" Id="R5fe556c56d8845f4" /><Relationship Type="http://schemas.openxmlformats.org/officeDocument/2006/relationships/notesSlide" Target="/ppt/notesSlides/notesSlide11.xml" Id="R19dcb3f99385492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8026245aa434792" /><Relationship Type="http://schemas.openxmlformats.org/officeDocument/2006/relationships/image" Target="/ppt/media/image28.png" Id="R063da303c4ac404f" /><Relationship Type="http://schemas.openxmlformats.org/officeDocument/2006/relationships/notesSlide" Target="/ppt/notesSlides/notesSlide12.xml" Id="R9fd22124a8c942d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041556c1d3047eb" /><Relationship Type="http://schemas.openxmlformats.org/officeDocument/2006/relationships/image" Target="/ppt/media/image29.png" Id="Rc9ccb74aa670466e" /><Relationship Type="http://schemas.openxmlformats.org/officeDocument/2006/relationships/image" Target="/ppt/media/image30.png" Id="R4e9ed5560144429b" /><Relationship Type="http://schemas.openxmlformats.org/officeDocument/2006/relationships/notesSlide" Target="/ppt/notesSlides/notesSlide13.xml" Id="R6f3c87a2f2e14d5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509433ccc7c48b9" /><Relationship Type="http://schemas.openxmlformats.org/officeDocument/2006/relationships/image" Target="/ppt/media/image31.png" Id="Ra8176f6f5d554a04" /><Relationship Type="http://schemas.openxmlformats.org/officeDocument/2006/relationships/image" Target="/ppt/media/image32.png" Id="R968bc81cc27a4011" /><Relationship Type="http://schemas.openxmlformats.org/officeDocument/2006/relationships/notesSlide" Target="/ppt/notesSlides/notesSlide14.xml" Id="Rd56cc28341c64f3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3e267ccbde64089" /><Relationship Type="http://schemas.openxmlformats.org/officeDocument/2006/relationships/image" Target="/ppt/media/image33.png" Id="Rce34e434332a4af3" /><Relationship Type="http://schemas.openxmlformats.org/officeDocument/2006/relationships/image" Target="/ppt/media/image34.png" Id="Rbfb9ee37f7944c42" /><Relationship Type="http://schemas.openxmlformats.org/officeDocument/2006/relationships/image" Target="/ppt/media/image35.png" Id="Ra48bd693cee4458d" /><Relationship Type="http://schemas.openxmlformats.org/officeDocument/2006/relationships/image" Target="/ppt/media/image36.png" Id="Ra9c39ae083a94d03" /><Relationship Type="http://schemas.openxmlformats.org/officeDocument/2006/relationships/notesSlide" Target="/ppt/notesSlides/notesSlide15.xml" Id="R83fa7ac0e230438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fdc4ed6a9ec4477" /><Relationship Type="http://schemas.openxmlformats.org/officeDocument/2006/relationships/image" Target="/ppt/media/image37.png" Id="Rd582c52cedb14e99" /><Relationship Type="http://schemas.openxmlformats.org/officeDocument/2006/relationships/image" Target="/ppt/media/image38.png" Id="Rd7e3328a545140a7" /><Relationship Type="http://schemas.openxmlformats.org/officeDocument/2006/relationships/notesSlide" Target="/ppt/notesSlides/notesSlide16.xml" Id="R2682aec7e4bd493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5e63e93158e46b7" /><Relationship Type="http://schemas.openxmlformats.org/officeDocument/2006/relationships/image" Target="/ppt/media/image39.png" Id="R9c279c26508d4283" /><Relationship Type="http://schemas.openxmlformats.org/officeDocument/2006/relationships/image" Target="/ppt/media/image40.png" Id="R8bcb0fbf56ba42a1" /><Relationship Type="http://schemas.openxmlformats.org/officeDocument/2006/relationships/image" Target="/ppt/media/image41.png" Id="R161111fc7ec447a6" /><Relationship Type="http://schemas.openxmlformats.org/officeDocument/2006/relationships/notesSlide" Target="/ppt/notesSlides/notesSlide17.xml" Id="Rc4865a698dd340f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ddfed5f5748e4034" /><Relationship Type="http://schemas.openxmlformats.org/officeDocument/2006/relationships/image" Target="/ppt/media/image42.png" Id="R4a78cb63ac914d2b" /><Relationship Type="http://schemas.openxmlformats.org/officeDocument/2006/relationships/image" Target="/ppt/media/image43.png" Id="R4b7c71db7c2049bf" /><Relationship Type="http://schemas.openxmlformats.org/officeDocument/2006/relationships/image" Target="/ppt/media/image44.png" Id="Rffde95a8b7dd45c7" /><Relationship Type="http://schemas.openxmlformats.org/officeDocument/2006/relationships/notesSlide" Target="/ppt/notesSlides/notesSlide18.xml" Id="R94c4c2066b0e40c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3e833a9979a4b90" /><Relationship Type="http://schemas.openxmlformats.org/officeDocument/2006/relationships/image" Target="/ppt/media/image45.png" Id="R4070073acf894231" /><Relationship Type="http://schemas.openxmlformats.org/officeDocument/2006/relationships/image" Target="/ppt/media/image46.png" Id="R55f49853ffbe4f10" /><Relationship Type="http://schemas.openxmlformats.org/officeDocument/2006/relationships/image" Target="/ppt/media/image47.png" Id="R0a41783bcebf4519" /><Relationship Type="http://schemas.openxmlformats.org/officeDocument/2006/relationships/notesSlide" Target="/ppt/notesSlides/notesSlide19.xml" Id="Rd1e71a93df934e8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352745d0c9740fd" /><Relationship Type="http://schemas.openxmlformats.org/officeDocument/2006/relationships/image" Target="/ppt/media/image48.png" Id="R442c179843f24894" /><Relationship Type="http://schemas.openxmlformats.org/officeDocument/2006/relationships/notesSlide" Target="/ppt/notesSlides/notesSlide20.xml" Id="Rf4fdecaa385c494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a74dd9b88c2342d2" /><Relationship Type="http://schemas.openxmlformats.org/officeDocument/2006/relationships/image" Target="/ppt/media/image49.png" Id="Rb08b6be1f0d14bc2" /><Relationship Type="http://schemas.openxmlformats.org/officeDocument/2006/relationships/image" Target="/ppt/media/image50.png" Id="Rd2099e16c2f74a00" /><Relationship Type="http://schemas.openxmlformats.org/officeDocument/2006/relationships/image" Target="/ppt/media/image51.png" Id="R015dbfcee3844baa" /><Relationship Type="http://schemas.openxmlformats.org/officeDocument/2006/relationships/notesSlide" Target="/ppt/notesSlides/notesSlide21.xml" Id="R37ceba7235b44be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e15d3a15ce334a2f" /><Relationship Type="http://schemas.openxmlformats.org/officeDocument/2006/relationships/image" Target="/ppt/media/image52.png" Id="Rba7532813bf8462b" /><Relationship Type="http://schemas.openxmlformats.org/officeDocument/2006/relationships/image" Target="/ppt/media/image53.png" Id="R35ce757838ab45df" /><Relationship Type="http://schemas.openxmlformats.org/officeDocument/2006/relationships/image" Target="/ppt/media/image54.png" Id="Ra7a25fc1db974229" /><Relationship Type="http://schemas.openxmlformats.org/officeDocument/2006/relationships/notesSlide" Target="/ppt/notesSlides/notesSlide22.xml" Id="R2e743d8235f9400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f02f467e6b16455b" /><Relationship Type="http://schemas.openxmlformats.org/officeDocument/2006/relationships/image" Target="/ppt/media/image55.png" Id="R871583fa39754419" /><Relationship Type="http://schemas.openxmlformats.org/officeDocument/2006/relationships/image" Target="/ppt/media/image56.png" Id="Rca24ef1c336e4bdc" /><Relationship Type="http://schemas.openxmlformats.org/officeDocument/2006/relationships/notesSlide" Target="/ppt/notesSlides/notesSlide23.xml" Id="R7da2231d1b114f1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420b6b9bdda4a1c" /><Relationship Type="http://schemas.openxmlformats.org/officeDocument/2006/relationships/image" Target="/ppt/media/image57.png" Id="R334b0843fd304ed8" /><Relationship Type="http://schemas.openxmlformats.org/officeDocument/2006/relationships/image" Target="/ppt/media/image58.png" Id="Rd8f75c1b37db4af2" /><Relationship Type="http://schemas.openxmlformats.org/officeDocument/2006/relationships/notesSlide" Target="/ppt/notesSlides/notesSlide24.xml" Id="R3b516e7a44b9416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bf6ae463e09347fb" /><Relationship Type="http://schemas.openxmlformats.org/officeDocument/2006/relationships/image" Target="/ppt/media/image59.png" Id="Rc4b0f519d9744d23" /><Relationship Type="http://schemas.openxmlformats.org/officeDocument/2006/relationships/image" Target="/ppt/media/image60.png" Id="Recce96f5ed0b45a6" /><Relationship Type="http://schemas.openxmlformats.org/officeDocument/2006/relationships/notesSlide" Target="/ppt/notesSlides/notesSlide25.xml" Id="R0bbc7933b85c457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f2ca831606904283" /><Relationship Type="http://schemas.openxmlformats.org/officeDocument/2006/relationships/image" Target="/ppt/media/image61.png" Id="R6b0563533e854b2d" /><Relationship Type="http://schemas.openxmlformats.org/officeDocument/2006/relationships/notesSlide" Target="/ppt/notesSlides/notesSlide26.xml" Id="R188380dd1ff9429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8e152ea7c40b40a6" /><Relationship Type="http://schemas.openxmlformats.org/officeDocument/2006/relationships/image" Target="/ppt/media/image62.png" Id="R900dbeb215454aa3" /><Relationship Type="http://schemas.openxmlformats.org/officeDocument/2006/relationships/image" Target="/ppt/media/image63.png" Id="R494e3d92c23e45ef" /><Relationship Type="http://schemas.openxmlformats.org/officeDocument/2006/relationships/image" Target="/ppt/media/image64.png" Id="R540369a34dd94bc4" /><Relationship Type="http://schemas.openxmlformats.org/officeDocument/2006/relationships/image" Target="/ppt/media/image65.png" Id="R080aa7ee857a4024" /><Relationship Type="http://schemas.openxmlformats.org/officeDocument/2006/relationships/image" Target="/ppt/media/image66.png" Id="R90d5ce50e23145bc" /><Relationship Type="http://schemas.openxmlformats.org/officeDocument/2006/relationships/notesSlide" Target="/ppt/notesSlides/notesSlide27.xml" Id="R85f0f96c41f24a2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5665e2a8b1d640ad" /><Relationship Type="http://schemas.openxmlformats.org/officeDocument/2006/relationships/image" Target="/ppt/media/image67.png" Id="R91b2e122edf54f58" /><Relationship Type="http://schemas.openxmlformats.org/officeDocument/2006/relationships/image" Target="/ppt/media/image68.png" Id="Rca015c1f3fda4ac3" /><Relationship Type="http://schemas.openxmlformats.org/officeDocument/2006/relationships/notesSlide" Target="/ppt/notesSlides/notesSlide28.xml" Id="Reb8d6712eea5449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dab3a24bb9e3404a" /><Relationship Type="http://schemas.openxmlformats.org/officeDocument/2006/relationships/image" Target="/ppt/media/image69.png" Id="R361dca22af624c51" /><Relationship Type="http://schemas.openxmlformats.org/officeDocument/2006/relationships/notesSlide" Target="/ppt/notesSlides/notesSlide29.xml" Id="R12bee9014d5d4ed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6fefc776b84b41a8" /><Relationship Type="http://schemas.openxmlformats.org/officeDocument/2006/relationships/image" Target="/ppt/media/image70.png" Id="Rdb252ee5fef74adc" /><Relationship Type="http://schemas.openxmlformats.org/officeDocument/2006/relationships/image" Target="/ppt/media/image71.png" Id="R6ab7b8abb095466f" /><Relationship Type="http://schemas.openxmlformats.org/officeDocument/2006/relationships/notesSlide" Target="/ppt/notesSlides/notesSlide30.xml" Id="R9c22bb3b8f3f4fb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71de948c053b4dfa" /><Relationship Type="http://schemas.openxmlformats.org/officeDocument/2006/relationships/image" Target="/ppt/media/image72.png" Id="R184f1245555040cb" /><Relationship Type="http://schemas.openxmlformats.org/officeDocument/2006/relationships/image" Target="/ppt/media/image73.png" Id="R6c8567d536104a68" /><Relationship Type="http://schemas.openxmlformats.org/officeDocument/2006/relationships/image" Target="/ppt/media/image74.png" Id="R218619fa8982467f" /><Relationship Type="http://schemas.openxmlformats.org/officeDocument/2006/relationships/notesSlide" Target="/ppt/notesSlides/notesSlide31.xml" Id="R4d0a6b81f3bb49b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8aea3a2abbc74903" /><Relationship Type="http://schemas.openxmlformats.org/officeDocument/2006/relationships/image" Target="/ppt/media/image75.png" Id="Ra5b4b772368844e0" /><Relationship Type="http://schemas.openxmlformats.org/officeDocument/2006/relationships/notesSlide" Target="/ppt/notesSlides/notesSlide32.xml" Id="R666913dbed3b498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6d7870ca779b445b" /><Relationship Type="http://schemas.openxmlformats.org/officeDocument/2006/relationships/image" Target="/ppt/media/image76.png" Id="R9389e0c5204e408b" /><Relationship Type="http://schemas.openxmlformats.org/officeDocument/2006/relationships/image" Target="/ppt/media/image77.png" Id="R80efb8e85ff74756" /><Relationship Type="http://schemas.openxmlformats.org/officeDocument/2006/relationships/notesSlide" Target="/ppt/notesSlides/notesSlide33.xml" Id="Rebd4a1a5d9ba444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ec4372b3d3394dd4" /><Relationship Type="http://schemas.openxmlformats.org/officeDocument/2006/relationships/image" Target="/ppt/media/image78.png" Id="R73ec969c92ee4dbf" /><Relationship Type="http://schemas.openxmlformats.org/officeDocument/2006/relationships/image" Target="/ppt/media/image79.png" Id="Rd4a2594ba10f40bc" /><Relationship Type="http://schemas.openxmlformats.org/officeDocument/2006/relationships/image" Target="/ppt/media/image80.png" Id="R8e91f76daa5b498c" /><Relationship Type="http://schemas.openxmlformats.org/officeDocument/2006/relationships/image" Target="/ppt/media/image81.png" Id="R1cf2f40c32a04e68" /><Relationship Type="http://schemas.openxmlformats.org/officeDocument/2006/relationships/image" Target="/ppt/media/image82.png" Id="R5c50b519565d43b4" /><Relationship Type="http://schemas.openxmlformats.org/officeDocument/2006/relationships/notesSlide" Target="/ppt/notesSlides/notesSlide34.xml" Id="R74396bb2515c489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65e73aad47654e62" /><Relationship Type="http://schemas.openxmlformats.org/officeDocument/2006/relationships/image" Target="/ppt/media/image83.png" Id="R1dde06c87d6348fb" /><Relationship Type="http://schemas.openxmlformats.org/officeDocument/2006/relationships/image" Target="/ppt/media/image84.png" Id="R45ea7fc4669846b6" /><Relationship Type="http://schemas.openxmlformats.org/officeDocument/2006/relationships/image" Target="/ppt/media/image85.png" Id="Rb223056e692e4717" /><Relationship Type="http://schemas.openxmlformats.org/officeDocument/2006/relationships/notesSlide" Target="/ppt/notesSlides/notesSlide35.xml" Id="R428bf8821e51498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e90d4ed748ae4275" /><Relationship Type="http://schemas.openxmlformats.org/officeDocument/2006/relationships/image" Target="/ppt/media/image86.png" Id="Rdafffc62db4b4467" /><Relationship Type="http://schemas.openxmlformats.org/officeDocument/2006/relationships/notesSlide" Target="/ppt/notesSlides/notesSlide36.xml" Id="R10411638427c4a85"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43e075b03a7a4a8b" /><Relationship Type="http://schemas.openxmlformats.org/officeDocument/2006/relationships/image" Target="/ppt/media/image87.png" Id="R6a055c42d1b44180" /><Relationship Type="http://schemas.openxmlformats.org/officeDocument/2006/relationships/notesSlide" Target="/ppt/notesSlides/notesSlide37.xml" Id="R84f1f78ed04c4d5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99fb83473d1342dd" /><Relationship Type="http://schemas.openxmlformats.org/officeDocument/2006/relationships/image" Target="/ppt/media/image88.png" Id="R429ac9629ad64572" /><Relationship Type="http://schemas.openxmlformats.org/officeDocument/2006/relationships/notesSlide" Target="/ppt/notesSlides/notesSlide38.xml" Id="R8e50f2b366c1487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b61d7f130e0246cc" /><Relationship Type="http://schemas.openxmlformats.org/officeDocument/2006/relationships/image" Target="/ppt/media/image89.png" Id="R7243c3fa2c0d4d5f" /><Relationship Type="http://schemas.openxmlformats.org/officeDocument/2006/relationships/notesSlide" Target="/ppt/notesSlides/notesSlide39.xml" Id="R952014d2783e4bd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5dfe0f5d0fad4b84" /><Relationship Type="http://schemas.openxmlformats.org/officeDocument/2006/relationships/image" Target="/ppt/media/image90.png" Id="R604d880c9e0b4574" /><Relationship Type="http://schemas.openxmlformats.org/officeDocument/2006/relationships/notesSlide" Target="/ppt/notesSlides/notesSlide40.xml" Id="R18ae1b2d90c14edf"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02b01ca3c31d42dd" /><Relationship Type="http://schemas.openxmlformats.org/officeDocument/2006/relationships/image" Target="/ppt/media/image91.png" Id="R88487b84de924f21" /><Relationship Type="http://schemas.openxmlformats.org/officeDocument/2006/relationships/image" Target="/ppt/media/image92.png" Id="Ra6738cd5a03946ce" /><Relationship Type="http://schemas.openxmlformats.org/officeDocument/2006/relationships/image" Target="/ppt/media/image93.png" Id="R0f809c5d88554932" /><Relationship Type="http://schemas.openxmlformats.org/officeDocument/2006/relationships/image" Target="/ppt/media/image94.png" Id="Rc6adc77af2f64f61" /><Relationship Type="http://schemas.openxmlformats.org/officeDocument/2006/relationships/notesSlide" Target="/ppt/notesSlides/notesSlide41.xml" Id="R00a2c791ba27400d"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98d5a9c13c0c449d" /><Relationship Type="http://schemas.openxmlformats.org/officeDocument/2006/relationships/image" Target="/ppt/media/image95.png" Id="R8f4a9ef5cddf4712" /><Relationship Type="http://schemas.openxmlformats.org/officeDocument/2006/relationships/notesSlide" Target="/ppt/notesSlides/notesSlide42.xml" Id="Rda52ed6a6f2042f7"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8C9CF1B2-D677-44A3-8A73-A808DDC3AA55}"/>
              </a:ext>
            </a:extLst>
          </p:cNvPr>
          <p:cNvPicPr>
            <a:picLocks xmlns:a="http://schemas.openxmlformats.org/drawingml/2006/main" noChangeAspect="1"/>
          </p:cNvPicPr>
          <p:nvPr/>
        </p:nvPicPr>
        <p:blipFill>
          <a:blip xmlns:r="http://schemas.openxmlformats.org/officeDocument/2006/relationships" xmlns:a="http://schemas.openxmlformats.org/drawingml/2006/main" r:embed="R954fdeeabec649b2"/>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왼쪽 진한 녹색 그라데이션">
            <a:extLst xmlns:a="http://schemas.openxmlformats.org/drawingml/2006/main">
              <a:ext uri="{FF2B5EF4-FFF2-40B4-BE49-F238E27FC236}">
                <a16:creationId xmlns:a16="http://schemas.microsoft.com/office/drawing/2014/main" id="{CA123E16-901D-445A-8B96-05ECD8C98A9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대단원명">
            <a:extLst xmlns:a="http://schemas.openxmlformats.org/drawingml/2006/main">
              <a:ext uri="{FF2B5EF4-FFF2-40B4-BE49-F238E27FC236}">
                <a16:creationId xmlns:a16="http://schemas.microsoft.com/office/drawing/2014/main" id="{2CF64D78-2488-4FB8-A114-6399F898CF66}"/>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4" name="소단원명">
            <a:extLst xmlns:a="http://schemas.openxmlformats.org/drawingml/2006/main">
              <a:ext uri="{FF2B5EF4-FFF2-40B4-BE49-F238E27FC236}">
                <a16:creationId xmlns:a16="http://schemas.microsoft.com/office/drawing/2014/main" id="{0C66A6DB-1A09-4C6B-A131-08F24D234F83}"/>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5" name="저자">
            <a:extLst xmlns:a="http://schemas.openxmlformats.org/drawingml/2006/main">
              <a:ext uri="{FF2B5EF4-FFF2-40B4-BE49-F238E27FC236}">
                <a16:creationId xmlns:a16="http://schemas.microsoft.com/office/drawing/2014/main" id="{EF8667E8-E429-48BA-B3C5-6E911B5B8E90}"/>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6" name="기존 AI 안내">
            <a:extLst xmlns:a="http://schemas.openxmlformats.org/drawingml/2006/main">
              <a:ext uri="{FF2B5EF4-FFF2-40B4-BE49-F238E27FC236}">
                <a16:creationId xmlns:a16="http://schemas.microsoft.com/office/drawing/2014/main" id="{99D93D27-16A7-405F-BBF2-A18A66F8D183}"/>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7" name="">
            <a:extLst xmlns:a="http://schemas.openxmlformats.org/drawingml/2006/main">
              <a:ext uri="{FF2B5EF4-FFF2-40B4-BE49-F238E27FC236}">
                <a16:creationId xmlns:a16="http://schemas.microsoft.com/office/drawing/2014/main" id="{C9032888-6EE5-473D-A6F7-AC204619EEDD}"/>
              </a:ext>
            </a:extLst>
          </p:cNvPr>
          <p:cNvPicPr>
            <a:picLocks xmlns:a="http://schemas.openxmlformats.org/drawingml/2006/main" noChangeAspect="1"/>
          </p:cNvPicPr>
          <p:nvPr/>
        </p:nvPicPr>
        <p:blipFill>
          <a:blip xmlns:r="http://schemas.openxmlformats.org/officeDocument/2006/relationships" xmlns:a="http://schemas.openxmlformats.org/drawingml/2006/main" r:embed="R1264cfd4d9464f5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174ECF4A-7178-46AD-BC68-96FEA8898742}"/>
              </a:ext>
            </a:extLst>
          </p:cNvPr>
          <p:cNvPicPr>
            <a:picLocks xmlns:a="http://schemas.openxmlformats.org/drawingml/2006/main" noChangeAspect="1"/>
          </p:cNvPicPr>
          <p:nvPr/>
        </p:nvPicPr>
        <p:blipFill>
          <a:blip xmlns:r="http://schemas.openxmlformats.org/officeDocument/2006/relationships" xmlns:a="http://schemas.openxmlformats.org/drawingml/2006/main" r:embed="R406683c1470949b6"/>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9" name="copyright">
            <a:extLst xmlns:a="http://schemas.openxmlformats.org/drawingml/2006/main">
              <a:ext uri="{FF2B5EF4-FFF2-40B4-BE49-F238E27FC236}">
                <a16:creationId xmlns:a16="http://schemas.microsoft.com/office/drawing/2014/main" id="{DBEBCA3D-BF22-4043-8705-507BE621306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Tree>
    <p:extLst>
      <p:ext uri="{BB962C8B-B14F-4D97-AF65-F5344CB8AC3E}">
        <p14:creationId xmlns:p14="http://schemas.microsoft.com/office/powerpoint/2010/main" val="27754910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7CA6DFAB-F7B0-4972-A4D8-BD73D88FD458}"/>
              </a:ext>
            </a:extLst>
          </p:cNvPr>
          <p:cNvPicPr>
            <a:picLocks xmlns:a="http://schemas.openxmlformats.org/drawingml/2006/main" noChangeAspect="1"/>
          </p:cNvPicPr>
          <p:nvPr/>
        </p:nvPicPr>
        <p:blipFill>
          <a:blip xmlns:r="http://schemas.openxmlformats.org/officeDocument/2006/relationships" xmlns:a="http://schemas.openxmlformats.org/drawingml/2006/main" r:embed="R92c47895b9684bc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33247CA-2F4D-415F-9296-AC2899E3103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61A4CBD-7BBF-4B77-A011-EF3BE38F1C4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D55BF2FF-5CD2-4AE8-8291-3DA6BFFE5E9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A24BE1F-B4D5-4FCD-AC18-A9EBFCF5E07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E3A37C8A-C5CF-4B31-8547-C2530F197BF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A9E9F6E0-C986-41D0-92F0-21000BF07689}"/>
              </a:ext>
            </a:extLst>
          </p:cNvPr>
          <p:cNvSpPr>
            <a:spLocks xmlns:a="http://schemas.openxmlformats.org/drawingml/2006/main" noGrp="1"/>
          </p:cNvSpPr>
          <p:nvPr/>
        </p:nvSpPr>
        <p:spPr>
          <a:xfrm xmlns:a="http://schemas.openxmlformats.org/drawingml/2006/main">
            <a:off x="1428750" y="37433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2742A51E-7469-4608-9E24-D92E2321BA2C}"/>
              </a:ext>
            </a:extLst>
          </p:cNvPr>
          <p:cNvPicPr>
            <a:picLocks xmlns:a="http://schemas.openxmlformats.org/drawingml/2006/main" noChangeAspect="1"/>
          </p:cNvPicPr>
          <p:nvPr/>
        </p:nvPicPr>
        <p:blipFill>
          <a:blip xmlns:r="http://schemas.openxmlformats.org/officeDocument/2006/relationships" xmlns:a="http://schemas.openxmlformats.org/drawingml/2006/main" r:embed="R1629fe57965d46c0"/>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39229079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F55856A8-DD2A-4249-9CCA-3380EC631E28}"/>
              </a:ext>
            </a:extLst>
          </p:cNvPr>
          <p:cNvPicPr>
            <a:picLocks xmlns:a="http://schemas.openxmlformats.org/drawingml/2006/main" noChangeAspect="1"/>
          </p:cNvPicPr>
          <p:nvPr/>
        </p:nvPicPr>
        <p:blipFill>
          <a:blip xmlns:r="http://schemas.openxmlformats.org/officeDocument/2006/relationships" xmlns:a="http://schemas.openxmlformats.org/drawingml/2006/main" r:embed="R661bca2218a3479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FC6F9B0-4738-4509-BBAC-2368FCE2BE0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FBCD8B5-74E3-4D73-BDC0-B1A7188589A4}"/>
              </a:ext>
            </a:extLst>
          </p:cNvPr>
          <p:cNvSpPr>
            <a:spLocks xmlns:a="http://schemas.openxmlformats.org/drawingml/2006/main" noGrp="1"/>
          </p:cNvSpPr>
          <p:nvPr/>
        </p:nvSpPr>
        <p:spPr>
          <a:xfrm xmlns:a="http://schemas.openxmlformats.org/drawingml/2006/main">
            <a:off x="3105150" y="2514600"/>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89EE8FF4-D77B-481B-AFBF-48EAEED849F2}"/>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DF8223AF-476B-4D6C-B228-0DD26B9E5D7A}"/>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CADBC34E-03DD-426E-995A-ED9B06D17BE5}"/>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B0C480CD-656A-4788-9193-CF927DFA89AC}"/>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FBBD3FE7-7AD1-401D-91E7-D9158C83D8FF}"/>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8FB17858-C24A-4F1C-8EB7-C53C6BF1DFA1}"/>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반응 엔탈피</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D550B9E1-7960-4C3B-87F7-F05478742F9A}"/>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29B4F2D4-6B17-4BCF-9B9C-D3167FAD78A6}"/>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A057B674-F4A4-45C7-BC82-3422E121D39D}"/>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표준 생성</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E60F7C12-281C-437E-9DFE-F42F74E9C5E4}"/>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EA0876E1-C6A1-4121-ADDC-4217DE647285}"/>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CD6CCE2F-0AB1-4DA8-92A3-DE639EB33BA2}"/>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실험으로</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173077391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75D27710-4B81-4CEC-AF45-249457B42402}"/>
              </a:ext>
            </a:extLst>
          </p:cNvPr>
          <p:cNvPicPr>
            <a:picLocks xmlns:a="http://schemas.openxmlformats.org/drawingml/2006/main" noChangeAspect="1"/>
          </p:cNvPicPr>
          <p:nvPr/>
        </p:nvPicPr>
        <p:blipFill>
          <a:blip xmlns:r="http://schemas.openxmlformats.org/officeDocument/2006/relationships" xmlns:a="http://schemas.openxmlformats.org/drawingml/2006/main" r:embed="R1fb56925516f454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70076D5-5ECD-4708-A638-C4AFECECDE4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5A9FF6C-A47B-40A0-956B-3DBE4E481281}"/>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E39FE82E-D907-4451-9AD0-EC2A778DC238}"/>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1398C1E-C4F5-4030-A4FC-DA2A37ED7FE7}"/>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ADEA5AD7-27F8-4F93-85AB-7168F5E1F953}"/>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382D62CA-A6D5-4CA9-9B75-3B6C1072D9EA}"/>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4716B3AB-9B30-48F1-A797-42BEE079A46E}"/>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DD408039-AEE9-4119-9C27-54AA95576B3C}"/>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F603A1FE-EC8D-4C9A-9205-16FB908FC5FD}"/>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헤스 법칙으로 측정하기 어려운 반응의 </a:t>
            </a:r>
            <a:r>
              <a:t>Δ</a:t>
            </a:r>
            <a:r>
              <a:rPr i="1">
                <a:latin typeface="Pretendard"/>
                <a:ea typeface="Pretendard"/>
                <a:cs typeface="Pretendard"/>
              </a:rPr>
              <a:t>H</a:t>
            </a:r>
            <a:r>
              <a:t>를 구한다.</a:t>
            </a:r>
          </a:p>
        </p:txBody>
      </p:sp>
      <p:sp>
        <p:nvSpPr>
          <p:cNvPr id="11" name="">
            <a:extLst xmlns:a="http://schemas.openxmlformats.org/drawingml/2006/main">
              <a:ext uri="{FF2B5EF4-FFF2-40B4-BE49-F238E27FC236}">
                <a16:creationId xmlns:a16="http://schemas.microsoft.com/office/drawing/2014/main" id="{84BB7781-4EF8-431C-94B0-F7A44A1460C2}"/>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273DA8E0-F1BD-4FA0-81DA-5D0DFDF6627D}"/>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800D8F68-9EC3-4371-9865-BF7299BE6201}"/>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5A237152-98AE-4C65-B7D7-7A373DA2C49B}"/>
              </a:ext>
            </a:extLst>
          </p:cNvPr>
          <p:cNvPicPr>
            <a:picLocks xmlns:a="http://schemas.openxmlformats.org/drawingml/2006/main" noChangeAspect="1"/>
          </p:cNvPicPr>
          <p:nvPr/>
        </p:nvPicPr>
        <p:blipFill>
          <a:blip xmlns:r="http://schemas.openxmlformats.org/officeDocument/2006/relationships" xmlns:a="http://schemas.openxmlformats.org/drawingml/2006/main" r:embed="R8cb2bb020b4e4707"/>
          <a:stretch xmlns:a="http://schemas.openxmlformats.org/drawingml/2006/main"/>
        </p:blipFill>
        <p:spPr>
          <a:xfrm xmlns:a="http://schemas.openxmlformats.org/drawingml/2006/main">
            <a:off x="15144750" y="6079413"/>
            <a:ext cx="2762250" cy="2890674"/>
          </a:xfrm>
          <a:prstGeom xmlns:a="http://schemas.openxmlformats.org/drawingml/2006/main" prst="rect">
            <a:avLst/>
          </a:prstGeom>
        </p:spPr>
      </p:pic>
    </p:spTree>
    <p:extLst>
      <p:ext uri="{BB962C8B-B14F-4D97-AF65-F5344CB8AC3E}">
        <p14:creationId xmlns:p14="http://schemas.microsoft.com/office/powerpoint/2010/main" val="1630055432"/>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0ACD7BFB-60E6-4CC7-8C9C-73A06CEC0E2E}"/>
              </a:ext>
            </a:extLst>
          </p:cNvPr>
          <p:cNvPicPr>
            <a:picLocks xmlns:a="http://schemas.openxmlformats.org/drawingml/2006/main" noChangeAspect="1"/>
          </p:cNvPicPr>
          <p:nvPr/>
        </p:nvPicPr>
        <p:blipFill>
          <a:blip xmlns:r="http://schemas.openxmlformats.org/officeDocument/2006/relationships" xmlns:a="http://schemas.openxmlformats.org/drawingml/2006/main" r:embed="R9582868ae79d4a2c"/>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2A388EBD-AB24-40A8-A8FB-2CFF0A47FE02}"/>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786CCEBC-C989-4744-9181-858D7D57B326}"/>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B2775A74-E1E5-4775-A14E-1E58AF16331C}"/>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5FF0E0AC-2F90-47C5-878C-3A783ED23520}"/>
              </a:ext>
            </a:extLst>
          </p:cNvPr>
          <p:cNvPicPr>
            <a:picLocks xmlns:a="http://schemas.openxmlformats.org/drawingml/2006/main" noChangeAspect="1"/>
          </p:cNvPicPr>
          <p:nvPr/>
        </p:nvPicPr>
        <p:blipFill>
          <a:blip xmlns:r="http://schemas.openxmlformats.org/officeDocument/2006/relationships" xmlns:a="http://schemas.openxmlformats.org/drawingml/2006/main" r:embed="Ra7f0e6bfaca44f8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5622560E-81F8-4D1F-8F7D-F08AC750CD6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753357CF-9891-4C4B-AADE-89262CE66464}"/>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8" name="text">
            <a:extLst xmlns:a="http://schemas.openxmlformats.org/drawingml/2006/main">
              <a:ext uri="{FF2B5EF4-FFF2-40B4-BE49-F238E27FC236}">
                <a16:creationId xmlns:a16="http://schemas.microsoft.com/office/drawing/2014/main" id="{BD3336A6-2C65-4205-8324-B2D3BD9A339D}"/>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9" name="text">
            <a:extLst xmlns:a="http://schemas.openxmlformats.org/drawingml/2006/main">
              <a:ext uri="{FF2B5EF4-FFF2-40B4-BE49-F238E27FC236}">
                <a16:creationId xmlns:a16="http://schemas.microsoft.com/office/drawing/2014/main" id="{715D8FC6-6116-4BA2-8496-1A11ACDB84A4}"/>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45114271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239B47A1-DDF4-4FD6-BA3E-D7EE4E8DFFCE}"/>
              </a:ext>
            </a:extLst>
          </p:cNvPr>
          <p:cNvPicPr>
            <a:picLocks xmlns:a="http://schemas.openxmlformats.org/drawingml/2006/main" noChangeAspect="1"/>
          </p:cNvPicPr>
          <p:nvPr/>
        </p:nvPicPr>
        <p:blipFill>
          <a:blip xmlns:r="http://schemas.openxmlformats.org/officeDocument/2006/relationships" xmlns:a="http://schemas.openxmlformats.org/drawingml/2006/main" r:embed="Rd3464386695c478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6D9A858-A633-4BC5-AD65-EC15A3EC483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BB7606C-55FF-4CA1-BA8B-5CD28B25CBD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DFFE795A-D92D-413D-95AB-CEA591535CE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0908DF3-9F5C-4E57-8ABA-7AB9490D203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60B3BFBC-BF86-4B9D-A700-B830E77290E4}"/>
              </a:ext>
            </a:extLst>
          </p:cNvPr>
          <p:cNvSpPr>
            <a:spLocks xmlns:a="http://schemas.openxmlformats.org/drawingml/2006/main" noGrp="1"/>
          </p:cNvSpPr>
          <p:nvPr/>
        </p:nvSpPr>
        <p:spPr>
          <a:xfrm xmlns:a="http://schemas.openxmlformats.org/drawingml/2006/main">
            <a:off x="952500" y="2581275"/>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rPr sz="5730" b="1">
                <a:solidFill>
                  <a:srgbClr val="57962F"/>
                </a:solidFill>
                <a:latin typeface="Pretendard"/>
                <a:ea typeface="Pretendard"/>
                <a:cs typeface="Pretendard"/>
              </a:rPr>
              <a:t>헤스 법칙 (Hess’s law)</a:t>
            </a:r>
          </a:p>
        </p:txBody>
      </p:sp>
      <p:sp>
        <p:nvSpPr>
          <p:cNvPr id="7" name="헤스 법칙 요점 1">
            <a:extLst xmlns:a="http://schemas.openxmlformats.org/drawingml/2006/main">
              <a:ext uri="{FF2B5EF4-FFF2-40B4-BE49-F238E27FC236}">
                <a16:creationId xmlns:a16="http://schemas.microsoft.com/office/drawing/2014/main" id="{0D05B355-FA45-4492-881E-4809066E9176}"/>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한 줄 요점 1">
            <a:extLst xmlns:a="http://schemas.openxmlformats.org/drawingml/2006/main">
              <a:ext uri="{FF2B5EF4-FFF2-40B4-BE49-F238E27FC236}">
                <a16:creationId xmlns:a16="http://schemas.microsoft.com/office/drawing/2014/main" id="{B86F66AA-F588-49FA-BEFA-A89090D5493E}"/>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57962F"/>
                </a:solidFill>
              </a:rPr>
              <a:t>경로</a:t>
            </a:r>
            <a:r>
              <a:t>와 무관하다.</a:t>
            </a:r>
          </a:p>
        </p:txBody>
      </p:sp>
      <p:sp>
        <p:nvSpPr>
          <p:cNvPr id="9" name="헤스 법칙 요점 2">
            <a:extLst xmlns:a="http://schemas.openxmlformats.org/drawingml/2006/main">
              <a:ext uri="{FF2B5EF4-FFF2-40B4-BE49-F238E27FC236}">
                <a16:creationId xmlns:a16="http://schemas.microsoft.com/office/drawing/2014/main" id="{A0EA6299-7B4F-4F7C-BAF0-C20AEF7E8AF0}"/>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한 줄 요점 2">
            <a:extLst xmlns:a="http://schemas.openxmlformats.org/drawingml/2006/main">
              <a:ext uri="{FF2B5EF4-FFF2-40B4-BE49-F238E27FC236}">
                <a16:creationId xmlns:a16="http://schemas.microsoft.com/office/drawing/2014/main" id="{87AC96F1-5D2D-4C8C-B06A-4E6024FFAF31}"/>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rPr b="1">
                <a:solidFill>
                  <a:srgbClr val="57962F"/>
                </a:solidFill>
              </a:rPr>
              <a:t>총 열량 불변의 법칙</a:t>
            </a:r>
            <a:r>
              <a:t>이라고 부르기도 한다.</a:t>
            </a:r>
          </a:p>
        </p:txBody>
      </p:sp>
      <p:sp>
        <p:nvSpPr>
          <p:cNvPr id="11" name="헤스 법칙 요점 3">
            <a:extLst xmlns:a="http://schemas.openxmlformats.org/drawingml/2006/main">
              <a:ext uri="{FF2B5EF4-FFF2-40B4-BE49-F238E27FC236}">
                <a16:creationId xmlns:a16="http://schemas.microsoft.com/office/drawing/2014/main" id="{F676A561-98E6-4208-BF8E-18F2D6B82D6D}"/>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한 줄 요점 3">
            <a:extLst xmlns:a="http://schemas.openxmlformats.org/drawingml/2006/main">
              <a:ext uri="{FF2B5EF4-FFF2-40B4-BE49-F238E27FC236}">
                <a16:creationId xmlns:a16="http://schemas.microsoft.com/office/drawing/2014/main" id="{62D0FE9A-58E5-463E-8EC2-334E04687718}"/>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57962F"/>
                </a:solidFill>
              </a:rPr>
              <a:t>간접적으로</a:t>
            </a:r>
            <a:r>
              <a:t> 구할 수 있다.</a:t>
            </a:r>
          </a:p>
        </p:txBody>
      </p:sp>
    </p:spTree>
    <p:extLst>
      <p:ext uri="{BB962C8B-B14F-4D97-AF65-F5344CB8AC3E}">
        <p14:creationId xmlns:p14="http://schemas.microsoft.com/office/powerpoint/2010/main" val="90466723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DE796AD6-9B69-41B9-ADEE-CEF5699B6855}"/>
              </a:ext>
            </a:extLst>
          </p:cNvPr>
          <p:cNvPicPr>
            <a:picLocks xmlns:a="http://schemas.openxmlformats.org/drawingml/2006/main" noChangeAspect="1"/>
          </p:cNvPicPr>
          <p:nvPr/>
        </p:nvPicPr>
        <p:blipFill>
          <a:blip xmlns:r="http://schemas.openxmlformats.org/officeDocument/2006/relationships" xmlns:a="http://schemas.openxmlformats.org/drawingml/2006/main" r:embed="Ref30597928c14ec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FA92E20-B4FA-4173-B48D-872C98B7915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BFB1311-C751-4CEF-8B93-AE0B2C13025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02ECDA54-4C19-4E0A-8D46-A9F99BB07DA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EABAAF3-8F7F-439A-9BBD-032DE1210C5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D9A3481B-D1A1-4891-8E20-D3D6D914AA86}"/>
              </a:ext>
            </a:extLst>
          </p:cNvPr>
          <p:cNvSpPr>
            <a:spLocks xmlns:a="http://schemas.openxmlformats.org/drawingml/2006/main" noGrp="1"/>
          </p:cNvSpPr>
          <p:nvPr/>
        </p:nvSpPr>
        <p:spPr>
          <a:xfrm xmlns:a="http://schemas.openxmlformats.org/drawingml/2006/main">
            <a:off x="952500" y="220980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반응을 비교하려면</a:t>
            </a:r>
          </a:p>
        </p:txBody>
      </p:sp>
      <p:pic>
        <p:nvPicPr>
          <p:cNvPr id="7" name="">
            <a:extLst xmlns:a="http://schemas.openxmlformats.org/drawingml/2006/main">
              <a:ext uri="{FF2B5EF4-FFF2-40B4-BE49-F238E27FC236}">
                <a16:creationId xmlns:a16="http://schemas.microsoft.com/office/drawing/2014/main" id="{850CD128-5A13-4FB5-ABE6-3917FB56DD3E}"/>
              </a:ext>
            </a:extLst>
          </p:cNvPr>
          <p:cNvPicPr>
            <a:picLocks xmlns:a="http://schemas.openxmlformats.org/drawingml/2006/main" noChangeAspect="1"/>
          </p:cNvPicPr>
          <p:nvPr/>
        </p:nvPicPr>
        <p:blipFill>
          <a:blip xmlns:r="http://schemas.openxmlformats.org/officeDocument/2006/relationships" xmlns:a="http://schemas.openxmlformats.org/drawingml/2006/main" r:embed="R12b4ef5261e346b4"/>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0F543975-1170-44FB-953C-C0C3BF637FCE}"/>
              </a:ext>
            </a:extLst>
          </p:cNvPr>
          <p:cNvSpPr>
            <a:spLocks xmlns:a="http://schemas.openxmlformats.org/drawingml/2006/main" noGrp="1"/>
          </p:cNvSpPr>
          <p:nvPr/>
        </p:nvSpPr>
        <p:spPr>
          <a:xfrm xmlns:a="http://schemas.openxmlformats.org/drawingml/2006/main">
            <a:off x="5562600" y="41148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물질의 종류와 상태</a:t>
            </a:r>
          </a:p>
        </p:txBody>
      </p:sp>
      <p:sp>
        <p:nvSpPr>
          <p:cNvPr id="9" name="rich">
            <a:extLst xmlns:a="http://schemas.openxmlformats.org/drawingml/2006/main">
              <a:ext uri="{FF2B5EF4-FFF2-40B4-BE49-F238E27FC236}">
                <a16:creationId xmlns:a16="http://schemas.microsoft.com/office/drawing/2014/main" id="{A986CD79-2C1F-4BFD-AAE5-65F4BF512823}"/>
              </a:ext>
            </a:extLst>
          </p:cNvPr>
          <p:cNvSpPr>
            <a:spLocks xmlns:a="http://schemas.openxmlformats.org/drawingml/2006/main" noGrp="1"/>
          </p:cNvSpPr>
          <p:nvPr/>
        </p:nvSpPr>
        <p:spPr>
          <a:xfrm xmlns:a="http://schemas.openxmlformats.org/drawingml/2006/main">
            <a:off x="5562600" y="47053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반응 전후의 종류와 상태를 같게 한다.</a:t>
            </a:r>
          </a:p>
        </p:txBody>
      </p:sp>
      <p:sp>
        <p:nvSpPr>
          <p:cNvPr id="10" name="text">
            <a:extLst xmlns:a="http://schemas.openxmlformats.org/drawingml/2006/main">
              <a:ext uri="{FF2B5EF4-FFF2-40B4-BE49-F238E27FC236}">
                <a16:creationId xmlns:a16="http://schemas.microsoft.com/office/drawing/2014/main" id="{90444920-E128-4EA6-9B79-AB99B8495F9B}"/>
              </a:ext>
            </a:extLst>
          </p:cNvPr>
          <p:cNvSpPr>
            <a:spLocks xmlns:a="http://schemas.openxmlformats.org/drawingml/2006/main" noGrp="1"/>
          </p:cNvSpPr>
          <p:nvPr/>
        </p:nvSpPr>
        <p:spPr>
          <a:xfrm xmlns:a="http://schemas.openxmlformats.org/drawingml/2006/main">
            <a:off x="5562600" y="581025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반응하는 양</a:t>
            </a:r>
          </a:p>
        </p:txBody>
      </p:sp>
      <p:sp>
        <p:nvSpPr>
          <p:cNvPr id="11" name="rich">
            <a:extLst xmlns:a="http://schemas.openxmlformats.org/drawingml/2006/main">
              <a:ext uri="{FF2B5EF4-FFF2-40B4-BE49-F238E27FC236}">
                <a16:creationId xmlns:a16="http://schemas.microsoft.com/office/drawing/2014/main" id="{9F0C938F-A33D-4409-8F59-5E4556B7CE7A}"/>
              </a:ext>
            </a:extLst>
          </p:cNvPr>
          <p:cNvSpPr>
            <a:spLocks xmlns:a="http://schemas.openxmlformats.org/drawingml/2006/main" noGrp="1"/>
          </p:cNvSpPr>
          <p:nvPr/>
        </p:nvSpPr>
        <p:spPr>
          <a:xfrm xmlns:a="http://schemas.openxmlformats.org/drawingml/2006/main">
            <a:off x="5562600" y="640080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물질의 양을 같게 한다.</a:t>
            </a:r>
          </a:p>
        </p:txBody>
      </p:sp>
      <p:sp>
        <p:nvSpPr>
          <p:cNvPr id="12" name="text">
            <a:extLst xmlns:a="http://schemas.openxmlformats.org/drawingml/2006/main">
              <a:ext uri="{FF2B5EF4-FFF2-40B4-BE49-F238E27FC236}">
                <a16:creationId xmlns:a16="http://schemas.microsoft.com/office/drawing/2014/main" id="{FDCA0CE6-76A8-4E70-9116-2838F2EF5528}"/>
              </a:ext>
            </a:extLst>
          </p:cNvPr>
          <p:cNvSpPr>
            <a:spLocks xmlns:a="http://schemas.openxmlformats.org/drawingml/2006/main" noGrp="1"/>
          </p:cNvSpPr>
          <p:nvPr/>
        </p:nvSpPr>
        <p:spPr>
          <a:xfrm xmlns:a="http://schemas.openxmlformats.org/drawingml/2006/main">
            <a:off x="5562600" y="75057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온도와 압력</a:t>
            </a:r>
          </a:p>
        </p:txBody>
      </p:sp>
      <p:sp>
        <p:nvSpPr>
          <p:cNvPr id="13" name="rich">
            <a:extLst xmlns:a="http://schemas.openxmlformats.org/drawingml/2006/main">
              <a:ext uri="{FF2B5EF4-FFF2-40B4-BE49-F238E27FC236}">
                <a16:creationId xmlns:a16="http://schemas.microsoft.com/office/drawing/2014/main" id="{2630CA5A-1117-4F91-8392-7846D43650FE}"/>
              </a:ext>
            </a:extLst>
          </p:cNvPr>
          <p:cNvSpPr>
            <a:spLocks xmlns:a="http://schemas.openxmlformats.org/drawingml/2006/main" noGrp="1"/>
          </p:cNvSpPr>
          <p:nvPr/>
        </p:nvSpPr>
        <p:spPr>
          <a:xfrm xmlns:a="http://schemas.openxmlformats.org/drawingml/2006/main">
            <a:off x="5562600" y="80962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온도와 압력 조건을 같게 한다.</a:t>
            </a:r>
          </a:p>
        </p:txBody>
      </p:sp>
      <p:pic>
        <p:nvPicPr>
          <p:cNvPr id="14" name="">
            <a:extLst xmlns:a="http://schemas.openxmlformats.org/drawingml/2006/main">
              <a:ext uri="{FF2B5EF4-FFF2-40B4-BE49-F238E27FC236}">
                <a16:creationId xmlns:a16="http://schemas.microsoft.com/office/drawing/2014/main" id="{8823F25C-B299-4B0F-A60C-9B83034E6F07}"/>
              </a:ext>
            </a:extLst>
          </p:cNvPr>
          <p:cNvPicPr>
            <a:picLocks xmlns:a="http://schemas.openxmlformats.org/drawingml/2006/main" noChangeAspect="1"/>
          </p:cNvPicPr>
          <p:nvPr/>
        </p:nvPicPr>
        <p:blipFill>
          <a:blip xmlns:r="http://schemas.openxmlformats.org/officeDocument/2006/relationships" xmlns:a="http://schemas.openxmlformats.org/drawingml/2006/main" r:embed="R5bd5da15a0e1443c"/>
          <a:stretch xmlns:a="http://schemas.openxmlformats.org/drawingml/2006/main"/>
        </p:blipFill>
        <p:spPr>
          <a:xfrm xmlns:a="http://schemas.openxmlformats.org/drawingml/2006/main">
            <a:off x="986783" y="5791200"/>
            <a:ext cx="3455685"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29F31CC7-BA7C-4A14-B7DA-E547D2BB91D9}"/>
              </a:ext>
            </a:extLst>
          </p:cNvPr>
          <p:cNvPicPr>
            <a:picLocks xmlns:a="http://schemas.openxmlformats.org/drawingml/2006/main" noChangeAspect="1"/>
          </p:cNvPicPr>
          <p:nvPr/>
        </p:nvPicPr>
        <p:blipFill>
          <a:blip xmlns:r="http://schemas.openxmlformats.org/officeDocument/2006/relationships" xmlns:a="http://schemas.openxmlformats.org/drawingml/2006/main" r:embed="R7922f1c637df4a5d"/>
          <a:stretch xmlns:a="http://schemas.openxmlformats.org/drawingml/2006/main"/>
        </p:blipFill>
        <p:spPr>
          <a:xfrm xmlns:a="http://schemas.openxmlformats.org/drawingml/2006/main">
            <a:off x="13858875" y="5735345"/>
            <a:ext cx="3476625" cy="344546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DED29490-281A-483B-ACF8-78FAFF87F732}"/>
              </a:ext>
            </a:extLst>
          </p:cNvPr>
          <p:cNvSpPr>
            <a:spLocks xmlns:a="http://schemas.openxmlformats.org/drawingml/2006/main" noGrp="1"/>
          </p:cNvSpPr>
          <p:nvPr/>
        </p:nvSpPr>
        <p:spPr>
          <a:xfrm xmlns:a="http://schemas.openxmlformats.org/drawingml/2006/main">
            <a:off x="895350" y="4038600"/>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7A6BE9DE-6481-4098-9DA4-CC6B21C11E10}"/>
              </a:ext>
            </a:extLst>
          </p:cNvPr>
          <p:cNvSpPr>
            <a:spLocks xmlns:a="http://schemas.openxmlformats.org/drawingml/2006/main" noGrp="1"/>
          </p:cNvSpPr>
          <p:nvPr/>
        </p:nvSpPr>
        <p:spPr>
          <a:xfrm xmlns:a="http://schemas.openxmlformats.org/drawingml/2006/main">
            <a:off x="2895600" y="53625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DB06E517-1D3C-48B9-8750-2D562971D79B}"/>
              </a:ext>
            </a:extLst>
          </p:cNvPr>
          <p:cNvSpPr>
            <a:spLocks xmlns:a="http://schemas.openxmlformats.org/drawingml/2006/main" noGrp="1"/>
          </p:cNvSpPr>
          <p:nvPr/>
        </p:nvSpPr>
        <p:spPr>
          <a:xfrm xmlns:a="http://schemas.openxmlformats.org/drawingml/2006/main">
            <a:off x="1123950" y="42672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경로만 다르게</a:t>
            </a:r>
          </a:p>
        </p:txBody>
      </p:sp>
      <p:sp>
        <p:nvSpPr>
          <p:cNvPr id="19" name="캐릭터 질문 2">
            <a:extLst xmlns:a="http://schemas.openxmlformats.org/drawingml/2006/main">
              <a:ext uri="{FF2B5EF4-FFF2-40B4-BE49-F238E27FC236}">
                <a16:creationId xmlns:a16="http://schemas.microsoft.com/office/drawing/2014/main" id="{6F81A1F9-987F-4734-AC04-5B33CBA1C0A2}"/>
              </a:ext>
            </a:extLst>
          </p:cNvPr>
          <p:cNvSpPr>
            <a:spLocks xmlns:a="http://schemas.openxmlformats.org/drawingml/2006/main" noGrp="1"/>
          </p:cNvSpPr>
          <p:nvPr/>
        </p:nvSpPr>
        <p:spPr>
          <a:xfrm xmlns:a="http://schemas.openxmlformats.org/drawingml/2006/main">
            <a:off x="1123950" y="47339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비교해 볼까?</a:t>
            </a:r>
          </a:p>
        </p:txBody>
      </p:sp>
      <p:sp>
        <p:nvSpPr>
          <p:cNvPr id="20" name="참조 R03-22 여백 있는 말풍선">
            <a:extLst xmlns:a="http://schemas.openxmlformats.org/drawingml/2006/main">
              <a:ext uri="{FF2B5EF4-FFF2-40B4-BE49-F238E27FC236}">
                <a16:creationId xmlns:a16="http://schemas.microsoft.com/office/drawing/2014/main" id="{0E471D38-C69F-4E82-9A1C-B059F8A833B6}"/>
              </a:ext>
            </a:extLst>
          </p:cNvPr>
          <p:cNvSpPr>
            <a:spLocks xmlns:a="http://schemas.openxmlformats.org/drawingml/2006/main" noGrp="1"/>
          </p:cNvSpPr>
          <p:nvPr/>
        </p:nvSpPr>
        <p:spPr>
          <a:xfrm xmlns:a="http://schemas.openxmlformats.org/drawingml/2006/main">
            <a:off x="13906500" y="4000500"/>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82AE8AD6-482E-41F2-AA84-239787C34A21}"/>
              </a:ext>
            </a:extLst>
          </p:cNvPr>
          <p:cNvSpPr>
            <a:spLocks xmlns:a="http://schemas.openxmlformats.org/drawingml/2006/main" noGrp="1"/>
          </p:cNvSpPr>
          <p:nvPr/>
        </p:nvSpPr>
        <p:spPr>
          <a:xfrm xmlns:a="http://schemas.openxmlformats.org/drawingml/2006/main">
            <a:off x="15073313" y="53244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70F1C8BE-7812-4572-98B6-746851CD1F86}"/>
              </a:ext>
            </a:extLst>
          </p:cNvPr>
          <p:cNvSpPr>
            <a:spLocks xmlns:a="http://schemas.openxmlformats.org/drawingml/2006/main" noGrp="1"/>
          </p:cNvSpPr>
          <p:nvPr/>
        </p:nvSpPr>
        <p:spPr>
          <a:xfrm xmlns:a="http://schemas.openxmlformats.org/drawingml/2006/main">
            <a:off x="14135100" y="42291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나머지 조건은</a:t>
            </a:r>
          </a:p>
        </p:txBody>
      </p:sp>
      <p:sp>
        <p:nvSpPr>
          <p:cNvPr id="23" name="캐릭터 질문 2">
            <a:extLst xmlns:a="http://schemas.openxmlformats.org/drawingml/2006/main">
              <a:ext uri="{FF2B5EF4-FFF2-40B4-BE49-F238E27FC236}">
                <a16:creationId xmlns:a16="http://schemas.microsoft.com/office/drawing/2014/main" id="{ACCCF85C-52D9-4940-B454-5E2AB5ED94EF}"/>
              </a:ext>
            </a:extLst>
          </p:cNvPr>
          <p:cNvSpPr>
            <a:spLocks xmlns:a="http://schemas.openxmlformats.org/drawingml/2006/main" noGrp="1"/>
          </p:cNvSpPr>
          <p:nvPr/>
        </p:nvSpPr>
        <p:spPr>
          <a:xfrm xmlns:a="http://schemas.openxmlformats.org/drawingml/2006/main">
            <a:off x="14135100" y="46958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모두 같게!</a:t>
            </a:r>
          </a:p>
        </p:txBody>
      </p:sp>
    </p:spTree>
    <p:extLst>
      <p:ext uri="{BB962C8B-B14F-4D97-AF65-F5344CB8AC3E}">
        <p14:creationId xmlns:p14="http://schemas.microsoft.com/office/powerpoint/2010/main" val="10239800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52511A1B-FEDE-47CF-B974-132B4851C333}"/>
              </a:ext>
            </a:extLst>
          </p:cNvPr>
          <p:cNvPicPr>
            <a:picLocks xmlns:a="http://schemas.openxmlformats.org/drawingml/2006/main" noChangeAspect="1"/>
          </p:cNvPicPr>
          <p:nvPr/>
        </p:nvPicPr>
        <p:blipFill>
          <a:blip xmlns:r="http://schemas.openxmlformats.org/officeDocument/2006/relationships" xmlns:a="http://schemas.openxmlformats.org/drawingml/2006/main" r:embed="R629b5aa3f30a4fc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F85E89A-AD33-41A0-B58C-1D5F8B8BF9A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E0AFE2B-9BF5-45A0-8B1A-3FB1BC3278D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B2E7BE77-5EC4-4E22-B8AB-A0EC24C3947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E8E4637-1399-49E6-9DDE-EA017CC9A6F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8B32C0E7-3AED-4466-836E-56C181B5D0C3}"/>
              </a:ext>
            </a:extLst>
          </p:cNvPr>
          <p:cNvSpPr>
            <a:spLocks xmlns:a="http://schemas.openxmlformats.org/drawingml/2006/main" noGrp="1"/>
          </p:cNvSpPr>
          <p:nvPr/>
        </p:nvSpPr>
        <p:spPr>
          <a:xfrm xmlns:a="http://schemas.openxmlformats.org/drawingml/2006/main">
            <a:off x="1238250" y="2571750"/>
            <a:ext cx="15811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경로가 달라도, </a:t>
            </a:r>
            <a:r>
              <a:t>Δ</a:t>
            </a:r>
            <a:r>
              <a:rPr i="1">
                <a:latin typeface="Pretendard"/>
                <a:ea typeface="Pretendard"/>
                <a:cs typeface="Pretendard"/>
              </a:rPr>
              <a:t>H</a:t>
            </a:r>
            <a:r>
              <a:t>는 같다</a:t>
            </a:r>
          </a:p>
        </p:txBody>
      </p:sp>
      <p:sp>
        <p:nvSpPr>
          <p:cNvPr id="7" name="text">
            <a:extLst xmlns:a="http://schemas.openxmlformats.org/drawingml/2006/main">
              <a:ext uri="{FF2B5EF4-FFF2-40B4-BE49-F238E27FC236}">
                <a16:creationId xmlns:a16="http://schemas.microsoft.com/office/drawing/2014/main" id="{A5170E2C-9101-4353-9FE6-FE051782D58A}"/>
              </a:ext>
            </a:extLst>
          </p:cNvPr>
          <p:cNvSpPr>
            <a:spLocks xmlns:a="http://schemas.openxmlformats.org/drawingml/2006/main" noGrp="1"/>
          </p:cNvSpPr>
          <p:nvPr/>
        </p:nvSpPr>
        <p:spPr>
          <a:xfrm xmlns:a="http://schemas.openxmlformats.org/drawingml/2006/main">
            <a:off x="1428750" y="3676650"/>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777777"/>
                </a:solidFill>
                <a:latin typeface="Pretendard"/>
                <a:ea typeface="Pretendard"/>
                <a:cs typeface="Pretendard"/>
              </a:defRPr>
            </a:defPPr>
            <a:lvl1pPr algn="ctr">
              <a:defRPr sz="2730" b="0">
                <a:solidFill>
                  <a:srgbClr val="777777"/>
                </a:solidFill>
                <a:latin typeface="Pretendard"/>
                <a:ea typeface="Pretendard"/>
                <a:cs typeface="Pretendard"/>
              </a:defRPr>
            </a:lvl1pPr>
            <a:lvl2pPr algn="ctr">
              <a:defRPr sz="2730" b="0">
                <a:solidFill>
                  <a:srgbClr val="777777"/>
                </a:solidFill>
                <a:latin typeface="Pretendard"/>
                <a:ea typeface="Pretendard"/>
                <a:cs typeface="Pretendard"/>
              </a:defRPr>
            </a:lvl2pPr>
            <a:lvl3pPr algn="ctr">
              <a:defRPr sz="2730" b="0">
                <a:solidFill>
                  <a:srgbClr val="777777"/>
                </a:solidFill>
                <a:latin typeface="Pretendard"/>
                <a:ea typeface="Pretendard"/>
                <a:cs typeface="Pretendard"/>
              </a:defRPr>
            </a:lvl3pPr>
            <a:lvl4pPr algn="ctr">
              <a:defRPr sz="2730" b="0">
                <a:solidFill>
                  <a:srgbClr val="777777"/>
                </a:solidFill>
                <a:latin typeface="Pretendard"/>
                <a:ea typeface="Pretendard"/>
                <a:cs typeface="Pretendard"/>
              </a:defRPr>
            </a:lvl4pPr>
            <a:lvl5pPr algn="ctr">
              <a:defRPr sz="2730" b="0">
                <a:solidFill>
                  <a:srgbClr val="777777"/>
                </a:solidFill>
                <a:latin typeface="Pretendard"/>
                <a:ea typeface="Pretendard"/>
                <a:cs typeface="Pretendard"/>
              </a:defRPr>
            </a:lvl5pPr>
            <a:lvl6pPr algn="ctr">
              <a:defRPr sz="2730" b="0">
                <a:solidFill>
                  <a:srgbClr val="777777"/>
                </a:solidFill>
                <a:latin typeface="Pretendard"/>
                <a:ea typeface="Pretendard"/>
                <a:cs typeface="Pretendard"/>
              </a:defRPr>
            </a:lvl6pPr>
            <a:lvl7pPr algn="ctr">
              <a:defRPr sz="2730" b="0">
                <a:solidFill>
                  <a:srgbClr val="777777"/>
                </a:solidFill>
                <a:latin typeface="Pretendard"/>
                <a:ea typeface="Pretendard"/>
                <a:cs typeface="Pretendard"/>
              </a:defRPr>
            </a:lvl7pPr>
            <a:lvl8pPr algn="ctr">
              <a:defRPr sz="2730" b="0">
                <a:solidFill>
                  <a:srgbClr val="777777"/>
                </a:solidFill>
                <a:latin typeface="Pretendard"/>
                <a:ea typeface="Pretendard"/>
                <a:cs typeface="Pretendard"/>
              </a:defRPr>
            </a:lvl8pPr>
            <a:lvl9pPr algn="ctr">
              <a:defRPr sz="2730" b="0">
                <a:solidFill>
                  <a:srgbClr val="777777"/>
                </a:solidFill>
                <a:latin typeface="Pretendard"/>
                <a:ea typeface="Pretendard"/>
                <a:cs typeface="Pretendard"/>
              </a:defRPr>
            </a:lvl9pPr>
          </a:lstStyle>
          <a:p xmlns:a="http://schemas.openxmlformats.org/drawingml/2006/main">
            <a:pPr algn="ctr">
              <a:defRPr sz="2730" b="0">
                <a:solidFill>
                  <a:srgbClr val="777777"/>
                </a:solidFill>
                <a:latin typeface="Pretendard"/>
                <a:ea typeface="Pretendard"/>
                <a:cs typeface="Pretendard"/>
              </a:defRPr>
            </a:pPr>
            <a:r>
              <a:rPr sz="2730" b="0">
                <a:solidFill>
                  <a:srgbClr val="777777"/>
                </a:solidFill>
                <a:latin typeface="Pretendard"/>
                <a:ea typeface="Pretendard"/>
                <a:cs typeface="Pretendard"/>
              </a:rPr>
              <a:t>같은 처음 상태에서 같은 나중 상태로 변할 때</a:t>
            </a:r>
          </a:p>
        </p:txBody>
      </p:sp>
      <p:pic>
        <p:nvPicPr>
          <p:cNvPr id="8" name="">
            <a:extLst xmlns:a="http://schemas.openxmlformats.org/drawingml/2006/main">
              <a:ext uri="{FF2B5EF4-FFF2-40B4-BE49-F238E27FC236}">
                <a16:creationId xmlns:a16="http://schemas.microsoft.com/office/drawing/2014/main" id="{E3272A14-50AD-4D45-8447-19F52D595B23}"/>
              </a:ext>
            </a:extLst>
          </p:cNvPr>
          <p:cNvPicPr>
            <a:picLocks xmlns:a="http://schemas.openxmlformats.org/drawingml/2006/main" noChangeAspect="1"/>
          </p:cNvPicPr>
          <p:nvPr/>
        </p:nvPicPr>
        <p:blipFill>
          <a:blip xmlns:r="http://schemas.openxmlformats.org/officeDocument/2006/relationships" xmlns:a="http://schemas.openxmlformats.org/drawingml/2006/main" r:embed="Rd33b800956894aeb"/>
          <a:stretch xmlns:a="http://schemas.openxmlformats.org/drawingml/2006/main"/>
        </p:blipFill>
        <p:spPr>
          <a:xfrm xmlns:a="http://schemas.openxmlformats.org/drawingml/2006/main">
            <a:off x="2382454" y="4429125"/>
            <a:ext cx="7331842" cy="546735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BD76AAC5-C3F4-4308-B606-BC4EA4EC128A}"/>
              </a:ext>
            </a:extLst>
          </p:cNvPr>
          <p:cNvSpPr>
            <a:spLocks xmlns:a="http://schemas.openxmlformats.org/drawingml/2006/main" noGrp="1"/>
          </p:cNvSpPr>
          <p:nvPr/>
        </p:nvSpPr>
        <p:spPr>
          <a:xfrm xmlns:a="http://schemas.openxmlformats.org/drawingml/2006/main">
            <a:off x="11525250" y="45243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직접 경로</a:t>
            </a:r>
          </a:p>
        </p:txBody>
      </p:sp>
      <p:sp>
        <p:nvSpPr>
          <p:cNvPr id="10" name="rich">
            <a:extLst xmlns:a="http://schemas.openxmlformats.org/drawingml/2006/main">
              <a:ext uri="{FF2B5EF4-FFF2-40B4-BE49-F238E27FC236}">
                <a16:creationId xmlns:a16="http://schemas.microsoft.com/office/drawing/2014/main" id="{89D46283-9053-41B5-A696-3E9447061D2C}"/>
              </a:ext>
            </a:extLst>
          </p:cNvPr>
          <p:cNvSpPr>
            <a:spLocks xmlns:a="http://schemas.openxmlformats.org/drawingml/2006/main" noGrp="1"/>
          </p:cNvSpPr>
          <p:nvPr/>
        </p:nvSpPr>
        <p:spPr>
          <a:xfrm xmlns:a="http://schemas.openxmlformats.org/drawingml/2006/main">
            <a:off x="11525250" y="5124450"/>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₁ = −189.3 kJ</a:t>
            </a:r>
          </a:p>
        </p:txBody>
      </p:sp>
      <p:sp>
        <p:nvSpPr>
          <p:cNvPr id="11" name="text">
            <a:extLst xmlns:a="http://schemas.openxmlformats.org/drawingml/2006/main">
              <a:ext uri="{FF2B5EF4-FFF2-40B4-BE49-F238E27FC236}">
                <a16:creationId xmlns:a16="http://schemas.microsoft.com/office/drawing/2014/main" id="{82F532D1-3BF7-493C-9BA9-18054FD9531F}"/>
              </a:ext>
            </a:extLst>
          </p:cNvPr>
          <p:cNvSpPr>
            <a:spLocks xmlns:a="http://schemas.openxmlformats.org/drawingml/2006/main" noGrp="1"/>
          </p:cNvSpPr>
          <p:nvPr/>
        </p:nvSpPr>
        <p:spPr>
          <a:xfrm xmlns:a="http://schemas.openxmlformats.org/drawingml/2006/main">
            <a:off x="11525250" y="60960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두 단계 경로</a:t>
            </a:r>
          </a:p>
        </p:txBody>
      </p:sp>
      <p:sp>
        <p:nvSpPr>
          <p:cNvPr id="12" name="rich">
            <a:extLst xmlns:a="http://schemas.openxmlformats.org/drawingml/2006/main">
              <a:ext uri="{FF2B5EF4-FFF2-40B4-BE49-F238E27FC236}">
                <a16:creationId xmlns:a16="http://schemas.microsoft.com/office/drawing/2014/main" id="{331957FB-8C22-48C2-B7FB-2E3666AADAE5}"/>
              </a:ext>
            </a:extLst>
          </p:cNvPr>
          <p:cNvSpPr>
            <a:spLocks xmlns:a="http://schemas.openxmlformats.org/drawingml/2006/main" noGrp="1"/>
          </p:cNvSpPr>
          <p:nvPr/>
        </p:nvSpPr>
        <p:spPr>
          <a:xfrm xmlns:a="http://schemas.openxmlformats.org/drawingml/2006/main">
            <a:off x="11525250" y="6715125"/>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₂ + </a:t>
            </a:r>
            <a:r>
              <a:t>Δ</a:t>
            </a:r>
            <a:r>
              <a:rPr i="1">
                <a:latin typeface="Pretendard"/>
                <a:ea typeface="Pretendard"/>
                <a:cs typeface="Pretendard"/>
              </a:rPr>
              <a:t>H</a:t>
            </a:r>
            <a:r>
              <a:t>₃</a:t>
            </a:r>
          </a:p>
        </p:txBody>
      </p:sp>
      <p:sp>
        <p:nvSpPr>
          <p:cNvPr id="13" name="text">
            <a:extLst xmlns:a="http://schemas.openxmlformats.org/drawingml/2006/main">
              <a:ext uri="{FF2B5EF4-FFF2-40B4-BE49-F238E27FC236}">
                <a16:creationId xmlns:a16="http://schemas.microsoft.com/office/drawing/2014/main" id="{92E21B4F-5C36-44F9-933C-82D68656F976}"/>
              </a:ext>
            </a:extLst>
          </p:cNvPr>
          <p:cNvSpPr>
            <a:spLocks xmlns:a="http://schemas.openxmlformats.org/drawingml/2006/main" noGrp="1"/>
          </p:cNvSpPr>
          <p:nvPr/>
        </p:nvSpPr>
        <p:spPr>
          <a:xfrm xmlns:a="http://schemas.openxmlformats.org/drawingml/2006/main">
            <a:off x="11525250" y="7362825"/>
            <a:ext cx="581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rPr sz="3450" b="0">
                <a:solidFill>
                  <a:srgbClr val="000000"/>
                </a:solidFill>
                <a:latin typeface="Pretendard"/>
                <a:ea typeface="Pretendard"/>
                <a:cs typeface="Pretendard"/>
              </a:rPr>
              <a:t>= −76.9 + (−112.4)</a:t>
            </a:r>
          </a:p>
        </p:txBody>
      </p:sp>
      <p:sp>
        <p:nvSpPr>
          <p:cNvPr id="14" name="text">
            <a:extLst xmlns:a="http://schemas.openxmlformats.org/drawingml/2006/main">
              <a:ext uri="{FF2B5EF4-FFF2-40B4-BE49-F238E27FC236}">
                <a16:creationId xmlns:a16="http://schemas.microsoft.com/office/drawing/2014/main" id="{F2E2B8CD-1BE5-4730-9DFF-7FDEBEE44728}"/>
              </a:ext>
            </a:extLst>
          </p:cNvPr>
          <p:cNvSpPr>
            <a:spLocks xmlns:a="http://schemas.openxmlformats.org/drawingml/2006/main" noGrp="1"/>
          </p:cNvSpPr>
          <p:nvPr/>
        </p:nvSpPr>
        <p:spPr>
          <a:xfrm xmlns:a="http://schemas.openxmlformats.org/drawingml/2006/main">
            <a:off x="11525250" y="8001000"/>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57962F"/>
                </a:solidFill>
                <a:latin typeface="Pretendard"/>
                <a:ea typeface="Pretendard"/>
                <a:cs typeface="Pretendard"/>
              </a:defRPr>
            </a:defPPr>
            <a:lvl1pPr algn="l">
              <a:defRPr sz="3750" b="1">
                <a:solidFill>
                  <a:srgbClr val="57962F"/>
                </a:solidFill>
                <a:latin typeface="Pretendard"/>
                <a:ea typeface="Pretendard"/>
                <a:cs typeface="Pretendard"/>
              </a:defRPr>
            </a:lvl1pPr>
            <a:lvl2pPr algn="l">
              <a:defRPr sz="3750" b="1">
                <a:solidFill>
                  <a:srgbClr val="57962F"/>
                </a:solidFill>
                <a:latin typeface="Pretendard"/>
                <a:ea typeface="Pretendard"/>
                <a:cs typeface="Pretendard"/>
              </a:defRPr>
            </a:lvl2pPr>
            <a:lvl3pPr algn="l">
              <a:defRPr sz="3750" b="1">
                <a:solidFill>
                  <a:srgbClr val="57962F"/>
                </a:solidFill>
                <a:latin typeface="Pretendard"/>
                <a:ea typeface="Pretendard"/>
                <a:cs typeface="Pretendard"/>
              </a:defRPr>
            </a:lvl3pPr>
            <a:lvl4pPr algn="l">
              <a:defRPr sz="3750" b="1">
                <a:solidFill>
                  <a:srgbClr val="57962F"/>
                </a:solidFill>
                <a:latin typeface="Pretendard"/>
                <a:ea typeface="Pretendard"/>
                <a:cs typeface="Pretendard"/>
              </a:defRPr>
            </a:lvl4pPr>
            <a:lvl5pPr algn="l">
              <a:defRPr sz="3750" b="1">
                <a:solidFill>
                  <a:srgbClr val="57962F"/>
                </a:solidFill>
                <a:latin typeface="Pretendard"/>
                <a:ea typeface="Pretendard"/>
                <a:cs typeface="Pretendard"/>
              </a:defRPr>
            </a:lvl5pPr>
            <a:lvl6pPr algn="l">
              <a:defRPr sz="3750" b="1">
                <a:solidFill>
                  <a:srgbClr val="57962F"/>
                </a:solidFill>
                <a:latin typeface="Pretendard"/>
                <a:ea typeface="Pretendard"/>
                <a:cs typeface="Pretendard"/>
              </a:defRPr>
            </a:lvl6pPr>
            <a:lvl7pPr algn="l">
              <a:defRPr sz="3750" b="1">
                <a:solidFill>
                  <a:srgbClr val="57962F"/>
                </a:solidFill>
                <a:latin typeface="Pretendard"/>
                <a:ea typeface="Pretendard"/>
                <a:cs typeface="Pretendard"/>
              </a:defRPr>
            </a:lvl7pPr>
            <a:lvl8pPr algn="l">
              <a:defRPr sz="3750" b="1">
                <a:solidFill>
                  <a:srgbClr val="57962F"/>
                </a:solidFill>
                <a:latin typeface="Pretendard"/>
                <a:ea typeface="Pretendard"/>
                <a:cs typeface="Pretendard"/>
              </a:defRPr>
            </a:lvl8pPr>
            <a:lvl9pPr algn="l">
              <a:defRPr sz="3750" b="1">
                <a:solidFill>
                  <a:srgbClr val="57962F"/>
                </a:solidFill>
                <a:latin typeface="Pretendard"/>
                <a:ea typeface="Pretendard"/>
                <a:cs typeface="Pretendard"/>
              </a:defRPr>
            </a:lvl9pPr>
          </a:lstStyle>
          <a:p xmlns:a="http://schemas.openxmlformats.org/drawingml/2006/main">
            <a:pPr algn="l">
              <a:defRPr sz="3750" b="1">
                <a:solidFill>
                  <a:srgbClr val="57962F"/>
                </a:solidFill>
                <a:latin typeface="Pretendard"/>
                <a:ea typeface="Pretendard"/>
                <a:cs typeface="Pretendard"/>
              </a:defRPr>
            </a:pPr>
            <a:r>
              <a:rPr sz="3750" b="1">
                <a:solidFill>
                  <a:srgbClr val="57962F"/>
                </a:solidFill>
                <a:latin typeface="Pretendard"/>
                <a:ea typeface="Pretendard"/>
                <a:cs typeface="Pretendard"/>
              </a:rPr>
              <a:t>= −189.3 kJ</a:t>
            </a:r>
          </a:p>
        </p:txBody>
      </p:sp>
      <p:sp>
        <p:nvSpPr>
          <p:cNvPr id="15" name="경로 비교 결론">
            <a:extLst xmlns:a="http://schemas.openxmlformats.org/drawingml/2006/main">
              <a:ext uri="{FF2B5EF4-FFF2-40B4-BE49-F238E27FC236}">
                <a16:creationId xmlns:a16="http://schemas.microsoft.com/office/drawing/2014/main" id="{1A7835D7-D051-437D-B3A4-AF3763EB9BC1}"/>
              </a:ext>
            </a:extLst>
          </p:cNvPr>
          <p:cNvSpPr>
            <a:spLocks xmlns:a="http://schemas.openxmlformats.org/drawingml/2006/main" noGrp="1"/>
          </p:cNvSpPr>
          <p:nvPr/>
        </p:nvSpPr>
        <p:spPr>
          <a:xfrm xmlns:a="http://schemas.openxmlformats.org/drawingml/2006/main">
            <a:off x="11144250" y="8886825"/>
            <a:ext cx="6191250" cy="733425"/>
          </a:xfrm>
          <a:prstGeom xmlns:a="http://schemas.openxmlformats.org/drawingml/2006/main" prst="roundRect">
            <a:avLst>
              <a:gd name="adj" fmla="val 20779"/>
            </a:avLst>
          </a:prstGeom>
          <a:solidFill xmlns:a="http://schemas.openxmlformats.org/drawingml/2006/main">
            <a:srgbClr val="484847"/>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BA18F8DB-DA83-4E5D-8478-7F0E23A1A478}"/>
              </a:ext>
            </a:extLst>
          </p:cNvPr>
          <p:cNvSpPr>
            <a:spLocks xmlns:a="http://schemas.openxmlformats.org/drawingml/2006/main" noGrp="1"/>
          </p:cNvSpPr>
          <p:nvPr/>
        </p:nvSpPr>
        <p:spPr>
          <a:xfrm xmlns:a="http://schemas.openxmlformats.org/drawingml/2006/main">
            <a:off x="11430000" y="8963025"/>
            <a:ext cx="561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xmlns:a="http://schemas.openxmlformats.org/drawingml/2006/main">
            <a:pPr algn="ctr">
              <a:defRPr sz="3600"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a:t>
            </a:r>
          </a:p>
        </p:txBody>
      </p:sp>
    </p:spTree>
    <p:extLst>
      <p:ext uri="{BB962C8B-B14F-4D97-AF65-F5344CB8AC3E}">
        <p14:creationId xmlns:p14="http://schemas.microsoft.com/office/powerpoint/2010/main" val="70251829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5CD085B2-EEC7-4029-A629-07A0FBDF545D}"/>
              </a:ext>
            </a:extLst>
          </p:cNvPr>
          <p:cNvPicPr>
            <a:picLocks xmlns:a="http://schemas.openxmlformats.org/drawingml/2006/main" noChangeAspect="1"/>
          </p:cNvPicPr>
          <p:nvPr/>
        </p:nvPicPr>
        <p:blipFill>
          <a:blip xmlns:r="http://schemas.openxmlformats.org/officeDocument/2006/relationships" xmlns:a="http://schemas.openxmlformats.org/drawingml/2006/main" r:embed="R9ddc28ec16e0415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8053E01-D70C-4CEF-BDEB-89AB40E3FC1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71BAE72-A5CA-4295-8973-73FFDAA0A52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FD7153B0-A81B-456B-8127-AA7C518E3CD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89FA3AE-F1F9-4561-A179-87489E5EFCB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E35FB631-8F09-4B61-B6B5-6EDFBA7053B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00E92A22-0593-48AA-85D3-104BF1F8B2AD}"/>
              </a:ext>
            </a:extLst>
          </p:cNvPr>
          <p:cNvPicPr>
            <a:picLocks xmlns:a="http://schemas.openxmlformats.org/drawingml/2006/main" noChangeAspect="1"/>
          </p:cNvPicPr>
          <p:nvPr/>
        </p:nvPicPr>
        <p:blipFill>
          <a:blip xmlns:r="http://schemas.openxmlformats.org/officeDocument/2006/relationships" xmlns:a="http://schemas.openxmlformats.org/drawingml/2006/main" r:embed="Redf38dbe812b4722"/>
          <a:stretch xmlns:a="http://schemas.openxmlformats.org/drawingml/2006/main"/>
        </p:blipFill>
        <p:spPr>
          <a:xfrm xmlns:a="http://schemas.openxmlformats.org/drawingml/2006/main">
            <a:off x="1905000" y="4922520"/>
            <a:ext cx="13844588" cy="81438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AD35000D-B243-4E61-B008-174B686690F6}"/>
              </a:ext>
            </a:extLst>
          </p:cNvPr>
          <p:cNvPicPr>
            <a:picLocks xmlns:a="http://schemas.openxmlformats.org/drawingml/2006/main" noChangeAspect="1"/>
          </p:cNvPicPr>
          <p:nvPr/>
        </p:nvPicPr>
        <p:blipFill>
          <a:blip xmlns:r="http://schemas.openxmlformats.org/officeDocument/2006/relationships" xmlns:a="http://schemas.openxmlformats.org/drawingml/2006/main" r:embed="R0e0090d357414879"/>
          <a:stretch xmlns:a="http://schemas.openxmlformats.org/drawingml/2006/main"/>
        </p:blipFill>
        <p:spPr>
          <a:xfrm xmlns:a="http://schemas.openxmlformats.org/drawingml/2006/main">
            <a:off x="1905000" y="5631656"/>
            <a:ext cx="15066169" cy="814388"/>
          </a:xfrm>
          <a:prstGeom xmlns:a="http://schemas.openxmlformats.org/drawingml/2006/main" prst="rect">
            <a:avLst/>
          </a:prstGeom>
        </p:spPr>
      </p:pic>
      <p:sp>
        <p:nvSpPr>
          <p:cNvPr id="9" name="line">
            <a:extLst xmlns:a="http://schemas.openxmlformats.org/drawingml/2006/main">
              <a:ext uri="{FF2B5EF4-FFF2-40B4-BE49-F238E27FC236}">
                <a16:creationId xmlns:a16="http://schemas.microsoft.com/office/drawing/2014/main" id="{A199E46F-F097-4107-97A2-2A48D38CE0A6}"/>
              </a:ext>
            </a:extLst>
          </p:cNvPr>
          <p:cNvSpPr>
            <a:spLocks xmlns:a="http://schemas.openxmlformats.org/drawingml/2006/main" noGrp="1"/>
          </p:cNvSpPr>
          <p:nvPr/>
        </p:nvSpPr>
        <p:spPr>
          <a:xfrm xmlns:a="http://schemas.openxmlformats.org/drawingml/2006/main">
            <a:off x="2219325" y="6560344"/>
            <a:ext cx="13877925" cy="9525"/>
          </a:xfrm>
          <a:custGeom xmlns:a="http://schemas.openxmlformats.org/drawingml/2006/main">
            <a:pathLst>
              <a:path w="13877925" h="9525">
                <a:moveTo>
                  <a:pt x="0" y="0"/>
                </a:moveTo>
                <a:lnTo>
                  <a:pt x="13877925" y="0"/>
                </a:lnTo>
              </a:path>
            </a:pathLst>
          </a:custGeom>
          <a:noFill xmlns:a="http://schemas.openxmlformats.org/drawingml/2006/main"/>
          <a:ln xmlns:a="http://schemas.openxmlformats.org/drawingml/2006/main" w="28575">
            <a:solidFill>
              <a:srgbClr val="898989"/>
            </a:solidFill>
            <a:prstDash val="solid"/>
          </a:ln>
        </p:spPr>
      </p:sp>
      <p:pic>
        <p:nvPicPr>
          <p:cNvPr id="10" name="">
            <a:extLst xmlns:a="http://schemas.openxmlformats.org/drawingml/2006/main">
              <a:ext uri="{FF2B5EF4-FFF2-40B4-BE49-F238E27FC236}">
                <a16:creationId xmlns:a16="http://schemas.microsoft.com/office/drawing/2014/main" id="{001DD53E-999A-43D6-AB2D-13053BDF42FE}"/>
              </a:ext>
            </a:extLst>
          </p:cNvPr>
          <p:cNvPicPr>
            <a:picLocks xmlns:a="http://schemas.openxmlformats.org/drawingml/2006/main" noChangeAspect="1"/>
          </p:cNvPicPr>
          <p:nvPr/>
        </p:nvPicPr>
        <p:blipFill>
          <a:blip xmlns:r="http://schemas.openxmlformats.org/officeDocument/2006/relationships" xmlns:a="http://schemas.openxmlformats.org/drawingml/2006/main" r:embed="R3c23983c363643c9"/>
          <a:stretch xmlns:a="http://schemas.openxmlformats.org/drawingml/2006/main"/>
        </p:blipFill>
        <p:spPr>
          <a:xfrm xmlns:a="http://schemas.openxmlformats.org/drawingml/2006/main">
            <a:off x="1905000" y="6647498"/>
            <a:ext cx="13844588" cy="814388"/>
          </a:xfrm>
          <a:prstGeom xmlns:a="http://schemas.openxmlformats.org/drawingml/2006/main" prst="rect">
            <a:avLst/>
          </a:prstGeom>
        </p:spPr>
      </p:pic>
      <p:sp>
        <p:nvSpPr>
          <p:cNvPr id="11" name="해석·결론">
            <a:extLst xmlns:a="http://schemas.openxmlformats.org/drawingml/2006/main">
              <a:ext uri="{FF2B5EF4-FFF2-40B4-BE49-F238E27FC236}">
                <a16:creationId xmlns:a16="http://schemas.microsoft.com/office/drawing/2014/main" id="{36906AF3-EA64-4C90-B758-1A768DB8E883}"/>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F404D814-CE87-46BE-91A1-F5711E2A697D}"/>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 = −189.3 kJ</a:t>
            </a:r>
          </a:p>
        </p:txBody>
      </p:sp>
    </p:spTree>
    <p:extLst>
      <p:ext uri="{BB962C8B-B14F-4D97-AF65-F5344CB8AC3E}">
        <p14:creationId xmlns:p14="http://schemas.microsoft.com/office/powerpoint/2010/main" val="27430005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C0D80946-02B2-4C30-8A4A-BBDE374E6615}"/>
              </a:ext>
            </a:extLst>
          </p:cNvPr>
          <p:cNvPicPr>
            <a:picLocks xmlns:a="http://schemas.openxmlformats.org/drawingml/2006/main" noChangeAspect="1"/>
          </p:cNvPicPr>
          <p:nvPr/>
        </p:nvPicPr>
        <p:blipFill>
          <a:blip xmlns:r="http://schemas.openxmlformats.org/officeDocument/2006/relationships" xmlns:a="http://schemas.openxmlformats.org/drawingml/2006/main" r:embed="Rcf92340b4f32444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2E32616-461B-4D87-83C6-F199FC7BD7E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B936973-2E41-4B8F-95FA-923D569D202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EB1C1A4D-2BD3-471C-B55B-9D163EDE81B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8E61C3A-09BD-426A-9F84-9CE167EA26E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7509B5FD-61FF-4807-9C9C-9DFD3F86BB2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계수와 </a:t>
            </a:r>
            <a:r>
              <a:t>Δ</a:t>
            </a:r>
            <a:r>
              <a:rPr i="1">
                <a:latin typeface="Pretendard"/>
                <a:ea typeface="Pretendard"/>
                <a:cs typeface="Pretendard"/>
              </a:rPr>
              <a:t>H</a:t>
            </a:r>
            <a:r>
              <a:t>는 같은 비율로</a:t>
            </a:r>
          </a:p>
        </p:txBody>
      </p:sp>
      <p:pic>
        <p:nvPicPr>
          <p:cNvPr id="7" name="">
            <a:extLst xmlns:a="http://schemas.openxmlformats.org/drawingml/2006/main">
              <a:ext uri="{FF2B5EF4-FFF2-40B4-BE49-F238E27FC236}">
                <a16:creationId xmlns:a16="http://schemas.microsoft.com/office/drawing/2014/main" id="{AC62ED62-BCAA-48E4-A442-0D6F40717178}"/>
              </a:ext>
            </a:extLst>
          </p:cNvPr>
          <p:cNvPicPr>
            <a:picLocks xmlns:a="http://schemas.openxmlformats.org/drawingml/2006/main" noChangeAspect="1"/>
          </p:cNvPicPr>
          <p:nvPr/>
        </p:nvPicPr>
        <p:blipFill>
          <a:blip xmlns:r="http://schemas.openxmlformats.org/officeDocument/2006/relationships" xmlns:a="http://schemas.openxmlformats.org/drawingml/2006/main" r:embed="Ref87f9bc2cbf4296"/>
          <a:stretch xmlns:a="http://schemas.openxmlformats.org/drawingml/2006/main"/>
        </p:blipFill>
        <p:spPr>
          <a:xfrm xmlns:a="http://schemas.openxmlformats.org/drawingml/2006/main">
            <a:off x="2247909" y="4836566"/>
            <a:ext cx="13811231" cy="131349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F14AF87E-960C-42F6-ACB9-79C954A0A75D}"/>
              </a:ext>
            </a:extLst>
          </p:cNvPr>
          <p:cNvPicPr>
            <a:picLocks xmlns:a="http://schemas.openxmlformats.org/drawingml/2006/main" noChangeAspect="1"/>
          </p:cNvPicPr>
          <p:nvPr/>
        </p:nvPicPr>
        <p:blipFill>
          <a:blip xmlns:r="http://schemas.openxmlformats.org/officeDocument/2006/relationships" xmlns:a="http://schemas.openxmlformats.org/drawingml/2006/main" r:embed="R38a73c6ce9e74fae"/>
          <a:stretch xmlns:a="http://schemas.openxmlformats.org/drawingml/2006/main"/>
        </p:blipFill>
        <p:spPr>
          <a:xfrm xmlns:a="http://schemas.openxmlformats.org/drawingml/2006/main">
            <a:off x="1547813" y="5963591"/>
            <a:ext cx="15192375" cy="1444849"/>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F545EF8F-E08E-4596-9B8D-60EF3E655AE2}"/>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6C929FAB-4F2C-49CD-822E-67A6D125CA24}"/>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계수에 2를 곱하면, </a:t>
            </a:r>
            <a:r>
              <a:t>Δ</a:t>
            </a:r>
            <a:r>
              <a:rPr i="1">
                <a:latin typeface="Pretendard"/>
                <a:ea typeface="Pretendard"/>
                <a:cs typeface="Pretendard"/>
              </a:rPr>
              <a:t>H</a:t>
            </a:r>
            <a:r>
              <a:t>에도 2를 곱한다.</a:t>
            </a:r>
          </a:p>
        </p:txBody>
      </p:sp>
      <p:sp>
        <p:nvSpPr>
          <p:cNvPr id="11" name="text">
            <a:extLst xmlns:a="http://schemas.openxmlformats.org/drawingml/2006/main">
              <a:ext uri="{FF2B5EF4-FFF2-40B4-BE49-F238E27FC236}">
                <a16:creationId xmlns:a16="http://schemas.microsoft.com/office/drawing/2014/main" id="{70C2194D-4325-4492-8C89-3706A9A11FDC}"/>
              </a:ext>
            </a:extLst>
          </p:cNvPr>
          <p:cNvSpPr>
            <a:spLocks xmlns:a="http://schemas.openxmlformats.org/drawingml/2006/main" noGrp="1"/>
          </p:cNvSpPr>
          <p:nvPr/>
        </p:nvSpPr>
        <p:spPr>
          <a:xfrm xmlns:a="http://schemas.openxmlformats.org/drawingml/2006/main">
            <a:off x="2286000" y="74866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계수 2배</a:t>
            </a:r>
          </a:p>
        </p:txBody>
      </p:sp>
      <p:sp>
        <p:nvSpPr>
          <p:cNvPr id="12" name="text">
            <a:extLst xmlns:a="http://schemas.openxmlformats.org/drawingml/2006/main">
              <a:ext uri="{FF2B5EF4-FFF2-40B4-BE49-F238E27FC236}">
                <a16:creationId xmlns:a16="http://schemas.microsoft.com/office/drawing/2014/main" id="{54B4A04C-F4D0-4B9E-A443-9BAA119CA3BF}"/>
              </a:ext>
            </a:extLst>
          </p:cNvPr>
          <p:cNvSpPr>
            <a:spLocks xmlns:a="http://schemas.openxmlformats.org/drawingml/2006/main" noGrp="1"/>
          </p:cNvSpPr>
          <p:nvPr/>
        </p:nvSpPr>
        <p:spPr>
          <a:xfrm xmlns:a="http://schemas.openxmlformats.org/drawingml/2006/main">
            <a:off x="11477625" y="74866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t>Δ</a:t>
            </a:r>
            <a:r>
              <a:rPr i="1">
                <a:latin typeface="Pretendard"/>
                <a:ea typeface="Pretendard"/>
                <a:cs typeface="Pretendard"/>
              </a:rPr>
              <a:t>H</a:t>
            </a:r>
            <a:r>
              <a:t>도 2배</a:t>
            </a:r>
          </a:p>
        </p:txBody>
      </p:sp>
    </p:spTree>
    <p:extLst>
      <p:ext uri="{BB962C8B-B14F-4D97-AF65-F5344CB8AC3E}">
        <p14:creationId xmlns:p14="http://schemas.microsoft.com/office/powerpoint/2010/main" val="191629344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18BD2676-C542-40D4-AD2A-8D676071A808}"/>
              </a:ext>
            </a:extLst>
          </p:cNvPr>
          <p:cNvPicPr>
            <a:picLocks xmlns:a="http://schemas.openxmlformats.org/drawingml/2006/main" noChangeAspect="1"/>
          </p:cNvPicPr>
          <p:nvPr/>
        </p:nvPicPr>
        <p:blipFill>
          <a:blip xmlns:r="http://schemas.openxmlformats.org/officeDocument/2006/relationships" xmlns:a="http://schemas.openxmlformats.org/drawingml/2006/main" r:embed="R087e6487ac5a4cb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275E211-6A4A-4D2B-B35F-C523D4F5AE8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A8A20A2-6FB4-4446-BD0A-D7EFE775963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D2A405EF-1ACA-461D-95FE-63E80788A66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14EBF1C-7507-46C2-B10D-636FBA050BF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DA17DFDF-CE09-446D-B3F8-A1254E7FF80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A54B5182-D2B8-4959-9A25-EEA7BD26DB9D}"/>
              </a:ext>
            </a:extLst>
          </p:cNvPr>
          <p:cNvPicPr>
            <a:picLocks xmlns:a="http://schemas.openxmlformats.org/drawingml/2006/main" noChangeAspect="1"/>
          </p:cNvPicPr>
          <p:nvPr/>
        </p:nvPicPr>
        <p:blipFill>
          <a:blip xmlns:r="http://schemas.openxmlformats.org/officeDocument/2006/relationships" xmlns:a="http://schemas.openxmlformats.org/drawingml/2006/main" r:embed="R00f08b7d71bf48db"/>
          <a:stretch xmlns:a="http://schemas.openxmlformats.org/drawingml/2006/main"/>
        </p:blipFill>
        <p:spPr>
          <a:xfrm xmlns:a="http://schemas.openxmlformats.org/drawingml/2006/main">
            <a:off x="2247929" y="5029187"/>
            <a:ext cx="13811193" cy="89104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665A2315-E7B7-480E-842F-D04BF993C027}"/>
              </a:ext>
            </a:extLst>
          </p:cNvPr>
          <p:cNvPicPr>
            <a:picLocks xmlns:a="http://schemas.openxmlformats.org/drawingml/2006/main" noChangeAspect="1"/>
          </p:cNvPicPr>
          <p:nvPr/>
        </p:nvPicPr>
        <p:blipFill>
          <a:blip xmlns:r="http://schemas.openxmlformats.org/officeDocument/2006/relationships" xmlns:a="http://schemas.openxmlformats.org/drawingml/2006/main" r:embed="R5fe556c56d8845f4"/>
          <a:stretch xmlns:a="http://schemas.openxmlformats.org/drawingml/2006/main"/>
        </p:blipFill>
        <p:spPr>
          <a:xfrm xmlns:a="http://schemas.openxmlformats.org/drawingml/2006/main">
            <a:off x="1332671" y="5997033"/>
            <a:ext cx="15622658" cy="961394"/>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03FEF79D-547E-4F02-8B44-CBEF568C2061}"/>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55A499DC-C4DC-44B4-8587-249768F474AE}"/>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역반응의 </a:t>
            </a:r>
            <a:r>
              <a:t>Δ</a:t>
            </a:r>
            <a:r>
              <a:rPr i="1">
                <a:latin typeface="Pretendard"/>
                <a:ea typeface="Pretendard"/>
                <a:cs typeface="Pretendard"/>
              </a:rPr>
              <a:t>H</a:t>
            </a:r>
            <a:r>
              <a:t>는 절댓값이 같고 부호는 반대다.</a:t>
            </a:r>
          </a:p>
        </p:txBody>
      </p:sp>
      <p:sp>
        <p:nvSpPr>
          <p:cNvPr id="11" name="text">
            <a:extLst xmlns:a="http://schemas.openxmlformats.org/drawingml/2006/main">
              <a:ext uri="{FF2B5EF4-FFF2-40B4-BE49-F238E27FC236}">
                <a16:creationId xmlns:a16="http://schemas.microsoft.com/office/drawing/2014/main" id="{418AC6B9-9F08-4E1C-A85F-3C38F330F13B}"/>
              </a:ext>
            </a:extLst>
          </p:cNvPr>
          <p:cNvSpPr>
            <a:spLocks xmlns:a="http://schemas.openxmlformats.org/drawingml/2006/main" noGrp="1"/>
          </p:cNvSpPr>
          <p:nvPr/>
        </p:nvSpPr>
        <p:spPr>
          <a:xfrm xmlns:a="http://schemas.openxmlformats.org/drawingml/2006/main">
            <a:off x="11430000" y="4593922"/>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30" b="1">
                <a:solidFill>
                  <a:srgbClr val="57962F"/>
                </a:solidFill>
                <a:latin typeface="Pretendard"/>
                <a:ea typeface="Pretendard"/>
                <a:cs typeface="Pretendard"/>
              </a:defRPr>
            </a:defPPr>
            <a:lvl1pPr algn="l">
              <a:defRPr sz="2730" b="1">
                <a:solidFill>
                  <a:srgbClr val="57962F"/>
                </a:solidFill>
                <a:latin typeface="Pretendard"/>
                <a:ea typeface="Pretendard"/>
                <a:cs typeface="Pretendard"/>
              </a:defRPr>
            </a:lvl1pPr>
            <a:lvl2pPr algn="l">
              <a:defRPr sz="2730" b="1">
                <a:solidFill>
                  <a:srgbClr val="57962F"/>
                </a:solidFill>
                <a:latin typeface="Pretendard"/>
                <a:ea typeface="Pretendard"/>
                <a:cs typeface="Pretendard"/>
              </a:defRPr>
            </a:lvl2pPr>
            <a:lvl3pPr algn="l">
              <a:defRPr sz="2730" b="1">
                <a:solidFill>
                  <a:srgbClr val="57962F"/>
                </a:solidFill>
                <a:latin typeface="Pretendard"/>
                <a:ea typeface="Pretendard"/>
                <a:cs typeface="Pretendard"/>
              </a:defRPr>
            </a:lvl3pPr>
            <a:lvl4pPr algn="l">
              <a:defRPr sz="2730" b="1">
                <a:solidFill>
                  <a:srgbClr val="57962F"/>
                </a:solidFill>
                <a:latin typeface="Pretendard"/>
                <a:ea typeface="Pretendard"/>
                <a:cs typeface="Pretendard"/>
              </a:defRPr>
            </a:lvl4pPr>
            <a:lvl5pPr algn="l">
              <a:defRPr sz="2730" b="1">
                <a:solidFill>
                  <a:srgbClr val="57962F"/>
                </a:solidFill>
                <a:latin typeface="Pretendard"/>
                <a:ea typeface="Pretendard"/>
                <a:cs typeface="Pretendard"/>
              </a:defRPr>
            </a:lvl5pPr>
            <a:lvl6pPr algn="l">
              <a:defRPr sz="2730" b="1">
                <a:solidFill>
                  <a:srgbClr val="57962F"/>
                </a:solidFill>
                <a:latin typeface="Pretendard"/>
                <a:ea typeface="Pretendard"/>
                <a:cs typeface="Pretendard"/>
              </a:defRPr>
            </a:lvl6pPr>
            <a:lvl7pPr algn="l">
              <a:defRPr sz="2730" b="1">
                <a:solidFill>
                  <a:srgbClr val="57962F"/>
                </a:solidFill>
                <a:latin typeface="Pretendard"/>
                <a:ea typeface="Pretendard"/>
                <a:cs typeface="Pretendard"/>
              </a:defRPr>
            </a:lvl7pPr>
            <a:lvl8pPr algn="l">
              <a:defRPr sz="2730" b="1">
                <a:solidFill>
                  <a:srgbClr val="57962F"/>
                </a:solidFill>
                <a:latin typeface="Pretendard"/>
                <a:ea typeface="Pretendard"/>
                <a:cs typeface="Pretendard"/>
              </a:defRPr>
            </a:lvl8pPr>
            <a:lvl9pPr algn="l">
              <a:defRPr sz="2730" b="1">
                <a:solidFill>
                  <a:srgbClr val="57962F"/>
                </a:solidFill>
                <a:latin typeface="Pretendard"/>
                <a:ea typeface="Pretendard"/>
                <a:cs typeface="Pretendard"/>
              </a:defRPr>
            </a:lvl9pPr>
          </a:lstStyle>
          <a:p xmlns:a="http://schemas.openxmlformats.org/drawingml/2006/main">
            <a:pPr algn="l">
              <a:defRPr sz="2730" b="1">
                <a:solidFill>
                  <a:srgbClr val="57962F"/>
                </a:solidFill>
                <a:latin typeface="Pretendard"/>
                <a:ea typeface="Pretendard"/>
                <a:cs typeface="Pretendard"/>
              </a:defRPr>
            </a:pPr>
            <a:r>
              <a:rPr sz="2730" b="1">
                <a:solidFill>
                  <a:srgbClr val="57962F"/>
                </a:solidFill>
                <a:latin typeface="Pretendard"/>
                <a:ea typeface="Pretendard"/>
                <a:cs typeface="Pretendard"/>
              </a:rPr>
              <a:t>발열 반응</a:t>
            </a:r>
          </a:p>
        </p:txBody>
      </p:sp>
      <p:sp>
        <p:nvSpPr>
          <p:cNvPr id="12" name="text">
            <a:extLst xmlns:a="http://schemas.openxmlformats.org/drawingml/2006/main">
              <a:ext uri="{FF2B5EF4-FFF2-40B4-BE49-F238E27FC236}">
                <a16:creationId xmlns:a16="http://schemas.microsoft.com/office/drawing/2014/main" id="{647742B3-96E5-45F3-87AE-B1B5E5B9CA20}"/>
              </a:ext>
            </a:extLst>
          </p:cNvPr>
          <p:cNvSpPr>
            <a:spLocks xmlns:a="http://schemas.openxmlformats.org/drawingml/2006/main" noGrp="1"/>
          </p:cNvSpPr>
          <p:nvPr/>
        </p:nvSpPr>
        <p:spPr>
          <a:xfrm xmlns:a="http://schemas.openxmlformats.org/drawingml/2006/main">
            <a:off x="11430000" y="6874178"/>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30" b="1">
                <a:solidFill>
                  <a:srgbClr val="57962F"/>
                </a:solidFill>
                <a:latin typeface="Pretendard"/>
                <a:ea typeface="Pretendard"/>
                <a:cs typeface="Pretendard"/>
              </a:defRPr>
            </a:defPPr>
            <a:lvl1pPr algn="l">
              <a:defRPr sz="2730" b="1">
                <a:solidFill>
                  <a:srgbClr val="57962F"/>
                </a:solidFill>
                <a:latin typeface="Pretendard"/>
                <a:ea typeface="Pretendard"/>
                <a:cs typeface="Pretendard"/>
              </a:defRPr>
            </a:lvl1pPr>
            <a:lvl2pPr algn="l">
              <a:defRPr sz="2730" b="1">
                <a:solidFill>
                  <a:srgbClr val="57962F"/>
                </a:solidFill>
                <a:latin typeface="Pretendard"/>
                <a:ea typeface="Pretendard"/>
                <a:cs typeface="Pretendard"/>
              </a:defRPr>
            </a:lvl2pPr>
            <a:lvl3pPr algn="l">
              <a:defRPr sz="2730" b="1">
                <a:solidFill>
                  <a:srgbClr val="57962F"/>
                </a:solidFill>
                <a:latin typeface="Pretendard"/>
                <a:ea typeface="Pretendard"/>
                <a:cs typeface="Pretendard"/>
              </a:defRPr>
            </a:lvl3pPr>
            <a:lvl4pPr algn="l">
              <a:defRPr sz="2730" b="1">
                <a:solidFill>
                  <a:srgbClr val="57962F"/>
                </a:solidFill>
                <a:latin typeface="Pretendard"/>
                <a:ea typeface="Pretendard"/>
                <a:cs typeface="Pretendard"/>
              </a:defRPr>
            </a:lvl4pPr>
            <a:lvl5pPr algn="l">
              <a:defRPr sz="2730" b="1">
                <a:solidFill>
                  <a:srgbClr val="57962F"/>
                </a:solidFill>
                <a:latin typeface="Pretendard"/>
                <a:ea typeface="Pretendard"/>
                <a:cs typeface="Pretendard"/>
              </a:defRPr>
            </a:lvl5pPr>
            <a:lvl6pPr algn="l">
              <a:defRPr sz="2730" b="1">
                <a:solidFill>
                  <a:srgbClr val="57962F"/>
                </a:solidFill>
                <a:latin typeface="Pretendard"/>
                <a:ea typeface="Pretendard"/>
                <a:cs typeface="Pretendard"/>
              </a:defRPr>
            </a:lvl6pPr>
            <a:lvl7pPr algn="l">
              <a:defRPr sz="2730" b="1">
                <a:solidFill>
                  <a:srgbClr val="57962F"/>
                </a:solidFill>
                <a:latin typeface="Pretendard"/>
                <a:ea typeface="Pretendard"/>
                <a:cs typeface="Pretendard"/>
              </a:defRPr>
            </a:lvl7pPr>
            <a:lvl8pPr algn="l">
              <a:defRPr sz="2730" b="1">
                <a:solidFill>
                  <a:srgbClr val="57962F"/>
                </a:solidFill>
                <a:latin typeface="Pretendard"/>
                <a:ea typeface="Pretendard"/>
                <a:cs typeface="Pretendard"/>
              </a:defRPr>
            </a:lvl8pPr>
            <a:lvl9pPr algn="l">
              <a:defRPr sz="2730" b="1">
                <a:solidFill>
                  <a:srgbClr val="57962F"/>
                </a:solidFill>
                <a:latin typeface="Pretendard"/>
                <a:ea typeface="Pretendard"/>
                <a:cs typeface="Pretendard"/>
              </a:defRPr>
            </a:lvl9pPr>
          </a:lstStyle>
          <a:p xmlns:a="http://schemas.openxmlformats.org/drawingml/2006/main">
            <a:pPr algn="l">
              <a:defRPr sz="2730" b="1">
                <a:solidFill>
                  <a:srgbClr val="57962F"/>
                </a:solidFill>
                <a:latin typeface="Pretendard"/>
                <a:ea typeface="Pretendard"/>
                <a:cs typeface="Pretendard"/>
              </a:defRPr>
            </a:pPr>
            <a:r>
              <a:rPr sz="2730" b="1">
                <a:solidFill>
                  <a:srgbClr val="57962F"/>
                </a:solidFill>
                <a:latin typeface="Pretendard"/>
                <a:ea typeface="Pretendard"/>
                <a:cs typeface="Pretendard"/>
              </a:rPr>
              <a:t>흡열 반응</a:t>
            </a:r>
          </a:p>
        </p:txBody>
      </p:sp>
    </p:spTree>
    <p:extLst>
      <p:ext uri="{BB962C8B-B14F-4D97-AF65-F5344CB8AC3E}">
        <p14:creationId xmlns:p14="http://schemas.microsoft.com/office/powerpoint/2010/main" val="62998772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329A36D6-FF73-47F2-A2B5-BBFEDBE526D8}"/>
              </a:ext>
            </a:extLst>
          </p:cNvPr>
          <p:cNvPicPr>
            <a:picLocks xmlns:a="http://schemas.openxmlformats.org/drawingml/2006/main" noChangeAspect="1"/>
          </p:cNvPicPr>
          <p:nvPr/>
        </p:nvPicPr>
        <p:blipFill>
          <a:blip xmlns:r="http://schemas.openxmlformats.org/officeDocument/2006/relationships" xmlns:a="http://schemas.openxmlformats.org/drawingml/2006/main" r:embed="R063da303c4ac404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C295CF6-0704-4311-9E04-54B2DB2C753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0A00F46-551B-479F-8578-9322CAE9694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B4C3289A-28CB-42B1-B8D6-9A041153FA3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CF9E999-53D5-4EFC-BC2F-3E1F8B0A99F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9D6BC6C7-04FF-4508-A802-1772B797012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열화학 반응식의 세 가지 조작</a:t>
            </a:r>
          </a:p>
        </p:txBody>
      </p:sp>
      <p:graphicFrame>
        <p:nvGraphicFramePr>
          <p:cNvPr id="7" name="">
            <a:extLst xmlns:a="http://schemas.openxmlformats.org/drawingml/2006/main">
              <a:ext uri="{FF2B5EF4-FFF2-40B4-BE49-F238E27FC236}">
                <a16:creationId xmlns:a16="http://schemas.microsoft.com/office/drawing/2014/main" id="{C809D7ED-4BB5-43EF-84CB-E9A023D63280}"/>
              </a:ext>
            </a:extLst>
          </p:cNvPr>
          <p:cNvGraphicFramePr/>
          <p:nvPr/>
        </p:nvGraphicFramePr>
        <p:xfrm>
          <a:off xmlns:a="http://schemas.openxmlformats.org/drawingml/2006/main" x="3476625" y="4286250"/>
          <a:ext xmlns:a="http://schemas.openxmlformats.org/drawingml/2006/main" cx="11334750" cy="3810000"/>
        </p:xfrm>
        <a:graphic xmlns:a="http://schemas.openxmlformats.org/drawingml/2006/main">
          <a:graphicData uri="http://schemas.openxmlformats.org/drawingml/2006/table">
            <a:tbl>
              <a:tblPr/>
              <a:tblGrid>
                <a:gridCol w="5429250"/>
                <a:gridCol w="5905500"/>
              </a:tblGrid>
              <a:tr h="952500">
                <a:tc>
                  <a:txBody>
                    <a:bodyPr wrap="none" lIns="114300" tIns="114300" rIns="114300" bIns="114300"/>
                    <a:lstStyle/>
                    <a:p>
                      <a:pPr algn="ctr"/>
                      <a:r>
                        <a:rPr sz="3150" b="1">
                          <a:solidFill>
                            <a:srgbClr val="FFFFFF"/>
                          </a:solidFill>
                          <a:latin typeface="Pretendard"/>
                          <a:ea typeface="Pretendard"/>
                          <a:cs typeface="Pretendard"/>
                        </a:rPr>
                        <a:t>반응식의 조작</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반응 엔탈피의 조작</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52500">
                <a:tc>
                  <a:txBody>
                    <a:bodyPr wrap="none" lIns="114300" tIns="114300" rIns="114300" bIns="114300"/>
                    <a:lstStyle/>
                    <a:p>
                      <a:pPr algn="ctr"/>
                      <a:r>
                        <a:rPr sz="3150" b="1">
                          <a:solidFill>
                            <a:srgbClr val="FFFFFF"/>
                          </a:solidFill>
                          <a:latin typeface="Pretendard"/>
                          <a:ea typeface="Pretendard"/>
                          <a:cs typeface="Pretendard"/>
                        </a:rPr>
                        <a:t>모든 계수에 k를 곱한다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에도 k를 곱한다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역반응으로 바꾼다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의 부호를 바꾼다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여러 반응식을 더한다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각 </a:t>
                      </a: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를 더한다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B411F77E-BD49-4C44-B427-4BC524984D87}"/>
              </a:ext>
            </a:extLst>
          </p:cNvPr>
          <p:cNvSpPr>
            <a:spLocks xmlns:a="http://schemas.openxmlformats.org/drawingml/2006/main" noGrp="1"/>
          </p:cNvSpPr>
          <p:nvPr/>
        </p:nvSpPr>
        <p:spPr>
          <a:xfrm xmlns:a="http://schemas.openxmlformats.org/drawingml/2006/main" rot="0">
            <a:off x="34766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47F813B6-6737-4695-A81C-6EF56AD99BF9}"/>
              </a:ext>
            </a:extLst>
          </p:cNvPr>
          <p:cNvSpPr>
            <a:spLocks xmlns:a="http://schemas.openxmlformats.org/drawingml/2006/main" noGrp="1"/>
          </p:cNvSpPr>
          <p:nvPr/>
        </p:nvSpPr>
        <p:spPr>
          <a:xfrm xmlns:a="http://schemas.openxmlformats.org/drawingml/2006/main" rot="5400000">
            <a:off x="1462087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657ADAE3-2EF5-4E18-B9BF-8BBD5B79F2DB}"/>
              </a:ext>
            </a:extLst>
          </p:cNvPr>
          <p:cNvSpPr>
            <a:spLocks xmlns:a="http://schemas.openxmlformats.org/drawingml/2006/main" noGrp="1"/>
          </p:cNvSpPr>
          <p:nvPr/>
        </p:nvSpPr>
        <p:spPr>
          <a:xfrm xmlns:a="http://schemas.openxmlformats.org/drawingml/2006/main" rot="10800000">
            <a:off x="1462087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2E7564BE-83F0-4F09-8A1B-970F48870CB8}"/>
              </a:ext>
            </a:extLst>
          </p:cNvPr>
          <p:cNvSpPr>
            <a:spLocks xmlns:a="http://schemas.openxmlformats.org/drawingml/2006/main" noGrp="1"/>
          </p:cNvSpPr>
          <p:nvPr/>
        </p:nvSpPr>
        <p:spPr>
          <a:xfrm xmlns:a="http://schemas.openxmlformats.org/drawingml/2006/main" rot="16200000">
            <a:off x="347662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943935711"/>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DA2E711B-880A-40B5-9A06-802390ED6BD1}"/>
              </a:ext>
            </a:extLst>
          </p:cNvPr>
          <p:cNvPicPr>
            <a:picLocks xmlns:a="http://schemas.openxmlformats.org/drawingml/2006/main" noChangeAspect="1"/>
          </p:cNvPicPr>
          <p:nvPr/>
        </p:nvPicPr>
        <p:blipFill>
          <a:blip xmlns:r="http://schemas.openxmlformats.org/officeDocument/2006/relationships" xmlns:a="http://schemas.openxmlformats.org/drawingml/2006/main" r:embed="Rc9ccb74aa670466e"/>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F11F43E1-F881-4521-B4C4-FC2353FA391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8AD70BE8-1E3D-4BF4-8C4E-F2D28E70CA2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81E8BE17-BDA4-411B-8E27-002B9CC5EA68}"/>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96028AC4-6541-4734-9385-EC2C017B6305}"/>
              </a:ext>
            </a:extLst>
          </p:cNvPr>
          <p:cNvPicPr>
            <a:picLocks xmlns:a="http://schemas.openxmlformats.org/drawingml/2006/main" noChangeAspect="1"/>
          </p:cNvPicPr>
          <p:nvPr/>
        </p:nvPicPr>
        <p:blipFill>
          <a:blip xmlns:r="http://schemas.openxmlformats.org/officeDocument/2006/relationships" xmlns:a="http://schemas.openxmlformats.org/drawingml/2006/main" r:embed="R4e9ed5560144429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268A98C6-1ECD-4B4C-A9C2-9061FFC5B4E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1AF2364A-78CD-4802-8B9B-A752DD1C5C56}"/>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8" name="text">
            <a:extLst xmlns:a="http://schemas.openxmlformats.org/drawingml/2006/main">
              <a:ext uri="{FF2B5EF4-FFF2-40B4-BE49-F238E27FC236}">
                <a16:creationId xmlns:a16="http://schemas.microsoft.com/office/drawing/2014/main" id="{6B1D6E40-37E1-439F-B518-1AF79EC76696}"/>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9" name="text">
            <a:extLst xmlns:a="http://schemas.openxmlformats.org/drawingml/2006/main">
              <a:ext uri="{FF2B5EF4-FFF2-40B4-BE49-F238E27FC236}">
                <a16:creationId xmlns:a16="http://schemas.microsoft.com/office/drawing/2014/main" id="{371773B9-D759-4294-AD00-9A2E0C50C17A}"/>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72659492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57CB67A8-0265-442D-B08F-C6FF4CD4322F}"/>
              </a:ext>
            </a:extLst>
          </p:cNvPr>
          <p:cNvPicPr>
            <a:picLocks xmlns:a="http://schemas.openxmlformats.org/drawingml/2006/main" noChangeAspect="1"/>
          </p:cNvPicPr>
          <p:nvPr/>
        </p:nvPicPr>
        <p:blipFill>
          <a:blip xmlns:r="http://schemas.openxmlformats.org/officeDocument/2006/relationships" xmlns:a="http://schemas.openxmlformats.org/drawingml/2006/main" r:embed="Ra8176f6f5d554a0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8AEC626-F861-4CFB-9DD3-A66A9B867F9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5D8AA17-4663-4B5D-9E19-EEA08C73F43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3F1906B3-F2BA-43EC-8400-5A544C2FDDA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2BB0119-4C5A-4D81-A606-8E01E3773FC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B9E11A80-CE90-4DDB-9D6E-96A33530CC0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생성열을 직접 재기 어려운 까닭</a:t>
            </a:r>
          </a:p>
        </p:txBody>
      </p:sp>
      <p:pic>
        <p:nvPicPr>
          <p:cNvPr id="7" name="">
            <a:extLst xmlns:a="http://schemas.openxmlformats.org/drawingml/2006/main">
              <a:ext uri="{FF2B5EF4-FFF2-40B4-BE49-F238E27FC236}">
                <a16:creationId xmlns:a16="http://schemas.microsoft.com/office/drawing/2014/main" id="{8023CAC8-B35D-4F17-B76B-158F50E1B96D}"/>
              </a:ext>
            </a:extLst>
          </p:cNvPr>
          <p:cNvPicPr>
            <a:picLocks xmlns:a="http://schemas.openxmlformats.org/drawingml/2006/main" noChangeAspect="1"/>
          </p:cNvPicPr>
          <p:nvPr/>
        </p:nvPicPr>
        <p:blipFill>
          <a:blip xmlns:r="http://schemas.openxmlformats.org/officeDocument/2006/relationships" xmlns:a="http://schemas.openxmlformats.org/drawingml/2006/main" r:embed="R968bc81cc27a4011"/>
          <a:stretch xmlns:a="http://schemas.openxmlformats.org/drawingml/2006/main"/>
        </p:blipFill>
        <p:spPr>
          <a:xfrm xmlns:a="http://schemas.openxmlformats.org/drawingml/2006/main">
            <a:off x="2503792" y="5238750"/>
            <a:ext cx="2755292" cy="4238625"/>
          </a:xfrm>
          <a:prstGeom xmlns:a="http://schemas.openxmlformats.org/drawingml/2006/main" prst="rect">
            <a:avLst/>
          </a:prstGeom>
        </p:spPr>
      </p:pic>
      <p:sp>
        <p:nvSpPr>
          <p:cNvPr id="8" name="참조 R03-22 여백 있는 말풍선">
            <a:extLst xmlns:a="http://schemas.openxmlformats.org/drawingml/2006/main">
              <a:ext uri="{FF2B5EF4-FFF2-40B4-BE49-F238E27FC236}">
                <a16:creationId xmlns:a16="http://schemas.microsoft.com/office/drawing/2014/main" id="{69A8DE71-6721-42B4-A0AE-A40AADC9BFF9}"/>
              </a:ext>
            </a:extLst>
          </p:cNvPr>
          <p:cNvSpPr>
            <a:spLocks xmlns:a="http://schemas.openxmlformats.org/drawingml/2006/main" noGrp="1"/>
          </p:cNvSpPr>
          <p:nvPr/>
        </p:nvSpPr>
        <p:spPr>
          <a:xfrm xmlns:a="http://schemas.openxmlformats.org/drawingml/2006/main">
            <a:off x="1524000" y="3714750"/>
            <a:ext cx="4524375" cy="1390650"/>
          </a:xfrm>
          <a:prstGeom xmlns:a="http://schemas.openxmlformats.org/drawingml/2006/main" prst="roundRect">
            <a:avLst>
              <a:gd name="adj" fmla="val 17808"/>
            </a:avLst>
          </a:prstGeom>
          <a:solidFill xmlns:a="http://schemas.openxmlformats.org/drawingml/2006/main">
            <a:srgbClr val="F5F5F5"/>
          </a:solidFill>
          <a:ln xmlns:a="http://schemas.openxmlformats.org/drawingml/2006/main" w="0">
            <a:noFill/>
          </a:ln>
        </p:spPr>
      </p:sp>
      <p:sp>
        <p:nvSpPr>
          <p:cNvPr id="9" name="인물 발화 연결 꼬리">
            <a:extLst xmlns:a="http://schemas.openxmlformats.org/drawingml/2006/main">
              <a:ext uri="{FF2B5EF4-FFF2-40B4-BE49-F238E27FC236}">
                <a16:creationId xmlns:a16="http://schemas.microsoft.com/office/drawing/2014/main" id="{A216A185-BD69-4C22-BA5A-A6DA893D043F}"/>
              </a:ext>
            </a:extLst>
          </p:cNvPr>
          <p:cNvSpPr>
            <a:spLocks xmlns:a="http://schemas.openxmlformats.org/drawingml/2006/main" noGrp="1"/>
          </p:cNvSpPr>
          <p:nvPr/>
        </p:nvSpPr>
        <p:spPr>
          <a:xfrm xmlns:a="http://schemas.openxmlformats.org/drawingml/2006/main">
            <a:off x="3786188" y="50958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0" name="캐릭터 질문 1">
            <a:extLst xmlns:a="http://schemas.openxmlformats.org/drawingml/2006/main">
              <a:ext uri="{FF2B5EF4-FFF2-40B4-BE49-F238E27FC236}">
                <a16:creationId xmlns:a16="http://schemas.microsoft.com/office/drawing/2014/main" id="{C0361051-1718-460B-8EF4-0FB1DE1F51F4}"/>
              </a:ext>
            </a:extLst>
          </p:cNvPr>
          <p:cNvSpPr>
            <a:spLocks xmlns:a="http://schemas.openxmlformats.org/drawingml/2006/main" noGrp="1"/>
          </p:cNvSpPr>
          <p:nvPr/>
        </p:nvSpPr>
        <p:spPr>
          <a:xfrm xmlns:a="http://schemas.openxmlformats.org/drawingml/2006/main">
            <a:off x="1752600" y="3943350"/>
            <a:ext cx="4067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CO만 생길 때의 열을</a:t>
            </a:r>
          </a:p>
        </p:txBody>
      </p:sp>
      <p:sp>
        <p:nvSpPr>
          <p:cNvPr id="11" name="캐릭터 질문 2">
            <a:extLst xmlns:a="http://schemas.openxmlformats.org/drawingml/2006/main">
              <a:ext uri="{FF2B5EF4-FFF2-40B4-BE49-F238E27FC236}">
                <a16:creationId xmlns:a16="http://schemas.microsoft.com/office/drawing/2014/main" id="{00F3C74B-5201-4C19-8992-47E9256B586A}"/>
              </a:ext>
            </a:extLst>
          </p:cNvPr>
          <p:cNvSpPr>
            <a:spLocks xmlns:a="http://schemas.openxmlformats.org/drawingml/2006/main" noGrp="1"/>
          </p:cNvSpPr>
          <p:nvPr/>
        </p:nvSpPr>
        <p:spPr>
          <a:xfrm xmlns:a="http://schemas.openxmlformats.org/drawingml/2006/main">
            <a:off x="1752600" y="4410075"/>
            <a:ext cx="4067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어떻게 구할까?</a:t>
            </a:r>
          </a:p>
        </p:txBody>
      </p:sp>
      <p:sp>
        <p:nvSpPr>
          <p:cNvPr id="12" name="R04-33 표제와 해석 영역">
            <a:extLst xmlns:a="http://schemas.openxmlformats.org/drawingml/2006/main">
              <a:ext uri="{FF2B5EF4-FFF2-40B4-BE49-F238E27FC236}">
                <a16:creationId xmlns:a16="http://schemas.microsoft.com/office/drawing/2014/main" id="{D0C382B3-8014-4080-A109-8AA6A489767F}"/>
              </a:ext>
            </a:extLst>
          </p:cNvPr>
          <p:cNvSpPr>
            <a:spLocks xmlns:a="http://schemas.openxmlformats.org/drawingml/2006/main" noGrp="1"/>
          </p:cNvSpPr>
          <p:nvPr/>
        </p:nvSpPr>
        <p:spPr>
          <a:xfrm xmlns:a="http://schemas.openxmlformats.org/drawingml/2006/main">
            <a:off x="6905625" y="3905250"/>
            <a:ext cx="10287000"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3" name="rich">
            <a:extLst xmlns:a="http://schemas.openxmlformats.org/drawingml/2006/main">
              <a:ext uri="{FF2B5EF4-FFF2-40B4-BE49-F238E27FC236}">
                <a16:creationId xmlns:a16="http://schemas.microsoft.com/office/drawing/2014/main" id="{D0A515D5-43CD-41A7-9BB9-A0F695393AF3}"/>
              </a:ext>
            </a:extLst>
          </p:cNvPr>
          <p:cNvSpPr>
            <a:spLocks xmlns:a="http://schemas.openxmlformats.org/drawingml/2006/main" noGrp="1"/>
          </p:cNvSpPr>
          <p:nvPr/>
        </p:nvSpPr>
        <p:spPr>
          <a:xfrm xmlns:a="http://schemas.openxmlformats.org/drawingml/2006/main">
            <a:off x="7210425" y="4067175"/>
            <a:ext cx="9677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함께 생성될 수 있는 CO₂</a:t>
            </a:r>
          </a:p>
        </p:txBody>
      </p:sp>
      <p:sp>
        <p:nvSpPr>
          <p:cNvPr id="14" name="rich">
            <a:extLst xmlns:a="http://schemas.openxmlformats.org/drawingml/2006/main">
              <a:ext uri="{FF2B5EF4-FFF2-40B4-BE49-F238E27FC236}">
                <a16:creationId xmlns:a16="http://schemas.microsoft.com/office/drawing/2014/main" id="{83A2C0D6-6BA5-435C-AFB7-5FA8A338BACF}"/>
              </a:ext>
            </a:extLst>
          </p:cNvPr>
          <p:cNvSpPr>
            <a:spLocks xmlns:a="http://schemas.openxmlformats.org/drawingml/2006/main" noGrp="1"/>
          </p:cNvSpPr>
          <p:nvPr/>
        </p:nvSpPr>
        <p:spPr>
          <a:xfrm xmlns:a="http://schemas.openxmlformats.org/drawingml/2006/main">
            <a:off x="7210425" y="4695825"/>
            <a:ext cx="9677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탄소가 불완전 연소할 때 CO₂도 생성될 수 있다.</a:t>
            </a:r>
          </a:p>
        </p:txBody>
      </p:sp>
      <p:sp>
        <p:nvSpPr>
          <p:cNvPr id="15" name="R04-33 표제와 해석 영역">
            <a:extLst xmlns:a="http://schemas.openxmlformats.org/drawingml/2006/main">
              <a:ext uri="{FF2B5EF4-FFF2-40B4-BE49-F238E27FC236}">
                <a16:creationId xmlns:a16="http://schemas.microsoft.com/office/drawing/2014/main" id="{C778E29D-0C3B-41D4-8CA4-40ACD79B72EB}"/>
              </a:ext>
            </a:extLst>
          </p:cNvPr>
          <p:cNvSpPr>
            <a:spLocks xmlns:a="http://schemas.openxmlformats.org/drawingml/2006/main" noGrp="1"/>
          </p:cNvSpPr>
          <p:nvPr/>
        </p:nvSpPr>
        <p:spPr>
          <a:xfrm xmlns:a="http://schemas.openxmlformats.org/drawingml/2006/main">
            <a:off x="6905625" y="5724525"/>
            <a:ext cx="10287000"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8BB55DE6-0CA1-489A-B507-C0650A6004F6}"/>
              </a:ext>
            </a:extLst>
          </p:cNvPr>
          <p:cNvSpPr>
            <a:spLocks xmlns:a="http://schemas.openxmlformats.org/drawingml/2006/main" noGrp="1"/>
          </p:cNvSpPr>
          <p:nvPr/>
        </p:nvSpPr>
        <p:spPr>
          <a:xfrm xmlns:a="http://schemas.openxmlformats.org/drawingml/2006/main">
            <a:off x="7210425" y="5886450"/>
            <a:ext cx="9677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따로 측정하기 어려운 열</a:t>
            </a:r>
          </a:p>
        </p:txBody>
      </p:sp>
      <p:sp>
        <p:nvSpPr>
          <p:cNvPr id="17" name="rich">
            <a:extLst xmlns:a="http://schemas.openxmlformats.org/drawingml/2006/main">
              <a:ext uri="{FF2B5EF4-FFF2-40B4-BE49-F238E27FC236}">
                <a16:creationId xmlns:a16="http://schemas.microsoft.com/office/drawing/2014/main" id="{BE06C742-BE2E-4F5E-A88C-4D9E5D61AFF2}"/>
              </a:ext>
            </a:extLst>
          </p:cNvPr>
          <p:cNvSpPr>
            <a:spLocks xmlns:a="http://schemas.openxmlformats.org/drawingml/2006/main" noGrp="1"/>
          </p:cNvSpPr>
          <p:nvPr/>
        </p:nvSpPr>
        <p:spPr>
          <a:xfrm xmlns:a="http://schemas.openxmlformats.org/drawingml/2006/main">
            <a:off x="7210425" y="6515100"/>
            <a:ext cx="9677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CO만 생성되는 반응의 열을 분리하기 어렵다.</a:t>
            </a:r>
          </a:p>
        </p:txBody>
      </p:sp>
      <p:sp>
        <p:nvSpPr>
          <p:cNvPr id="18" name="R04-33 표제와 해석 영역">
            <a:extLst xmlns:a="http://schemas.openxmlformats.org/drawingml/2006/main">
              <a:ext uri="{FF2B5EF4-FFF2-40B4-BE49-F238E27FC236}">
                <a16:creationId xmlns:a16="http://schemas.microsoft.com/office/drawing/2014/main" id="{F94EE9A1-4A77-4ABE-8492-1C8E208D8ABD}"/>
              </a:ext>
            </a:extLst>
          </p:cNvPr>
          <p:cNvSpPr>
            <a:spLocks xmlns:a="http://schemas.openxmlformats.org/drawingml/2006/main" noGrp="1"/>
          </p:cNvSpPr>
          <p:nvPr/>
        </p:nvSpPr>
        <p:spPr>
          <a:xfrm xmlns:a="http://schemas.openxmlformats.org/drawingml/2006/main">
            <a:off x="6905625" y="7543800"/>
            <a:ext cx="10287000"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9" name="rich">
            <a:extLst xmlns:a="http://schemas.openxmlformats.org/drawingml/2006/main">
              <a:ext uri="{FF2B5EF4-FFF2-40B4-BE49-F238E27FC236}">
                <a16:creationId xmlns:a16="http://schemas.microsoft.com/office/drawing/2014/main" id="{45B01514-806C-48D5-9F4C-351A2E512554}"/>
              </a:ext>
            </a:extLst>
          </p:cNvPr>
          <p:cNvSpPr>
            <a:spLocks xmlns:a="http://schemas.openxmlformats.org/drawingml/2006/main" noGrp="1"/>
          </p:cNvSpPr>
          <p:nvPr/>
        </p:nvSpPr>
        <p:spPr>
          <a:xfrm xmlns:a="http://schemas.openxmlformats.org/drawingml/2006/main">
            <a:off x="7210425" y="7705725"/>
            <a:ext cx="9677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다른 반응을 이용한 간접 측정</a:t>
            </a:r>
          </a:p>
        </p:txBody>
      </p:sp>
      <p:sp>
        <p:nvSpPr>
          <p:cNvPr id="20" name="rich">
            <a:extLst xmlns:a="http://schemas.openxmlformats.org/drawingml/2006/main">
              <a:ext uri="{FF2B5EF4-FFF2-40B4-BE49-F238E27FC236}">
                <a16:creationId xmlns:a16="http://schemas.microsoft.com/office/drawing/2014/main" id="{FBAA7594-9B7D-4136-AF8D-4452001DE0F2}"/>
              </a:ext>
            </a:extLst>
          </p:cNvPr>
          <p:cNvSpPr>
            <a:spLocks xmlns:a="http://schemas.openxmlformats.org/drawingml/2006/main" noGrp="1"/>
          </p:cNvSpPr>
          <p:nvPr/>
        </p:nvSpPr>
        <p:spPr>
          <a:xfrm xmlns:a="http://schemas.openxmlformats.org/drawingml/2006/main">
            <a:off x="7210425" y="8334375"/>
            <a:ext cx="9677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이미 알고 있는 반응의 </a:t>
            </a:r>
            <a:r>
              <a:t>Δ</a:t>
            </a:r>
            <a:r>
              <a:rPr i="1">
                <a:latin typeface="Pretendard"/>
                <a:ea typeface="Pretendard"/>
                <a:cs typeface="Pretendard"/>
              </a:rPr>
              <a:t>H</a:t>
            </a:r>
            <a:r>
              <a:t>로 구한다.</a:t>
            </a:r>
          </a:p>
        </p:txBody>
      </p:sp>
    </p:spTree>
    <p:extLst>
      <p:ext uri="{BB962C8B-B14F-4D97-AF65-F5344CB8AC3E}">
        <p14:creationId xmlns:p14="http://schemas.microsoft.com/office/powerpoint/2010/main" val="150137335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BEFBBA72-D28B-4D96-A56E-509A33EAD5FC}"/>
              </a:ext>
            </a:extLst>
          </p:cNvPr>
          <p:cNvPicPr>
            <a:picLocks xmlns:a="http://schemas.openxmlformats.org/drawingml/2006/main" noChangeAspect="1"/>
          </p:cNvPicPr>
          <p:nvPr/>
        </p:nvPicPr>
        <p:blipFill>
          <a:blip xmlns:r="http://schemas.openxmlformats.org/officeDocument/2006/relationships" xmlns:a="http://schemas.openxmlformats.org/drawingml/2006/main" r:embed="Rce34e434332a4af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CB92095-515D-4DD4-BC73-F98E6E4E50C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CBDAB00-5D9D-43AD-9CFF-2E08AFD4EE5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B5927C31-BB29-4DA4-B7F0-A532495469B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042D47D-B4F2-43D7-A46C-EBC215DF48F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7DC663AA-F4DF-441A-977A-37BD25253BB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구하려는 반응부터 확인</a:t>
            </a:r>
          </a:p>
        </p:txBody>
      </p:sp>
      <p:sp>
        <p:nvSpPr>
          <p:cNvPr id="7" name="text">
            <a:extLst xmlns:a="http://schemas.openxmlformats.org/drawingml/2006/main">
              <a:ext uri="{FF2B5EF4-FFF2-40B4-BE49-F238E27FC236}">
                <a16:creationId xmlns:a16="http://schemas.microsoft.com/office/drawing/2014/main" id="{12B89355-DB6D-49AA-911E-C348F9B9FA4F}"/>
              </a:ext>
            </a:extLst>
          </p:cNvPr>
          <p:cNvSpPr>
            <a:spLocks xmlns:a="http://schemas.openxmlformats.org/drawingml/2006/main" noGrp="1"/>
          </p:cNvSpPr>
          <p:nvPr/>
        </p:nvSpPr>
        <p:spPr>
          <a:xfrm xmlns:a="http://schemas.openxmlformats.org/drawingml/2006/main">
            <a:off x="2000250" y="3952875"/>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목표 반응</a:t>
            </a:r>
          </a:p>
        </p:txBody>
      </p:sp>
      <p:pic>
        <p:nvPicPr>
          <p:cNvPr id="8" name="">
            <a:extLst xmlns:a="http://schemas.openxmlformats.org/drawingml/2006/main">
              <a:ext uri="{FF2B5EF4-FFF2-40B4-BE49-F238E27FC236}">
                <a16:creationId xmlns:a16="http://schemas.microsoft.com/office/drawing/2014/main" id="{44BAACD5-2DAC-4AA3-B533-8CD28D1F2B6D}"/>
              </a:ext>
            </a:extLst>
          </p:cNvPr>
          <p:cNvPicPr>
            <a:picLocks xmlns:a="http://schemas.openxmlformats.org/drawingml/2006/main" noChangeAspect="1"/>
          </p:cNvPicPr>
          <p:nvPr/>
        </p:nvPicPr>
        <p:blipFill>
          <a:blip xmlns:r="http://schemas.openxmlformats.org/officeDocument/2006/relationships" xmlns:a="http://schemas.openxmlformats.org/drawingml/2006/main" r:embed="Rbfb9ee37f7944c42"/>
          <a:stretch xmlns:a="http://schemas.openxmlformats.org/drawingml/2006/main"/>
        </p:blipFill>
        <p:spPr>
          <a:xfrm xmlns:a="http://schemas.openxmlformats.org/drawingml/2006/main">
            <a:off x="2505075" y="4423479"/>
            <a:ext cx="11577161" cy="1178576"/>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0B7040CB-2357-40EB-B779-76CCC1D13962}"/>
              </a:ext>
            </a:extLst>
          </p:cNvPr>
          <p:cNvPicPr>
            <a:picLocks xmlns:a="http://schemas.openxmlformats.org/drawingml/2006/main" noChangeAspect="1"/>
          </p:cNvPicPr>
          <p:nvPr/>
        </p:nvPicPr>
        <p:blipFill>
          <a:blip xmlns:r="http://schemas.openxmlformats.org/officeDocument/2006/relationships" xmlns:a="http://schemas.openxmlformats.org/drawingml/2006/main" r:embed="Ra48bd693cee4458d"/>
          <a:stretch xmlns:a="http://schemas.openxmlformats.org/drawingml/2006/main"/>
        </p:blipFill>
        <p:spPr>
          <a:xfrm xmlns:a="http://schemas.openxmlformats.org/drawingml/2006/main">
            <a:off x="2505415" y="5930080"/>
            <a:ext cx="13191445" cy="802958"/>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AC026F66-7A19-4561-A06F-EDC00C57E3AB}"/>
              </a:ext>
            </a:extLst>
          </p:cNvPr>
          <p:cNvPicPr>
            <a:picLocks xmlns:a="http://schemas.openxmlformats.org/drawingml/2006/main" noChangeAspect="1"/>
          </p:cNvPicPr>
          <p:nvPr/>
        </p:nvPicPr>
        <p:blipFill>
          <a:blip xmlns:r="http://schemas.openxmlformats.org/officeDocument/2006/relationships" xmlns:a="http://schemas.openxmlformats.org/drawingml/2006/main" r:embed="Ra9c39ae083a94d03"/>
          <a:stretch xmlns:a="http://schemas.openxmlformats.org/drawingml/2006/main"/>
        </p:blipFill>
        <p:spPr>
          <a:xfrm xmlns:a="http://schemas.openxmlformats.org/drawingml/2006/main">
            <a:off x="2506108" y="6853749"/>
            <a:ext cx="13190060" cy="1178243"/>
          </a:xfrm>
          <a:prstGeom xmlns:a="http://schemas.openxmlformats.org/drawingml/2006/main" prst="rect">
            <a:avLst/>
          </a:prstGeom>
        </p:spPr>
      </p:pic>
    </p:spTree>
    <p:extLst>
      <p:ext uri="{BB962C8B-B14F-4D97-AF65-F5344CB8AC3E}">
        <p14:creationId xmlns:p14="http://schemas.microsoft.com/office/powerpoint/2010/main" val="37748386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77B54DC7-6EA1-48EB-A7A1-92490CCE96BD}"/>
              </a:ext>
            </a:extLst>
          </p:cNvPr>
          <p:cNvPicPr>
            <a:picLocks xmlns:a="http://schemas.openxmlformats.org/drawingml/2006/main" noChangeAspect="1"/>
          </p:cNvPicPr>
          <p:nvPr/>
        </p:nvPicPr>
        <p:blipFill>
          <a:blip xmlns:r="http://schemas.openxmlformats.org/officeDocument/2006/relationships" xmlns:a="http://schemas.openxmlformats.org/drawingml/2006/main" r:embed="Rd582c52cedb14e9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843E31C-C95C-4A69-9285-6DF823F7492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46A1EAC-2847-46FF-BDF8-DD7A82375A7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0F4AAC6D-95BC-46FC-B883-6E5BB7EFBCF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2D47A52-E1E0-4B59-83E8-9B0A5485A77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366131AF-87FA-4067-BA02-00AC645667F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3949C2B3-4343-4179-A9FE-D2ECFF04E22C}"/>
              </a:ext>
            </a:extLst>
          </p:cNvPr>
          <p:cNvPicPr>
            <a:picLocks xmlns:a="http://schemas.openxmlformats.org/drawingml/2006/main" noChangeAspect="1"/>
          </p:cNvPicPr>
          <p:nvPr/>
        </p:nvPicPr>
        <p:blipFill>
          <a:blip xmlns:r="http://schemas.openxmlformats.org/officeDocument/2006/relationships" xmlns:a="http://schemas.openxmlformats.org/drawingml/2006/main" r:embed="Rd7e3328a545140a7"/>
          <a:stretch xmlns:a="http://schemas.openxmlformats.org/drawingml/2006/main"/>
        </p:blipFill>
        <p:spPr>
          <a:xfrm xmlns:a="http://schemas.openxmlformats.org/drawingml/2006/main">
            <a:off x="4782752" y="4095750"/>
            <a:ext cx="8741546" cy="347662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212D7B9E-0A04-4F31-8217-607CA23F372E}"/>
              </a:ext>
            </a:extLst>
          </p:cNvPr>
          <p:cNvSpPr>
            <a:spLocks xmlns:a="http://schemas.openxmlformats.org/drawingml/2006/main" noGrp="1"/>
          </p:cNvSpPr>
          <p:nvPr/>
        </p:nvSpPr>
        <p:spPr>
          <a:xfrm xmlns:a="http://schemas.openxmlformats.org/drawingml/2006/main">
            <a:off x="2286000" y="7734300"/>
            <a:ext cx="1381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두 연소 반응식을 빼면, 양변의 CO₂가 소거된다.</a:t>
            </a:r>
          </a:p>
        </p:txBody>
      </p:sp>
      <p:sp>
        <p:nvSpPr>
          <p:cNvPr id="9" name="해석·결론">
            <a:extLst xmlns:a="http://schemas.openxmlformats.org/drawingml/2006/main">
              <a:ext uri="{FF2B5EF4-FFF2-40B4-BE49-F238E27FC236}">
                <a16:creationId xmlns:a16="http://schemas.microsoft.com/office/drawing/2014/main" id="{4DF877A3-84DA-4877-B788-4DF66D15DC7E}"/>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443008EC-9706-4A04-87E8-E9E044873BB1}"/>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186566188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B882FA04-75D8-4633-869B-B31B6B9CBF00}"/>
              </a:ext>
            </a:extLst>
          </p:cNvPr>
          <p:cNvPicPr>
            <a:picLocks xmlns:a="http://schemas.openxmlformats.org/drawingml/2006/main" noChangeAspect="1"/>
          </p:cNvPicPr>
          <p:nvPr/>
        </p:nvPicPr>
        <p:blipFill>
          <a:blip xmlns:r="http://schemas.openxmlformats.org/officeDocument/2006/relationships" xmlns:a="http://schemas.openxmlformats.org/drawingml/2006/main" r:embed="R9c279c26508d428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DED1BB9-FEAF-4314-86A4-468733E2E69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8E86506-07D2-431C-A227-B015A7FD53F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D236CEE6-97B1-41E9-B67E-74554E88569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63C330B-1231-445A-A6CA-B7B00ACEF9C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A6C20600-1749-464B-8BAC-C13D7A4B3A2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 반응의 반응 엔탈피</a:t>
            </a:r>
          </a:p>
        </p:txBody>
      </p:sp>
      <p:sp>
        <p:nvSpPr>
          <p:cNvPr id="7" name="관계식">
            <a:extLst xmlns:a="http://schemas.openxmlformats.org/drawingml/2006/main">
              <a:ext uri="{FF2B5EF4-FFF2-40B4-BE49-F238E27FC236}">
                <a16:creationId xmlns:a16="http://schemas.microsoft.com/office/drawing/2014/main" id="{7993183C-1BA1-425F-9ED8-5C770734E82A}"/>
              </a:ext>
            </a:extLst>
          </p:cNvPr>
          <p:cNvSpPr>
            <a:spLocks xmlns:a="http://schemas.openxmlformats.org/drawingml/2006/main" noGrp="1"/>
          </p:cNvSpPr>
          <p:nvPr/>
        </p:nvSpPr>
        <p:spPr>
          <a:xfrm xmlns:a="http://schemas.openxmlformats.org/drawingml/2006/main">
            <a:off x="2190750" y="3705225"/>
            <a:ext cx="1390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pic>
        <p:nvPicPr>
          <p:cNvPr id="8" name="">
            <a:extLst xmlns:a="http://schemas.openxmlformats.org/drawingml/2006/main">
              <a:ext uri="{FF2B5EF4-FFF2-40B4-BE49-F238E27FC236}">
                <a16:creationId xmlns:a16="http://schemas.microsoft.com/office/drawing/2014/main" id="{81A88A96-F07C-4F7C-92CB-F50B78A709DA}"/>
              </a:ext>
            </a:extLst>
          </p:cNvPr>
          <p:cNvPicPr>
            <a:picLocks xmlns:a="http://schemas.openxmlformats.org/drawingml/2006/main" noChangeAspect="1"/>
          </p:cNvPicPr>
          <p:nvPr/>
        </p:nvPicPr>
        <p:blipFill>
          <a:blip xmlns:r="http://schemas.openxmlformats.org/officeDocument/2006/relationships" xmlns:a="http://schemas.openxmlformats.org/drawingml/2006/main" r:embed="R8bcb0fbf56ba42a1"/>
          <a:stretch xmlns:a="http://schemas.openxmlformats.org/drawingml/2006/main"/>
        </p:blipFill>
        <p:spPr>
          <a:xfrm xmlns:a="http://schemas.openxmlformats.org/drawingml/2006/main">
            <a:off x="2505415" y="5309931"/>
            <a:ext cx="13191445" cy="802958"/>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B82C078A-4CB4-4DD9-A58A-C5D35313DA55}"/>
              </a:ext>
            </a:extLst>
          </p:cNvPr>
          <p:cNvPicPr>
            <a:picLocks xmlns:a="http://schemas.openxmlformats.org/drawingml/2006/main" noChangeAspect="1"/>
          </p:cNvPicPr>
          <p:nvPr/>
        </p:nvPicPr>
        <p:blipFill>
          <a:blip xmlns:r="http://schemas.openxmlformats.org/officeDocument/2006/relationships" xmlns:a="http://schemas.openxmlformats.org/drawingml/2006/main" r:embed="R161111fc7ec447a6"/>
          <a:stretch xmlns:a="http://schemas.openxmlformats.org/drawingml/2006/main"/>
        </p:blipFill>
        <p:spPr>
          <a:xfrm xmlns:a="http://schemas.openxmlformats.org/drawingml/2006/main">
            <a:off x="2506108" y="6233600"/>
            <a:ext cx="13190060" cy="1178243"/>
          </a:xfrm>
          <a:prstGeom xmlns:a="http://schemas.openxmlformats.org/drawingml/2006/main" prst="rect">
            <a:avLst/>
          </a:prstGeom>
        </p:spPr>
      </p:pic>
      <p:sp>
        <p:nvSpPr>
          <p:cNvPr id="10" name="엔탈피 계산 결과">
            <a:extLst xmlns:a="http://schemas.openxmlformats.org/drawingml/2006/main">
              <a:ext uri="{FF2B5EF4-FFF2-40B4-BE49-F238E27FC236}">
                <a16:creationId xmlns:a16="http://schemas.microsoft.com/office/drawing/2014/main" id="{5488DE2F-F74F-4C9E-BD5B-A3B0C1976B2A}"/>
              </a:ext>
            </a:extLst>
          </p:cNvPr>
          <p:cNvSpPr>
            <a:spLocks xmlns:a="http://schemas.openxmlformats.org/drawingml/2006/main" noGrp="1"/>
          </p:cNvSpPr>
          <p:nvPr/>
        </p:nvSpPr>
        <p:spPr>
          <a:xfrm xmlns:a="http://schemas.openxmlformats.org/drawingml/2006/main">
            <a:off x="1828800" y="8267700"/>
            <a:ext cx="14639925" cy="1095375"/>
          </a:xfrm>
          <a:prstGeom xmlns:a="http://schemas.openxmlformats.org/drawingml/2006/main" prst="roundRect">
            <a:avLst>
              <a:gd name="adj" fmla="val 13913"/>
            </a:avLst>
          </a:prstGeom>
          <a:solidFill xmlns:a="http://schemas.openxmlformats.org/drawingml/2006/main">
            <a:srgbClr val="484847"/>
          </a:solidFill>
          <a:ln xmlns:a="http://schemas.openxmlformats.org/drawingml/2006/main" w="0">
            <a:noFill/>
          </a:ln>
        </p:spPr>
      </p:sp>
      <p:sp>
        <p:nvSpPr>
          <p:cNvPr id="11" name="대입과 결과">
            <a:extLst xmlns:a="http://schemas.openxmlformats.org/drawingml/2006/main">
              <a:ext uri="{FF2B5EF4-FFF2-40B4-BE49-F238E27FC236}">
                <a16:creationId xmlns:a16="http://schemas.microsoft.com/office/drawing/2014/main" id="{11FD865D-487C-43DC-9C1C-A8DB9CDD808C}"/>
              </a:ext>
            </a:extLst>
          </p:cNvPr>
          <p:cNvSpPr>
            <a:spLocks xmlns:a="http://schemas.openxmlformats.org/drawingml/2006/main" noGrp="1"/>
          </p:cNvSpPr>
          <p:nvPr/>
        </p:nvSpPr>
        <p:spPr>
          <a:xfrm xmlns:a="http://schemas.openxmlformats.org/drawingml/2006/main">
            <a:off x="2171700" y="8429625"/>
            <a:ext cx="1395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975" b="0">
                <a:solidFill>
                  <a:srgbClr val="FFFFFF"/>
                </a:solidFill>
                <a:latin typeface="Pretendard"/>
                <a:ea typeface="Pretendard"/>
                <a:cs typeface="Pretendard"/>
              </a:defRPr>
            </a:defPPr>
            <a:lvl1pPr algn="ctr">
              <a:defRPr sz="3975" b="0">
                <a:solidFill>
                  <a:srgbClr val="FFFFFF"/>
                </a:solidFill>
                <a:latin typeface="Pretendard"/>
                <a:ea typeface="Pretendard"/>
                <a:cs typeface="Pretendard"/>
              </a:defRPr>
            </a:lvl1pPr>
            <a:lvl2pPr algn="ctr">
              <a:defRPr sz="3975" b="0">
                <a:solidFill>
                  <a:srgbClr val="FFFFFF"/>
                </a:solidFill>
                <a:latin typeface="Pretendard"/>
                <a:ea typeface="Pretendard"/>
                <a:cs typeface="Pretendard"/>
              </a:defRPr>
            </a:lvl2pPr>
            <a:lvl3pPr algn="ctr">
              <a:defRPr sz="3975" b="0">
                <a:solidFill>
                  <a:srgbClr val="FFFFFF"/>
                </a:solidFill>
                <a:latin typeface="Pretendard"/>
                <a:ea typeface="Pretendard"/>
                <a:cs typeface="Pretendard"/>
              </a:defRPr>
            </a:lvl3pPr>
            <a:lvl4pPr algn="ctr">
              <a:defRPr sz="3975" b="0">
                <a:solidFill>
                  <a:srgbClr val="FFFFFF"/>
                </a:solidFill>
                <a:latin typeface="Pretendard"/>
                <a:ea typeface="Pretendard"/>
                <a:cs typeface="Pretendard"/>
              </a:defRPr>
            </a:lvl4pPr>
            <a:lvl5pPr algn="ctr">
              <a:defRPr sz="3975" b="0">
                <a:solidFill>
                  <a:srgbClr val="FFFFFF"/>
                </a:solidFill>
                <a:latin typeface="Pretendard"/>
                <a:ea typeface="Pretendard"/>
                <a:cs typeface="Pretendard"/>
              </a:defRPr>
            </a:lvl5pPr>
            <a:lvl6pPr algn="ctr">
              <a:defRPr sz="3975" b="0">
                <a:solidFill>
                  <a:srgbClr val="FFFFFF"/>
                </a:solidFill>
                <a:latin typeface="Pretendard"/>
                <a:ea typeface="Pretendard"/>
                <a:cs typeface="Pretendard"/>
              </a:defRPr>
            </a:lvl6pPr>
            <a:lvl7pPr algn="ctr">
              <a:defRPr sz="3975" b="0">
                <a:solidFill>
                  <a:srgbClr val="FFFFFF"/>
                </a:solidFill>
                <a:latin typeface="Pretendard"/>
                <a:ea typeface="Pretendard"/>
                <a:cs typeface="Pretendard"/>
              </a:defRPr>
            </a:lvl7pPr>
            <a:lvl8pPr algn="ctr">
              <a:defRPr sz="3975" b="0">
                <a:solidFill>
                  <a:srgbClr val="FFFFFF"/>
                </a:solidFill>
                <a:latin typeface="Pretendard"/>
                <a:ea typeface="Pretendard"/>
                <a:cs typeface="Pretendard"/>
              </a:defRPr>
            </a:lvl8pPr>
            <a:lvl9pPr algn="ctr">
              <a:defRPr sz="3975" b="0">
                <a:solidFill>
                  <a:srgbClr val="FFFFFF"/>
                </a:solidFill>
                <a:latin typeface="Pretendard"/>
                <a:ea typeface="Pretendard"/>
                <a:cs typeface="Pretendard"/>
              </a:defRPr>
            </a:lvl9pPr>
          </a:lstStyle>
          <a:p xmlns:a="http://schemas.openxmlformats.org/drawingml/2006/main">
            <a:pPr algn="ctr">
              <a:defRPr sz="3975" b="0">
                <a:solidFill>
                  <a:srgbClr val="FFFFFF"/>
                </a:solidFill>
                <a:latin typeface="Pretendard"/>
                <a:ea typeface="Pretendard"/>
                <a:cs typeface="Pretendard"/>
              </a:defRPr>
            </a:pPr>
            <a:r>
              <a:t>Δ</a:t>
            </a:r>
            <a:r>
              <a:rPr i="1">
                <a:latin typeface="Pretendard"/>
                <a:ea typeface="Pretendard"/>
                <a:cs typeface="Pretendard"/>
              </a:rPr>
              <a:t>H</a:t>
            </a:r>
            <a:r>
              <a:t>₃</a:t>
            </a:r>
            <a:r>
              <a:t> = −393.5 − (−283.0) = </a:t>
            </a:r>
            <a:r>
              <a:rPr b="1">
                <a:solidFill>
                  <a:srgbClr val="9FFF68"/>
                </a:solidFill>
              </a:rPr>
              <a:t>−110.5 kJ</a:t>
            </a:r>
          </a:p>
        </p:txBody>
      </p:sp>
    </p:spTree>
    <p:extLst>
      <p:ext uri="{BB962C8B-B14F-4D97-AF65-F5344CB8AC3E}">
        <p14:creationId xmlns:p14="http://schemas.microsoft.com/office/powerpoint/2010/main" val="4690079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C446164A-286C-48E7-A797-3F556DFE7C14}"/>
              </a:ext>
            </a:extLst>
          </p:cNvPr>
          <p:cNvPicPr>
            <a:picLocks xmlns:a="http://schemas.openxmlformats.org/drawingml/2006/main" noChangeAspect="1"/>
          </p:cNvPicPr>
          <p:nvPr/>
        </p:nvPicPr>
        <p:blipFill>
          <a:blip xmlns:r="http://schemas.openxmlformats.org/officeDocument/2006/relationships" xmlns:a="http://schemas.openxmlformats.org/drawingml/2006/main" r:embed="R4a78cb63ac914d2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C147187-1229-47EF-965E-94926108DDA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0B08683-9CB2-442D-8C10-D5F70286505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95D0EB97-6066-4D9D-8FD4-8626C5A6002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8253BA7-6307-4D5A-ABAD-0DF87F318AD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040043BE-316B-4A2D-8874-D4E26D1D01F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흑연으로 다이아몬드를 만들 수 있을까?</a:t>
            </a:r>
          </a:p>
        </p:txBody>
      </p:sp>
      <p:sp>
        <p:nvSpPr>
          <p:cNvPr id="7" name="text">
            <a:extLst xmlns:a="http://schemas.openxmlformats.org/drawingml/2006/main">
              <a:ext uri="{FF2B5EF4-FFF2-40B4-BE49-F238E27FC236}">
                <a16:creationId xmlns:a16="http://schemas.microsoft.com/office/drawing/2014/main" id="{69821A91-647D-493E-9293-958C53738667}"/>
              </a:ext>
            </a:extLst>
          </p:cNvPr>
          <p:cNvSpPr>
            <a:spLocks xmlns:a="http://schemas.openxmlformats.org/drawingml/2006/main" noGrp="1"/>
          </p:cNvSpPr>
          <p:nvPr/>
        </p:nvSpPr>
        <p:spPr>
          <a:xfrm xmlns:a="http://schemas.openxmlformats.org/drawingml/2006/main">
            <a:off x="1428750" y="37433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보통 조건에서는 변화가 매우 느려 반응 엔탈피를 직접 측정하기 어렵다.</a:t>
            </a:r>
          </a:p>
        </p:txBody>
      </p:sp>
      <p:sp>
        <p:nvSpPr>
          <p:cNvPr id="8" name="text">
            <a:extLst xmlns:a="http://schemas.openxmlformats.org/drawingml/2006/main">
              <a:ext uri="{FF2B5EF4-FFF2-40B4-BE49-F238E27FC236}">
                <a16:creationId xmlns:a16="http://schemas.microsoft.com/office/drawing/2014/main" id="{6BE0ADC8-71EF-413A-9195-2A9BFC6F6156}"/>
              </a:ext>
            </a:extLst>
          </p:cNvPr>
          <p:cNvSpPr>
            <a:spLocks xmlns:a="http://schemas.openxmlformats.org/drawingml/2006/main" noGrp="1"/>
          </p:cNvSpPr>
          <p:nvPr/>
        </p:nvSpPr>
        <p:spPr>
          <a:xfrm xmlns:a="http://schemas.openxmlformats.org/drawingml/2006/main">
            <a:off x="1828800" y="47244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구하려는 반응</a:t>
            </a:r>
          </a:p>
        </p:txBody>
      </p:sp>
      <p:pic>
        <p:nvPicPr>
          <p:cNvPr id="9" name="">
            <a:extLst xmlns:a="http://schemas.openxmlformats.org/drawingml/2006/main">
              <a:ext uri="{FF2B5EF4-FFF2-40B4-BE49-F238E27FC236}">
                <a16:creationId xmlns:a16="http://schemas.microsoft.com/office/drawing/2014/main" id="{7023E21B-2C00-49BF-B072-A1709CF5135A}"/>
              </a:ext>
            </a:extLst>
          </p:cNvPr>
          <p:cNvPicPr>
            <a:picLocks xmlns:a="http://schemas.openxmlformats.org/drawingml/2006/main" noChangeAspect="1"/>
          </p:cNvPicPr>
          <p:nvPr/>
        </p:nvPicPr>
        <p:blipFill>
          <a:blip xmlns:r="http://schemas.openxmlformats.org/officeDocument/2006/relationships" xmlns:a="http://schemas.openxmlformats.org/drawingml/2006/main" r:embed="R4b7c71db7c2049bf"/>
          <a:stretch xmlns:a="http://schemas.openxmlformats.org/drawingml/2006/main"/>
        </p:blipFill>
        <p:spPr>
          <a:xfrm xmlns:a="http://schemas.openxmlformats.org/drawingml/2006/main">
            <a:off x="2276475" y="5581654"/>
            <a:ext cx="7246620" cy="1009641"/>
          </a:xfrm>
          <a:prstGeom xmlns:a="http://schemas.openxmlformats.org/drawingml/2006/main" prst="rect">
            <a:avLst/>
          </a:prstGeom>
        </p:spPr>
      </p:pic>
      <p:sp>
        <p:nvSpPr>
          <p:cNvPr id="10" name="간접 측정 방법">
            <a:extLst xmlns:a="http://schemas.openxmlformats.org/drawingml/2006/main">
              <a:ext uri="{FF2B5EF4-FFF2-40B4-BE49-F238E27FC236}">
                <a16:creationId xmlns:a16="http://schemas.microsoft.com/office/drawing/2014/main" id="{0428DBBC-E1D0-46C5-A6FE-016DE7BFA2EB}"/>
              </a:ext>
            </a:extLst>
          </p:cNvPr>
          <p:cNvSpPr>
            <a:spLocks xmlns:a="http://schemas.openxmlformats.org/drawingml/2006/main" noGrp="1"/>
          </p:cNvSpPr>
          <p:nvPr/>
        </p:nvSpPr>
        <p:spPr>
          <a:xfrm xmlns:a="http://schemas.openxmlformats.org/drawingml/2006/main">
            <a:off x="1828800" y="7324725"/>
            <a:ext cx="10477500" cy="1676400"/>
          </a:xfrm>
          <a:prstGeom xmlns:a="http://schemas.openxmlformats.org/drawingml/2006/main" prst="roundRect">
            <a:avLst>
              <a:gd name="adj" fmla="val 10227"/>
            </a:avLst>
          </a:prstGeom>
          <a:solidFill xmlns:a="http://schemas.openxmlformats.org/drawingml/2006/main">
            <a:srgbClr val="F5F5F5"/>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817E202C-E6A1-48A9-98E6-7D30C98988E2}"/>
              </a:ext>
            </a:extLst>
          </p:cNvPr>
          <p:cNvSpPr>
            <a:spLocks xmlns:a="http://schemas.openxmlformats.org/drawingml/2006/main" noGrp="1"/>
          </p:cNvSpPr>
          <p:nvPr/>
        </p:nvSpPr>
        <p:spPr>
          <a:xfrm xmlns:a="http://schemas.openxmlformats.org/drawingml/2006/main">
            <a:off x="2190750" y="75152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rPr sz="3150" b="0">
                <a:solidFill>
                  <a:srgbClr val="000000"/>
                </a:solidFill>
                <a:latin typeface="Pretendard"/>
                <a:ea typeface="Pretendard"/>
                <a:cs typeface="Pretendard"/>
              </a:rPr>
              <a:t>흑연과 다이아몬드의 연소열을 각각 측정하고,</a:t>
            </a:r>
          </a:p>
        </p:txBody>
      </p:sp>
      <p:sp>
        <p:nvSpPr>
          <p:cNvPr id="12" name="rich">
            <a:extLst xmlns:a="http://schemas.openxmlformats.org/drawingml/2006/main">
              <a:ext uri="{FF2B5EF4-FFF2-40B4-BE49-F238E27FC236}">
                <a16:creationId xmlns:a16="http://schemas.microsoft.com/office/drawing/2014/main" id="{1B590B76-D06D-489C-8050-2FE85F6583E3}"/>
              </a:ext>
            </a:extLst>
          </p:cNvPr>
          <p:cNvSpPr>
            <a:spLocks xmlns:a="http://schemas.openxmlformats.org/drawingml/2006/main" noGrp="1"/>
          </p:cNvSpPr>
          <p:nvPr/>
        </p:nvSpPr>
        <p:spPr>
          <a:xfrm xmlns:a="http://schemas.openxmlformats.org/drawingml/2006/main">
            <a:off x="2190750" y="82010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t>헤스 법칙으로 두 물질 사이의 </a:t>
            </a:r>
            <a:r>
              <a:t>Δ</a:t>
            </a:r>
            <a:r>
              <a:rPr i="1">
                <a:latin typeface="Pretendard"/>
                <a:ea typeface="Pretendard"/>
                <a:cs typeface="Pretendard"/>
              </a:rPr>
              <a:t>H</a:t>
            </a:r>
            <a:r>
              <a:t>를 구한다.</a:t>
            </a:r>
          </a:p>
        </p:txBody>
      </p:sp>
      <p:pic>
        <p:nvPicPr>
          <p:cNvPr id="13" name="">
            <a:extLst xmlns:a="http://schemas.openxmlformats.org/drawingml/2006/main">
              <a:ext uri="{FF2B5EF4-FFF2-40B4-BE49-F238E27FC236}">
                <a16:creationId xmlns:a16="http://schemas.microsoft.com/office/drawing/2014/main" id="{6E65CB6E-3E59-4BF7-B99E-925DFAC9FCC4}"/>
              </a:ext>
            </a:extLst>
          </p:cNvPr>
          <p:cNvPicPr>
            <a:picLocks xmlns:a="http://schemas.openxmlformats.org/drawingml/2006/main" noChangeAspect="1"/>
          </p:cNvPicPr>
          <p:nvPr/>
        </p:nvPicPr>
        <p:blipFill>
          <a:blip xmlns:r="http://schemas.openxmlformats.org/officeDocument/2006/relationships" xmlns:a="http://schemas.openxmlformats.org/drawingml/2006/main" r:embed="Rffde95a8b7dd45c7"/>
          <a:stretch xmlns:a="http://schemas.openxmlformats.org/drawingml/2006/main"/>
        </p:blipFill>
        <p:spPr>
          <a:xfrm xmlns:a="http://schemas.openxmlformats.org/drawingml/2006/main">
            <a:off x="13296900" y="4476750"/>
            <a:ext cx="3390900" cy="5086350"/>
          </a:xfrm>
          <a:prstGeom xmlns:a="http://schemas.openxmlformats.org/drawingml/2006/main" prst="rect">
            <a:avLst/>
          </a:prstGeom>
        </p:spPr>
      </p:pic>
    </p:spTree>
    <p:extLst>
      <p:ext uri="{BB962C8B-B14F-4D97-AF65-F5344CB8AC3E}">
        <p14:creationId xmlns:p14="http://schemas.microsoft.com/office/powerpoint/2010/main" val="27052105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7A017662-F975-4355-B664-5B2F992181AE}"/>
              </a:ext>
            </a:extLst>
          </p:cNvPr>
          <p:cNvPicPr>
            <a:picLocks xmlns:a="http://schemas.openxmlformats.org/drawingml/2006/main" noChangeAspect="1"/>
          </p:cNvPicPr>
          <p:nvPr/>
        </p:nvPicPr>
        <p:blipFill>
          <a:blip xmlns:r="http://schemas.openxmlformats.org/officeDocument/2006/relationships" xmlns:a="http://schemas.openxmlformats.org/drawingml/2006/main" r:embed="R4070073acf89423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47C78FC-285E-470B-AE4E-A2BACA37108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E19CA12-C7C7-48E9-8EA0-2199EF73A1B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7697C25D-20F0-4D4F-B920-D5A089678B1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DA8491B-C5FA-48C3-8863-1F0C9991C1D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88D8BBB5-9A7B-457C-AE53-DA8FE26E15B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연소열의 차이로 구한다</a:t>
            </a:r>
          </a:p>
        </p:txBody>
      </p:sp>
      <p:sp>
        <p:nvSpPr>
          <p:cNvPr id="7" name="text">
            <a:extLst xmlns:a="http://schemas.openxmlformats.org/drawingml/2006/main">
              <a:ext uri="{FF2B5EF4-FFF2-40B4-BE49-F238E27FC236}">
                <a16:creationId xmlns:a16="http://schemas.microsoft.com/office/drawing/2014/main" id="{D3F7CC15-F043-443F-BFFE-6DBA5225FA23}"/>
              </a:ext>
            </a:extLst>
          </p:cNvPr>
          <p:cNvSpPr>
            <a:spLocks xmlns:a="http://schemas.openxmlformats.org/drawingml/2006/main" noGrp="1"/>
          </p:cNvSpPr>
          <p:nvPr/>
        </p:nvSpPr>
        <p:spPr>
          <a:xfrm xmlns:a="http://schemas.openxmlformats.org/drawingml/2006/main">
            <a:off x="1428750" y="37433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25 °C, 1기압에서 같은 생성물 CO₂가 생기는 두 연소 반응을 비교한다.</a:t>
            </a:r>
          </a:p>
        </p:txBody>
      </p:sp>
      <p:pic>
        <p:nvPicPr>
          <p:cNvPr id="8" name="">
            <a:extLst xmlns:a="http://schemas.openxmlformats.org/drawingml/2006/main">
              <a:ext uri="{FF2B5EF4-FFF2-40B4-BE49-F238E27FC236}">
                <a16:creationId xmlns:a16="http://schemas.microsoft.com/office/drawing/2014/main" id="{5E781581-0B6E-4B43-AA4B-3A9A67D1E2B8}"/>
              </a:ext>
            </a:extLst>
          </p:cNvPr>
          <p:cNvPicPr>
            <a:picLocks xmlns:a="http://schemas.openxmlformats.org/drawingml/2006/main" noChangeAspect="1"/>
          </p:cNvPicPr>
          <p:nvPr/>
        </p:nvPicPr>
        <p:blipFill>
          <a:blip xmlns:r="http://schemas.openxmlformats.org/officeDocument/2006/relationships" xmlns:a="http://schemas.openxmlformats.org/drawingml/2006/main" r:embed="R55f49853ffbe4f10"/>
          <a:stretch xmlns:a="http://schemas.openxmlformats.org/drawingml/2006/main"/>
        </p:blipFill>
        <p:spPr>
          <a:xfrm xmlns:a="http://schemas.openxmlformats.org/drawingml/2006/main">
            <a:off x="1905000" y="5220667"/>
            <a:ext cx="11858625" cy="902941"/>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F5D724BF-6ECB-4D30-A0A3-2D38C7180557}"/>
              </a:ext>
            </a:extLst>
          </p:cNvPr>
          <p:cNvPicPr>
            <a:picLocks xmlns:a="http://schemas.openxmlformats.org/drawingml/2006/main" noChangeAspect="1"/>
          </p:cNvPicPr>
          <p:nvPr/>
        </p:nvPicPr>
        <p:blipFill>
          <a:blip xmlns:r="http://schemas.openxmlformats.org/officeDocument/2006/relationships" xmlns:a="http://schemas.openxmlformats.org/drawingml/2006/main" r:embed="R0a41783bcebf4519"/>
          <a:stretch xmlns:a="http://schemas.openxmlformats.org/drawingml/2006/main"/>
        </p:blipFill>
        <p:spPr>
          <a:xfrm xmlns:a="http://schemas.openxmlformats.org/drawingml/2006/main">
            <a:off x="1905000" y="6354068"/>
            <a:ext cx="14449425" cy="903089"/>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61DC667C-2A45-4F2E-AEB2-2B7CB1721973}"/>
              </a:ext>
            </a:extLst>
          </p:cNvPr>
          <p:cNvSpPr>
            <a:spLocks xmlns:a="http://schemas.openxmlformats.org/drawingml/2006/main" noGrp="1"/>
          </p:cNvSpPr>
          <p:nvPr/>
        </p:nvSpPr>
        <p:spPr>
          <a:xfrm xmlns:a="http://schemas.openxmlformats.org/drawingml/2006/main">
            <a:off x="2000250" y="7620000"/>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위 식에서 아래 식을 빼면 흑연 → 다이아몬드 반응이 된다.</a:t>
            </a:r>
          </a:p>
        </p:txBody>
      </p:sp>
      <p:sp>
        <p:nvSpPr>
          <p:cNvPr id="11" name="해석·결론">
            <a:extLst xmlns:a="http://schemas.openxmlformats.org/drawingml/2006/main">
              <a:ext uri="{FF2B5EF4-FFF2-40B4-BE49-F238E27FC236}">
                <a16:creationId xmlns:a16="http://schemas.microsoft.com/office/drawing/2014/main" id="{EFDCACD7-423E-4DD4-883F-24788688C8B5}"/>
              </a:ext>
            </a:extLst>
          </p:cNvPr>
          <p:cNvSpPr>
            <a:spLocks xmlns:a="http://schemas.openxmlformats.org/drawingml/2006/main" noGrp="1"/>
          </p:cNvSpPr>
          <p:nvPr/>
        </p:nvSpPr>
        <p:spPr>
          <a:xfrm xmlns:a="http://schemas.openxmlformats.org/drawingml/2006/main">
            <a:off x="1828800" y="852487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A8BBE915-DE26-4796-B0D7-BC31739F5D00}"/>
              </a:ext>
            </a:extLst>
          </p:cNvPr>
          <p:cNvSpPr>
            <a:spLocks xmlns:a="http://schemas.openxmlformats.org/drawingml/2006/main" noGrp="1"/>
          </p:cNvSpPr>
          <p:nvPr/>
        </p:nvSpPr>
        <p:spPr>
          <a:xfrm xmlns:a="http://schemas.openxmlformats.org/drawingml/2006/main">
            <a:off x="2143125" y="86010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−393.5 − (−395.4) = +1.9 kJ</a:t>
            </a:r>
          </a:p>
        </p:txBody>
      </p:sp>
    </p:spTree>
    <p:extLst>
      <p:ext uri="{BB962C8B-B14F-4D97-AF65-F5344CB8AC3E}">
        <p14:creationId xmlns:p14="http://schemas.microsoft.com/office/powerpoint/2010/main" val="21380713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9CAF69CE-5EC9-4655-915F-4EDA97C55540}"/>
              </a:ext>
            </a:extLst>
          </p:cNvPr>
          <p:cNvPicPr>
            <a:picLocks xmlns:a="http://schemas.openxmlformats.org/drawingml/2006/main" noChangeAspect="1"/>
          </p:cNvPicPr>
          <p:nvPr/>
        </p:nvPicPr>
        <p:blipFill>
          <a:blip xmlns:r="http://schemas.openxmlformats.org/officeDocument/2006/relationships" xmlns:a="http://schemas.openxmlformats.org/drawingml/2006/main" r:embed="R442c179843f2489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1EB3E33-55E6-4F76-8407-AF2972DD981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8171EAD-8D77-482C-86FC-FE3485B4773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78E03CE7-544F-48B3-962F-38AA9EA4F15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1049162-4B98-4CD9-982C-CE87193145B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CA6B9DC4-11CA-4B7D-A917-422D8CB2B8A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헤스 법칙 계산의 순서</a:t>
            </a:r>
          </a:p>
        </p:txBody>
      </p:sp>
      <p:sp>
        <p:nvSpPr>
          <p:cNvPr id="7" name="R05-29 번호 표제 상자">
            <a:extLst xmlns:a="http://schemas.openxmlformats.org/drawingml/2006/main">
              <a:ext uri="{FF2B5EF4-FFF2-40B4-BE49-F238E27FC236}">
                <a16:creationId xmlns:a16="http://schemas.microsoft.com/office/drawing/2014/main" id="{DDEEC5F3-6C6C-4050-B5FD-F5F7A776F0E0}"/>
              </a:ext>
            </a:extLst>
          </p:cNvPr>
          <p:cNvSpPr>
            <a:spLocks xmlns:a="http://schemas.openxmlformats.org/drawingml/2006/main" noGrp="1"/>
          </p:cNvSpPr>
          <p:nvPr/>
        </p:nvSpPr>
        <p:spPr>
          <a:xfrm xmlns:a="http://schemas.openxmlformats.org/drawingml/2006/main">
            <a:off x="1905000" y="413385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A4C936C3-2AE8-495B-AB10-A6CCFA47DB6F}"/>
              </a:ext>
            </a:extLst>
          </p:cNvPr>
          <p:cNvSpPr>
            <a:spLocks xmlns:a="http://schemas.openxmlformats.org/drawingml/2006/main" noGrp="1"/>
          </p:cNvSpPr>
          <p:nvPr/>
        </p:nvSpPr>
        <p:spPr>
          <a:xfrm xmlns:a="http://schemas.openxmlformats.org/drawingml/2006/main">
            <a:off x="2133600" y="436245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01</a:t>
            </a:r>
          </a:p>
        </p:txBody>
      </p:sp>
      <p:sp>
        <p:nvSpPr>
          <p:cNvPr id="9" name="rich">
            <a:extLst xmlns:a="http://schemas.openxmlformats.org/drawingml/2006/main">
              <a:ext uri="{FF2B5EF4-FFF2-40B4-BE49-F238E27FC236}">
                <a16:creationId xmlns:a16="http://schemas.microsoft.com/office/drawing/2014/main" id="{06C9A99D-86D9-4376-93D1-AA69DE944F2C}"/>
              </a:ext>
            </a:extLst>
          </p:cNvPr>
          <p:cNvSpPr>
            <a:spLocks xmlns:a="http://schemas.openxmlformats.org/drawingml/2006/main" noGrp="1"/>
          </p:cNvSpPr>
          <p:nvPr/>
        </p:nvSpPr>
        <p:spPr>
          <a:xfrm xmlns:a="http://schemas.openxmlformats.org/drawingml/2006/main">
            <a:off x="2952750" y="432435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목표식 확인</a:t>
            </a:r>
          </a:p>
        </p:txBody>
      </p:sp>
      <p:sp>
        <p:nvSpPr>
          <p:cNvPr id="10" name="R05-29 대응 설명 상자">
            <a:extLst xmlns:a="http://schemas.openxmlformats.org/drawingml/2006/main">
              <a:ext uri="{FF2B5EF4-FFF2-40B4-BE49-F238E27FC236}">
                <a16:creationId xmlns:a16="http://schemas.microsoft.com/office/drawing/2014/main" id="{6175B8CC-0153-496F-AAA2-D4D8F5667114}"/>
              </a:ext>
            </a:extLst>
          </p:cNvPr>
          <p:cNvSpPr>
            <a:spLocks xmlns:a="http://schemas.openxmlformats.org/drawingml/2006/main" noGrp="1"/>
          </p:cNvSpPr>
          <p:nvPr/>
        </p:nvSpPr>
        <p:spPr>
          <a:xfrm xmlns:a="http://schemas.openxmlformats.org/drawingml/2006/main">
            <a:off x="6581775" y="413385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3C3DD7A9-F5BC-47C7-A705-FA6A41762F49}"/>
              </a:ext>
            </a:extLst>
          </p:cNvPr>
          <p:cNvSpPr>
            <a:spLocks xmlns:a="http://schemas.openxmlformats.org/drawingml/2006/main" noGrp="1"/>
          </p:cNvSpPr>
          <p:nvPr/>
        </p:nvSpPr>
        <p:spPr>
          <a:xfrm xmlns:a="http://schemas.openxmlformats.org/drawingml/2006/main">
            <a:off x="6905625" y="432435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구하려는 반응의 물질·위치·계수를 확인한다.</a:t>
            </a:r>
          </a:p>
        </p:txBody>
      </p:sp>
      <p:sp>
        <p:nvSpPr>
          <p:cNvPr id="12" name="R05-29 번호 표제 상자">
            <a:extLst xmlns:a="http://schemas.openxmlformats.org/drawingml/2006/main">
              <a:ext uri="{FF2B5EF4-FFF2-40B4-BE49-F238E27FC236}">
                <a16:creationId xmlns:a16="http://schemas.microsoft.com/office/drawing/2014/main" id="{39721D8A-AE95-465E-B291-3289F5ADC88D}"/>
              </a:ext>
            </a:extLst>
          </p:cNvPr>
          <p:cNvSpPr>
            <a:spLocks xmlns:a="http://schemas.openxmlformats.org/drawingml/2006/main" noGrp="1"/>
          </p:cNvSpPr>
          <p:nvPr/>
        </p:nvSpPr>
        <p:spPr>
          <a:xfrm xmlns:a="http://schemas.openxmlformats.org/drawingml/2006/main">
            <a:off x="1905000" y="541020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7466504B-DCA5-462A-BB5A-0D04A89C1338}"/>
              </a:ext>
            </a:extLst>
          </p:cNvPr>
          <p:cNvSpPr>
            <a:spLocks xmlns:a="http://schemas.openxmlformats.org/drawingml/2006/main" noGrp="1"/>
          </p:cNvSpPr>
          <p:nvPr/>
        </p:nvSpPr>
        <p:spPr>
          <a:xfrm xmlns:a="http://schemas.openxmlformats.org/drawingml/2006/main">
            <a:off x="2133600" y="563880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02</a:t>
            </a:r>
          </a:p>
        </p:txBody>
      </p:sp>
      <p:sp>
        <p:nvSpPr>
          <p:cNvPr id="14" name="rich">
            <a:extLst xmlns:a="http://schemas.openxmlformats.org/drawingml/2006/main">
              <a:ext uri="{FF2B5EF4-FFF2-40B4-BE49-F238E27FC236}">
                <a16:creationId xmlns:a16="http://schemas.microsoft.com/office/drawing/2014/main" id="{1018C4CB-C3A0-4880-B009-3F6E0A80F3E6}"/>
              </a:ext>
            </a:extLst>
          </p:cNvPr>
          <p:cNvSpPr>
            <a:spLocks xmlns:a="http://schemas.openxmlformats.org/drawingml/2006/main" noGrp="1"/>
          </p:cNvSpPr>
          <p:nvPr/>
        </p:nvSpPr>
        <p:spPr>
          <a:xfrm xmlns:a="http://schemas.openxmlformats.org/drawingml/2006/main">
            <a:off x="2952750" y="560070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방향·계수 조절</a:t>
            </a:r>
          </a:p>
        </p:txBody>
      </p:sp>
      <p:sp>
        <p:nvSpPr>
          <p:cNvPr id="15" name="R05-29 대응 설명 상자">
            <a:extLst xmlns:a="http://schemas.openxmlformats.org/drawingml/2006/main">
              <a:ext uri="{FF2B5EF4-FFF2-40B4-BE49-F238E27FC236}">
                <a16:creationId xmlns:a16="http://schemas.microsoft.com/office/drawing/2014/main" id="{BC4FFFAF-7727-40B1-8EAB-9373A514048E}"/>
              </a:ext>
            </a:extLst>
          </p:cNvPr>
          <p:cNvSpPr>
            <a:spLocks xmlns:a="http://schemas.openxmlformats.org/drawingml/2006/main" noGrp="1"/>
          </p:cNvSpPr>
          <p:nvPr/>
        </p:nvSpPr>
        <p:spPr>
          <a:xfrm xmlns:a="http://schemas.openxmlformats.org/drawingml/2006/main">
            <a:off x="6581775" y="541020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1C6EB214-C7FC-4C86-AC34-3ED5283166A2}"/>
              </a:ext>
            </a:extLst>
          </p:cNvPr>
          <p:cNvSpPr>
            <a:spLocks xmlns:a="http://schemas.openxmlformats.org/drawingml/2006/main" noGrp="1"/>
          </p:cNvSpPr>
          <p:nvPr/>
        </p:nvSpPr>
        <p:spPr>
          <a:xfrm xmlns:a="http://schemas.openxmlformats.org/drawingml/2006/main">
            <a:off x="6905625" y="560070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주어진 식과 </a:t>
            </a:r>
            <a:r>
              <a:t>Δ</a:t>
            </a:r>
            <a:r>
              <a:rPr i="1">
                <a:latin typeface="Pretendard"/>
                <a:ea typeface="Pretendard"/>
                <a:cs typeface="Pretendard"/>
              </a:rPr>
              <a:t>H</a:t>
            </a:r>
            <a:r>
              <a:t>를 함께 바꾼다.</a:t>
            </a:r>
          </a:p>
        </p:txBody>
      </p:sp>
      <p:sp>
        <p:nvSpPr>
          <p:cNvPr id="17" name="R05-29 번호 표제 상자">
            <a:extLst xmlns:a="http://schemas.openxmlformats.org/drawingml/2006/main">
              <a:ext uri="{FF2B5EF4-FFF2-40B4-BE49-F238E27FC236}">
                <a16:creationId xmlns:a16="http://schemas.microsoft.com/office/drawing/2014/main" id="{10CBBB16-D01C-4880-9DF2-47C1B52050AD}"/>
              </a:ext>
            </a:extLst>
          </p:cNvPr>
          <p:cNvSpPr>
            <a:spLocks xmlns:a="http://schemas.openxmlformats.org/drawingml/2006/main" noGrp="1"/>
          </p:cNvSpPr>
          <p:nvPr/>
        </p:nvSpPr>
        <p:spPr>
          <a:xfrm xmlns:a="http://schemas.openxmlformats.org/drawingml/2006/main">
            <a:off x="1905000" y="668655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78D88297-791A-4452-A135-3278FB310E54}"/>
              </a:ext>
            </a:extLst>
          </p:cNvPr>
          <p:cNvSpPr>
            <a:spLocks xmlns:a="http://schemas.openxmlformats.org/drawingml/2006/main" noGrp="1"/>
          </p:cNvSpPr>
          <p:nvPr/>
        </p:nvSpPr>
        <p:spPr>
          <a:xfrm xmlns:a="http://schemas.openxmlformats.org/drawingml/2006/main">
            <a:off x="2133600" y="691515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03</a:t>
            </a:r>
          </a:p>
        </p:txBody>
      </p:sp>
      <p:sp>
        <p:nvSpPr>
          <p:cNvPr id="19" name="rich">
            <a:extLst xmlns:a="http://schemas.openxmlformats.org/drawingml/2006/main">
              <a:ext uri="{FF2B5EF4-FFF2-40B4-BE49-F238E27FC236}">
                <a16:creationId xmlns:a16="http://schemas.microsoft.com/office/drawing/2014/main" id="{298F7246-6C41-44D5-840F-90B4BA6F0844}"/>
              </a:ext>
            </a:extLst>
          </p:cNvPr>
          <p:cNvSpPr>
            <a:spLocks xmlns:a="http://schemas.openxmlformats.org/drawingml/2006/main" noGrp="1"/>
          </p:cNvSpPr>
          <p:nvPr/>
        </p:nvSpPr>
        <p:spPr>
          <a:xfrm xmlns:a="http://schemas.openxmlformats.org/drawingml/2006/main">
            <a:off x="2952750" y="687705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중간 물질 소거</a:t>
            </a:r>
          </a:p>
        </p:txBody>
      </p:sp>
      <p:sp>
        <p:nvSpPr>
          <p:cNvPr id="20" name="R05-29 대응 설명 상자">
            <a:extLst xmlns:a="http://schemas.openxmlformats.org/drawingml/2006/main">
              <a:ext uri="{FF2B5EF4-FFF2-40B4-BE49-F238E27FC236}">
                <a16:creationId xmlns:a16="http://schemas.microsoft.com/office/drawing/2014/main" id="{CED7B712-9628-4613-8753-9B605BB12762}"/>
              </a:ext>
            </a:extLst>
          </p:cNvPr>
          <p:cNvSpPr>
            <a:spLocks xmlns:a="http://schemas.openxmlformats.org/drawingml/2006/main" noGrp="1"/>
          </p:cNvSpPr>
          <p:nvPr/>
        </p:nvSpPr>
        <p:spPr>
          <a:xfrm xmlns:a="http://schemas.openxmlformats.org/drawingml/2006/main">
            <a:off x="6581775" y="668655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21" name="rich">
            <a:extLst xmlns:a="http://schemas.openxmlformats.org/drawingml/2006/main">
              <a:ext uri="{FF2B5EF4-FFF2-40B4-BE49-F238E27FC236}">
                <a16:creationId xmlns:a16="http://schemas.microsoft.com/office/drawing/2014/main" id="{A133E605-141F-4DC4-B989-7D11B3531010}"/>
              </a:ext>
            </a:extLst>
          </p:cNvPr>
          <p:cNvSpPr>
            <a:spLocks xmlns:a="http://schemas.openxmlformats.org/drawingml/2006/main" noGrp="1"/>
          </p:cNvSpPr>
          <p:nvPr/>
        </p:nvSpPr>
        <p:spPr>
          <a:xfrm xmlns:a="http://schemas.openxmlformats.org/drawingml/2006/main">
            <a:off x="6905625" y="687705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종류·상태·양이 같은 항을 소거한다.</a:t>
            </a:r>
          </a:p>
        </p:txBody>
      </p:sp>
      <p:sp>
        <p:nvSpPr>
          <p:cNvPr id="22" name="R05-29 번호 표제 상자">
            <a:extLst xmlns:a="http://schemas.openxmlformats.org/drawingml/2006/main">
              <a:ext uri="{FF2B5EF4-FFF2-40B4-BE49-F238E27FC236}">
                <a16:creationId xmlns:a16="http://schemas.microsoft.com/office/drawing/2014/main" id="{F1BFD852-ECE1-4AD9-A566-991B135D9F23}"/>
              </a:ext>
            </a:extLst>
          </p:cNvPr>
          <p:cNvSpPr>
            <a:spLocks xmlns:a="http://schemas.openxmlformats.org/drawingml/2006/main" noGrp="1"/>
          </p:cNvSpPr>
          <p:nvPr/>
        </p:nvSpPr>
        <p:spPr>
          <a:xfrm xmlns:a="http://schemas.openxmlformats.org/drawingml/2006/main">
            <a:off x="1905000" y="796290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23" name="text">
            <a:extLst xmlns:a="http://schemas.openxmlformats.org/drawingml/2006/main">
              <a:ext uri="{FF2B5EF4-FFF2-40B4-BE49-F238E27FC236}">
                <a16:creationId xmlns:a16="http://schemas.microsoft.com/office/drawing/2014/main" id="{C12609F6-0605-41B3-88D8-194AD1A079B4}"/>
              </a:ext>
            </a:extLst>
          </p:cNvPr>
          <p:cNvSpPr>
            <a:spLocks xmlns:a="http://schemas.openxmlformats.org/drawingml/2006/main" noGrp="1"/>
          </p:cNvSpPr>
          <p:nvPr/>
        </p:nvSpPr>
        <p:spPr>
          <a:xfrm xmlns:a="http://schemas.openxmlformats.org/drawingml/2006/main">
            <a:off x="2133600" y="819150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04</a:t>
            </a:r>
          </a:p>
        </p:txBody>
      </p:sp>
      <p:sp>
        <p:nvSpPr>
          <p:cNvPr id="24" name="rich">
            <a:extLst xmlns:a="http://schemas.openxmlformats.org/drawingml/2006/main">
              <a:ext uri="{FF2B5EF4-FFF2-40B4-BE49-F238E27FC236}">
                <a16:creationId xmlns:a16="http://schemas.microsoft.com/office/drawing/2014/main" id="{528BA645-50A2-4A2F-AE98-274421D41A31}"/>
              </a:ext>
            </a:extLst>
          </p:cNvPr>
          <p:cNvSpPr>
            <a:spLocks xmlns:a="http://schemas.openxmlformats.org/drawingml/2006/main" noGrp="1"/>
          </p:cNvSpPr>
          <p:nvPr/>
        </p:nvSpPr>
        <p:spPr>
          <a:xfrm xmlns:a="http://schemas.openxmlformats.org/drawingml/2006/main">
            <a:off x="2952750" y="815340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Δ</a:t>
            </a:r>
            <a:r>
              <a:rPr i="1">
                <a:latin typeface="Pretendard"/>
                <a:ea typeface="Pretendard"/>
                <a:cs typeface="Pretendard"/>
              </a:rPr>
              <a:t>H</a:t>
            </a:r>
            <a:r>
              <a:t> 계산·검산</a:t>
            </a:r>
          </a:p>
        </p:txBody>
      </p:sp>
      <p:sp>
        <p:nvSpPr>
          <p:cNvPr id="25" name="R05-29 대응 설명 상자">
            <a:extLst xmlns:a="http://schemas.openxmlformats.org/drawingml/2006/main">
              <a:ext uri="{FF2B5EF4-FFF2-40B4-BE49-F238E27FC236}">
                <a16:creationId xmlns:a16="http://schemas.microsoft.com/office/drawing/2014/main" id="{74258320-BC83-4DE3-90D2-BD492A34A86E}"/>
              </a:ext>
            </a:extLst>
          </p:cNvPr>
          <p:cNvSpPr>
            <a:spLocks xmlns:a="http://schemas.openxmlformats.org/drawingml/2006/main" noGrp="1"/>
          </p:cNvSpPr>
          <p:nvPr/>
        </p:nvSpPr>
        <p:spPr>
          <a:xfrm xmlns:a="http://schemas.openxmlformats.org/drawingml/2006/main">
            <a:off x="6581775" y="796290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26" name="rich">
            <a:extLst xmlns:a="http://schemas.openxmlformats.org/drawingml/2006/main">
              <a:ext uri="{FF2B5EF4-FFF2-40B4-BE49-F238E27FC236}">
                <a16:creationId xmlns:a16="http://schemas.microsoft.com/office/drawing/2014/main" id="{637EAA98-5288-4CA2-AAEE-633CB8572B00}"/>
              </a:ext>
            </a:extLst>
          </p:cNvPr>
          <p:cNvSpPr>
            <a:spLocks xmlns:a="http://schemas.openxmlformats.org/drawingml/2006/main" noGrp="1"/>
          </p:cNvSpPr>
          <p:nvPr/>
        </p:nvSpPr>
        <p:spPr>
          <a:xfrm xmlns:a="http://schemas.openxmlformats.org/drawingml/2006/main">
            <a:off x="6905625" y="815340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남은 반응식과 부호·단위를 확인한다.</a:t>
            </a:r>
          </a:p>
        </p:txBody>
      </p:sp>
    </p:spTree>
    <p:extLst>
      <p:ext uri="{BB962C8B-B14F-4D97-AF65-F5344CB8AC3E}">
        <p14:creationId xmlns:p14="http://schemas.microsoft.com/office/powerpoint/2010/main" val="34108476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04351513-3A3A-49D4-87A8-CFED5D7FF97D}"/>
              </a:ext>
            </a:extLst>
          </p:cNvPr>
          <p:cNvPicPr>
            <a:picLocks xmlns:a="http://schemas.openxmlformats.org/drawingml/2006/main" noChangeAspect="1"/>
          </p:cNvPicPr>
          <p:nvPr/>
        </p:nvPicPr>
        <p:blipFill>
          <a:blip xmlns:r="http://schemas.openxmlformats.org/officeDocument/2006/relationships" xmlns:a="http://schemas.openxmlformats.org/drawingml/2006/main" r:embed="Rb08b6be1f0d14bc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1CE97C2-4E98-410F-BD90-0BFD624132E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5EAEFB6-202D-4361-9A62-E4F531B5177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AD84F9BF-7C65-4C87-A783-5F44E102F46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BDFB018-5968-4AA6-965A-3404B879D60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78A66FDB-E4FA-4B5A-A8CB-4A2ADEE861B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SO₂가 SO₃로 바뀔 때</a:t>
            </a:r>
          </a:p>
        </p:txBody>
      </p:sp>
      <p:sp>
        <p:nvSpPr>
          <p:cNvPr id="7" name="text">
            <a:extLst xmlns:a="http://schemas.openxmlformats.org/drawingml/2006/main">
              <a:ext uri="{FF2B5EF4-FFF2-40B4-BE49-F238E27FC236}">
                <a16:creationId xmlns:a16="http://schemas.microsoft.com/office/drawing/2014/main" id="{B783FB54-0BFD-4F71-9993-B0A190A0E514}"/>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777777"/>
                </a:solidFill>
                <a:latin typeface="Pretendard"/>
                <a:ea typeface="Pretendard"/>
                <a:cs typeface="Pretendard"/>
              </a:defRPr>
            </a:defPPr>
            <a:lvl1pPr algn="ctr">
              <a:defRPr sz="2730" b="0">
                <a:solidFill>
                  <a:srgbClr val="777777"/>
                </a:solidFill>
                <a:latin typeface="Pretendard"/>
                <a:ea typeface="Pretendard"/>
                <a:cs typeface="Pretendard"/>
              </a:defRPr>
            </a:lvl1pPr>
            <a:lvl2pPr algn="ctr">
              <a:defRPr sz="2730" b="0">
                <a:solidFill>
                  <a:srgbClr val="777777"/>
                </a:solidFill>
                <a:latin typeface="Pretendard"/>
                <a:ea typeface="Pretendard"/>
                <a:cs typeface="Pretendard"/>
              </a:defRPr>
            </a:lvl2pPr>
            <a:lvl3pPr algn="ctr">
              <a:defRPr sz="2730" b="0">
                <a:solidFill>
                  <a:srgbClr val="777777"/>
                </a:solidFill>
                <a:latin typeface="Pretendard"/>
                <a:ea typeface="Pretendard"/>
                <a:cs typeface="Pretendard"/>
              </a:defRPr>
            </a:lvl3pPr>
            <a:lvl4pPr algn="ctr">
              <a:defRPr sz="2730" b="0">
                <a:solidFill>
                  <a:srgbClr val="777777"/>
                </a:solidFill>
                <a:latin typeface="Pretendard"/>
                <a:ea typeface="Pretendard"/>
                <a:cs typeface="Pretendard"/>
              </a:defRPr>
            </a:lvl4pPr>
            <a:lvl5pPr algn="ctr">
              <a:defRPr sz="2730" b="0">
                <a:solidFill>
                  <a:srgbClr val="777777"/>
                </a:solidFill>
                <a:latin typeface="Pretendard"/>
                <a:ea typeface="Pretendard"/>
                <a:cs typeface="Pretendard"/>
              </a:defRPr>
            </a:lvl5pPr>
            <a:lvl6pPr algn="ctr">
              <a:defRPr sz="2730" b="0">
                <a:solidFill>
                  <a:srgbClr val="777777"/>
                </a:solidFill>
                <a:latin typeface="Pretendard"/>
                <a:ea typeface="Pretendard"/>
                <a:cs typeface="Pretendard"/>
              </a:defRPr>
            </a:lvl6pPr>
            <a:lvl7pPr algn="ctr">
              <a:defRPr sz="2730" b="0">
                <a:solidFill>
                  <a:srgbClr val="777777"/>
                </a:solidFill>
                <a:latin typeface="Pretendard"/>
                <a:ea typeface="Pretendard"/>
                <a:cs typeface="Pretendard"/>
              </a:defRPr>
            </a:lvl7pPr>
            <a:lvl8pPr algn="ctr">
              <a:defRPr sz="2730" b="0">
                <a:solidFill>
                  <a:srgbClr val="777777"/>
                </a:solidFill>
                <a:latin typeface="Pretendard"/>
                <a:ea typeface="Pretendard"/>
                <a:cs typeface="Pretendard"/>
              </a:defRPr>
            </a:lvl8pPr>
            <a:lvl9pPr algn="ctr">
              <a:defRPr sz="2730" b="0">
                <a:solidFill>
                  <a:srgbClr val="777777"/>
                </a:solidFill>
                <a:latin typeface="Pretendard"/>
                <a:ea typeface="Pretendard"/>
                <a:cs typeface="Pretendard"/>
              </a:defRPr>
            </a:lvl9pPr>
          </a:lstStyle>
          <a:p xmlns:a="http://schemas.openxmlformats.org/drawingml/2006/main">
            <a:pPr algn="ctr">
              <a:defRPr sz="2730" b="0">
                <a:solidFill>
                  <a:srgbClr val="777777"/>
                </a:solidFill>
                <a:latin typeface="Pretendard"/>
                <a:ea typeface="Pretendard"/>
                <a:cs typeface="Pretendard"/>
              </a:defRPr>
            </a:pPr>
            <a:r>
              <a:rPr b="0">
                <a:solidFill>
                  <a:srgbClr val="777777"/>
                </a:solidFill>
              </a:rPr>
              <a:t>다음 두 반응을 이용하여 목표 반응의 </a:t>
            </a:r>
            <a:r>
              <a:rPr b="0">
                <a:solidFill>
                  <a:srgbClr val="777777"/>
                </a:solidFill>
              </a:rPr>
              <a:t>Δ</a:t>
            </a:r>
            <a:r>
              <a:rPr b="0" i="1">
                <a:solidFill>
                  <a:srgbClr val="777777"/>
                </a:solidFill>
                <a:latin typeface="Pretendard"/>
                <a:ea typeface="Pretendard"/>
                <a:cs typeface="Pretendard"/>
              </a:rPr>
              <a:t>H</a:t>
            </a:r>
            <a:r>
              <a:rPr b="0">
                <a:solidFill>
                  <a:srgbClr val="777777"/>
                </a:solidFill>
              </a:rPr>
              <a:t>를 구하시오.</a:t>
            </a:r>
          </a:p>
        </p:txBody>
      </p:sp>
      <p:pic>
        <p:nvPicPr>
          <p:cNvPr id="8" name="">
            <a:extLst xmlns:a="http://schemas.openxmlformats.org/drawingml/2006/main">
              <a:ext uri="{FF2B5EF4-FFF2-40B4-BE49-F238E27FC236}">
                <a16:creationId xmlns:a16="http://schemas.microsoft.com/office/drawing/2014/main" id="{07EA4D31-A84F-4946-A57D-E978060F8A90}"/>
              </a:ext>
            </a:extLst>
          </p:cNvPr>
          <p:cNvPicPr>
            <a:picLocks xmlns:a="http://schemas.openxmlformats.org/drawingml/2006/main" noChangeAspect="1"/>
          </p:cNvPicPr>
          <p:nvPr/>
        </p:nvPicPr>
        <p:blipFill>
          <a:blip xmlns:r="http://schemas.openxmlformats.org/officeDocument/2006/relationships" xmlns:a="http://schemas.openxmlformats.org/drawingml/2006/main" r:embed="Rd2099e16c2f74a00"/>
          <a:stretch xmlns:a="http://schemas.openxmlformats.org/drawingml/2006/main"/>
        </p:blipFill>
        <p:spPr>
          <a:xfrm xmlns:a="http://schemas.openxmlformats.org/drawingml/2006/main">
            <a:off x="2395728" y="4546473"/>
            <a:ext cx="13496544" cy="229057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2DE85FCC-2213-4D7A-85D1-A1C871571550}"/>
              </a:ext>
            </a:extLst>
          </p:cNvPr>
          <p:cNvSpPr>
            <a:spLocks xmlns:a="http://schemas.openxmlformats.org/drawingml/2006/main" noGrp="1"/>
          </p:cNvSpPr>
          <p:nvPr/>
        </p:nvSpPr>
        <p:spPr>
          <a:xfrm xmlns:a="http://schemas.openxmlformats.org/drawingml/2006/main">
            <a:off x="2247900" y="6957441"/>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 반응</a:t>
            </a:r>
          </a:p>
        </p:txBody>
      </p:sp>
      <p:pic>
        <p:nvPicPr>
          <p:cNvPr id="10" name="">
            <a:extLst xmlns:a="http://schemas.openxmlformats.org/drawingml/2006/main">
              <a:ext uri="{FF2B5EF4-FFF2-40B4-BE49-F238E27FC236}">
                <a16:creationId xmlns:a16="http://schemas.microsoft.com/office/drawing/2014/main" id="{AE273A4D-E94D-42FE-B49A-8B8D91634222}"/>
              </a:ext>
            </a:extLst>
          </p:cNvPr>
          <p:cNvPicPr>
            <a:picLocks xmlns:a="http://schemas.openxmlformats.org/drawingml/2006/main" noChangeAspect="1"/>
          </p:cNvPicPr>
          <p:nvPr/>
        </p:nvPicPr>
        <p:blipFill>
          <a:blip xmlns:r="http://schemas.openxmlformats.org/officeDocument/2006/relationships" xmlns:a="http://schemas.openxmlformats.org/drawingml/2006/main" r:embed="R015dbfcee3844baa"/>
          <a:stretch xmlns:a="http://schemas.openxmlformats.org/drawingml/2006/main"/>
        </p:blipFill>
        <p:spPr>
          <a:xfrm xmlns:a="http://schemas.openxmlformats.org/drawingml/2006/main">
            <a:off x="5619750" y="6627495"/>
            <a:ext cx="11782044" cy="1549908"/>
          </a:xfrm>
          <a:prstGeom xmlns:a="http://schemas.openxmlformats.org/drawingml/2006/main" prst="rect">
            <a:avLst/>
          </a:prstGeom>
        </p:spPr>
      </p:pic>
    </p:spTree>
    <p:extLst>
      <p:ext uri="{BB962C8B-B14F-4D97-AF65-F5344CB8AC3E}">
        <p14:creationId xmlns:p14="http://schemas.microsoft.com/office/powerpoint/2010/main" val="212055310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C489B3A9-0914-4A1C-B717-85562F991A6D}"/>
              </a:ext>
            </a:extLst>
          </p:cNvPr>
          <p:cNvPicPr>
            <a:picLocks xmlns:a="http://schemas.openxmlformats.org/drawingml/2006/main" noChangeAspect="1"/>
          </p:cNvPicPr>
          <p:nvPr/>
        </p:nvPicPr>
        <p:blipFill>
          <a:blip xmlns:r="http://schemas.openxmlformats.org/officeDocument/2006/relationships" xmlns:a="http://schemas.openxmlformats.org/drawingml/2006/main" r:embed="Rba7532813bf8462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53818F1-27C1-4EB0-B217-75095D7F5E7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7ED99F6-4041-4A6A-B5A0-C537DC8BB36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CBC2BD33-6BC1-4CE4-8CDE-8BD678C1521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BCDD625-33F9-43B9-B213-7F1CF7FC1C9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AD7FD737-4352-4CCF-B063-8B7F5FE6F7B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반응식과 </a:t>
            </a:r>
            <a:r>
              <a:t>Δ</a:t>
            </a:r>
            <a:r>
              <a:rPr i="1">
                <a:latin typeface="Pretendard"/>
                <a:ea typeface="Pretendard"/>
                <a:cs typeface="Pretendard"/>
              </a:rPr>
              <a:t>H</a:t>
            </a:r>
            <a:r>
              <a:t>를 함께 검산</a:t>
            </a:r>
          </a:p>
        </p:txBody>
      </p:sp>
      <p:sp>
        <p:nvSpPr>
          <p:cNvPr id="7" name="text">
            <a:extLst xmlns:a="http://schemas.openxmlformats.org/drawingml/2006/main">
              <a:ext uri="{FF2B5EF4-FFF2-40B4-BE49-F238E27FC236}">
                <a16:creationId xmlns:a16="http://schemas.microsoft.com/office/drawing/2014/main" id="{7C7F93DB-3D99-4CC2-8EBA-4026C4F6AE70}"/>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777777"/>
                </a:solidFill>
                <a:latin typeface="Pretendard"/>
                <a:ea typeface="Pretendard"/>
                <a:cs typeface="Pretendard"/>
              </a:defRPr>
            </a:defPPr>
            <a:lvl1pPr algn="ctr">
              <a:defRPr sz="2730" b="0">
                <a:solidFill>
                  <a:srgbClr val="777777"/>
                </a:solidFill>
                <a:latin typeface="Pretendard"/>
                <a:ea typeface="Pretendard"/>
                <a:cs typeface="Pretendard"/>
              </a:defRPr>
            </a:lvl1pPr>
            <a:lvl2pPr algn="ctr">
              <a:defRPr sz="2730" b="0">
                <a:solidFill>
                  <a:srgbClr val="777777"/>
                </a:solidFill>
                <a:latin typeface="Pretendard"/>
                <a:ea typeface="Pretendard"/>
                <a:cs typeface="Pretendard"/>
              </a:defRPr>
            </a:lvl2pPr>
            <a:lvl3pPr algn="ctr">
              <a:defRPr sz="2730" b="0">
                <a:solidFill>
                  <a:srgbClr val="777777"/>
                </a:solidFill>
                <a:latin typeface="Pretendard"/>
                <a:ea typeface="Pretendard"/>
                <a:cs typeface="Pretendard"/>
              </a:defRPr>
            </a:lvl3pPr>
            <a:lvl4pPr algn="ctr">
              <a:defRPr sz="2730" b="0">
                <a:solidFill>
                  <a:srgbClr val="777777"/>
                </a:solidFill>
                <a:latin typeface="Pretendard"/>
                <a:ea typeface="Pretendard"/>
                <a:cs typeface="Pretendard"/>
              </a:defRPr>
            </a:lvl4pPr>
            <a:lvl5pPr algn="ctr">
              <a:defRPr sz="2730" b="0">
                <a:solidFill>
                  <a:srgbClr val="777777"/>
                </a:solidFill>
                <a:latin typeface="Pretendard"/>
                <a:ea typeface="Pretendard"/>
                <a:cs typeface="Pretendard"/>
              </a:defRPr>
            </a:lvl5pPr>
            <a:lvl6pPr algn="ctr">
              <a:defRPr sz="2730" b="0">
                <a:solidFill>
                  <a:srgbClr val="777777"/>
                </a:solidFill>
                <a:latin typeface="Pretendard"/>
                <a:ea typeface="Pretendard"/>
                <a:cs typeface="Pretendard"/>
              </a:defRPr>
            </a:lvl6pPr>
            <a:lvl7pPr algn="ctr">
              <a:defRPr sz="2730" b="0">
                <a:solidFill>
                  <a:srgbClr val="777777"/>
                </a:solidFill>
                <a:latin typeface="Pretendard"/>
                <a:ea typeface="Pretendard"/>
                <a:cs typeface="Pretendard"/>
              </a:defRPr>
            </a:lvl7pPr>
            <a:lvl8pPr algn="ctr">
              <a:defRPr sz="2730" b="0">
                <a:solidFill>
                  <a:srgbClr val="777777"/>
                </a:solidFill>
                <a:latin typeface="Pretendard"/>
                <a:ea typeface="Pretendard"/>
                <a:cs typeface="Pretendard"/>
              </a:defRPr>
            </a:lvl8pPr>
            <a:lvl9pPr algn="ctr">
              <a:defRPr sz="2730" b="0">
                <a:solidFill>
                  <a:srgbClr val="777777"/>
                </a:solidFill>
                <a:latin typeface="Pretendard"/>
                <a:ea typeface="Pretendard"/>
                <a:cs typeface="Pretendard"/>
              </a:defRPr>
            </a:lvl9pPr>
          </a:lstStyle>
          <a:p xmlns:a="http://schemas.openxmlformats.org/drawingml/2006/main">
            <a:pPr algn="ctr">
              <a:defRPr sz="2730" b="0">
                <a:solidFill>
                  <a:srgbClr val="777777"/>
                </a:solidFill>
                <a:latin typeface="Pretendard"/>
                <a:ea typeface="Pretendard"/>
                <a:cs typeface="Pretendard"/>
              </a:defRPr>
            </a:pPr>
            <a:r>
              <a:rPr sz="2730" b="0">
                <a:solidFill>
                  <a:srgbClr val="777777"/>
                </a:solidFill>
                <a:latin typeface="Pretendard"/>
                <a:ea typeface="Pretendard"/>
                <a:cs typeface="Pretendard"/>
              </a:rPr>
              <a:t>첫 번째 반응식을 2배하여 두 번째 반응식에서 뺀다.</a:t>
            </a:r>
          </a:p>
        </p:txBody>
      </p:sp>
      <p:pic>
        <p:nvPicPr>
          <p:cNvPr id="8" name="">
            <a:extLst xmlns:a="http://schemas.openxmlformats.org/drawingml/2006/main">
              <a:ext uri="{FF2B5EF4-FFF2-40B4-BE49-F238E27FC236}">
                <a16:creationId xmlns:a16="http://schemas.microsoft.com/office/drawing/2014/main" id="{C5A96CC3-B3CA-4423-BA88-8254FCAD559A}"/>
              </a:ext>
            </a:extLst>
          </p:cNvPr>
          <p:cNvPicPr>
            <a:picLocks xmlns:a="http://schemas.openxmlformats.org/drawingml/2006/main" noChangeAspect="1"/>
          </p:cNvPicPr>
          <p:nvPr/>
        </p:nvPicPr>
        <p:blipFill>
          <a:blip xmlns:r="http://schemas.openxmlformats.org/officeDocument/2006/relationships" xmlns:a="http://schemas.openxmlformats.org/drawingml/2006/main" r:embed="R35ce757838ab45df"/>
          <a:stretch xmlns:a="http://schemas.openxmlformats.org/drawingml/2006/main"/>
        </p:blipFill>
        <p:spPr>
          <a:xfrm xmlns:a="http://schemas.openxmlformats.org/drawingml/2006/main">
            <a:off x="2395728" y="4594098"/>
            <a:ext cx="13496544" cy="229057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2538A5E9-2331-4732-8C1A-25A7A755C5FA}"/>
              </a:ext>
            </a:extLst>
          </p:cNvPr>
          <p:cNvPicPr>
            <a:picLocks xmlns:a="http://schemas.openxmlformats.org/drawingml/2006/main" noChangeAspect="1"/>
          </p:cNvPicPr>
          <p:nvPr/>
        </p:nvPicPr>
        <p:blipFill>
          <a:blip xmlns:r="http://schemas.openxmlformats.org/officeDocument/2006/relationships" xmlns:a="http://schemas.openxmlformats.org/drawingml/2006/main" r:embed="Ra7a25fc1db974229"/>
          <a:stretch xmlns:a="http://schemas.openxmlformats.org/drawingml/2006/main"/>
        </p:blipFill>
        <p:spPr>
          <a:xfrm xmlns:a="http://schemas.openxmlformats.org/drawingml/2006/main">
            <a:off x="3252978" y="6579870"/>
            <a:ext cx="11782044" cy="1549908"/>
          </a:xfrm>
          <a:prstGeom xmlns:a="http://schemas.openxmlformats.org/drawingml/2006/main" prst="rect">
            <a:avLst/>
          </a:prstGeom>
        </p:spPr>
      </p:pic>
      <p:sp>
        <p:nvSpPr>
          <p:cNvPr id="10" name="해석·결론">
            <a:extLst xmlns:a="http://schemas.openxmlformats.org/drawingml/2006/main">
              <a:ext uri="{FF2B5EF4-FFF2-40B4-BE49-F238E27FC236}">
                <a16:creationId xmlns:a16="http://schemas.microsoft.com/office/drawing/2014/main" id="{87B84AD8-47D9-469A-B28B-1F003914AF1F}"/>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1" name="반응식·수식">
            <a:extLst xmlns:a="http://schemas.openxmlformats.org/drawingml/2006/main">
              <a:ext uri="{FF2B5EF4-FFF2-40B4-BE49-F238E27FC236}">
                <a16:creationId xmlns:a16="http://schemas.microsoft.com/office/drawing/2014/main" id="{6F65D8EA-0655-4E50-9B18-AB9A1D0EFD09}"/>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−791 − 2 × (−297) = −197 kJ</a:t>
            </a:r>
          </a:p>
        </p:txBody>
      </p:sp>
    </p:spTree>
    <p:extLst>
      <p:ext uri="{BB962C8B-B14F-4D97-AF65-F5344CB8AC3E}">
        <p14:creationId xmlns:p14="http://schemas.microsoft.com/office/powerpoint/2010/main" val="102627972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B8B95128-ED9A-4C93-8918-BDDC2486F463}"/>
              </a:ext>
            </a:extLst>
          </p:cNvPr>
          <p:cNvPicPr>
            <a:picLocks xmlns:a="http://schemas.openxmlformats.org/drawingml/2006/main" noChangeAspect="1"/>
          </p:cNvPicPr>
          <p:nvPr/>
        </p:nvPicPr>
        <p:blipFill>
          <a:blip xmlns:r="http://schemas.openxmlformats.org/officeDocument/2006/relationships" xmlns:a="http://schemas.openxmlformats.org/drawingml/2006/main" r:embed="R871583fa3975441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43ABAEA-B1C8-4DC0-B41F-D67F7E8E1F2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CE44D35-9A2C-46D9-B6E6-49BCDBDA599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E1CB534E-B5AD-482A-ADA4-3CD2D20B302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BA8B9D2-6CDE-4853-9E0A-895A367A646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97FD1501-2C13-4F74-8364-C0745B7FE42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57DF6C84-3079-43B6-A87C-E9A6FBF6A0EE}"/>
              </a:ext>
            </a:extLst>
          </p:cNvPr>
          <p:cNvPicPr>
            <a:picLocks xmlns:a="http://schemas.openxmlformats.org/drawingml/2006/main" noChangeAspect="1"/>
          </p:cNvPicPr>
          <p:nvPr/>
        </p:nvPicPr>
        <p:blipFill>
          <a:blip xmlns:r="http://schemas.openxmlformats.org/officeDocument/2006/relationships" xmlns:a="http://schemas.openxmlformats.org/drawingml/2006/main" r:embed="Rca24ef1c336e4bdc"/>
          <a:stretch xmlns:a="http://schemas.openxmlformats.org/drawingml/2006/main"/>
        </p:blipFill>
        <p:spPr>
          <a:xfrm xmlns:a="http://schemas.openxmlformats.org/drawingml/2006/main">
            <a:off x="2286000" y="4917357"/>
            <a:ext cx="7334250" cy="330978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DAE68741-7FF6-4448-B5DA-2D5EBBEDF25A}"/>
              </a:ext>
            </a:extLst>
          </p:cNvPr>
          <p:cNvSpPr>
            <a:spLocks xmlns:a="http://schemas.openxmlformats.org/drawingml/2006/main" noGrp="1"/>
          </p:cNvSpPr>
          <p:nvPr/>
        </p:nvSpPr>
        <p:spPr>
          <a:xfrm xmlns:a="http://schemas.openxmlformats.org/drawingml/2006/main">
            <a:off x="10668000" y="4857750"/>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전체 경로</a:t>
            </a:r>
          </a:p>
        </p:txBody>
      </p:sp>
      <p:sp>
        <p:nvSpPr>
          <p:cNvPr id="9" name="반응식·수식">
            <a:extLst xmlns:a="http://schemas.openxmlformats.org/drawingml/2006/main">
              <a:ext uri="{FF2B5EF4-FFF2-40B4-BE49-F238E27FC236}">
                <a16:creationId xmlns:a16="http://schemas.microsoft.com/office/drawing/2014/main" id="{67386BC8-440C-4FE6-944B-8529E6435569}"/>
              </a:ext>
            </a:extLst>
          </p:cNvPr>
          <p:cNvSpPr>
            <a:spLocks xmlns:a="http://schemas.openxmlformats.org/drawingml/2006/main" noGrp="1"/>
          </p:cNvSpPr>
          <p:nvPr/>
        </p:nvSpPr>
        <p:spPr>
          <a:xfrm xmlns:a="http://schemas.openxmlformats.org/drawingml/2006/main">
            <a:off x="10668000" y="554355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₃ + </a:t>
            </a:r>
            <a:r>
              <a:t>Δ</a:t>
            </a:r>
            <a:r>
              <a:rPr i="1">
                <a:latin typeface="Pretendard"/>
                <a:ea typeface="Pretendard"/>
                <a:cs typeface="Pretendard"/>
              </a:rPr>
              <a:t>H</a:t>
            </a:r>
            <a:r>
              <a:t>₂</a:t>
            </a:r>
          </a:p>
        </p:txBody>
      </p:sp>
      <p:sp>
        <p:nvSpPr>
          <p:cNvPr id="10" name="text">
            <a:extLst xmlns:a="http://schemas.openxmlformats.org/drawingml/2006/main">
              <a:ext uri="{FF2B5EF4-FFF2-40B4-BE49-F238E27FC236}">
                <a16:creationId xmlns:a16="http://schemas.microsoft.com/office/drawing/2014/main" id="{7DE21D6D-78EE-407B-8117-B43D8144903E}"/>
              </a:ext>
            </a:extLst>
          </p:cNvPr>
          <p:cNvSpPr>
            <a:spLocks xmlns:a="http://schemas.openxmlformats.org/drawingml/2006/main" noGrp="1"/>
          </p:cNvSpPr>
          <p:nvPr/>
        </p:nvSpPr>
        <p:spPr>
          <a:xfrm xmlns:a="http://schemas.openxmlformats.org/drawingml/2006/main">
            <a:off x="10668000" y="6838950"/>
            <a:ext cx="609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알고 싶은 한 단계</a:t>
            </a:r>
          </a:p>
        </p:txBody>
      </p:sp>
      <p:sp>
        <p:nvSpPr>
          <p:cNvPr id="11" name="반응식·수식">
            <a:extLst xmlns:a="http://schemas.openxmlformats.org/drawingml/2006/main">
              <a:ext uri="{FF2B5EF4-FFF2-40B4-BE49-F238E27FC236}">
                <a16:creationId xmlns:a16="http://schemas.microsoft.com/office/drawing/2014/main" id="{5C319CBB-010A-49B6-B903-CFBD72544ED1}"/>
              </a:ext>
            </a:extLst>
          </p:cNvPr>
          <p:cNvSpPr>
            <a:spLocks xmlns:a="http://schemas.openxmlformats.org/drawingml/2006/main" noGrp="1"/>
          </p:cNvSpPr>
          <p:nvPr/>
        </p:nvSpPr>
        <p:spPr>
          <a:xfrm xmlns:a="http://schemas.openxmlformats.org/drawingml/2006/main">
            <a:off x="10668000" y="752475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2145631352"/>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23EB2E41-F0BA-4477-B976-8BAC256507AC}"/>
              </a:ext>
            </a:extLst>
          </p:cNvPr>
          <p:cNvPicPr>
            <a:picLocks xmlns:a="http://schemas.openxmlformats.org/drawingml/2006/main" noChangeAspect="1"/>
          </p:cNvPicPr>
          <p:nvPr/>
        </p:nvPicPr>
        <p:blipFill>
          <a:blip xmlns:r="http://schemas.openxmlformats.org/officeDocument/2006/relationships" xmlns:a="http://schemas.openxmlformats.org/drawingml/2006/main" r:embed="R334b0843fd304ed8"/>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BC526961-6512-4B31-B03B-F1DC255AD513}"/>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75CF5CBE-3F22-44B2-9B8D-237B10A546D7}"/>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FB779BDD-425B-4193-814E-C7D8C546AC2D}"/>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912DFE7F-0325-45BA-A1BD-80D063C62F2F}"/>
              </a:ext>
            </a:extLst>
          </p:cNvPr>
          <p:cNvPicPr>
            <a:picLocks xmlns:a="http://schemas.openxmlformats.org/drawingml/2006/main" noChangeAspect="1"/>
          </p:cNvPicPr>
          <p:nvPr/>
        </p:nvPicPr>
        <p:blipFill>
          <a:blip xmlns:r="http://schemas.openxmlformats.org/officeDocument/2006/relationships" xmlns:a="http://schemas.openxmlformats.org/drawingml/2006/main" r:embed="Rd8f75c1b37db4af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8D00DB40-3177-4FF6-B85E-566F2ADCEFF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FB8BCBBD-73B8-48DD-929E-60A4A134FC36}"/>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8" name="text">
            <a:extLst xmlns:a="http://schemas.openxmlformats.org/drawingml/2006/main">
              <a:ext uri="{FF2B5EF4-FFF2-40B4-BE49-F238E27FC236}">
                <a16:creationId xmlns:a16="http://schemas.microsoft.com/office/drawing/2014/main" id="{90A74D07-33A5-498C-9C88-9ED05C11F7C9}"/>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9" name="text">
            <a:extLst xmlns:a="http://schemas.openxmlformats.org/drawingml/2006/main">
              <a:ext uri="{FF2B5EF4-FFF2-40B4-BE49-F238E27FC236}">
                <a16:creationId xmlns:a16="http://schemas.microsoft.com/office/drawing/2014/main" id="{DB28362C-84CB-41BA-B1ED-D7732E005511}"/>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111754982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DB7250AE-608B-4092-B0BC-C544F7D73664}"/>
              </a:ext>
            </a:extLst>
          </p:cNvPr>
          <p:cNvPicPr>
            <a:picLocks xmlns:a="http://schemas.openxmlformats.org/drawingml/2006/main" noChangeAspect="1"/>
          </p:cNvPicPr>
          <p:nvPr/>
        </p:nvPicPr>
        <p:blipFill>
          <a:blip xmlns:r="http://schemas.openxmlformats.org/officeDocument/2006/relationships" xmlns:a="http://schemas.openxmlformats.org/drawingml/2006/main" r:embed="Rc4b0f519d9744d2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5C4201E-E6E6-4BA3-B8E0-D72121432D0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4B2F9B6-5B81-4BE3-86F6-DF821CD672D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1C6B2F8A-128B-4442-8B5A-534ED4CF7AC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DBF90E3-8AA3-411C-97A4-DA9B4F6F7B9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523D4C3C-E6E0-4C3C-A74C-DAEB8B1BB66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생성 엔탈피</a:t>
            </a:r>
          </a:p>
        </p:txBody>
      </p:sp>
      <p:sp>
        <p:nvSpPr>
          <p:cNvPr id="7" name="text">
            <a:extLst xmlns:a="http://schemas.openxmlformats.org/drawingml/2006/main">
              <a:ext uri="{FF2B5EF4-FFF2-40B4-BE49-F238E27FC236}">
                <a16:creationId xmlns:a16="http://schemas.microsoft.com/office/drawing/2014/main" id="{14F82377-FAE2-4D6B-84C4-B9910BE9847E}"/>
              </a:ext>
            </a:extLst>
          </p:cNvPr>
          <p:cNvSpPr>
            <a:spLocks xmlns:a="http://schemas.openxmlformats.org/drawingml/2006/main" noGrp="1"/>
          </p:cNvSpPr>
          <p:nvPr/>
        </p:nvSpPr>
        <p:spPr>
          <a:xfrm xmlns:a="http://schemas.openxmlformats.org/drawingml/2006/main">
            <a:off x="1524000" y="3667125"/>
            <a:ext cx="15240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777777"/>
                </a:solidFill>
                <a:latin typeface="Pretendard"/>
                <a:ea typeface="Pretendard"/>
                <a:cs typeface="Pretendard"/>
              </a:defRPr>
            </a:defPPr>
            <a:lvl1pPr algn="ctr">
              <a:defRPr sz="2850" b="0">
                <a:solidFill>
                  <a:srgbClr val="777777"/>
                </a:solidFill>
                <a:latin typeface="Pretendard"/>
                <a:ea typeface="Pretendard"/>
                <a:cs typeface="Pretendard"/>
              </a:defRPr>
            </a:lvl1pPr>
            <a:lvl2pPr algn="ctr">
              <a:defRPr sz="2850" b="0">
                <a:solidFill>
                  <a:srgbClr val="777777"/>
                </a:solidFill>
                <a:latin typeface="Pretendard"/>
                <a:ea typeface="Pretendard"/>
                <a:cs typeface="Pretendard"/>
              </a:defRPr>
            </a:lvl2pPr>
            <a:lvl3pPr algn="ctr">
              <a:defRPr sz="2850" b="0">
                <a:solidFill>
                  <a:srgbClr val="777777"/>
                </a:solidFill>
                <a:latin typeface="Pretendard"/>
                <a:ea typeface="Pretendard"/>
                <a:cs typeface="Pretendard"/>
              </a:defRPr>
            </a:lvl3pPr>
            <a:lvl4pPr algn="ctr">
              <a:defRPr sz="2850" b="0">
                <a:solidFill>
                  <a:srgbClr val="777777"/>
                </a:solidFill>
                <a:latin typeface="Pretendard"/>
                <a:ea typeface="Pretendard"/>
                <a:cs typeface="Pretendard"/>
              </a:defRPr>
            </a:lvl4pPr>
            <a:lvl5pPr algn="ctr">
              <a:defRPr sz="2850" b="0">
                <a:solidFill>
                  <a:srgbClr val="777777"/>
                </a:solidFill>
                <a:latin typeface="Pretendard"/>
                <a:ea typeface="Pretendard"/>
                <a:cs typeface="Pretendard"/>
              </a:defRPr>
            </a:lvl5pPr>
            <a:lvl6pPr algn="ctr">
              <a:defRPr sz="2850" b="0">
                <a:solidFill>
                  <a:srgbClr val="777777"/>
                </a:solidFill>
                <a:latin typeface="Pretendard"/>
                <a:ea typeface="Pretendard"/>
                <a:cs typeface="Pretendard"/>
              </a:defRPr>
            </a:lvl6pPr>
            <a:lvl7pPr algn="ctr">
              <a:defRPr sz="2850" b="0">
                <a:solidFill>
                  <a:srgbClr val="777777"/>
                </a:solidFill>
                <a:latin typeface="Pretendard"/>
                <a:ea typeface="Pretendard"/>
                <a:cs typeface="Pretendard"/>
              </a:defRPr>
            </a:lvl7pPr>
            <a:lvl8pPr algn="ctr">
              <a:defRPr sz="2850" b="0">
                <a:solidFill>
                  <a:srgbClr val="777777"/>
                </a:solidFill>
                <a:latin typeface="Pretendard"/>
                <a:ea typeface="Pretendard"/>
                <a:cs typeface="Pretendard"/>
              </a:defRPr>
            </a:lvl8pPr>
            <a:lvl9pPr algn="ctr">
              <a:defRPr sz="2850" b="0">
                <a:solidFill>
                  <a:srgbClr val="777777"/>
                </a:solidFill>
                <a:latin typeface="Pretendard"/>
                <a:ea typeface="Pretendard"/>
                <a:cs typeface="Pretendard"/>
              </a:defRPr>
            </a:lvl9pPr>
          </a:lstStyle>
          <a:p xmlns:a="http://schemas.openxmlformats.org/drawingml/2006/main">
            <a:pPr algn="ctr">
              <a:defRPr sz="2850" b="0">
                <a:solidFill>
                  <a:srgbClr val="777777"/>
                </a:solidFill>
                <a:latin typeface="Pretendard"/>
                <a:ea typeface="Pretendard"/>
                <a:cs typeface="Pretendard"/>
              </a:defRPr>
            </a:pPr>
            <a:r>
              <a:rPr sz="2850" b="0">
                <a:solidFill>
                  <a:srgbClr val="777777"/>
                </a:solidFill>
                <a:latin typeface="Pretendard"/>
                <a:ea typeface="Pretendard"/>
                <a:cs typeface="Pretendard"/>
              </a:rPr>
              <a:t>표준 상태의 성분 원소로부터 물질 1 mol이 생성될 때의 반응 엔탈피</a:t>
            </a:r>
          </a:p>
        </p:txBody>
      </p:sp>
      <p:pic>
        <p:nvPicPr>
          <p:cNvPr id="8" name="">
            <a:extLst xmlns:a="http://schemas.openxmlformats.org/drawingml/2006/main">
              <a:ext uri="{FF2B5EF4-FFF2-40B4-BE49-F238E27FC236}">
                <a16:creationId xmlns:a16="http://schemas.microsoft.com/office/drawing/2014/main" id="{6804FDE3-68C2-4F6D-8157-FA902E84D757}"/>
              </a:ext>
            </a:extLst>
          </p:cNvPr>
          <p:cNvPicPr>
            <a:picLocks xmlns:a="http://schemas.openxmlformats.org/drawingml/2006/main" noChangeAspect="1"/>
          </p:cNvPicPr>
          <p:nvPr/>
        </p:nvPicPr>
        <p:blipFill>
          <a:blip xmlns:r="http://schemas.openxmlformats.org/officeDocument/2006/relationships" xmlns:a="http://schemas.openxmlformats.org/drawingml/2006/main" r:embed="Recce96f5ed0b45a6"/>
          <a:stretch xmlns:a="http://schemas.openxmlformats.org/drawingml/2006/main"/>
        </p:blipFill>
        <p:spPr>
          <a:xfrm xmlns:a="http://schemas.openxmlformats.org/drawingml/2006/main">
            <a:off x="3476986" y="4733925"/>
            <a:ext cx="11334028" cy="1206818"/>
          </a:xfrm>
          <a:prstGeom xmlns:a="http://schemas.openxmlformats.org/drawingml/2006/main" prst="rect">
            <a:avLst/>
          </a:prstGeom>
        </p:spPr>
      </p:pic>
      <p:sp>
        <p:nvSpPr>
          <p:cNvPr id="9" name="rich">
            <a:extLst xmlns:a="http://schemas.openxmlformats.org/drawingml/2006/main">
              <a:ext uri="{FF2B5EF4-FFF2-40B4-BE49-F238E27FC236}">
                <a16:creationId xmlns:a16="http://schemas.microsoft.com/office/drawing/2014/main" id="{968EF0E2-FA95-4531-A077-431E93D5E593}"/>
              </a:ext>
            </a:extLst>
          </p:cNvPr>
          <p:cNvSpPr>
            <a:spLocks xmlns:a="http://schemas.openxmlformats.org/drawingml/2006/main" noGrp="1"/>
          </p:cNvSpPr>
          <p:nvPr/>
        </p:nvSpPr>
        <p:spPr>
          <a:xfrm xmlns:a="http://schemas.openxmlformats.org/drawingml/2006/main">
            <a:off x="3790950" y="671512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생성되는 물질 </a:t>
            </a:r>
            <a:r>
              <a:rPr b="1">
                <a:solidFill>
                  <a:srgbClr val="57962F"/>
                </a:solidFill>
              </a:rPr>
              <a:t>1 mol</a:t>
            </a:r>
            <a:r>
              <a:t>을 기준으로 나타낸다.</a:t>
            </a:r>
          </a:p>
        </p:txBody>
      </p:sp>
      <p:sp>
        <p:nvSpPr>
          <p:cNvPr id="10" name="rich">
            <a:extLst xmlns:a="http://schemas.openxmlformats.org/drawingml/2006/main">
              <a:ext uri="{FF2B5EF4-FFF2-40B4-BE49-F238E27FC236}">
                <a16:creationId xmlns:a16="http://schemas.microsoft.com/office/drawing/2014/main" id="{64CFD8E5-ACBD-43AF-B434-4588569055E8}"/>
              </a:ext>
            </a:extLst>
          </p:cNvPr>
          <p:cNvSpPr>
            <a:spLocks xmlns:a="http://schemas.openxmlformats.org/drawingml/2006/main" noGrp="1"/>
          </p:cNvSpPr>
          <p:nvPr/>
        </p:nvSpPr>
        <p:spPr>
          <a:xfrm xmlns:a="http://schemas.openxmlformats.org/drawingml/2006/main">
            <a:off x="3790950" y="77343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0">
                <a:solidFill>
                  <a:srgbClr val="000000"/>
                </a:solidFill>
                <a:latin typeface="Pretendard"/>
                <a:ea typeface="Pretendard"/>
                <a:cs typeface="Pretendard"/>
              </a:defRPr>
            </a:defPPr>
            <a:lvl1pPr algn="l">
              <a:defRPr sz="3225" b="0">
                <a:solidFill>
                  <a:srgbClr val="000000"/>
                </a:solidFill>
                <a:latin typeface="Pretendard"/>
                <a:ea typeface="Pretendard"/>
                <a:cs typeface="Pretendard"/>
              </a:defRPr>
            </a:lvl1pPr>
            <a:lvl2pPr algn="l">
              <a:defRPr sz="3225" b="0">
                <a:solidFill>
                  <a:srgbClr val="000000"/>
                </a:solidFill>
                <a:latin typeface="Pretendard"/>
                <a:ea typeface="Pretendard"/>
                <a:cs typeface="Pretendard"/>
              </a:defRPr>
            </a:lvl2pPr>
            <a:lvl3pPr algn="l">
              <a:defRPr sz="3225" b="0">
                <a:solidFill>
                  <a:srgbClr val="000000"/>
                </a:solidFill>
                <a:latin typeface="Pretendard"/>
                <a:ea typeface="Pretendard"/>
                <a:cs typeface="Pretendard"/>
              </a:defRPr>
            </a:lvl3pPr>
            <a:lvl4pPr algn="l">
              <a:defRPr sz="3225" b="0">
                <a:solidFill>
                  <a:srgbClr val="000000"/>
                </a:solidFill>
                <a:latin typeface="Pretendard"/>
                <a:ea typeface="Pretendard"/>
                <a:cs typeface="Pretendard"/>
              </a:defRPr>
            </a:lvl4pPr>
            <a:lvl5pPr algn="l">
              <a:defRPr sz="3225" b="0">
                <a:solidFill>
                  <a:srgbClr val="000000"/>
                </a:solidFill>
                <a:latin typeface="Pretendard"/>
                <a:ea typeface="Pretendard"/>
                <a:cs typeface="Pretendard"/>
              </a:defRPr>
            </a:lvl5pPr>
            <a:lvl6pPr algn="l">
              <a:defRPr sz="3225" b="0">
                <a:solidFill>
                  <a:srgbClr val="000000"/>
                </a:solidFill>
                <a:latin typeface="Pretendard"/>
                <a:ea typeface="Pretendard"/>
                <a:cs typeface="Pretendard"/>
              </a:defRPr>
            </a:lvl6pPr>
            <a:lvl7pPr algn="l">
              <a:defRPr sz="3225" b="0">
                <a:solidFill>
                  <a:srgbClr val="000000"/>
                </a:solidFill>
                <a:latin typeface="Pretendard"/>
                <a:ea typeface="Pretendard"/>
                <a:cs typeface="Pretendard"/>
              </a:defRPr>
            </a:lvl7pPr>
            <a:lvl8pPr algn="l">
              <a:defRPr sz="3225" b="0">
                <a:solidFill>
                  <a:srgbClr val="000000"/>
                </a:solidFill>
                <a:latin typeface="Pretendard"/>
                <a:ea typeface="Pretendard"/>
                <a:cs typeface="Pretendard"/>
              </a:defRPr>
            </a:lvl8pPr>
            <a:lvl9pPr algn="l">
              <a:defRPr sz="3225" b="0">
                <a:solidFill>
                  <a:srgbClr val="000000"/>
                </a:solidFill>
                <a:latin typeface="Pretendard"/>
                <a:ea typeface="Pretendard"/>
                <a:cs typeface="Pretendard"/>
              </a:defRPr>
            </a:lvl9pPr>
          </a:lstStyle>
          <a:p xmlns:a="http://schemas.openxmlformats.org/drawingml/2006/main">
            <a:pPr algn="l">
              <a:defRPr sz="3225" b="0">
                <a:solidFill>
                  <a:srgbClr val="000000"/>
                </a:solidFill>
                <a:latin typeface="Pretendard"/>
                <a:ea typeface="Pretendard"/>
                <a:cs typeface="Pretendard"/>
              </a:defRPr>
            </a:pPr>
            <a:r>
              <a:t>H₂O</a:t>
            </a:r>
            <a:r>
              <a:t>(</a:t>
            </a:r>
            <a:r>
              <a:rPr i="1">
                <a:latin typeface="Pretendard"/>
                <a:ea typeface="Pretendard"/>
                <a:cs typeface="Pretendard"/>
              </a:rPr>
              <a:t>l</a:t>
            </a:r>
            <a:r>
              <a:t>)의 표준 생성 엔탈피는</a:t>
            </a:r>
          </a:p>
        </p:txBody>
      </p:sp>
      <p:sp>
        <p:nvSpPr>
          <p:cNvPr id="11" name="text">
            <a:extLst xmlns:a="http://schemas.openxmlformats.org/drawingml/2006/main">
              <a:ext uri="{FF2B5EF4-FFF2-40B4-BE49-F238E27FC236}">
                <a16:creationId xmlns:a16="http://schemas.microsoft.com/office/drawing/2014/main" id="{71E362ED-AE7F-482B-AEC3-BD472704D582}"/>
              </a:ext>
            </a:extLst>
          </p:cNvPr>
          <p:cNvSpPr>
            <a:spLocks xmlns:a="http://schemas.openxmlformats.org/drawingml/2006/main" noGrp="1"/>
          </p:cNvSpPr>
          <p:nvPr/>
        </p:nvSpPr>
        <p:spPr>
          <a:xfrm xmlns:a="http://schemas.openxmlformats.org/drawingml/2006/main">
            <a:off x="3790950" y="83820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650" b="1">
                <a:solidFill>
                  <a:srgbClr val="57962F"/>
                </a:solidFill>
                <a:latin typeface="Pretendard"/>
                <a:ea typeface="Pretendard"/>
                <a:cs typeface="Pretendard"/>
              </a:defRPr>
            </a:defPPr>
            <a:lvl1pPr algn="l">
              <a:defRPr sz="4650" b="1">
                <a:solidFill>
                  <a:srgbClr val="57962F"/>
                </a:solidFill>
                <a:latin typeface="Pretendard"/>
                <a:ea typeface="Pretendard"/>
                <a:cs typeface="Pretendard"/>
              </a:defRPr>
            </a:lvl1pPr>
            <a:lvl2pPr algn="l">
              <a:defRPr sz="4650" b="1">
                <a:solidFill>
                  <a:srgbClr val="57962F"/>
                </a:solidFill>
                <a:latin typeface="Pretendard"/>
                <a:ea typeface="Pretendard"/>
                <a:cs typeface="Pretendard"/>
              </a:defRPr>
            </a:lvl2pPr>
            <a:lvl3pPr algn="l">
              <a:defRPr sz="4650" b="1">
                <a:solidFill>
                  <a:srgbClr val="57962F"/>
                </a:solidFill>
                <a:latin typeface="Pretendard"/>
                <a:ea typeface="Pretendard"/>
                <a:cs typeface="Pretendard"/>
              </a:defRPr>
            </a:lvl3pPr>
            <a:lvl4pPr algn="l">
              <a:defRPr sz="4650" b="1">
                <a:solidFill>
                  <a:srgbClr val="57962F"/>
                </a:solidFill>
                <a:latin typeface="Pretendard"/>
                <a:ea typeface="Pretendard"/>
                <a:cs typeface="Pretendard"/>
              </a:defRPr>
            </a:lvl4pPr>
            <a:lvl5pPr algn="l">
              <a:defRPr sz="4650" b="1">
                <a:solidFill>
                  <a:srgbClr val="57962F"/>
                </a:solidFill>
                <a:latin typeface="Pretendard"/>
                <a:ea typeface="Pretendard"/>
                <a:cs typeface="Pretendard"/>
              </a:defRPr>
            </a:lvl5pPr>
            <a:lvl6pPr algn="l">
              <a:defRPr sz="4650" b="1">
                <a:solidFill>
                  <a:srgbClr val="57962F"/>
                </a:solidFill>
                <a:latin typeface="Pretendard"/>
                <a:ea typeface="Pretendard"/>
                <a:cs typeface="Pretendard"/>
              </a:defRPr>
            </a:lvl6pPr>
            <a:lvl7pPr algn="l">
              <a:defRPr sz="4650" b="1">
                <a:solidFill>
                  <a:srgbClr val="57962F"/>
                </a:solidFill>
                <a:latin typeface="Pretendard"/>
                <a:ea typeface="Pretendard"/>
                <a:cs typeface="Pretendard"/>
              </a:defRPr>
            </a:lvl7pPr>
            <a:lvl8pPr algn="l">
              <a:defRPr sz="4650" b="1">
                <a:solidFill>
                  <a:srgbClr val="57962F"/>
                </a:solidFill>
                <a:latin typeface="Pretendard"/>
                <a:ea typeface="Pretendard"/>
                <a:cs typeface="Pretendard"/>
              </a:defRPr>
            </a:lvl8pPr>
            <a:lvl9pPr algn="l">
              <a:defRPr sz="4650" b="1">
                <a:solidFill>
                  <a:srgbClr val="57962F"/>
                </a:solidFill>
                <a:latin typeface="Pretendard"/>
                <a:ea typeface="Pretendard"/>
                <a:cs typeface="Pretendard"/>
              </a:defRPr>
            </a:lvl9pPr>
          </a:lstStyle>
          <a:p xmlns:a="http://schemas.openxmlformats.org/drawingml/2006/main">
            <a:pPr algn="l">
              <a:defRPr sz="4650" b="1">
                <a:solidFill>
                  <a:srgbClr val="57962F"/>
                </a:solidFill>
                <a:latin typeface="Pretendard"/>
                <a:ea typeface="Pretendard"/>
                <a:cs typeface="Pretendard"/>
              </a:defRPr>
            </a:pPr>
            <a:r>
              <a:rPr sz="4650" b="1">
                <a:solidFill>
                  <a:srgbClr val="57962F"/>
                </a:solidFill>
                <a:latin typeface="Pretendard"/>
                <a:ea typeface="Pretendard"/>
                <a:cs typeface="Pretendard"/>
              </a:rPr>
              <a:t>−285.8 kJ/mol</a:t>
            </a:r>
          </a:p>
        </p:txBody>
      </p:sp>
    </p:spTree>
    <p:extLst>
      <p:ext uri="{BB962C8B-B14F-4D97-AF65-F5344CB8AC3E}">
        <p14:creationId xmlns:p14="http://schemas.microsoft.com/office/powerpoint/2010/main" val="95672929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6DEB9D88-D98D-4914-8A64-2EA3E62DD665}"/>
              </a:ext>
            </a:extLst>
          </p:cNvPr>
          <p:cNvPicPr>
            <a:picLocks xmlns:a="http://schemas.openxmlformats.org/drawingml/2006/main" noChangeAspect="1"/>
          </p:cNvPicPr>
          <p:nvPr/>
        </p:nvPicPr>
        <p:blipFill>
          <a:blip xmlns:r="http://schemas.openxmlformats.org/officeDocument/2006/relationships" xmlns:a="http://schemas.openxmlformats.org/drawingml/2006/main" r:embed="R6b0563533e854b2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4591489-60EC-4F68-9D5C-875E9BDAE00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7E4D93D-E9DF-4C43-BA85-E119530F292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E0FC6798-5DAF-48AA-90FB-C0049954A43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31C44B5-8B82-40FC-AD3C-5461C4706A7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F1826EC3-AD60-4BA7-89E1-EADF7019BE8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기준 원소 물질의 값은 0</a:t>
            </a:r>
          </a:p>
        </p:txBody>
      </p:sp>
      <p:graphicFrame>
        <p:nvGraphicFramePr>
          <p:cNvPr id="7" name="">
            <a:extLst xmlns:a="http://schemas.openxmlformats.org/drawingml/2006/main">
              <a:ext uri="{FF2B5EF4-FFF2-40B4-BE49-F238E27FC236}">
                <a16:creationId xmlns:a16="http://schemas.microsoft.com/office/drawing/2014/main" id="{DF45845D-BC09-4D6F-9FCD-CFE573C66795}"/>
              </a:ext>
            </a:extLst>
          </p:cNvPr>
          <p:cNvGraphicFramePr/>
          <p:nvPr/>
        </p:nvGraphicFramePr>
        <p:xfrm>
          <a:off xmlns:a="http://schemas.openxmlformats.org/drawingml/2006/main" x="3476625" y="4238625"/>
          <a:ext xmlns:a="http://schemas.openxmlformats.org/drawingml/2006/main" cx="11334750" cy="3810000"/>
        </p:xfrm>
        <a:graphic xmlns:a="http://schemas.openxmlformats.org/drawingml/2006/main">
          <a:graphicData uri="http://schemas.openxmlformats.org/drawingml/2006/table">
            <a:tbl>
              <a:tblPr/>
              <a:tblGrid>
                <a:gridCol w="4762500"/>
                <a:gridCol w="6572250"/>
              </a:tblGrid>
              <a:tr h="952500">
                <a:tc>
                  <a:txBody>
                    <a:bodyPr wrap="none" lIns="114300" tIns="114300" rIns="114300" bIns="114300"/>
                    <a:lstStyle/>
                    <a:p>
                      <a:pPr algn="ctr"/>
                      <a:r>
                        <a:rPr sz="3150" b="1">
                          <a:solidFill>
                            <a:srgbClr val="FFFFFF"/>
                          </a:solidFill>
                          <a:latin typeface="Pretendard"/>
                          <a:ea typeface="Pretendard"/>
                          <a:cs typeface="Pretendard"/>
                        </a:rPr>
                        <a:t>기준 원소 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표준 생성 엔탈피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52500">
                <a:tc>
                  <a:txBody>
                    <a:bodyPr wrap="none" lIns="114300" tIns="114300" rIns="114300" bIns="114300"/>
                    <a:lstStyle/>
                    <a:p>
                      <a:pPr algn="ctr"/>
                      <a:r>
                        <a:rPr sz="3150" b="1">
                          <a:solidFill>
                            <a:srgbClr val="FFFFFF"/>
                          </a:solidFill>
                          <a:latin typeface="Pretendard"/>
                          <a:ea typeface="Pretendard"/>
                          <a:cs typeface="Pretendard"/>
                        </a:rPr>
                        <a:t>C</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s</a:t>
                      </a:r>
                      <a:r>
                        <a:rPr sz="3150" b="1">
                          <a:solidFill>
                            <a:srgbClr val="FFFFFF"/>
                          </a:solidFill>
                          <a:latin typeface="Pretendard"/>
                          <a:ea typeface="Pretendard"/>
                          <a:cs typeface="Pretendard"/>
                        </a:rPr>
                        <a:t>, 흑연)</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H₂</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O₂</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645AD598-C309-45B7-930A-EF4BB1BABBB5}"/>
              </a:ext>
            </a:extLst>
          </p:cNvPr>
          <p:cNvSpPr>
            <a:spLocks xmlns:a="http://schemas.openxmlformats.org/drawingml/2006/main" noGrp="1"/>
          </p:cNvSpPr>
          <p:nvPr/>
        </p:nvSpPr>
        <p:spPr>
          <a:xfrm xmlns:a="http://schemas.openxmlformats.org/drawingml/2006/main" rot="0">
            <a:off x="3476625"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075A86EA-5862-4703-B48B-B9091D553BD8}"/>
              </a:ext>
            </a:extLst>
          </p:cNvPr>
          <p:cNvSpPr>
            <a:spLocks xmlns:a="http://schemas.openxmlformats.org/drawingml/2006/main" noGrp="1"/>
          </p:cNvSpPr>
          <p:nvPr/>
        </p:nvSpPr>
        <p:spPr>
          <a:xfrm xmlns:a="http://schemas.openxmlformats.org/drawingml/2006/main" rot="5400000">
            <a:off x="14620875"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0F8A4FB8-4B62-439C-822B-16F449416B83}"/>
              </a:ext>
            </a:extLst>
          </p:cNvPr>
          <p:cNvSpPr>
            <a:spLocks xmlns:a="http://schemas.openxmlformats.org/drawingml/2006/main" noGrp="1"/>
          </p:cNvSpPr>
          <p:nvPr/>
        </p:nvSpPr>
        <p:spPr>
          <a:xfrm xmlns:a="http://schemas.openxmlformats.org/drawingml/2006/main" rot="10800000">
            <a:off x="14620875" y="7858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4CDB1CFE-4708-4C2C-A78F-FD8B2AA89749}"/>
              </a:ext>
            </a:extLst>
          </p:cNvPr>
          <p:cNvSpPr>
            <a:spLocks xmlns:a="http://schemas.openxmlformats.org/drawingml/2006/main" noGrp="1"/>
          </p:cNvSpPr>
          <p:nvPr/>
        </p:nvSpPr>
        <p:spPr>
          <a:xfrm xmlns:a="http://schemas.openxmlformats.org/drawingml/2006/main" rot="16200000">
            <a:off x="3476625" y="7858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해석·결론">
            <a:extLst xmlns:a="http://schemas.openxmlformats.org/drawingml/2006/main">
              <a:ext uri="{FF2B5EF4-FFF2-40B4-BE49-F238E27FC236}">
                <a16:creationId xmlns:a16="http://schemas.microsoft.com/office/drawing/2014/main" id="{00C018C5-1434-41C2-A11B-B0DFAFEF1347}"/>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714CAD65-FDA0-4F36-99F4-FE2DE333DF50}"/>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원소의 모든 상태가 0이라는 뜻은 아니다.</a:t>
            </a:r>
          </a:p>
        </p:txBody>
      </p:sp>
    </p:spTree>
    <p:extLst>
      <p:ext uri="{BB962C8B-B14F-4D97-AF65-F5344CB8AC3E}">
        <p14:creationId xmlns:p14="http://schemas.microsoft.com/office/powerpoint/2010/main" val="265317758"/>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DDE5BDE9-E59D-48F5-A9DE-64BF5490217A}"/>
              </a:ext>
            </a:extLst>
          </p:cNvPr>
          <p:cNvPicPr>
            <a:picLocks xmlns:a="http://schemas.openxmlformats.org/drawingml/2006/main" noChangeAspect="1"/>
          </p:cNvPicPr>
          <p:nvPr/>
        </p:nvPicPr>
        <p:blipFill>
          <a:blip xmlns:r="http://schemas.openxmlformats.org/officeDocument/2006/relationships" xmlns:a="http://schemas.openxmlformats.org/drawingml/2006/main" r:embed="R900dbeb215454aa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D2A4E40-EDB6-4831-ACC1-2097F3B0B9A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97953E2-9CE4-41DF-8009-C8ECECDCBC1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AF118AC4-A7F3-4FFC-A380-AEDA7776AFF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0468F91-C27F-428F-A402-85D911AE686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428B355A-9E48-413B-B5A6-6F0B06A822D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F6B15E73-B4BD-483F-BBFD-311F2D1116D8}"/>
              </a:ext>
            </a:extLst>
          </p:cNvPr>
          <p:cNvPicPr>
            <a:picLocks xmlns:a="http://schemas.openxmlformats.org/drawingml/2006/main" noChangeAspect="1"/>
          </p:cNvPicPr>
          <p:nvPr/>
        </p:nvPicPr>
        <p:blipFill>
          <a:blip xmlns:r="http://schemas.openxmlformats.org/officeDocument/2006/relationships" xmlns:a="http://schemas.openxmlformats.org/drawingml/2006/main" r:embed="R494e3d92c23e45ef"/>
          <a:stretch xmlns:a="http://schemas.openxmlformats.org/drawingml/2006/main"/>
        </p:blipFill>
        <p:spPr>
          <a:xfrm xmlns:a="http://schemas.openxmlformats.org/drawingml/2006/main">
            <a:off x="2444353" y="4574381"/>
            <a:ext cx="13418344" cy="1428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1A0D98C0-95A8-4463-9FB7-907D747F4FAF}"/>
              </a:ext>
            </a:extLst>
          </p:cNvPr>
          <p:cNvPicPr>
            <a:picLocks xmlns:a="http://schemas.openxmlformats.org/drawingml/2006/main" noChangeAspect="1"/>
          </p:cNvPicPr>
          <p:nvPr/>
        </p:nvPicPr>
        <p:blipFill>
          <a:blip xmlns:r="http://schemas.openxmlformats.org/officeDocument/2006/relationships" xmlns:a="http://schemas.openxmlformats.org/drawingml/2006/main" r:embed="R540369a34dd94bc4"/>
          <a:stretch xmlns:a="http://schemas.openxmlformats.org/drawingml/2006/main"/>
        </p:blipFill>
        <p:spPr>
          <a:xfrm xmlns:a="http://schemas.openxmlformats.org/drawingml/2006/main">
            <a:off x="2444353" y="6165056"/>
            <a:ext cx="13418344" cy="1428750"/>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99FDE224-8F5A-4289-A258-3AD00C0653AD}"/>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6F4ABF21-3A4F-4680-B833-44F00EF6C835}"/>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물질의 상태가 다르면 생성 엔탈피도 다르다.</a:t>
            </a:r>
          </a:p>
        </p:txBody>
      </p:sp>
      <p:sp>
        <p:nvSpPr>
          <p:cNvPr id="11" name="text">
            <a:extLst xmlns:a="http://schemas.openxmlformats.org/drawingml/2006/main">
              <a:ext uri="{FF2B5EF4-FFF2-40B4-BE49-F238E27FC236}">
                <a16:creationId xmlns:a16="http://schemas.microsoft.com/office/drawing/2014/main" id="{D43738BB-F738-4D11-9474-A1FFE86EAC90}"/>
              </a:ext>
            </a:extLst>
          </p:cNvPr>
          <p:cNvSpPr>
            <a:spLocks xmlns:a="http://schemas.openxmlformats.org/drawingml/2006/main" noGrp="1"/>
          </p:cNvSpPr>
          <p:nvPr/>
        </p:nvSpPr>
        <p:spPr>
          <a:xfrm xmlns:a="http://schemas.openxmlformats.org/drawingml/2006/main">
            <a:off x="10572750" y="4236244"/>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액체 물</a:t>
            </a:r>
          </a:p>
        </p:txBody>
      </p:sp>
      <p:pic>
        <p:nvPicPr>
          <p:cNvPr id="12" name="">
            <a:extLst xmlns:a="http://schemas.openxmlformats.org/drawingml/2006/main">
              <a:ext uri="{FF2B5EF4-FFF2-40B4-BE49-F238E27FC236}">
                <a16:creationId xmlns:a16="http://schemas.microsoft.com/office/drawing/2014/main" id="{C872E21E-D205-41F6-91D5-548E1A4F3B82}"/>
              </a:ext>
            </a:extLst>
          </p:cNvPr>
          <p:cNvPicPr>
            <a:picLocks xmlns:a="http://schemas.openxmlformats.org/drawingml/2006/main" noChangeAspect="1"/>
          </p:cNvPicPr>
          <p:nvPr/>
        </p:nvPicPr>
        <p:blipFill>
          <a:blip xmlns:r="http://schemas.openxmlformats.org/officeDocument/2006/relationships" xmlns:a="http://schemas.openxmlformats.org/drawingml/2006/main" r:embed="R080aa7ee857a4024"/>
          <a:stretch xmlns:a="http://schemas.openxmlformats.org/drawingml/2006/main"/>
        </p:blipFill>
        <p:spPr>
          <a:xfrm xmlns:a="http://schemas.openxmlformats.org/drawingml/2006/main">
            <a:off x="9486900" y="4617244"/>
            <a:ext cx="1085850" cy="571500"/>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4DFF5739-CCD9-42E1-8302-19A06D4B403C}"/>
              </a:ext>
            </a:extLst>
          </p:cNvPr>
          <p:cNvSpPr>
            <a:spLocks xmlns:a="http://schemas.openxmlformats.org/drawingml/2006/main" noGrp="1"/>
          </p:cNvSpPr>
          <p:nvPr/>
        </p:nvSpPr>
        <p:spPr>
          <a:xfrm xmlns:a="http://schemas.openxmlformats.org/drawingml/2006/main">
            <a:off x="10572750" y="579120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수증기</a:t>
            </a:r>
          </a:p>
        </p:txBody>
      </p:sp>
      <p:pic>
        <p:nvPicPr>
          <p:cNvPr id="14" name="">
            <a:extLst xmlns:a="http://schemas.openxmlformats.org/drawingml/2006/main">
              <a:ext uri="{FF2B5EF4-FFF2-40B4-BE49-F238E27FC236}">
                <a16:creationId xmlns:a16="http://schemas.microsoft.com/office/drawing/2014/main" id="{0E222705-C025-433D-A644-8DAB27499478}"/>
              </a:ext>
            </a:extLst>
          </p:cNvPr>
          <p:cNvPicPr>
            <a:picLocks xmlns:a="http://schemas.openxmlformats.org/drawingml/2006/main" noChangeAspect="1"/>
          </p:cNvPicPr>
          <p:nvPr/>
        </p:nvPicPr>
        <p:blipFill>
          <a:blip xmlns:r="http://schemas.openxmlformats.org/officeDocument/2006/relationships" xmlns:a="http://schemas.openxmlformats.org/drawingml/2006/main" r:embed="R90d5ce50e23145bc"/>
          <a:stretch xmlns:a="http://schemas.openxmlformats.org/drawingml/2006/main"/>
        </p:blipFill>
        <p:spPr>
          <a:xfrm xmlns:a="http://schemas.openxmlformats.org/drawingml/2006/main">
            <a:off x="9486900" y="6172200"/>
            <a:ext cx="1085850" cy="571500"/>
          </a:xfrm>
          <a:prstGeom xmlns:a="http://schemas.openxmlformats.org/drawingml/2006/main" prst="rect">
            <a:avLst/>
          </a:prstGeom>
        </p:spPr>
      </p:pic>
    </p:spTree>
    <p:extLst>
      <p:ext uri="{BB962C8B-B14F-4D97-AF65-F5344CB8AC3E}">
        <p14:creationId xmlns:p14="http://schemas.microsoft.com/office/powerpoint/2010/main" val="169551569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827CDE3B-17F6-4115-A8B9-4156B0440E4E}"/>
              </a:ext>
            </a:extLst>
          </p:cNvPr>
          <p:cNvPicPr>
            <a:picLocks xmlns:a="http://schemas.openxmlformats.org/drawingml/2006/main" noChangeAspect="1"/>
          </p:cNvPicPr>
          <p:nvPr/>
        </p:nvPicPr>
        <p:blipFill>
          <a:blip xmlns:r="http://schemas.openxmlformats.org/officeDocument/2006/relationships" xmlns:a="http://schemas.openxmlformats.org/drawingml/2006/main" r:embed="R91b2e122edf54f5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6E6775E-77C8-40AD-84A0-E8A37CEEC73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280C81D-9A68-45CF-A72D-19543928A57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F2A70568-1BE5-42AA-9C22-9534DDEA6EC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04663F6-9500-40AC-95FD-45983DEC1AF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EFC7C66D-9E86-43A8-9319-D522162D9BB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DEC5E200-DF85-4122-8FA9-257F14D0AA77}"/>
              </a:ext>
            </a:extLst>
          </p:cNvPr>
          <p:cNvPicPr>
            <a:picLocks xmlns:a="http://schemas.openxmlformats.org/drawingml/2006/main" noChangeAspect="1"/>
          </p:cNvPicPr>
          <p:nvPr/>
        </p:nvPicPr>
        <p:blipFill>
          <a:blip xmlns:r="http://schemas.openxmlformats.org/officeDocument/2006/relationships" xmlns:a="http://schemas.openxmlformats.org/drawingml/2006/main" r:embed="Rca015c1f3fda4ac3"/>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58717676-48EC-4467-B7B5-EB482567B04A}"/>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43181BE5-19BC-4F80-AC83-8477948B8514}"/>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세 과정을 합하면 CH₄의 연소 반응이 된다.</a:t>
            </a:r>
          </a:p>
        </p:txBody>
      </p:sp>
    </p:spTree>
    <p:extLst>
      <p:ext uri="{BB962C8B-B14F-4D97-AF65-F5344CB8AC3E}">
        <p14:creationId xmlns:p14="http://schemas.microsoft.com/office/powerpoint/2010/main" val="1079055700"/>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E5C9E082-52B0-4DF7-AAEE-17EAF0538239}"/>
              </a:ext>
            </a:extLst>
          </p:cNvPr>
          <p:cNvPicPr>
            <a:picLocks xmlns:a="http://schemas.openxmlformats.org/drawingml/2006/main" noChangeAspect="1"/>
          </p:cNvPicPr>
          <p:nvPr/>
        </p:nvPicPr>
        <p:blipFill>
          <a:blip xmlns:r="http://schemas.openxmlformats.org/officeDocument/2006/relationships" xmlns:a="http://schemas.openxmlformats.org/drawingml/2006/main" r:embed="R361dca22af624c5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00A7111-CC40-4E0E-AD98-1FA8FAECECC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5499E2A-8E07-4F90-B3EB-C378D318C37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B5A6CA31-91A6-4384-ABBC-3FF4A370DAE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947B3FA-5EDB-4B97-A796-E645EE65B0A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4931C101-FBA4-4E1B-8A02-0B355697BED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계수를 곱해 더한다</a:t>
            </a:r>
          </a:p>
        </p:txBody>
      </p:sp>
      <p:sp>
        <p:nvSpPr>
          <p:cNvPr id="7" name="R04-33 관계식 강조 상자">
            <a:extLst xmlns:a="http://schemas.openxmlformats.org/drawingml/2006/main">
              <a:ext uri="{FF2B5EF4-FFF2-40B4-BE49-F238E27FC236}">
                <a16:creationId xmlns:a16="http://schemas.microsoft.com/office/drawing/2014/main" id="{785D51FC-4781-435F-AC3B-72834D06835B}"/>
              </a:ext>
            </a:extLst>
          </p:cNvPr>
          <p:cNvSpPr>
            <a:spLocks xmlns:a="http://schemas.openxmlformats.org/drawingml/2006/main" noGrp="1"/>
          </p:cNvSpPr>
          <p:nvPr/>
        </p:nvSpPr>
        <p:spPr>
          <a:xfrm xmlns:a="http://schemas.openxmlformats.org/drawingml/2006/main">
            <a:off x="3448050" y="3914775"/>
            <a:ext cx="11382375" cy="2162175"/>
          </a:xfrm>
          <a:prstGeom xmlns:a="http://schemas.openxmlformats.org/drawingml/2006/main" prst="roundRect">
            <a:avLst>
              <a:gd name="adj" fmla="val 10573"/>
            </a:avLst>
          </a:prstGeom>
          <a:solidFill xmlns:a="http://schemas.openxmlformats.org/drawingml/2006/main">
            <a:srgbClr val="303030"/>
          </a:solidFill>
          <a:ln xmlns:a="http://schemas.openxmlformats.org/drawingml/2006/main" w="0">
            <a:noFill/>
          </a:ln>
        </p:spPr>
      </p:sp>
      <p:sp>
        <p:nvSpPr>
          <p:cNvPr id="8" name="rich">
            <a:extLst xmlns:a="http://schemas.openxmlformats.org/drawingml/2006/main">
              <a:ext uri="{FF2B5EF4-FFF2-40B4-BE49-F238E27FC236}">
                <a16:creationId xmlns:a16="http://schemas.microsoft.com/office/drawing/2014/main" id="{644D585D-58F8-48C5-86D9-4BFCF89203DA}"/>
              </a:ext>
            </a:extLst>
          </p:cNvPr>
          <p:cNvSpPr>
            <a:spLocks xmlns:a="http://schemas.openxmlformats.org/drawingml/2006/main" noGrp="1"/>
          </p:cNvSpPr>
          <p:nvPr/>
        </p:nvSpPr>
        <p:spPr>
          <a:xfrm xmlns:a="http://schemas.openxmlformats.org/drawingml/2006/main">
            <a:off x="3829050" y="41243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9FFF68"/>
                </a:solidFill>
                <a:latin typeface="Pretendard"/>
                <a:ea typeface="Pretendard"/>
                <a:cs typeface="Pretendard"/>
              </a:defRPr>
            </a:defPPr>
            <a:lvl1pPr algn="l">
              <a:defRPr sz="4200" b="1">
                <a:solidFill>
                  <a:srgbClr val="9FFF68"/>
                </a:solidFill>
                <a:latin typeface="Pretendard"/>
                <a:ea typeface="Pretendard"/>
                <a:cs typeface="Pretendard"/>
              </a:defRPr>
            </a:lvl1pPr>
            <a:lvl2pPr algn="l">
              <a:defRPr sz="4200" b="1">
                <a:solidFill>
                  <a:srgbClr val="9FFF68"/>
                </a:solidFill>
                <a:latin typeface="Pretendard"/>
                <a:ea typeface="Pretendard"/>
                <a:cs typeface="Pretendard"/>
              </a:defRPr>
            </a:lvl2pPr>
            <a:lvl3pPr algn="l">
              <a:defRPr sz="4200" b="1">
                <a:solidFill>
                  <a:srgbClr val="9FFF68"/>
                </a:solidFill>
                <a:latin typeface="Pretendard"/>
                <a:ea typeface="Pretendard"/>
                <a:cs typeface="Pretendard"/>
              </a:defRPr>
            </a:lvl3pPr>
            <a:lvl4pPr algn="l">
              <a:defRPr sz="4200" b="1">
                <a:solidFill>
                  <a:srgbClr val="9FFF68"/>
                </a:solidFill>
                <a:latin typeface="Pretendard"/>
                <a:ea typeface="Pretendard"/>
                <a:cs typeface="Pretendard"/>
              </a:defRPr>
            </a:lvl4pPr>
            <a:lvl5pPr algn="l">
              <a:defRPr sz="4200" b="1">
                <a:solidFill>
                  <a:srgbClr val="9FFF68"/>
                </a:solidFill>
                <a:latin typeface="Pretendard"/>
                <a:ea typeface="Pretendard"/>
                <a:cs typeface="Pretendard"/>
              </a:defRPr>
            </a:lvl5pPr>
            <a:lvl6pPr algn="l">
              <a:defRPr sz="4200" b="1">
                <a:solidFill>
                  <a:srgbClr val="9FFF68"/>
                </a:solidFill>
                <a:latin typeface="Pretendard"/>
                <a:ea typeface="Pretendard"/>
                <a:cs typeface="Pretendard"/>
              </a:defRPr>
            </a:lvl6pPr>
            <a:lvl7pPr algn="l">
              <a:defRPr sz="4200" b="1">
                <a:solidFill>
                  <a:srgbClr val="9FFF68"/>
                </a:solidFill>
                <a:latin typeface="Pretendard"/>
                <a:ea typeface="Pretendard"/>
                <a:cs typeface="Pretendard"/>
              </a:defRPr>
            </a:lvl7pPr>
            <a:lvl8pPr algn="l">
              <a:defRPr sz="4200" b="1">
                <a:solidFill>
                  <a:srgbClr val="9FFF68"/>
                </a:solidFill>
                <a:latin typeface="Pretendard"/>
                <a:ea typeface="Pretendard"/>
                <a:cs typeface="Pretendard"/>
              </a:defRPr>
            </a:lvl8pPr>
            <a:lvl9pPr algn="l">
              <a:defRPr sz="4200" b="1">
                <a:solidFill>
                  <a:srgbClr val="9FFF68"/>
                </a:solidFill>
                <a:latin typeface="Pretendard"/>
                <a:ea typeface="Pretendard"/>
                <a:cs typeface="Pretendard"/>
              </a:defRPr>
            </a:lvl9pPr>
          </a:lstStyle>
          <a:p xmlns:a="http://schemas.openxmlformats.org/drawingml/2006/main">
            <a:pPr algn="l">
              <a:defRPr sz="4200" b="1">
                <a:solidFill>
                  <a:srgbClr val="9FFF68"/>
                </a:solidFill>
                <a:latin typeface="Pretendard"/>
                <a:ea typeface="Pretendard"/>
                <a:cs typeface="Pretendard"/>
              </a:defRPr>
            </a:pPr>
            <a:r>
              <a:t>Δ</a:t>
            </a:r>
            <a:r>
              <a:rPr i="1">
                <a:latin typeface="Pretendard"/>
                <a:ea typeface="Pretendard"/>
                <a:cs typeface="Pretendard"/>
              </a:rPr>
              <a:t>H</a:t>
            </a:r>
            <a:r>
              <a:t> = 생성물의 표준 생성 엔탈피 합</a:t>
            </a:r>
          </a:p>
        </p:txBody>
      </p:sp>
      <p:sp>
        <p:nvSpPr>
          <p:cNvPr id="9" name="text">
            <a:extLst xmlns:a="http://schemas.openxmlformats.org/drawingml/2006/main">
              <a:ext uri="{FF2B5EF4-FFF2-40B4-BE49-F238E27FC236}">
                <a16:creationId xmlns:a16="http://schemas.microsoft.com/office/drawing/2014/main" id="{EDC836B9-6542-4732-B692-72147C94DD92}"/>
              </a:ext>
            </a:extLst>
          </p:cNvPr>
          <p:cNvSpPr>
            <a:spLocks xmlns:a="http://schemas.openxmlformats.org/drawingml/2006/main" noGrp="1"/>
          </p:cNvSpPr>
          <p:nvPr/>
        </p:nvSpPr>
        <p:spPr>
          <a:xfrm xmlns:a="http://schemas.openxmlformats.org/drawingml/2006/main">
            <a:off x="5143500" y="5029200"/>
            <a:ext cx="9239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FFFFFF"/>
                </a:solidFill>
                <a:latin typeface="Pretendard"/>
                <a:ea typeface="Pretendard"/>
                <a:cs typeface="Pretendard"/>
              </a:defRPr>
            </a:defPPr>
            <a:lvl1pPr algn="l">
              <a:defRPr sz="4200" b="1">
                <a:solidFill>
                  <a:srgbClr val="FFFFFF"/>
                </a:solidFill>
                <a:latin typeface="Pretendard"/>
                <a:ea typeface="Pretendard"/>
                <a:cs typeface="Pretendard"/>
              </a:defRPr>
            </a:lvl1pPr>
            <a:lvl2pPr algn="l">
              <a:defRPr sz="4200" b="1">
                <a:solidFill>
                  <a:srgbClr val="FFFFFF"/>
                </a:solidFill>
                <a:latin typeface="Pretendard"/>
                <a:ea typeface="Pretendard"/>
                <a:cs typeface="Pretendard"/>
              </a:defRPr>
            </a:lvl2pPr>
            <a:lvl3pPr algn="l">
              <a:defRPr sz="4200" b="1">
                <a:solidFill>
                  <a:srgbClr val="FFFFFF"/>
                </a:solidFill>
                <a:latin typeface="Pretendard"/>
                <a:ea typeface="Pretendard"/>
                <a:cs typeface="Pretendard"/>
              </a:defRPr>
            </a:lvl3pPr>
            <a:lvl4pPr algn="l">
              <a:defRPr sz="4200" b="1">
                <a:solidFill>
                  <a:srgbClr val="FFFFFF"/>
                </a:solidFill>
                <a:latin typeface="Pretendard"/>
                <a:ea typeface="Pretendard"/>
                <a:cs typeface="Pretendard"/>
              </a:defRPr>
            </a:lvl4pPr>
            <a:lvl5pPr algn="l">
              <a:defRPr sz="4200" b="1">
                <a:solidFill>
                  <a:srgbClr val="FFFFFF"/>
                </a:solidFill>
                <a:latin typeface="Pretendard"/>
                <a:ea typeface="Pretendard"/>
                <a:cs typeface="Pretendard"/>
              </a:defRPr>
            </a:lvl5pPr>
            <a:lvl6pPr algn="l">
              <a:defRPr sz="4200" b="1">
                <a:solidFill>
                  <a:srgbClr val="FFFFFF"/>
                </a:solidFill>
                <a:latin typeface="Pretendard"/>
                <a:ea typeface="Pretendard"/>
                <a:cs typeface="Pretendard"/>
              </a:defRPr>
            </a:lvl6pPr>
            <a:lvl7pPr algn="l">
              <a:defRPr sz="4200" b="1">
                <a:solidFill>
                  <a:srgbClr val="FFFFFF"/>
                </a:solidFill>
                <a:latin typeface="Pretendard"/>
                <a:ea typeface="Pretendard"/>
                <a:cs typeface="Pretendard"/>
              </a:defRPr>
            </a:lvl7pPr>
            <a:lvl8pPr algn="l">
              <a:defRPr sz="4200" b="1">
                <a:solidFill>
                  <a:srgbClr val="FFFFFF"/>
                </a:solidFill>
                <a:latin typeface="Pretendard"/>
                <a:ea typeface="Pretendard"/>
                <a:cs typeface="Pretendard"/>
              </a:defRPr>
            </a:lvl8pPr>
            <a:lvl9pPr algn="l">
              <a:defRPr sz="4200" b="1">
                <a:solidFill>
                  <a:srgbClr val="FFFFFF"/>
                </a:solidFill>
                <a:latin typeface="Pretendard"/>
                <a:ea typeface="Pretendard"/>
                <a:cs typeface="Pretendard"/>
              </a:defRPr>
            </a:lvl9pPr>
          </a:lstStyle>
          <a:p xmlns:a="http://schemas.openxmlformats.org/drawingml/2006/main">
            <a:pPr algn="l">
              <a:defRPr sz="4200" b="1">
                <a:solidFill>
                  <a:srgbClr val="FFFFFF"/>
                </a:solidFill>
                <a:latin typeface="Pretendard"/>
                <a:ea typeface="Pretendard"/>
                <a:cs typeface="Pretendard"/>
              </a:defRPr>
            </a:pPr>
            <a:r>
              <a:rPr sz="4200" b="1">
                <a:solidFill>
                  <a:srgbClr val="FFFFFF"/>
                </a:solidFill>
                <a:latin typeface="Pretendard"/>
                <a:ea typeface="Pretendard"/>
                <a:cs typeface="Pretendard"/>
              </a:rPr>
              <a:t>− 반응물의 표준 생성 엔탈피 합</a:t>
            </a:r>
          </a:p>
        </p:txBody>
      </p:sp>
      <p:sp>
        <p:nvSpPr>
          <p:cNvPr id="10" name="R04-33 표제와 해석 영역">
            <a:extLst xmlns:a="http://schemas.openxmlformats.org/drawingml/2006/main">
              <a:ext uri="{FF2B5EF4-FFF2-40B4-BE49-F238E27FC236}">
                <a16:creationId xmlns:a16="http://schemas.microsoft.com/office/drawing/2014/main" id="{4B452E56-24F7-4828-9E89-7BB4E137B940}"/>
              </a:ext>
            </a:extLst>
          </p:cNvPr>
          <p:cNvSpPr>
            <a:spLocks xmlns:a="http://schemas.openxmlformats.org/drawingml/2006/main" noGrp="1"/>
          </p:cNvSpPr>
          <p:nvPr/>
        </p:nvSpPr>
        <p:spPr>
          <a:xfrm xmlns:a="http://schemas.openxmlformats.org/drawingml/2006/main">
            <a:off x="3448050" y="6496050"/>
            <a:ext cx="11382375"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F067F775-8573-410B-81BF-837BE9C07B07}"/>
              </a:ext>
            </a:extLst>
          </p:cNvPr>
          <p:cNvSpPr>
            <a:spLocks xmlns:a="http://schemas.openxmlformats.org/drawingml/2006/main" noGrp="1"/>
          </p:cNvSpPr>
          <p:nvPr/>
        </p:nvSpPr>
        <p:spPr>
          <a:xfrm xmlns:a="http://schemas.openxmlformats.org/drawingml/2006/main">
            <a:off x="3752850" y="6657975"/>
            <a:ext cx="107727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각 물질의 반응 계수</a:t>
            </a:r>
          </a:p>
        </p:txBody>
      </p:sp>
      <p:sp>
        <p:nvSpPr>
          <p:cNvPr id="12" name="rich">
            <a:extLst xmlns:a="http://schemas.openxmlformats.org/drawingml/2006/main">
              <a:ext uri="{FF2B5EF4-FFF2-40B4-BE49-F238E27FC236}">
                <a16:creationId xmlns:a16="http://schemas.microsoft.com/office/drawing/2014/main" id="{489157AC-25A3-4F4B-A44A-F71FEDE86F23}"/>
              </a:ext>
            </a:extLst>
          </p:cNvPr>
          <p:cNvSpPr>
            <a:spLocks xmlns:a="http://schemas.openxmlformats.org/drawingml/2006/main" noGrp="1"/>
          </p:cNvSpPr>
          <p:nvPr/>
        </p:nvSpPr>
        <p:spPr>
          <a:xfrm xmlns:a="http://schemas.openxmlformats.org/drawingml/2006/main">
            <a:off x="3752850" y="7286625"/>
            <a:ext cx="107727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표의 값에 반응 계수를 곱한다.</a:t>
            </a:r>
          </a:p>
        </p:txBody>
      </p:sp>
      <p:sp>
        <p:nvSpPr>
          <p:cNvPr id="13" name="text">
            <a:extLst xmlns:a="http://schemas.openxmlformats.org/drawingml/2006/main">
              <a:ext uri="{FF2B5EF4-FFF2-40B4-BE49-F238E27FC236}">
                <a16:creationId xmlns:a16="http://schemas.microsoft.com/office/drawing/2014/main" id="{8234E7A1-E877-4FB8-B8D3-69DBF28B569C}"/>
              </a:ext>
            </a:extLst>
          </p:cNvPr>
          <p:cNvSpPr>
            <a:spLocks xmlns:a="http://schemas.openxmlformats.org/drawingml/2006/main" noGrp="1"/>
          </p:cNvSpPr>
          <p:nvPr/>
        </p:nvSpPr>
        <p:spPr>
          <a:xfrm xmlns:a="http://schemas.openxmlformats.org/drawingml/2006/main">
            <a:off x="3971925" y="86772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106709395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6306381E-1F90-45C8-A6D3-6C63BB470D59}"/>
              </a:ext>
            </a:extLst>
          </p:cNvPr>
          <p:cNvPicPr>
            <a:picLocks xmlns:a="http://schemas.openxmlformats.org/drawingml/2006/main" noChangeAspect="1"/>
          </p:cNvPicPr>
          <p:nvPr/>
        </p:nvPicPr>
        <p:blipFill>
          <a:blip xmlns:r="http://schemas.openxmlformats.org/officeDocument/2006/relationships" xmlns:a="http://schemas.openxmlformats.org/drawingml/2006/main" r:embed="Rdb252ee5fef74ad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6B0BBC6-9F3E-4D39-816C-524A5FE832E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39B247D-66DC-4CA8-87EA-4E229B52A34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CB978E40-DF7A-4FD9-9935-CCB17A68E7B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B139A63-F1BB-4960-B102-B58E597B8BB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049AD822-004A-4F78-86B8-8972DE02A70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90A5FC5D-7D90-46CD-8045-91ACB17E95A0}"/>
              </a:ext>
            </a:extLst>
          </p:cNvPr>
          <p:cNvPicPr>
            <a:picLocks xmlns:a="http://schemas.openxmlformats.org/drawingml/2006/main" noChangeAspect="1"/>
          </p:cNvPicPr>
          <p:nvPr/>
        </p:nvPicPr>
        <p:blipFill>
          <a:blip xmlns:r="http://schemas.openxmlformats.org/officeDocument/2006/relationships" xmlns:a="http://schemas.openxmlformats.org/drawingml/2006/main" r:embed="R6ab7b8abb095466f"/>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8220F5BF-A34C-4E88-AABB-98D3D3779561}"/>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Δ</a:t>
                      </a:r>
                      <a:r>
                        <a:rPr sz="3000" b="1">
                          <a:solidFill>
                            <a:srgbClr val="FFFFFF"/>
                          </a:solidFill>
                          <a:latin typeface="Pretendard"/>
                          <a:ea typeface="Pretendard"/>
                          <a:cs typeface="Pretendard"/>
                        </a:rPr>
                        <a:t>f</a:t>
                      </a:r>
                      <a:r>
                        <a:rPr sz="3000" b="1" i="1">
                          <a:solidFill>
                            <a:srgbClr val="FFFFFF"/>
                          </a:solidFill>
                          <a:latin typeface="Pretendard"/>
                          <a:ea typeface="Pretendard"/>
                          <a:cs typeface="Pretendard"/>
                        </a:rPr>
                        <a:t>H</a:t>
                      </a:r>
                      <a:r>
                        <a:rPr sz="3000" b="1">
                          <a:solidFill>
                            <a:srgbClr val="FFFFFF"/>
                          </a:solidFill>
                          <a:latin typeface="Pretendard"/>
                          <a:ea typeface="Pretendard"/>
                          <a:cs typeface="Pretendard"/>
                        </a:rPr>
                        <a:t>° (kJ/mol)</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A168D2FE-BED5-4FD7-B728-EDF350732F2A}"/>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C47CA775-9898-4C3E-9202-C8CDAB37F7D1}"/>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03AA8C8D-2428-4BEA-9411-EF7AE9E2E8EB}"/>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FED88913-F468-4578-AAEA-E134D45FCBA6}"/>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대입 계산">
            <a:extLst xmlns:a="http://schemas.openxmlformats.org/drawingml/2006/main">
              <a:ext uri="{FF2B5EF4-FFF2-40B4-BE49-F238E27FC236}">
                <a16:creationId xmlns:a16="http://schemas.microsoft.com/office/drawing/2014/main" id="{70BA1263-CC62-4475-8A71-6167E12B16AC}"/>
              </a:ext>
            </a:extLst>
          </p:cNvPr>
          <p:cNvSpPr>
            <a:spLocks xmlns:a="http://schemas.openxmlformats.org/drawingml/2006/main" noGrp="1"/>
          </p:cNvSpPr>
          <p:nvPr/>
        </p:nvSpPr>
        <p:spPr>
          <a:xfrm xmlns:a="http://schemas.openxmlformats.org/drawingml/2006/main">
            <a:off x="1828800" y="7200900"/>
            <a:ext cx="14639925" cy="952500"/>
          </a:xfrm>
          <a:prstGeom xmlns:a="http://schemas.openxmlformats.org/drawingml/2006/main" prst="roundRect">
            <a:avLst>
              <a:gd name="adj" fmla="val 16000"/>
            </a:avLst>
          </a:prstGeom>
          <a:solidFill xmlns:a="http://schemas.openxmlformats.org/drawingml/2006/main">
            <a:srgbClr val="F5F5F5"/>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6C46EE6F-8CE5-4F33-8FF3-CC1905A3835A}"/>
              </a:ext>
            </a:extLst>
          </p:cNvPr>
          <p:cNvSpPr>
            <a:spLocks xmlns:a="http://schemas.openxmlformats.org/drawingml/2006/main" noGrp="1"/>
          </p:cNvSpPr>
          <p:nvPr/>
        </p:nvSpPr>
        <p:spPr>
          <a:xfrm xmlns:a="http://schemas.openxmlformats.org/drawingml/2006/main">
            <a:off x="2247900" y="72961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Δ</a:t>
            </a:r>
            <a:r>
              <a:rPr i="1">
                <a:latin typeface="Pretendard"/>
                <a:ea typeface="Pretendard"/>
                <a:cs typeface="Pretendard"/>
              </a:rPr>
              <a:t>H</a:t>
            </a:r>
            <a:r>
              <a:t> = [−393.5 + 2 × (−285.8)] − [−74.8 + 2 × 0]</a:t>
            </a:r>
          </a:p>
        </p:txBody>
      </p:sp>
      <p:sp>
        <p:nvSpPr>
          <p:cNvPr id="15" name="해석·결론">
            <a:extLst xmlns:a="http://schemas.openxmlformats.org/drawingml/2006/main">
              <a:ext uri="{FF2B5EF4-FFF2-40B4-BE49-F238E27FC236}">
                <a16:creationId xmlns:a16="http://schemas.microsoft.com/office/drawing/2014/main" id="{6187A49C-B456-43B7-865A-8A969087E952}"/>
              </a:ext>
            </a:extLst>
          </p:cNvPr>
          <p:cNvSpPr>
            <a:spLocks xmlns:a="http://schemas.openxmlformats.org/drawingml/2006/main" noGrp="1"/>
          </p:cNvSpPr>
          <p:nvPr/>
        </p:nvSpPr>
        <p:spPr>
          <a:xfrm xmlns:a="http://schemas.openxmlformats.org/drawingml/2006/main">
            <a:off x="1828800" y="85534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D4C8F89E-2547-41F8-9B7C-D79035B88357}"/>
              </a:ext>
            </a:extLst>
          </p:cNvPr>
          <p:cNvSpPr>
            <a:spLocks xmlns:a="http://schemas.openxmlformats.org/drawingml/2006/main" noGrp="1"/>
          </p:cNvSpPr>
          <p:nvPr/>
        </p:nvSpPr>
        <p:spPr>
          <a:xfrm xmlns:a="http://schemas.openxmlformats.org/drawingml/2006/main">
            <a:off x="2143125" y="86296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−890.3 kJ</a:t>
            </a:r>
          </a:p>
        </p:txBody>
      </p:sp>
    </p:spTree>
    <p:extLst>
      <p:ext uri="{BB962C8B-B14F-4D97-AF65-F5344CB8AC3E}">
        <p14:creationId xmlns:p14="http://schemas.microsoft.com/office/powerpoint/2010/main" val="481942313"/>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3564DA41-0F00-4FB1-9196-85B0C9D0B0D0}"/>
              </a:ext>
            </a:extLst>
          </p:cNvPr>
          <p:cNvPicPr>
            <a:picLocks xmlns:a="http://schemas.openxmlformats.org/drawingml/2006/main" noChangeAspect="1"/>
          </p:cNvPicPr>
          <p:nvPr/>
        </p:nvPicPr>
        <p:blipFill>
          <a:blip xmlns:r="http://schemas.openxmlformats.org/officeDocument/2006/relationships" xmlns:a="http://schemas.openxmlformats.org/drawingml/2006/main" r:embed="R184f1245555040c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82F9CF7-909F-444B-9659-69106341987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98EC690-C8A9-4DFA-A8D9-87E22F7767E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F5BD25C7-2883-4043-9462-1477504418F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E321E0D-048D-4B21-9A5B-8E63CC6A212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F91836A9-3ABE-428D-A5E5-E9CD1F45441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물의 상태 변화 엔탈피</a:t>
            </a:r>
          </a:p>
        </p:txBody>
      </p:sp>
      <p:pic>
        <p:nvPicPr>
          <p:cNvPr id="7" name="">
            <a:extLst xmlns:a="http://schemas.openxmlformats.org/drawingml/2006/main">
              <a:ext uri="{FF2B5EF4-FFF2-40B4-BE49-F238E27FC236}">
                <a16:creationId xmlns:a16="http://schemas.microsoft.com/office/drawing/2014/main" id="{6EBA1872-CC67-4CD0-85C3-32A20C1A11A2}"/>
              </a:ext>
            </a:extLst>
          </p:cNvPr>
          <p:cNvPicPr>
            <a:picLocks xmlns:a="http://schemas.openxmlformats.org/drawingml/2006/main" noChangeAspect="1"/>
          </p:cNvPicPr>
          <p:nvPr/>
        </p:nvPicPr>
        <p:blipFill>
          <a:blip xmlns:r="http://schemas.openxmlformats.org/officeDocument/2006/relationships" xmlns:a="http://schemas.openxmlformats.org/drawingml/2006/main" r:embed="R6c8567d536104a68"/>
          <a:stretch xmlns:a="http://schemas.openxmlformats.org/drawingml/2006/main"/>
        </p:blipFill>
        <p:spPr>
          <a:xfrm xmlns:a="http://schemas.openxmlformats.org/drawingml/2006/main">
            <a:off x="2428875" y="4365914"/>
            <a:ext cx="6096000" cy="3879273"/>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7A616139-26F1-40AD-B8F7-25F2511DE619}"/>
              </a:ext>
            </a:extLst>
          </p:cNvPr>
          <p:cNvSpPr>
            <a:spLocks xmlns:a="http://schemas.openxmlformats.org/drawingml/2006/main" noGrp="1"/>
          </p:cNvSpPr>
          <p:nvPr/>
        </p:nvSpPr>
        <p:spPr>
          <a:xfrm xmlns:a="http://schemas.openxmlformats.org/drawingml/2006/main">
            <a:off x="9810750" y="44767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기화 반응</a:t>
            </a:r>
          </a:p>
        </p:txBody>
      </p:sp>
      <p:pic>
        <p:nvPicPr>
          <p:cNvPr id="9" name="">
            <a:extLst xmlns:a="http://schemas.openxmlformats.org/drawingml/2006/main">
              <a:ext uri="{FF2B5EF4-FFF2-40B4-BE49-F238E27FC236}">
                <a16:creationId xmlns:a16="http://schemas.microsoft.com/office/drawing/2014/main" id="{A035208D-37D7-4B26-A9C4-70F876D7CA2C}"/>
              </a:ext>
            </a:extLst>
          </p:cNvPr>
          <p:cNvPicPr>
            <a:picLocks xmlns:a="http://schemas.openxmlformats.org/drawingml/2006/main" noChangeAspect="1"/>
          </p:cNvPicPr>
          <p:nvPr/>
        </p:nvPicPr>
        <p:blipFill>
          <a:blip xmlns:r="http://schemas.openxmlformats.org/officeDocument/2006/relationships" xmlns:a="http://schemas.openxmlformats.org/drawingml/2006/main" r:embed="R218619fa8982467f"/>
          <a:stretch xmlns:a="http://schemas.openxmlformats.org/drawingml/2006/main"/>
        </p:blipFill>
        <p:spPr>
          <a:xfrm xmlns:a="http://schemas.openxmlformats.org/drawingml/2006/main">
            <a:off x="9810750" y="5317579"/>
            <a:ext cx="6667500" cy="566242"/>
          </a:xfrm>
          <a:prstGeom xmlns:a="http://schemas.openxmlformats.org/drawingml/2006/main" prst="rect">
            <a:avLst/>
          </a:prstGeom>
        </p:spPr>
      </p:pic>
      <p:sp>
        <p:nvSpPr>
          <p:cNvPr id="10" name="반응식·수식">
            <a:extLst xmlns:a="http://schemas.openxmlformats.org/drawingml/2006/main">
              <a:ext uri="{FF2B5EF4-FFF2-40B4-BE49-F238E27FC236}">
                <a16:creationId xmlns:a16="http://schemas.microsoft.com/office/drawing/2014/main" id="{93FC7FF3-1276-410A-BA96-EF4F9F14C43F}"/>
              </a:ext>
            </a:extLst>
          </p:cNvPr>
          <p:cNvSpPr>
            <a:spLocks xmlns:a="http://schemas.openxmlformats.org/drawingml/2006/main" noGrp="1"/>
          </p:cNvSpPr>
          <p:nvPr/>
        </p:nvSpPr>
        <p:spPr>
          <a:xfrm xmlns:a="http://schemas.openxmlformats.org/drawingml/2006/main">
            <a:off x="9810750" y="6410325"/>
            <a:ext cx="704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t>Δ</a:t>
            </a:r>
            <a:r>
              <a:rPr i="1">
                <a:latin typeface="Pretendard"/>
                <a:ea typeface="Pretendard"/>
                <a:cs typeface="Pretendard"/>
              </a:rPr>
              <a:t>H</a:t>
            </a:r>
            <a:r>
              <a:t> = −241.8 − (−285.8)</a:t>
            </a:r>
          </a:p>
        </p:txBody>
      </p:sp>
      <p:sp>
        <p:nvSpPr>
          <p:cNvPr id="11" name="반응식·수식">
            <a:extLst xmlns:a="http://schemas.openxmlformats.org/drawingml/2006/main">
              <a:ext uri="{FF2B5EF4-FFF2-40B4-BE49-F238E27FC236}">
                <a16:creationId xmlns:a16="http://schemas.microsoft.com/office/drawing/2014/main" id="{E04C8661-BC9D-4A48-AEDA-656E6D1B947C}"/>
              </a:ext>
            </a:extLst>
          </p:cNvPr>
          <p:cNvSpPr>
            <a:spLocks xmlns:a="http://schemas.openxmlformats.org/drawingml/2006/main" noGrp="1"/>
          </p:cNvSpPr>
          <p:nvPr/>
        </p:nvSpPr>
        <p:spPr>
          <a:xfrm xmlns:a="http://schemas.openxmlformats.org/drawingml/2006/main">
            <a:off x="9810750" y="72199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57962F"/>
                </a:solidFill>
                <a:latin typeface="Pretendard"/>
                <a:ea typeface="Pretendard"/>
                <a:cs typeface="Pretendard"/>
              </a:defRPr>
            </a:defPPr>
            <a:lvl1pPr algn="l">
              <a:defRPr sz="4200" b="1">
                <a:solidFill>
                  <a:srgbClr val="57962F"/>
                </a:solidFill>
                <a:latin typeface="Pretendard"/>
                <a:ea typeface="Pretendard"/>
                <a:cs typeface="Pretendard"/>
              </a:defRPr>
            </a:lvl1pPr>
            <a:lvl2pPr algn="l">
              <a:defRPr sz="4200" b="1">
                <a:solidFill>
                  <a:srgbClr val="57962F"/>
                </a:solidFill>
                <a:latin typeface="Pretendard"/>
                <a:ea typeface="Pretendard"/>
                <a:cs typeface="Pretendard"/>
              </a:defRPr>
            </a:lvl2pPr>
            <a:lvl3pPr algn="l">
              <a:defRPr sz="4200" b="1">
                <a:solidFill>
                  <a:srgbClr val="57962F"/>
                </a:solidFill>
                <a:latin typeface="Pretendard"/>
                <a:ea typeface="Pretendard"/>
                <a:cs typeface="Pretendard"/>
              </a:defRPr>
            </a:lvl3pPr>
            <a:lvl4pPr algn="l">
              <a:defRPr sz="4200" b="1">
                <a:solidFill>
                  <a:srgbClr val="57962F"/>
                </a:solidFill>
                <a:latin typeface="Pretendard"/>
                <a:ea typeface="Pretendard"/>
                <a:cs typeface="Pretendard"/>
              </a:defRPr>
            </a:lvl4pPr>
            <a:lvl5pPr algn="l">
              <a:defRPr sz="4200" b="1">
                <a:solidFill>
                  <a:srgbClr val="57962F"/>
                </a:solidFill>
                <a:latin typeface="Pretendard"/>
                <a:ea typeface="Pretendard"/>
                <a:cs typeface="Pretendard"/>
              </a:defRPr>
            </a:lvl5pPr>
            <a:lvl6pPr algn="l">
              <a:defRPr sz="4200" b="1">
                <a:solidFill>
                  <a:srgbClr val="57962F"/>
                </a:solidFill>
                <a:latin typeface="Pretendard"/>
                <a:ea typeface="Pretendard"/>
                <a:cs typeface="Pretendard"/>
              </a:defRPr>
            </a:lvl6pPr>
            <a:lvl7pPr algn="l">
              <a:defRPr sz="4200" b="1">
                <a:solidFill>
                  <a:srgbClr val="57962F"/>
                </a:solidFill>
                <a:latin typeface="Pretendard"/>
                <a:ea typeface="Pretendard"/>
                <a:cs typeface="Pretendard"/>
              </a:defRPr>
            </a:lvl7pPr>
            <a:lvl8pPr algn="l">
              <a:defRPr sz="4200" b="1">
                <a:solidFill>
                  <a:srgbClr val="57962F"/>
                </a:solidFill>
                <a:latin typeface="Pretendard"/>
                <a:ea typeface="Pretendard"/>
                <a:cs typeface="Pretendard"/>
              </a:defRPr>
            </a:lvl8pPr>
            <a:lvl9pPr algn="l">
              <a:defRPr sz="4200" b="1">
                <a:solidFill>
                  <a:srgbClr val="57962F"/>
                </a:solidFill>
                <a:latin typeface="Pretendard"/>
                <a:ea typeface="Pretendard"/>
                <a:cs typeface="Pretendard"/>
              </a:defRPr>
            </a:lvl9pPr>
          </a:lstStyle>
          <a:p xmlns:a="http://schemas.openxmlformats.org/drawingml/2006/main">
            <a:pPr algn="l">
              <a:defRPr sz="4200" b="1">
                <a:solidFill>
                  <a:srgbClr val="57962F"/>
                </a:solidFill>
                <a:latin typeface="Pretendard"/>
                <a:ea typeface="Pretendard"/>
                <a:cs typeface="Pretendard"/>
              </a:defRPr>
            </a:pPr>
            <a:r>
              <a:t>= +44.0 kJ</a:t>
            </a:r>
          </a:p>
        </p:txBody>
      </p:sp>
      <p:sp>
        <p:nvSpPr>
          <p:cNvPr id="12" name="해석·결론">
            <a:extLst xmlns:a="http://schemas.openxmlformats.org/drawingml/2006/main">
              <a:ext uri="{FF2B5EF4-FFF2-40B4-BE49-F238E27FC236}">
                <a16:creationId xmlns:a16="http://schemas.microsoft.com/office/drawing/2014/main" id="{6A6C33F2-FE57-4C44-8CCC-DD6A2CA61A31}"/>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77342A6C-B8F8-4BE4-95A0-236A535054A6}"/>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기화는 열을 흡수하므로 </a:t>
            </a:r>
            <a:r>
              <a:t>Δ</a:t>
            </a:r>
            <a:r>
              <a:rPr i="1">
                <a:latin typeface="Pretendard"/>
                <a:ea typeface="Pretendard"/>
                <a:cs typeface="Pretendard"/>
              </a:rPr>
              <a:t>H</a:t>
            </a:r>
            <a:r>
              <a:t> &gt; 0</a:t>
            </a:r>
          </a:p>
        </p:txBody>
      </p:sp>
    </p:spTree>
    <p:extLst>
      <p:ext uri="{BB962C8B-B14F-4D97-AF65-F5344CB8AC3E}">
        <p14:creationId xmlns:p14="http://schemas.microsoft.com/office/powerpoint/2010/main" val="434111129"/>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30D2370D-0EE2-41C7-9057-65E2D91A428A}"/>
              </a:ext>
            </a:extLst>
          </p:cNvPr>
          <p:cNvPicPr>
            <a:picLocks xmlns:a="http://schemas.openxmlformats.org/drawingml/2006/main" noChangeAspect="1"/>
          </p:cNvPicPr>
          <p:nvPr/>
        </p:nvPicPr>
        <p:blipFill>
          <a:blip xmlns:r="http://schemas.openxmlformats.org/officeDocument/2006/relationships" xmlns:a="http://schemas.openxmlformats.org/drawingml/2006/main" r:embed="Ra5b4b772368844e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1BF1581-7C68-4A0A-9968-E29336392D4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3DA5AE9-3727-43A6-B174-FA8BDD57B21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838419E2-363A-4DD5-8CD5-E2937212793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1C3716E-A8BE-45A9-9F35-C85D2596DAC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F5EA26CD-C9E4-41E7-8FCF-D2E189ECED1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 엔탈피 계산의 확인점</a:t>
            </a:r>
          </a:p>
        </p:txBody>
      </p:sp>
      <p:graphicFrame>
        <p:nvGraphicFramePr>
          <p:cNvPr id="7" name="">
            <a:extLst xmlns:a="http://schemas.openxmlformats.org/drawingml/2006/main">
              <a:ext uri="{FF2B5EF4-FFF2-40B4-BE49-F238E27FC236}">
                <a16:creationId xmlns:a16="http://schemas.microsoft.com/office/drawing/2014/main" id="{E9039031-FA20-434C-8158-D851CE26F788}"/>
              </a:ext>
            </a:extLst>
          </p:cNvPr>
          <p:cNvGraphicFramePr/>
          <p:nvPr/>
        </p:nvGraphicFramePr>
        <p:xfrm>
          <a:off xmlns:a="http://schemas.openxmlformats.org/drawingml/2006/main" x="3476625" y="4286250"/>
          <a:ext xmlns:a="http://schemas.openxmlformats.org/drawingml/2006/main" cx="11334750" cy="3810000"/>
        </p:xfrm>
        <a:graphic xmlns:a="http://schemas.openxmlformats.org/drawingml/2006/main">
          <a:graphicData uri="http://schemas.openxmlformats.org/drawingml/2006/table">
            <a:tbl>
              <a:tblPr/>
              <a:tblGrid>
                <a:gridCol w="2857500"/>
                <a:gridCol w="8477250"/>
              </a:tblGrid>
              <a:tr h="952500">
                <a:tc>
                  <a:txBody>
                    <a:bodyPr wrap="none" lIns="114300" tIns="114300" rIns="114300" bIns="114300"/>
                    <a:lstStyle/>
                    <a:p>
                      <a:pPr algn="ctr"/>
                      <a:r>
                        <a:rPr sz="3000" b="1">
                          <a:solidFill>
                            <a:srgbClr val="FFFFFF"/>
                          </a:solidFill>
                          <a:latin typeface="Pretendard"/>
                          <a:ea typeface="Pretendard"/>
                          <a:cs typeface="Pretendard"/>
                        </a:rPr>
                        <a:t>확인 대상</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확인할 내용</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52500">
                <a:tc>
                  <a:txBody>
                    <a:bodyPr wrap="none" lIns="114300" tIns="114300" rIns="114300" bIns="114300"/>
                    <a:lstStyle/>
                    <a:p>
                      <a:pPr algn="ctr"/>
                      <a:r>
                        <a:rPr sz="3000" b="1">
                          <a:solidFill>
                            <a:srgbClr val="FFFFFF"/>
                          </a:solidFill>
                          <a:latin typeface="Pretendard"/>
                          <a:ea typeface="Pretendard"/>
                          <a:cs typeface="Pretendard"/>
                        </a:rPr>
                        <a:t>기준</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생성되는 물질 1 mol인가?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000" b="1">
                          <a:solidFill>
                            <a:srgbClr val="FFFFFF"/>
                          </a:solidFill>
                          <a:latin typeface="Pretendard"/>
                          <a:ea typeface="Pretendard"/>
                          <a:cs typeface="Pretendard"/>
                        </a:rPr>
                        <a:t>원소·상태</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기준 원소와 물질의 상태가 맞는가?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000" b="1">
                          <a:solidFill>
                            <a:srgbClr val="FFFFFF"/>
                          </a:solidFill>
                          <a:latin typeface="Pretendard"/>
                          <a:ea typeface="Pretendard"/>
                          <a:cs typeface="Pretendard"/>
                        </a:rPr>
                        <a:t>계수·단위</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계수를 곱하고 단위를 구분했는가?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56D39DE7-3F3A-469F-BE35-5DE07AB77ABE}"/>
              </a:ext>
            </a:extLst>
          </p:cNvPr>
          <p:cNvSpPr>
            <a:spLocks xmlns:a="http://schemas.openxmlformats.org/drawingml/2006/main" noGrp="1"/>
          </p:cNvSpPr>
          <p:nvPr/>
        </p:nvSpPr>
        <p:spPr>
          <a:xfrm xmlns:a="http://schemas.openxmlformats.org/drawingml/2006/main" rot="0">
            <a:off x="34766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9568CF11-F960-4C09-8B89-CB77EDBACB6F}"/>
              </a:ext>
            </a:extLst>
          </p:cNvPr>
          <p:cNvSpPr>
            <a:spLocks xmlns:a="http://schemas.openxmlformats.org/drawingml/2006/main" noGrp="1"/>
          </p:cNvSpPr>
          <p:nvPr/>
        </p:nvSpPr>
        <p:spPr>
          <a:xfrm xmlns:a="http://schemas.openxmlformats.org/drawingml/2006/main" rot="5400000">
            <a:off x="1462087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4890ABF1-7B49-4BBB-AF95-6645EE86D2F9}"/>
              </a:ext>
            </a:extLst>
          </p:cNvPr>
          <p:cNvSpPr>
            <a:spLocks xmlns:a="http://schemas.openxmlformats.org/drawingml/2006/main" noGrp="1"/>
          </p:cNvSpPr>
          <p:nvPr/>
        </p:nvSpPr>
        <p:spPr>
          <a:xfrm xmlns:a="http://schemas.openxmlformats.org/drawingml/2006/main" rot="10800000">
            <a:off x="1462087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A4A25419-FD0F-46BE-A7D8-5AF0D614A32D}"/>
              </a:ext>
            </a:extLst>
          </p:cNvPr>
          <p:cNvSpPr>
            <a:spLocks xmlns:a="http://schemas.openxmlformats.org/drawingml/2006/main" noGrp="1"/>
          </p:cNvSpPr>
          <p:nvPr/>
        </p:nvSpPr>
        <p:spPr>
          <a:xfrm xmlns:a="http://schemas.openxmlformats.org/drawingml/2006/main" rot="16200000">
            <a:off x="347662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1237435544"/>
      </p:ext>
    </p:extLst>
  </p:cSld>
</p:sld>
</file>

<file path=ppt/slides/slide3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8BA1954E-4063-436B-95B7-186071F2C1C2}"/>
              </a:ext>
            </a:extLst>
          </p:cNvPr>
          <p:cNvPicPr>
            <a:picLocks xmlns:a="http://schemas.openxmlformats.org/drawingml/2006/main" noChangeAspect="1"/>
          </p:cNvPicPr>
          <p:nvPr/>
        </p:nvPicPr>
        <p:blipFill>
          <a:blip xmlns:r="http://schemas.openxmlformats.org/officeDocument/2006/relationships" xmlns:a="http://schemas.openxmlformats.org/drawingml/2006/main" r:embed="R9389e0c5204e408b"/>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4B0E1802-AEFA-4117-8847-8C0EC810712A}"/>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7E8A0B80-4D6E-4586-92A8-FF3845D874FA}"/>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5557E8E9-517E-4DAE-A9B8-B0EF67745999}"/>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CC7C794A-DACE-400B-983C-0E510DB5D8F8}"/>
              </a:ext>
            </a:extLst>
          </p:cNvPr>
          <p:cNvPicPr>
            <a:picLocks xmlns:a="http://schemas.openxmlformats.org/drawingml/2006/main" noChangeAspect="1"/>
          </p:cNvPicPr>
          <p:nvPr/>
        </p:nvPicPr>
        <p:blipFill>
          <a:blip xmlns:r="http://schemas.openxmlformats.org/officeDocument/2006/relationships" xmlns:a="http://schemas.openxmlformats.org/drawingml/2006/main" r:embed="R80efb8e85ff7475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2DA61A0E-811D-44A9-A619-84F22F60927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27B76740-EB0D-4EC3-8A77-41095C364958}"/>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8" name="text">
            <a:extLst xmlns:a="http://schemas.openxmlformats.org/drawingml/2006/main">
              <a:ext uri="{FF2B5EF4-FFF2-40B4-BE49-F238E27FC236}">
                <a16:creationId xmlns:a16="http://schemas.microsoft.com/office/drawing/2014/main" id="{9449DD9A-C4DE-40BD-907F-59CBFADF672C}"/>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9" name="text">
            <a:extLst xmlns:a="http://schemas.openxmlformats.org/drawingml/2006/main">
              <a:ext uri="{FF2B5EF4-FFF2-40B4-BE49-F238E27FC236}">
                <a16:creationId xmlns:a16="http://schemas.microsoft.com/office/drawing/2014/main" id="{311AF771-8E20-48D6-A7F2-97C8CB3CD337}"/>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1623373921"/>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5C4F788E-0FB0-4769-B7F6-4DA0E58700C5}"/>
              </a:ext>
            </a:extLst>
          </p:cNvPr>
          <p:cNvPicPr>
            <a:picLocks xmlns:a="http://schemas.openxmlformats.org/drawingml/2006/main" noChangeAspect="1"/>
          </p:cNvPicPr>
          <p:nvPr/>
        </p:nvPicPr>
        <p:blipFill>
          <a:blip xmlns:r="http://schemas.openxmlformats.org/officeDocument/2006/relationships" xmlns:a="http://schemas.openxmlformats.org/drawingml/2006/main" r:embed="R73ec969c92ee4db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7A22928-AB8B-488B-8769-36CF0520F7A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E16588A-496D-483D-B0AC-BABA2205967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859EE9D4-853B-4609-BAB9-52C7629AA4F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E3FC7F7-6601-499A-B5DD-2A4B869C968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3825BA22-1526-4771-AB6E-1D7AEB50ED6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처음과 끝을 만드는 두 경로</a:t>
            </a:r>
          </a:p>
        </p:txBody>
      </p:sp>
      <p:pic>
        <p:nvPicPr>
          <p:cNvPr id="7" name="">
            <a:extLst xmlns:a="http://schemas.openxmlformats.org/drawingml/2006/main">
              <a:ext uri="{FF2B5EF4-FFF2-40B4-BE49-F238E27FC236}">
                <a16:creationId xmlns:a16="http://schemas.microsoft.com/office/drawing/2014/main" id="{CDFA52CF-C6A4-4A19-8390-CC4265362400}"/>
              </a:ext>
            </a:extLst>
          </p:cNvPr>
          <p:cNvPicPr>
            <a:picLocks xmlns:a="http://schemas.openxmlformats.org/drawingml/2006/main" noChangeAspect="1"/>
          </p:cNvPicPr>
          <p:nvPr/>
        </p:nvPicPr>
        <p:blipFill>
          <a:blip xmlns:r="http://schemas.openxmlformats.org/officeDocument/2006/relationships" xmlns:a="http://schemas.openxmlformats.org/drawingml/2006/main" r:embed="Rd4a2594ba10f40bc"/>
          <a:stretch xmlns:a="http://schemas.openxmlformats.org/drawingml/2006/main"/>
        </p:blipFill>
        <p:spPr>
          <a:xfrm xmlns:a="http://schemas.openxmlformats.org/drawingml/2006/main">
            <a:off x="2381250" y="4653545"/>
            <a:ext cx="4000500" cy="383741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DBCCB314-9C1F-4CD1-9910-F4CE933C5938}"/>
              </a:ext>
            </a:extLst>
          </p:cNvPr>
          <p:cNvSpPr>
            <a:spLocks xmlns:a="http://schemas.openxmlformats.org/drawingml/2006/main" noGrp="1"/>
          </p:cNvSpPr>
          <p:nvPr/>
        </p:nvSpPr>
        <p:spPr>
          <a:xfrm xmlns:a="http://schemas.openxmlformats.org/drawingml/2006/main">
            <a:off x="7524750" y="43053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Ⅰ: 용해 → 중화</a:t>
            </a:r>
          </a:p>
        </p:txBody>
      </p:sp>
      <p:pic>
        <p:nvPicPr>
          <p:cNvPr id="9" name="">
            <a:extLst xmlns:a="http://schemas.openxmlformats.org/drawingml/2006/main">
              <a:ext uri="{FF2B5EF4-FFF2-40B4-BE49-F238E27FC236}">
                <a16:creationId xmlns:a16="http://schemas.microsoft.com/office/drawing/2014/main" id="{DD441219-DC9C-4FB8-90FD-4779BD5F7656}"/>
              </a:ext>
            </a:extLst>
          </p:cNvPr>
          <p:cNvPicPr>
            <a:picLocks xmlns:a="http://schemas.openxmlformats.org/drawingml/2006/main" noChangeAspect="1"/>
          </p:cNvPicPr>
          <p:nvPr/>
        </p:nvPicPr>
        <p:blipFill>
          <a:blip xmlns:r="http://schemas.openxmlformats.org/officeDocument/2006/relationships" xmlns:a="http://schemas.openxmlformats.org/drawingml/2006/main" r:embed="R8e91f76daa5b498c"/>
          <a:stretch xmlns:a="http://schemas.openxmlformats.org/drawingml/2006/main"/>
        </p:blipFill>
        <p:spPr>
          <a:xfrm xmlns:a="http://schemas.openxmlformats.org/drawingml/2006/main">
            <a:off x="8686316" y="5095875"/>
            <a:ext cx="6916119" cy="66675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89B5FE70-B484-485A-9B2D-8853E93F6F8C}"/>
              </a:ext>
            </a:extLst>
          </p:cNvPr>
          <p:cNvPicPr>
            <a:picLocks xmlns:a="http://schemas.openxmlformats.org/drawingml/2006/main" noChangeAspect="1"/>
          </p:cNvPicPr>
          <p:nvPr/>
        </p:nvPicPr>
        <p:blipFill>
          <a:blip xmlns:r="http://schemas.openxmlformats.org/officeDocument/2006/relationships" xmlns:a="http://schemas.openxmlformats.org/drawingml/2006/main" r:embed="R1cf2f40c32a04e68"/>
          <a:stretch xmlns:a="http://schemas.openxmlformats.org/drawingml/2006/main"/>
        </p:blipFill>
        <p:spPr>
          <a:xfrm xmlns:a="http://schemas.openxmlformats.org/drawingml/2006/main">
            <a:off x="7524750" y="6093810"/>
            <a:ext cx="9239250" cy="55683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25747BBC-EC6E-49B7-89C6-D7241D6C43D1}"/>
              </a:ext>
            </a:extLst>
          </p:cNvPr>
          <p:cNvSpPr>
            <a:spLocks xmlns:a="http://schemas.openxmlformats.org/drawingml/2006/main" noGrp="1"/>
          </p:cNvSpPr>
          <p:nvPr/>
        </p:nvSpPr>
        <p:spPr>
          <a:xfrm xmlns:a="http://schemas.openxmlformats.org/drawingml/2006/main">
            <a:off x="7524750" y="71628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Ⅱ: 고체와 직접 반응</a:t>
            </a:r>
          </a:p>
        </p:txBody>
      </p:sp>
      <p:pic>
        <p:nvPicPr>
          <p:cNvPr id="12" name="">
            <a:extLst xmlns:a="http://schemas.openxmlformats.org/drawingml/2006/main">
              <a:ext uri="{FF2B5EF4-FFF2-40B4-BE49-F238E27FC236}">
                <a16:creationId xmlns:a16="http://schemas.microsoft.com/office/drawing/2014/main" id="{654E8BED-80F5-40AF-889F-D4EA24A6C8DD}"/>
              </a:ext>
            </a:extLst>
          </p:cNvPr>
          <p:cNvPicPr>
            <a:picLocks xmlns:a="http://schemas.openxmlformats.org/drawingml/2006/main" noChangeAspect="1"/>
          </p:cNvPicPr>
          <p:nvPr/>
        </p:nvPicPr>
        <p:blipFill>
          <a:blip xmlns:r="http://schemas.openxmlformats.org/officeDocument/2006/relationships" xmlns:a="http://schemas.openxmlformats.org/drawingml/2006/main" r:embed="R5c50b519565d43b4"/>
          <a:stretch xmlns:a="http://schemas.openxmlformats.org/drawingml/2006/main"/>
        </p:blipFill>
        <p:spPr>
          <a:xfrm xmlns:a="http://schemas.openxmlformats.org/drawingml/2006/main">
            <a:off x="7524750" y="8055960"/>
            <a:ext cx="9239250" cy="556830"/>
          </a:xfrm>
          <a:prstGeom xmlns:a="http://schemas.openxmlformats.org/drawingml/2006/main" prst="rect">
            <a:avLst/>
          </a:prstGeom>
        </p:spPr>
      </p:pic>
    </p:spTree>
    <p:extLst>
      <p:ext uri="{BB962C8B-B14F-4D97-AF65-F5344CB8AC3E}">
        <p14:creationId xmlns:p14="http://schemas.microsoft.com/office/powerpoint/2010/main" val="1101688528"/>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E04B3714-1295-49DF-975C-AE1CCEDF4F97}"/>
              </a:ext>
            </a:extLst>
          </p:cNvPr>
          <p:cNvPicPr>
            <a:picLocks xmlns:a="http://schemas.openxmlformats.org/drawingml/2006/main" noChangeAspect="1"/>
          </p:cNvPicPr>
          <p:nvPr/>
        </p:nvPicPr>
        <p:blipFill>
          <a:blip xmlns:r="http://schemas.openxmlformats.org/officeDocument/2006/relationships" xmlns:a="http://schemas.openxmlformats.org/drawingml/2006/main" r:embed="R1dde06c87d6348f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1A88936-7C22-4006-8C21-585F2F5A22B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07E9A3B-628D-4BF3-9CB4-72A3916C7C3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5180E608-0847-4F4C-92BE-52F3DB61E43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20D3856-BAB0-46B6-A516-E8346EE7296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29B8D0AD-308E-47C4-880F-4FB20011AF1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조건을 맞추자</a:t>
            </a:r>
          </a:p>
        </p:txBody>
      </p:sp>
      <p:sp>
        <p:nvSpPr>
          <p:cNvPr id="7" name="text">
            <a:extLst xmlns:a="http://schemas.openxmlformats.org/drawingml/2006/main">
              <a:ext uri="{FF2B5EF4-FFF2-40B4-BE49-F238E27FC236}">
                <a16:creationId xmlns:a16="http://schemas.microsoft.com/office/drawing/2014/main" id="{95EB5691-3531-4C07-A401-73C98BA7A2BF}"/>
              </a:ext>
            </a:extLst>
          </p:cNvPr>
          <p:cNvSpPr>
            <a:spLocks xmlns:a="http://schemas.openxmlformats.org/drawingml/2006/main" noGrp="1"/>
          </p:cNvSpPr>
          <p:nvPr/>
        </p:nvSpPr>
        <p:spPr>
          <a:xfrm xmlns:a="http://schemas.openxmlformats.org/drawingml/2006/main">
            <a:off x="1666875" y="3676650"/>
            <a:ext cx="1495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777777"/>
                </a:solidFill>
                <a:latin typeface="Pretendard"/>
                <a:ea typeface="Pretendard"/>
                <a:cs typeface="Pretendard"/>
              </a:defRPr>
            </a:defPPr>
            <a:lvl1pPr algn="ctr">
              <a:defRPr sz="2850" b="0">
                <a:solidFill>
                  <a:srgbClr val="777777"/>
                </a:solidFill>
                <a:latin typeface="Pretendard"/>
                <a:ea typeface="Pretendard"/>
                <a:cs typeface="Pretendard"/>
              </a:defRPr>
            </a:lvl1pPr>
            <a:lvl2pPr algn="ctr">
              <a:defRPr sz="2850" b="0">
                <a:solidFill>
                  <a:srgbClr val="777777"/>
                </a:solidFill>
                <a:latin typeface="Pretendard"/>
                <a:ea typeface="Pretendard"/>
                <a:cs typeface="Pretendard"/>
              </a:defRPr>
            </a:lvl2pPr>
            <a:lvl3pPr algn="ctr">
              <a:defRPr sz="2850" b="0">
                <a:solidFill>
                  <a:srgbClr val="777777"/>
                </a:solidFill>
                <a:latin typeface="Pretendard"/>
                <a:ea typeface="Pretendard"/>
                <a:cs typeface="Pretendard"/>
              </a:defRPr>
            </a:lvl3pPr>
            <a:lvl4pPr algn="ctr">
              <a:defRPr sz="2850" b="0">
                <a:solidFill>
                  <a:srgbClr val="777777"/>
                </a:solidFill>
                <a:latin typeface="Pretendard"/>
                <a:ea typeface="Pretendard"/>
                <a:cs typeface="Pretendard"/>
              </a:defRPr>
            </a:lvl4pPr>
            <a:lvl5pPr algn="ctr">
              <a:defRPr sz="2850" b="0">
                <a:solidFill>
                  <a:srgbClr val="777777"/>
                </a:solidFill>
                <a:latin typeface="Pretendard"/>
                <a:ea typeface="Pretendard"/>
                <a:cs typeface="Pretendard"/>
              </a:defRPr>
            </a:lvl5pPr>
            <a:lvl6pPr algn="ctr">
              <a:defRPr sz="2850" b="0">
                <a:solidFill>
                  <a:srgbClr val="777777"/>
                </a:solidFill>
                <a:latin typeface="Pretendard"/>
                <a:ea typeface="Pretendard"/>
                <a:cs typeface="Pretendard"/>
              </a:defRPr>
            </a:lvl6pPr>
            <a:lvl7pPr algn="ctr">
              <a:defRPr sz="2850" b="0">
                <a:solidFill>
                  <a:srgbClr val="777777"/>
                </a:solidFill>
                <a:latin typeface="Pretendard"/>
                <a:ea typeface="Pretendard"/>
                <a:cs typeface="Pretendard"/>
              </a:defRPr>
            </a:lvl7pPr>
            <a:lvl8pPr algn="ctr">
              <a:defRPr sz="2850" b="0">
                <a:solidFill>
                  <a:srgbClr val="777777"/>
                </a:solidFill>
                <a:latin typeface="Pretendard"/>
                <a:ea typeface="Pretendard"/>
                <a:cs typeface="Pretendard"/>
              </a:defRPr>
            </a:lvl8pPr>
            <a:lvl9pPr algn="ctr">
              <a:defRPr sz="2850" b="0">
                <a:solidFill>
                  <a:srgbClr val="777777"/>
                </a:solidFill>
                <a:latin typeface="Pretendard"/>
                <a:ea typeface="Pretendard"/>
                <a:cs typeface="Pretendard"/>
              </a:defRPr>
            </a:lvl9pPr>
          </a:lstStyle>
          <a:p xmlns:a="http://schemas.openxmlformats.org/drawingml/2006/main">
            <a:pPr algn="ctr">
              <a:defRPr sz="2850" b="0">
                <a:solidFill>
                  <a:srgbClr val="777777"/>
                </a:solidFill>
                <a:latin typeface="Pretendard"/>
                <a:ea typeface="Pretendard"/>
                <a:cs typeface="Pretendard"/>
              </a:defRPr>
            </a:pPr>
            <a:r>
              <a:rPr sz="2850" b="0">
                <a:solidFill>
                  <a:srgbClr val="777777"/>
                </a:solidFill>
                <a:latin typeface="Pretendard"/>
                <a:ea typeface="Pretendard"/>
                <a:cs typeface="Pretendard"/>
              </a:rPr>
              <a:t>NaOH 8.0 g = 0.200 mol, HCl 1.0 M × 0.200 L = 0.200 mol</a:t>
            </a:r>
          </a:p>
        </p:txBody>
      </p:sp>
      <p:pic>
        <p:nvPicPr>
          <p:cNvPr id="8" name="">
            <a:extLst xmlns:a="http://schemas.openxmlformats.org/drawingml/2006/main">
              <a:ext uri="{FF2B5EF4-FFF2-40B4-BE49-F238E27FC236}">
                <a16:creationId xmlns:a16="http://schemas.microsoft.com/office/drawing/2014/main" id="{F41E5A43-DCD2-4CFB-92F7-092F43977BFA}"/>
              </a:ext>
            </a:extLst>
          </p:cNvPr>
          <p:cNvPicPr>
            <a:picLocks xmlns:a="http://schemas.openxmlformats.org/drawingml/2006/main" noChangeAspect="1"/>
          </p:cNvPicPr>
          <p:nvPr/>
        </p:nvPicPr>
        <p:blipFill>
          <a:blip xmlns:r="http://schemas.openxmlformats.org/officeDocument/2006/relationships" xmlns:a="http://schemas.openxmlformats.org/drawingml/2006/main" r:embed="R45ea7fc4669846b6"/>
          <a:stretch xmlns:a="http://schemas.openxmlformats.org/drawingml/2006/main"/>
        </p:blipFill>
        <p:spPr>
          <a:xfrm xmlns:a="http://schemas.openxmlformats.org/drawingml/2006/main">
            <a:off x="1828800" y="4771334"/>
            <a:ext cx="9286875" cy="303033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55081B21-41D8-4B79-8C9B-6D20BBBB4F02}"/>
              </a:ext>
            </a:extLst>
          </p:cNvPr>
          <p:cNvPicPr>
            <a:picLocks xmlns:a="http://schemas.openxmlformats.org/drawingml/2006/main" noChangeAspect="1"/>
          </p:cNvPicPr>
          <p:nvPr/>
        </p:nvPicPr>
        <p:blipFill>
          <a:blip xmlns:r="http://schemas.openxmlformats.org/officeDocument/2006/relationships" xmlns:a="http://schemas.openxmlformats.org/drawingml/2006/main" r:embed="Rb223056e692e4717"/>
          <a:stretch xmlns:a="http://schemas.openxmlformats.org/drawingml/2006/main"/>
        </p:blipFill>
        <p:spPr>
          <a:xfrm xmlns:a="http://schemas.openxmlformats.org/drawingml/2006/main">
            <a:off x="11525250" y="4779104"/>
            <a:ext cx="4619625" cy="3014792"/>
          </a:xfrm>
          <a:prstGeom xmlns:a="http://schemas.openxmlformats.org/drawingml/2006/main" prst="rect">
            <a:avLst/>
          </a:prstGeom>
        </p:spPr>
      </p:pic>
      <p:sp>
        <p:nvSpPr>
          <p:cNvPr id="10" name="용해·냉각·중화 캡션">
            <a:extLst xmlns:a="http://schemas.openxmlformats.org/drawingml/2006/main">
              <a:ext uri="{FF2B5EF4-FFF2-40B4-BE49-F238E27FC236}">
                <a16:creationId xmlns:a16="http://schemas.microsoft.com/office/drawing/2014/main" id="{3501F4DD-8195-4E3B-A656-6BE521E5AA7B}"/>
              </a:ext>
            </a:extLst>
          </p:cNvPr>
          <p:cNvSpPr>
            <a:spLocks xmlns:a="http://schemas.openxmlformats.org/drawingml/2006/main" noGrp="1"/>
          </p:cNvSpPr>
          <p:nvPr/>
        </p:nvSpPr>
        <p:spPr>
          <a:xfrm xmlns:a="http://schemas.openxmlformats.org/drawingml/2006/main">
            <a:off x="1828800" y="7991475"/>
            <a:ext cx="928687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C27833A5-9963-4A23-BC9E-DB1A5EC188E7}"/>
              </a:ext>
            </a:extLst>
          </p:cNvPr>
          <p:cNvSpPr>
            <a:spLocks xmlns:a="http://schemas.openxmlformats.org/drawingml/2006/main" noGrp="1"/>
          </p:cNvSpPr>
          <p:nvPr/>
        </p:nvSpPr>
        <p:spPr>
          <a:xfrm xmlns:a="http://schemas.openxmlformats.org/drawingml/2006/main">
            <a:off x="2124075" y="8134350"/>
            <a:ext cx="8696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 후 처음 온도로 식힌 뒤 중화</a:t>
            </a:r>
          </a:p>
        </p:txBody>
      </p:sp>
      <p:sp>
        <p:nvSpPr>
          <p:cNvPr id="12" name="조건 확인 캡션">
            <a:extLst xmlns:a="http://schemas.openxmlformats.org/drawingml/2006/main">
              <a:ext uri="{FF2B5EF4-FFF2-40B4-BE49-F238E27FC236}">
                <a16:creationId xmlns:a16="http://schemas.microsoft.com/office/drawing/2014/main" id="{5C92DE58-A4A9-47FB-918D-A3EC5D2FAEB2}"/>
              </a:ext>
            </a:extLst>
          </p:cNvPr>
          <p:cNvSpPr>
            <a:spLocks xmlns:a="http://schemas.openxmlformats.org/drawingml/2006/main" noGrp="1"/>
          </p:cNvSpPr>
          <p:nvPr/>
        </p:nvSpPr>
        <p:spPr>
          <a:xfrm xmlns:a="http://schemas.openxmlformats.org/drawingml/2006/main">
            <a:off x="11525250" y="7991475"/>
            <a:ext cx="461962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0F80DAF0-F9E4-46D5-A66C-E3AA68DD1BBE}"/>
              </a:ext>
            </a:extLst>
          </p:cNvPr>
          <p:cNvSpPr>
            <a:spLocks xmlns:a="http://schemas.openxmlformats.org/drawingml/2006/main" noGrp="1"/>
          </p:cNvSpPr>
          <p:nvPr/>
        </p:nvSpPr>
        <p:spPr>
          <a:xfrm xmlns:a="http://schemas.openxmlformats.org/drawingml/2006/main">
            <a:off x="11715750" y="813435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처음 온도·전체 양 확인</a:t>
            </a:r>
          </a:p>
        </p:txBody>
      </p:sp>
    </p:spTree>
    <p:extLst>
      <p:ext uri="{BB962C8B-B14F-4D97-AF65-F5344CB8AC3E}">
        <p14:creationId xmlns:p14="http://schemas.microsoft.com/office/powerpoint/2010/main" val="1034640953"/>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867C2083-A4FA-431F-B0B1-72D70ECF107E}"/>
              </a:ext>
            </a:extLst>
          </p:cNvPr>
          <p:cNvPicPr>
            <a:picLocks xmlns:a="http://schemas.openxmlformats.org/drawingml/2006/main" noChangeAspect="1"/>
          </p:cNvPicPr>
          <p:nvPr/>
        </p:nvPicPr>
        <p:blipFill>
          <a:blip xmlns:r="http://schemas.openxmlformats.org/officeDocument/2006/relationships" xmlns:a="http://schemas.openxmlformats.org/drawingml/2006/main" r:embed="Rdafffc62db4b446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7F51C4B-8EC1-4B50-BF33-A4F24603DA1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93923AD-11FD-4470-8899-996C2310F5F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80A87C94-F9CB-460E-9D9E-D8C83EB31D9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1A9008B-6994-41B1-8231-B7460176016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4A906178-2FF1-4A17-AFAC-B3F4BFFB67C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용액이 얻은 열에서 반응열로</a:t>
            </a:r>
          </a:p>
        </p:txBody>
      </p:sp>
      <p:sp>
        <p:nvSpPr>
          <p:cNvPr id="7" name="rich">
            <a:extLst xmlns:a="http://schemas.openxmlformats.org/drawingml/2006/main">
              <a:ext uri="{FF2B5EF4-FFF2-40B4-BE49-F238E27FC236}">
                <a16:creationId xmlns:a16="http://schemas.microsoft.com/office/drawing/2014/main" id="{7A55D6A8-DD04-44A3-A4C2-24DB543111CD}"/>
              </a:ext>
            </a:extLst>
          </p:cNvPr>
          <p:cNvSpPr>
            <a:spLocks xmlns:a="http://schemas.openxmlformats.org/drawingml/2006/main" noGrp="1"/>
          </p:cNvSpPr>
          <p:nvPr/>
        </p:nvSpPr>
        <p:spPr>
          <a:xfrm xmlns:a="http://schemas.openxmlformats.org/drawingml/2006/main">
            <a:off x="3781425" y="3933825"/>
            <a:ext cx="1076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57962F"/>
                </a:solidFill>
                <a:latin typeface="Pretendard"/>
                <a:ea typeface="Pretendard"/>
                <a:cs typeface="Pretendard"/>
              </a:defRPr>
            </a:defPPr>
            <a:lvl1pPr algn="l">
              <a:defRPr sz="5730" b="1">
                <a:solidFill>
                  <a:srgbClr val="57962F"/>
                </a:solidFill>
                <a:latin typeface="Pretendard"/>
                <a:ea typeface="Pretendard"/>
                <a:cs typeface="Pretendard"/>
              </a:defRPr>
            </a:lvl1pPr>
            <a:lvl2pPr algn="l">
              <a:defRPr sz="5730" b="1">
                <a:solidFill>
                  <a:srgbClr val="57962F"/>
                </a:solidFill>
                <a:latin typeface="Pretendard"/>
                <a:ea typeface="Pretendard"/>
                <a:cs typeface="Pretendard"/>
              </a:defRPr>
            </a:lvl2pPr>
            <a:lvl3pPr algn="l">
              <a:defRPr sz="5730" b="1">
                <a:solidFill>
                  <a:srgbClr val="57962F"/>
                </a:solidFill>
                <a:latin typeface="Pretendard"/>
                <a:ea typeface="Pretendard"/>
                <a:cs typeface="Pretendard"/>
              </a:defRPr>
            </a:lvl3pPr>
            <a:lvl4pPr algn="l">
              <a:defRPr sz="5730" b="1">
                <a:solidFill>
                  <a:srgbClr val="57962F"/>
                </a:solidFill>
                <a:latin typeface="Pretendard"/>
                <a:ea typeface="Pretendard"/>
                <a:cs typeface="Pretendard"/>
              </a:defRPr>
            </a:lvl4pPr>
            <a:lvl5pPr algn="l">
              <a:defRPr sz="5730" b="1">
                <a:solidFill>
                  <a:srgbClr val="57962F"/>
                </a:solidFill>
                <a:latin typeface="Pretendard"/>
                <a:ea typeface="Pretendard"/>
                <a:cs typeface="Pretendard"/>
              </a:defRPr>
            </a:lvl5pPr>
            <a:lvl6pPr algn="l">
              <a:defRPr sz="5730" b="1">
                <a:solidFill>
                  <a:srgbClr val="57962F"/>
                </a:solidFill>
                <a:latin typeface="Pretendard"/>
                <a:ea typeface="Pretendard"/>
                <a:cs typeface="Pretendard"/>
              </a:defRPr>
            </a:lvl6pPr>
            <a:lvl7pPr algn="l">
              <a:defRPr sz="5730" b="1">
                <a:solidFill>
                  <a:srgbClr val="57962F"/>
                </a:solidFill>
                <a:latin typeface="Pretendard"/>
                <a:ea typeface="Pretendard"/>
                <a:cs typeface="Pretendard"/>
              </a:defRPr>
            </a:lvl7pPr>
            <a:lvl8pPr algn="l">
              <a:defRPr sz="5730" b="1">
                <a:solidFill>
                  <a:srgbClr val="57962F"/>
                </a:solidFill>
                <a:latin typeface="Pretendard"/>
                <a:ea typeface="Pretendard"/>
                <a:cs typeface="Pretendard"/>
              </a:defRPr>
            </a:lvl8pPr>
            <a:lvl9pPr algn="l">
              <a:defRPr sz="5730" b="1">
                <a:solidFill>
                  <a:srgbClr val="57962F"/>
                </a:solidFill>
                <a:latin typeface="Pretendard"/>
                <a:ea typeface="Pretendard"/>
                <a:cs typeface="Pretendard"/>
              </a:defRPr>
            </a:lvl9pPr>
          </a:lstStyle>
          <a:p xmlns:a="http://schemas.openxmlformats.org/drawingml/2006/main">
            <a:pPr algn="l">
              <a:defRPr sz="5730" b="1">
                <a:solidFill>
                  <a:srgbClr val="57962F"/>
                </a:solidFill>
                <a:latin typeface="Pretendard"/>
                <a:ea typeface="Pretendard"/>
                <a:cs typeface="Pretendard"/>
              </a:defRPr>
            </a:pPr>
            <a:r>
              <a:t>Q용액 = c × m × Δt</a:t>
            </a:r>
          </a:p>
        </p:txBody>
      </p:sp>
      <p:sp>
        <p:nvSpPr>
          <p:cNvPr id="8" name="R04-33 기호 표제">
            <a:extLst xmlns:a="http://schemas.openxmlformats.org/drawingml/2006/main">
              <a:ext uri="{FF2B5EF4-FFF2-40B4-BE49-F238E27FC236}">
                <a16:creationId xmlns:a16="http://schemas.microsoft.com/office/drawing/2014/main" id="{997BB2D2-799D-4B40-8BD8-509BDE11EDC5}"/>
              </a:ext>
            </a:extLst>
          </p:cNvPr>
          <p:cNvSpPr>
            <a:spLocks xmlns:a="http://schemas.openxmlformats.org/drawingml/2006/main" noGrp="1"/>
          </p:cNvSpPr>
          <p:nvPr/>
        </p:nvSpPr>
        <p:spPr>
          <a:xfrm xmlns:a="http://schemas.openxmlformats.org/drawingml/2006/main">
            <a:off x="3781425" y="5410200"/>
            <a:ext cx="1381125" cy="819150"/>
          </a:xfrm>
          <a:prstGeom xmlns:a="http://schemas.openxmlformats.org/drawingml/2006/main" prst="roundRect">
            <a:avLst>
              <a:gd name="adj" fmla="val 16279"/>
            </a:avLst>
          </a:prstGeom>
          <a:solidFill xmlns:a="http://schemas.openxmlformats.org/drawingml/2006/main">
            <a:srgbClr val="30303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BCF9F935-45E3-4513-80C0-E02B98893414}"/>
              </a:ext>
            </a:extLst>
          </p:cNvPr>
          <p:cNvSpPr>
            <a:spLocks xmlns:a="http://schemas.openxmlformats.org/drawingml/2006/main" noGrp="1"/>
          </p:cNvSpPr>
          <p:nvPr/>
        </p:nvSpPr>
        <p:spPr>
          <a:xfrm xmlns:a="http://schemas.openxmlformats.org/drawingml/2006/main">
            <a:off x="3924300" y="5495925"/>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9FFF68"/>
                </a:solidFill>
                <a:latin typeface="Pretendard"/>
                <a:ea typeface="Pretendard"/>
                <a:cs typeface="Pretendard"/>
              </a:defRPr>
            </a:defPPr>
            <a:lvl1pPr algn="ctr">
              <a:defRPr sz="3450" b="1">
                <a:solidFill>
                  <a:srgbClr val="9FFF68"/>
                </a:solidFill>
                <a:latin typeface="Pretendard"/>
                <a:ea typeface="Pretendard"/>
                <a:cs typeface="Pretendard"/>
              </a:defRPr>
            </a:lvl1pPr>
            <a:lvl2pPr algn="ctr">
              <a:defRPr sz="3450" b="1">
                <a:solidFill>
                  <a:srgbClr val="9FFF68"/>
                </a:solidFill>
                <a:latin typeface="Pretendard"/>
                <a:ea typeface="Pretendard"/>
                <a:cs typeface="Pretendard"/>
              </a:defRPr>
            </a:lvl2pPr>
            <a:lvl3pPr algn="ctr">
              <a:defRPr sz="3450" b="1">
                <a:solidFill>
                  <a:srgbClr val="9FFF68"/>
                </a:solidFill>
                <a:latin typeface="Pretendard"/>
                <a:ea typeface="Pretendard"/>
                <a:cs typeface="Pretendard"/>
              </a:defRPr>
            </a:lvl3pPr>
            <a:lvl4pPr algn="ctr">
              <a:defRPr sz="3450" b="1">
                <a:solidFill>
                  <a:srgbClr val="9FFF68"/>
                </a:solidFill>
                <a:latin typeface="Pretendard"/>
                <a:ea typeface="Pretendard"/>
                <a:cs typeface="Pretendard"/>
              </a:defRPr>
            </a:lvl4pPr>
            <a:lvl5pPr algn="ctr">
              <a:defRPr sz="3450" b="1">
                <a:solidFill>
                  <a:srgbClr val="9FFF68"/>
                </a:solidFill>
                <a:latin typeface="Pretendard"/>
                <a:ea typeface="Pretendard"/>
                <a:cs typeface="Pretendard"/>
              </a:defRPr>
            </a:lvl5pPr>
            <a:lvl6pPr algn="ctr">
              <a:defRPr sz="3450" b="1">
                <a:solidFill>
                  <a:srgbClr val="9FFF68"/>
                </a:solidFill>
                <a:latin typeface="Pretendard"/>
                <a:ea typeface="Pretendard"/>
                <a:cs typeface="Pretendard"/>
              </a:defRPr>
            </a:lvl6pPr>
            <a:lvl7pPr algn="ctr">
              <a:defRPr sz="3450" b="1">
                <a:solidFill>
                  <a:srgbClr val="9FFF68"/>
                </a:solidFill>
                <a:latin typeface="Pretendard"/>
                <a:ea typeface="Pretendard"/>
                <a:cs typeface="Pretendard"/>
              </a:defRPr>
            </a:lvl7pPr>
            <a:lvl8pPr algn="ctr">
              <a:defRPr sz="3450" b="1">
                <a:solidFill>
                  <a:srgbClr val="9FFF68"/>
                </a:solidFill>
                <a:latin typeface="Pretendard"/>
                <a:ea typeface="Pretendard"/>
                <a:cs typeface="Pretendard"/>
              </a:defRPr>
            </a:lvl8pPr>
            <a:lvl9pPr algn="ctr">
              <a:defRPr sz="3450" b="1">
                <a:solidFill>
                  <a:srgbClr val="9FFF68"/>
                </a:solidFill>
                <a:latin typeface="Pretendard"/>
                <a:ea typeface="Pretendard"/>
                <a:cs typeface="Pretendard"/>
              </a:defRPr>
            </a:lvl9pPr>
          </a:lstStyle>
          <a:p xmlns:a="http://schemas.openxmlformats.org/drawingml/2006/main">
            <a:pPr algn="ctr">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c</a:t>
            </a:r>
          </a:p>
        </p:txBody>
      </p:sp>
      <p:sp>
        <p:nvSpPr>
          <p:cNvPr id="10" name="R04-33 기호 설명">
            <a:extLst xmlns:a="http://schemas.openxmlformats.org/drawingml/2006/main">
              <a:ext uri="{FF2B5EF4-FFF2-40B4-BE49-F238E27FC236}">
                <a16:creationId xmlns:a16="http://schemas.microsoft.com/office/drawing/2014/main" id="{3ACA7EDC-99DE-4338-8246-C5404DF0D286}"/>
              </a:ext>
            </a:extLst>
          </p:cNvPr>
          <p:cNvSpPr>
            <a:spLocks xmlns:a="http://schemas.openxmlformats.org/drawingml/2006/main" noGrp="1"/>
          </p:cNvSpPr>
          <p:nvPr/>
        </p:nvSpPr>
        <p:spPr>
          <a:xfrm xmlns:a="http://schemas.openxmlformats.org/drawingml/2006/main">
            <a:off x="5314950" y="5410200"/>
            <a:ext cx="9191625" cy="819150"/>
          </a:xfrm>
          <a:prstGeom xmlns:a="http://schemas.openxmlformats.org/drawingml/2006/main" prst="roundRect">
            <a:avLst>
              <a:gd name="adj" fmla="val 16279"/>
            </a:avLst>
          </a:prstGeom>
          <a:solidFill xmlns:a="http://schemas.openxmlformats.org/drawingml/2006/main">
            <a:srgbClr val="F5F5F5"/>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12C4E9F0-B3C9-471C-BD26-EC8107F28A60}"/>
              </a:ext>
            </a:extLst>
          </p:cNvPr>
          <p:cNvSpPr>
            <a:spLocks xmlns:a="http://schemas.openxmlformats.org/drawingml/2006/main" noGrp="1"/>
          </p:cNvSpPr>
          <p:nvPr/>
        </p:nvSpPr>
        <p:spPr>
          <a:xfrm xmlns:a="http://schemas.openxmlformats.org/drawingml/2006/main">
            <a:off x="5638800" y="549592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용액의 비열</a:t>
            </a:r>
          </a:p>
        </p:txBody>
      </p:sp>
      <p:sp>
        <p:nvSpPr>
          <p:cNvPr id="12" name="R04-33 기호 표제">
            <a:extLst xmlns:a="http://schemas.openxmlformats.org/drawingml/2006/main">
              <a:ext uri="{FF2B5EF4-FFF2-40B4-BE49-F238E27FC236}">
                <a16:creationId xmlns:a16="http://schemas.microsoft.com/office/drawing/2014/main" id="{2AC22B0A-F13B-4C06-BDD9-E533617AAECB}"/>
              </a:ext>
            </a:extLst>
          </p:cNvPr>
          <p:cNvSpPr>
            <a:spLocks xmlns:a="http://schemas.openxmlformats.org/drawingml/2006/main" noGrp="1"/>
          </p:cNvSpPr>
          <p:nvPr/>
        </p:nvSpPr>
        <p:spPr>
          <a:xfrm xmlns:a="http://schemas.openxmlformats.org/drawingml/2006/main">
            <a:off x="3781425" y="6381750"/>
            <a:ext cx="1381125" cy="819150"/>
          </a:xfrm>
          <a:prstGeom xmlns:a="http://schemas.openxmlformats.org/drawingml/2006/main" prst="roundRect">
            <a:avLst>
              <a:gd name="adj" fmla="val 16279"/>
            </a:avLst>
          </a:prstGeom>
          <a:solidFill xmlns:a="http://schemas.openxmlformats.org/drawingml/2006/main">
            <a:srgbClr val="30303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6E338984-07E8-47F2-B0AF-A656A74BD05E}"/>
              </a:ext>
            </a:extLst>
          </p:cNvPr>
          <p:cNvSpPr>
            <a:spLocks xmlns:a="http://schemas.openxmlformats.org/drawingml/2006/main" noGrp="1"/>
          </p:cNvSpPr>
          <p:nvPr/>
        </p:nvSpPr>
        <p:spPr>
          <a:xfrm xmlns:a="http://schemas.openxmlformats.org/drawingml/2006/main">
            <a:off x="3924300" y="6467475"/>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9FFF68"/>
                </a:solidFill>
                <a:latin typeface="Pretendard"/>
                <a:ea typeface="Pretendard"/>
                <a:cs typeface="Pretendard"/>
              </a:defRPr>
            </a:defPPr>
            <a:lvl1pPr algn="ctr">
              <a:defRPr sz="3450" b="1">
                <a:solidFill>
                  <a:srgbClr val="9FFF68"/>
                </a:solidFill>
                <a:latin typeface="Pretendard"/>
                <a:ea typeface="Pretendard"/>
                <a:cs typeface="Pretendard"/>
              </a:defRPr>
            </a:lvl1pPr>
            <a:lvl2pPr algn="ctr">
              <a:defRPr sz="3450" b="1">
                <a:solidFill>
                  <a:srgbClr val="9FFF68"/>
                </a:solidFill>
                <a:latin typeface="Pretendard"/>
                <a:ea typeface="Pretendard"/>
                <a:cs typeface="Pretendard"/>
              </a:defRPr>
            </a:lvl2pPr>
            <a:lvl3pPr algn="ctr">
              <a:defRPr sz="3450" b="1">
                <a:solidFill>
                  <a:srgbClr val="9FFF68"/>
                </a:solidFill>
                <a:latin typeface="Pretendard"/>
                <a:ea typeface="Pretendard"/>
                <a:cs typeface="Pretendard"/>
              </a:defRPr>
            </a:lvl3pPr>
            <a:lvl4pPr algn="ctr">
              <a:defRPr sz="3450" b="1">
                <a:solidFill>
                  <a:srgbClr val="9FFF68"/>
                </a:solidFill>
                <a:latin typeface="Pretendard"/>
                <a:ea typeface="Pretendard"/>
                <a:cs typeface="Pretendard"/>
              </a:defRPr>
            </a:lvl4pPr>
            <a:lvl5pPr algn="ctr">
              <a:defRPr sz="3450" b="1">
                <a:solidFill>
                  <a:srgbClr val="9FFF68"/>
                </a:solidFill>
                <a:latin typeface="Pretendard"/>
                <a:ea typeface="Pretendard"/>
                <a:cs typeface="Pretendard"/>
              </a:defRPr>
            </a:lvl5pPr>
            <a:lvl6pPr algn="ctr">
              <a:defRPr sz="3450" b="1">
                <a:solidFill>
                  <a:srgbClr val="9FFF68"/>
                </a:solidFill>
                <a:latin typeface="Pretendard"/>
                <a:ea typeface="Pretendard"/>
                <a:cs typeface="Pretendard"/>
              </a:defRPr>
            </a:lvl6pPr>
            <a:lvl7pPr algn="ctr">
              <a:defRPr sz="3450" b="1">
                <a:solidFill>
                  <a:srgbClr val="9FFF68"/>
                </a:solidFill>
                <a:latin typeface="Pretendard"/>
                <a:ea typeface="Pretendard"/>
                <a:cs typeface="Pretendard"/>
              </a:defRPr>
            </a:lvl7pPr>
            <a:lvl8pPr algn="ctr">
              <a:defRPr sz="3450" b="1">
                <a:solidFill>
                  <a:srgbClr val="9FFF68"/>
                </a:solidFill>
                <a:latin typeface="Pretendard"/>
                <a:ea typeface="Pretendard"/>
                <a:cs typeface="Pretendard"/>
              </a:defRPr>
            </a:lvl8pPr>
            <a:lvl9pPr algn="ctr">
              <a:defRPr sz="3450" b="1">
                <a:solidFill>
                  <a:srgbClr val="9FFF68"/>
                </a:solidFill>
                <a:latin typeface="Pretendard"/>
                <a:ea typeface="Pretendard"/>
                <a:cs typeface="Pretendard"/>
              </a:defRPr>
            </a:lvl9pPr>
          </a:lstStyle>
          <a:p xmlns:a="http://schemas.openxmlformats.org/drawingml/2006/main">
            <a:pPr algn="ctr">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m</a:t>
            </a:r>
          </a:p>
        </p:txBody>
      </p:sp>
      <p:sp>
        <p:nvSpPr>
          <p:cNvPr id="14" name="R04-33 기호 설명">
            <a:extLst xmlns:a="http://schemas.openxmlformats.org/drawingml/2006/main">
              <a:ext uri="{FF2B5EF4-FFF2-40B4-BE49-F238E27FC236}">
                <a16:creationId xmlns:a16="http://schemas.microsoft.com/office/drawing/2014/main" id="{229E47EC-CF99-4043-A1FA-33CEA593D937}"/>
              </a:ext>
            </a:extLst>
          </p:cNvPr>
          <p:cNvSpPr>
            <a:spLocks xmlns:a="http://schemas.openxmlformats.org/drawingml/2006/main" noGrp="1"/>
          </p:cNvSpPr>
          <p:nvPr/>
        </p:nvSpPr>
        <p:spPr>
          <a:xfrm xmlns:a="http://schemas.openxmlformats.org/drawingml/2006/main">
            <a:off x="5314950" y="6381750"/>
            <a:ext cx="9191625" cy="819150"/>
          </a:xfrm>
          <a:prstGeom xmlns:a="http://schemas.openxmlformats.org/drawingml/2006/main" prst="roundRect">
            <a:avLst>
              <a:gd name="adj" fmla="val 16279"/>
            </a:avLst>
          </a:prstGeom>
          <a:solidFill xmlns:a="http://schemas.openxmlformats.org/drawingml/2006/main">
            <a:srgbClr val="F5F5F5"/>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12665B43-B689-4544-A067-DEEB694C173B}"/>
              </a:ext>
            </a:extLst>
          </p:cNvPr>
          <p:cNvSpPr>
            <a:spLocks xmlns:a="http://schemas.openxmlformats.org/drawingml/2006/main" noGrp="1"/>
          </p:cNvSpPr>
          <p:nvPr/>
        </p:nvSpPr>
        <p:spPr>
          <a:xfrm xmlns:a="http://schemas.openxmlformats.org/drawingml/2006/main">
            <a:off x="5638800" y="646747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용액 전체의 질량</a:t>
            </a:r>
          </a:p>
        </p:txBody>
      </p:sp>
      <p:sp>
        <p:nvSpPr>
          <p:cNvPr id="16" name="R04-33 기호 표제">
            <a:extLst xmlns:a="http://schemas.openxmlformats.org/drawingml/2006/main">
              <a:ext uri="{FF2B5EF4-FFF2-40B4-BE49-F238E27FC236}">
                <a16:creationId xmlns:a16="http://schemas.microsoft.com/office/drawing/2014/main" id="{6DD40F2B-27DC-45AF-B662-D6FAE797BF26}"/>
              </a:ext>
            </a:extLst>
          </p:cNvPr>
          <p:cNvSpPr>
            <a:spLocks xmlns:a="http://schemas.openxmlformats.org/drawingml/2006/main" noGrp="1"/>
          </p:cNvSpPr>
          <p:nvPr/>
        </p:nvSpPr>
        <p:spPr>
          <a:xfrm xmlns:a="http://schemas.openxmlformats.org/drawingml/2006/main">
            <a:off x="3781425" y="7353300"/>
            <a:ext cx="1381125" cy="819150"/>
          </a:xfrm>
          <a:prstGeom xmlns:a="http://schemas.openxmlformats.org/drawingml/2006/main" prst="roundRect">
            <a:avLst>
              <a:gd name="adj" fmla="val 16279"/>
            </a:avLst>
          </a:prstGeom>
          <a:solidFill xmlns:a="http://schemas.openxmlformats.org/drawingml/2006/main">
            <a:srgbClr val="303030"/>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8738AA37-F6FC-46B7-89C4-27A576848CAA}"/>
              </a:ext>
            </a:extLst>
          </p:cNvPr>
          <p:cNvSpPr>
            <a:spLocks xmlns:a="http://schemas.openxmlformats.org/drawingml/2006/main" noGrp="1"/>
          </p:cNvSpPr>
          <p:nvPr/>
        </p:nvSpPr>
        <p:spPr>
          <a:xfrm xmlns:a="http://schemas.openxmlformats.org/drawingml/2006/main">
            <a:off x="3924300" y="7439025"/>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9FFF68"/>
                </a:solidFill>
                <a:latin typeface="Pretendard"/>
                <a:ea typeface="Pretendard"/>
                <a:cs typeface="Pretendard"/>
              </a:defRPr>
            </a:defPPr>
            <a:lvl1pPr algn="ctr">
              <a:defRPr sz="3450" b="1">
                <a:solidFill>
                  <a:srgbClr val="9FFF68"/>
                </a:solidFill>
                <a:latin typeface="Pretendard"/>
                <a:ea typeface="Pretendard"/>
                <a:cs typeface="Pretendard"/>
              </a:defRPr>
            </a:lvl1pPr>
            <a:lvl2pPr algn="ctr">
              <a:defRPr sz="3450" b="1">
                <a:solidFill>
                  <a:srgbClr val="9FFF68"/>
                </a:solidFill>
                <a:latin typeface="Pretendard"/>
                <a:ea typeface="Pretendard"/>
                <a:cs typeface="Pretendard"/>
              </a:defRPr>
            </a:lvl2pPr>
            <a:lvl3pPr algn="ctr">
              <a:defRPr sz="3450" b="1">
                <a:solidFill>
                  <a:srgbClr val="9FFF68"/>
                </a:solidFill>
                <a:latin typeface="Pretendard"/>
                <a:ea typeface="Pretendard"/>
                <a:cs typeface="Pretendard"/>
              </a:defRPr>
            </a:lvl3pPr>
            <a:lvl4pPr algn="ctr">
              <a:defRPr sz="3450" b="1">
                <a:solidFill>
                  <a:srgbClr val="9FFF68"/>
                </a:solidFill>
                <a:latin typeface="Pretendard"/>
                <a:ea typeface="Pretendard"/>
                <a:cs typeface="Pretendard"/>
              </a:defRPr>
            </a:lvl4pPr>
            <a:lvl5pPr algn="ctr">
              <a:defRPr sz="3450" b="1">
                <a:solidFill>
                  <a:srgbClr val="9FFF68"/>
                </a:solidFill>
                <a:latin typeface="Pretendard"/>
                <a:ea typeface="Pretendard"/>
                <a:cs typeface="Pretendard"/>
              </a:defRPr>
            </a:lvl5pPr>
            <a:lvl6pPr algn="ctr">
              <a:defRPr sz="3450" b="1">
                <a:solidFill>
                  <a:srgbClr val="9FFF68"/>
                </a:solidFill>
                <a:latin typeface="Pretendard"/>
                <a:ea typeface="Pretendard"/>
                <a:cs typeface="Pretendard"/>
              </a:defRPr>
            </a:lvl6pPr>
            <a:lvl7pPr algn="ctr">
              <a:defRPr sz="3450" b="1">
                <a:solidFill>
                  <a:srgbClr val="9FFF68"/>
                </a:solidFill>
                <a:latin typeface="Pretendard"/>
                <a:ea typeface="Pretendard"/>
                <a:cs typeface="Pretendard"/>
              </a:defRPr>
            </a:lvl7pPr>
            <a:lvl8pPr algn="ctr">
              <a:defRPr sz="3450" b="1">
                <a:solidFill>
                  <a:srgbClr val="9FFF68"/>
                </a:solidFill>
                <a:latin typeface="Pretendard"/>
                <a:ea typeface="Pretendard"/>
                <a:cs typeface="Pretendard"/>
              </a:defRPr>
            </a:lvl8pPr>
            <a:lvl9pPr algn="ctr">
              <a:defRPr sz="3450" b="1">
                <a:solidFill>
                  <a:srgbClr val="9FFF68"/>
                </a:solidFill>
                <a:latin typeface="Pretendard"/>
                <a:ea typeface="Pretendard"/>
                <a:cs typeface="Pretendard"/>
              </a:defRPr>
            </a:lvl9pPr>
          </a:lstStyle>
          <a:p xmlns:a="http://schemas.openxmlformats.org/drawingml/2006/main">
            <a:pPr algn="ctr">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Δt</a:t>
            </a:r>
          </a:p>
        </p:txBody>
      </p:sp>
      <p:sp>
        <p:nvSpPr>
          <p:cNvPr id="18" name="R04-33 기호 설명">
            <a:extLst xmlns:a="http://schemas.openxmlformats.org/drawingml/2006/main">
              <a:ext uri="{FF2B5EF4-FFF2-40B4-BE49-F238E27FC236}">
                <a16:creationId xmlns:a16="http://schemas.microsoft.com/office/drawing/2014/main" id="{74447A0A-E19C-4DCF-936A-CAEE6B2CA4CB}"/>
              </a:ext>
            </a:extLst>
          </p:cNvPr>
          <p:cNvSpPr>
            <a:spLocks xmlns:a="http://schemas.openxmlformats.org/drawingml/2006/main" noGrp="1"/>
          </p:cNvSpPr>
          <p:nvPr/>
        </p:nvSpPr>
        <p:spPr>
          <a:xfrm xmlns:a="http://schemas.openxmlformats.org/drawingml/2006/main">
            <a:off x="5314950" y="7353300"/>
            <a:ext cx="9191625" cy="819150"/>
          </a:xfrm>
          <a:prstGeom xmlns:a="http://schemas.openxmlformats.org/drawingml/2006/main" prst="roundRect">
            <a:avLst>
              <a:gd name="adj" fmla="val 16279"/>
            </a:avLst>
          </a:prstGeom>
          <a:solidFill xmlns:a="http://schemas.openxmlformats.org/drawingml/2006/main">
            <a:srgbClr val="F5F5F5"/>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BF5D8812-0146-4E55-9AB5-9D7FCD22EA07}"/>
              </a:ext>
            </a:extLst>
          </p:cNvPr>
          <p:cNvSpPr>
            <a:spLocks xmlns:a="http://schemas.openxmlformats.org/drawingml/2006/main" noGrp="1"/>
          </p:cNvSpPr>
          <p:nvPr/>
        </p:nvSpPr>
        <p:spPr>
          <a:xfrm xmlns:a="http://schemas.openxmlformats.org/drawingml/2006/main">
            <a:off x="5638800" y="743902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나중 온도 − 처음 온도</a:t>
            </a:r>
          </a:p>
        </p:txBody>
      </p:sp>
      <p:sp>
        <p:nvSpPr>
          <p:cNvPr id="25" name="해석·결론">
            <a:extLst xmlns:a="http://schemas.openxmlformats.org/drawingml/2006/main">
              <a:ext uri="{FF2B5EF4-FFF2-40B4-BE49-F238E27FC236}">
                <a16:creationId xmlns:a16="http://schemas.microsoft.com/office/drawing/2014/main" id="{15B34620-3787-4E21-93B7-8B407121901A}"/>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26" name="반응식·수식">
            <a:extLst xmlns:a="http://schemas.openxmlformats.org/drawingml/2006/main">
              <a:ext uri="{FF2B5EF4-FFF2-40B4-BE49-F238E27FC236}">
                <a16:creationId xmlns:a16="http://schemas.microsoft.com/office/drawing/2014/main" id="{664352B5-C823-4F19-9E6D-55CE01F9955F}"/>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온도 상승: Q용액 &gt; 0, 반응의 </a:t>
            </a:r>
            <a:r>
              <a:t>Δ</a:t>
            </a:r>
            <a:r>
              <a:rPr i="1">
                <a:latin typeface="Pretendard"/>
                <a:ea typeface="Pretendard"/>
                <a:cs typeface="Pretendard"/>
              </a:rPr>
              <a:t>H</a:t>
            </a:r>
            <a:r>
              <a:t> &lt; 0</a:t>
            </a:r>
          </a:p>
        </p:txBody>
      </p:sp>
    </p:spTree>
    <p:extLst>
      <p:ext uri="{BB962C8B-B14F-4D97-AF65-F5344CB8AC3E}">
        <p14:creationId xmlns:p14="http://schemas.microsoft.com/office/powerpoint/2010/main" val="908181089"/>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C72AD27F-A729-48AD-9165-A651836A470C}"/>
              </a:ext>
            </a:extLst>
          </p:cNvPr>
          <p:cNvPicPr>
            <a:picLocks xmlns:a="http://schemas.openxmlformats.org/drawingml/2006/main" noChangeAspect="1"/>
          </p:cNvPicPr>
          <p:nvPr/>
        </p:nvPicPr>
        <p:blipFill>
          <a:blip xmlns:r="http://schemas.openxmlformats.org/officeDocument/2006/relationships" xmlns:a="http://schemas.openxmlformats.org/drawingml/2006/main" r:embed="R6a055c42d1b4418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773F849-273F-4E00-AA14-4DFA5E8D356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6979011-7031-4ED6-B6E5-8887DC9AED0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B335F514-E5DB-4522-90EF-F90F613F79B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95E5AF6-F7A3-4240-BCAB-A0E084F47DC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571088B8-3EEF-4E09-90E7-CDE1B1BC863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온도와 용액의 질량</a:t>
            </a:r>
          </a:p>
        </p:txBody>
      </p:sp>
      <p:graphicFrame>
        <p:nvGraphicFramePr>
          <p:cNvPr id="7" name="">
            <a:extLst xmlns:a="http://schemas.openxmlformats.org/drawingml/2006/main">
              <a:ext uri="{FF2B5EF4-FFF2-40B4-BE49-F238E27FC236}">
                <a16:creationId xmlns:a16="http://schemas.microsoft.com/office/drawing/2014/main" id="{6A229EEC-D81D-4290-B643-9E5ED309D6BF}"/>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CCEE35B3-E294-4E3B-ADAC-34F4953434C4}"/>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6DA65F52-B8C7-4F97-8E8D-1F237F352A03}"/>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A2344AE9-0D3C-435D-8F07-BD731D7CF5F9}"/>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DCDA8CAE-8E2D-4258-8898-79258FE4FA59}"/>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CBB2261E-A320-489C-A8F9-5EBB20B51DDB}"/>
              </a:ext>
            </a:extLst>
          </p:cNvPr>
          <p:cNvSpPr>
            <a:spLocks xmlns:a="http://schemas.openxmlformats.org/drawingml/2006/main" noGrp="1"/>
          </p:cNvSpPr>
          <p:nvPr/>
        </p:nvSpPr>
        <p:spPr>
          <a:xfrm xmlns:a="http://schemas.openxmlformats.org/drawingml/2006/main">
            <a:off x="1828800" y="86963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1582499404"/>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CB421C5A-7596-46B0-B02F-2601558C6209}"/>
              </a:ext>
            </a:extLst>
          </p:cNvPr>
          <p:cNvPicPr>
            <a:picLocks xmlns:a="http://schemas.openxmlformats.org/drawingml/2006/main" noChangeAspect="1"/>
          </p:cNvPicPr>
          <p:nvPr/>
        </p:nvPicPr>
        <p:blipFill>
          <a:blip xmlns:r="http://schemas.openxmlformats.org/officeDocument/2006/relationships" xmlns:a="http://schemas.openxmlformats.org/drawingml/2006/main" r:embed="R429ac9629ad6457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47785D4-0139-4F18-9F9D-04A4A50E23A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49E159B-2CFC-45AC-A96C-B20C5F330DB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D1CB94D0-C0A6-44D0-BE0D-4AC2AC7C86C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A97571A-F4B4-4DEE-929A-C0C9524FAE1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0C4B883A-A40C-466E-94CB-F47AA22921D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용해 단계의 반응 엔탈피</a:t>
            </a:r>
          </a:p>
        </p:txBody>
      </p:sp>
      <p:sp>
        <p:nvSpPr>
          <p:cNvPr id="7" name="R05-29 계산 행 01">
            <a:extLst xmlns:a="http://schemas.openxmlformats.org/drawingml/2006/main">
              <a:ext uri="{FF2B5EF4-FFF2-40B4-BE49-F238E27FC236}">
                <a16:creationId xmlns:a16="http://schemas.microsoft.com/office/drawing/2014/main" id="{FC0418DA-0B5B-4286-823B-0CFC8D91822E}"/>
              </a:ext>
            </a:extLst>
          </p:cNvPr>
          <p:cNvSpPr>
            <a:spLocks xmlns:a="http://schemas.openxmlformats.org/drawingml/2006/main" noGrp="1"/>
          </p:cNvSpPr>
          <p:nvPr/>
        </p:nvSpPr>
        <p:spPr>
          <a:xfrm xmlns:a="http://schemas.openxmlformats.org/drawingml/2006/main">
            <a:off x="1857375" y="4038600"/>
            <a:ext cx="14573250" cy="1524000"/>
          </a:xfrm>
          <a:prstGeom xmlns:a="http://schemas.openxmlformats.org/drawingml/2006/main" prst="roundRect">
            <a:avLst>
              <a:gd name="adj" fmla="val 11250"/>
            </a:avLst>
          </a:prstGeom>
          <a:solidFill xmlns:a="http://schemas.openxmlformats.org/drawingml/2006/main">
            <a:srgbClr val="F5F5F5"/>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DBFD40E9-19C4-456A-AC8E-70BE44E4972A}"/>
              </a:ext>
            </a:extLst>
          </p:cNvPr>
          <p:cNvSpPr>
            <a:spLocks xmlns:a="http://schemas.openxmlformats.org/drawingml/2006/main" noGrp="1"/>
          </p:cNvSpPr>
          <p:nvPr/>
        </p:nvSpPr>
        <p:spPr>
          <a:xfrm xmlns:a="http://schemas.openxmlformats.org/drawingml/2006/main">
            <a:off x="2085975" y="4467225"/>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57962F"/>
                </a:solidFill>
                <a:latin typeface="Pretendard"/>
                <a:ea typeface="Pretendard"/>
                <a:cs typeface="Pretendard"/>
              </a:defRPr>
            </a:defPPr>
            <a:lvl1pPr algn="ctr">
              <a:defRPr sz="3375" b="1">
                <a:solidFill>
                  <a:srgbClr val="57962F"/>
                </a:solidFill>
                <a:latin typeface="Pretendard"/>
                <a:ea typeface="Pretendard"/>
                <a:cs typeface="Pretendard"/>
              </a:defRPr>
            </a:lvl1pPr>
            <a:lvl2pPr algn="ctr">
              <a:defRPr sz="3375" b="1">
                <a:solidFill>
                  <a:srgbClr val="57962F"/>
                </a:solidFill>
                <a:latin typeface="Pretendard"/>
                <a:ea typeface="Pretendard"/>
                <a:cs typeface="Pretendard"/>
              </a:defRPr>
            </a:lvl2pPr>
            <a:lvl3pPr algn="ctr">
              <a:defRPr sz="3375" b="1">
                <a:solidFill>
                  <a:srgbClr val="57962F"/>
                </a:solidFill>
                <a:latin typeface="Pretendard"/>
                <a:ea typeface="Pretendard"/>
                <a:cs typeface="Pretendard"/>
              </a:defRPr>
            </a:lvl3pPr>
            <a:lvl4pPr algn="ctr">
              <a:defRPr sz="3375" b="1">
                <a:solidFill>
                  <a:srgbClr val="57962F"/>
                </a:solidFill>
                <a:latin typeface="Pretendard"/>
                <a:ea typeface="Pretendard"/>
                <a:cs typeface="Pretendard"/>
              </a:defRPr>
            </a:lvl4pPr>
            <a:lvl5pPr algn="ctr">
              <a:defRPr sz="3375" b="1">
                <a:solidFill>
                  <a:srgbClr val="57962F"/>
                </a:solidFill>
                <a:latin typeface="Pretendard"/>
                <a:ea typeface="Pretendard"/>
                <a:cs typeface="Pretendard"/>
              </a:defRPr>
            </a:lvl5pPr>
            <a:lvl6pPr algn="ctr">
              <a:defRPr sz="3375" b="1">
                <a:solidFill>
                  <a:srgbClr val="57962F"/>
                </a:solidFill>
                <a:latin typeface="Pretendard"/>
                <a:ea typeface="Pretendard"/>
                <a:cs typeface="Pretendard"/>
              </a:defRPr>
            </a:lvl6pPr>
            <a:lvl7pPr algn="ctr">
              <a:defRPr sz="3375" b="1">
                <a:solidFill>
                  <a:srgbClr val="57962F"/>
                </a:solidFill>
                <a:latin typeface="Pretendard"/>
                <a:ea typeface="Pretendard"/>
                <a:cs typeface="Pretendard"/>
              </a:defRPr>
            </a:lvl7pPr>
            <a:lvl8pPr algn="ctr">
              <a:defRPr sz="3375" b="1">
                <a:solidFill>
                  <a:srgbClr val="57962F"/>
                </a:solidFill>
                <a:latin typeface="Pretendard"/>
                <a:ea typeface="Pretendard"/>
                <a:cs typeface="Pretendard"/>
              </a:defRPr>
            </a:lvl8pPr>
            <a:lvl9pPr algn="ctr">
              <a:defRPr sz="3375" b="1">
                <a:solidFill>
                  <a:srgbClr val="57962F"/>
                </a:solidFill>
                <a:latin typeface="Pretendard"/>
                <a:ea typeface="Pretendard"/>
                <a:cs typeface="Pretendard"/>
              </a:defRPr>
            </a:lvl9pPr>
          </a:lstStyle>
          <a:p xmlns:a="http://schemas.openxmlformats.org/drawingml/2006/main">
            <a:pPr algn="ctr">
              <a:defRPr sz="3375" b="1">
                <a:solidFill>
                  <a:srgbClr val="57962F"/>
                </a:solidFill>
                <a:latin typeface="Pretendard"/>
                <a:ea typeface="Pretendard"/>
                <a:cs typeface="Pretendard"/>
              </a:defRPr>
            </a:pPr>
            <a:r>
              <a:rPr sz="3375" b="1">
                <a:solidFill>
                  <a:srgbClr val="57962F"/>
                </a:solidFill>
                <a:latin typeface="Pretendard"/>
                <a:ea typeface="Pretendard"/>
                <a:cs typeface="Pretendard"/>
              </a:rPr>
              <a:t>01</a:t>
            </a:r>
          </a:p>
        </p:txBody>
      </p:sp>
      <p:sp>
        <p:nvSpPr>
          <p:cNvPr id="9" name="rich">
            <a:extLst xmlns:a="http://schemas.openxmlformats.org/drawingml/2006/main">
              <a:ext uri="{FF2B5EF4-FFF2-40B4-BE49-F238E27FC236}">
                <a16:creationId xmlns:a16="http://schemas.microsoft.com/office/drawing/2014/main" id="{5E2EE0F6-C16E-4FA1-A0A5-E044C6708AE3}"/>
              </a:ext>
            </a:extLst>
          </p:cNvPr>
          <p:cNvSpPr>
            <a:spLocks xmlns:a="http://schemas.openxmlformats.org/drawingml/2006/main" noGrp="1"/>
          </p:cNvSpPr>
          <p:nvPr/>
        </p:nvSpPr>
        <p:spPr>
          <a:xfrm xmlns:a="http://schemas.openxmlformats.org/drawingml/2006/main">
            <a:off x="3114675" y="4191000"/>
            <a:ext cx="1301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777777"/>
                </a:solidFill>
                <a:latin typeface="Pretendard"/>
                <a:ea typeface="Pretendard"/>
                <a:cs typeface="Pretendard"/>
              </a:defRPr>
            </a:defPPr>
            <a:lvl1pPr algn="l">
              <a:defRPr sz="2625" b="1">
                <a:solidFill>
                  <a:srgbClr val="777777"/>
                </a:solidFill>
                <a:latin typeface="Pretendard"/>
                <a:ea typeface="Pretendard"/>
                <a:cs typeface="Pretendard"/>
              </a:defRPr>
            </a:lvl1pPr>
            <a:lvl2pPr algn="l">
              <a:defRPr sz="2625" b="1">
                <a:solidFill>
                  <a:srgbClr val="777777"/>
                </a:solidFill>
                <a:latin typeface="Pretendard"/>
                <a:ea typeface="Pretendard"/>
                <a:cs typeface="Pretendard"/>
              </a:defRPr>
            </a:lvl2pPr>
            <a:lvl3pPr algn="l">
              <a:defRPr sz="2625" b="1">
                <a:solidFill>
                  <a:srgbClr val="777777"/>
                </a:solidFill>
                <a:latin typeface="Pretendard"/>
                <a:ea typeface="Pretendard"/>
                <a:cs typeface="Pretendard"/>
              </a:defRPr>
            </a:lvl3pPr>
            <a:lvl4pPr algn="l">
              <a:defRPr sz="2625" b="1">
                <a:solidFill>
                  <a:srgbClr val="777777"/>
                </a:solidFill>
                <a:latin typeface="Pretendard"/>
                <a:ea typeface="Pretendard"/>
                <a:cs typeface="Pretendard"/>
              </a:defRPr>
            </a:lvl4pPr>
            <a:lvl5pPr algn="l">
              <a:defRPr sz="2625" b="1">
                <a:solidFill>
                  <a:srgbClr val="777777"/>
                </a:solidFill>
                <a:latin typeface="Pretendard"/>
                <a:ea typeface="Pretendard"/>
                <a:cs typeface="Pretendard"/>
              </a:defRPr>
            </a:lvl5pPr>
            <a:lvl6pPr algn="l">
              <a:defRPr sz="2625" b="1">
                <a:solidFill>
                  <a:srgbClr val="777777"/>
                </a:solidFill>
                <a:latin typeface="Pretendard"/>
                <a:ea typeface="Pretendard"/>
                <a:cs typeface="Pretendard"/>
              </a:defRPr>
            </a:lvl6pPr>
            <a:lvl7pPr algn="l">
              <a:defRPr sz="2625" b="1">
                <a:solidFill>
                  <a:srgbClr val="777777"/>
                </a:solidFill>
                <a:latin typeface="Pretendard"/>
                <a:ea typeface="Pretendard"/>
                <a:cs typeface="Pretendard"/>
              </a:defRPr>
            </a:lvl7pPr>
            <a:lvl8pPr algn="l">
              <a:defRPr sz="2625" b="1">
                <a:solidFill>
                  <a:srgbClr val="777777"/>
                </a:solidFill>
                <a:latin typeface="Pretendard"/>
                <a:ea typeface="Pretendard"/>
                <a:cs typeface="Pretendard"/>
              </a:defRPr>
            </a:lvl8pPr>
            <a:lvl9pPr algn="l">
              <a:defRPr sz="2625" b="1">
                <a:solidFill>
                  <a:srgbClr val="777777"/>
                </a:solidFill>
                <a:latin typeface="Pretendard"/>
                <a:ea typeface="Pretendard"/>
                <a:cs typeface="Pretendard"/>
              </a:defRPr>
            </a:lvl9pPr>
          </a:lstStyle>
          <a:p xmlns:a="http://schemas.openxmlformats.org/drawingml/2006/main">
            <a:pPr algn="l">
              <a:defRPr sz="2625" b="1">
                <a:solidFill>
                  <a:srgbClr val="777777"/>
                </a:solidFill>
                <a:latin typeface="Pretendard"/>
                <a:ea typeface="Pretendard"/>
                <a:cs typeface="Pretendard"/>
              </a:defRPr>
            </a:pPr>
            <a:r>
              <a:t>용액이 얻은 열</a:t>
            </a:r>
          </a:p>
        </p:txBody>
      </p:sp>
      <p:sp>
        <p:nvSpPr>
          <p:cNvPr id="10" name="rich">
            <a:extLst xmlns:a="http://schemas.openxmlformats.org/drawingml/2006/main">
              <a:ext uri="{FF2B5EF4-FFF2-40B4-BE49-F238E27FC236}">
                <a16:creationId xmlns:a16="http://schemas.microsoft.com/office/drawing/2014/main" id="{4D38CA1E-C3E7-400D-88A6-EB6DFED6AEAA}"/>
              </a:ext>
            </a:extLst>
          </p:cNvPr>
          <p:cNvSpPr>
            <a:spLocks xmlns:a="http://schemas.openxmlformats.org/drawingml/2006/main" noGrp="1"/>
          </p:cNvSpPr>
          <p:nvPr/>
        </p:nvSpPr>
        <p:spPr>
          <a:xfrm xmlns:a="http://schemas.openxmlformats.org/drawingml/2006/main">
            <a:off x="3114675" y="4752975"/>
            <a:ext cx="1301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Q용액 = 4.2 × 208 × 9.5 = 8299.2 J ≈ 8.30 kJ</a:t>
            </a:r>
          </a:p>
        </p:txBody>
      </p:sp>
      <p:sp>
        <p:nvSpPr>
          <p:cNvPr id="11" name="R05-29 계산 행 02">
            <a:extLst xmlns:a="http://schemas.openxmlformats.org/drawingml/2006/main">
              <a:ext uri="{FF2B5EF4-FFF2-40B4-BE49-F238E27FC236}">
                <a16:creationId xmlns:a16="http://schemas.microsoft.com/office/drawing/2014/main" id="{984AC3AD-D905-437C-BBC8-047BE4C5B940}"/>
              </a:ext>
            </a:extLst>
          </p:cNvPr>
          <p:cNvSpPr>
            <a:spLocks xmlns:a="http://schemas.openxmlformats.org/drawingml/2006/main" noGrp="1"/>
          </p:cNvSpPr>
          <p:nvPr/>
        </p:nvSpPr>
        <p:spPr>
          <a:xfrm xmlns:a="http://schemas.openxmlformats.org/drawingml/2006/main">
            <a:off x="1857375" y="5781675"/>
            <a:ext cx="14573250" cy="1524000"/>
          </a:xfrm>
          <a:prstGeom xmlns:a="http://schemas.openxmlformats.org/drawingml/2006/main" prst="roundRect">
            <a:avLst>
              <a:gd name="adj" fmla="val 11250"/>
            </a:avLst>
          </a:prstGeom>
          <a:solidFill xmlns:a="http://schemas.openxmlformats.org/drawingml/2006/main">
            <a:srgbClr val="F5F5F5"/>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38C42227-C983-4E78-8B91-ADE1EECA341C}"/>
              </a:ext>
            </a:extLst>
          </p:cNvPr>
          <p:cNvSpPr>
            <a:spLocks xmlns:a="http://schemas.openxmlformats.org/drawingml/2006/main" noGrp="1"/>
          </p:cNvSpPr>
          <p:nvPr/>
        </p:nvSpPr>
        <p:spPr>
          <a:xfrm xmlns:a="http://schemas.openxmlformats.org/drawingml/2006/main">
            <a:off x="2085975" y="6210300"/>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57962F"/>
                </a:solidFill>
                <a:latin typeface="Pretendard"/>
                <a:ea typeface="Pretendard"/>
                <a:cs typeface="Pretendard"/>
              </a:defRPr>
            </a:defPPr>
            <a:lvl1pPr algn="ctr">
              <a:defRPr sz="3375" b="1">
                <a:solidFill>
                  <a:srgbClr val="57962F"/>
                </a:solidFill>
                <a:latin typeface="Pretendard"/>
                <a:ea typeface="Pretendard"/>
                <a:cs typeface="Pretendard"/>
              </a:defRPr>
            </a:lvl1pPr>
            <a:lvl2pPr algn="ctr">
              <a:defRPr sz="3375" b="1">
                <a:solidFill>
                  <a:srgbClr val="57962F"/>
                </a:solidFill>
                <a:latin typeface="Pretendard"/>
                <a:ea typeface="Pretendard"/>
                <a:cs typeface="Pretendard"/>
              </a:defRPr>
            </a:lvl2pPr>
            <a:lvl3pPr algn="ctr">
              <a:defRPr sz="3375" b="1">
                <a:solidFill>
                  <a:srgbClr val="57962F"/>
                </a:solidFill>
                <a:latin typeface="Pretendard"/>
                <a:ea typeface="Pretendard"/>
                <a:cs typeface="Pretendard"/>
              </a:defRPr>
            </a:lvl3pPr>
            <a:lvl4pPr algn="ctr">
              <a:defRPr sz="3375" b="1">
                <a:solidFill>
                  <a:srgbClr val="57962F"/>
                </a:solidFill>
                <a:latin typeface="Pretendard"/>
                <a:ea typeface="Pretendard"/>
                <a:cs typeface="Pretendard"/>
              </a:defRPr>
            </a:lvl4pPr>
            <a:lvl5pPr algn="ctr">
              <a:defRPr sz="3375" b="1">
                <a:solidFill>
                  <a:srgbClr val="57962F"/>
                </a:solidFill>
                <a:latin typeface="Pretendard"/>
                <a:ea typeface="Pretendard"/>
                <a:cs typeface="Pretendard"/>
              </a:defRPr>
            </a:lvl5pPr>
            <a:lvl6pPr algn="ctr">
              <a:defRPr sz="3375" b="1">
                <a:solidFill>
                  <a:srgbClr val="57962F"/>
                </a:solidFill>
                <a:latin typeface="Pretendard"/>
                <a:ea typeface="Pretendard"/>
                <a:cs typeface="Pretendard"/>
              </a:defRPr>
            </a:lvl6pPr>
            <a:lvl7pPr algn="ctr">
              <a:defRPr sz="3375" b="1">
                <a:solidFill>
                  <a:srgbClr val="57962F"/>
                </a:solidFill>
                <a:latin typeface="Pretendard"/>
                <a:ea typeface="Pretendard"/>
                <a:cs typeface="Pretendard"/>
              </a:defRPr>
            </a:lvl7pPr>
            <a:lvl8pPr algn="ctr">
              <a:defRPr sz="3375" b="1">
                <a:solidFill>
                  <a:srgbClr val="57962F"/>
                </a:solidFill>
                <a:latin typeface="Pretendard"/>
                <a:ea typeface="Pretendard"/>
                <a:cs typeface="Pretendard"/>
              </a:defRPr>
            </a:lvl8pPr>
            <a:lvl9pPr algn="ctr">
              <a:defRPr sz="3375" b="1">
                <a:solidFill>
                  <a:srgbClr val="57962F"/>
                </a:solidFill>
                <a:latin typeface="Pretendard"/>
                <a:ea typeface="Pretendard"/>
                <a:cs typeface="Pretendard"/>
              </a:defRPr>
            </a:lvl9pPr>
          </a:lstStyle>
          <a:p xmlns:a="http://schemas.openxmlformats.org/drawingml/2006/main">
            <a:pPr algn="ctr">
              <a:defRPr sz="3375" b="1">
                <a:solidFill>
                  <a:srgbClr val="57962F"/>
                </a:solidFill>
                <a:latin typeface="Pretendard"/>
                <a:ea typeface="Pretendard"/>
                <a:cs typeface="Pretendard"/>
              </a:defRPr>
            </a:pPr>
            <a:r>
              <a:rPr sz="3375" b="1">
                <a:solidFill>
                  <a:srgbClr val="57962F"/>
                </a:solidFill>
                <a:latin typeface="Pretendard"/>
                <a:ea typeface="Pretendard"/>
                <a:cs typeface="Pretendard"/>
              </a:rPr>
              <a:t>02</a:t>
            </a:r>
          </a:p>
        </p:txBody>
      </p:sp>
      <p:sp>
        <p:nvSpPr>
          <p:cNvPr id="13" name="rich">
            <a:extLst xmlns:a="http://schemas.openxmlformats.org/drawingml/2006/main">
              <a:ext uri="{FF2B5EF4-FFF2-40B4-BE49-F238E27FC236}">
                <a16:creationId xmlns:a16="http://schemas.microsoft.com/office/drawing/2014/main" id="{1DA5118D-077A-43B5-AE00-AF9E63E519F0}"/>
              </a:ext>
            </a:extLst>
          </p:cNvPr>
          <p:cNvSpPr>
            <a:spLocks xmlns:a="http://schemas.openxmlformats.org/drawingml/2006/main" noGrp="1"/>
          </p:cNvSpPr>
          <p:nvPr/>
        </p:nvSpPr>
        <p:spPr>
          <a:xfrm xmlns:a="http://schemas.openxmlformats.org/drawingml/2006/main">
            <a:off x="3114675" y="5934075"/>
            <a:ext cx="1301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777777"/>
                </a:solidFill>
                <a:latin typeface="Pretendard"/>
                <a:ea typeface="Pretendard"/>
                <a:cs typeface="Pretendard"/>
              </a:defRPr>
            </a:defPPr>
            <a:lvl1pPr algn="l">
              <a:defRPr sz="2625" b="1">
                <a:solidFill>
                  <a:srgbClr val="777777"/>
                </a:solidFill>
                <a:latin typeface="Pretendard"/>
                <a:ea typeface="Pretendard"/>
                <a:cs typeface="Pretendard"/>
              </a:defRPr>
            </a:lvl1pPr>
            <a:lvl2pPr algn="l">
              <a:defRPr sz="2625" b="1">
                <a:solidFill>
                  <a:srgbClr val="777777"/>
                </a:solidFill>
                <a:latin typeface="Pretendard"/>
                <a:ea typeface="Pretendard"/>
                <a:cs typeface="Pretendard"/>
              </a:defRPr>
            </a:lvl2pPr>
            <a:lvl3pPr algn="l">
              <a:defRPr sz="2625" b="1">
                <a:solidFill>
                  <a:srgbClr val="777777"/>
                </a:solidFill>
                <a:latin typeface="Pretendard"/>
                <a:ea typeface="Pretendard"/>
                <a:cs typeface="Pretendard"/>
              </a:defRPr>
            </a:lvl3pPr>
            <a:lvl4pPr algn="l">
              <a:defRPr sz="2625" b="1">
                <a:solidFill>
                  <a:srgbClr val="777777"/>
                </a:solidFill>
                <a:latin typeface="Pretendard"/>
                <a:ea typeface="Pretendard"/>
                <a:cs typeface="Pretendard"/>
              </a:defRPr>
            </a:lvl4pPr>
            <a:lvl5pPr algn="l">
              <a:defRPr sz="2625" b="1">
                <a:solidFill>
                  <a:srgbClr val="777777"/>
                </a:solidFill>
                <a:latin typeface="Pretendard"/>
                <a:ea typeface="Pretendard"/>
                <a:cs typeface="Pretendard"/>
              </a:defRPr>
            </a:lvl5pPr>
            <a:lvl6pPr algn="l">
              <a:defRPr sz="2625" b="1">
                <a:solidFill>
                  <a:srgbClr val="777777"/>
                </a:solidFill>
                <a:latin typeface="Pretendard"/>
                <a:ea typeface="Pretendard"/>
                <a:cs typeface="Pretendard"/>
              </a:defRPr>
            </a:lvl6pPr>
            <a:lvl7pPr algn="l">
              <a:defRPr sz="2625" b="1">
                <a:solidFill>
                  <a:srgbClr val="777777"/>
                </a:solidFill>
                <a:latin typeface="Pretendard"/>
                <a:ea typeface="Pretendard"/>
                <a:cs typeface="Pretendard"/>
              </a:defRPr>
            </a:lvl7pPr>
            <a:lvl8pPr algn="l">
              <a:defRPr sz="2625" b="1">
                <a:solidFill>
                  <a:srgbClr val="777777"/>
                </a:solidFill>
                <a:latin typeface="Pretendard"/>
                <a:ea typeface="Pretendard"/>
                <a:cs typeface="Pretendard"/>
              </a:defRPr>
            </a:lvl8pPr>
            <a:lvl9pPr algn="l">
              <a:defRPr sz="2625" b="1">
                <a:solidFill>
                  <a:srgbClr val="777777"/>
                </a:solidFill>
                <a:latin typeface="Pretendard"/>
                <a:ea typeface="Pretendard"/>
                <a:cs typeface="Pretendard"/>
              </a:defRPr>
            </a:lvl9pPr>
          </a:lstStyle>
          <a:p xmlns:a="http://schemas.openxmlformats.org/drawingml/2006/main">
            <a:pPr algn="l">
              <a:defRPr sz="2625" b="1">
                <a:solidFill>
                  <a:srgbClr val="777777"/>
                </a:solidFill>
                <a:latin typeface="Pretendard"/>
                <a:ea typeface="Pretendard"/>
                <a:cs typeface="Pretendard"/>
              </a:defRPr>
            </a:pPr>
            <a:r>
              <a:t>반응한 물질의 양</a:t>
            </a:r>
          </a:p>
        </p:txBody>
      </p:sp>
      <p:sp>
        <p:nvSpPr>
          <p:cNvPr id="14" name="rich">
            <a:extLst xmlns:a="http://schemas.openxmlformats.org/drawingml/2006/main">
              <a:ext uri="{FF2B5EF4-FFF2-40B4-BE49-F238E27FC236}">
                <a16:creationId xmlns:a16="http://schemas.microsoft.com/office/drawing/2014/main" id="{CDF82B62-9F79-4D4C-BBE3-A03207E42330}"/>
              </a:ext>
            </a:extLst>
          </p:cNvPr>
          <p:cNvSpPr>
            <a:spLocks xmlns:a="http://schemas.openxmlformats.org/drawingml/2006/main" noGrp="1"/>
          </p:cNvSpPr>
          <p:nvPr/>
        </p:nvSpPr>
        <p:spPr>
          <a:xfrm xmlns:a="http://schemas.openxmlformats.org/drawingml/2006/main">
            <a:off x="3114675" y="6496050"/>
            <a:ext cx="1301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NaOH의 양 = 8.0 ÷ 40.0 = 0.200 mol</a:t>
            </a:r>
          </a:p>
        </p:txBody>
      </p:sp>
      <p:sp>
        <p:nvSpPr>
          <p:cNvPr id="15" name="R05-29 계산 행 03">
            <a:extLst xmlns:a="http://schemas.openxmlformats.org/drawingml/2006/main">
              <a:ext uri="{FF2B5EF4-FFF2-40B4-BE49-F238E27FC236}">
                <a16:creationId xmlns:a16="http://schemas.microsoft.com/office/drawing/2014/main" id="{E7CDEF2E-C1F4-4896-B894-62B4DB9BBD3E}"/>
              </a:ext>
            </a:extLst>
          </p:cNvPr>
          <p:cNvSpPr>
            <a:spLocks xmlns:a="http://schemas.openxmlformats.org/drawingml/2006/main" noGrp="1"/>
          </p:cNvSpPr>
          <p:nvPr/>
        </p:nvSpPr>
        <p:spPr>
          <a:xfrm xmlns:a="http://schemas.openxmlformats.org/drawingml/2006/main">
            <a:off x="1857375" y="7524750"/>
            <a:ext cx="14573250" cy="1524000"/>
          </a:xfrm>
          <a:prstGeom xmlns:a="http://schemas.openxmlformats.org/drawingml/2006/main" prst="roundRect">
            <a:avLst>
              <a:gd name="adj" fmla="val 11250"/>
            </a:avLst>
          </a:prstGeom>
          <a:solidFill xmlns:a="http://schemas.openxmlformats.org/drawingml/2006/main">
            <a:srgbClr val="303030"/>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E050DD64-7C7B-479A-B18B-304D43E8DA5B}"/>
              </a:ext>
            </a:extLst>
          </p:cNvPr>
          <p:cNvSpPr>
            <a:spLocks xmlns:a="http://schemas.openxmlformats.org/drawingml/2006/main" noGrp="1"/>
          </p:cNvSpPr>
          <p:nvPr/>
        </p:nvSpPr>
        <p:spPr>
          <a:xfrm xmlns:a="http://schemas.openxmlformats.org/drawingml/2006/main">
            <a:off x="2085975" y="7953375"/>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9FFF68"/>
                </a:solidFill>
                <a:latin typeface="Pretendard"/>
                <a:ea typeface="Pretendard"/>
                <a:cs typeface="Pretendard"/>
              </a:defRPr>
            </a:defPPr>
            <a:lvl1pPr algn="ctr">
              <a:defRPr sz="3375" b="1">
                <a:solidFill>
                  <a:srgbClr val="9FFF68"/>
                </a:solidFill>
                <a:latin typeface="Pretendard"/>
                <a:ea typeface="Pretendard"/>
                <a:cs typeface="Pretendard"/>
              </a:defRPr>
            </a:lvl1pPr>
            <a:lvl2pPr algn="ctr">
              <a:defRPr sz="3375" b="1">
                <a:solidFill>
                  <a:srgbClr val="9FFF68"/>
                </a:solidFill>
                <a:latin typeface="Pretendard"/>
                <a:ea typeface="Pretendard"/>
                <a:cs typeface="Pretendard"/>
              </a:defRPr>
            </a:lvl2pPr>
            <a:lvl3pPr algn="ctr">
              <a:defRPr sz="3375" b="1">
                <a:solidFill>
                  <a:srgbClr val="9FFF68"/>
                </a:solidFill>
                <a:latin typeface="Pretendard"/>
                <a:ea typeface="Pretendard"/>
                <a:cs typeface="Pretendard"/>
              </a:defRPr>
            </a:lvl3pPr>
            <a:lvl4pPr algn="ctr">
              <a:defRPr sz="3375" b="1">
                <a:solidFill>
                  <a:srgbClr val="9FFF68"/>
                </a:solidFill>
                <a:latin typeface="Pretendard"/>
                <a:ea typeface="Pretendard"/>
                <a:cs typeface="Pretendard"/>
              </a:defRPr>
            </a:lvl4pPr>
            <a:lvl5pPr algn="ctr">
              <a:defRPr sz="3375" b="1">
                <a:solidFill>
                  <a:srgbClr val="9FFF68"/>
                </a:solidFill>
                <a:latin typeface="Pretendard"/>
                <a:ea typeface="Pretendard"/>
                <a:cs typeface="Pretendard"/>
              </a:defRPr>
            </a:lvl5pPr>
            <a:lvl6pPr algn="ctr">
              <a:defRPr sz="3375" b="1">
                <a:solidFill>
                  <a:srgbClr val="9FFF68"/>
                </a:solidFill>
                <a:latin typeface="Pretendard"/>
                <a:ea typeface="Pretendard"/>
                <a:cs typeface="Pretendard"/>
              </a:defRPr>
            </a:lvl6pPr>
            <a:lvl7pPr algn="ctr">
              <a:defRPr sz="3375" b="1">
                <a:solidFill>
                  <a:srgbClr val="9FFF68"/>
                </a:solidFill>
                <a:latin typeface="Pretendard"/>
                <a:ea typeface="Pretendard"/>
                <a:cs typeface="Pretendard"/>
              </a:defRPr>
            </a:lvl7pPr>
            <a:lvl8pPr algn="ctr">
              <a:defRPr sz="3375" b="1">
                <a:solidFill>
                  <a:srgbClr val="9FFF68"/>
                </a:solidFill>
                <a:latin typeface="Pretendard"/>
                <a:ea typeface="Pretendard"/>
                <a:cs typeface="Pretendard"/>
              </a:defRPr>
            </a:lvl8pPr>
            <a:lvl9pPr algn="ctr">
              <a:defRPr sz="3375" b="1">
                <a:solidFill>
                  <a:srgbClr val="9FFF68"/>
                </a:solidFill>
                <a:latin typeface="Pretendard"/>
                <a:ea typeface="Pretendard"/>
                <a:cs typeface="Pretendard"/>
              </a:defRPr>
            </a:lvl9pPr>
          </a:lstStyle>
          <a:p xmlns:a="http://schemas.openxmlformats.org/drawingml/2006/main">
            <a:pPr algn="ctr">
              <a:defRPr sz="3375" b="1">
                <a:solidFill>
                  <a:srgbClr val="9FFF68"/>
                </a:solidFill>
                <a:latin typeface="Pretendard"/>
                <a:ea typeface="Pretendard"/>
                <a:cs typeface="Pretendard"/>
              </a:defRPr>
            </a:pPr>
            <a:r>
              <a:rPr sz="3375" b="1">
                <a:solidFill>
                  <a:srgbClr val="9FFF68"/>
                </a:solidFill>
                <a:latin typeface="Pretendard"/>
                <a:ea typeface="Pretendard"/>
                <a:cs typeface="Pretendard"/>
              </a:rPr>
              <a:t>03</a:t>
            </a:r>
          </a:p>
        </p:txBody>
      </p:sp>
      <p:sp>
        <p:nvSpPr>
          <p:cNvPr id="17" name="rich">
            <a:extLst xmlns:a="http://schemas.openxmlformats.org/drawingml/2006/main">
              <a:ext uri="{FF2B5EF4-FFF2-40B4-BE49-F238E27FC236}">
                <a16:creationId xmlns:a16="http://schemas.microsoft.com/office/drawing/2014/main" id="{0523BE85-A95E-464B-A74E-7A454075F74D}"/>
              </a:ext>
            </a:extLst>
          </p:cNvPr>
          <p:cNvSpPr>
            <a:spLocks xmlns:a="http://schemas.openxmlformats.org/drawingml/2006/main" noGrp="1"/>
          </p:cNvSpPr>
          <p:nvPr/>
        </p:nvSpPr>
        <p:spPr>
          <a:xfrm xmlns:a="http://schemas.openxmlformats.org/drawingml/2006/main">
            <a:off x="3114675" y="7677150"/>
            <a:ext cx="1301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C8C8C8"/>
                </a:solidFill>
                <a:latin typeface="Pretendard"/>
                <a:ea typeface="Pretendard"/>
                <a:cs typeface="Pretendard"/>
              </a:defRPr>
            </a:defPPr>
            <a:lvl1pPr algn="l">
              <a:defRPr sz="2625" b="1">
                <a:solidFill>
                  <a:srgbClr val="C8C8C8"/>
                </a:solidFill>
                <a:latin typeface="Pretendard"/>
                <a:ea typeface="Pretendard"/>
                <a:cs typeface="Pretendard"/>
              </a:defRPr>
            </a:lvl1pPr>
            <a:lvl2pPr algn="l">
              <a:defRPr sz="2625" b="1">
                <a:solidFill>
                  <a:srgbClr val="C8C8C8"/>
                </a:solidFill>
                <a:latin typeface="Pretendard"/>
                <a:ea typeface="Pretendard"/>
                <a:cs typeface="Pretendard"/>
              </a:defRPr>
            </a:lvl2pPr>
            <a:lvl3pPr algn="l">
              <a:defRPr sz="2625" b="1">
                <a:solidFill>
                  <a:srgbClr val="C8C8C8"/>
                </a:solidFill>
                <a:latin typeface="Pretendard"/>
                <a:ea typeface="Pretendard"/>
                <a:cs typeface="Pretendard"/>
              </a:defRPr>
            </a:lvl3pPr>
            <a:lvl4pPr algn="l">
              <a:defRPr sz="2625" b="1">
                <a:solidFill>
                  <a:srgbClr val="C8C8C8"/>
                </a:solidFill>
                <a:latin typeface="Pretendard"/>
                <a:ea typeface="Pretendard"/>
                <a:cs typeface="Pretendard"/>
              </a:defRPr>
            </a:lvl4pPr>
            <a:lvl5pPr algn="l">
              <a:defRPr sz="2625" b="1">
                <a:solidFill>
                  <a:srgbClr val="C8C8C8"/>
                </a:solidFill>
                <a:latin typeface="Pretendard"/>
                <a:ea typeface="Pretendard"/>
                <a:cs typeface="Pretendard"/>
              </a:defRPr>
            </a:lvl5pPr>
            <a:lvl6pPr algn="l">
              <a:defRPr sz="2625" b="1">
                <a:solidFill>
                  <a:srgbClr val="C8C8C8"/>
                </a:solidFill>
                <a:latin typeface="Pretendard"/>
                <a:ea typeface="Pretendard"/>
                <a:cs typeface="Pretendard"/>
              </a:defRPr>
            </a:lvl6pPr>
            <a:lvl7pPr algn="l">
              <a:defRPr sz="2625" b="1">
                <a:solidFill>
                  <a:srgbClr val="C8C8C8"/>
                </a:solidFill>
                <a:latin typeface="Pretendard"/>
                <a:ea typeface="Pretendard"/>
                <a:cs typeface="Pretendard"/>
              </a:defRPr>
            </a:lvl7pPr>
            <a:lvl8pPr algn="l">
              <a:defRPr sz="2625" b="1">
                <a:solidFill>
                  <a:srgbClr val="C8C8C8"/>
                </a:solidFill>
                <a:latin typeface="Pretendard"/>
                <a:ea typeface="Pretendard"/>
                <a:cs typeface="Pretendard"/>
              </a:defRPr>
            </a:lvl8pPr>
            <a:lvl9pPr algn="l">
              <a:defRPr sz="2625" b="1">
                <a:solidFill>
                  <a:srgbClr val="C8C8C8"/>
                </a:solidFill>
                <a:latin typeface="Pretendard"/>
                <a:ea typeface="Pretendard"/>
                <a:cs typeface="Pretendard"/>
              </a:defRPr>
            </a:lvl9pPr>
          </a:lstStyle>
          <a:p xmlns:a="http://schemas.openxmlformats.org/drawingml/2006/main">
            <a:pPr algn="l">
              <a:defRPr sz="2625" b="1">
                <a:solidFill>
                  <a:srgbClr val="C8C8C8"/>
                </a:solidFill>
                <a:latin typeface="Pretendard"/>
                <a:ea typeface="Pretendard"/>
                <a:cs typeface="Pretendard"/>
              </a:defRPr>
            </a:pPr>
            <a:r>
              <a:t>반응 엔탈피</a:t>
            </a:r>
          </a:p>
        </p:txBody>
      </p:sp>
      <p:sp>
        <p:nvSpPr>
          <p:cNvPr id="18" name="rich">
            <a:extLst xmlns:a="http://schemas.openxmlformats.org/drawingml/2006/main">
              <a:ext uri="{FF2B5EF4-FFF2-40B4-BE49-F238E27FC236}">
                <a16:creationId xmlns:a16="http://schemas.microsoft.com/office/drawing/2014/main" id="{40864992-2AA8-4740-8C94-8B41A8A47318}"/>
              </a:ext>
            </a:extLst>
          </p:cNvPr>
          <p:cNvSpPr>
            <a:spLocks xmlns:a="http://schemas.openxmlformats.org/drawingml/2006/main" noGrp="1"/>
          </p:cNvSpPr>
          <p:nvPr/>
        </p:nvSpPr>
        <p:spPr>
          <a:xfrm xmlns:a="http://schemas.openxmlformats.org/drawingml/2006/main">
            <a:off x="3114675" y="8239125"/>
            <a:ext cx="1301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t>Δ</a:t>
            </a:r>
            <a:r>
              <a:rPr i="1">
                <a:latin typeface="Pretendard"/>
                <a:ea typeface="Pretendard"/>
                <a:cs typeface="Pretendard"/>
              </a:rPr>
              <a:t>H</a:t>
            </a:r>
            <a:r>
              <a:t>용해 = −8.30 ÷ 0.200 ≈ −41.50 kJ/mol</a:t>
            </a:r>
          </a:p>
        </p:txBody>
      </p:sp>
    </p:spTree>
    <p:extLst>
      <p:ext uri="{BB962C8B-B14F-4D97-AF65-F5344CB8AC3E}">
        <p14:creationId xmlns:p14="http://schemas.microsoft.com/office/powerpoint/2010/main" val="1646580704"/>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D783651D-0A31-45FF-BC5E-08301EEA9D60}"/>
              </a:ext>
            </a:extLst>
          </p:cNvPr>
          <p:cNvPicPr>
            <a:picLocks xmlns:a="http://schemas.openxmlformats.org/drawingml/2006/main" noChangeAspect="1"/>
          </p:cNvPicPr>
          <p:nvPr/>
        </p:nvPicPr>
        <p:blipFill>
          <a:blip xmlns:r="http://schemas.openxmlformats.org/officeDocument/2006/relationships" xmlns:a="http://schemas.openxmlformats.org/drawingml/2006/main" r:embed="R7243c3fa2c0d4d5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77D3ABE-7C43-4D53-B502-A6D5A9716F1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738A153-C75E-4A88-9818-BC24E5DB80A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BAC12C78-30E1-46CA-B127-CA3EB6ED9EC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A8B0934-0578-4BC0-A859-C4F5EF1B788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359BA3E8-47C1-4027-9DF3-BD7CA9A9F71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9AA4F0D5-FEA6-4D4E-A0B2-D0211D9F3A81}"/>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−41.50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−52.25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−94.25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1ED7278B-3944-47BF-8BDA-2884051881DB}"/>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BF5268C5-88CC-4130-9719-D49128ACC5D7}"/>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F58BB09B-C824-433E-86EE-B6F76373C934}"/>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8891EB21-6A1D-47CC-8CBE-4A91B185B1D2}"/>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C947B40D-B192-4390-8EBF-E1BA3A92CB99}"/>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713493079"/>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A5165E9A-DA1B-4B89-B7E3-D402B4CFAF70}"/>
              </a:ext>
            </a:extLst>
          </p:cNvPr>
          <p:cNvPicPr>
            <a:picLocks xmlns:a="http://schemas.openxmlformats.org/drawingml/2006/main" noChangeAspect="1"/>
          </p:cNvPicPr>
          <p:nvPr/>
        </p:nvPicPr>
        <p:blipFill>
          <a:blip xmlns:r="http://schemas.openxmlformats.org/officeDocument/2006/relationships" xmlns:a="http://schemas.openxmlformats.org/drawingml/2006/main" r:embed="R604d880c9e0b457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0757ED3-8F58-4595-94A1-7A03E9A22DB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4F89261-D1FA-4152-9E0E-86D91B0B78F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8B61826F-C03E-4FAE-BA77-2B16F5DC5BF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C070E83-F13F-4FA9-86AE-C43E28D1807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9BBCA59F-3E05-49B5-B88E-EEE45CCBF78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실험값은 얼마나 가까울까?</a:t>
            </a:r>
          </a:p>
        </p:txBody>
      </p:sp>
      <p:sp>
        <p:nvSpPr>
          <p:cNvPr id="7" name="text">
            <a:extLst xmlns:a="http://schemas.openxmlformats.org/drawingml/2006/main">
              <a:ext uri="{FF2B5EF4-FFF2-40B4-BE49-F238E27FC236}">
                <a16:creationId xmlns:a16="http://schemas.microsoft.com/office/drawing/2014/main" id="{5BBECBCB-E391-416E-8AE2-E06430530B2F}"/>
              </a:ext>
            </a:extLst>
          </p:cNvPr>
          <p:cNvSpPr>
            <a:spLocks xmlns:a="http://schemas.openxmlformats.org/drawingml/2006/main" noGrp="1"/>
          </p:cNvSpPr>
          <p:nvPr/>
        </p:nvSpPr>
        <p:spPr>
          <a:xfrm xmlns:a="http://schemas.openxmlformats.org/drawingml/2006/main">
            <a:off x="4000500" y="421005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898989"/>
                </a:solidFill>
                <a:latin typeface="Pretendard"/>
                <a:ea typeface="Pretendard"/>
                <a:cs typeface="Pretendard"/>
              </a:defRPr>
            </a:defPPr>
            <a:lvl1pPr algn="l">
              <a:defRPr sz="3000" b="1">
                <a:solidFill>
                  <a:srgbClr val="898989"/>
                </a:solidFill>
                <a:latin typeface="Pretendard"/>
                <a:ea typeface="Pretendard"/>
                <a:cs typeface="Pretendard"/>
              </a:defRPr>
            </a:lvl1pPr>
            <a:lvl2pPr algn="l">
              <a:defRPr sz="3000" b="1">
                <a:solidFill>
                  <a:srgbClr val="898989"/>
                </a:solidFill>
                <a:latin typeface="Pretendard"/>
                <a:ea typeface="Pretendard"/>
                <a:cs typeface="Pretendard"/>
              </a:defRPr>
            </a:lvl2pPr>
            <a:lvl3pPr algn="l">
              <a:defRPr sz="3000" b="1">
                <a:solidFill>
                  <a:srgbClr val="898989"/>
                </a:solidFill>
                <a:latin typeface="Pretendard"/>
                <a:ea typeface="Pretendard"/>
                <a:cs typeface="Pretendard"/>
              </a:defRPr>
            </a:lvl3pPr>
            <a:lvl4pPr algn="l">
              <a:defRPr sz="3000" b="1">
                <a:solidFill>
                  <a:srgbClr val="898989"/>
                </a:solidFill>
                <a:latin typeface="Pretendard"/>
                <a:ea typeface="Pretendard"/>
                <a:cs typeface="Pretendard"/>
              </a:defRPr>
            </a:lvl4pPr>
            <a:lvl5pPr algn="l">
              <a:defRPr sz="3000" b="1">
                <a:solidFill>
                  <a:srgbClr val="898989"/>
                </a:solidFill>
                <a:latin typeface="Pretendard"/>
                <a:ea typeface="Pretendard"/>
                <a:cs typeface="Pretendard"/>
              </a:defRPr>
            </a:lvl5pPr>
            <a:lvl6pPr algn="l">
              <a:defRPr sz="3000" b="1">
                <a:solidFill>
                  <a:srgbClr val="898989"/>
                </a:solidFill>
                <a:latin typeface="Pretendard"/>
                <a:ea typeface="Pretendard"/>
                <a:cs typeface="Pretendard"/>
              </a:defRPr>
            </a:lvl6pPr>
            <a:lvl7pPr algn="l">
              <a:defRPr sz="3000" b="1">
                <a:solidFill>
                  <a:srgbClr val="898989"/>
                </a:solidFill>
                <a:latin typeface="Pretendard"/>
                <a:ea typeface="Pretendard"/>
                <a:cs typeface="Pretendard"/>
              </a:defRPr>
            </a:lvl7pPr>
            <a:lvl8pPr algn="l">
              <a:defRPr sz="3000" b="1">
                <a:solidFill>
                  <a:srgbClr val="898989"/>
                </a:solidFill>
                <a:latin typeface="Pretendard"/>
                <a:ea typeface="Pretendard"/>
                <a:cs typeface="Pretendard"/>
              </a:defRPr>
            </a:lvl8pPr>
            <a:lvl9pPr algn="l">
              <a:defRPr sz="3000" b="1">
                <a:solidFill>
                  <a:srgbClr val="898989"/>
                </a:solidFill>
                <a:latin typeface="Pretendard"/>
                <a:ea typeface="Pretendard"/>
                <a:cs typeface="Pretendard"/>
              </a:defRPr>
            </a:lvl9pPr>
          </a:lstStyle>
          <a:p xmlns:a="http://schemas.openxmlformats.org/drawingml/2006/main">
            <a:pPr algn="l">
              <a:defRPr sz="3000" b="1">
                <a:solidFill>
                  <a:srgbClr val="898989"/>
                </a:solidFill>
                <a:latin typeface="Pretendard"/>
                <a:ea typeface="Pretendard"/>
                <a:cs typeface="Pretendard"/>
              </a:defRPr>
            </a:pPr>
            <a:r>
              <a:rPr sz="3000" b="1">
                <a:solidFill>
                  <a:srgbClr val="898989"/>
                </a:solidFill>
                <a:latin typeface="Pretendard"/>
                <a:ea typeface="Pretendard"/>
                <a:cs typeface="Pretendard"/>
              </a:rPr>
              <a:t>두 단계의 합</a:t>
            </a:r>
          </a:p>
        </p:txBody>
      </p:sp>
      <p:sp>
        <p:nvSpPr>
          <p:cNvPr id="8" name="반응식·수식">
            <a:extLst xmlns:a="http://schemas.openxmlformats.org/drawingml/2006/main">
              <a:ext uri="{FF2B5EF4-FFF2-40B4-BE49-F238E27FC236}">
                <a16:creationId xmlns:a16="http://schemas.microsoft.com/office/drawing/2014/main" id="{C67D348F-FE39-447E-A7A0-EB6D41848422}"/>
              </a:ext>
            </a:extLst>
          </p:cNvPr>
          <p:cNvSpPr>
            <a:spLocks xmlns:a="http://schemas.openxmlformats.org/drawingml/2006/main" noGrp="1"/>
          </p:cNvSpPr>
          <p:nvPr/>
        </p:nvSpPr>
        <p:spPr>
          <a:xfrm xmlns:a="http://schemas.openxmlformats.org/drawingml/2006/main">
            <a:off x="4000500" y="48958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75" b="0">
                <a:solidFill>
                  <a:srgbClr val="000000"/>
                </a:solidFill>
                <a:latin typeface="Pretendard"/>
                <a:ea typeface="Pretendard"/>
                <a:cs typeface="Pretendard"/>
              </a:defRPr>
            </a:defPPr>
            <a:lvl1pPr algn="l">
              <a:defRPr sz="4275" b="0">
                <a:solidFill>
                  <a:srgbClr val="000000"/>
                </a:solidFill>
                <a:latin typeface="Pretendard"/>
                <a:ea typeface="Pretendard"/>
                <a:cs typeface="Pretendard"/>
              </a:defRPr>
            </a:lvl1pPr>
            <a:lvl2pPr algn="l">
              <a:defRPr sz="4275" b="0">
                <a:solidFill>
                  <a:srgbClr val="000000"/>
                </a:solidFill>
                <a:latin typeface="Pretendard"/>
                <a:ea typeface="Pretendard"/>
                <a:cs typeface="Pretendard"/>
              </a:defRPr>
            </a:lvl2pPr>
            <a:lvl3pPr algn="l">
              <a:defRPr sz="4275" b="0">
                <a:solidFill>
                  <a:srgbClr val="000000"/>
                </a:solidFill>
                <a:latin typeface="Pretendard"/>
                <a:ea typeface="Pretendard"/>
                <a:cs typeface="Pretendard"/>
              </a:defRPr>
            </a:lvl3pPr>
            <a:lvl4pPr algn="l">
              <a:defRPr sz="4275" b="0">
                <a:solidFill>
                  <a:srgbClr val="000000"/>
                </a:solidFill>
                <a:latin typeface="Pretendard"/>
                <a:ea typeface="Pretendard"/>
                <a:cs typeface="Pretendard"/>
              </a:defRPr>
            </a:lvl4pPr>
            <a:lvl5pPr algn="l">
              <a:defRPr sz="4275" b="0">
                <a:solidFill>
                  <a:srgbClr val="000000"/>
                </a:solidFill>
                <a:latin typeface="Pretendard"/>
                <a:ea typeface="Pretendard"/>
                <a:cs typeface="Pretendard"/>
              </a:defRPr>
            </a:lvl5pPr>
            <a:lvl6pPr algn="l">
              <a:defRPr sz="4275" b="0">
                <a:solidFill>
                  <a:srgbClr val="000000"/>
                </a:solidFill>
                <a:latin typeface="Pretendard"/>
                <a:ea typeface="Pretendard"/>
                <a:cs typeface="Pretendard"/>
              </a:defRPr>
            </a:lvl6pPr>
            <a:lvl7pPr algn="l">
              <a:defRPr sz="4275" b="0">
                <a:solidFill>
                  <a:srgbClr val="000000"/>
                </a:solidFill>
                <a:latin typeface="Pretendard"/>
                <a:ea typeface="Pretendard"/>
                <a:cs typeface="Pretendard"/>
              </a:defRPr>
            </a:lvl7pPr>
            <a:lvl8pPr algn="l">
              <a:defRPr sz="4275" b="0">
                <a:solidFill>
                  <a:srgbClr val="000000"/>
                </a:solidFill>
                <a:latin typeface="Pretendard"/>
                <a:ea typeface="Pretendard"/>
                <a:cs typeface="Pretendard"/>
              </a:defRPr>
            </a:lvl8pPr>
            <a:lvl9pPr algn="l">
              <a:defRPr sz="4275" b="0">
                <a:solidFill>
                  <a:srgbClr val="000000"/>
                </a:solidFill>
                <a:latin typeface="Pretendard"/>
                <a:ea typeface="Pretendard"/>
                <a:cs typeface="Pretendard"/>
              </a:defRPr>
            </a:lvl9pPr>
          </a:lstStyle>
          <a:p xmlns:a="http://schemas.openxmlformats.org/drawingml/2006/main">
            <a:pPr algn="l">
              <a:defRPr sz="4275" b="0">
                <a:solidFill>
                  <a:srgbClr val="000000"/>
                </a:solidFill>
                <a:latin typeface="Pretendard"/>
                <a:ea typeface="Pretendard"/>
                <a:cs typeface="Pretendard"/>
              </a:defRPr>
            </a:pPr>
            <a:r>
              <a:t>−41.50 + (−52.25)</a:t>
            </a:r>
          </a:p>
        </p:txBody>
      </p:sp>
      <p:sp>
        <p:nvSpPr>
          <p:cNvPr id="9" name="text">
            <a:extLst xmlns:a="http://schemas.openxmlformats.org/drawingml/2006/main">
              <a:ext uri="{FF2B5EF4-FFF2-40B4-BE49-F238E27FC236}">
                <a16:creationId xmlns:a16="http://schemas.microsoft.com/office/drawing/2014/main" id="{FC4A267A-5312-494F-AB27-CF4A2059BBB7}"/>
              </a:ext>
            </a:extLst>
          </p:cNvPr>
          <p:cNvSpPr>
            <a:spLocks xmlns:a="http://schemas.openxmlformats.org/drawingml/2006/main" noGrp="1"/>
          </p:cNvSpPr>
          <p:nvPr/>
        </p:nvSpPr>
        <p:spPr>
          <a:xfrm xmlns:a="http://schemas.openxmlformats.org/drawingml/2006/main">
            <a:off x="4000500" y="567690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100" b="1">
                <a:solidFill>
                  <a:srgbClr val="57962F"/>
                </a:solidFill>
                <a:latin typeface="Pretendard"/>
                <a:ea typeface="Pretendard"/>
                <a:cs typeface="Pretendard"/>
              </a:defRPr>
            </a:defPPr>
            <a:lvl1pPr algn="l">
              <a:defRPr sz="5100" b="1">
                <a:solidFill>
                  <a:srgbClr val="57962F"/>
                </a:solidFill>
                <a:latin typeface="Pretendard"/>
                <a:ea typeface="Pretendard"/>
                <a:cs typeface="Pretendard"/>
              </a:defRPr>
            </a:lvl1pPr>
            <a:lvl2pPr algn="l">
              <a:defRPr sz="5100" b="1">
                <a:solidFill>
                  <a:srgbClr val="57962F"/>
                </a:solidFill>
                <a:latin typeface="Pretendard"/>
                <a:ea typeface="Pretendard"/>
                <a:cs typeface="Pretendard"/>
              </a:defRPr>
            </a:lvl2pPr>
            <a:lvl3pPr algn="l">
              <a:defRPr sz="5100" b="1">
                <a:solidFill>
                  <a:srgbClr val="57962F"/>
                </a:solidFill>
                <a:latin typeface="Pretendard"/>
                <a:ea typeface="Pretendard"/>
                <a:cs typeface="Pretendard"/>
              </a:defRPr>
            </a:lvl3pPr>
            <a:lvl4pPr algn="l">
              <a:defRPr sz="5100" b="1">
                <a:solidFill>
                  <a:srgbClr val="57962F"/>
                </a:solidFill>
                <a:latin typeface="Pretendard"/>
                <a:ea typeface="Pretendard"/>
                <a:cs typeface="Pretendard"/>
              </a:defRPr>
            </a:lvl4pPr>
            <a:lvl5pPr algn="l">
              <a:defRPr sz="5100" b="1">
                <a:solidFill>
                  <a:srgbClr val="57962F"/>
                </a:solidFill>
                <a:latin typeface="Pretendard"/>
                <a:ea typeface="Pretendard"/>
                <a:cs typeface="Pretendard"/>
              </a:defRPr>
            </a:lvl5pPr>
            <a:lvl6pPr algn="l">
              <a:defRPr sz="5100" b="1">
                <a:solidFill>
                  <a:srgbClr val="57962F"/>
                </a:solidFill>
                <a:latin typeface="Pretendard"/>
                <a:ea typeface="Pretendard"/>
                <a:cs typeface="Pretendard"/>
              </a:defRPr>
            </a:lvl6pPr>
            <a:lvl7pPr algn="l">
              <a:defRPr sz="5100" b="1">
                <a:solidFill>
                  <a:srgbClr val="57962F"/>
                </a:solidFill>
                <a:latin typeface="Pretendard"/>
                <a:ea typeface="Pretendard"/>
                <a:cs typeface="Pretendard"/>
              </a:defRPr>
            </a:lvl7pPr>
            <a:lvl8pPr algn="l">
              <a:defRPr sz="5100" b="1">
                <a:solidFill>
                  <a:srgbClr val="57962F"/>
                </a:solidFill>
                <a:latin typeface="Pretendard"/>
                <a:ea typeface="Pretendard"/>
                <a:cs typeface="Pretendard"/>
              </a:defRPr>
            </a:lvl8pPr>
            <a:lvl9pPr algn="l">
              <a:defRPr sz="5100" b="1">
                <a:solidFill>
                  <a:srgbClr val="57962F"/>
                </a:solidFill>
                <a:latin typeface="Pretendard"/>
                <a:ea typeface="Pretendard"/>
                <a:cs typeface="Pretendard"/>
              </a:defRPr>
            </a:lvl9pPr>
          </a:lstStyle>
          <a:p xmlns:a="http://schemas.openxmlformats.org/drawingml/2006/main">
            <a:pPr algn="l">
              <a:defRPr sz="5100" b="1">
                <a:solidFill>
                  <a:srgbClr val="57962F"/>
                </a:solidFill>
                <a:latin typeface="Pretendard"/>
                <a:ea typeface="Pretendard"/>
                <a:cs typeface="Pretendard"/>
              </a:defRPr>
            </a:pPr>
            <a:r>
              <a:rPr sz="5100" b="1">
                <a:solidFill>
                  <a:srgbClr val="57962F"/>
                </a:solidFill>
                <a:latin typeface="Pretendard"/>
                <a:ea typeface="Pretendard"/>
                <a:cs typeface="Pretendard"/>
              </a:rPr>
              <a:t>= −93.75 kJ/mol</a:t>
            </a:r>
          </a:p>
        </p:txBody>
      </p:sp>
      <p:sp>
        <p:nvSpPr>
          <p:cNvPr id="10" name="text">
            <a:extLst xmlns:a="http://schemas.openxmlformats.org/drawingml/2006/main">
              <a:ext uri="{FF2B5EF4-FFF2-40B4-BE49-F238E27FC236}">
                <a16:creationId xmlns:a16="http://schemas.microsoft.com/office/drawing/2014/main" id="{61CB7931-D38E-414A-9F88-EA58B990295A}"/>
              </a:ext>
            </a:extLst>
          </p:cNvPr>
          <p:cNvSpPr>
            <a:spLocks xmlns:a="http://schemas.openxmlformats.org/drawingml/2006/main" noGrp="1"/>
          </p:cNvSpPr>
          <p:nvPr/>
        </p:nvSpPr>
        <p:spPr>
          <a:xfrm xmlns:a="http://schemas.openxmlformats.org/drawingml/2006/main">
            <a:off x="4000500" y="69532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898989"/>
                </a:solidFill>
                <a:latin typeface="Pretendard"/>
                <a:ea typeface="Pretendard"/>
                <a:cs typeface="Pretendard"/>
              </a:defRPr>
            </a:defPPr>
            <a:lvl1pPr algn="l">
              <a:defRPr sz="3000" b="1">
                <a:solidFill>
                  <a:srgbClr val="898989"/>
                </a:solidFill>
                <a:latin typeface="Pretendard"/>
                <a:ea typeface="Pretendard"/>
                <a:cs typeface="Pretendard"/>
              </a:defRPr>
            </a:lvl1pPr>
            <a:lvl2pPr algn="l">
              <a:defRPr sz="3000" b="1">
                <a:solidFill>
                  <a:srgbClr val="898989"/>
                </a:solidFill>
                <a:latin typeface="Pretendard"/>
                <a:ea typeface="Pretendard"/>
                <a:cs typeface="Pretendard"/>
              </a:defRPr>
            </a:lvl2pPr>
            <a:lvl3pPr algn="l">
              <a:defRPr sz="3000" b="1">
                <a:solidFill>
                  <a:srgbClr val="898989"/>
                </a:solidFill>
                <a:latin typeface="Pretendard"/>
                <a:ea typeface="Pretendard"/>
                <a:cs typeface="Pretendard"/>
              </a:defRPr>
            </a:lvl3pPr>
            <a:lvl4pPr algn="l">
              <a:defRPr sz="3000" b="1">
                <a:solidFill>
                  <a:srgbClr val="898989"/>
                </a:solidFill>
                <a:latin typeface="Pretendard"/>
                <a:ea typeface="Pretendard"/>
                <a:cs typeface="Pretendard"/>
              </a:defRPr>
            </a:lvl4pPr>
            <a:lvl5pPr algn="l">
              <a:defRPr sz="3000" b="1">
                <a:solidFill>
                  <a:srgbClr val="898989"/>
                </a:solidFill>
                <a:latin typeface="Pretendard"/>
                <a:ea typeface="Pretendard"/>
                <a:cs typeface="Pretendard"/>
              </a:defRPr>
            </a:lvl5pPr>
            <a:lvl6pPr algn="l">
              <a:defRPr sz="3000" b="1">
                <a:solidFill>
                  <a:srgbClr val="898989"/>
                </a:solidFill>
                <a:latin typeface="Pretendard"/>
                <a:ea typeface="Pretendard"/>
                <a:cs typeface="Pretendard"/>
              </a:defRPr>
            </a:lvl6pPr>
            <a:lvl7pPr algn="l">
              <a:defRPr sz="3000" b="1">
                <a:solidFill>
                  <a:srgbClr val="898989"/>
                </a:solidFill>
                <a:latin typeface="Pretendard"/>
                <a:ea typeface="Pretendard"/>
                <a:cs typeface="Pretendard"/>
              </a:defRPr>
            </a:lvl7pPr>
            <a:lvl8pPr algn="l">
              <a:defRPr sz="3000" b="1">
                <a:solidFill>
                  <a:srgbClr val="898989"/>
                </a:solidFill>
                <a:latin typeface="Pretendard"/>
                <a:ea typeface="Pretendard"/>
                <a:cs typeface="Pretendard"/>
              </a:defRPr>
            </a:lvl8pPr>
            <a:lvl9pPr algn="l">
              <a:defRPr sz="3000" b="1">
                <a:solidFill>
                  <a:srgbClr val="898989"/>
                </a:solidFill>
                <a:latin typeface="Pretendard"/>
                <a:ea typeface="Pretendard"/>
                <a:cs typeface="Pretendard"/>
              </a:defRPr>
            </a:lvl9pPr>
          </a:lstStyle>
          <a:p xmlns:a="http://schemas.openxmlformats.org/drawingml/2006/main">
            <a:pPr algn="l">
              <a:defRPr sz="3000" b="1">
                <a:solidFill>
                  <a:srgbClr val="898989"/>
                </a:solidFill>
                <a:latin typeface="Pretendard"/>
                <a:ea typeface="Pretendard"/>
                <a:cs typeface="Pretendard"/>
              </a:defRPr>
            </a:pPr>
            <a:r>
              <a:rPr sz="3000" b="1">
                <a:solidFill>
                  <a:srgbClr val="898989"/>
                </a:solidFill>
                <a:latin typeface="Pretendard"/>
                <a:ea typeface="Pretendard"/>
                <a:cs typeface="Pretendard"/>
              </a:rPr>
              <a:t>직접 반응</a:t>
            </a:r>
          </a:p>
        </p:txBody>
      </p:sp>
      <p:sp>
        <p:nvSpPr>
          <p:cNvPr id="11" name="text">
            <a:extLst xmlns:a="http://schemas.openxmlformats.org/drawingml/2006/main">
              <a:ext uri="{FF2B5EF4-FFF2-40B4-BE49-F238E27FC236}">
                <a16:creationId xmlns:a16="http://schemas.microsoft.com/office/drawing/2014/main" id="{59F01E87-0809-49FC-96D7-0BCF0D612CB6}"/>
              </a:ext>
            </a:extLst>
          </p:cNvPr>
          <p:cNvSpPr>
            <a:spLocks xmlns:a="http://schemas.openxmlformats.org/drawingml/2006/main" noGrp="1"/>
          </p:cNvSpPr>
          <p:nvPr/>
        </p:nvSpPr>
        <p:spPr>
          <a:xfrm xmlns:a="http://schemas.openxmlformats.org/drawingml/2006/main">
            <a:off x="4000500" y="76295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100" b="1">
                <a:solidFill>
                  <a:srgbClr val="000000"/>
                </a:solidFill>
                <a:latin typeface="Pretendard"/>
                <a:ea typeface="Pretendard"/>
                <a:cs typeface="Pretendard"/>
              </a:defRPr>
            </a:defPPr>
            <a:lvl1pPr algn="l">
              <a:defRPr sz="5100" b="1">
                <a:solidFill>
                  <a:srgbClr val="000000"/>
                </a:solidFill>
                <a:latin typeface="Pretendard"/>
                <a:ea typeface="Pretendard"/>
                <a:cs typeface="Pretendard"/>
              </a:defRPr>
            </a:lvl1pPr>
            <a:lvl2pPr algn="l">
              <a:defRPr sz="5100" b="1">
                <a:solidFill>
                  <a:srgbClr val="000000"/>
                </a:solidFill>
                <a:latin typeface="Pretendard"/>
                <a:ea typeface="Pretendard"/>
                <a:cs typeface="Pretendard"/>
              </a:defRPr>
            </a:lvl2pPr>
            <a:lvl3pPr algn="l">
              <a:defRPr sz="5100" b="1">
                <a:solidFill>
                  <a:srgbClr val="000000"/>
                </a:solidFill>
                <a:latin typeface="Pretendard"/>
                <a:ea typeface="Pretendard"/>
                <a:cs typeface="Pretendard"/>
              </a:defRPr>
            </a:lvl3pPr>
            <a:lvl4pPr algn="l">
              <a:defRPr sz="5100" b="1">
                <a:solidFill>
                  <a:srgbClr val="000000"/>
                </a:solidFill>
                <a:latin typeface="Pretendard"/>
                <a:ea typeface="Pretendard"/>
                <a:cs typeface="Pretendard"/>
              </a:defRPr>
            </a:lvl4pPr>
            <a:lvl5pPr algn="l">
              <a:defRPr sz="5100" b="1">
                <a:solidFill>
                  <a:srgbClr val="000000"/>
                </a:solidFill>
                <a:latin typeface="Pretendard"/>
                <a:ea typeface="Pretendard"/>
                <a:cs typeface="Pretendard"/>
              </a:defRPr>
            </a:lvl5pPr>
            <a:lvl6pPr algn="l">
              <a:defRPr sz="5100" b="1">
                <a:solidFill>
                  <a:srgbClr val="000000"/>
                </a:solidFill>
                <a:latin typeface="Pretendard"/>
                <a:ea typeface="Pretendard"/>
                <a:cs typeface="Pretendard"/>
              </a:defRPr>
            </a:lvl6pPr>
            <a:lvl7pPr algn="l">
              <a:defRPr sz="5100" b="1">
                <a:solidFill>
                  <a:srgbClr val="000000"/>
                </a:solidFill>
                <a:latin typeface="Pretendard"/>
                <a:ea typeface="Pretendard"/>
                <a:cs typeface="Pretendard"/>
              </a:defRPr>
            </a:lvl7pPr>
            <a:lvl8pPr algn="l">
              <a:defRPr sz="5100" b="1">
                <a:solidFill>
                  <a:srgbClr val="000000"/>
                </a:solidFill>
                <a:latin typeface="Pretendard"/>
                <a:ea typeface="Pretendard"/>
                <a:cs typeface="Pretendard"/>
              </a:defRPr>
            </a:lvl8pPr>
            <a:lvl9pPr algn="l">
              <a:defRPr sz="5100" b="1">
                <a:solidFill>
                  <a:srgbClr val="000000"/>
                </a:solidFill>
                <a:latin typeface="Pretendard"/>
                <a:ea typeface="Pretendard"/>
                <a:cs typeface="Pretendard"/>
              </a:defRPr>
            </a:lvl9pPr>
          </a:lstStyle>
          <a:p xmlns:a="http://schemas.openxmlformats.org/drawingml/2006/main">
            <a:pPr algn="l">
              <a:defRPr sz="5100" b="1">
                <a:solidFill>
                  <a:srgbClr val="000000"/>
                </a:solidFill>
                <a:latin typeface="Pretendard"/>
                <a:ea typeface="Pretendard"/>
                <a:cs typeface="Pretendard"/>
              </a:defRPr>
            </a:pPr>
            <a:r>
              <a:rPr sz="5100" b="1">
                <a:solidFill>
                  <a:srgbClr val="000000"/>
                </a:solidFill>
                <a:latin typeface="Pretendard"/>
                <a:ea typeface="Pretendard"/>
                <a:cs typeface="Pretendard"/>
              </a:rPr>
              <a:t>−94.25 kJ/mol</a:t>
            </a:r>
          </a:p>
        </p:txBody>
      </p:sp>
      <p:sp>
        <p:nvSpPr>
          <p:cNvPr id="17" name="해석·결론">
            <a:extLst xmlns:a="http://schemas.openxmlformats.org/drawingml/2006/main">
              <a:ext uri="{FF2B5EF4-FFF2-40B4-BE49-F238E27FC236}">
                <a16:creationId xmlns:a16="http://schemas.microsoft.com/office/drawing/2014/main" id="{81E6918A-DB3B-42C0-B54C-46FE0CBDAC80}"/>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8" name="반응식·수식">
            <a:extLst xmlns:a="http://schemas.openxmlformats.org/drawingml/2006/main">
              <a:ext uri="{FF2B5EF4-FFF2-40B4-BE49-F238E27FC236}">
                <a16:creationId xmlns:a16="http://schemas.microsoft.com/office/drawing/2014/main" id="{304D9B6D-1F9C-4692-80C9-73DB640EF088}"/>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두 결과의 차이: 0.50 kJ/mol</a:t>
            </a:r>
          </a:p>
        </p:txBody>
      </p:sp>
    </p:spTree>
    <p:extLst>
      <p:ext uri="{BB962C8B-B14F-4D97-AF65-F5344CB8AC3E}">
        <p14:creationId xmlns:p14="http://schemas.microsoft.com/office/powerpoint/2010/main" val="1742680027"/>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CCDDE0F3-554A-416E-A4E2-DEC2F3D5314A}"/>
              </a:ext>
            </a:extLst>
          </p:cNvPr>
          <p:cNvPicPr>
            <a:picLocks xmlns:a="http://schemas.openxmlformats.org/drawingml/2006/main" noChangeAspect="1"/>
          </p:cNvPicPr>
          <p:nvPr/>
        </p:nvPicPr>
        <p:blipFill>
          <a:blip xmlns:r="http://schemas.openxmlformats.org/officeDocument/2006/relationships" xmlns:a="http://schemas.openxmlformats.org/drawingml/2006/main" r:embed="R88487b84de924f2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C5AAA15-74A5-46CF-BA9F-812561EBFC1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BE3C42A-01F5-41C6-BFF6-CAC990AD4BA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770DB63B-E896-425F-8B24-82A3740AC7C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1F9F7E91-3D25-42AA-A8DA-06826AAE3BA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0BA9D9BC-CC3B-424A-AA33-90E19CE747F4}"/>
              </a:ext>
            </a:extLst>
          </p:cNvPr>
          <p:cNvSpPr>
            <a:spLocks xmlns:a="http://schemas.openxmlformats.org/drawingml/2006/main" noGrp="1"/>
          </p:cNvSpPr>
          <p:nvPr/>
        </p:nvSpPr>
        <p:spPr>
          <a:xfrm xmlns:a="http://schemas.openxmlformats.org/drawingml/2006/main">
            <a:off x="952500" y="220980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직접 재지 못한 </a:t>
            </a:r>
            <a:r>
              <a:t>Δ</a:t>
            </a:r>
            <a:r>
              <a:rPr i="1">
                <a:latin typeface="Pretendard"/>
                <a:ea typeface="Pretendard"/>
                <a:cs typeface="Pretendard"/>
              </a:rPr>
              <a:t>H</a:t>
            </a:r>
            <a:r>
              <a:t>를 알게 되는 까닭</a:t>
            </a:r>
          </a:p>
        </p:txBody>
      </p:sp>
      <p:pic>
        <p:nvPicPr>
          <p:cNvPr id="7" name="">
            <a:extLst xmlns:a="http://schemas.openxmlformats.org/drawingml/2006/main">
              <a:ext uri="{FF2B5EF4-FFF2-40B4-BE49-F238E27FC236}">
                <a16:creationId xmlns:a16="http://schemas.microsoft.com/office/drawing/2014/main" id="{0A1836EB-AB39-4378-A2F4-B66B4CDC0610}"/>
              </a:ext>
            </a:extLst>
          </p:cNvPr>
          <p:cNvPicPr>
            <a:picLocks xmlns:a="http://schemas.openxmlformats.org/drawingml/2006/main" noChangeAspect="1"/>
          </p:cNvPicPr>
          <p:nvPr/>
        </p:nvPicPr>
        <p:blipFill>
          <a:blip xmlns:r="http://schemas.openxmlformats.org/officeDocument/2006/relationships" xmlns:a="http://schemas.openxmlformats.org/drawingml/2006/main" r:embed="Ra6738cd5a03946ce"/>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3BF0D5C1-38DE-4261-AADD-1E0C98217F18}"/>
              </a:ext>
            </a:extLst>
          </p:cNvPr>
          <p:cNvSpPr>
            <a:spLocks xmlns:a="http://schemas.openxmlformats.org/drawingml/2006/main" noGrp="1"/>
          </p:cNvSpPr>
          <p:nvPr/>
        </p:nvSpPr>
        <p:spPr>
          <a:xfrm xmlns:a="http://schemas.openxmlformats.org/drawingml/2006/main">
            <a:off x="5562600" y="4143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알고 있는 반응</a:t>
            </a:r>
          </a:p>
        </p:txBody>
      </p:sp>
      <p:sp>
        <p:nvSpPr>
          <p:cNvPr id="9" name="rich">
            <a:extLst xmlns:a="http://schemas.openxmlformats.org/drawingml/2006/main">
              <a:ext uri="{FF2B5EF4-FFF2-40B4-BE49-F238E27FC236}">
                <a16:creationId xmlns:a16="http://schemas.microsoft.com/office/drawing/2014/main" id="{0F81E235-9BC7-4573-B662-6D9F2638C795}"/>
              </a:ext>
            </a:extLst>
          </p:cNvPr>
          <p:cNvSpPr>
            <a:spLocks xmlns:a="http://schemas.openxmlformats.org/drawingml/2006/main" noGrp="1"/>
          </p:cNvSpPr>
          <p:nvPr/>
        </p:nvSpPr>
        <p:spPr>
          <a:xfrm xmlns:a="http://schemas.openxmlformats.org/drawingml/2006/main">
            <a:off x="5562600" y="4733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여러 반응을 조합한다.</a:t>
            </a:r>
          </a:p>
        </p:txBody>
      </p:sp>
      <p:sp>
        <p:nvSpPr>
          <p:cNvPr id="10" name="text">
            <a:extLst xmlns:a="http://schemas.openxmlformats.org/drawingml/2006/main">
              <a:ext uri="{FF2B5EF4-FFF2-40B4-BE49-F238E27FC236}">
                <a16:creationId xmlns:a16="http://schemas.microsoft.com/office/drawing/2014/main" id="{A9598DBC-B8BA-42F8-9806-BD80F6BDC583}"/>
              </a:ext>
            </a:extLst>
          </p:cNvPr>
          <p:cNvSpPr>
            <a:spLocks xmlns:a="http://schemas.openxmlformats.org/drawingml/2006/main" noGrp="1"/>
          </p:cNvSpPr>
          <p:nvPr/>
        </p:nvSpPr>
        <p:spPr>
          <a:xfrm xmlns:a="http://schemas.openxmlformats.org/drawingml/2006/main">
            <a:off x="5562600" y="58578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같은 처음과 끝</a:t>
            </a:r>
          </a:p>
        </p:txBody>
      </p:sp>
      <p:sp>
        <p:nvSpPr>
          <p:cNvPr id="11" name="rich">
            <a:extLst xmlns:a="http://schemas.openxmlformats.org/drawingml/2006/main">
              <a:ext uri="{FF2B5EF4-FFF2-40B4-BE49-F238E27FC236}">
                <a16:creationId xmlns:a16="http://schemas.microsoft.com/office/drawing/2014/main" id="{E8D6229C-7118-436D-973A-A3BD1A8CC042}"/>
              </a:ext>
            </a:extLst>
          </p:cNvPr>
          <p:cNvSpPr>
            <a:spLocks xmlns:a="http://schemas.openxmlformats.org/drawingml/2006/main" noGrp="1"/>
          </p:cNvSpPr>
          <p:nvPr/>
        </p:nvSpPr>
        <p:spPr>
          <a:xfrm xmlns:a="http://schemas.openxmlformats.org/drawingml/2006/main">
            <a:off x="5562600" y="64484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목표 반응과 같은 처음·나중 상태를 만든다.</a:t>
            </a:r>
          </a:p>
        </p:txBody>
      </p:sp>
      <p:sp>
        <p:nvSpPr>
          <p:cNvPr id="12" name="text">
            <a:extLst xmlns:a="http://schemas.openxmlformats.org/drawingml/2006/main">
              <a:ext uri="{FF2B5EF4-FFF2-40B4-BE49-F238E27FC236}">
                <a16:creationId xmlns:a16="http://schemas.microsoft.com/office/drawing/2014/main" id="{0238DC9D-992D-4415-ABFE-D537FA34C03F}"/>
              </a:ext>
            </a:extLst>
          </p:cNvPr>
          <p:cNvSpPr>
            <a:spLocks xmlns:a="http://schemas.openxmlformats.org/drawingml/2006/main" noGrp="1"/>
          </p:cNvSpPr>
          <p:nvPr/>
        </p:nvSpPr>
        <p:spPr>
          <a:xfrm xmlns:a="http://schemas.openxmlformats.org/drawingml/2006/main">
            <a:off x="5562600" y="7572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미지의 반응 엔탈피</a:t>
            </a:r>
          </a:p>
        </p:txBody>
      </p:sp>
      <p:sp>
        <p:nvSpPr>
          <p:cNvPr id="13" name="rich">
            <a:extLst xmlns:a="http://schemas.openxmlformats.org/drawingml/2006/main">
              <a:ext uri="{FF2B5EF4-FFF2-40B4-BE49-F238E27FC236}">
                <a16:creationId xmlns:a16="http://schemas.microsoft.com/office/drawing/2014/main" id="{5F1B2FA0-70D0-4494-B58D-CF4F7EE06ECE}"/>
              </a:ext>
            </a:extLst>
          </p:cNvPr>
          <p:cNvSpPr>
            <a:spLocks xmlns:a="http://schemas.openxmlformats.org/drawingml/2006/main" noGrp="1"/>
          </p:cNvSpPr>
          <p:nvPr/>
        </p:nvSpPr>
        <p:spPr>
          <a:xfrm xmlns:a="http://schemas.openxmlformats.org/drawingml/2006/main">
            <a:off x="5562600" y="8162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알려진 </a:t>
            </a:r>
            <a:r>
              <a:t>Δ</a:t>
            </a:r>
            <a:r>
              <a:rPr i="1">
                <a:latin typeface="Pretendard"/>
                <a:ea typeface="Pretendard"/>
                <a:cs typeface="Pretendard"/>
              </a:rPr>
              <a:t>H</a:t>
            </a:r>
            <a:r>
              <a:t>를 더해 구한다.</a:t>
            </a:r>
          </a:p>
        </p:txBody>
      </p:sp>
      <p:pic>
        <p:nvPicPr>
          <p:cNvPr id="14" name="">
            <a:extLst xmlns:a="http://schemas.openxmlformats.org/drawingml/2006/main">
              <a:ext uri="{FF2B5EF4-FFF2-40B4-BE49-F238E27FC236}">
                <a16:creationId xmlns:a16="http://schemas.microsoft.com/office/drawing/2014/main" id="{4154CBBF-9DEE-419A-932C-BB74992CD766}"/>
              </a:ext>
            </a:extLst>
          </p:cNvPr>
          <p:cNvPicPr>
            <a:picLocks xmlns:a="http://schemas.openxmlformats.org/drawingml/2006/main" noChangeAspect="1"/>
          </p:cNvPicPr>
          <p:nvPr/>
        </p:nvPicPr>
        <p:blipFill>
          <a:blip xmlns:r="http://schemas.openxmlformats.org/officeDocument/2006/relationships" xmlns:a="http://schemas.openxmlformats.org/drawingml/2006/main" r:embed="R0f809c5d88554932"/>
          <a:stretch xmlns:a="http://schemas.openxmlformats.org/drawingml/2006/main"/>
        </p:blipFill>
        <p:spPr>
          <a:xfrm xmlns:a="http://schemas.openxmlformats.org/drawingml/2006/main">
            <a:off x="1902542" y="5791200"/>
            <a:ext cx="2290917"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A1ECC800-2C22-4132-8DD6-055214F29C63}"/>
              </a:ext>
            </a:extLst>
          </p:cNvPr>
          <p:cNvPicPr>
            <a:picLocks xmlns:a="http://schemas.openxmlformats.org/drawingml/2006/main" noChangeAspect="1"/>
          </p:cNvPicPr>
          <p:nvPr/>
        </p:nvPicPr>
        <p:blipFill>
          <a:blip xmlns:r="http://schemas.openxmlformats.org/officeDocument/2006/relationships" xmlns:a="http://schemas.openxmlformats.org/drawingml/2006/main" r:embed="Rc6adc77af2f64f61"/>
          <a:stretch xmlns:a="http://schemas.openxmlformats.org/drawingml/2006/main"/>
        </p:blipFill>
        <p:spPr>
          <a:xfrm xmlns:a="http://schemas.openxmlformats.org/drawingml/2006/main">
            <a:off x="14395766" y="5695950"/>
            <a:ext cx="2164717" cy="361950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A663500B-6A5E-4562-AE9A-342DE7709A46}"/>
              </a:ext>
            </a:extLst>
          </p:cNvPr>
          <p:cNvSpPr>
            <a:spLocks xmlns:a="http://schemas.openxmlformats.org/drawingml/2006/main" noGrp="1"/>
          </p:cNvSpPr>
          <p:nvPr/>
        </p:nvSpPr>
        <p:spPr>
          <a:xfrm xmlns:a="http://schemas.openxmlformats.org/drawingml/2006/main">
            <a:off x="895350" y="4048125"/>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512306FF-B0C6-4BEE-892B-02C011ED7ADB}"/>
              </a:ext>
            </a:extLst>
          </p:cNvPr>
          <p:cNvSpPr>
            <a:spLocks xmlns:a="http://schemas.openxmlformats.org/drawingml/2006/main" noGrp="1"/>
          </p:cNvSpPr>
          <p:nvPr/>
        </p:nvSpPr>
        <p:spPr>
          <a:xfrm xmlns:a="http://schemas.openxmlformats.org/drawingml/2006/main">
            <a:off x="2895600" y="5372100"/>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4F762131-BEEA-405D-9AF3-09609B7F7936}"/>
              </a:ext>
            </a:extLst>
          </p:cNvPr>
          <p:cNvSpPr>
            <a:spLocks xmlns:a="http://schemas.openxmlformats.org/drawingml/2006/main" noGrp="1"/>
          </p:cNvSpPr>
          <p:nvPr/>
        </p:nvSpPr>
        <p:spPr>
          <a:xfrm xmlns:a="http://schemas.openxmlformats.org/drawingml/2006/main">
            <a:off x="1123950" y="42767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다른 경로로도</a:t>
            </a:r>
          </a:p>
        </p:txBody>
      </p:sp>
      <p:sp>
        <p:nvSpPr>
          <p:cNvPr id="19" name="캐릭터 질문 2">
            <a:extLst xmlns:a="http://schemas.openxmlformats.org/drawingml/2006/main">
              <a:ext uri="{FF2B5EF4-FFF2-40B4-BE49-F238E27FC236}">
                <a16:creationId xmlns:a16="http://schemas.microsoft.com/office/drawing/2014/main" id="{922B6F8F-AB9C-460E-8DF4-FCC614CEBF9D}"/>
              </a:ext>
            </a:extLst>
          </p:cNvPr>
          <p:cNvSpPr>
            <a:spLocks xmlns:a="http://schemas.openxmlformats.org/drawingml/2006/main" noGrp="1"/>
          </p:cNvSpPr>
          <p:nvPr/>
        </p:nvSpPr>
        <p:spPr>
          <a:xfrm xmlns:a="http://schemas.openxmlformats.org/drawingml/2006/main">
            <a:off x="1123950" y="47434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구할 수 있을까?</a:t>
            </a:r>
          </a:p>
        </p:txBody>
      </p:sp>
      <p:sp>
        <p:nvSpPr>
          <p:cNvPr id="20" name="참조 R03-22 여백 있는 말풍선">
            <a:extLst xmlns:a="http://schemas.openxmlformats.org/drawingml/2006/main">
              <a:ext uri="{FF2B5EF4-FFF2-40B4-BE49-F238E27FC236}">
                <a16:creationId xmlns:a16="http://schemas.microsoft.com/office/drawing/2014/main" id="{60E56C9C-34F9-4C96-A441-EC5D681E0523}"/>
              </a:ext>
            </a:extLst>
          </p:cNvPr>
          <p:cNvSpPr>
            <a:spLocks xmlns:a="http://schemas.openxmlformats.org/drawingml/2006/main" noGrp="1"/>
          </p:cNvSpPr>
          <p:nvPr/>
        </p:nvSpPr>
        <p:spPr>
          <a:xfrm xmlns:a="http://schemas.openxmlformats.org/drawingml/2006/main">
            <a:off x="13906500" y="4019550"/>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488AE0CD-C37E-4FA0-B249-6198D0BC16CE}"/>
              </a:ext>
            </a:extLst>
          </p:cNvPr>
          <p:cNvSpPr>
            <a:spLocks xmlns:a="http://schemas.openxmlformats.org/drawingml/2006/main" noGrp="1"/>
          </p:cNvSpPr>
          <p:nvPr/>
        </p:nvSpPr>
        <p:spPr>
          <a:xfrm xmlns:a="http://schemas.openxmlformats.org/drawingml/2006/main">
            <a:off x="15240000" y="534352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6C5ED413-2729-44F8-88A9-A2D050C20692}"/>
              </a:ext>
            </a:extLst>
          </p:cNvPr>
          <p:cNvSpPr>
            <a:spLocks xmlns:a="http://schemas.openxmlformats.org/drawingml/2006/main" noGrp="1"/>
          </p:cNvSpPr>
          <p:nvPr/>
        </p:nvSpPr>
        <p:spPr>
          <a:xfrm xmlns:a="http://schemas.openxmlformats.org/drawingml/2006/main">
            <a:off x="14135100" y="42481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처음과 끝이</a:t>
            </a:r>
          </a:p>
        </p:txBody>
      </p:sp>
      <p:sp>
        <p:nvSpPr>
          <p:cNvPr id="23" name="캐릭터 질문 2">
            <a:extLst xmlns:a="http://schemas.openxmlformats.org/drawingml/2006/main">
              <a:ext uri="{FF2B5EF4-FFF2-40B4-BE49-F238E27FC236}">
                <a16:creationId xmlns:a16="http://schemas.microsoft.com/office/drawing/2014/main" id="{BC8D512F-F2E8-4527-BAD9-0EC46E79DDC6}"/>
              </a:ext>
            </a:extLst>
          </p:cNvPr>
          <p:cNvSpPr>
            <a:spLocks xmlns:a="http://schemas.openxmlformats.org/drawingml/2006/main" noGrp="1"/>
          </p:cNvSpPr>
          <p:nvPr/>
        </p:nvSpPr>
        <p:spPr>
          <a:xfrm xmlns:a="http://schemas.openxmlformats.org/drawingml/2006/main">
            <a:off x="14135100" y="471487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같으면 가능해!</a:t>
            </a:r>
          </a:p>
        </p:txBody>
      </p:sp>
    </p:spTree>
    <p:extLst>
      <p:ext uri="{BB962C8B-B14F-4D97-AF65-F5344CB8AC3E}">
        <p14:creationId xmlns:p14="http://schemas.microsoft.com/office/powerpoint/2010/main" val="574883303"/>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C3B108E2-42DC-46AD-95D1-913AB9B763F8}"/>
              </a:ext>
            </a:extLst>
          </p:cNvPr>
          <p:cNvPicPr>
            <a:picLocks xmlns:a="http://schemas.openxmlformats.org/drawingml/2006/main" noChangeAspect="1"/>
          </p:cNvPicPr>
          <p:nvPr/>
        </p:nvPicPr>
        <p:blipFill>
          <a:blip xmlns:r="http://schemas.openxmlformats.org/officeDocument/2006/relationships" xmlns:a="http://schemas.openxmlformats.org/drawingml/2006/main" r:embed="R8f4a9ef5cddf471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32392F6-3BEE-4D8B-9844-F8274A59A4B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AE75AAC-0D7C-4C93-A92A-0BB2AF3C2B2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864DB006-4348-4484-BF91-1D09146B961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A070166F-61B6-4D9B-A181-05E80D5DD46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44E8783C-9189-4DF9-AACB-B662312D884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경로와 식으로 설명하기</a:t>
            </a:r>
          </a:p>
        </p:txBody>
      </p:sp>
      <p:sp>
        <p:nvSpPr>
          <p:cNvPr id="12" name="R03-38 확인 목록 영역">
            <a:extLst xmlns:a="http://schemas.openxmlformats.org/drawingml/2006/main">
              <a:ext uri="{FF2B5EF4-FFF2-40B4-BE49-F238E27FC236}">
                <a16:creationId xmlns:a16="http://schemas.microsoft.com/office/drawing/2014/main" id="{9E38A304-89E7-46FE-AE43-D567D19EF913}"/>
              </a:ext>
            </a:extLst>
          </p:cNvPr>
          <p:cNvSpPr>
            <a:spLocks xmlns:a="http://schemas.openxmlformats.org/drawingml/2006/main" noGrp="1"/>
          </p:cNvSpPr>
          <p:nvPr/>
        </p:nvSpPr>
        <p:spPr>
          <a:xfrm xmlns:a="http://schemas.openxmlformats.org/drawingml/2006/main">
            <a:off x="3810000" y="4410075"/>
            <a:ext cx="10668000" cy="5276850"/>
          </a:xfrm>
          <a:prstGeom xmlns:a="http://schemas.openxmlformats.org/drawingml/2006/main" prst="roundRect">
            <a:avLst>
              <a:gd name="adj" fmla="val 5054"/>
            </a:avLst>
          </a:prstGeom>
          <a:solidFill xmlns:a="http://schemas.openxmlformats.org/drawingml/2006/main">
            <a:srgbClr val="F5F5F5"/>
          </a:solidFill>
          <a:ln xmlns:a="http://schemas.openxmlformats.org/drawingml/2006/main" w="0">
            <a:noFill/>
          </a:ln>
        </p:spPr>
      </p:sp>
      <p:sp>
        <p:nvSpPr>
          <p:cNvPr id="13" name="R03-38 확인 칸">
            <a:extLst xmlns:a="http://schemas.openxmlformats.org/drawingml/2006/main">
              <a:ext uri="{FF2B5EF4-FFF2-40B4-BE49-F238E27FC236}">
                <a16:creationId xmlns:a16="http://schemas.microsoft.com/office/drawing/2014/main" id="{E0266B92-09F2-4CD0-88B1-B3F40859DB6F}"/>
              </a:ext>
            </a:extLst>
          </p:cNvPr>
          <p:cNvSpPr>
            <a:spLocks xmlns:a="http://schemas.openxmlformats.org/drawingml/2006/main" noGrp="1"/>
          </p:cNvSpPr>
          <p:nvPr/>
        </p:nvSpPr>
        <p:spPr>
          <a:xfrm xmlns:a="http://schemas.openxmlformats.org/drawingml/2006/main">
            <a:off x="4114800" y="4810125"/>
            <a:ext cx="371475" cy="371475"/>
          </a:xfrm>
          <a:prstGeom xmlns:a="http://schemas.openxmlformats.org/drawingml/2006/main" prst="roundRect">
            <a:avLst>
              <a:gd name="adj" fmla="val 12821"/>
            </a:avLst>
          </a:prstGeom>
          <a:solidFill xmlns:a="http://schemas.openxmlformats.org/drawingml/2006/main">
            <a:srgbClr val="FFFFFF"/>
          </a:solidFill>
          <a:ln xmlns:a="http://schemas.openxmlformats.org/drawingml/2006/main" w="19050">
            <a:solidFill>
              <a:srgbClr val="898989"/>
            </a:solidFill>
          </a:ln>
        </p:spPr>
      </p:sp>
      <p:sp>
        <p:nvSpPr>
          <p:cNvPr id="14" name="rich">
            <a:extLst xmlns:a="http://schemas.openxmlformats.org/drawingml/2006/main">
              <a:ext uri="{FF2B5EF4-FFF2-40B4-BE49-F238E27FC236}">
                <a16:creationId xmlns:a16="http://schemas.microsoft.com/office/drawing/2014/main" id="{1F9AAA93-E8A1-456F-ADA1-C8B043F06C7F}"/>
              </a:ext>
            </a:extLst>
          </p:cNvPr>
          <p:cNvSpPr>
            <a:spLocks xmlns:a="http://schemas.openxmlformats.org/drawingml/2006/main" noGrp="1"/>
          </p:cNvSpPr>
          <p:nvPr/>
        </p:nvSpPr>
        <p:spPr>
          <a:xfrm xmlns:a="http://schemas.openxmlformats.org/drawingml/2006/main">
            <a:off x="4762500" y="4695825"/>
            <a:ext cx="9410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1">
                <a:solidFill>
                  <a:srgbClr val="57962F"/>
                </a:solidFill>
                <a:latin typeface="Pretendard"/>
                <a:ea typeface="Pretendard"/>
                <a:cs typeface="Pretendard"/>
              </a:defRPr>
            </a:defPPr>
            <a:lvl1pPr algn="l">
              <a:defRPr sz="3225" b="1">
                <a:solidFill>
                  <a:srgbClr val="57962F"/>
                </a:solidFill>
                <a:latin typeface="Pretendard"/>
                <a:ea typeface="Pretendard"/>
                <a:cs typeface="Pretendard"/>
              </a:defRPr>
            </a:lvl1pPr>
            <a:lvl2pPr algn="l">
              <a:defRPr sz="3225" b="1">
                <a:solidFill>
                  <a:srgbClr val="57962F"/>
                </a:solidFill>
                <a:latin typeface="Pretendard"/>
                <a:ea typeface="Pretendard"/>
                <a:cs typeface="Pretendard"/>
              </a:defRPr>
            </a:lvl2pPr>
            <a:lvl3pPr algn="l">
              <a:defRPr sz="3225" b="1">
                <a:solidFill>
                  <a:srgbClr val="57962F"/>
                </a:solidFill>
                <a:latin typeface="Pretendard"/>
                <a:ea typeface="Pretendard"/>
                <a:cs typeface="Pretendard"/>
              </a:defRPr>
            </a:lvl3pPr>
            <a:lvl4pPr algn="l">
              <a:defRPr sz="3225" b="1">
                <a:solidFill>
                  <a:srgbClr val="57962F"/>
                </a:solidFill>
                <a:latin typeface="Pretendard"/>
                <a:ea typeface="Pretendard"/>
                <a:cs typeface="Pretendard"/>
              </a:defRPr>
            </a:lvl4pPr>
            <a:lvl5pPr algn="l">
              <a:defRPr sz="3225" b="1">
                <a:solidFill>
                  <a:srgbClr val="57962F"/>
                </a:solidFill>
                <a:latin typeface="Pretendard"/>
                <a:ea typeface="Pretendard"/>
                <a:cs typeface="Pretendard"/>
              </a:defRPr>
            </a:lvl5pPr>
            <a:lvl6pPr algn="l">
              <a:defRPr sz="3225" b="1">
                <a:solidFill>
                  <a:srgbClr val="57962F"/>
                </a:solidFill>
                <a:latin typeface="Pretendard"/>
                <a:ea typeface="Pretendard"/>
                <a:cs typeface="Pretendard"/>
              </a:defRPr>
            </a:lvl6pPr>
            <a:lvl7pPr algn="l">
              <a:defRPr sz="3225" b="1">
                <a:solidFill>
                  <a:srgbClr val="57962F"/>
                </a:solidFill>
                <a:latin typeface="Pretendard"/>
                <a:ea typeface="Pretendard"/>
                <a:cs typeface="Pretendard"/>
              </a:defRPr>
            </a:lvl7pPr>
            <a:lvl8pPr algn="l">
              <a:defRPr sz="3225" b="1">
                <a:solidFill>
                  <a:srgbClr val="57962F"/>
                </a:solidFill>
                <a:latin typeface="Pretendard"/>
                <a:ea typeface="Pretendard"/>
                <a:cs typeface="Pretendard"/>
              </a:defRPr>
            </a:lvl8pPr>
            <a:lvl9pPr algn="l">
              <a:defRPr sz="3225" b="1">
                <a:solidFill>
                  <a:srgbClr val="57962F"/>
                </a:solidFill>
                <a:latin typeface="Pretendard"/>
                <a:ea typeface="Pretendard"/>
                <a:cs typeface="Pretendard"/>
              </a:defRPr>
            </a:lvl9pPr>
          </a:lstStyle>
          <a:p xmlns:a="http://schemas.openxmlformats.org/drawingml/2006/main">
            <a:pPr algn="l">
              <a:defRPr sz="3225" b="1">
                <a:solidFill>
                  <a:srgbClr val="57962F"/>
                </a:solidFill>
                <a:latin typeface="Pretendard"/>
                <a:ea typeface="Pretendard"/>
                <a:cs typeface="Pretendard"/>
              </a:defRPr>
            </a:pPr>
            <a:r>
              <a:t>CO 생성 반응</a:t>
            </a:r>
          </a:p>
        </p:txBody>
      </p:sp>
      <p:sp>
        <p:nvSpPr>
          <p:cNvPr id="15" name="rich">
            <a:extLst xmlns:a="http://schemas.openxmlformats.org/drawingml/2006/main">
              <a:ext uri="{FF2B5EF4-FFF2-40B4-BE49-F238E27FC236}">
                <a16:creationId xmlns:a16="http://schemas.microsoft.com/office/drawing/2014/main" id="{C340CFF2-BC86-4207-BE30-30F278322341}"/>
              </a:ext>
            </a:extLst>
          </p:cNvPr>
          <p:cNvSpPr>
            <a:spLocks xmlns:a="http://schemas.openxmlformats.org/drawingml/2006/main" noGrp="1"/>
          </p:cNvSpPr>
          <p:nvPr/>
        </p:nvSpPr>
        <p:spPr>
          <a:xfrm xmlns:a="http://schemas.openxmlformats.org/drawingml/2006/main">
            <a:off x="4762500" y="5314950"/>
            <a:ext cx="9410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₂가 되는 까닭은?</a:t>
            </a:r>
          </a:p>
        </p:txBody>
      </p:sp>
      <p:sp>
        <p:nvSpPr>
          <p:cNvPr id="16" name="R03-38 확인 칸">
            <a:extLst xmlns:a="http://schemas.openxmlformats.org/drawingml/2006/main">
              <a:ext uri="{FF2B5EF4-FFF2-40B4-BE49-F238E27FC236}">
                <a16:creationId xmlns:a16="http://schemas.microsoft.com/office/drawing/2014/main" id="{013321E4-8D70-4302-A778-CB2D5173BF00}"/>
              </a:ext>
            </a:extLst>
          </p:cNvPr>
          <p:cNvSpPr>
            <a:spLocks xmlns:a="http://schemas.openxmlformats.org/drawingml/2006/main" noGrp="1"/>
          </p:cNvSpPr>
          <p:nvPr/>
        </p:nvSpPr>
        <p:spPr>
          <a:xfrm xmlns:a="http://schemas.openxmlformats.org/drawingml/2006/main">
            <a:off x="4114800" y="6429375"/>
            <a:ext cx="371475" cy="371475"/>
          </a:xfrm>
          <a:prstGeom xmlns:a="http://schemas.openxmlformats.org/drawingml/2006/main" prst="roundRect">
            <a:avLst>
              <a:gd name="adj" fmla="val 12821"/>
            </a:avLst>
          </a:prstGeom>
          <a:solidFill xmlns:a="http://schemas.openxmlformats.org/drawingml/2006/main">
            <a:srgbClr val="FFFFFF"/>
          </a:solidFill>
          <a:ln xmlns:a="http://schemas.openxmlformats.org/drawingml/2006/main" w="19050">
            <a:solidFill>
              <a:srgbClr val="898989"/>
            </a:solidFill>
          </a:ln>
        </p:spPr>
      </p:sp>
      <p:sp>
        <p:nvSpPr>
          <p:cNvPr id="17" name="rich">
            <a:extLst xmlns:a="http://schemas.openxmlformats.org/drawingml/2006/main">
              <a:ext uri="{FF2B5EF4-FFF2-40B4-BE49-F238E27FC236}">
                <a16:creationId xmlns:a16="http://schemas.microsoft.com/office/drawing/2014/main" id="{BD0DFEF9-6851-4C25-B5CB-263D9CE8F831}"/>
              </a:ext>
            </a:extLst>
          </p:cNvPr>
          <p:cNvSpPr>
            <a:spLocks xmlns:a="http://schemas.openxmlformats.org/drawingml/2006/main" noGrp="1"/>
          </p:cNvSpPr>
          <p:nvPr/>
        </p:nvSpPr>
        <p:spPr>
          <a:xfrm xmlns:a="http://schemas.openxmlformats.org/drawingml/2006/main">
            <a:off x="4762500" y="6315075"/>
            <a:ext cx="9410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1">
                <a:solidFill>
                  <a:srgbClr val="57962F"/>
                </a:solidFill>
                <a:latin typeface="Pretendard"/>
                <a:ea typeface="Pretendard"/>
                <a:cs typeface="Pretendard"/>
              </a:defRPr>
            </a:defPPr>
            <a:lvl1pPr algn="l">
              <a:defRPr sz="3225" b="1">
                <a:solidFill>
                  <a:srgbClr val="57962F"/>
                </a:solidFill>
                <a:latin typeface="Pretendard"/>
                <a:ea typeface="Pretendard"/>
                <a:cs typeface="Pretendard"/>
              </a:defRPr>
            </a:lvl1pPr>
            <a:lvl2pPr algn="l">
              <a:defRPr sz="3225" b="1">
                <a:solidFill>
                  <a:srgbClr val="57962F"/>
                </a:solidFill>
                <a:latin typeface="Pretendard"/>
                <a:ea typeface="Pretendard"/>
                <a:cs typeface="Pretendard"/>
              </a:defRPr>
            </a:lvl2pPr>
            <a:lvl3pPr algn="l">
              <a:defRPr sz="3225" b="1">
                <a:solidFill>
                  <a:srgbClr val="57962F"/>
                </a:solidFill>
                <a:latin typeface="Pretendard"/>
                <a:ea typeface="Pretendard"/>
                <a:cs typeface="Pretendard"/>
              </a:defRPr>
            </a:lvl3pPr>
            <a:lvl4pPr algn="l">
              <a:defRPr sz="3225" b="1">
                <a:solidFill>
                  <a:srgbClr val="57962F"/>
                </a:solidFill>
                <a:latin typeface="Pretendard"/>
                <a:ea typeface="Pretendard"/>
                <a:cs typeface="Pretendard"/>
              </a:defRPr>
            </a:lvl4pPr>
            <a:lvl5pPr algn="l">
              <a:defRPr sz="3225" b="1">
                <a:solidFill>
                  <a:srgbClr val="57962F"/>
                </a:solidFill>
                <a:latin typeface="Pretendard"/>
                <a:ea typeface="Pretendard"/>
                <a:cs typeface="Pretendard"/>
              </a:defRPr>
            </a:lvl5pPr>
            <a:lvl6pPr algn="l">
              <a:defRPr sz="3225" b="1">
                <a:solidFill>
                  <a:srgbClr val="57962F"/>
                </a:solidFill>
                <a:latin typeface="Pretendard"/>
                <a:ea typeface="Pretendard"/>
                <a:cs typeface="Pretendard"/>
              </a:defRPr>
            </a:lvl6pPr>
            <a:lvl7pPr algn="l">
              <a:defRPr sz="3225" b="1">
                <a:solidFill>
                  <a:srgbClr val="57962F"/>
                </a:solidFill>
                <a:latin typeface="Pretendard"/>
                <a:ea typeface="Pretendard"/>
                <a:cs typeface="Pretendard"/>
              </a:defRPr>
            </a:lvl7pPr>
            <a:lvl8pPr algn="l">
              <a:defRPr sz="3225" b="1">
                <a:solidFill>
                  <a:srgbClr val="57962F"/>
                </a:solidFill>
                <a:latin typeface="Pretendard"/>
                <a:ea typeface="Pretendard"/>
                <a:cs typeface="Pretendard"/>
              </a:defRPr>
            </a:lvl8pPr>
            <a:lvl9pPr algn="l">
              <a:defRPr sz="3225" b="1">
                <a:solidFill>
                  <a:srgbClr val="57962F"/>
                </a:solidFill>
                <a:latin typeface="Pretendard"/>
                <a:ea typeface="Pretendard"/>
                <a:cs typeface="Pretendard"/>
              </a:defRPr>
            </a:lvl9pPr>
          </a:lstStyle>
          <a:p xmlns:a="http://schemas.openxmlformats.org/drawingml/2006/main">
            <a:pPr algn="l">
              <a:defRPr sz="3225" b="1">
                <a:solidFill>
                  <a:srgbClr val="57962F"/>
                </a:solidFill>
                <a:latin typeface="Pretendard"/>
                <a:ea typeface="Pretendard"/>
                <a:cs typeface="Pretendard"/>
              </a:defRPr>
            </a:pPr>
            <a:r>
              <a:t>물의 기화</a:t>
            </a:r>
          </a:p>
        </p:txBody>
      </p:sp>
      <p:sp>
        <p:nvSpPr>
          <p:cNvPr id="18" name="rich">
            <a:extLst xmlns:a="http://schemas.openxmlformats.org/drawingml/2006/main">
              <a:ext uri="{FF2B5EF4-FFF2-40B4-BE49-F238E27FC236}">
                <a16:creationId xmlns:a16="http://schemas.microsoft.com/office/drawing/2014/main" id="{3AB3005A-2DE8-414B-B4A1-B29983E35F87}"/>
              </a:ext>
            </a:extLst>
          </p:cNvPr>
          <p:cNvSpPr>
            <a:spLocks xmlns:a="http://schemas.openxmlformats.org/drawingml/2006/main" noGrp="1"/>
          </p:cNvSpPr>
          <p:nvPr/>
        </p:nvSpPr>
        <p:spPr>
          <a:xfrm xmlns:a="http://schemas.openxmlformats.org/drawingml/2006/main">
            <a:off x="4762500" y="6934200"/>
            <a:ext cx="9410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Δ</a:t>
            </a:r>
            <a:r>
              <a:rPr i="1">
                <a:latin typeface="Pretendard"/>
                <a:ea typeface="Pretendard"/>
                <a:cs typeface="Pretendard"/>
              </a:rPr>
              <a:t>H</a:t>
            </a:r>
            <a:r>
              <a:t>의 부호를 근거와 함께 설명하시오.</a:t>
            </a:r>
          </a:p>
        </p:txBody>
      </p:sp>
      <p:sp>
        <p:nvSpPr>
          <p:cNvPr id="19" name="R03-38 확인 칸">
            <a:extLst xmlns:a="http://schemas.openxmlformats.org/drawingml/2006/main">
              <a:ext uri="{FF2B5EF4-FFF2-40B4-BE49-F238E27FC236}">
                <a16:creationId xmlns:a16="http://schemas.microsoft.com/office/drawing/2014/main" id="{F6C4190B-BC28-43DC-B09B-9FB735E9FE0C}"/>
              </a:ext>
            </a:extLst>
          </p:cNvPr>
          <p:cNvSpPr>
            <a:spLocks xmlns:a="http://schemas.openxmlformats.org/drawingml/2006/main" noGrp="1"/>
          </p:cNvSpPr>
          <p:nvPr/>
        </p:nvSpPr>
        <p:spPr>
          <a:xfrm xmlns:a="http://schemas.openxmlformats.org/drawingml/2006/main">
            <a:off x="4114800" y="8048625"/>
            <a:ext cx="371475" cy="371475"/>
          </a:xfrm>
          <a:prstGeom xmlns:a="http://schemas.openxmlformats.org/drawingml/2006/main" prst="roundRect">
            <a:avLst>
              <a:gd name="adj" fmla="val 12821"/>
            </a:avLst>
          </a:prstGeom>
          <a:solidFill xmlns:a="http://schemas.openxmlformats.org/drawingml/2006/main">
            <a:srgbClr val="FFFFFF"/>
          </a:solidFill>
          <a:ln xmlns:a="http://schemas.openxmlformats.org/drawingml/2006/main" w="19050">
            <a:solidFill>
              <a:srgbClr val="898989"/>
            </a:solidFill>
          </a:ln>
        </p:spPr>
      </p:sp>
      <p:sp>
        <p:nvSpPr>
          <p:cNvPr id="20" name="rich">
            <a:extLst xmlns:a="http://schemas.openxmlformats.org/drawingml/2006/main">
              <a:ext uri="{FF2B5EF4-FFF2-40B4-BE49-F238E27FC236}">
                <a16:creationId xmlns:a16="http://schemas.microsoft.com/office/drawing/2014/main" id="{908448A5-1A03-4D6B-B2D7-D45E5F7450A3}"/>
              </a:ext>
            </a:extLst>
          </p:cNvPr>
          <p:cNvSpPr>
            <a:spLocks xmlns:a="http://schemas.openxmlformats.org/drawingml/2006/main" noGrp="1"/>
          </p:cNvSpPr>
          <p:nvPr/>
        </p:nvSpPr>
        <p:spPr>
          <a:xfrm xmlns:a="http://schemas.openxmlformats.org/drawingml/2006/main">
            <a:off x="4762500" y="7934325"/>
            <a:ext cx="9410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1">
                <a:solidFill>
                  <a:srgbClr val="57962F"/>
                </a:solidFill>
                <a:latin typeface="Pretendard"/>
                <a:ea typeface="Pretendard"/>
                <a:cs typeface="Pretendard"/>
              </a:defRPr>
            </a:defPPr>
            <a:lvl1pPr algn="l">
              <a:defRPr sz="3225" b="1">
                <a:solidFill>
                  <a:srgbClr val="57962F"/>
                </a:solidFill>
                <a:latin typeface="Pretendard"/>
                <a:ea typeface="Pretendard"/>
                <a:cs typeface="Pretendard"/>
              </a:defRPr>
            </a:lvl1pPr>
            <a:lvl2pPr algn="l">
              <a:defRPr sz="3225" b="1">
                <a:solidFill>
                  <a:srgbClr val="57962F"/>
                </a:solidFill>
                <a:latin typeface="Pretendard"/>
                <a:ea typeface="Pretendard"/>
                <a:cs typeface="Pretendard"/>
              </a:defRPr>
            </a:lvl2pPr>
            <a:lvl3pPr algn="l">
              <a:defRPr sz="3225" b="1">
                <a:solidFill>
                  <a:srgbClr val="57962F"/>
                </a:solidFill>
                <a:latin typeface="Pretendard"/>
                <a:ea typeface="Pretendard"/>
                <a:cs typeface="Pretendard"/>
              </a:defRPr>
            </a:lvl3pPr>
            <a:lvl4pPr algn="l">
              <a:defRPr sz="3225" b="1">
                <a:solidFill>
                  <a:srgbClr val="57962F"/>
                </a:solidFill>
                <a:latin typeface="Pretendard"/>
                <a:ea typeface="Pretendard"/>
                <a:cs typeface="Pretendard"/>
              </a:defRPr>
            </a:lvl4pPr>
            <a:lvl5pPr algn="l">
              <a:defRPr sz="3225" b="1">
                <a:solidFill>
                  <a:srgbClr val="57962F"/>
                </a:solidFill>
                <a:latin typeface="Pretendard"/>
                <a:ea typeface="Pretendard"/>
                <a:cs typeface="Pretendard"/>
              </a:defRPr>
            </a:lvl5pPr>
            <a:lvl6pPr algn="l">
              <a:defRPr sz="3225" b="1">
                <a:solidFill>
                  <a:srgbClr val="57962F"/>
                </a:solidFill>
                <a:latin typeface="Pretendard"/>
                <a:ea typeface="Pretendard"/>
                <a:cs typeface="Pretendard"/>
              </a:defRPr>
            </a:lvl6pPr>
            <a:lvl7pPr algn="l">
              <a:defRPr sz="3225" b="1">
                <a:solidFill>
                  <a:srgbClr val="57962F"/>
                </a:solidFill>
                <a:latin typeface="Pretendard"/>
                <a:ea typeface="Pretendard"/>
                <a:cs typeface="Pretendard"/>
              </a:defRPr>
            </a:lvl7pPr>
            <a:lvl8pPr algn="l">
              <a:defRPr sz="3225" b="1">
                <a:solidFill>
                  <a:srgbClr val="57962F"/>
                </a:solidFill>
                <a:latin typeface="Pretendard"/>
                <a:ea typeface="Pretendard"/>
                <a:cs typeface="Pretendard"/>
              </a:defRPr>
            </a:lvl8pPr>
            <a:lvl9pPr algn="l">
              <a:defRPr sz="3225" b="1">
                <a:solidFill>
                  <a:srgbClr val="57962F"/>
                </a:solidFill>
                <a:latin typeface="Pretendard"/>
                <a:ea typeface="Pretendard"/>
                <a:cs typeface="Pretendard"/>
              </a:defRPr>
            </a:lvl9pPr>
          </a:lstStyle>
          <a:p xmlns:a="http://schemas.openxmlformats.org/drawingml/2006/main">
            <a:pPr algn="l">
              <a:defRPr sz="3225" b="1">
                <a:solidFill>
                  <a:srgbClr val="57962F"/>
                </a:solidFill>
                <a:latin typeface="Pretendard"/>
                <a:ea typeface="Pretendard"/>
                <a:cs typeface="Pretendard"/>
              </a:defRPr>
            </a:pPr>
            <a:r>
              <a:t>실험값의 차이</a:t>
            </a:r>
          </a:p>
        </p:txBody>
      </p:sp>
      <p:sp>
        <p:nvSpPr>
          <p:cNvPr id="21" name="rich">
            <a:extLst xmlns:a="http://schemas.openxmlformats.org/drawingml/2006/main">
              <a:ext uri="{FF2B5EF4-FFF2-40B4-BE49-F238E27FC236}">
                <a16:creationId xmlns:a16="http://schemas.microsoft.com/office/drawing/2014/main" id="{1F24271A-FA63-449D-9045-323965DF35B6}"/>
              </a:ext>
            </a:extLst>
          </p:cNvPr>
          <p:cNvSpPr>
            <a:spLocks xmlns:a="http://schemas.openxmlformats.org/drawingml/2006/main" noGrp="1"/>
          </p:cNvSpPr>
          <p:nvPr/>
        </p:nvSpPr>
        <p:spPr>
          <a:xfrm xmlns:a="http://schemas.openxmlformats.org/drawingml/2006/main">
            <a:off x="4762500" y="8553450"/>
            <a:ext cx="9410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두 값이 정확히 같지 않을 수 있는 이유는?</a:t>
            </a:r>
          </a:p>
        </p:txBody>
      </p:sp>
      <p:sp>
        <p:nvSpPr>
          <p:cNvPr id="22" name="text">
            <a:extLst xmlns:a="http://schemas.openxmlformats.org/drawingml/2006/main">
              <a:ext uri="{FF2B5EF4-FFF2-40B4-BE49-F238E27FC236}">
                <a16:creationId xmlns:a16="http://schemas.microsoft.com/office/drawing/2014/main" id="{323605FE-BC8F-4286-9542-238D4C41DCB7}"/>
              </a:ext>
            </a:extLst>
          </p:cNvPr>
          <p:cNvSpPr>
            <a:spLocks xmlns:a="http://schemas.openxmlformats.org/drawingml/2006/main" noGrp="1"/>
          </p:cNvSpPr>
          <p:nvPr/>
        </p:nvSpPr>
        <p:spPr>
          <a:xfrm xmlns:a="http://schemas.openxmlformats.org/drawingml/2006/main">
            <a:off x="2286000" y="368617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898989"/>
                </a:solidFill>
                <a:latin typeface="Pretendard"/>
                <a:ea typeface="Pretendard"/>
                <a:cs typeface="Pretendard"/>
              </a:defRPr>
            </a:defPPr>
            <a:lvl1pPr algn="ctr">
              <a:defRPr sz="2700" b="0">
                <a:solidFill>
                  <a:srgbClr val="898989"/>
                </a:solidFill>
                <a:latin typeface="Pretendard"/>
                <a:ea typeface="Pretendard"/>
                <a:cs typeface="Pretendard"/>
              </a:defRPr>
            </a:lvl1pPr>
            <a:lvl2pPr algn="ctr">
              <a:defRPr sz="2700" b="0">
                <a:solidFill>
                  <a:srgbClr val="898989"/>
                </a:solidFill>
                <a:latin typeface="Pretendard"/>
                <a:ea typeface="Pretendard"/>
                <a:cs typeface="Pretendard"/>
              </a:defRPr>
            </a:lvl2pPr>
            <a:lvl3pPr algn="ctr">
              <a:defRPr sz="2700" b="0">
                <a:solidFill>
                  <a:srgbClr val="898989"/>
                </a:solidFill>
                <a:latin typeface="Pretendard"/>
                <a:ea typeface="Pretendard"/>
                <a:cs typeface="Pretendard"/>
              </a:defRPr>
            </a:lvl3pPr>
            <a:lvl4pPr algn="ctr">
              <a:defRPr sz="2700" b="0">
                <a:solidFill>
                  <a:srgbClr val="898989"/>
                </a:solidFill>
                <a:latin typeface="Pretendard"/>
                <a:ea typeface="Pretendard"/>
                <a:cs typeface="Pretendard"/>
              </a:defRPr>
            </a:lvl4pPr>
            <a:lvl5pPr algn="ctr">
              <a:defRPr sz="2700" b="0">
                <a:solidFill>
                  <a:srgbClr val="898989"/>
                </a:solidFill>
                <a:latin typeface="Pretendard"/>
                <a:ea typeface="Pretendard"/>
                <a:cs typeface="Pretendard"/>
              </a:defRPr>
            </a:lvl5pPr>
            <a:lvl6pPr algn="ctr">
              <a:defRPr sz="2700" b="0">
                <a:solidFill>
                  <a:srgbClr val="898989"/>
                </a:solidFill>
                <a:latin typeface="Pretendard"/>
                <a:ea typeface="Pretendard"/>
                <a:cs typeface="Pretendard"/>
              </a:defRPr>
            </a:lvl6pPr>
            <a:lvl7pPr algn="ctr">
              <a:defRPr sz="2700" b="0">
                <a:solidFill>
                  <a:srgbClr val="898989"/>
                </a:solidFill>
                <a:latin typeface="Pretendard"/>
                <a:ea typeface="Pretendard"/>
                <a:cs typeface="Pretendard"/>
              </a:defRPr>
            </a:lvl7pPr>
            <a:lvl8pPr algn="ctr">
              <a:defRPr sz="2700" b="0">
                <a:solidFill>
                  <a:srgbClr val="898989"/>
                </a:solidFill>
                <a:latin typeface="Pretendard"/>
                <a:ea typeface="Pretendard"/>
                <a:cs typeface="Pretendard"/>
              </a:defRPr>
            </a:lvl8pPr>
            <a:lvl9pPr algn="ctr">
              <a:defRPr sz="2700" b="0">
                <a:solidFill>
                  <a:srgbClr val="898989"/>
                </a:solidFill>
                <a:latin typeface="Pretendard"/>
                <a:ea typeface="Pretendard"/>
                <a:cs typeface="Pretendard"/>
              </a:defRPr>
            </a:lvl9pPr>
          </a:lstStyle>
          <a:p xmlns:a="http://schemas.openxmlformats.org/drawingml/2006/main">
            <a:pPr algn="ctr">
              <a:defRPr sz="2700" b="0">
                <a:solidFill>
                  <a:srgbClr val="898989"/>
                </a:solidFill>
                <a:latin typeface="Pretendard"/>
                <a:ea typeface="Pretendard"/>
                <a:cs typeface="Pretendard"/>
              </a:defRPr>
            </a:pPr>
            <a:r>
              <a:rPr sz="2700" b="0">
                <a:solidFill>
                  <a:srgbClr val="898989"/>
                </a:solidFill>
                <a:latin typeface="Pretendard"/>
                <a:ea typeface="Pretendard"/>
                <a:cs typeface="Pretendard"/>
              </a:rPr>
              <a:t>식과 그래프를 근거로 이유를 설명해 보자.</a:t>
            </a:r>
          </a:p>
        </p:txBody>
      </p:sp>
    </p:spTree>
    <p:extLst>
      <p:ext uri="{BB962C8B-B14F-4D97-AF65-F5344CB8AC3E}">
        <p14:creationId xmlns:p14="http://schemas.microsoft.com/office/powerpoint/2010/main" val="1128165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2026-10-27T23:05:06.6490000Z</dcterms:created>
  <dcterms:modified xsi:type="dcterms:W3CDTF">2026-10-27T23:05:06.6490000Z</dcterms:modified>
</coreProperties>
</file>