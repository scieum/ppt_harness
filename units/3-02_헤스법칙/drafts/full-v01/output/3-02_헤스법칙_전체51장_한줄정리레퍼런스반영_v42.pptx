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045c5a05ae4edc" /><Relationship Type="http://schemas.openxmlformats.org/officeDocument/2006/relationships/extended-properties" Target="/docProps/app.xml" Id="R1a6c067e875048ba" /><Relationship Type="http://schemas.openxmlformats.org/officeDocument/2006/relationships/officeDocument" Target="/ppt/presentation.xml" Id="R6aee02ae066042a4" /></Relationships>
</file>

<file path=ppt/presentation.xml><?xml version="1.0" encoding="utf-8"?>
<p:presentation xmlns:p="http://schemas.openxmlformats.org/presentationml/2006/main">
  <p:sldMasterIdLst>
    <p:sldMasterId xmlns:r="http://schemas.openxmlformats.org/officeDocument/2006/relationships" id="2147483648" r:id="Rbf65b2779a884718"/>
  </p:sldMasterIdLst>
  <p:notesMasterIdLst>
    <p:notesMasterId xmlns:r="http://schemas.openxmlformats.org/officeDocument/2006/relationships" r:id="Raaf63ed90ef84a64"/>
  </p:notesMasterIdLst>
  <p:sldIdLst>
    <p:sldId xmlns:r="http://schemas.openxmlformats.org/officeDocument/2006/relationships" id="256" r:id="R3bba4b8028ac4bb6"/>
    <p:sldId xmlns:r="http://schemas.openxmlformats.org/officeDocument/2006/relationships" id="257" r:id="R2b599a216321455f"/>
    <p:sldId xmlns:r="http://schemas.openxmlformats.org/officeDocument/2006/relationships" id="258" r:id="R07ca3ac1c6b34f0c"/>
    <p:sldId xmlns:r="http://schemas.openxmlformats.org/officeDocument/2006/relationships" id="259" r:id="R33b8cf3e6cff4157"/>
    <p:sldId xmlns:r="http://schemas.openxmlformats.org/officeDocument/2006/relationships" id="260" r:id="R01a31c0d806242ea"/>
    <p:sldId xmlns:r="http://schemas.openxmlformats.org/officeDocument/2006/relationships" id="261" r:id="R49f1cdd894af4b07"/>
    <p:sldId xmlns:r="http://schemas.openxmlformats.org/officeDocument/2006/relationships" id="262" r:id="R5517c0b6781d4da5"/>
    <p:sldId xmlns:r="http://schemas.openxmlformats.org/officeDocument/2006/relationships" id="263" r:id="R7759e3d5b24e4a38"/>
    <p:sldId xmlns:r="http://schemas.openxmlformats.org/officeDocument/2006/relationships" id="264" r:id="Rdd24e55d222245ed"/>
    <p:sldId xmlns:r="http://schemas.openxmlformats.org/officeDocument/2006/relationships" id="265" r:id="Rb5bc15b7fcda4e98"/>
    <p:sldId xmlns:r="http://schemas.openxmlformats.org/officeDocument/2006/relationships" id="266" r:id="R0e0344c3f06e48b8"/>
    <p:sldId xmlns:r="http://schemas.openxmlformats.org/officeDocument/2006/relationships" id="267" r:id="Rf207436d5be04d0c"/>
    <p:sldId xmlns:r="http://schemas.openxmlformats.org/officeDocument/2006/relationships" id="268" r:id="R3956b30d801145f5"/>
    <p:sldId xmlns:r="http://schemas.openxmlformats.org/officeDocument/2006/relationships" id="269" r:id="R3a4fe47506bf4c18"/>
    <p:sldId xmlns:r="http://schemas.openxmlformats.org/officeDocument/2006/relationships" id="270" r:id="Rd41261ec5d614f96"/>
    <p:sldId xmlns:r="http://schemas.openxmlformats.org/officeDocument/2006/relationships" id="271" r:id="R4eb7829c470d4177"/>
    <p:sldId xmlns:r="http://schemas.openxmlformats.org/officeDocument/2006/relationships" id="272" r:id="R5a303829197c4433"/>
    <p:sldId xmlns:r="http://schemas.openxmlformats.org/officeDocument/2006/relationships" id="273" r:id="Reab9a4f220234da6"/>
    <p:sldId xmlns:r="http://schemas.openxmlformats.org/officeDocument/2006/relationships" id="274" r:id="Ref56b72861ac4aab"/>
    <p:sldId xmlns:r="http://schemas.openxmlformats.org/officeDocument/2006/relationships" id="275" r:id="Rb712eda1ec384ef9"/>
    <p:sldId xmlns:r="http://schemas.openxmlformats.org/officeDocument/2006/relationships" id="276" r:id="R1a74ff9cdd594875"/>
    <p:sldId xmlns:r="http://schemas.openxmlformats.org/officeDocument/2006/relationships" id="277" r:id="Raf9fcb0b1feb4274"/>
    <p:sldId xmlns:r="http://schemas.openxmlformats.org/officeDocument/2006/relationships" id="278" r:id="R146ebfe06e32416a"/>
    <p:sldId xmlns:r="http://schemas.openxmlformats.org/officeDocument/2006/relationships" id="279" r:id="R285e5d84c759498d"/>
    <p:sldId xmlns:r="http://schemas.openxmlformats.org/officeDocument/2006/relationships" id="280" r:id="R9e01ccda368f4720"/>
    <p:sldId xmlns:r="http://schemas.openxmlformats.org/officeDocument/2006/relationships" id="281" r:id="R8e0f4e8ef4864f00"/>
    <p:sldId xmlns:r="http://schemas.openxmlformats.org/officeDocument/2006/relationships" id="282" r:id="Rda0a81283502490d"/>
    <p:sldId xmlns:r="http://schemas.openxmlformats.org/officeDocument/2006/relationships" id="283" r:id="Ra49eb9f941ea4ab1"/>
    <p:sldId xmlns:r="http://schemas.openxmlformats.org/officeDocument/2006/relationships" id="284" r:id="R3f2510909f0d4157"/>
    <p:sldId xmlns:r="http://schemas.openxmlformats.org/officeDocument/2006/relationships" id="285" r:id="Rdaa401656b574501"/>
    <p:sldId xmlns:r="http://schemas.openxmlformats.org/officeDocument/2006/relationships" id="286" r:id="R86645e541746453a"/>
    <p:sldId xmlns:r="http://schemas.openxmlformats.org/officeDocument/2006/relationships" id="287" r:id="Rb306775ddd774094"/>
    <p:sldId xmlns:r="http://schemas.openxmlformats.org/officeDocument/2006/relationships" id="288" r:id="R36a165a7eb2e463d"/>
    <p:sldId xmlns:r="http://schemas.openxmlformats.org/officeDocument/2006/relationships" id="289" r:id="R0e7a066391aa499f"/>
    <p:sldId xmlns:r="http://schemas.openxmlformats.org/officeDocument/2006/relationships" id="290" r:id="R98a52a7092f44f86"/>
    <p:sldId xmlns:r="http://schemas.openxmlformats.org/officeDocument/2006/relationships" id="291" r:id="R508fa5c974874b08"/>
    <p:sldId xmlns:r="http://schemas.openxmlformats.org/officeDocument/2006/relationships" id="292" r:id="R815d0c14931d44ab"/>
    <p:sldId xmlns:r="http://schemas.openxmlformats.org/officeDocument/2006/relationships" id="293" r:id="Rfa0fc0ce69e5464a"/>
    <p:sldId xmlns:r="http://schemas.openxmlformats.org/officeDocument/2006/relationships" id="294" r:id="Rdc3269567d0942e5"/>
    <p:sldId xmlns:r="http://schemas.openxmlformats.org/officeDocument/2006/relationships" id="295" r:id="Rc959a69b8c104d34"/>
    <p:sldId xmlns:r="http://schemas.openxmlformats.org/officeDocument/2006/relationships" id="296" r:id="R4ba9213183b34ef5"/>
    <p:sldId xmlns:r="http://schemas.openxmlformats.org/officeDocument/2006/relationships" id="297" r:id="R828fa1aed98f4318"/>
    <p:sldId xmlns:r="http://schemas.openxmlformats.org/officeDocument/2006/relationships" id="298" r:id="R3f502faf4d194ab2"/>
    <p:sldId xmlns:r="http://schemas.openxmlformats.org/officeDocument/2006/relationships" id="299" r:id="R31bb0b8cbf1d4238"/>
    <p:sldId xmlns:r="http://schemas.openxmlformats.org/officeDocument/2006/relationships" id="300" r:id="R29b01888953c4981"/>
    <p:sldId xmlns:r="http://schemas.openxmlformats.org/officeDocument/2006/relationships" id="301" r:id="R93c9f6e4fe8a4f5c"/>
    <p:sldId xmlns:r="http://schemas.openxmlformats.org/officeDocument/2006/relationships" id="302" r:id="R8c280e1e51c2499b"/>
    <p:sldId xmlns:r="http://schemas.openxmlformats.org/officeDocument/2006/relationships" id="303" r:id="R2590a4f88cc44564"/>
    <p:sldId xmlns:r="http://schemas.openxmlformats.org/officeDocument/2006/relationships" id="304" r:id="Racb3c8b7314a416b"/>
    <p:sldId xmlns:r="http://schemas.openxmlformats.org/officeDocument/2006/relationships" id="305" r:id="R7624dbb860b04187"/>
    <p:sldId xmlns:r="http://schemas.openxmlformats.org/officeDocument/2006/relationships" id="306" r:id="Rab79731e0186496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ee9bc0ce5e4d69" /><Relationship Type="http://schemas.openxmlformats.org/officeDocument/2006/relationships/slideMaster" Target="/ppt/slideMasters/slideMaster1.xml" Id="Rbf65b2779a884718" /><Relationship Type="http://schemas.openxmlformats.org/officeDocument/2006/relationships/notesMaster" Target="/ppt/notesMasters/notesMaster1.xml" Id="Raaf63ed90ef84a64" /><Relationship Type="http://schemas.openxmlformats.org/officeDocument/2006/relationships/presProps" Target="/ppt/presProps.xml" Id="Rc3dc0c643d6d4939" /><Relationship Type="http://schemas.openxmlformats.org/officeDocument/2006/relationships/tableStyles" Target="/ppt/tableStyles.xml" Id="Re81fa345832b447f" /><Relationship Type="http://schemas.openxmlformats.org/officeDocument/2006/relationships/slide" Target="/ppt/slides/slide1.xml" Id="R3bba4b8028ac4bb6" /><Relationship Type="http://schemas.openxmlformats.org/officeDocument/2006/relationships/slide" Target="/ppt/slides/slide2.xml" Id="R2b599a216321455f" /><Relationship Type="http://schemas.openxmlformats.org/officeDocument/2006/relationships/slide" Target="/ppt/slides/slide3.xml" Id="R07ca3ac1c6b34f0c" /><Relationship Type="http://schemas.openxmlformats.org/officeDocument/2006/relationships/slide" Target="/ppt/slides/slide4.xml" Id="R33b8cf3e6cff4157" /><Relationship Type="http://schemas.openxmlformats.org/officeDocument/2006/relationships/slide" Target="/ppt/slides/slide5.xml" Id="R01a31c0d806242ea" /><Relationship Type="http://schemas.openxmlformats.org/officeDocument/2006/relationships/slide" Target="/ppt/slides/slide6.xml" Id="R49f1cdd894af4b07" /><Relationship Type="http://schemas.openxmlformats.org/officeDocument/2006/relationships/slide" Target="/ppt/slides/slide7.xml" Id="R5517c0b6781d4da5" /><Relationship Type="http://schemas.openxmlformats.org/officeDocument/2006/relationships/slide" Target="/ppt/slides/slide8.xml" Id="R7759e3d5b24e4a38" /><Relationship Type="http://schemas.openxmlformats.org/officeDocument/2006/relationships/slide" Target="/ppt/slides/slide9.xml" Id="Rdd24e55d222245ed" /><Relationship Type="http://schemas.openxmlformats.org/officeDocument/2006/relationships/slide" Target="/ppt/slides/slide10.xml" Id="Rb5bc15b7fcda4e98" /><Relationship Type="http://schemas.openxmlformats.org/officeDocument/2006/relationships/slide" Target="/ppt/slides/slide11.xml" Id="R0e0344c3f06e48b8" /><Relationship Type="http://schemas.openxmlformats.org/officeDocument/2006/relationships/slide" Target="/ppt/slides/slide12.xml" Id="Rf207436d5be04d0c" /><Relationship Type="http://schemas.openxmlformats.org/officeDocument/2006/relationships/slide" Target="/ppt/slides/slide13.xml" Id="R3956b30d801145f5" /><Relationship Type="http://schemas.openxmlformats.org/officeDocument/2006/relationships/slide" Target="/ppt/slides/slide14.xml" Id="R3a4fe47506bf4c18" /><Relationship Type="http://schemas.openxmlformats.org/officeDocument/2006/relationships/slide" Target="/ppt/slides/slide15.xml" Id="Rd41261ec5d614f96" /><Relationship Type="http://schemas.openxmlformats.org/officeDocument/2006/relationships/slide" Target="/ppt/slides/slide16.xml" Id="R4eb7829c470d4177" /><Relationship Type="http://schemas.openxmlformats.org/officeDocument/2006/relationships/slide" Target="/ppt/slides/slide17.xml" Id="R5a303829197c4433" /><Relationship Type="http://schemas.openxmlformats.org/officeDocument/2006/relationships/slide" Target="/ppt/slides/slide18.xml" Id="Reab9a4f220234da6" /><Relationship Type="http://schemas.openxmlformats.org/officeDocument/2006/relationships/slide" Target="/ppt/slides/slide19.xml" Id="Ref56b72861ac4aab" /><Relationship Type="http://schemas.openxmlformats.org/officeDocument/2006/relationships/slide" Target="/ppt/slides/slide20.xml" Id="Rb712eda1ec384ef9" /><Relationship Type="http://schemas.openxmlformats.org/officeDocument/2006/relationships/slide" Target="/ppt/slides/slide21.xml" Id="R1a74ff9cdd594875" /><Relationship Type="http://schemas.openxmlformats.org/officeDocument/2006/relationships/slide" Target="/ppt/slides/slide22.xml" Id="Raf9fcb0b1feb4274" /><Relationship Type="http://schemas.openxmlformats.org/officeDocument/2006/relationships/slide" Target="/ppt/slides/slide23.xml" Id="R146ebfe06e32416a" /><Relationship Type="http://schemas.openxmlformats.org/officeDocument/2006/relationships/slide" Target="/ppt/slides/slide24.xml" Id="R285e5d84c759498d" /><Relationship Type="http://schemas.openxmlformats.org/officeDocument/2006/relationships/slide" Target="/ppt/slides/slide25.xml" Id="R9e01ccda368f4720" /><Relationship Type="http://schemas.openxmlformats.org/officeDocument/2006/relationships/slide" Target="/ppt/slides/slide26.xml" Id="R8e0f4e8ef4864f00" /><Relationship Type="http://schemas.openxmlformats.org/officeDocument/2006/relationships/slide" Target="/ppt/slides/slide27.xml" Id="Rda0a81283502490d" /><Relationship Type="http://schemas.openxmlformats.org/officeDocument/2006/relationships/slide" Target="/ppt/slides/slide28.xml" Id="Ra49eb9f941ea4ab1" /><Relationship Type="http://schemas.openxmlformats.org/officeDocument/2006/relationships/slide" Target="/ppt/slides/slide29.xml" Id="R3f2510909f0d4157" /><Relationship Type="http://schemas.openxmlformats.org/officeDocument/2006/relationships/slide" Target="/ppt/slides/slide30.xml" Id="Rdaa401656b574501" /><Relationship Type="http://schemas.openxmlformats.org/officeDocument/2006/relationships/slide" Target="/ppt/slides/slide31.xml" Id="R86645e541746453a" /><Relationship Type="http://schemas.openxmlformats.org/officeDocument/2006/relationships/slide" Target="/ppt/slides/slide32.xml" Id="Rb306775ddd774094" /><Relationship Type="http://schemas.openxmlformats.org/officeDocument/2006/relationships/slide" Target="/ppt/slides/slide33.xml" Id="R36a165a7eb2e463d" /><Relationship Type="http://schemas.openxmlformats.org/officeDocument/2006/relationships/slide" Target="/ppt/slides/slide34.xml" Id="R0e7a066391aa499f" /><Relationship Type="http://schemas.openxmlformats.org/officeDocument/2006/relationships/slide" Target="/ppt/slides/slide35.xml" Id="R98a52a7092f44f86" /><Relationship Type="http://schemas.openxmlformats.org/officeDocument/2006/relationships/slide" Target="/ppt/slides/slide36.xml" Id="R508fa5c974874b08" /><Relationship Type="http://schemas.openxmlformats.org/officeDocument/2006/relationships/slide" Target="/ppt/slides/slide37.xml" Id="R815d0c14931d44ab" /><Relationship Type="http://schemas.openxmlformats.org/officeDocument/2006/relationships/slide" Target="/ppt/slides/slide38.xml" Id="Rfa0fc0ce69e5464a" /><Relationship Type="http://schemas.openxmlformats.org/officeDocument/2006/relationships/slide" Target="/ppt/slides/slide39.xml" Id="Rdc3269567d0942e5" /><Relationship Type="http://schemas.openxmlformats.org/officeDocument/2006/relationships/slide" Target="/ppt/slides/slide40.xml" Id="Rc959a69b8c104d34" /><Relationship Type="http://schemas.openxmlformats.org/officeDocument/2006/relationships/slide" Target="/ppt/slides/slide41.xml" Id="R4ba9213183b34ef5" /><Relationship Type="http://schemas.openxmlformats.org/officeDocument/2006/relationships/slide" Target="/ppt/slides/slide42.xml" Id="R828fa1aed98f4318" /><Relationship Type="http://schemas.openxmlformats.org/officeDocument/2006/relationships/slide" Target="/ppt/slides/slide43.xml" Id="R3f502faf4d194ab2" /><Relationship Type="http://schemas.openxmlformats.org/officeDocument/2006/relationships/slide" Target="/ppt/slides/slide44.xml" Id="R31bb0b8cbf1d4238" /><Relationship Type="http://schemas.openxmlformats.org/officeDocument/2006/relationships/slide" Target="/ppt/slides/slide45.xml" Id="R29b01888953c4981" /><Relationship Type="http://schemas.openxmlformats.org/officeDocument/2006/relationships/slide" Target="/ppt/slides/slide46.xml" Id="R93c9f6e4fe8a4f5c" /><Relationship Type="http://schemas.openxmlformats.org/officeDocument/2006/relationships/slide" Target="/ppt/slides/slide47.xml" Id="R8c280e1e51c2499b" /><Relationship Type="http://schemas.openxmlformats.org/officeDocument/2006/relationships/slide" Target="/ppt/slides/slide48.xml" Id="R2590a4f88cc44564" /><Relationship Type="http://schemas.openxmlformats.org/officeDocument/2006/relationships/slide" Target="/ppt/slides/slide49.xml" Id="Racb3c8b7314a416b" /><Relationship Type="http://schemas.openxmlformats.org/officeDocument/2006/relationships/slide" Target="/ppt/slides/slide50.xml" Id="R7624dbb860b04187" /><Relationship Type="http://schemas.openxmlformats.org/officeDocument/2006/relationships/slide" Target="/ppt/slides/slide51.xml" Id="Rab79731e018649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a6a2281fa743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d6b47d96784d0a" /><Relationship Type="http://schemas.openxmlformats.org/officeDocument/2006/relationships/notesMaster" Target="/ppt/notesMasters/notesMaster1.xml" Id="R164472f18d1848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513942fb664d04" /><Relationship Type="http://schemas.openxmlformats.org/officeDocument/2006/relationships/notesMaster" Target="/ppt/notesMasters/notesMaster1.xml" Id="R33207192667b4c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c8085a9a2140d4" /><Relationship Type="http://schemas.openxmlformats.org/officeDocument/2006/relationships/notesMaster" Target="/ppt/notesMasters/notesMaster1.xml" Id="R8db5c719c32445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4b9d561aea4518" /><Relationship Type="http://schemas.openxmlformats.org/officeDocument/2006/relationships/notesMaster" Target="/ppt/notesMasters/notesMaster1.xml" Id="Re3dade4c7ca14c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62f46bf657412c" /><Relationship Type="http://schemas.openxmlformats.org/officeDocument/2006/relationships/notesMaster" Target="/ppt/notesMasters/notesMaster1.xml" Id="R782f62a0d50e43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91059888564638" /><Relationship Type="http://schemas.openxmlformats.org/officeDocument/2006/relationships/notesMaster" Target="/ppt/notesMasters/notesMaster1.xml" Id="R56b0de948d6b4d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bc13e2d67b4ad2" /><Relationship Type="http://schemas.openxmlformats.org/officeDocument/2006/relationships/notesMaster" Target="/ppt/notesMasters/notesMaster1.xml" Id="R10ff6c9fe91c4b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4cffc7f9284af2" /><Relationship Type="http://schemas.openxmlformats.org/officeDocument/2006/relationships/notesMaster" Target="/ppt/notesMasters/notesMaster1.xml" Id="R2b136a0c7f2d4f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f8a46659ce45ee" /><Relationship Type="http://schemas.openxmlformats.org/officeDocument/2006/relationships/notesMaster" Target="/ppt/notesMasters/notesMaster1.xml" Id="Rece972a8680e42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de5d4a9ab643d2" /><Relationship Type="http://schemas.openxmlformats.org/officeDocument/2006/relationships/notesMaster" Target="/ppt/notesMasters/notesMaster1.xml" Id="R49985c7d667f4b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0122dcd3ae4332" /><Relationship Type="http://schemas.openxmlformats.org/officeDocument/2006/relationships/notesMaster" Target="/ppt/notesMasters/notesMaster1.xml" Id="Rc7421a58d1ac42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8e4b5d903744fa" /><Relationship Type="http://schemas.openxmlformats.org/officeDocument/2006/relationships/notesMaster" Target="/ppt/notesMasters/notesMaster1.xml" Id="R58a3290dbcfc4a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1d2335023e45e3" /><Relationship Type="http://schemas.openxmlformats.org/officeDocument/2006/relationships/notesMaster" Target="/ppt/notesMasters/notesMaster1.xml" Id="R0f00de2792ee4f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ac3cb140d24ad6" /><Relationship Type="http://schemas.openxmlformats.org/officeDocument/2006/relationships/notesMaster" Target="/ppt/notesMasters/notesMaster1.xml" Id="R98bbee2332c943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51434d81164c0e" /><Relationship Type="http://schemas.openxmlformats.org/officeDocument/2006/relationships/notesMaster" Target="/ppt/notesMasters/notesMaster1.xml" Id="Re1b7c34930614b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ac370bde9845e3" /><Relationship Type="http://schemas.openxmlformats.org/officeDocument/2006/relationships/notesMaster" Target="/ppt/notesMasters/notesMaster1.xml" Id="R14438b505d9941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552d91bdb74108" /><Relationship Type="http://schemas.openxmlformats.org/officeDocument/2006/relationships/notesMaster" Target="/ppt/notesMasters/notesMaster1.xml" Id="Rbed42b32556f4e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aa9c8703de42b5" /><Relationship Type="http://schemas.openxmlformats.org/officeDocument/2006/relationships/notesMaster" Target="/ppt/notesMasters/notesMaster1.xml" Id="Rcd24b53ee3314e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736c8147934921" /><Relationship Type="http://schemas.openxmlformats.org/officeDocument/2006/relationships/notesMaster" Target="/ppt/notesMasters/notesMaster1.xml" Id="Rf5e5dac78a114b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24509a6b5b4eed" /><Relationship Type="http://schemas.openxmlformats.org/officeDocument/2006/relationships/notesMaster" Target="/ppt/notesMasters/notesMaster1.xml" Id="R0d1f5d65cb2d44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110755fbe3f4936" /><Relationship Type="http://schemas.openxmlformats.org/officeDocument/2006/relationships/notesMaster" Target="/ppt/notesMasters/notesMaster1.xml" Id="R69dda90f8c824c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be67153645d4d6d" /><Relationship Type="http://schemas.openxmlformats.org/officeDocument/2006/relationships/notesMaster" Target="/ppt/notesMasters/notesMaster1.xml" Id="R721fe433ad9641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8ab52d1db74596" /><Relationship Type="http://schemas.openxmlformats.org/officeDocument/2006/relationships/notesMaster" Target="/ppt/notesMasters/notesMaster1.xml" Id="Rb1a0544bebfa481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cc5ba8c3cc4937" /><Relationship Type="http://schemas.openxmlformats.org/officeDocument/2006/relationships/notesMaster" Target="/ppt/notesMasters/notesMaster1.xml" Id="R95f97f921e4f4d4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7fa959740442da" /><Relationship Type="http://schemas.openxmlformats.org/officeDocument/2006/relationships/notesMaster" Target="/ppt/notesMasters/notesMaster1.xml" Id="R0dd730064250452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11854e333654cc7" /><Relationship Type="http://schemas.openxmlformats.org/officeDocument/2006/relationships/notesMaster" Target="/ppt/notesMasters/notesMaster1.xml" Id="Re1cb0cbdbc5a4eb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f18a9431234545" /><Relationship Type="http://schemas.openxmlformats.org/officeDocument/2006/relationships/notesMaster" Target="/ppt/notesMasters/notesMaster1.xml" Id="Rba01952a017d4a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696b807b53b44be" /><Relationship Type="http://schemas.openxmlformats.org/officeDocument/2006/relationships/notesMaster" Target="/ppt/notesMasters/notesMaster1.xml" Id="R563c9e86fc6641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67080f1569424d" /><Relationship Type="http://schemas.openxmlformats.org/officeDocument/2006/relationships/notesMaster" Target="/ppt/notesMasters/notesMaster1.xml" Id="R0f09501739794c2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8c144d038d3434e" /><Relationship Type="http://schemas.openxmlformats.org/officeDocument/2006/relationships/notesMaster" Target="/ppt/notesMasters/notesMaster1.xml" Id="Rfb3475611061495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43cea6461f14292" /><Relationship Type="http://schemas.openxmlformats.org/officeDocument/2006/relationships/notesMaster" Target="/ppt/notesMasters/notesMaster1.xml" Id="R3d8b9a8944dc4d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0170fdde02d4537" /><Relationship Type="http://schemas.openxmlformats.org/officeDocument/2006/relationships/notesMaster" Target="/ppt/notesMasters/notesMaster1.xml" Id="Rb6bf45cc0e5b41f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7f5eeedbe2419d" /><Relationship Type="http://schemas.openxmlformats.org/officeDocument/2006/relationships/notesMaster" Target="/ppt/notesMasters/notesMaster1.xml" Id="R136bfe2db8fd488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4aeaac0bc8e4b75" /><Relationship Type="http://schemas.openxmlformats.org/officeDocument/2006/relationships/notesMaster" Target="/ppt/notesMasters/notesMaster1.xml" Id="Rb15c021b18e04dc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986c88ddd9f4fb8" /><Relationship Type="http://schemas.openxmlformats.org/officeDocument/2006/relationships/notesMaster" Target="/ppt/notesMasters/notesMaster1.xml" Id="R5b3674126c274ab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54608ce08ca41ac" /><Relationship Type="http://schemas.openxmlformats.org/officeDocument/2006/relationships/notesMaster" Target="/ppt/notesMasters/notesMaster1.xml" Id="Rc005c210401b409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29ae34875a54580" /><Relationship Type="http://schemas.openxmlformats.org/officeDocument/2006/relationships/notesMaster" Target="/ppt/notesMasters/notesMaster1.xml" Id="R5af6dcb197bf4ec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1cff12be4a64d5f" /><Relationship Type="http://schemas.openxmlformats.org/officeDocument/2006/relationships/notesMaster" Target="/ppt/notesMasters/notesMaster1.xml" Id="Rbc5d5717fb2f4a9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caa8522d65b4e40" /><Relationship Type="http://schemas.openxmlformats.org/officeDocument/2006/relationships/notesMaster" Target="/ppt/notesMasters/notesMaster1.xml" Id="R9ff1e2d2a2d6459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faad98745764822" /><Relationship Type="http://schemas.openxmlformats.org/officeDocument/2006/relationships/notesMaster" Target="/ppt/notesMasters/notesMaster1.xml" Id="R6db4a6d85af0463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95c40c03de7421b" /><Relationship Type="http://schemas.openxmlformats.org/officeDocument/2006/relationships/notesMaster" Target="/ppt/notesMasters/notesMaster1.xml" Id="R212bcdc86a0f48d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1292c07ce5140af" /><Relationship Type="http://schemas.openxmlformats.org/officeDocument/2006/relationships/notesMaster" Target="/ppt/notesMasters/notesMaster1.xml" Id="R862def117e4b46b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787cb3bd2d0459b" /><Relationship Type="http://schemas.openxmlformats.org/officeDocument/2006/relationships/notesMaster" Target="/ppt/notesMasters/notesMaster1.xml" Id="Re4682be2b8da409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0ba7cab26694306" /><Relationship Type="http://schemas.openxmlformats.org/officeDocument/2006/relationships/notesMaster" Target="/ppt/notesMasters/notesMaster1.xml" Id="R66ad4435868b42d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b31338d31014c49" /><Relationship Type="http://schemas.openxmlformats.org/officeDocument/2006/relationships/notesMaster" Target="/ppt/notesMasters/notesMaster1.xml" Id="Rb5f6e92386354f4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111ddbb3da14e7c" /><Relationship Type="http://schemas.openxmlformats.org/officeDocument/2006/relationships/notesMaster" Target="/ppt/notesMasters/notesMaster1.xml" Id="R1b63103d1bca44f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6b90e007dfd481d" /><Relationship Type="http://schemas.openxmlformats.org/officeDocument/2006/relationships/notesMaster" Target="/ppt/notesMasters/notesMaster1.xml" Id="Rdf9c5853f2aa473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6d29e33b54641aa" /><Relationship Type="http://schemas.openxmlformats.org/officeDocument/2006/relationships/notesMaster" Target="/ppt/notesMasters/notesMaster1.xml" Id="Re0e13c9b4e96457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2ebc83fc7304971" /><Relationship Type="http://schemas.openxmlformats.org/officeDocument/2006/relationships/notesMaster" Target="/ppt/notesMasters/notesMaster1.xml" Id="R66d0aa7517124a7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32412f926ca4553" /><Relationship Type="http://schemas.openxmlformats.org/officeDocument/2006/relationships/notesMaster" Target="/ppt/notesMasters/notesMaster1.xml" Id="Rd0da69cf1d984cb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e8a5e56b89c4038" /><Relationship Type="http://schemas.openxmlformats.org/officeDocument/2006/relationships/notesMaster" Target="/ppt/notesMasters/notesMaster1.xml" Id="R00d74529a2ae43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eea086ae4447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c0790f331d43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5c1ba786cf4c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41382e267344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6cdc03553446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572502841e45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58F73C-E63C-4AAD-A32F-3E85E9D7F37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31C96A-86D4-405D-869D-C6BC0CDF491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FE563F-7064-49D7-A3EE-ABED0316ED8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397E8D-0165-4CA5-9A90-D29378287AC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98644C-6B2A-4BEB-AA14-9E9D9D8F506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52EA2A-ED4B-4165-B51D-D1308FA1D52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ABB7D7-ABB1-494A-91A6-3AE5B36ADCC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0C3042-28D2-4EA1-82E1-4755E5FB165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48A0C3-1C67-4E4E-A7EE-47371E18FED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4BE313-B8A8-4ECE-87BB-F78DCC0B2CD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29367e93ff4e3e" /><Relationship Type="http://schemas.openxmlformats.org/officeDocument/2006/relationships/slideLayout" Target="/ppt/slideLayouts/slideLayout1.xml" Id="R7276a946c5404f18" /><Relationship Type="http://schemas.openxmlformats.org/officeDocument/2006/relationships/slideLayout" Target="/ppt/slideLayouts/slideLayout2.xml" Id="Rc68f0d24958f4ca2" /><Relationship Type="http://schemas.openxmlformats.org/officeDocument/2006/relationships/slideLayout" Target="/ppt/slideLayouts/slideLayout3.xml" Id="R5d11713e80474ecd" /><Relationship Type="http://schemas.openxmlformats.org/officeDocument/2006/relationships/slideLayout" Target="/ppt/slideLayouts/slideLayout4.xml" Id="Ra1a19ff1b87f4a40" /><Relationship Type="http://schemas.openxmlformats.org/officeDocument/2006/relationships/slideLayout" Target="/ppt/slideLayouts/slideLayout5.xml" Id="R45acb7ff6ba74903" /><Relationship Type="http://schemas.openxmlformats.org/officeDocument/2006/relationships/slideLayout" Target="/ppt/slideLayouts/slideLayout6.xml" Id="R1fb197674a8d48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76a946c5404f18"/>
    <p:sldLayoutId xmlns:r="http://schemas.openxmlformats.org/officeDocument/2006/relationships" id="2147483650" r:id="Rc68f0d24958f4ca2"/>
    <p:sldLayoutId xmlns:r="http://schemas.openxmlformats.org/officeDocument/2006/relationships" id="2147483651" r:id="R5d11713e80474ecd"/>
    <p:sldLayoutId xmlns:r="http://schemas.openxmlformats.org/officeDocument/2006/relationships" id="2147483652" r:id="Ra1a19ff1b87f4a40"/>
    <p:sldLayoutId xmlns:r="http://schemas.openxmlformats.org/officeDocument/2006/relationships" id="2147483653" r:id="R45acb7ff6ba74903"/>
    <p:sldLayoutId xmlns:r="http://schemas.openxmlformats.org/officeDocument/2006/relationships" id="2147483654" r:id="R1fb197674a8d48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de01467b494c92" /><Relationship Type="http://schemas.openxmlformats.org/officeDocument/2006/relationships/image" Target="/ppt/media/image.png" Id="R732ee5d712654410" /><Relationship Type="http://schemas.openxmlformats.org/officeDocument/2006/relationships/image" Target="/ppt/media/image2.png" Id="R5fdb3c21270042b8" /><Relationship Type="http://schemas.openxmlformats.org/officeDocument/2006/relationships/image" Target="/ppt/media/image3.png" Id="R837ed8c2e63342e4" /><Relationship Type="http://schemas.openxmlformats.org/officeDocument/2006/relationships/notesSlide" Target="/ppt/notesSlides/notesSlide1.xml" Id="R58b4d2da05de49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e2ad17c8a84e56" /><Relationship Type="http://schemas.openxmlformats.org/officeDocument/2006/relationships/image" Target="/ppt/media/image4.png" Id="R51b3cae00eb54040" /><Relationship Type="http://schemas.openxmlformats.org/officeDocument/2006/relationships/image" Target="/ppt/media/image5.png" Id="R3177e266b1894eda" /><Relationship Type="http://schemas.openxmlformats.org/officeDocument/2006/relationships/image" Target="/ppt/media/image6.png" Id="Ref3effb848484c2f" /><Relationship Type="http://schemas.openxmlformats.org/officeDocument/2006/relationships/notesSlide" Target="/ppt/notesSlides/notesSlide2.xml" Id="Ra0eb725459a342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fa9506c60a4973" /><Relationship Type="http://schemas.openxmlformats.org/officeDocument/2006/relationships/image" Target="/ppt/media/image7.png" Id="Rb576f32f785349aa" /><Relationship Type="http://schemas.openxmlformats.org/officeDocument/2006/relationships/notesSlide" Target="/ppt/notesSlides/notesSlide3.xml" Id="R65201389525f43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43b3e6e5a14f31" /><Relationship Type="http://schemas.openxmlformats.org/officeDocument/2006/relationships/image" Target="/ppt/media/image8.png" Id="R4ff6db7624da478c" /><Relationship Type="http://schemas.openxmlformats.org/officeDocument/2006/relationships/image" Target="/ppt/media/image9.png" Id="R37cf3d96cc1546a2" /><Relationship Type="http://schemas.openxmlformats.org/officeDocument/2006/relationships/notesSlide" Target="/ppt/notesSlides/notesSlide4.xml" Id="Reedc4859f42e44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6ada42d4594a80" /><Relationship Type="http://schemas.openxmlformats.org/officeDocument/2006/relationships/image" Target="/ppt/media/image10.png" Id="Rc53e8be1e9534a3f" /><Relationship Type="http://schemas.openxmlformats.org/officeDocument/2006/relationships/image" Target="/ppt/media/image11.png" Id="R5bdbca047c9c4ab2" /><Relationship Type="http://schemas.openxmlformats.org/officeDocument/2006/relationships/notesSlide" Target="/ppt/notesSlides/notesSlide5.xml" Id="R036b84033eb544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25ecc098b3427a" /><Relationship Type="http://schemas.openxmlformats.org/officeDocument/2006/relationships/image" Target="/ppt/media/image12.png" Id="Rf379558d03d44081" /><Relationship Type="http://schemas.openxmlformats.org/officeDocument/2006/relationships/image" Target="/ppt/media/image13.png" Id="Re2ba77176c9c4e6f" /><Relationship Type="http://schemas.openxmlformats.org/officeDocument/2006/relationships/notesSlide" Target="/ppt/notesSlides/notesSlide6.xml" Id="R38e744888bb544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46d8cf5dd2490d" /><Relationship Type="http://schemas.openxmlformats.org/officeDocument/2006/relationships/image" Target="/ppt/media/image14.png" Id="Rf7244d245b824801" /><Relationship Type="http://schemas.openxmlformats.org/officeDocument/2006/relationships/image" Target="/ppt/media/image15.png" Id="R1872a4dd1ad94a2e" /><Relationship Type="http://schemas.openxmlformats.org/officeDocument/2006/relationships/image" Target="/ppt/media/image16.png" Id="Rd9f4977f20c64e05" /><Relationship Type="http://schemas.openxmlformats.org/officeDocument/2006/relationships/image" Target="/ppt/media/image17.png" Id="Ra07f6a4d31b34623" /><Relationship Type="http://schemas.openxmlformats.org/officeDocument/2006/relationships/notesSlide" Target="/ppt/notesSlides/notesSlide7.xml" Id="R06319873817f42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5e2ecdcab74155" /><Relationship Type="http://schemas.openxmlformats.org/officeDocument/2006/relationships/image" Target="/ppt/media/image18.png" Id="R14c8e5df70674034" /><Relationship Type="http://schemas.openxmlformats.org/officeDocument/2006/relationships/image" Target="/ppt/media/image19.png" Id="R272d877f4ae14bf5" /><Relationship Type="http://schemas.openxmlformats.org/officeDocument/2006/relationships/image" Target="/ppt/media/image20.png" Id="Ra8d572d34b07486c" /><Relationship Type="http://schemas.openxmlformats.org/officeDocument/2006/relationships/image" Target="/ppt/media/image21.png" Id="Rb5c5dbe73ca74c86" /><Relationship Type="http://schemas.openxmlformats.org/officeDocument/2006/relationships/notesSlide" Target="/ppt/notesSlides/notesSlide8.xml" Id="R73f9ca34033f4f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ab6239453f4d8b" /><Relationship Type="http://schemas.openxmlformats.org/officeDocument/2006/relationships/image" Target="/ppt/media/image22.png" Id="R85faaf345cd14e53" /><Relationship Type="http://schemas.openxmlformats.org/officeDocument/2006/relationships/image" Target="/ppt/media/image23.png" Id="R53ae370171b5431e" /><Relationship Type="http://schemas.openxmlformats.org/officeDocument/2006/relationships/notesSlide" Target="/ppt/notesSlides/notesSlide9.xml" Id="R22787ed1bfbc40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2ee42d01e1476e" /><Relationship Type="http://schemas.openxmlformats.org/officeDocument/2006/relationships/image" Target="/ppt/media/image24.png" Id="R4154a9e549634e72" /><Relationship Type="http://schemas.openxmlformats.org/officeDocument/2006/relationships/image" Target="/ppt/media/image25.png" Id="Rc6bb6328e4194a8e" /><Relationship Type="http://schemas.openxmlformats.org/officeDocument/2006/relationships/image" Target="/ppt/media/image26.png" Id="R4ea8216f68294315" /><Relationship Type="http://schemas.openxmlformats.org/officeDocument/2006/relationships/image" Target="/ppt/media/image27.png" Id="Rd13c6bd5a6d5489a" /><Relationship Type="http://schemas.openxmlformats.org/officeDocument/2006/relationships/image" Target="/ppt/media/image28.png" Id="Rc3e641e8628d4816" /><Relationship Type="http://schemas.openxmlformats.org/officeDocument/2006/relationships/notesSlide" Target="/ppt/notesSlides/notesSlide10.xml" Id="R39ede836052b4b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2e0bfda8d54015" /><Relationship Type="http://schemas.openxmlformats.org/officeDocument/2006/relationships/image" Target="/ppt/media/image29.png" Id="R6b6d1ead6d1a42f8" /><Relationship Type="http://schemas.openxmlformats.org/officeDocument/2006/relationships/image" Target="/ppt/media/image30.png" Id="R63c6d092cced40d6" /><Relationship Type="http://schemas.openxmlformats.org/officeDocument/2006/relationships/image" Target="/ppt/media/image31.png" Id="R0e02f1e8d6614b3f" /><Relationship Type="http://schemas.openxmlformats.org/officeDocument/2006/relationships/notesSlide" Target="/ppt/notesSlides/notesSlide11.xml" Id="Rf98e0ca3437c47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ed7409a21048ac" /><Relationship Type="http://schemas.openxmlformats.org/officeDocument/2006/relationships/image" Target="/ppt/media/image32.png" Id="Rac335774b36c4b8b" /><Relationship Type="http://schemas.openxmlformats.org/officeDocument/2006/relationships/image" Target="/ppt/media/image33.png" Id="R98c62347fb5e46ee" /><Relationship Type="http://schemas.openxmlformats.org/officeDocument/2006/relationships/image" Target="/ppt/media/image34.png" Id="Rf6612b96420a4735" /><Relationship Type="http://schemas.openxmlformats.org/officeDocument/2006/relationships/notesSlide" Target="/ppt/notesSlides/notesSlide12.xml" Id="R23b454061edd43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e638f9d5a74f5a" /><Relationship Type="http://schemas.openxmlformats.org/officeDocument/2006/relationships/image" Target="/ppt/media/image35.png" Id="Rc09183867c1a410d" /><Relationship Type="http://schemas.openxmlformats.org/officeDocument/2006/relationships/notesSlide" Target="/ppt/notesSlides/notesSlide13.xml" Id="Rb30483010eca46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6fea16be304d29" /><Relationship Type="http://schemas.openxmlformats.org/officeDocument/2006/relationships/image" Target="/ppt/media/image36.png" Id="R751435e1a2ef4cb3" /><Relationship Type="http://schemas.openxmlformats.org/officeDocument/2006/relationships/image" Target="/ppt/media/image37.png" Id="R2d64024845e74e24" /><Relationship Type="http://schemas.openxmlformats.org/officeDocument/2006/relationships/notesSlide" Target="/ppt/notesSlides/notesSlide14.xml" Id="Rc14d622a9e6844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0624ff5d6c4625" /><Relationship Type="http://schemas.openxmlformats.org/officeDocument/2006/relationships/image" Target="/ppt/media/image38.png" Id="Rd059d4d8a7f24a10" /><Relationship Type="http://schemas.openxmlformats.org/officeDocument/2006/relationships/image" Target="/ppt/media/image39.png" Id="R06fd7c67e41147bf" /><Relationship Type="http://schemas.openxmlformats.org/officeDocument/2006/relationships/image" Target="/ppt/media/image40.png" Id="Rc99dfbdfd7374447" /><Relationship Type="http://schemas.openxmlformats.org/officeDocument/2006/relationships/notesSlide" Target="/ppt/notesSlides/notesSlide15.xml" Id="R0c96bd7f993945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d9dac3a73d423b" /><Relationship Type="http://schemas.openxmlformats.org/officeDocument/2006/relationships/image" Target="/ppt/media/image41.png" Id="R9cd02ae0efe34e50" /><Relationship Type="http://schemas.openxmlformats.org/officeDocument/2006/relationships/image" Target="/ppt/media/image42.png" Id="R649357115d304bf4" /><Relationship Type="http://schemas.openxmlformats.org/officeDocument/2006/relationships/image" Target="/ppt/media/image43.png" Id="Rcf50b36892384cfb" /><Relationship Type="http://schemas.openxmlformats.org/officeDocument/2006/relationships/image" Target="/ppt/media/image44.png" Id="R89261f77da6446ff" /><Relationship Type="http://schemas.openxmlformats.org/officeDocument/2006/relationships/notesSlide" Target="/ppt/notesSlides/notesSlide16.xml" Id="Rd49ab488ae2d41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6f5494791ae40f9" /><Relationship Type="http://schemas.openxmlformats.org/officeDocument/2006/relationships/image" Target="/ppt/media/image45.png" Id="R490f75d749ec4d8f" /><Relationship Type="http://schemas.openxmlformats.org/officeDocument/2006/relationships/image" Target="/ppt/media/image46.png" Id="R7cb21f04f89240d4" /><Relationship Type="http://schemas.openxmlformats.org/officeDocument/2006/relationships/image" Target="/ppt/media/image47.png" Id="Rd0392d5949e043b4" /><Relationship Type="http://schemas.openxmlformats.org/officeDocument/2006/relationships/notesSlide" Target="/ppt/notesSlides/notesSlide17.xml" Id="R026fd0aa8e1342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b50eab8a8e49dd" /><Relationship Type="http://schemas.openxmlformats.org/officeDocument/2006/relationships/image" Target="/ppt/media/image48.png" Id="R17e18b349a6246fb" /><Relationship Type="http://schemas.openxmlformats.org/officeDocument/2006/relationships/image" Target="/ppt/media/image49.png" Id="R1baf85e299a84806" /><Relationship Type="http://schemas.openxmlformats.org/officeDocument/2006/relationships/image" Target="/ppt/media/image50.png" Id="Rf7c2f2ce44ce43e4" /><Relationship Type="http://schemas.openxmlformats.org/officeDocument/2006/relationships/image" Target="/ppt/media/image51.png" Id="R6c13ab24f344485c" /><Relationship Type="http://schemas.openxmlformats.org/officeDocument/2006/relationships/notesSlide" Target="/ppt/notesSlides/notesSlide18.xml" Id="R617adbbd840648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2d0dbb085848a9" /><Relationship Type="http://schemas.openxmlformats.org/officeDocument/2006/relationships/image" Target="/ppt/media/image52.png" Id="R9531df27bfe34a45" /><Relationship Type="http://schemas.openxmlformats.org/officeDocument/2006/relationships/image" Target="/ppt/media/image53.png" Id="Rf6d24b5d3dbb4c99" /><Relationship Type="http://schemas.openxmlformats.org/officeDocument/2006/relationships/image" Target="/ppt/media/image54.png" Id="R3ee5feba44b444d5" /><Relationship Type="http://schemas.openxmlformats.org/officeDocument/2006/relationships/notesSlide" Target="/ppt/notesSlides/notesSlide19.xml" Id="R0bbb5519118c46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f79363f0b484dfb" /><Relationship Type="http://schemas.openxmlformats.org/officeDocument/2006/relationships/image" Target="/ppt/media/image55.png" Id="R5878eb3816e843a1" /><Relationship Type="http://schemas.openxmlformats.org/officeDocument/2006/relationships/image" Target="/ppt/media/image56.png" Id="R9846b1101c834109" /><Relationship Type="http://schemas.openxmlformats.org/officeDocument/2006/relationships/image" Target="/ppt/media/image57.png" Id="R448756810a694a54" /><Relationship Type="http://schemas.openxmlformats.org/officeDocument/2006/relationships/image" Target="/ppt/media/image58.png" Id="Raac90e9d39cf4c2c" /><Relationship Type="http://schemas.openxmlformats.org/officeDocument/2006/relationships/notesSlide" Target="/ppt/notesSlides/notesSlide20.xml" Id="R5023e412289a4a9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deadaab933e4590" /><Relationship Type="http://schemas.openxmlformats.org/officeDocument/2006/relationships/image" Target="/ppt/media/image59.png" Id="Re003f87326fe46d7" /><Relationship Type="http://schemas.openxmlformats.org/officeDocument/2006/relationships/notesSlide" Target="/ppt/notesSlides/notesSlide21.xml" Id="Rabdecd8c790b4a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cf2726c2de34f51" /><Relationship Type="http://schemas.openxmlformats.org/officeDocument/2006/relationships/image" Target="/ppt/media/image60.png" Id="R3f03dcb2f3b74eff" /><Relationship Type="http://schemas.openxmlformats.org/officeDocument/2006/relationships/image" Target="/ppt/media/image61.png" Id="Rfd6faa807df04658" /><Relationship Type="http://schemas.openxmlformats.org/officeDocument/2006/relationships/image" Target="/ppt/media/image62.png" Id="R5635f2b3bda44f7b" /><Relationship Type="http://schemas.openxmlformats.org/officeDocument/2006/relationships/notesSlide" Target="/ppt/notesSlides/notesSlide22.xml" Id="Rf6fa177d101e49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50dc42123e7429d" /><Relationship Type="http://schemas.openxmlformats.org/officeDocument/2006/relationships/image" Target="/ppt/media/image63.png" Id="Ree0ea72f8b424b13" /><Relationship Type="http://schemas.openxmlformats.org/officeDocument/2006/relationships/image" Target="/ppt/media/image64.png" Id="R9e52bcf857b148f3" /><Relationship Type="http://schemas.openxmlformats.org/officeDocument/2006/relationships/image" Target="/ppt/media/image65.png" Id="R683005e13b274e7c" /><Relationship Type="http://schemas.openxmlformats.org/officeDocument/2006/relationships/image" Target="/ppt/media/image66.png" Id="R9ef4c742693b42a0" /><Relationship Type="http://schemas.openxmlformats.org/officeDocument/2006/relationships/notesSlide" Target="/ppt/notesSlides/notesSlide23.xml" Id="R6a68e9c54f38439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6aa219e056f4799" /><Relationship Type="http://schemas.openxmlformats.org/officeDocument/2006/relationships/image" Target="/ppt/media/image67.png" Id="R3f74077891194f26" /><Relationship Type="http://schemas.openxmlformats.org/officeDocument/2006/relationships/image" Target="/ppt/media/image68.png" Id="R675428759ef64038" /><Relationship Type="http://schemas.openxmlformats.org/officeDocument/2006/relationships/image" Target="/ppt/media/image69.png" Id="R2b814a4497114d10" /><Relationship Type="http://schemas.openxmlformats.org/officeDocument/2006/relationships/notesSlide" Target="/ppt/notesSlides/notesSlide24.xml" Id="R76b3f83452f94c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932ec51ed994fc9" /><Relationship Type="http://schemas.openxmlformats.org/officeDocument/2006/relationships/image" Target="/ppt/media/image70.png" Id="Rbf22a0a1b5c042bc" /><Relationship Type="http://schemas.openxmlformats.org/officeDocument/2006/relationships/image" Target="/ppt/media/image71.png" Id="Rcbbace7c005d4857" /><Relationship Type="http://schemas.openxmlformats.org/officeDocument/2006/relationships/notesSlide" Target="/ppt/notesSlides/notesSlide25.xml" Id="R6ff003ec274c41e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a4239bcaebc4081" /><Relationship Type="http://schemas.openxmlformats.org/officeDocument/2006/relationships/image" Target="/ppt/media/image72.png" Id="R926f1cbaa8df4a31" /><Relationship Type="http://schemas.openxmlformats.org/officeDocument/2006/relationships/image" Target="/ppt/media/image73.png" Id="Rd01953ad0e3d49d7" /><Relationship Type="http://schemas.openxmlformats.org/officeDocument/2006/relationships/notesSlide" Target="/ppt/notesSlides/notesSlide26.xml" Id="R0bae73aa8f7347b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3b5c3829b324b25" /><Relationship Type="http://schemas.openxmlformats.org/officeDocument/2006/relationships/image" Target="/ppt/media/image74.png" Id="R881ea2a79a484ade" /><Relationship Type="http://schemas.openxmlformats.org/officeDocument/2006/relationships/image" Target="/ppt/media/image75.png" Id="Re4f66c3f80264ffe" /><Relationship Type="http://schemas.openxmlformats.org/officeDocument/2006/relationships/notesSlide" Target="/ppt/notesSlides/notesSlide27.xml" Id="R482f9143560645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e0e1718074e454f" /><Relationship Type="http://schemas.openxmlformats.org/officeDocument/2006/relationships/image" Target="/ppt/media/image76.png" Id="R47b980b9b8f34352" /><Relationship Type="http://schemas.openxmlformats.org/officeDocument/2006/relationships/notesSlide" Target="/ppt/notesSlides/notesSlide28.xml" Id="Re6748404673542e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b07d18e4ca34c53" /><Relationship Type="http://schemas.openxmlformats.org/officeDocument/2006/relationships/image" Target="/ppt/media/image77.png" Id="R8f7bbd4f808c4269" /><Relationship Type="http://schemas.openxmlformats.org/officeDocument/2006/relationships/notesSlide" Target="/ppt/notesSlides/notesSlide29.xml" Id="Rf00537d01f614b8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f5c555ecdd34124" /><Relationship Type="http://schemas.openxmlformats.org/officeDocument/2006/relationships/image" Target="/ppt/media/image78.png" Id="Rb81482600f7849b3" /><Relationship Type="http://schemas.openxmlformats.org/officeDocument/2006/relationships/notesSlide" Target="/ppt/notesSlides/notesSlide30.xml" Id="Rf48180453b2c4cd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d7e23712f4743a0" /><Relationship Type="http://schemas.openxmlformats.org/officeDocument/2006/relationships/image" Target="/ppt/media/image79.png" Id="R9c77d4c056f7448e" /><Relationship Type="http://schemas.openxmlformats.org/officeDocument/2006/relationships/notesSlide" Target="/ppt/notesSlides/notesSlide31.xml" Id="R581306adec3943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92a290097c24e38" /><Relationship Type="http://schemas.openxmlformats.org/officeDocument/2006/relationships/image" Target="/ppt/media/image80.png" Id="R66580945321f49e3" /><Relationship Type="http://schemas.openxmlformats.org/officeDocument/2006/relationships/image" Target="/ppt/media/image81.png" Id="Rb1b8be5cf00d4457" /><Relationship Type="http://schemas.openxmlformats.org/officeDocument/2006/relationships/image" Target="/ppt/media/image82.png" Id="R1912763047da4b4d" /><Relationship Type="http://schemas.openxmlformats.org/officeDocument/2006/relationships/notesSlide" Target="/ppt/notesSlides/notesSlide32.xml" Id="Rffccb6db09f34ee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3a62a4560384126" /><Relationship Type="http://schemas.openxmlformats.org/officeDocument/2006/relationships/image" Target="/ppt/media/image83.png" Id="Rac149202dd1a4c5d" /><Relationship Type="http://schemas.openxmlformats.org/officeDocument/2006/relationships/image" Target="/ppt/media/image84.png" Id="R38ff42a9993844f5" /><Relationship Type="http://schemas.openxmlformats.org/officeDocument/2006/relationships/image" Target="/ppt/media/image85.png" Id="R761037151f0b4b3d" /><Relationship Type="http://schemas.openxmlformats.org/officeDocument/2006/relationships/notesSlide" Target="/ppt/notesSlides/notesSlide33.xml" Id="R7e7ad2b1d5614cc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c3c465c7c58488a" /><Relationship Type="http://schemas.openxmlformats.org/officeDocument/2006/relationships/image" Target="/ppt/media/image86.png" Id="Rb917e4e41ce14b39" /><Relationship Type="http://schemas.openxmlformats.org/officeDocument/2006/relationships/image" Target="/ppt/media/image87.png" Id="R1f5457da89c449a0" /><Relationship Type="http://schemas.openxmlformats.org/officeDocument/2006/relationships/notesSlide" Target="/ppt/notesSlides/notesSlide34.xml" Id="R2513d36fc97b4b9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5d10414d2154ebb" /><Relationship Type="http://schemas.openxmlformats.org/officeDocument/2006/relationships/image" Target="/ppt/media/image88.png" Id="R80ed825cc5d34366" /><Relationship Type="http://schemas.openxmlformats.org/officeDocument/2006/relationships/image" Target="/ppt/media/image89.png" Id="R4695901a04054f75" /><Relationship Type="http://schemas.openxmlformats.org/officeDocument/2006/relationships/notesSlide" Target="/ppt/notesSlides/notesSlide35.xml" Id="R9daefed6c800497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c5f10bcb0784a09" /><Relationship Type="http://schemas.openxmlformats.org/officeDocument/2006/relationships/image" Target="/ppt/media/image90.png" Id="Re22ca6a1c5fa48fb" /><Relationship Type="http://schemas.openxmlformats.org/officeDocument/2006/relationships/image" Target="/ppt/media/image91.png" Id="R0ee687153c704ae7" /><Relationship Type="http://schemas.openxmlformats.org/officeDocument/2006/relationships/notesSlide" Target="/ppt/notesSlides/notesSlide36.xml" Id="R6162a3cb88be4e4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eb19f07d9d444c3" /><Relationship Type="http://schemas.openxmlformats.org/officeDocument/2006/relationships/image" Target="/ppt/media/image92.png" Id="R5eef0a7e46b44180" /><Relationship Type="http://schemas.openxmlformats.org/officeDocument/2006/relationships/image" Target="/ppt/media/image93.png" Id="R48e54366f65a4d46" /><Relationship Type="http://schemas.openxmlformats.org/officeDocument/2006/relationships/image" Target="/ppt/media/image94.png" Id="Radd13e81ef804fb1" /><Relationship Type="http://schemas.openxmlformats.org/officeDocument/2006/relationships/notesSlide" Target="/ppt/notesSlides/notesSlide37.xml" Id="R5b6e0b83eada412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b5f6ef6ba1d4baa" /><Relationship Type="http://schemas.openxmlformats.org/officeDocument/2006/relationships/image" Target="/ppt/media/image95.png" Id="Ra0d0c96d83ba40f9" /><Relationship Type="http://schemas.openxmlformats.org/officeDocument/2006/relationships/image" Target="/ppt/media/image96.png" Id="R84252bca03ce469e" /><Relationship Type="http://schemas.openxmlformats.org/officeDocument/2006/relationships/notesSlide" Target="/ppt/notesSlides/notesSlide38.xml" Id="Rd58255b07be64a0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f9478a50aa04832" /><Relationship Type="http://schemas.openxmlformats.org/officeDocument/2006/relationships/image" Target="/ppt/media/image97.png" Id="Ra30eada744db42cd" /><Relationship Type="http://schemas.openxmlformats.org/officeDocument/2006/relationships/image" Target="/ppt/media/image98.png" Id="R1b1f11563be84b02" /><Relationship Type="http://schemas.openxmlformats.org/officeDocument/2006/relationships/notesSlide" Target="/ppt/notesSlides/notesSlide39.xml" Id="R08e5f8c56a3f483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d51337024e644dd" /><Relationship Type="http://schemas.openxmlformats.org/officeDocument/2006/relationships/image" Target="/ppt/media/image99.png" Id="Re5b467ad5c9a4f37" /><Relationship Type="http://schemas.openxmlformats.org/officeDocument/2006/relationships/image" Target="/ppt/media/image100.png" Id="R67453872ad394239" /><Relationship Type="http://schemas.openxmlformats.org/officeDocument/2006/relationships/image" Target="/ppt/media/image101.png" Id="Re1cf1ae36b8a48b7" /><Relationship Type="http://schemas.openxmlformats.org/officeDocument/2006/relationships/notesSlide" Target="/ppt/notesSlides/notesSlide40.xml" Id="R30d6591351eb400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79354cbe4944f1b" /><Relationship Type="http://schemas.openxmlformats.org/officeDocument/2006/relationships/image" Target="/ppt/media/image102.png" Id="R97b5ef56bc1847d8" /><Relationship Type="http://schemas.openxmlformats.org/officeDocument/2006/relationships/notesSlide" Target="/ppt/notesSlides/notesSlide41.xml" Id="R791b005f1bab4d8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30a88d51e21402e" /><Relationship Type="http://schemas.openxmlformats.org/officeDocument/2006/relationships/image" Target="/ppt/media/image103.png" Id="R5c532679d49f411f" /><Relationship Type="http://schemas.openxmlformats.org/officeDocument/2006/relationships/image" Target="/ppt/media/image104.png" Id="R49f283d51e82493d" /><Relationship Type="http://schemas.openxmlformats.org/officeDocument/2006/relationships/notesSlide" Target="/ppt/notesSlides/notesSlide42.xml" Id="R57841bb9ba0544e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4922c17f93a4b85" /><Relationship Type="http://schemas.openxmlformats.org/officeDocument/2006/relationships/image" Target="/ppt/media/image105.png" Id="Re2f5cc99d2984ce2" /><Relationship Type="http://schemas.openxmlformats.org/officeDocument/2006/relationships/image" Target="/ppt/media/image106.png" Id="R682076d2a4964ee1" /><Relationship Type="http://schemas.openxmlformats.org/officeDocument/2006/relationships/image" Target="/ppt/media/image107.png" Id="R87357cc0dc6c429b" /><Relationship Type="http://schemas.openxmlformats.org/officeDocument/2006/relationships/image" Target="/ppt/media/image108.png" Id="R59f28833a7d647c1" /><Relationship Type="http://schemas.openxmlformats.org/officeDocument/2006/relationships/notesSlide" Target="/ppt/notesSlides/notesSlide43.xml" Id="R756f2dce3eff42b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cb7cd2bee9f446c" /><Relationship Type="http://schemas.openxmlformats.org/officeDocument/2006/relationships/image" Target="/ppt/media/image109.png" Id="R19cc8ccf06314b2f" /><Relationship Type="http://schemas.openxmlformats.org/officeDocument/2006/relationships/image" Target="/ppt/media/image110.png" Id="Ra668746d5b5a4178" /><Relationship Type="http://schemas.openxmlformats.org/officeDocument/2006/relationships/notesSlide" Target="/ppt/notesSlides/notesSlide44.xml" Id="Rf5ff28fd20e44d0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275b36744894dbd" /><Relationship Type="http://schemas.openxmlformats.org/officeDocument/2006/relationships/image" Target="/ppt/media/image111.png" Id="Rfe95e2d2f5744942" /><Relationship Type="http://schemas.openxmlformats.org/officeDocument/2006/relationships/image" Target="/ppt/media/image112.png" Id="Rdb34ea5e9d3c4d84" /><Relationship Type="http://schemas.openxmlformats.org/officeDocument/2006/relationships/notesSlide" Target="/ppt/notesSlides/notesSlide45.xml" Id="R023fde579cd0429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8996aad575b4638" /><Relationship Type="http://schemas.openxmlformats.org/officeDocument/2006/relationships/image" Target="/ppt/media/image113.png" Id="R340b5e461d9d45f7" /><Relationship Type="http://schemas.openxmlformats.org/officeDocument/2006/relationships/notesSlide" Target="/ppt/notesSlides/notesSlide46.xml" Id="Rb81f184045d74b6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c4bcca99cc44659" /><Relationship Type="http://schemas.openxmlformats.org/officeDocument/2006/relationships/image" Target="/ppt/media/image114.png" Id="R299511ea0ec744ce" /><Relationship Type="http://schemas.openxmlformats.org/officeDocument/2006/relationships/image" Target="/ppt/media/image115.png" Id="Re18f54e809a84d3c" /><Relationship Type="http://schemas.openxmlformats.org/officeDocument/2006/relationships/notesSlide" Target="/ppt/notesSlides/notesSlide47.xml" Id="R5e4e75a521e945a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3e7b42055d6427c" /><Relationship Type="http://schemas.openxmlformats.org/officeDocument/2006/relationships/image" Target="/ppt/media/image116.png" Id="R151a74ab5fa94e7b" /><Relationship Type="http://schemas.openxmlformats.org/officeDocument/2006/relationships/notesSlide" Target="/ppt/notesSlides/notesSlide48.xml" Id="R6e84e1760b584a7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7af4f1c6772443a" /><Relationship Type="http://schemas.openxmlformats.org/officeDocument/2006/relationships/image" Target="/ppt/media/image117.png" Id="Rde1bc3f80b1c40c8" /><Relationship Type="http://schemas.openxmlformats.org/officeDocument/2006/relationships/image" Target="/ppt/media/image118.png" Id="R4f98c67221674187" /><Relationship Type="http://schemas.openxmlformats.org/officeDocument/2006/relationships/notesSlide" Target="/ppt/notesSlides/notesSlide49.xml" Id="Rcf0bea3eef1642f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5fe7066004d846cd" /><Relationship Type="http://schemas.openxmlformats.org/officeDocument/2006/relationships/image" Target="/ppt/media/image119.png" Id="R133bd159fa83451a" /><Relationship Type="http://schemas.openxmlformats.org/officeDocument/2006/relationships/image" Target="/ppt/media/image120.png" Id="R8831157a0c1a436a" /><Relationship Type="http://schemas.openxmlformats.org/officeDocument/2006/relationships/image" Target="/ppt/media/image121.png" Id="Rdc2f891816df4a20" /><Relationship Type="http://schemas.openxmlformats.org/officeDocument/2006/relationships/image" Target="/ppt/media/image122.png" Id="R9324e6091e844004" /><Relationship Type="http://schemas.openxmlformats.org/officeDocument/2006/relationships/notesSlide" Target="/ppt/notesSlides/notesSlide50.xml" Id="Ra6e627531ec8413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8079ca05c9724d54" /><Relationship Type="http://schemas.openxmlformats.org/officeDocument/2006/relationships/image" Target="/ppt/media/image123.png" Id="Raa3eb85611674fa4" /><Relationship Type="http://schemas.openxmlformats.org/officeDocument/2006/relationships/notesSlide" Target="/ppt/notesSlides/notesSlide51.xml" Id="R7f7342611cfd46a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7DDBEA1-EF50-4184-864A-14937DE50255}"/>
              </a:ext>
            </a:extLst>
          </p:cNvPr>
          <p:cNvPicPr>
            <a:picLocks xmlns:a="http://schemas.openxmlformats.org/drawingml/2006/main" noChangeAspect="1"/>
          </p:cNvPicPr>
          <p:nvPr/>
        </p:nvPicPr>
        <p:blipFill>
          <a:blip xmlns:r="http://schemas.openxmlformats.org/officeDocument/2006/relationships" xmlns:a="http://schemas.openxmlformats.org/drawingml/2006/main" r:embed="R732ee5d71265441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41D5FCEC-8F13-44CA-B3E0-BA161A4C4BE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01DD4AE8-1409-4A33-93D0-50D340922229}"/>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E37A548C-FCBD-4ABB-B119-F0F5BF5E98F1}"/>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95B435E0-076A-4A09-B941-2696284008AC}"/>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FB82A4E4-E055-4F22-9C10-79EEB83F6D31}"/>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8559E47C-2BCD-4BE5-B515-46A0DF8F3B41}"/>
              </a:ext>
            </a:extLst>
          </p:cNvPr>
          <p:cNvPicPr>
            <a:picLocks xmlns:a="http://schemas.openxmlformats.org/drawingml/2006/main" noChangeAspect="1"/>
          </p:cNvPicPr>
          <p:nvPr/>
        </p:nvPicPr>
        <p:blipFill>
          <a:blip xmlns:r="http://schemas.openxmlformats.org/officeDocument/2006/relationships" xmlns:a="http://schemas.openxmlformats.org/drawingml/2006/main" r:embed="R5fdb3c21270042b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74AD30A-6E3C-43EB-9EE0-8234BAC326FB}"/>
              </a:ext>
            </a:extLst>
          </p:cNvPr>
          <p:cNvPicPr>
            <a:picLocks xmlns:a="http://schemas.openxmlformats.org/drawingml/2006/main" noChangeAspect="1"/>
          </p:cNvPicPr>
          <p:nvPr/>
        </p:nvPicPr>
        <p:blipFill>
          <a:blip xmlns:r="http://schemas.openxmlformats.org/officeDocument/2006/relationships" xmlns:a="http://schemas.openxmlformats.org/drawingml/2006/main" r:embed="R837ed8c2e63342e4"/>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0EB6FBA9-6E79-4FB1-B2E3-D8C74BE94F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480866398"/>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5B4644B-227E-464F-8BF1-BFD5105CD617}"/>
              </a:ext>
            </a:extLst>
          </p:cNvPr>
          <p:cNvPicPr>
            <a:picLocks xmlns:a="http://schemas.openxmlformats.org/drawingml/2006/main" noChangeAspect="1"/>
          </p:cNvPicPr>
          <p:nvPr/>
        </p:nvPicPr>
        <p:blipFill>
          <a:blip xmlns:r="http://schemas.openxmlformats.org/officeDocument/2006/relationships" xmlns:a="http://schemas.openxmlformats.org/drawingml/2006/main" r:embed="R51b3cae00eb5404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D22E9BD-29B7-4FAC-83D0-959D929EA0A8}"/>
              </a:ext>
            </a:extLst>
          </p:cNvPr>
          <p:cNvPicPr>
            <a:picLocks xmlns:a="http://schemas.openxmlformats.org/drawingml/2006/main" noChangeAspect="1"/>
          </p:cNvPicPr>
          <p:nvPr/>
        </p:nvPicPr>
        <p:blipFill>
          <a:blip xmlns:r="http://schemas.openxmlformats.org/officeDocument/2006/relationships" xmlns:a="http://schemas.openxmlformats.org/drawingml/2006/main" r:embed="R3177e266b1894ed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01CE82-3996-4224-9EF7-FCFC021F19D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91E36B-3750-4948-B25D-88664668C0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51DC4A26-A61B-4BB4-9DA0-82B9D392D2D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2377015-767F-45C7-BC93-864F961F048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7DE093A1-72A9-44E0-92A8-BE58E1AD8CD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D703EFE1-6E5E-4CF1-8E57-B601385ABB5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AAC11257-E52C-4C9A-9138-A692DC973312}"/>
              </a:ext>
            </a:extLst>
          </p:cNvPr>
          <p:cNvPicPr>
            <a:picLocks xmlns:a="http://schemas.openxmlformats.org/drawingml/2006/main" noChangeAspect="1"/>
          </p:cNvPicPr>
          <p:nvPr/>
        </p:nvPicPr>
        <p:blipFill>
          <a:blip xmlns:r="http://schemas.openxmlformats.org/officeDocument/2006/relationships" xmlns:a="http://schemas.openxmlformats.org/drawingml/2006/main" r:embed="Ref3effb848484c2f"/>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50571710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9BAFC93-26D3-4FDF-BAFB-5D2060701FA0}"/>
              </a:ext>
            </a:extLst>
          </p:cNvPr>
          <p:cNvPicPr>
            <a:picLocks xmlns:a="http://schemas.openxmlformats.org/drawingml/2006/main" noChangeAspect="1"/>
          </p:cNvPicPr>
          <p:nvPr/>
        </p:nvPicPr>
        <p:blipFill>
          <a:blip xmlns:r="http://schemas.openxmlformats.org/officeDocument/2006/relationships" xmlns:a="http://schemas.openxmlformats.org/drawingml/2006/main" r:embed="Rb576f32f785349a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71897C-50D1-4C9B-A195-6E8633A9AFA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7958A8-BCED-4915-823B-B6563133889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1648240E-D4E6-4962-9F1E-43BD53CF4A5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5CFEEBE1-8545-4FDD-A01A-B42DCD7D2A3D}"/>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FFBA86AD-4BAC-44FA-B288-3957D8B26ECD}"/>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5A922FB1-F6DB-4FA1-AE2D-6303DCFBA2C5}"/>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2182027-3F71-411D-89EC-3CB3B585A55D}"/>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5BD2CA0-8C97-4A64-A807-33F2A1BEC683}"/>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F75D050-E3B4-498E-99C1-40D990F50968}"/>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6737577-AA33-4010-969B-E992D0F5B525}"/>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7303261-7DA2-4827-BA1E-8BE517043FD9}"/>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A8D552DA-08BD-4B04-9BDB-07747E468B9F}"/>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8364105-1A4B-4A49-B537-A5B4EFC0150B}"/>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F21EDB32-D9BA-43DC-83D7-02C8F33E0827}"/>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60636658"/>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AB5D56A-022F-4494-AF93-9D0964120663}"/>
              </a:ext>
            </a:extLst>
          </p:cNvPr>
          <p:cNvPicPr>
            <a:picLocks xmlns:a="http://schemas.openxmlformats.org/drawingml/2006/main" noChangeAspect="1"/>
          </p:cNvPicPr>
          <p:nvPr/>
        </p:nvPicPr>
        <p:blipFill>
          <a:blip xmlns:r="http://schemas.openxmlformats.org/officeDocument/2006/relationships" xmlns:a="http://schemas.openxmlformats.org/drawingml/2006/main" r:embed="R4ff6db7624da478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52587A-3C40-49AD-B66F-2AD2E1D2744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010F6F-065A-4981-AEE8-05175FC985AD}"/>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E762CA6B-62EF-4F9C-A2C1-4D97D2C67B78}"/>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2D133C-8994-4379-B650-BF7EACCC3D78}"/>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648FDCB8-610B-4714-B1F3-3C35550110C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03C59602-27A9-4009-A88B-C228A2B9A8E3}"/>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BF3BAB93-A674-43A0-8420-AC699021966E}"/>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9AB38E0-BBD8-46D7-A5D7-ED5FA57609EC}"/>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C16D69AC-2B6F-456B-B343-3C14F0CFA3B5}"/>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7E3AB672-A7CB-437C-B6AA-58511BD27A9A}"/>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4D9A25C-9BEF-4CCB-BE5C-86C354A949F2}"/>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C29A500-4396-4E5B-9C62-07F1AD9D5756}"/>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FFC38C99-5134-4953-99D3-A759FFE54602}"/>
              </a:ext>
            </a:extLst>
          </p:cNvPr>
          <p:cNvPicPr>
            <a:picLocks xmlns:a="http://schemas.openxmlformats.org/drawingml/2006/main" noChangeAspect="1"/>
          </p:cNvPicPr>
          <p:nvPr/>
        </p:nvPicPr>
        <p:blipFill>
          <a:blip xmlns:r="http://schemas.openxmlformats.org/officeDocument/2006/relationships" xmlns:a="http://schemas.openxmlformats.org/drawingml/2006/main" r:embed="R37cf3d96cc1546a2"/>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38204888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58EF3C1-B0FD-4B26-B9B8-1513DD934405}"/>
              </a:ext>
            </a:extLst>
          </p:cNvPr>
          <p:cNvPicPr>
            <a:picLocks xmlns:a="http://schemas.openxmlformats.org/drawingml/2006/main" noChangeAspect="1"/>
          </p:cNvPicPr>
          <p:nvPr/>
        </p:nvPicPr>
        <p:blipFill>
          <a:blip xmlns:r="http://schemas.openxmlformats.org/officeDocument/2006/relationships" xmlns:a="http://schemas.openxmlformats.org/drawingml/2006/main" r:embed="Rc53e8be1e9534a3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B419B24-DDBF-40CC-81B3-EEE87A52734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5504735-16A3-423F-923A-00AAC3F199B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FCA0566-D7C3-4F1F-8F96-9599B8005DAB}"/>
              </a:ext>
            </a:extLst>
          </p:cNvPr>
          <p:cNvPicPr>
            <a:picLocks xmlns:a="http://schemas.openxmlformats.org/drawingml/2006/main" noChangeAspect="1"/>
          </p:cNvPicPr>
          <p:nvPr/>
        </p:nvPicPr>
        <p:blipFill>
          <a:blip xmlns:r="http://schemas.openxmlformats.org/officeDocument/2006/relationships" xmlns:a="http://schemas.openxmlformats.org/drawingml/2006/main" r:embed="R5bdbca047c9c4ab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35BEDAB2-252E-4AA4-A723-BE088E56E82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849765CD-C00E-4122-9224-4BA4EA831E8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C3444774-F099-4FE5-BB33-6A3A0A186F5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F8E7C74D-84E2-4F43-91E8-1EAFEDCF251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93482374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D84875B-01F3-4A02-BE5C-AF90DED17994}"/>
              </a:ext>
            </a:extLst>
          </p:cNvPr>
          <p:cNvPicPr>
            <a:picLocks xmlns:a="http://schemas.openxmlformats.org/drawingml/2006/main" noChangeAspect="1"/>
          </p:cNvPicPr>
          <p:nvPr/>
        </p:nvPicPr>
        <p:blipFill>
          <a:blip xmlns:r="http://schemas.openxmlformats.org/officeDocument/2006/relationships" xmlns:a="http://schemas.openxmlformats.org/drawingml/2006/main" r:embed="Rf379558d03d4408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2630DA-BE33-4AE9-B2B0-8912D2E03B7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68EDA2-2618-45EF-AED2-07BE68F041E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61BFE53-DE35-44EE-A06F-91938BE7BD3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75C5B8D-079C-4EAB-8378-8CE689E8CD2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778A3CE-410E-466F-8DD6-C4DCB63D5F5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643F9388-3635-438E-A7D2-615D91A14E7A}"/>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196332DE-4AC6-4D7C-A711-0A8C7F4B5CAD}"/>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50990AB8-5298-4C8E-B3BD-5D99E12F9DA3}"/>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EAC2957-434E-4BE3-BC1C-D958478C63B4}"/>
              </a:ext>
            </a:extLst>
          </p:cNvPr>
          <p:cNvPicPr>
            <a:picLocks xmlns:a="http://schemas.openxmlformats.org/drawingml/2006/main" noChangeAspect="1"/>
          </p:cNvPicPr>
          <p:nvPr/>
        </p:nvPicPr>
        <p:blipFill>
          <a:blip xmlns:r="http://schemas.openxmlformats.org/officeDocument/2006/relationships" xmlns:a="http://schemas.openxmlformats.org/drawingml/2006/main" r:embed="Re2ba77176c9c4e6f"/>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C012E0E8-9C40-4804-9267-1E8978D4FD79}"/>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AC4DD0BB-E10A-4423-9243-F41649D8A3F8}"/>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C1035B33-03AC-4223-A97B-C1E93C230326}"/>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346174115"/>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3C677EEE-4E88-47DF-96E9-71B41635D0A4}"/>
              </a:ext>
            </a:extLst>
          </p:cNvPr>
          <p:cNvPicPr>
            <a:picLocks xmlns:a="http://schemas.openxmlformats.org/drawingml/2006/main" noChangeAspect="1"/>
          </p:cNvPicPr>
          <p:nvPr/>
        </p:nvPicPr>
        <p:blipFill>
          <a:blip xmlns:r="http://schemas.openxmlformats.org/officeDocument/2006/relationships" xmlns:a="http://schemas.openxmlformats.org/drawingml/2006/main" r:embed="Rf7244d245b824801"/>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EB0F541-CBC5-4FB5-B43B-C538DF3DC3FC}"/>
              </a:ext>
            </a:extLst>
          </p:cNvPr>
          <p:cNvPicPr>
            <a:picLocks xmlns:a="http://schemas.openxmlformats.org/drawingml/2006/main" noChangeAspect="1"/>
          </p:cNvPicPr>
          <p:nvPr/>
        </p:nvPicPr>
        <p:blipFill>
          <a:blip xmlns:r="http://schemas.openxmlformats.org/officeDocument/2006/relationships" xmlns:a="http://schemas.openxmlformats.org/drawingml/2006/main" r:embed="R1872a4dd1ad94a2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AA1C38-C583-4F7B-9607-33D08580DBB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B5FA4F-C053-4CC5-9696-B80548F971B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1A6F346-432E-4071-952B-F33D7BE6A69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4B34884-FC62-4022-885E-1F3002941C6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503F66C7-401A-45DE-BADE-168A687068AC}"/>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D9365A02-42FD-4321-A6EB-2CCDEE213F9B}"/>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634790F1-3E53-45ED-A5F8-5C6491F43565}"/>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D1F2E61B-5771-4524-A0B0-B8774C0B3F12}"/>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FC9097F1-47A3-478A-8147-88AAFB34D617}"/>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5BC01A90-E25A-45A6-B940-BF3FF128F095}"/>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516A1891-C462-481E-9105-C9470B424614}"/>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6EF648A1-18FA-4AED-888A-1666D40F905D}"/>
              </a:ext>
            </a:extLst>
          </p:cNvPr>
          <p:cNvPicPr>
            <a:picLocks xmlns:a="http://schemas.openxmlformats.org/drawingml/2006/main" noChangeAspect="1"/>
          </p:cNvPicPr>
          <p:nvPr/>
        </p:nvPicPr>
        <p:blipFill>
          <a:blip xmlns:r="http://schemas.openxmlformats.org/officeDocument/2006/relationships" xmlns:a="http://schemas.openxmlformats.org/drawingml/2006/main" r:embed="Rd9f4977f20c64e05"/>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31DA19D-5BDD-4FC2-B80E-2158DA7685AC}"/>
              </a:ext>
            </a:extLst>
          </p:cNvPr>
          <p:cNvPicPr>
            <a:picLocks xmlns:a="http://schemas.openxmlformats.org/drawingml/2006/main" noChangeAspect="1"/>
          </p:cNvPicPr>
          <p:nvPr/>
        </p:nvPicPr>
        <p:blipFill>
          <a:blip xmlns:r="http://schemas.openxmlformats.org/officeDocument/2006/relationships" xmlns:a="http://schemas.openxmlformats.org/drawingml/2006/main" r:embed="Ra07f6a4d31b34623"/>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09C021C1-C4BA-4072-8D94-66A74D516315}"/>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12A0A4E0-63B1-4EBA-8C8E-16432E00A565}"/>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3ACCB92C-F43F-4C65-9083-EB38E109CABD}"/>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95019E59-0E73-4AD9-88F7-487CA2747483}"/>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D1558E29-C8DB-4CD8-8E1E-54F23BC555D9}"/>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78F3C131-0902-4164-AC9E-3B278D550079}"/>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63E53336-4B7E-4810-87C9-6C1E99DD1459}"/>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B175DF41-49A3-4010-AECF-337E1D238853}"/>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48311701-FC3D-4C7B-BB16-D76449254997}"/>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925D4B21-49D7-4142-A981-65BA6956FE64}"/>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11567201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15AB5D2-AA26-4AD3-9A24-BA0BA33B24BB}"/>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EBB78427-4C3F-431B-950B-C923DE2A4BD0}"/>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9E5D702-8C39-485A-BC96-FC6228C4A7E5}"/>
              </a:ext>
            </a:extLst>
          </p:cNvPr>
          <p:cNvPicPr>
            <a:picLocks xmlns:a="http://schemas.openxmlformats.org/drawingml/2006/main" noChangeAspect="1"/>
          </p:cNvPicPr>
          <p:nvPr/>
        </p:nvPicPr>
        <p:blipFill>
          <a:blip xmlns:r="http://schemas.openxmlformats.org/officeDocument/2006/relationships" xmlns:a="http://schemas.openxmlformats.org/drawingml/2006/main" r:embed="R14c8e5df706740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A0C632-E734-402B-99E6-C8F3F17444F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0D5E97-9A7D-4EF1-96D7-DBD1CAF1CB3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6783212-21D4-4C4E-8BAA-372BEFCAA84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6A48BD2-94A0-41CB-BE04-83B504F0F77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4F2F76A-DAE8-4923-B4E0-B40B76624B8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A9E78CD3-6FD4-4A78-8E83-13D87D9329A8}"/>
              </a:ext>
            </a:extLst>
          </p:cNvPr>
          <p:cNvPicPr>
            <a:picLocks xmlns:a="http://schemas.openxmlformats.org/drawingml/2006/main" noChangeAspect="1"/>
          </p:cNvPicPr>
          <p:nvPr/>
        </p:nvPicPr>
        <p:blipFill>
          <a:blip xmlns:r="http://schemas.openxmlformats.org/officeDocument/2006/relationships" xmlns:a="http://schemas.openxmlformats.org/drawingml/2006/main" r:embed="R272d877f4ae14bf5"/>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6D569EE-06D6-4BD6-9D70-67B7A8FB498D}"/>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BE0FEBA4-5AD6-4C9A-9B9D-2C2227CFEA89}"/>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5D8BF586-B3EF-47F0-B2ED-FB26F613BBC9}"/>
              </a:ext>
            </a:extLst>
          </p:cNvPr>
          <p:cNvPicPr>
            <a:picLocks xmlns:a="http://schemas.openxmlformats.org/drawingml/2006/main" noChangeAspect="1"/>
          </p:cNvPicPr>
          <p:nvPr/>
        </p:nvPicPr>
        <p:blipFill>
          <a:blip xmlns:r="http://schemas.openxmlformats.org/officeDocument/2006/relationships" xmlns:a="http://schemas.openxmlformats.org/drawingml/2006/main" r:embed="Ra8d572d34b07486c"/>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59488305-A92F-4B61-AC85-0FBE84ABF62F}"/>
              </a:ext>
            </a:extLst>
          </p:cNvPr>
          <p:cNvPicPr>
            <a:picLocks xmlns:a="http://schemas.openxmlformats.org/drawingml/2006/main" noChangeAspect="1"/>
          </p:cNvPicPr>
          <p:nvPr/>
        </p:nvPicPr>
        <p:blipFill>
          <a:blip xmlns:r="http://schemas.openxmlformats.org/officeDocument/2006/relationships" xmlns:a="http://schemas.openxmlformats.org/drawingml/2006/main" r:embed="Rb5c5dbe73ca74c86"/>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C334A14-6DEC-4053-932F-D048FF2968EE}"/>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E9AA9C7-5127-4C57-8420-E4D5552EF470}"/>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19D68750-8565-465E-B327-003D83641FB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314596031"/>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E8DCBD8E-3215-4374-92A5-F690B29ED3B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47231B66-B907-4032-9BDB-63AE65910E2B}"/>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FBDE0652-94A2-41C9-ABA3-AD2B46E99154}"/>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3529D281-E36E-45A8-A7E4-8CB805B5D0D6}"/>
              </a:ext>
            </a:extLst>
          </p:cNvPr>
          <p:cNvPicPr>
            <a:picLocks xmlns:a="http://schemas.openxmlformats.org/drawingml/2006/main" noChangeAspect="1"/>
          </p:cNvPicPr>
          <p:nvPr/>
        </p:nvPicPr>
        <p:blipFill>
          <a:blip xmlns:r="http://schemas.openxmlformats.org/officeDocument/2006/relationships" xmlns:a="http://schemas.openxmlformats.org/drawingml/2006/main" r:embed="R85faaf345cd14e5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D5E0E7F-29C4-43E6-B0AE-90A5B10D0964}"/>
              </a:ext>
            </a:extLst>
          </p:cNvPr>
          <p:cNvPicPr>
            <a:picLocks xmlns:a="http://schemas.openxmlformats.org/drawingml/2006/main" noChangeAspect="1"/>
          </p:cNvPicPr>
          <p:nvPr/>
        </p:nvPicPr>
        <p:blipFill>
          <a:blip xmlns:r="http://schemas.openxmlformats.org/officeDocument/2006/relationships" xmlns:a="http://schemas.openxmlformats.org/drawingml/2006/main" r:embed="R53ae370171b5431e"/>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D2249DA1-A0E9-4F5D-B47C-EA0039B836A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63116460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24BC751B-4B00-4DEC-898B-99ED0C89ABD7}"/>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FFBC2234-FC7A-4792-A3F0-DA0E761D3AF9}"/>
              </a:ext>
            </a:extLst>
          </p:cNvPr>
          <p:cNvPicPr>
            <a:picLocks xmlns:a="http://schemas.openxmlformats.org/drawingml/2006/main" noChangeAspect="1"/>
          </p:cNvPicPr>
          <p:nvPr/>
        </p:nvPicPr>
        <p:blipFill>
          <a:blip xmlns:r="http://schemas.openxmlformats.org/officeDocument/2006/relationships" xmlns:a="http://schemas.openxmlformats.org/drawingml/2006/main" r:embed="R4154a9e549634e7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13AE5E-EE65-44C6-9C06-88359BCED26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139883-E86A-4614-BB24-701FE26D1BB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174ADAB-324A-46CA-ABAB-4BEC57E0DBE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FACE5D-FE31-490F-B0EA-754FB3DA62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B6AB17E8-8C29-4A87-955E-7BD85251A30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82C61EA-038F-4FE2-AC34-A27D1982FC0E}"/>
              </a:ext>
            </a:extLst>
          </p:cNvPr>
          <p:cNvPicPr>
            <a:picLocks xmlns:a="http://schemas.openxmlformats.org/drawingml/2006/main" noChangeAspect="1"/>
          </p:cNvPicPr>
          <p:nvPr/>
        </p:nvPicPr>
        <p:blipFill>
          <a:blip xmlns:r="http://schemas.openxmlformats.org/officeDocument/2006/relationships" xmlns:a="http://schemas.openxmlformats.org/drawingml/2006/main" r:embed="Rc6bb6328e4194a8e"/>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3723C48-4875-490D-997F-3D859F504DB0}"/>
              </a:ext>
            </a:extLst>
          </p:cNvPr>
          <p:cNvPicPr>
            <a:picLocks xmlns:a="http://schemas.openxmlformats.org/drawingml/2006/main" noChangeAspect="1"/>
          </p:cNvPicPr>
          <p:nvPr/>
        </p:nvPicPr>
        <p:blipFill>
          <a:blip xmlns:r="http://schemas.openxmlformats.org/officeDocument/2006/relationships" xmlns:a="http://schemas.openxmlformats.org/drawingml/2006/main" r:embed="R4ea8216f68294315"/>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E95B61F-1AC3-4D20-ACF5-52CA66B98A89}"/>
              </a:ext>
            </a:extLst>
          </p:cNvPr>
          <p:cNvPicPr>
            <a:picLocks xmlns:a="http://schemas.openxmlformats.org/drawingml/2006/main" noChangeAspect="1"/>
          </p:cNvPicPr>
          <p:nvPr/>
        </p:nvPicPr>
        <p:blipFill>
          <a:blip xmlns:r="http://schemas.openxmlformats.org/officeDocument/2006/relationships" xmlns:a="http://schemas.openxmlformats.org/drawingml/2006/main" r:embed="Rd13c6bd5a6d5489a"/>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4589FD9-28C1-4DDC-AFA3-62D38D171262}"/>
              </a:ext>
            </a:extLst>
          </p:cNvPr>
          <p:cNvPicPr>
            <a:picLocks xmlns:a="http://schemas.openxmlformats.org/drawingml/2006/main" noChangeAspect="1"/>
          </p:cNvPicPr>
          <p:nvPr/>
        </p:nvPicPr>
        <p:blipFill>
          <a:blip xmlns:r="http://schemas.openxmlformats.org/officeDocument/2006/relationships" xmlns:a="http://schemas.openxmlformats.org/drawingml/2006/main" r:embed="Rc3e641e8628d4816"/>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256086892"/>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9DE85ED-3F39-430F-B1E0-3D1C6FA944C7}"/>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838DED48-0548-40C1-945C-05FEBE793D01}"/>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8A9EBF5-893C-45C2-B3DC-FD597A08FAD4}"/>
              </a:ext>
            </a:extLst>
          </p:cNvPr>
          <p:cNvPicPr>
            <a:picLocks xmlns:a="http://schemas.openxmlformats.org/drawingml/2006/main" noChangeAspect="1"/>
          </p:cNvPicPr>
          <p:nvPr/>
        </p:nvPicPr>
        <p:blipFill>
          <a:blip xmlns:r="http://schemas.openxmlformats.org/officeDocument/2006/relationships" xmlns:a="http://schemas.openxmlformats.org/drawingml/2006/main" r:embed="R6b6d1ead6d1a42f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6D85A7-696F-48D7-B257-7279F3B04C0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A1FB76-E3D5-49A5-A224-D23573C3DFF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0327E2C-1782-4C84-B4EF-EA3805D3899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59BA18-ED93-4919-8EC7-61577EFAC5A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E3A1712-9712-4E7F-ABD5-52DB7B93494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835A0A94-85FA-4A01-BE3A-FE291EFB526D}"/>
              </a:ext>
            </a:extLst>
          </p:cNvPr>
          <p:cNvPicPr>
            <a:picLocks xmlns:a="http://schemas.openxmlformats.org/drawingml/2006/main" noChangeAspect="1"/>
          </p:cNvPicPr>
          <p:nvPr/>
        </p:nvPicPr>
        <p:blipFill>
          <a:blip xmlns:r="http://schemas.openxmlformats.org/officeDocument/2006/relationships" xmlns:a="http://schemas.openxmlformats.org/drawingml/2006/main" r:embed="R63c6d092cced40d6"/>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AA06BB5-0036-4238-A32A-D5FF287BB6E0}"/>
              </a:ext>
            </a:extLst>
          </p:cNvPr>
          <p:cNvPicPr>
            <a:picLocks xmlns:a="http://schemas.openxmlformats.org/drawingml/2006/main" noChangeAspect="1"/>
          </p:cNvPicPr>
          <p:nvPr/>
        </p:nvPicPr>
        <p:blipFill>
          <a:blip xmlns:r="http://schemas.openxmlformats.org/officeDocument/2006/relationships" xmlns:a="http://schemas.openxmlformats.org/drawingml/2006/main" r:embed="R0e02f1e8d6614b3f"/>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3AD4423-1349-4BC3-9FB6-884F013E085B}"/>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1FF314B6-9724-4713-B9ED-CDAAD81B1F38}"/>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45A4400F-528B-499E-BC90-84D254BD6F5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48550047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8D850A0-4405-45E6-A05C-F8525AE83720}"/>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AEA74BB-F227-436D-8C4B-E4074BF3B27A}"/>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B35D9CD0-D0CA-4C8B-B4F6-678A626F78DA}"/>
              </a:ext>
            </a:extLst>
          </p:cNvPr>
          <p:cNvPicPr>
            <a:picLocks xmlns:a="http://schemas.openxmlformats.org/drawingml/2006/main" noChangeAspect="1"/>
          </p:cNvPicPr>
          <p:nvPr/>
        </p:nvPicPr>
        <p:blipFill>
          <a:blip xmlns:r="http://schemas.openxmlformats.org/officeDocument/2006/relationships" xmlns:a="http://schemas.openxmlformats.org/drawingml/2006/main" r:embed="Rac335774b36c4b8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2BA651-B435-40F5-9331-7C3007B82B4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6028DD-CEDF-4C18-A511-943188A7B4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02EA247-23B5-4604-AF87-C1215DF5466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753B54-AAEB-4837-9A08-7DC54966260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DBD9BB0-4AED-4ED6-A080-604AFFFF62F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7859AA4B-3F63-4F11-9F70-AD94F29417D8}"/>
              </a:ext>
            </a:extLst>
          </p:cNvPr>
          <p:cNvPicPr>
            <a:picLocks xmlns:a="http://schemas.openxmlformats.org/drawingml/2006/main" noChangeAspect="1"/>
          </p:cNvPicPr>
          <p:nvPr/>
        </p:nvPicPr>
        <p:blipFill>
          <a:blip xmlns:r="http://schemas.openxmlformats.org/officeDocument/2006/relationships" xmlns:a="http://schemas.openxmlformats.org/drawingml/2006/main" r:embed="R98c62347fb5e46ee"/>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3B21F99-A927-4941-8F7F-99F047B7C8C9}"/>
              </a:ext>
            </a:extLst>
          </p:cNvPr>
          <p:cNvPicPr>
            <a:picLocks xmlns:a="http://schemas.openxmlformats.org/drawingml/2006/main" noChangeAspect="1"/>
          </p:cNvPicPr>
          <p:nvPr/>
        </p:nvPicPr>
        <p:blipFill>
          <a:blip xmlns:r="http://schemas.openxmlformats.org/officeDocument/2006/relationships" xmlns:a="http://schemas.openxmlformats.org/drawingml/2006/main" r:embed="Rf6612b96420a4735"/>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81C3CFE-C30D-4CFA-B61A-16EE4F7E7268}"/>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C201CC09-98DA-4589-85B4-BD5B67F16E68}"/>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DB439879-CD9E-41C1-8379-E2A03B0C46CE}"/>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33209562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5E455D47-6179-4FBD-8B5B-C6CF24977583}"/>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5028D71B-F3F2-4F07-BD71-B924064CA042}"/>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84F68805-7886-4C69-AB51-AD522DCDBCA3}"/>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E064F145-40D9-45BB-8593-4FCC015544DF}"/>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E99E2BE0-7BD3-4004-8974-57B6B3395DA6}"/>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A37B08F1-23CB-41AE-95E5-9344695DE6A2}"/>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CC57D95D-D805-4115-8785-FC140D4B552E}"/>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99007E7E-C751-46D9-BFD0-9FC001256E03}"/>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C47F5AC2-F798-4087-9999-96FA2D1BCB4C}"/>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5E9EB8CD-7587-45C2-AADB-DCDB4BE9F063}"/>
              </a:ext>
            </a:extLst>
          </p:cNvPr>
          <p:cNvPicPr>
            <a:picLocks xmlns:a="http://schemas.openxmlformats.org/drawingml/2006/main" noChangeAspect="1"/>
          </p:cNvPicPr>
          <p:nvPr/>
        </p:nvPicPr>
        <p:blipFill>
          <a:blip xmlns:r="http://schemas.openxmlformats.org/officeDocument/2006/relationships" xmlns:a="http://schemas.openxmlformats.org/drawingml/2006/main" r:embed="Rc09183867c1a410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BA0FA2-0FD1-4A54-A05F-7F6AC33657D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872AC3-BA4E-4AD5-BA2B-669043EB105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00AD2A4-814E-412E-89A5-3441C89451E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E3DC50-DC6B-407D-A986-4FED23E9D21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4A9F53F-0AC1-431F-85CC-0DBCF180B27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4E7A0FD9-1126-4736-BEB9-2C65B50EA26B}"/>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77E4DAA3-ADEE-4DDF-9B35-2734039C760E}"/>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A6C94EBC-0261-48A2-AD23-8BBD8DAA00BF}"/>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DEF3CE58-A0D5-421B-A335-671C2478F5CA}"/>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EAD637AD-9C7C-48B9-9FB9-80B8E13BAC12}"/>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DFCBDFC5-E09A-43EC-A851-EA0293966702}"/>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CE1AD7C1-B9E8-4C5D-8FB6-0CE1E17B63B5}"/>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DEF77BCB-1E14-40BD-B4D9-058CACA8D059}"/>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326922C2-CC2A-4C82-B0BD-C8DB8C37BA01}"/>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BBBFCC5F-EFC8-4A3D-9D9C-09237F3D7546}"/>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B2104C90-02D2-46E6-98DF-E5649B35CF4E}"/>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4207CD2B-3B48-484A-8C20-E049AC747D76}"/>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951621351"/>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6F9B83F-CE7A-4EDB-8267-EAD86A5B76ED}"/>
              </a:ext>
            </a:extLst>
          </p:cNvPr>
          <p:cNvPicPr>
            <a:picLocks xmlns:a="http://schemas.openxmlformats.org/drawingml/2006/main" noChangeAspect="1"/>
          </p:cNvPicPr>
          <p:nvPr/>
        </p:nvPicPr>
        <p:blipFill>
          <a:blip xmlns:r="http://schemas.openxmlformats.org/officeDocument/2006/relationships" xmlns:a="http://schemas.openxmlformats.org/drawingml/2006/main" r:embed="R751435e1a2ef4cb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892C021-6FC7-45B8-A366-05751EA39B1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B2D4F4F-B3FC-46D0-8864-D26F1F1D3F5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68D29DA-778F-4B4A-851F-1B48DF93F016}"/>
              </a:ext>
            </a:extLst>
          </p:cNvPr>
          <p:cNvPicPr>
            <a:picLocks xmlns:a="http://schemas.openxmlformats.org/drawingml/2006/main" noChangeAspect="1"/>
          </p:cNvPicPr>
          <p:nvPr/>
        </p:nvPicPr>
        <p:blipFill>
          <a:blip xmlns:r="http://schemas.openxmlformats.org/officeDocument/2006/relationships" xmlns:a="http://schemas.openxmlformats.org/drawingml/2006/main" r:embed="R2d64024845e74e2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CB10F96C-C9F9-4CC5-A036-F19177A3F5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6139A2A-5A72-4A57-BB61-D1E7E38AFC8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C77D206B-777E-4B6B-96BB-E0940AF4B33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55CB10CB-470C-40A3-9479-D590A01E681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123478738"/>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59B8314-41CA-47A8-B3DB-91974FD76366}"/>
              </a:ext>
            </a:extLst>
          </p:cNvPr>
          <p:cNvPicPr>
            <a:picLocks xmlns:a="http://schemas.openxmlformats.org/drawingml/2006/main" noChangeAspect="1"/>
          </p:cNvPicPr>
          <p:nvPr/>
        </p:nvPicPr>
        <p:blipFill>
          <a:blip xmlns:r="http://schemas.openxmlformats.org/officeDocument/2006/relationships" xmlns:a="http://schemas.openxmlformats.org/drawingml/2006/main" r:embed="Rd059d4d8a7f24a10"/>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62DEEDB8-910B-46D9-9C3F-D15FD182E6BB}"/>
              </a:ext>
            </a:extLst>
          </p:cNvPr>
          <p:cNvPicPr>
            <a:picLocks xmlns:a="http://schemas.openxmlformats.org/drawingml/2006/main" noChangeAspect="1"/>
          </p:cNvPicPr>
          <p:nvPr/>
        </p:nvPicPr>
        <p:blipFill>
          <a:blip xmlns:r="http://schemas.openxmlformats.org/officeDocument/2006/relationships" xmlns:a="http://schemas.openxmlformats.org/drawingml/2006/main" r:embed="R06fd7c67e41147b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020CF8-89F0-404D-AE66-784DD9B6E6B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00F6A8-0698-4D3D-A383-52A0927AAAB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6E8060B-3BFB-45AD-AE39-5A775ECB1EBE}"/>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59F9BE8-486B-488A-A39C-2C8368EBF444}"/>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FB07485D-F036-4327-895F-BCB7AA353D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85FCAEEE-01D1-4DB5-B5E9-126D50D93A77}"/>
              </a:ext>
            </a:extLst>
          </p:cNvPr>
          <p:cNvPicPr>
            <a:picLocks xmlns:a="http://schemas.openxmlformats.org/drawingml/2006/main" noChangeAspect="1"/>
          </p:cNvPicPr>
          <p:nvPr/>
        </p:nvPicPr>
        <p:blipFill>
          <a:blip xmlns:r="http://schemas.openxmlformats.org/officeDocument/2006/relationships" xmlns:a="http://schemas.openxmlformats.org/drawingml/2006/main" r:embed="Rc99dfbdfd7374447"/>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D3ACB9B3-1F8B-48EF-AB00-85E8ECBC8C0F}"/>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322D3C0-1CE9-41FC-BE0E-022C3A2511A7}"/>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21FBC17C-7D28-4724-8EEB-83F9DC1FE09D}"/>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DC2E2F8E-0FFC-4894-86A0-3917DEDEBDFE}"/>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62C81176-2F8A-4505-8BE7-FB8AD4593EE9}"/>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B6884913-CF7A-494E-B8D5-C2E6737BF59B}"/>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6611D67E-711E-4B1C-99AA-DE4E680F0690}"/>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75B140B-213E-4E36-BA53-757BBDDF7224}"/>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F8C12901-17B3-46F0-A3D6-6395CD9A27F9}"/>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0F0B0CC5-45AF-45D7-BC87-4306934581BB}"/>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1FF0ECBB-CA27-49C7-8604-5996F352A0D5}"/>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1A421AC2-1C9E-47A8-B881-3222B3AEE524}"/>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50420456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D795CFDC-3528-49DB-B68F-A665D12E9552}"/>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12A8FFC-DF4A-4165-9A78-07F858EF4EF6}"/>
              </a:ext>
            </a:extLst>
          </p:cNvPr>
          <p:cNvPicPr>
            <a:picLocks xmlns:a="http://schemas.openxmlformats.org/drawingml/2006/main" noChangeAspect="1"/>
          </p:cNvPicPr>
          <p:nvPr/>
        </p:nvPicPr>
        <p:blipFill>
          <a:blip xmlns:r="http://schemas.openxmlformats.org/officeDocument/2006/relationships" xmlns:a="http://schemas.openxmlformats.org/drawingml/2006/main" r:embed="R9cd02ae0efe34e5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1E79A9-AE14-42DD-BA50-285EB26AD3B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D8CFDA-5E7A-4FDA-A98C-01B156E3A6A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50C9D74-AE74-40F0-B6A8-4150588A951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0E7EAE0-50AA-4025-B2A8-0445D5E41AA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D188DD2-7E48-47BB-83E8-1124B3E53E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8DF505D7-E801-46BF-B87A-9D4E72BB324D}"/>
              </a:ext>
            </a:extLst>
          </p:cNvPr>
          <p:cNvPicPr>
            <a:picLocks xmlns:a="http://schemas.openxmlformats.org/drawingml/2006/main" noChangeAspect="1"/>
          </p:cNvPicPr>
          <p:nvPr/>
        </p:nvPicPr>
        <p:blipFill>
          <a:blip xmlns:r="http://schemas.openxmlformats.org/officeDocument/2006/relationships" xmlns:a="http://schemas.openxmlformats.org/drawingml/2006/main" r:embed="R649357115d304bf4"/>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53DD194-4DBE-45D4-B080-31A54F52CEFC}"/>
              </a:ext>
            </a:extLst>
          </p:cNvPr>
          <p:cNvPicPr>
            <a:picLocks xmlns:a="http://schemas.openxmlformats.org/drawingml/2006/main" noChangeAspect="1"/>
          </p:cNvPicPr>
          <p:nvPr/>
        </p:nvPicPr>
        <p:blipFill>
          <a:blip xmlns:r="http://schemas.openxmlformats.org/officeDocument/2006/relationships" xmlns:a="http://schemas.openxmlformats.org/drawingml/2006/main" r:embed="Rcf50b36892384cfb"/>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10F9465-FE5E-4341-ADAF-81D7E3419372}"/>
              </a:ext>
            </a:extLst>
          </p:cNvPr>
          <p:cNvPicPr>
            <a:picLocks xmlns:a="http://schemas.openxmlformats.org/drawingml/2006/main" noChangeAspect="1"/>
          </p:cNvPicPr>
          <p:nvPr/>
        </p:nvPicPr>
        <p:blipFill>
          <a:blip xmlns:r="http://schemas.openxmlformats.org/officeDocument/2006/relationships" xmlns:a="http://schemas.openxmlformats.org/drawingml/2006/main" r:embed="R89261f77da6446ff"/>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B1E7CFA-7A2A-43C1-86E6-B116E8718F32}"/>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19B15629-8B81-43B3-AF1A-E95742019B19}"/>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173117383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A831B9C-937F-4980-A3E2-443B108858AE}"/>
              </a:ext>
            </a:extLst>
          </p:cNvPr>
          <p:cNvPicPr>
            <a:picLocks xmlns:a="http://schemas.openxmlformats.org/drawingml/2006/main" noChangeAspect="1"/>
          </p:cNvPicPr>
          <p:nvPr/>
        </p:nvPicPr>
        <p:blipFill>
          <a:blip xmlns:r="http://schemas.openxmlformats.org/officeDocument/2006/relationships" xmlns:a="http://schemas.openxmlformats.org/drawingml/2006/main" r:embed="R490f75d749ec4d8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0BC073-317B-4FFF-B922-E31196EC31B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61710B-38E0-47BE-B6B9-31A7DE28FA5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633FBEF-8859-468F-830E-A5CC8993989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7E7B5C2-A6DB-4F9C-8741-20C8C286D90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BE04CD4-5336-481A-B446-D3496D770A5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22A4BCA8-895F-4A08-8BB1-C5C353784C00}"/>
              </a:ext>
            </a:extLst>
          </p:cNvPr>
          <p:cNvPicPr>
            <a:picLocks xmlns:a="http://schemas.openxmlformats.org/drawingml/2006/main" noChangeAspect="1"/>
          </p:cNvPicPr>
          <p:nvPr/>
        </p:nvPicPr>
        <p:blipFill>
          <a:blip xmlns:r="http://schemas.openxmlformats.org/officeDocument/2006/relationships" xmlns:a="http://schemas.openxmlformats.org/drawingml/2006/main" r:embed="R7cb21f04f89240d4"/>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0E18B12-877E-4D61-95C7-4EA46DE1C5FC}"/>
              </a:ext>
            </a:extLst>
          </p:cNvPr>
          <p:cNvPicPr>
            <a:picLocks xmlns:a="http://schemas.openxmlformats.org/drawingml/2006/main" noChangeAspect="1"/>
          </p:cNvPicPr>
          <p:nvPr/>
        </p:nvPicPr>
        <p:blipFill>
          <a:blip xmlns:r="http://schemas.openxmlformats.org/officeDocument/2006/relationships" xmlns:a="http://schemas.openxmlformats.org/drawingml/2006/main" r:embed="Rd0392d5949e043b4"/>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BD10A1F-6EEE-40B7-B2EC-4CEC01CEDB14}"/>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
        <p:nvSpPr>
          <p:cNvPr id="12" name="공통 CO₂ 소거 표시">
            <a:extLst xmlns:a="http://schemas.openxmlformats.org/drawingml/2006/main">
              <a:ext uri="{FF2B5EF4-FFF2-40B4-BE49-F238E27FC236}">
                <a16:creationId xmlns:a16="http://schemas.microsoft.com/office/drawing/2014/main" id="{AFCD030D-54ED-405C-A42D-168C0E2D4F49}"/>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E2DDFD8A-CC71-4EEC-87A6-6519FDEBD9D6}"/>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13C962CD-9649-4B42-9C40-2688E7DF0A5B}"/>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B97FF37A-DDE7-41A3-AF1A-CCD4BEBEBD15}"/>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38EFDD9B-F36C-4A02-AE83-8FFD341C8E50}"/>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두 식에서 사라진다.</a:t>
            </a:r>
          </a:p>
        </p:txBody>
      </p:sp>
      <p:sp>
        <p:nvSpPr>
          <p:cNvPr id="17" name="text">
            <a:extLst xmlns:a="http://schemas.openxmlformats.org/drawingml/2006/main">
              <a:ext uri="{FF2B5EF4-FFF2-40B4-BE49-F238E27FC236}">
                <a16:creationId xmlns:a16="http://schemas.microsoft.com/office/drawing/2014/main" id="{5C5B7BEA-B496-4881-8AE4-82306CB11D8E}"/>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Tree>
    <p:extLst>
      <p:ext uri="{BB962C8B-B14F-4D97-AF65-F5344CB8AC3E}">
        <p14:creationId xmlns:p14="http://schemas.microsoft.com/office/powerpoint/2010/main" val="1105566740"/>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88C31FDE-AD82-47B1-97E3-35BDAD0585CD}"/>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F6BB832-5399-4BC0-9CC0-F3923A45E910}"/>
              </a:ext>
            </a:extLst>
          </p:cNvPr>
          <p:cNvPicPr>
            <a:picLocks xmlns:a="http://schemas.openxmlformats.org/drawingml/2006/main" noChangeAspect="1"/>
          </p:cNvPicPr>
          <p:nvPr/>
        </p:nvPicPr>
        <p:blipFill>
          <a:blip xmlns:r="http://schemas.openxmlformats.org/officeDocument/2006/relationships" xmlns:a="http://schemas.openxmlformats.org/drawingml/2006/main" r:embed="R17e18b349a6246f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E6ACE65-E0D7-4E9A-B7AF-CFACB739825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94F69A-6942-4909-8BD0-25369DC25CE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BF5766E-DEA3-47E7-9487-5CBE1AF4F9E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1CFAE0-E45E-4D8C-84BF-F3B9C1A5EFF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59EF1E7-F536-48CC-A490-28007CFA790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9DD17C64-7D0F-444B-A8A4-5AC855D57911}"/>
              </a:ext>
            </a:extLst>
          </p:cNvPr>
          <p:cNvPicPr>
            <a:picLocks xmlns:a="http://schemas.openxmlformats.org/drawingml/2006/main" noChangeAspect="1"/>
          </p:cNvPicPr>
          <p:nvPr/>
        </p:nvPicPr>
        <p:blipFill>
          <a:blip xmlns:r="http://schemas.openxmlformats.org/officeDocument/2006/relationships" xmlns:a="http://schemas.openxmlformats.org/drawingml/2006/main" r:embed="R1baf85e299a84806"/>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AB4CBC6-239D-49D9-88E9-BA72D8FDE260}"/>
              </a:ext>
            </a:extLst>
          </p:cNvPr>
          <p:cNvPicPr>
            <a:picLocks xmlns:a="http://schemas.openxmlformats.org/drawingml/2006/main" noChangeAspect="1"/>
          </p:cNvPicPr>
          <p:nvPr/>
        </p:nvPicPr>
        <p:blipFill>
          <a:blip xmlns:r="http://schemas.openxmlformats.org/officeDocument/2006/relationships" xmlns:a="http://schemas.openxmlformats.org/drawingml/2006/main" r:embed="Rf7c2f2ce44ce43e4"/>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C6C1750-BC96-468F-9A23-EAE1F84FDEBD}"/>
              </a:ext>
            </a:extLst>
          </p:cNvPr>
          <p:cNvPicPr>
            <a:picLocks xmlns:a="http://schemas.openxmlformats.org/drawingml/2006/main" noChangeAspect="1"/>
          </p:cNvPicPr>
          <p:nvPr/>
        </p:nvPicPr>
        <p:blipFill>
          <a:blip xmlns:r="http://schemas.openxmlformats.org/officeDocument/2006/relationships" xmlns:a="http://schemas.openxmlformats.org/drawingml/2006/main" r:embed="R6c13ab24f344485c"/>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748083931"/>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0267669-BA4E-4980-A85D-F6AF4580E93F}"/>
              </a:ext>
            </a:extLst>
          </p:cNvPr>
          <p:cNvPicPr>
            <a:picLocks xmlns:a="http://schemas.openxmlformats.org/drawingml/2006/main" noChangeAspect="1"/>
          </p:cNvPicPr>
          <p:nvPr/>
        </p:nvPicPr>
        <p:blipFill>
          <a:blip xmlns:r="http://schemas.openxmlformats.org/officeDocument/2006/relationships" xmlns:a="http://schemas.openxmlformats.org/drawingml/2006/main" r:embed="R9531df27bfe34a4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1A2C69-929E-4D6F-812C-491CD6370AE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14C162-FA03-42BC-9134-A98C7F230DA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12155C8-C897-4F1B-B20B-D640C75B986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C1428E9-0DC8-4288-A319-028B8DD51CE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A053836-027F-4E23-B554-A005E4DCCD3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02DAB8D4-EAA1-4D2C-B311-C11ADF6B451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71F22C3D-1193-4DCB-A3EE-96A09162FA58}"/>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FA525F08-9A45-4E32-BA9F-0794A399CF75}"/>
              </a:ext>
            </a:extLst>
          </p:cNvPr>
          <p:cNvPicPr>
            <a:picLocks xmlns:a="http://schemas.openxmlformats.org/drawingml/2006/main" noChangeAspect="1"/>
          </p:cNvPicPr>
          <p:nvPr/>
        </p:nvPicPr>
        <p:blipFill>
          <a:blip xmlns:r="http://schemas.openxmlformats.org/officeDocument/2006/relationships" xmlns:a="http://schemas.openxmlformats.org/drawingml/2006/main" r:embed="Rf6d24b5d3dbb4c99"/>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AAEF05A5-9D41-4CB8-A933-D58F5580E05B}"/>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92A17F5-B475-45DA-8963-307538A15C7C}"/>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A424650E-6201-4F08-BD29-44F704EA3535}"/>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B36EA89F-3E6D-4FC9-BBD8-448766FCD484}"/>
              </a:ext>
            </a:extLst>
          </p:cNvPr>
          <p:cNvPicPr>
            <a:picLocks xmlns:a="http://schemas.openxmlformats.org/drawingml/2006/main" noChangeAspect="1"/>
          </p:cNvPicPr>
          <p:nvPr/>
        </p:nvPicPr>
        <p:blipFill>
          <a:blip xmlns:r="http://schemas.openxmlformats.org/officeDocument/2006/relationships" xmlns:a="http://schemas.openxmlformats.org/drawingml/2006/main" r:embed="R3ee5feba44b444d5"/>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2068114142"/>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8446A4E1-C916-455F-8CCF-CA39A2F8FF04}"/>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E293108-1006-44F1-89E4-645C02F315EE}"/>
              </a:ext>
            </a:extLst>
          </p:cNvPr>
          <p:cNvPicPr>
            <a:picLocks xmlns:a="http://schemas.openxmlformats.org/drawingml/2006/main" noChangeAspect="1"/>
          </p:cNvPicPr>
          <p:nvPr/>
        </p:nvPicPr>
        <p:blipFill>
          <a:blip xmlns:r="http://schemas.openxmlformats.org/officeDocument/2006/relationships" xmlns:a="http://schemas.openxmlformats.org/drawingml/2006/main" r:embed="R5878eb3816e843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97F7A5-B445-4D6A-9FEB-57B9977CFBD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6F86A3-C29E-47D3-A164-63E5411F17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0F1AF3D-C9C1-45E9-8AA0-09D7BD41ED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95B8AFA-A08D-436D-8FD3-96111870993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9F57166-DC4A-4B68-B988-90169463203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8712691D-9657-4360-9062-FBA2E91592A8}"/>
              </a:ext>
            </a:extLst>
          </p:cNvPr>
          <p:cNvPicPr>
            <a:picLocks xmlns:a="http://schemas.openxmlformats.org/drawingml/2006/main" noChangeAspect="1"/>
          </p:cNvPicPr>
          <p:nvPr/>
        </p:nvPicPr>
        <p:blipFill>
          <a:blip xmlns:r="http://schemas.openxmlformats.org/officeDocument/2006/relationships" xmlns:a="http://schemas.openxmlformats.org/drawingml/2006/main" r:embed="R9846b1101c834109"/>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474FC9C-75B5-47CA-A968-ACE6366285C0}"/>
              </a:ext>
            </a:extLst>
          </p:cNvPr>
          <p:cNvPicPr>
            <a:picLocks xmlns:a="http://schemas.openxmlformats.org/drawingml/2006/main" noChangeAspect="1"/>
          </p:cNvPicPr>
          <p:nvPr/>
        </p:nvPicPr>
        <p:blipFill>
          <a:blip xmlns:r="http://schemas.openxmlformats.org/officeDocument/2006/relationships" xmlns:a="http://schemas.openxmlformats.org/drawingml/2006/main" r:embed="R448756810a694a54"/>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0E6FB8B-546F-42E6-A4D9-B64B4223F197}"/>
              </a:ext>
            </a:extLst>
          </p:cNvPr>
          <p:cNvPicPr>
            <a:picLocks xmlns:a="http://schemas.openxmlformats.org/drawingml/2006/main" noChangeAspect="1"/>
          </p:cNvPicPr>
          <p:nvPr/>
        </p:nvPicPr>
        <p:blipFill>
          <a:blip xmlns:r="http://schemas.openxmlformats.org/officeDocument/2006/relationships" xmlns:a="http://schemas.openxmlformats.org/drawingml/2006/main" r:embed="Raac90e9d39cf4c2c"/>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67F6114B-E7E2-4018-B503-F21028540D0D}"/>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00B63749-CE27-4A9E-B2BE-311524F9488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46331878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06B35BAA-CFC3-42C7-B4E6-64A9134FCAEA}"/>
              </a:ext>
            </a:extLst>
          </p:cNvPr>
          <p:cNvPicPr>
            <a:picLocks xmlns:a="http://schemas.openxmlformats.org/drawingml/2006/main" noChangeAspect="1"/>
          </p:cNvPicPr>
          <p:nvPr/>
        </p:nvPicPr>
        <p:blipFill>
          <a:blip xmlns:r="http://schemas.openxmlformats.org/officeDocument/2006/relationships" xmlns:a="http://schemas.openxmlformats.org/drawingml/2006/main" r:embed="Re003f87326fe46d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9F68A8-EED0-4CF0-934A-AE7AB0E3BA5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0B2A65-2B18-4969-80DA-AC52D77269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DFA6C23-60BD-4A68-A019-FCB99F02D514}"/>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3BD51D1-6C4A-427C-94C8-C75E34DB4F6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EFE97BAE-B90F-4B4E-9898-6A126DD1D5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2880451D-2612-4057-A368-A2E6DEF782A2}"/>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E69D29DD-638B-4287-8259-BD16650AB2D6}"/>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D0D4DF9-8BE1-43A2-999C-79866F25ADAD}"/>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5203AA50-EC16-4997-B04C-46B93A085D89}"/>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14DFFD59-B682-47F9-BE63-5F5A3FD5BCCD}"/>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57D9A9B6-F3F5-40B3-A179-BA0391C92B27}"/>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0C0409B-2E70-4934-8B7F-1885FD408A25}"/>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57D3898F-0CA9-4F5A-A8FB-DF8F1032E6E9}"/>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74D2BB5-67C5-4536-BB0E-5C42B6E3072A}"/>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682E8F69-9FBC-4A4A-93C3-100F995FB563}"/>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BEE88810-98BC-472F-A976-98BE759C0C5A}"/>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F580AA5C-FC79-47AE-8B57-6F0F3DF79B18}"/>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71695BC-4C2E-4883-9BA8-DD4525986695}"/>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996E9B2D-4FEA-4E87-A093-6FA1B63DECE7}"/>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C56A7696-FEC1-473B-83F8-C837C56D33F0}"/>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EFC0654F-3EFE-4DCD-8320-64CD88F37A64}"/>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B8F3C90A-D535-4BB4-B1AF-7FAF6F15D059}"/>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795D15DB-2A97-4520-B9BB-BBE36A002E58}"/>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20727487-E88D-4D93-ABD4-C32B8218514B}"/>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38FEF565-336C-4611-8B7E-B79FF1196864}"/>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C9D0E297-CD03-4DA7-9AC3-1612AFE30564}"/>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74FA4083-E833-4EC5-A711-EEB8477BCE7B}"/>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BF924886-84A2-4DF5-992B-C8B664D43B4F}"/>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1DD4A1D2-CAB0-432F-A601-D0507E13C6A9}"/>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CEA524AE-73C4-43E3-831D-B37B06C562BD}"/>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236934424"/>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3897ACD0-BEE1-45E3-85CC-4F9E1CC4E451}"/>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5729D9EA-1A73-4666-A9A5-932C7081F76E}"/>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563EB43-CEF8-4654-9945-BCDBB6B18354}"/>
              </a:ext>
            </a:extLst>
          </p:cNvPr>
          <p:cNvPicPr>
            <a:picLocks xmlns:a="http://schemas.openxmlformats.org/drawingml/2006/main" noChangeAspect="1"/>
          </p:cNvPicPr>
          <p:nvPr/>
        </p:nvPicPr>
        <p:blipFill>
          <a:blip xmlns:r="http://schemas.openxmlformats.org/officeDocument/2006/relationships" xmlns:a="http://schemas.openxmlformats.org/drawingml/2006/main" r:embed="R3f03dcb2f3b74ef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EC0170-6F80-476D-9EDD-842191DBBED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26EC80-FB2A-435E-A90F-25887DED8C9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29440DD-0415-4CFB-802B-C2EE594C810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1BB6BB-5A2A-4CEB-B661-434ECC76135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EE4597D-508C-44FC-A6B9-A7F5316E010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8F517013-45BE-40B8-BAE5-EF7265E59AF9}"/>
              </a:ext>
            </a:extLst>
          </p:cNvPr>
          <p:cNvPicPr>
            <a:picLocks xmlns:a="http://schemas.openxmlformats.org/drawingml/2006/main" noChangeAspect="1"/>
          </p:cNvPicPr>
          <p:nvPr/>
        </p:nvPicPr>
        <p:blipFill>
          <a:blip xmlns:r="http://schemas.openxmlformats.org/officeDocument/2006/relationships" xmlns:a="http://schemas.openxmlformats.org/drawingml/2006/main" r:embed="Rfd6faa807df04658"/>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89D2BDC-F3FA-4807-9FE1-EFE9ACC49D57}"/>
              </a:ext>
            </a:extLst>
          </p:cNvPr>
          <p:cNvPicPr>
            <a:picLocks xmlns:a="http://schemas.openxmlformats.org/drawingml/2006/main" noChangeAspect="1"/>
          </p:cNvPicPr>
          <p:nvPr/>
        </p:nvPicPr>
        <p:blipFill>
          <a:blip xmlns:r="http://schemas.openxmlformats.org/officeDocument/2006/relationships" xmlns:a="http://schemas.openxmlformats.org/drawingml/2006/main" r:embed="R5635f2b3bda44f7b"/>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64F6EE1E-EBCC-4DD5-8D21-839D6EDE066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183C2340-09C5-4BAA-91A0-3F5085F4F922}"/>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D41E0743-8FB7-4B26-AAB8-93BE6C4CC38D}"/>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26510257"/>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9CA52722-869E-4B9E-B7AD-30869F41BDE3}"/>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07C6EB36-FB4C-4BA4-9F36-183D3D41FFCA}"/>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6295FB8-085E-44E0-979B-99B0723CD1C6}"/>
              </a:ext>
            </a:extLst>
          </p:cNvPr>
          <p:cNvPicPr>
            <a:picLocks xmlns:a="http://schemas.openxmlformats.org/drawingml/2006/main" noChangeAspect="1"/>
          </p:cNvPicPr>
          <p:nvPr/>
        </p:nvPicPr>
        <p:blipFill>
          <a:blip xmlns:r="http://schemas.openxmlformats.org/officeDocument/2006/relationships" xmlns:a="http://schemas.openxmlformats.org/drawingml/2006/main" r:embed="Ree0ea72f8b424b1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4941A31-826F-422D-81D5-CE0FD1F808C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221BD1-87B0-48FE-AD16-84C8941F42E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DCDA772-52A7-4F3D-8152-1D1B71031BF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FE1C151-B8D2-43DA-984A-41392DCA3B8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3ADB563-CACD-4579-B439-F7729C3041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02CD0152-8D79-47AE-B623-1F852683CCA1}"/>
              </a:ext>
            </a:extLst>
          </p:cNvPr>
          <p:cNvPicPr>
            <a:picLocks xmlns:a="http://schemas.openxmlformats.org/drawingml/2006/main" noChangeAspect="1"/>
          </p:cNvPicPr>
          <p:nvPr/>
        </p:nvPicPr>
        <p:blipFill>
          <a:blip xmlns:r="http://schemas.openxmlformats.org/officeDocument/2006/relationships" xmlns:a="http://schemas.openxmlformats.org/drawingml/2006/main" r:embed="R9e52bcf857b148f3"/>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98A92B2-9DBD-4B0B-A527-2CB89FD8AFDA}"/>
              </a:ext>
            </a:extLst>
          </p:cNvPr>
          <p:cNvPicPr>
            <a:picLocks xmlns:a="http://schemas.openxmlformats.org/drawingml/2006/main" noChangeAspect="1"/>
          </p:cNvPicPr>
          <p:nvPr/>
        </p:nvPicPr>
        <p:blipFill>
          <a:blip xmlns:r="http://schemas.openxmlformats.org/officeDocument/2006/relationships" xmlns:a="http://schemas.openxmlformats.org/drawingml/2006/main" r:embed="R683005e13b274e7c"/>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CC8DA42-89E4-4EF6-897F-5AB688D8C2CC}"/>
              </a:ext>
            </a:extLst>
          </p:cNvPr>
          <p:cNvPicPr>
            <a:picLocks xmlns:a="http://schemas.openxmlformats.org/drawingml/2006/main" noChangeAspect="1"/>
          </p:cNvPicPr>
          <p:nvPr/>
        </p:nvPicPr>
        <p:blipFill>
          <a:blip xmlns:r="http://schemas.openxmlformats.org/officeDocument/2006/relationships" xmlns:a="http://schemas.openxmlformats.org/drawingml/2006/main" r:embed="R9ef4c742693b42a0"/>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DFE91724-B4B2-47E9-B02C-617492CCBCF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7E311F7E-09C0-4F58-A272-126AE4717360}"/>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B8C520B0-984D-45E8-983E-46A89887F5F9}"/>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2138014667"/>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787843-4A3F-45A6-8946-0B45D0384B6B}"/>
              </a:ext>
            </a:extLst>
          </p:cNvPr>
          <p:cNvPicPr>
            <a:picLocks xmlns:a="http://schemas.openxmlformats.org/drawingml/2006/main" noChangeAspect="1"/>
          </p:cNvPicPr>
          <p:nvPr/>
        </p:nvPicPr>
        <p:blipFill>
          <a:blip xmlns:r="http://schemas.openxmlformats.org/officeDocument/2006/relationships" xmlns:a="http://schemas.openxmlformats.org/drawingml/2006/main" r:embed="R3f74077891194f2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CCB34C-AAC0-4B4A-BE69-8904415494C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B250B7-E2FD-4FB1-A677-8EF25F477D5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7659384-87B1-4259-BD9F-16029756E4E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4271A04-7780-4055-9057-906FF2C8612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1D95E74-0B04-4D3A-8868-BBE6213BD4E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6D0A5D58-8F64-44F7-A779-4CA5ED5E96D6}"/>
              </a:ext>
            </a:extLst>
          </p:cNvPr>
          <p:cNvPicPr>
            <a:picLocks xmlns:a="http://schemas.openxmlformats.org/drawingml/2006/main" noChangeAspect="1"/>
          </p:cNvPicPr>
          <p:nvPr/>
        </p:nvPicPr>
        <p:blipFill>
          <a:blip xmlns:r="http://schemas.openxmlformats.org/officeDocument/2006/relationships" xmlns:a="http://schemas.openxmlformats.org/drawingml/2006/main" r:embed="R675428759ef64038"/>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3FA48C4-D2B8-402A-BB05-D2D33E287EB8}"/>
              </a:ext>
            </a:extLst>
          </p:cNvPr>
          <p:cNvPicPr>
            <a:picLocks xmlns:a="http://schemas.openxmlformats.org/drawingml/2006/main" noChangeAspect="1"/>
          </p:cNvPicPr>
          <p:nvPr/>
        </p:nvPicPr>
        <p:blipFill>
          <a:blip xmlns:r="http://schemas.openxmlformats.org/officeDocument/2006/relationships" xmlns:a="http://schemas.openxmlformats.org/drawingml/2006/main" r:embed="R2b814a4497114d10"/>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FD0FCA56-6B90-427E-A3D0-2B2C2571D4F0}"/>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1844479346"/>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7557545-53B5-47D5-B68C-74AB29192CA6}"/>
              </a:ext>
            </a:extLst>
          </p:cNvPr>
          <p:cNvPicPr>
            <a:picLocks xmlns:a="http://schemas.openxmlformats.org/drawingml/2006/main" noChangeAspect="1"/>
          </p:cNvPicPr>
          <p:nvPr/>
        </p:nvPicPr>
        <p:blipFill>
          <a:blip xmlns:r="http://schemas.openxmlformats.org/officeDocument/2006/relationships" xmlns:a="http://schemas.openxmlformats.org/drawingml/2006/main" r:embed="Rbf22a0a1b5c042b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7D95E8C-645D-4D91-9DF2-BD19B095F87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8F8624E-CC83-4849-9EE4-9E44A3EA158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CF89087-CD48-4FDB-9B2E-789FE04688F3}"/>
              </a:ext>
            </a:extLst>
          </p:cNvPr>
          <p:cNvPicPr>
            <a:picLocks xmlns:a="http://schemas.openxmlformats.org/drawingml/2006/main" noChangeAspect="1"/>
          </p:cNvPicPr>
          <p:nvPr/>
        </p:nvPicPr>
        <p:blipFill>
          <a:blip xmlns:r="http://schemas.openxmlformats.org/officeDocument/2006/relationships" xmlns:a="http://schemas.openxmlformats.org/drawingml/2006/main" r:embed="Rcbbace7c005d485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24859B0-CB88-4AF0-A972-BBAC7A2B71C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6219FFDC-E111-40A9-89BE-641AFE3FFF8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EE0B698F-26ED-48A1-9AA2-4E5EB2370C9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457DB587-F0BD-4C6E-BBDC-E420293731A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789571706"/>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9478C42-AB63-4A6E-9F4E-15C2C1068838}"/>
              </a:ext>
            </a:extLst>
          </p:cNvPr>
          <p:cNvPicPr>
            <a:picLocks xmlns:a="http://schemas.openxmlformats.org/drawingml/2006/main" noChangeAspect="1"/>
          </p:cNvPicPr>
          <p:nvPr/>
        </p:nvPicPr>
        <p:blipFill>
          <a:blip xmlns:r="http://schemas.openxmlformats.org/officeDocument/2006/relationships" xmlns:a="http://schemas.openxmlformats.org/drawingml/2006/main" r:embed="R926f1cbaa8df4a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89303C-687D-4956-BB9A-5C66891061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EF9A41-438A-4FEC-9A72-6DE7D2DA06E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3059614-DFDD-4C3F-9CD4-066007BA02F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9BFC303-3D2B-4C4E-8C3F-46FE16E8C38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25D69AA-CC6F-495C-BC80-3E7300FF1BF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32A6F4D4-CBC1-4404-A0A6-178CF05ADB14}"/>
              </a:ext>
            </a:extLst>
          </p:cNvPr>
          <p:cNvPicPr>
            <a:picLocks xmlns:a="http://schemas.openxmlformats.org/drawingml/2006/main" noChangeAspect="1"/>
          </p:cNvPicPr>
          <p:nvPr/>
        </p:nvPicPr>
        <p:blipFill>
          <a:blip xmlns:r="http://schemas.openxmlformats.org/officeDocument/2006/relationships" xmlns:a="http://schemas.openxmlformats.org/drawingml/2006/main" r:embed="Rd01953ad0e3d49d7"/>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FEDD22CA-A141-46E6-B3F6-DE4740E017F3}"/>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EC55D9AA-84EE-4BC1-81D2-93D9144BF502}"/>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B595E594-B854-4569-A435-06C179A3290F}"/>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729985"/>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1C65017E-9B7B-4F7E-A6DF-C1A2E4F2EF71}"/>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F764F655-1414-47D2-B93D-6D3631CC203F}"/>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190DED59-AE67-4770-9781-52CCF85E5588}"/>
              </a:ext>
            </a:extLst>
          </p:cNvPr>
          <p:cNvPicPr>
            <a:picLocks xmlns:a="http://schemas.openxmlformats.org/drawingml/2006/main" noChangeAspect="1"/>
          </p:cNvPicPr>
          <p:nvPr/>
        </p:nvPicPr>
        <p:blipFill>
          <a:blip xmlns:r="http://schemas.openxmlformats.org/officeDocument/2006/relationships" xmlns:a="http://schemas.openxmlformats.org/drawingml/2006/main" r:embed="R881ea2a79a484ad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61FFA3-0558-48E6-A1A4-BC644FD43DA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6460A3-25D4-4396-8C76-930AD3516C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4181FAC-648B-4B0F-B82F-B81313D4298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553D064-1B59-4501-8E6A-F1140BC824D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56A6728-895F-4A42-A34C-23BDAAFD94C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99E58DD8-BE06-41F4-9AC8-D7E24ED0D166}"/>
              </a:ext>
            </a:extLst>
          </p:cNvPr>
          <p:cNvPicPr>
            <a:picLocks xmlns:a="http://schemas.openxmlformats.org/drawingml/2006/main" noChangeAspect="1"/>
          </p:cNvPicPr>
          <p:nvPr/>
        </p:nvPicPr>
        <p:blipFill>
          <a:blip xmlns:r="http://schemas.openxmlformats.org/officeDocument/2006/relationships" xmlns:a="http://schemas.openxmlformats.org/drawingml/2006/main" r:embed="Re4f66c3f80264ffe"/>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2504553-EE16-46BA-9DE6-6DB2618D3A77}"/>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05A8AB82-424F-42DC-8EA9-B094A8EE9958}"/>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15511A2C-056D-434D-8B4B-0FFBE340FC6E}"/>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926C3884-51C4-4E08-88B0-6AD0A136C11B}"/>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880528AA-2D85-4092-9F2D-8141AE9F8953}"/>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3998A604-2D18-49B0-B5C9-DAAE28BB6B91}"/>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997C04C-9618-40EA-AA3A-3ECFF81D8706}"/>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962459335"/>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17FA83D-9E55-4557-931F-F0D82433C8C5}"/>
              </a:ext>
            </a:extLst>
          </p:cNvPr>
          <p:cNvPicPr>
            <a:picLocks xmlns:a="http://schemas.openxmlformats.org/drawingml/2006/main" noChangeAspect="1"/>
          </p:cNvPicPr>
          <p:nvPr/>
        </p:nvPicPr>
        <p:blipFill>
          <a:blip xmlns:r="http://schemas.openxmlformats.org/officeDocument/2006/relationships" xmlns:a="http://schemas.openxmlformats.org/drawingml/2006/main" r:embed="R47b980b9b8f3435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7C7F4B-C0C7-494F-ACA9-D5800B46A3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BEFBBD-17A3-41A4-ACC1-048A907B58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F9349A-E01F-4346-8148-271DE88931F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0FC910-96BD-4FA7-A8E9-F96155D9EB5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3006C21-EE9F-4AA8-A1C7-8643E2C8F3B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5821F808-0F48-4B23-A914-2911C82BFA7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75B414CD-04B1-4764-9773-1154A8F5432F}"/>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86C885C-2B82-42A6-9F30-9628AFDD5E8B}"/>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3A77FFC-C65A-4550-8725-D01F9B0BAC3E}"/>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574EDEF-3D78-45C3-931B-CA9F95F25483}"/>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F00FBB1-F908-49AD-8F13-E56E33530FB8}"/>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276BECD-B5BA-4B01-9A5C-817286C138C3}"/>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95888316"/>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6B7C828-D5D7-427A-8348-29BC9653DE66}"/>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959077D6-1B5A-4DC8-974C-6FF2D857F4BC}"/>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5F79540-3259-474B-94AC-74B72ADD0252}"/>
              </a:ext>
            </a:extLst>
          </p:cNvPr>
          <p:cNvPicPr>
            <a:picLocks xmlns:a="http://schemas.openxmlformats.org/drawingml/2006/main" noChangeAspect="1"/>
          </p:cNvPicPr>
          <p:nvPr/>
        </p:nvPicPr>
        <p:blipFill>
          <a:blip xmlns:r="http://schemas.openxmlformats.org/officeDocument/2006/relationships" xmlns:a="http://schemas.openxmlformats.org/drawingml/2006/main" r:embed="R8f7bbd4f808c426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464C935-81A7-42F0-8B0F-3B30B85E8E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E01B0E-4E30-456C-A0BA-79BE108CDBF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5157754-2435-40C8-8078-D52C06A7130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A6AF50B-1C7A-491A-AD1B-5AEBDE0A1E2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623CBE0-ABCC-4404-86A6-F1952DA28F7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79681591-0328-49EB-9118-0A8EA5B32EE0}"/>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633F67E4-D07E-498B-8674-358645B59D2D}"/>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5005239F-1CA7-470E-AAC5-7B2530744732}"/>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9553BB3D-903D-4A61-9124-8E96BB56AF09}"/>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6DAAC680-F2E4-4641-BDDD-1655B45CBAD2}"/>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485456071"/>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EC98521-C844-439F-83A1-5B9F6AE4CFDD}"/>
              </a:ext>
            </a:extLst>
          </p:cNvPr>
          <p:cNvPicPr>
            <a:picLocks xmlns:a="http://schemas.openxmlformats.org/drawingml/2006/main" noChangeAspect="1"/>
          </p:cNvPicPr>
          <p:nvPr/>
        </p:nvPicPr>
        <p:blipFill>
          <a:blip xmlns:r="http://schemas.openxmlformats.org/officeDocument/2006/relationships" xmlns:a="http://schemas.openxmlformats.org/drawingml/2006/main" r:embed="Rb81482600f7849b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1E1739-378A-4B70-8240-C58BD88AEE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A7314D-8ABE-4540-869F-E11B0E4C9D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0CCEFB8-21C0-4A8F-B45E-F7D0368CCBE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984E29-5C3D-4FFC-A35B-DCC4F6DD5FD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753B604C-3BF1-4EF7-9751-A51E4D2DB54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17755945-A1BE-48F5-BD5C-BF5E3C43BE4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2881D156-6868-4A02-840A-BD36B61C0F43}"/>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195E97F-9EEF-4DFD-A6E0-53E0CEEF195C}"/>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56E987E-C8E9-46E6-B19E-B2D1867EA095}"/>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F47EC41-3BA6-4DD1-8ADF-E275726FD090}"/>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F3C1343-760D-4B64-B35F-267A28E57C14}"/>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9E63011-D78F-452D-8904-1254AEB2D784}"/>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29034023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3996BCF3-CA9F-47D8-A436-11F852EC1BAA}"/>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4B120711-3BAB-43D9-A1B0-E72867DAB1E6}"/>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EADA323-5052-4059-85B1-B57F52274105}"/>
              </a:ext>
            </a:extLst>
          </p:cNvPr>
          <p:cNvPicPr>
            <a:picLocks xmlns:a="http://schemas.openxmlformats.org/drawingml/2006/main" noChangeAspect="1"/>
          </p:cNvPicPr>
          <p:nvPr/>
        </p:nvPicPr>
        <p:blipFill>
          <a:blip xmlns:r="http://schemas.openxmlformats.org/officeDocument/2006/relationships" xmlns:a="http://schemas.openxmlformats.org/drawingml/2006/main" r:embed="R9c77d4c056f7448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5A2D37-D908-414F-B3ED-DE53F0E498B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BEC092-3483-4B20-B847-5D5C6A52C86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C1A98DA-EB54-44D8-AD50-C457546F328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181A4F2-3369-4B43-94C2-B474513984E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C47D424-2F61-48D0-B491-B68A2B589F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3B8286B6-8322-4121-A528-83F038288139}"/>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87B1C6CC-424E-4A43-93B8-536103EABFAF}"/>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548F48D4-A028-4A5C-9293-3C3E602D1CDE}"/>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2F709422-7B3E-4D81-8652-51A59D208A7C}"/>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C6593765-B341-40B8-8B4E-BE366B9067B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618939495"/>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2326F76-BCEA-4DEF-8630-79BB03B5BD88}"/>
              </a:ext>
            </a:extLst>
          </p:cNvPr>
          <p:cNvPicPr>
            <a:picLocks xmlns:a="http://schemas.openxmlformats.org/drawingml/2006/main" noChangeAspect="1"/>
          </p:cNvPicPr>
          <p:nvPr/>
        </p:nvPicPr>
        <p:blipFill>
          <a:blip xmlns:r="http://schemas.openxmlformats.org/officeDocument/2006/relationships" xmlns:a="http://schemas.openxmlformats.org/drawingml/2006/main" r:embed="R66580945321f49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BEA1923-6E3D-4918-AAD2-CB79CE8C6A8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EC738D-2F5C-41C8-8F63-2725524ED4E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199389E-DDAA-41B0-8C08-9E9963926FF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B4059EA-18A9-4E65-BDE2-7B2C20C6405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E3A1962-4BAB-4F3E-B8F1-AED843E9D04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CA421D36-C84E-4BAE-9EAB-B922DD1E943F}"/>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9A43D2AB-6CD9-4A58-BD09-8A4CB24D790D}"/>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D339935-3B1C-4C1C-A507-C47C9CD30847}"/>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9AF871C-42CB-4804-BFA1-0875A1DF13EB}"/>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0F336FBE-6B8A-457C-B42B-FAF078F058AF}"/>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F27B1BD-909C-40E6-B01A-27B3FC28D6E6}"/>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8A2B8D06-0920-4A8C-9CF3-D939E370860B}"/>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7B4A039F-8803-491A-92E5-B95426AA59F3}"/>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6868D232-7C50-41C9-9412-6485F77F29FB}"/>
              </a:ext>
            </a:extLst>
          </p:cNvPr>
          <p:cNvPicPr>
            <a:picLocks xmlns:a="http://schemas.openxmlformats.org/drawingml/2006/main" noChangeAspect="1"/>
          </p:cNvPicPr>
          <p:nvPr/>
        </p:nvPicPr>
        <p:blipFill>
          <a:blip xmlns:r="http://schemas.openxmlformats.org/officeDocument/2006/relationships" xmlns:a="http://schemas.openxmlformats.org/drawingml/2006/main" r:embed="Rb1b8be5cf00d4457"/>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87857E2D-49BF-40F6-9385-BEB6B1BE98CC}"/>
              </a:ext>
            </a:extLst>
          </p:cNvPr>
          <p:cNvPicPr>
            <a:picLocks xmlns:a="http://schemas.openxmlformats.org/drawingml/2006/main" noChangeAspect="1"/>
          </p:cNvPicPr>
          <p:nvPr/>
        </p:nvPicPr>
        <p:blipFill>
          <a:blip xmlns:r="http://schemas.openxmlformats.org/officeDocument/2006/relationships" xmlns:a="http://schemas.openxmlformats.org/drawingml/2006/main" r:embed="R1912763047da4b4d"/>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C5121E61-065F-47F8-B756-55E7580A021E}"/>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07A8FC81-6F53-4727-A3A1-4AB8F4CAF810}"/>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788335012"/>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F1799D9D-9C17-4E0D-88AA-6887582C4297}"/>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083B2B90-49F9-4E31-990F-1D518FCF7716}"/>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74B77472-A80B-4C45-93B6-9629A96FBFCB}"/>
              </a:ext>
            </a:extLst>
          </p:cNvPr>
          <p:cNvPicPr>
            <a:picLocks xmlns:a="http://schemas.openxmlformats.org/drawingml/2006/main" noChangeAspect="1"/>
          </p:cNvPicPr>
          <p:nvPr/>
        </p:nvPicPr>
        <p:blipFill>
          <a:blip xmlns:r="http://schemas.openxmlformats.org/officeDocument/2006/relationships" xmlns:a="http://schemas.openxmlformats.org/drawingml/2006/main" r:embed="Rac149202dd1a4c5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DAD2F1C-BBDE-4542-92E6-D73D39A7396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57C613-7862-414C-B636-412F12308FD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ADF3FB-E9A2-48A4-9FB2-2C8D91DBC03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E3F9093-C80C-41EC-9E16-E2793FD2BD8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033F9AB-30FE-41E9-9D86-9E74F7448B9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FD910E6-364D-4D1E-AC8A-3B5D9D059D3F}"/>
              </a:ext>
            </a:extLst>
          </p:cNvPr>
          <p:cNvPicPr>
            <a:picLocks xmlns:a="http://schemas.openxmlformats.org/drawingml/2006/main" noChangeAspect="1"/>
          </p:cNvPicPr>
          <p:nvPr/>
        </p:nvPicPr>
        <p:blipFill>
          <a:blip xmlns:r="http://schemas.openxmlformats.org/officeDocument/2006/relationships" xmlns:a="http://schemas.openxmlformats.org/drawingml/2006/main" r:embed="R38ff42a9993844f5"/>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0FA6091-544E-4A2F-A459-74990A3EED95}"/>
              </a:ext>
            </a:extLst>
          </p:cNvPr>
          <p:cNvPicPr>
            <a:picLocks xmlns:a="http://schemas.openxmlformats.org/drawingml/2006/main" noChangeAspect="1"/>
          </p:cNvPicPr>
          <p:nvPr/>
        </p:nvPicPr>
        <p:blipFill>
          <a:blip xmlns:r="http://schemas.openxmlformats.org/officeDocument/2006/relationships" xmlns:a="http://schemas.openxmlformats.org/drawingml/2006/main" r:embed="R761037151f0b4b3d"/>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58E44539-3C61-467F-B2EE-AB18A4FE9815}"/>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0708E506-94BD-49C1-9F54-18672566E5FA}"/>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E664E266-5307-4654-B0AD-8B0FFDB36BF1}"/>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867650477"/>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9F11C80-7C24-4680-B0AE-E19F6655B482}"/>
              </a:ext>
            </a:extLst>
          </p:cNvPr>
          <p:cNvPicPr>
            <a:picLocks xmlns:a="http://schemas.openxmlformats.org/drawingml/2006/main" noChangeAspect="1"/>
          </p:cNvPicPr>
          <p:nvPr/>
        </p:nvPicPr>
        <p:blipFill>
          <a:blip xmlns:r="http://schemas.openxmlformats.org/officeDocument/2006/relationships" xmlns:a="http://schemas.openxmlformats.org/drawingml/2006/main" r:embed="Rb917e4e41ce14b3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0CB36E-B9BB-49F3-B91F-8FB063BDDB6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1EE75F-0548-44F6-90D1-AA98681FCF5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15384EB-AD98-48C2-A124-F43E4C2E471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7152C61-8445-4829-9261-EDB2324D3BA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7FF6A12-C1AD-4462-B2E0-C0036B52869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AFD21A37-4F49-4AE5-9A87-FC7C3971B8B0}"/>
              </a:ext>
            </a:extLst>
          </p:cNvPr>
          <p:cNvPicPr>
            <a:picLocks xmlns:a="http://schemas.openxmlformats.org/drawingml/2006/main" noChangeAspect="1"/>
          </p:cNvPicPr>
          <p:nvPr/>
        </p:nvPicPr>
        <p:blipFill>
          <a:blip xmlns:r="http://schemas.openxmlformats.org/officeDocument/2006/relationships" xmlns:a="http://schemas.openxmlformats.org/drawingml/2006/main" r:embed="R1f5457da89c449a0"/>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63DCA16D-C8ED-4937-98F6-CE4A2D2DB08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DF6C9872-C1A2-42E0-AC42-4D1C5FB5A7A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2117829899"/>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11DF2A73-6B91-46EE-B34A-226064AC4149}"/>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C6D613B-A4CF-4024-8010-EEBE895CD66F}"/>
              </a:ext>
            </a:extLst>
          </p:cNvPr>
          <p:cNvPicPr>
            <a:picLocks xmlns:a="http://schemas.openxmlformats.org/drawingml/2006/main" noChangeAspect="1"/>
          </p:cNvPicPr>
          <p:nvPr/>
        </p:nvPicPr>
        <p:blipFill>
          <a:blip xmlns:r="http://schemas.openxmlformats.org/officeDocument/2006/relationships" xmlns:a="http://schemas.openxmlformats.org/drawingml/2006/main" r:embed="R80ed825cc5d3436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70E946-4A41-406F-B6FD-5CF54D1EF0D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AD8639-7A46-4E4B-BBA3-98902750EF2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FEB2B01-46DD-43B7-AE67-1917AB1DC64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B658D6C-C6FF-45B6-AB68-E2F0F3E6CF6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F22A0C2-C9A2-40B7-8C72-FA0B9BFDF7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A8E29302-04BF-4D82-90B3-4E03336E2E7D}"/>
              </a:ext>
            </a:extLst>
          </p:cNvPr>
          <p:cNvPicPr>
            <a:picLocks xmlns:a="http://schemas.openxmlformats.org/drawingml/2006/main" noChangeAspect="1"/>
          </p:cNvPicPr>
          <p:nvPr/>
        </p:nvPicPr>
        <p:blipFill>
          <a:blip xmlns:r="http://schemas.openxmlformats.org/officeDocument/2006/relationships" xmlns:a="http://schemas.openxmlformats.org/drawingml/2006/main" r:embed="R4695901a04054f75"/>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8A7B06CB-30E9-4C53-8460-794086648385}"/>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3F619E75-AF98-419C-A453-A9521C57276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1662E0E5-2ED0-45A7-8C1F-05CEE4653493}"/>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93CD343E-720A-448D-82E6-97FFEC2A2FCC}"/>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99FA901C-3285-457B-B9F7-297035C83880}"/>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3BE5EA01-5DD5-4949-BF88-5903D896D024}"/>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F8D686F8-91AA-42A5-8831-F50186FD0968}"/>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A773694C-24A8-4472-BBBA-B23A36065BEC}"/>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8DFB93FF-DCFC-47A7-AE8A-6BEB7D563C1B}"/>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FD246332-A872-4C27-BA55-298712B2D89A}"/>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010591924"/>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E550C478-2F66-42A7-AFAA-CDE9E6A2E8FF}"/>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CAA62ED-52F6-4969-98B1-F6F1290A3DAF}"/>
              </a:ext>
            </a:extLst>
          </p:cNvPr>
          <p:cNvPicPr>
            <a:picLocks xmlns:a="http://schemas.openxmlformats.org/drawingml/2006/main" noChangeAspect="1"/>
          </p:cNvPicPr>
          <p:nvPr/>
        </p:nvPicPr>
        <p:blipFill>
          <a:blip xmlns:r="http://schemas.openxmlformats.org/officeDocument/2006/relationships" xmlns:a="http://schemas.openxmlformats.org/drawingml/2006/main" r:embed="Re22ca6a1c5fa48f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5769DB-09E2-4DB9-840A-E27B6D37EED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1D38432-D159-4395-92A7-FDA59ED440A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E2E0083-5392-478A-9AE5-A2615E30A68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34CB25-BEAE-40B6-A64D-2B09B8908A1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EDEA554-83EC-4AE6-854B-630F101E54C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D7684FD4-FC4B-40DD-BF93-E7FB7CBCB588}"/>
              </a:ext>
            </a:extLst>
          </p:cNvPr>
          <p:cNvPicPr>
            <a:picLocks xmlns:a="http://schemas.openxmlformats.org/drawingml/2006/main" noChangeAspect="1"/>
          </p:cNvPicPr>
          <p:nvPr/>
        </p:nvPicPr>
        <p:blipFill>
          <a:blip xmlns:r="http://schemas.openxmlformats.org/officeDocument/2006/relationships" xmlns:a="http://schemas.openxmlformats.org/drawingml/2006/main" r:embed="R0ee687153c704ae7"/>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71C45C9-20CC-4314-8C33-0541E82045F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3CFFBC21-ED5D-475F-8E7B-2367810C288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50F8C7F1-7423-4C6A-9701-5A66E987AF7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8547B0AC-DED7-470B-9FAB-05125E885C32}"/>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19D84C9E-C24C-42B3-8DC7-012DC7802E7D}"/>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83A78C8B-DAC6-4674-906B-8838E98516C2}"/>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98F2803C-C520-4DFE-BACD-82503A768D8F}"/>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769931B5-8AF7-4ADC-A349-0BF9DB1A08F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9B53532F-2BFE-4D0B-A9A7-9F66E81237A3}"/>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62DE21A0-B19D-4354-A44C-91A9370D24CE}"/>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2085687907"/>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2787491-7F3C-46E6-9CD5-97AE8A091713}"/>
              </a:ext>
            </a:extLst>
          </p:cNvPr>
          <p:cNvPicPr>
            <a:picLocks xmlns:a="http://schemas.openxmlformats.org/drawingml/2006/main" noChangeAspect="1"/>
          </p:cNvPicPr>
          <p:nvPr/>
        </p:nvPicPr>
        <p:blipFill>
          <a:blip xmlns:r="http://schemas.openxmlformats.org/officeDocument/2006/relationships" xmlns:a="http://schemas.openxmlformats.org/drawingml/2006/main" r:embed="R5eef0a7e46b4418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9FB301-2267-45E1-A888-1CBB0CB9DCC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3E6FD6-CC9F-4C4A-B990-7FA37569EF0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108B525-74C8-4077-B2F4-7F165963ED6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6CAB2E-CCBE-4BB7-A982-C54832B4A7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9A36950-0435-4008-81C9-03002C2BAA5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57936372-9E2B-4456-B25E-28185B07F766}"/>
              </a:ext>
            </a:extLst>
          </p:cNvPr>
          <p:cNvPicPr>
            <a:picLocks xmlns:a="http://schemas.openxmlformats.org/drawingml/2006/main" noChangeAspect="1"/>
          </p:cNvPicPr>
          <p:nvPr/>
        </p:nvPicPr>
        <p:blipFill>
          <a:blip xmlns:r="http://schemas.openxmlformats.org/officeDocument/2006/relationships" xmlns:a="http://schemas.openxmlformats.org/drawingml/2006/main" r:embed="R48e54366f65a4d46"/>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0A837E44-204E-44BB-B53A-909059B01F36}"/>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CDEEF90C-35FD-4F57-8C41-73CA73301377}"/>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B747896-C46E-4A44-B0BB-9A6CA045D07F}"/>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19D63CB-B0BB-44F9-906A-9638A9696B14}"/>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080A77A-C160-4C16-A050-C133D01BD198}"/>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1A71581B-A697-48E6-B004-C37186CDFFFE}"/>
              </a:ext>
            </a:extLst>
          </p:cNvPr>
          <p:cNvPicPr>
            <a:picLocks xmlns:a="http://schemas.openxmlformats.org/drawingml/2006/main" noChangeAspect="1"/>
          </p:cNvPicPr>
          <p:nvPr/>
        </p:nvPicPr>
        <p:blipFill>
          <a:blip xmlns:r="http://schemas.openxmlformats.org/officeDocument/2006/relationships" xmlns:a="http://schemas.openxmlformats.org/drawingml/2006/main" r:embed="Radd13e81ef804fb1"/>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911018143"/>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95D6F61-1B13-427F-8F26-BCF210B39D18}"/>
              </a:ext>
            </a:extLst>
          </p:cNvPr>
          <p:cNvPicPr>
            <a:picLocks xmlns:a="http://schemas.openxmlformats.org/drawingml/2006/main" noChangeAspect="1"/>
          </p:cNvPicPr>
          <p:nvPr/>
        </p:nvPicPr>
        <p:blipFill>
          <a:blip xmlns:r="http://schemas.openxmlformats.org/officeDocument/2006/relationships" xmlns:a="http://schemas.openxmlformats.org/drawingml/2006/main" r:embed="Ra0d0c96d83ba40f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D955FB-EF4A-48D7-BB10-1DF356215E2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C5DE46-8122-4A7A-95B7-D64BB473FCD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B2B5AF-DF9A-4403-A6A5-6C29245C7FD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298F3A9-9376-418F-B246-9F49FD1437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B7B5290-5F55-4E40-A38E-B4A6D88A6F5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A70BE2FC-E33A-4380-BFFA-E26E272FF0F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62BDB1D2-CC21-4EE8-A4B5-F6BB6522AF48}"/>
              </a:ext>
            </a:extLst>
          </p:cNvPr>
          <p:cNvPicPr>
            <a:picLocks xmlns:a="http://schemas.openxmlformats.org/drawingml/2006/main" noChangeAspect="1"/>
          </p:cNvPicPr>
          <p:nvPr/>
        </p:nvPicPr>
        <p:blipFill>
          <a:blip xmlns:r="http://schemas.openxmlformats.org/officeDocument/2006/relationships" xmlns:a="http://schemas.openxmlformats.org/drawingml/2006/main" r:embed="R84252bca03ce469e"/>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1AA2EED-6D71-499D-AA2D-A3DD9587FBC4}"/>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45638E1-036F-4D1E-A7AC-17CCF8E27AFB}"/>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DDAA5E73-9BDA-4FED-8A18-43814D76D1E5}"/>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B122547-9036-4E38-ADD5-8A8898D1D272}"/>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02D9953F-FFB3-461C-9497-27D2B0DB1AC9}"/>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994E6D3D-CD7A-4B7A-8559-78EF2072DFD0}"/>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163657277"/>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F584C0F0-58E1-4C1A-BE28-3099D34D2E85}"/>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67C62D50-1F56-4408-B511-253D92BFE5F1}"/>
              </a:ext>
            </a:extLst>
          </p:cNvPr>
          <p:cNvPicPr>
            <a:picLocks xmlns:a="http://schemas.openxmlformats.org/drawingml/2006/main" noChangeAspect="1"/>
          </p:cNvPicPr>
          <p:nvPr/>
        </p:nvPicPr>
        <p:blipFill>
          <a:blip xmlns:r="http://schemas.openxmlformats.org/officeDocument/2006/relationships" xmlns:a="http://schemas.openxmlformats.org/drawingml/2006/main" r:embed="Ra30eada744db42c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57465C-B8C7-4CF4-B802-184F2A5ACB4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66F09E-5EED-4CC1-B210-2AE23986B1D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25FDC7E-40DB-4AAB-B5BB-68740A315D8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E432DB0-E40E-4FC3-BF96-35A35715E2A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8F1C909-C5A2-4355-9D38-ECDA0FB004F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3BF14482-A8FC-42A2-96FC-B4C05B44F6F4}"/>
              </a:ext>
            </a:extLst>
          </p:cNvPr>
          <p:cNvPicPr>
            <a:picLocks xmlns:a="http://schemas.openxmlformats.org/drawingml/2006/main" noChangeAspect="1"/>
          </p:cNvPicPr>
          <p:nvPr/>
        </p:nvPicPr>
        <p:blipFill>
          <a:blip xmlns:r="http://schemas.openxmlformats.org/officeDocument/2006/relationships" xmlns:a="http://schemas.openxmlformats.org/drawingml/2006/main" r:embed="R1b1f11563be84b02"/>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46FC0C2-5624-400E-A186-A9B688A87918}"/>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C0AFDF89-3E55-4409-B44C-6B6051F1A0BF}"/>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A3A83DA6-6A07-4862-9C8B-A808E28D6214}"/>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815B9943-8BA7-4476-848C-2D431F949C38}"/>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C9584EFF-AC03-4E7A-8331-2F74F51F483C}"/>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73A850BE-BADC-455B-A2A8-1433F7A2E3A3}"/>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E09BAC08-9516-4EBD-8D5D-089CB04D8135}"/>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1543144028"/>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173D9AA2-C610-4857-B067-7141C4F9254E}"/>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B567675-8A13-4C53-AD37-8F826346CEF4}"/>
              </a:ext>
            </a:extLst>
          </p:cNvPr>
          <p:cNvPicPr>
            <a:picLocks xmlns:a="http://schemas.openxmlformats.org/drawingml/2006/main" noChangeAspect="1"/>
          </p:cNvPicPr>
          <p:nvPr/>
        </p:nvPicPr>
        <p:blipFill>
          <a:blip xmlns:r="http://schemas.openxmlformats.org/officeDocument/2006/relationships" xmlns:a="http://schemas.openxmlformats.org/drawingml/2006/main" r:embed="Re5b467ad5c9a4f3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D4D016-19E5-416A-AA74-FCCD98FF801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192B995-F725-46D0-8BA7-6661B25AE9E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236A9BD-F647-4EC6-A40F-7C90260B3D4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94F627C-4965-44BD-A6B1-1586ED32B98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8ADE251-4130-49E7-BA20-96C195E1FF3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2AB5ED45-DFDC-4084-BFFD-94ED165BFC68}"/>
              </a:ext>
            </a:extLst>
          </p:cNvPr>
          <p:cNvPicPr>
            <a:picLocks xmlns:a="http://schemas.openxmlformats.org/drawingml/2006/main" noChangeAspect="1"/>
          </p:cNvPicPr>
          <p:nvPr/>
        </p:nvPicPr>
        <p:blipFill>
          <a:blip xmlns:r="http://schemas.openxmlformats.org/officeDocument/2006/relationships" xmlns:a="http://schemas.openxmlformats.org/drawingml/2006/main" r:embed="R67453872ad394239"/>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2542677C-676A-473A-B9FA-4709202EE4EE}"/>
              </a:ext>
            </a:extLst>
          </p:cNvPr>
          <p:cNvPicPr>
            <a:picLocks xmlns:a="http://schemas.openxmlformats.org/drawingml/2006/main" noChangeAspect="1"/>
          </p:cNvPicPr>
          <p:nvPr/>
        </p:nvPicPr>
        <p:blipFill>
          <a:blip xmlns:r="http://schemas.openxmlformats.org/officeDocument/2006/relationships" xmlns:a="http://schemas.openxmlformats.org/drawingml/2006/main" r:embed="Re1cf1ae36b8a48b7"/>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904CFDEA-2CBA-4210-9411-676E92A17818}"/>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BAEDE7DA-E1E8-4908-8EE7-FBAEF53C92FF}"/>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3EE598BB-3803-4E40-9C45-CEAFA4D82CCA}"/>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1832402B-8D32-4D4A-88AC-BD6AD8C4F01C}"/>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066C2B9A-355E-4A75-889C-C44366D661F7}"/>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5E0BA2D4-8E60-47F2-BCEF-5A933D85AB88}"/>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3FB63294-1FD5-4190-A442-7A37CEE141A0}"/>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6AF9B2BE-05AD-467C-8B66-9FE91801CD3A}"/>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1E8D7C4E-6E41-4811-8224-668AFD211661}"/>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8DAB2F8F-F398-4B4B-8A47-9AC2D361B343}"/>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89745226"/>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DBC61C69-1A03-4842-A2D4-EF7CD0DB23D3}"/>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7D518045-4F3F-4AB3-9F86-23EF68DFED09}"/>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BB54E9DB-345D-426B-BD5B-118EDE977AD7}"/>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D0B2C595-2C5E-410D-B361-1B4CDC071FA8}"/>
              </a:ext>
            </a:extLst>
          </p:cNvPr>
          <p:cNvPicPr>
            <a:picLocks xmlns:a="http://schemas.openxmlformats.org/drawingml/2006/main" noChangeAspect="1"/>
          </p:cNvPicPr>
          <p:nvPr/>
        </p:nvPicPr>
        <p:blipFill>
          <a:blip xmlns:r="http://schemas.openxmlformats.org/officeDocument/2006/relationships" xmlns:a="http://schemas.openxmlformats.org/drawingml/2006/main" r:embed="R97b5ef56bc1847d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A626F3-5899-48CC-80CE-40FF3480CEB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8F4A5E-52D2-4E7A-ABD2-60FD3BB8A4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F20B242-75CF-4CCE-A699-9277FAEEA894}"/>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BBC2FB6-83E3-4242-84F3-23DC9CF7593C}"/>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B6D7212C-CA36-4007-9EC0-66A9AFD54B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0997C00B-3E8F-4A9C-AF48-40F9451BEBB9}"/>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EE322D39-CBC9-4598-89BE-25FE41922C94}"/>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288C2924-22D0-4DA8-A70C-6A2262E66DD6}"/>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2B8117E6-6C80-403C-88D7-2E0AFBA0EDE6}"/>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EDA11425-F2FC-4EE3-A44B-86C6D997AD6B}"/>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CE874CFE-152B-4F7F-B9AA-257F364A4095}"/>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4648B191-DBF2-442F-85D4-265C8AFF6E8D}"/>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9B19A421-573D-4098-8948-58801F3CD272}"/>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E6773543-5CA7-4AB0-B1AF-80D9EAB219F3}"/>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7A965149-07FB-4B22-A19D-2D7CEE92B82E}"/>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90368866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1260B45-9B05-49A7-B020-A5AEE0CEC327}"/>
              </a:ext>
            </a:extLst>
          </p:cNvPr>
          <p:cNvPicPr>
            <a:picLocks xmlns:a="http://schemas.openxmlformats.org/drawingml/2006/main" noChangeAspect="1"/>
          </p:cNvPicPr>
          <p:nvPr/>
        </p:nvPicPr>
        <p:blipFill>
          <a:blip xmlns:r="http://schemas.openxmlformats.org/officeDocument/2006/relationships" xmlns:a="http://schemas.openxmlformats.org/drawingml/2006/main" r:embed="R5c532679d49f411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AD04860-FA18-4D9A-A604-1E79F394FB7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959BA909-14AF-4C3B-9C38-D9F459F1E84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0F61FAD-B511-47DE-8816-EE3D1E1D36ED}"/>
              </a:ext>
            </a:extLst>
          </p:cNvPr>
          <p:cNvPicPr>
            <a:picLocks xmlns:a="http://schemas.openxmlformats.org/drawingml/2006/main" noChangeAspect="1"/>
          </p:cNvPicPr>
          <p:nvPr/>
        </p:nvPicPr>
        <p:blipFill>
          <a:blip xmlns:r="http://schemas.openxmlformats.org/officeDocument/2006/relationships" xmlns:a="http://schemas.openxmlformats.org/drawingml/2006/main" r:embed="R49f283d51e82493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F27CA95-1BAD-4685-A9D3-48F8DABA464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D0A684C-1C4B-4F55-976D-3994C950524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FD5FFC5B-64FF-463A-8AF3-5785E5115AF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7C349C55-1CDE-4698-82D2-AF707C31789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614968437"/>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420365BA-9EA3-4F4B-BABF-27E507608EF3}"/>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69A895DD-C9B1-438D-8AF5-98E8A18C66C8}"/>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37070B5-26A3-43E5-AB52-120BF4A53FA5}"/>
              </a:ext>
            </a:extLst>
          </p:cNvPr>
          <p:cNvPicPr>
            <a:picLocks xmlns:a="http://schemas.openxmlformats.org/drawingml/2006/main" noChangeAspect="1"/>
          </p:cNvPicPr>
          <p:nvPr/>
        </p:nvPicPr>
        <p:blipFill>
          <a:blip xmlns:r="http://schemas.openxmlformats.org/officeDocument/2006/relationships" xmlns:a="http://schemas.openxmlformats.org/drawingml/2006/main" r:embed="Re2f5cc99d2984ce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34DC48-8F6E-488D-A3B0-D9E815D821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38408D-1F0A-4FEB-B9C0-3A6A4A72CF1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2EB97CD-3773-4EF3-B032-8FCCF87EBE1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D09CA6A-B3F2-423F-A153-AFCF37C8082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0FFFC4C-3E1B-4C2C-801D-D94E564AB6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F54A7DE0-0D5C-4957-A015-265DE9122AEF}"/>
              </a:ext>
            </a:extLst>
          </p:cNvPr>
          <p:cNvPicPr>
            <a:picLocks xmlns:a="http://schemas.openxmlformats.org/drawingml/2006/main" noChangeAspect="1"/>
          </p:cNvPicPr>
          <p:nvPr/>
        </p:nvPicPr>
        <p:blipFill>
          <a:blip xmlns:r="http://schemas.openxmlformats.org/officeDocument/2006/relationships" xmlns:a="http://schemas.openxmlformats.org/drawingml/2006/main" r:embed="R682076d2a4964ee1"/>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28A9582-12AA-4AF1-9BEA-E206B19BD3E5}"/>
              </a:ext>
            </a:extLst>
          </p:cNvPr>
          <p:cNvPicPr>
            <a:picLocks xmlns:a="http://schemas.openxmlformats.org/drawingml/2006/main" noChangeAspect="1"/>
          </p:cNvPicPr>
          <p:nvPr/>
        </p:nvPicPr>
        <p:blipFill>
          <a:blip xmlns:r="http://schemas.openxmlformats.org/officeDocument/2006/relationships" xmlns:a="http://schemas.openxmlformats.org/drawingml/2006/main" r:embed="R87357cc0dc6c429b"/>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7141A17-6316-4561-95FA-1A93F91EFDB4}"/>
              </a:ext>
            </a:extLst>
          </p:cNvPr>
          <p:cNvPicPr>
            <a:picLocks xmlns:a="http://schemas.openxmlformats.org/drawingml/2006/main" noChangeAspect="1"/>
          </p:cNvPicPr>
          <p:nvPr/>
        </p:nvPicPr>
        <p:blipFill>
          <a:blip xmlns:r="http://schemas.openxmlformats.org/officeDocument/2006/relationships" xmlns:a="http://schemas.openxmlformats.org/drawingml/2006/main" r:embed="R59f28833a7d647c1"/>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BBF2B6C4-DCA4-4241-806E-A199C65C0C82}"/>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46783669-E09B-4AF2-BDB0-9420FECE45E9}"/>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263991679"/>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5375829D-A61C-4B32-9279-D54FB43D7840}"/>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63B13C18-172D-413A-85FC-FFF9A988B99C}"/>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4E8057D9-7E3E-4384-8787-96B18172D033}"/>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2C53CCC-3358-44C4-B427-A2C94DA28508}"/>
              </a:ext>
            </a:extLst>
          </p:cNvPr>
          <p:cNvPicPr>
            <a:picLocks xmlns:a="http://schemas.openxmlformats.org/drawingml/2006/main" noChangeAspect="1"/>
          </p:cNvPicPr>
          <p:nvPr/>
        </p:nvPicPr>
        <p:blipFill>
          <a:blip xmlns:r="http://schemas.openxmlformats.org/officeDocument/2006/relationships" xmlns:a="http://schemas.openxmlformats.org/drawingml/2006/main" r:embed="R19cc8ccf06314b2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AF0ADFE-EF4D-4EB0-AA1F-0F715D5FD59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A9FA0B-6A58-43EF-B7C1-E3D1244A350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CE0705C-BF52-4A1D-9874-623483E92C3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3281F42-7B3F-468F-A5C0-C97A6D64147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3DE7082F-F925-4715-AC28-9EA02258A3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F5D4D7EF-7D8A-4C7B-A2D2-ECB0880F6B7B}"/>
              </a:ext>
            </a:extLst>
          </p:cNvPr>
          <p:cNvPicPr>
            <a:picLocks xmlns:a="http://schemas.openxmlformats.org/drawingml/2006/main" noChangeAspect="1"/>
          </p:cNvPicPr>
          <p:nvPr/>
        </p:nvPicPr>
        <p:blipFill>
          <a:blip xmlns:r="http://schemas.openxmlformats.org/officeDocument/2006/relationships" xmlns:a="http://schemas.openxmlformats.org/drawingml/2006/main" r:embed="Ra668746d5b5a4178"/>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B6D354A7-6B1F-4BEE-B5C1-1432588B9473}"/>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87B54960-58F1-4A5C-B45F-A2281AEBD5CC}"/>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C08BCF5B-CAF0-4DD4-92CD-30BD8B7C607B}"/>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03833F58-54F3-4C79-8457-479D1246F20E}"/>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D556245B-AF14-4314-83B8-6F9C2717AE97}"/>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614569877"/>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32B0BE1D-517F-4DEF-BD6A-72D958B2001D}"/>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221D9306-A9D6-43CE-B494-F3926C0DC696}"/>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47BDABDD-B617-422D-A37F-C29855F157FA}"/>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CA215C6-A593-4360-830F-C5F50431D1A0}"/>
              </a:ext>
            </a:extLst>
          </p:cNvPr>
          <p:cNvPicPr>
            <a:picLocks xmlns:a="http://schemas.openxmlformats.org/drawingml/2006/main" noChangeAspect="1"/>
          </p:cNvPicPr>
          <p:nvPr/>
        </p:nvPicPr>
        <p:blipFill>
          <a:blip xmlns:r="http://schemas.openxmlformats.org/officeDocument/2006/relationships" xmlns:a="http://schemas.openxmlformats.org/drawingml/2006/main" r:embed="Rfe95e2d2f574494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0090FA-D930-4725-A491-F76DCEA2C3D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385613-0678-4D08-A3EA-ADB6E1888DB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E0DDE06-9C55-4C86-865A-A629DB75C1B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0747D2-9DE6-467B-8AFD-FC6CE14B08B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FFF7233-AE7B-4380-AF97-426921A3B9D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7CA8D4FB-9381-4AAA-B961-0F5515196EC9}"/>
              </a:ext>
            </a:extLst>
          </p:cNvPr>
          <p:cNvPicPr>
            <a:picLocks xmlns:a="http://schemas.openxmlformats.org/drawingml/2006/main" noChangeAspect="1"/>
          </p:cNvPicPr>
          <p:nvPr/>
        </p:nvPicPr>
        <p:blipFill>
          <a:blip xmlns:r="http://schemas.openxmlformats.org/officeDocument/2006/relationships" xmlns:a="http://schemas.openxmlformats.org/drawingml/2006/main" r:embed="Rdb34ea5e9d3c4d84"/>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91ABCFF0-70E5-4642-9D04-4265ADEDD95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12266838-A3F3-4F4A-8A33-7A089F9334CF}"/>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B0E56F88-813A-4CB7-88A8-AA703E673893}"/>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7E1B0DB1-89A7-4B91-BBFE-2A71728466CA}"/>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18B50E77-7CDB-4499-829E-424897B8112E}"/>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7920F5B6-75F0-4DD4-B6B1-EDD091F792CF}"/>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81A05CAD-C3C5-4CC6-8098-A8C313656E97}"/>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66C9F172-9779-4B9F-A21F-4E8EE70302EA}"/>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76BA8C2E-AADE-4E48-8CA7-07F27FEDEEA9}"/>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3275B23D-031B-4E94-B6AD-C96016A28CA7}"/>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976079883"/>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175A485-747F-4051-B270-8117AAE1487D}"/>
              </a:ext>
            </a:extLst>
          </p:cNvPr>
          <p:cNvPicPr>
            <a:picLocks xmlns:a="http://schemas.openxmlformats.org/drawingml/2006/main" noChangeAspect="1"/>
          </p:cNvPicPr>
          <p:nvPr/>
        </p:nvPicPr>
        <p:blipFill>
          <a:blip xmlns:r="http://schemas.openxmlformats.org/officeDocument/2006/relationships" xmlns:a="http://schemas.openxmlformats.org/drawingml/2006/main" r:embed="R340b5e461d9d45f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809105-1F35-41AE-BAEA-F1734831536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34F532-94D1-4F3C-8D7F-71BED5DBC3F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9CE4715-CC77-44FC-8121-F05EE6C3436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10A8F4F-322A-441D-A12E-3857F23DA8E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AA01226-A20E-404A-A6FC-125BB5571B7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6660A7F6-12E8-4AF9-AA2E-7001C52D619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C55CE1D-14BF-46B6-A857-47B3DCBDAED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54F3BBE-D0C2-4475-A4F9-C957784CB1F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1C88752-21AD-45E8-B0EE-898AC5EFA24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9AB3670-B64F-4927-8005-334E18BCF65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5260B60-437B-4DEF-9FD5-491A1B558EA1}"/>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092443108"/>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6CA789D-F86F-4966-B553-E764D17647A7}"/>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FCE02DC-5E33-43E0-A9E5-6D47FB403EE9}"/>
              </a:ext>
            </a:extLst>
          </p:cNvPr>
          <p:cNvPicPr>
            <a:picLocks xmlns:a="http://schemas.openxmlformats.org/drawingml/2006/main" noChangeAspect="1"/>
          </p:cNvPicPr>
          <p:nvPr/>
        </p:nvPicPr>
        <p:blipFill>
          <a:blip xmlns:r="http://schemas.openxmlformats.org/officeDocument/2006/relationships" xmlns:a="http://schemas.openxmlformats.org/drawingml/2006/main" r:embed="R299511ea0ec744c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E09A4A-80EC-4E47-8D5B-94437E1E765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6E2895-8C16-4AA3-97C9-89CBC795DE4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F3B2414-0231-4E4E-8A3A-EA1042054AD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99D2B6-5EB3-4954-9EBA-0DB27879F1D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9CB0953-9A3B-4C1C-BBC9-EAF511BCAF0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0A6FB79B-7C33-48E4-8B07-F4D881E28C3E}"/>
              </a:ext>
            </a:extLst>
          </p:cNvPr>
          <p:cNvPicPr>
            <a:picLocks xmlns:a="http://schemas.openxmlformats.org/drawingml/2006/main" noChangeAspect="1"/>
          </p:cNvPicPr>
          <p:nvPr/>
        </p:nvPicPr>
        <p:blipFill>
          <a:blip xmlns:r="http://schemas.openxmlformats.org/officeDocument/2006/relationships" xmlns:a="http://schemas.openxmlformats.org/drawingml/2006/main" r:embed="Re18f54e809a84d3c"/>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83A33AB-FAD3-4EA3-9ED3-0F736F189898}"/>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560473690"/>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7048B39-B6A3-4032-978E-8B4007D8ACF2}"/>
              </a:ext>
            </a:extLst>
          </p:cNvPr>
          <p:cNvPicPr>
            <a:picLocks xmlns:a="http://schemas.openxmlformats.org/drawingml/2006/main" noChangeAspect="1"/>
          </p:cNvPicPr>
          <p:nvPr/>
        </p:nvPicPr>
        <p:blipFill>
          <a:blip xmlns:r="http://schemas.openxmlformats.org/officeDocument/2006/relationships" xmlns:a="http://schemas.openxmlformats.org/drawingml/2006/main" r:embed="R151a74ab5fa94e7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32F4D3-1E07-43E9-B747-F49925646DA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B7FFE5-B0C4-4246-9E32-3FFBBF4C31C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EEA4F2B-8FB8-4F1E-9CDA-6BDA1723880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CD71CB-FDF1-4191-88AA-9D7D8990EC7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2A07A97-E936-4DBA-92A7-17FA8BD283A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FF0076C3-6E28-4380-8C15-4E298E3B88CA}"/>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3298164-0FD7-4E24-A51E-A55613E2A22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585B080-E233-4C6A-BFD9-47C6EA64A39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813A7FE-148E-45C3-AAC0-87D6D1F89EDF}"/>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C78838F-B8EA-4C51-8ACF-EAE7CC9A33A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AA8BBBA-B29E-4AB4-BCBD-C86C3A24AF46}"/>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88320260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6D5CA192-6825-4D57-9409-1E9E4C37F416}"/>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B1DA93D2-7782-4201-BF24-F675C0F70064}"/>
              </a:ext>
            </a:extLst>
          </p:cNvPr>
          <p:cNvPicPr>
            <a:picLocks xmlns:a="http://schemas.openxmlformats.org/drawingml/2006/main" noChangeAspect="1"/>
          </p:cNvPicPr>
          <p:nvPr/>
        </p:nvPicPr>
        <p:blipFill>
          <a:blip xmlns:r="http://schemas.openxmlformats.org/officeDocument/2006/relationships" xmlns:a="http://schemas.openxmlformats.org/drawingml/2006/main" r:embed="Rde1bc3f80b1c40c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792434-113F-4642-BAF6-54238F56B5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4EC5A1-0E5F-46C0-8EFC-551A52E91A8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D31A44C-D2BF-4A93-97F1-BDA51EDFF21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9B03AE-6D6F-4CEE-AB5F-8180B9C25C3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12D3D48-708C-40D2-A427-5DF254C7E7D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7F564CB2-5957-40A0-80C8-DAA0D07BBC6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26698AD7-B4CF-4E3E-8706-6C6C5E918A13}"/>
              </a:ext>
            </a:extLst>
          </p:cNvPr>
          <p:cNvPicPr>
            <a:picLocks xmlns:a="http://schemas.openxmlformats.org/drawingml/2006/main" noChangeAspect="1"/>
          </p:cNvPicPr>
          <p:nvPr/>
        </p:nvPicPr>
        <p:blipFill>
          <a:blip xmlns:r="http://schemas.openxmlformats.org/officeDocument/2006/relationships" xmlns:a="http://schemas.openxmlformats.org/drawingml/2006/main" r:embed="R4f98c67221674187"/>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9B0BB47A-262E-42AA-B121-7B3A1824D4C4}"/>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D0554694-BC43-406C-950A-32F7B291EDF9}"/>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834E0FA9-7F3E-4168-ABAB-2EA2580EBCE9}"/>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3E9BBB7B-3707-4E40-B1A7-24F931D14F2E}"/>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744127060"/>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972237C-7871-4086-9D23-EBE87A47CDBC}"/>
              </a:ext>
            </a:extLst>
          </p:cNvPr>
          <p:cNvPicPr>
            <a:picLocks xmlns:a="http://schemas.openxmlformats.org/drawingml/2006/main" noChangeAspect="1"/>
          </p:cNvPicPr>
          <p:nvPr/>
        </p:nvPicPr>
        <p:blipFill>
          <a:blip xmlns:r="http://schemas.openxmlformats.org/officeDocument/2006/relationships" xmlns:a="http://schemas.openxmlformats.org/drawingml/2006/main" r:embed="R133bd159fa8345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A83C22-5BAC-4804-8B0F-3DEA63F0351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1AB9238-3711-49AA-9E42-6B1D96FA10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17A8F69-7CD4-4E99-AE79-E9C72429F20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626055A-E432-4CF0-858C-293E7FA33FF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FD290579-E2E0-4C5A-BA74-4BACC6AADEE3}"/>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AA323605-807D-4CAC-B264-9D435BF4B11A}"/>
              </a:ext>
            </a:extLst>
          </p:cNvPr>
          <p:cNvPicPr>
            <a:picLocks xmlns:a="http://schemas.openxmlformats.org/drawingml/2006/main" noChangeAspect="1"/>
          </p:cNvPicPr>
          <p:nvPr/>
        </p:nvPicPr>
        <p:blipFill>
          <a:blip xmlns:r="http://schemas.openxmlformats.org/officeDocument/2006/relationships" xmlns:a="http://schemas.openxmlformats.org/drawingml/2006/main" r:embed="R8831157a0c1a436a"/>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E2022C5-6456-4582-A689-02DD298F2C42}"/>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A5592F2D-144D-4375-8F35-E27A45F5D9AF}"/>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7742F355-FD92-4D71-B0D8-612DD5D5E442}"/>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7AB4B091-D297-4468-9136-45233228718F}"/>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8CF17DF3-1DFC-4534-AC0D-FC261380C591}"/>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288DA579-9DF5-4CD0-9A00-0E1601B26648}"/>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EA28667C-9282-47BF-B6C1-BFEEFB5E6FBD}"/>
              </a:ext>
            </a:extLst>
          </p:cNvPr>
          <p:cNvPicPr>
            <a:picLocks xmlns:a="http://schemas.openxmlformats.org/drawingml/2006/main" noChangeAspect="1"/>
          </p:cNvPicPr>
          <p:nvPr/>
        </p:nvPicPr>
        <p:blipFill>
          <a:blip xmlns:r="http://schemas.openxmlformats.org/officeDocument/2006/relationships" xmlns:a="http://schemas.openxmlformats.org/drawingml/2006/main" r:embed="Rdc2f891816df4a20"/>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68E108E8-6B73-4F55-ADF5-F588ED03A9B4}"/>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93BCCCA4-A36F-4C63-9FE0-F58B74692FE4}"/>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578FEA01-8160-414F-9D3C-621E73DD000D}"/>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36C1C57E-A861-4DE8-AE64-40C964CB0F0E}"/>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0133077F-599A-4F40-AD47-3511F354DFCC}"/>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23F06FFB-FFE9-464B-B7FA-B502490B7911}"/>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72AA3CD4-88D5-4C1D-AA35-D71A803F2CEF}"/>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8CC22992-8F2A-4AD8-8378-FFC354CA61B7}"/>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41B7B31C-58E4-4724-8F7F-B8B806199EE1}"/>
              </a:ext>
            </a:extLst>
          </p:cNvPr>
          <p:cNvPicPr>
            <a:picLocks xmlns:a="http://schemas.openxmlformats.org/drawingml/2006/main" noChangeAspect="1"/>
          </p:cNvPicPr>
          <p:nvPr/>
        </p:nvPicPr>
        <p:blipFill>
          <a:blip xmlns:r="http://schemas.openxmlformats.org/officeDocument/2006/relationships" xmlns:a="http://schemas.openxmlformats.org/drawingml/2006/main" r:embed="R9324e6091e844004"/>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1235094207"/>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2BDCB9AE-345F-43B2-AA2C-DAB36579889D}"/>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FD735865-5EFF-49E0-8A7A-C2B304339582}"/>
              </a:ext>
            </a:extLst>
          </p:cNvPr>
          <p:cNvPicPr>
            <a:picLocks xmlns:a="http://schemas.openxmlformats.org/drawingml/2006/main" noChangeAspect="1"/>
          </p:cNvPicPr>
          <p:nvPr/>
        </p:nvPicPr>
        <p:blipFill>
          <a:blip xmlns:r="http://schemas.openxmlformats.org/officeDocument/2006/relationships" xmlns:a="http://schemas.openxmlformats.org/drawingml/2006/main" r:embed="Raa3eb85611674fa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6ABD767-FD42-4044-9167-37B38239F86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83B486-978C-4F67-8501-40B816AF3B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3CBE1AE-D530-47CB-AA2A-D9FCBCB1E214}"/>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E1DFB2F-71CC-4257-A4DD-19D7937D285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698D7ABC-0375-4C3C-BC32-DE3BF31A2E2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4AFE7B53-1B27-4230-B6C4-CDBA7ED308A5}"/>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50FADE62-180A-4D5A-B91B-63127DCBBDFE}"/>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453199E5-60DD-4CE9-A7EC-6147DDF81C49}"/>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68EC8BFE-C7FF-40C9-B6A9-706CC497033D}"/>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9CCE7BD6-B709-4370-BEA1-68FF51AE9AD6}"/>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BF56EFAC-071D-4BDF-9E8D-5F36BFC06CDB}"/>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64DF403F-7107-42C4-AD09-6973A29B4A8E}"/>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F6BFC483-B9E5-4508-B7C7-1A0E39FA9310}"/>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D76C8637-95AA-41AF-AAB1-8343716A8B2F}"/>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59774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2026-10-29T01:18:25.1410000Z</dcterms:created>
  <dcterms:modified xsi:type="dcterms:W3CDTF">2026-10-29T01:18:25.1410000Z</dcterms:modified>
</coreProperties>
</file>