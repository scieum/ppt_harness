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6dfc6b74fa489c" /><Relationship Type="http://schemas.openxmlformats.org/officeDocument/2006/relationships/extended-properties" Target="/docProps/app.xml" Id="R1f666dadb711480c" /><Relationship Type="http://schemas.openxmlformats.org/officeDocument/2006/relationships/officeDocument" Target="/ppt/presentation.xml" Id="R8552cb7a012c43ec" /></Relationships>
</file>

<file path=ppt/presentation.xml><?xml version="1.0" encoding="utf-8"?>
<p:presentation xmlns:p="http://schemas.openxmlformats.org/presentationml/2006/main">
  <p:sldMasterIdLst>
    <p:sldMasterId xmlns:r="http://schemas.openxmlformats.org/officeDocument/2006/relationships" id="2147483648" r:id="Rfc06fa9baf9d4216"/>
  </p:sldMasterIdLst>
  <p:notesMasterIdLst>
    <p:notesMasterId xmlns:r="http://schemas.openxmlformats.org/officeDocument/2006/relationships" r:id="R0e3f36500ec14711"/>
  </p:notesMasterIdLst>
  <p:sldIdLst>
    <p:sldId xmlns:r="http://schemas.openxmlformats.org/officeDocument/2006/relationships" id="256" r:id="R64d8cc7f2d754192"/>
    <p:sldId xmlns:r="http://schemas.openxmlformats.org/officeDocument/2006/relationships" id="257" r:id="Rcf92c898d90041e2"/>
    <p:sldId xmlns:r="http://schemas.openxmlformats.org/officeDocument/2006/relationships" id="258" r:id="R98d3b60a09264b6a"/>
    <p:sldId xmlns:r="http://schemas.openxmlformats.org/officeDocument/2006/relationships" id="259" r:id="R46974f73800e42d5"/>
    <p:sldId xmlns:r="http://schemas.openxmlformats.org/officeDocument/2006/relationships" id="260" r:id="R88e39bb1a1784257"/>
    <p:sldId xmlns:r="http://schemas.openxmlformats.org/officeDocument/2006/relationships" id="261" r:id="Rdc366ebe5f904808"/>
    <p:sldId xmlns:r="http://schemas.openxmlformats.org/officeDocument/2006/relationships" id="262" r:id="R60802614d5504924"/>
    <p:sldId xmlns:r="http://schemas.openxmlformats.org/officeDocument/2006/relationships" id="263" r:id="R3f2548e1ab9f4d86"/>
    <p:sldId xmlns:r="http://schemas.openxmlformats.org/officeDocument/2006/relationships" id="264" r:id="R4e0e78afd78a4ab5"/>
    <p:sldId xmlns:r="http://schemas.openxmlformats.org/officeDocument/2006/relationships" id="265" r:id="Rf548ff57476043cb"/>
    <p:sldId xmlns:r="http://schemas.openxmlformats.org/officeDocument/2006/relationships" id="266" r:id="R4879015df3114352"/>
    <p:sldId xmlns:r="http://schemas.openxmlformats.org/officeDocument/2006/relationships" id="267" r:id="Rfabdbbf5721c4a82"/>
    <p:sldId xmlns:r="http://schemas.openxmlformats.org/officeDocument/2006/relationships" id="268" r:id="R86aeeb0c717b497f"/>
    <p:sldId xmlns:r="http://schemas.openxmlformats.org/officeDocument/2006/relationships" id="269" r:id="R64537b710ae24e28"/>
    <p:sldId xmlns:r="http://schemas.openxmlformats.org/officeDocument/2006/relationships" id="270" r:id="R4652abaad65b42ff"/>
    <p:sldId xmlns:r="http://schemas.openxmlformats.org/officeDocument/2006/relationships" id="271" r:id="Rf9c8d50272894472"/>
    <p:sldId xmlns:r="http://schemas.openxmlformats.org/officeDocument/2006/relationships" id="272" r:id="Re827b6ccd7814d33"/>
    <p:sldId xmlns:r="http://schemas.openxmlformats.org/officeDocument/2006/relationships" id="273" r:id="Rbc80c3c7bc4d4968"/>
    <p:sldId xmlns:r="http://schemas.openxmlformats.org/officeDocument/2006/relationships" id="274" r:id="R9d01844f76184649"/>
    <p:sldId xmlns:r="http://schemas.openxmlformats.org/officeDocument/2006/relationships" id="275" r:id="R6c0798b4e7814cf0"/>
    <p:sldId xmlns:r="http://schemas.openxmlformats.org/officeDocument/2006/relationships" id="276" r:id="Raa621836f34e4455"/>
    <p:sldId xmlns:r="http://schemas.openxmlformats.org/officeDocument/2006/relationships" id="277" r:id="R4b324610211c4cfc"/>
    <p:sldId xmlns:r="http://schemas.openxmlformats.org/officeDocument/2006/relationships" id="278" r:id="Rc31b615576164a6a"/>
    <p:sldId xmlns:r="http://schemas.openxmlformats.org/officeDocument/2006/relationships" id="279" r:id="Rff235c0dddec44a4"/>
    <p:sldId xmlns:r="http://schemas.openxmlformats.org/officeDocument/2006/relationships" id="280" r:id="R7c6216a7d0984547"/>
    <p:sldId xmlns:r="http://schemas.openxmlformats.org/officeDocument/2006/relationships" id="281" r:id="R07cce94f45b44029"/>
    <p:sldId xmlns:r="http://schemas.openxmlformats.org/officeDocument/2006/relationships" id="282" r:id="Re19171a29c1b45f0"/>
    <p:sldId xmlns:r="http://schemas.openxmlformats.org/officeDocument/2006/relationships" id="283" r:id="Rb308c9d5802d4b7e"/>
    <p:sldId xmlns:r="http://schemas.openxmlformats.org/officeDocument/2006/relationships" id="284" r:id="R362327e4817e441e"/>
    <p:sldId xmlns:r="http://schemas.openxmlformats.org/officeDocument/2006/relationships" id="285" r:id="R54f7973a3a6b40ad"/>
    <p:sldId xmlns:r="http://schemas.openxmlformats.org/officeDocument/2006/relationships" id="286" r:id="Rde0c088bddfd485d"/>
    <p:sldId xmlns:r="http://schemas.openxmlformats.org/officeDocument/2006/relationships" id="287" r:id="Rcb67fdacac0246c4"/>
    <p:sldId xmlns:r="http://schemas.openxmlformats.org/officeDocument/2006/relationships" id="288" r:id="Re0929e788f154e3b"/>
    <p:sldId xmlns:r="http://schemas.openxmlformats.org/officeDocument/2006/relationships" id="289" r:id="R14c226cdc1334849"/>
    <p:sldId xmlns:r="http://schemas.openxmlformats.org/officeDocument/2006/relationships" id="290" r:id="Ra3a399ca5ce84f65"/>
    <p:sldId xmlns:r="http://schemas.openxmlformats.org/officeDocument/2006/relationships" id="291" r:id="Rb9b086e73f414d90"/>
    <p:sldId xmlns:r="http://schemas.openxmlformats.org/officeDocument/2006/relationships" id="292" r:id="R961b527653dd4ae5"/>
    <p:sldId xmlns:r="http://schemas.openxmlformats.org/officeDocument/2006/relationships" id="293" r:id="R88628f0d142d48c9"/>
    <p:sldId xmlns:r="http://schemas.openxmlformats.org/officeDocument/2006/relationships" id="294" r:id="R8012e6362cfa4c18"/>
    <p:sldId xmlns:r="http://schemas.openxmlformats.org/officeDocument/2006/relationships" id="295" r:id="R6b0705ddd3ab45ac"/>
    <p:sldId xmlns:r="http://schemas.openxmlformats.org/officeDocument/2006/relationships" id="296" r:id="R1860e9c6df6a489d"/>
    <p:sldId xmlns:r="http://schemas.openxmlformats.org/officeDocument/2006/relationships" id="297" r:id="R893b9dcdc546481f"/>
    <p:sldId xmlns:r="http://schemas.openxmlformats.org/officeDocument/2006/relationships" id="298" r:id="R75ce77b5d03a4c47"/>
    <p:sldId xmlns:r="http://schemas.openxmlformats.org/officeDocument/2006/relationships" id="299" r:id="R6f7cd3ba691c4058"/>
    <p:sldId xmlns:r="http://schemas.openxmlformats.org/officeDocument/2006/relationships" id="300" r:id="Rabf9cf8dea174e44"/>
    <p:sldId xmlns:r="http://schemas.openxmlformats.org/officeDocument/2006/relationships" id="301" r:id="R8dc5736c479344dc"/>
    <p:sldId xmlns:r="http://schemas.openxmlformats.org/officeDocument/2006/relationships" id="302" r:id="R792c7d6f80bd4c5a"/>
    <p:sldId xmlns:r="http://schemas.openxmlformats.org/officeDocument/2006/relationships" id="303" r:id="R4920fc2ea13446b9"/>
    <p:sldId xmlns:r="http://schemas.openxmlformats.org/officeDocument/2006/relationships" id="304" r:id="R05be9630254546d9"/>
    <p:sldId xmlns:r="http://schemas.openxmlformats.org/officeDocument/2006/relationships" id="305" r:id="Re780b93ff69d4e9a"/>
    <p:sldId xmlns:r="http://schemas.openxmlformats.org/officeDocument/2006/relationships" id="306" r:id="R94e0dfd34b4748c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11a95853fc42bd" /><Relationship Type="http://schemas.openxmlformats.org/officeDocument/2006/relationships/slideMaster" Target="/ppt/slideMasters/slideMaster1.xml" Id="Rfc06fa9baf9d4216" /><Relationship Type="http://schemas.openxmlformats.org/officeDocument/2006/relationships/notesMaster" Target="/ppt/notesMasters/notesMaster1.xml" Id="R0e3f36500ec14711" /><Relationship Type="http://schemas.openxmlformats.org/officeDocument/2006/relationships/presProps" Target="/ppt/presProps.xml" Id="Re56006c562fd4aee" /><Relationship Type="http://schemas.openxmlformats.org/officeDocument/2006/relationships/tableStyles" Target="/ppt/tableStyles.xml" Id="R1cb59d642a2348a9" /><Relationship Type="http://schemas.openxmlformats.org/officeDocument/2006/relationships/slide" Target="/ppt/slides/slide1.xml" Id="R64d8cc7f2d754192" /><Relationship Type="http://schemas.openxmlformats.org/officeDocument/2006/relationships/slide" Target="/ppt/slides/slide2.xml" Id="Rcf92c898d90041e2" /><Relationship Type="http://schemas.openxmlformats.org/officeDocument/2006/relationships/slide" Target="/ppt/slides/slide3.xml" Id="R98d3b60a09264b6a" /><Relationship Type="http://schemas.openxmlformats.org/officeDocument/2006/relationships/slide" Target="/ppt/slides/slide4.xml" Id="R46974f73800e42d5" /><Relationship Type="http://schemas.openxmlformats.org/officeDocument/2006/relationships/slide" Target="/ppt/slides/slide5.xml" Id="R88e39bb1a1784257" /><Relationship Type="http://schemas.openxmlformats.org/officeDocument/2006/relationships/slide" Target="/ppt/slides/slide6.xml" Id="Rdc366ebe5f904808" /><Relationship Type="http://schemas.openxmlformats.org/officeDocument/2006/relationships/slide" Target="/ppt/slides/slide7.xml" Id="R60802614d5504924" /><Relationship Type="http://schemas.openxmlformats.org/officeDocument/2006/relationships/slide" Target="/ppt/slides/slide8.xml" Id="R3f2548e1ab9f4d86" /><Relationship Type="http://schemas.openxmlformats.org/officeDocument/2006/relationships/slide" Target="/ppt/slides/slide9.xml" Id="R4e0e78afd78a4ab5" /><Relationship Type="http://schemas.openxmlformats.org/officeDocument/2006/relationships/slide" Target="/ppt/slides/slide10.xml" Id="Rf548ff57476043cb" /><Relationship Type="http://schemas.openxmlformats.org/officeDocument/2006/relationships/slide" Target="/ppt/slides/slide11.xml" Id="R4879015df3114352" /><Relationship Type="http://schemas.openxmlformats.org/officeDocument/2006/relationships/slide" Target="/ppt/slides/slide12.xml" Id="Rfabdbbf5721c4a82" /><Relationship Type="http://schemas.openxmlformats.org/officeDocument/2006/relationships/slide" Target="/ppt/slides/slide13.xml" Id="R86aeeb0c717b497f" /><Relationship Type="http://schemas.openxmlformats.org/officeDocument/2006/relationships/slide" Target="/ppt/slides/slide14.xml" Id="R64537b710ae24e28" /><Relationship Type="http://schemas.openxmlformats.org/officeDocument/2006/relationships/slide" Target="/ppt/slides/slide15.xml" Id="R4652abaad65b42ff" /><Relationship Type="http://schemas.openxmlformats.org/officeDocument/2006/relationships/slide" Target="/ppt/slides/slide16.xml" Id="Rf9c8d50272894472" /><Relationship Type="http://schemas.openxmlformats.org/officeDocument/2006/relationships/slide" Target="/ppt/slides/slide17.xml" Id="Re827b6ccd7814d33" /><Relationship Type="http://schemas.openxmlformats.org/officeDocument/2006/relationships/slide" Target="/ppt/slides/slide18.xml" Id="Rbc80c3c7bc4d4968" /><Relationship Type="http://schemas.openxmlformats.org/officeDocument/2006/relationships/slide" Target="/ppt/slides/slide19.xml" Id="R9d01844f76184649" /><Relationship Type="http://schemas.openxmlformats.org/officeDocument/2006/relationships/slide" Target="/ppt/slides/slide20.xml" Id="R6c0798b4e7814cf0" /><Relationship Type="http://schemas.openxmlformats.org/officeDocument/2006/relationships/slide" Target="/ppt/slides/slide21.xml" Id="Raa621836f34e4455" /><Relationship Type="http://schemas.openxmlformats.org/officeDocument/2006/relationships/slide" Target="/ppt/slides/slide22.xml" Id="R4b324610211c4cfc" /><Relationship Type="http://schemas.openxmlformats.org/officeDocument/2006/relationships/slide" Target="/ppt/slides/slide23.xml" Id="Rc31b615576164a6a" /><Relationship Type="http://schemas.openxmlformats.org/officeDocument/2006/relationships/slide" Target="/ppt/slides/slide24.xml" Id="Rff235c0dddec44a4" /><Relationship Type="http://schemas.openxmlformats.org/officeDocument/2006/relationships/slide" Target="/ppt/slides/slide25.xml" Id="R7c6216a7d0984547" /><Relationship Type="http://schemas.openxmlformats.org/officeDocument/2006/relationships/slide" Target="/ppt/slides/slide26.xml" Id="R07cce94f45b44029" /><Relationship Type="http://schemas.openxmlformats.org/officeDocument/2006/relationships/slide" Target="/ppt/slides/slide27.xml" Id="Re19171a29c1b45f0" /><Relationship Type="http://schemas.openxmlformats.org/officeDocument/2006/relationships/slide" Target="/ppt/slides/slide28.xml" Id="Rb308c9d5802d4b7e" /><Relationship Type="http://schemas.openxmlformats.org/officeDocument/2006/relationships/slide" Target="/ppt/slides/slide29.xml" Id="R362327e4817e441e" /><Relationship Type="http://schemas.openxmlformats.org/officeDocument/2006/relationships/slide" Target="/ppt/slides/slide30.xml" Id="R54f7973a3a6b40ad" /><Relationship Type="http://schemas.openxmlformats.org/officeDocument/2006/relationships/slide" Target="/ppt/slides/slide31.xml" Id="Rde0c088bddfd485d" /><Relationship Type="http://schemas.openxmlformats.org/officeDocument/2006/relationships/slide" Target="/ppt/slides/slide32.xml" Id="Rcb67fdacac0246c4" /><Relationship Type="http://schemas.openxmlformats.org/officeDocument/2006/relationships/slide" Target="/ppt/slides/slide33.xml" Id="Re0929e788f154e3b" /><Relationship Type="http://schemas.openxmlformats.org/officeDocument/2006/relationships/slide" Target="/ppt/slides/slide34.xml" Id="R14c226cdc1334849" /><Relationship Type="http://schemas.openxmlformats.org/officeDocument/2006/relationships/slide" Target="/ppt/slides/slide35.xml" Id="Ra3a399ca5ce84f65" /><Relationship Type="http://schemas.openxmlformats.org/officeDocument/2006/relationships/slide" Target="/ppt/slides/slide36.xml" Id="Rb9b086e73f414d90" /><Relationship Type="http://schemas.openxmlformats.org/officeDocument/2006/relationships/slide" Target="/ppt/slides/slide37.xml" Id="R961b527653dd4ae5" /><Relationship Type="http://schemas.openxmlformats.org/officeDocument/2006/relationships/slide" Target="/ppt/slides/slide38.xml" Id="R88628f0d142d48c9" /><Relationship Type="http://schemas.openxmlformats.org/officeDocument/2006/relationships/slide" Target="/ppt/slides/slide39.xml" Id="R8012e6362cfa4c18" /><Relationship Type="http://schemas.openxmlformats.org/officeDocument/2006/relationships/slide" Target="/ppt/slides/slide40.xml" Id="R6b0705ddd3ab45ac" /><Relationship Type="http://schemas.openxmlformats.org/officeDocument/2006/relationships/slide" Target="/ppt/slides/slide41.xml" Id="R1860e9c6df6a489d" /><Relationship Type="http://schemas.openxmlformats.org/officeDocument/2006/relationships/slide" Target="/ppt/slides/slide42.xml" Id="R893b9dcdc546481f" /><Relationship Type="http://schemas.openxmlformats.org/officeDocument/2006/relationships/slide" Target="/ppt/slides/slide43.xml" Id="R75ce77b5d03a4c47" /><Relationship Type="http://schemas.openxmlformats.org/officeDocument/2006/relationships/slide" Target="/ppt/slides/slide44.xml" Id="R6f7cd3ba691c4058" /><Relationship Type="http://schemas.openxmlformats.org/officeDocument/2006/relationships/slide" Target="/ppt/slides/slide45.xml" Id="Rabf9cf8dea174e44" /><Relationship Type="http://schemas.openxmlformats.org/officeDocument/2006/relationships/slide" Target="/ppt/slides/slide46.xml" Id="R8dc5736c479344dc" /><Relationship Type="http://schemas.openxmlformats.org/officeDocument/2006/relationships/slide" Target="/ppt/slides/slide47.xml" Id="R792c7d6f80bd4c5a" /><Relationship Type="http://schemas.openxmlformats.org/officeDocument/2006/relationships/slide" Target="/ppt/slides/slide48.xml" Id="R4920fc2ea13446b9" /><Relationship Type="http://schemas.openxmlformats.org/officeDocument/2006/relationships/slide" Target="/ppt/slides/slide49.xml" Id="R05be9630254546d9" /><Relationship Type="http://schemas.openxmlformats.org/officeDocument/2006/relationships/slide" Target="/ppt/slides/slide50.xml" Id="Re780b93ff69d4e9a" /><Relationship Type="http://schemas.openxmlformats.org/officeDocument/2006/relationships/slide" Target="/ppt/slides/slide51.xml" Id="R94e0dfd34b4748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9e69c8c55c48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5cbcb911b34ec8" /><Relationship Type="http://schemas.openxmlformats.org/officeDocument/2006/relationships/notesMaster" Target="/ppt/notesMasters/notesMaster1.xml" Id="R1b022a9ce0d34c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451d7d8e72440c" /><Relationship Type="http://schemas.openxmlformats.org/officeDocument/2006/relationships/notesMaster" Target="/ppt/notesMasters/notesMaster1.xml" Id="Rf22f67677f1a4a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33463d71274a51" /><Relationship Type="http://schemas.openxmlformats.org/officeDocument/2006/relationships/notesMaster" Target="/ppt/notesMasters/notesMaster1.xml" Id="R7a1d307645244d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618d0e99dc4e24" /><Relationship Type="http://schemas.openxmlformats.org/officeDocument/2006/relationships/notesMaster" Target="/ppt/notesMasters/notesMaster1.xml" Id="R700d3980bae14c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29233cb439479e" /><Relationship Type="http://schemas.openxmlformats.org/officeDocument/2006/relationships/notesMaster" Target="/ppt/notesMasters/notesMaster1.xml" Id="R38b27535294d47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25a0d351584d8c" /><Relationship Type="http://schemas.openxmlformats.org/officeDocument/2006/relationships/notesMaster" Target="/ppt/notesMasters/notesMaster1.xml" Id="Rcfb10c59ddeb44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06f8e73e9241a9" /><Relationship Type="http://schemas.openxmlformats.org/officeDocument/2006/relationships/notesMaster" Target="/ppt/notesMasters/notesMaster1.xml" Id="R259f50b77f4443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23d21289784078" /><Relationship Type="http://schemas.openxmlformats.org/officeDocument/2006/relationships/notesMaster" Target="/ppt/notesMasters/notesMaster1.xml" Id="R6b8c0a6d97c641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11687ad36d47d3" /><Relationship Type="http://schemas.openxmlformats.org/officeDocument/2006/relationships/notesMaster" Target="/ppt/notesMasters/notesMaster1.xml" Id="Reb0f10a8ac6f4c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1b166fd0e74304" /><Relationship Type="http://schemas.openxmlformats.org/officeDocument/2006/relationships/notesMaster" Target="/ppt/notesMasters/notesMaster1.xml" Id="R2ff5e6a992e946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4c891a97394e93" /><Relationship Type="http://schemas.openxmlformats.org/officeDocument/2006/relationships/notesMaster" Target="/ppt/notesMasters/notesMaster1.xml" Id="Rc0b751cb969440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4dd05b7b5b460e" /><Relationship Type="http://schemas.openxmlformats.org/officeDocument/2006/relationships/notesMaster" Target="/ppt/notesMasters/notesMaster1.xml" Id="R2946758f48cb4f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013d529e604dbf" /><Relationship Type="http://schemas.openxmlformats.org/officeDocument/2006/relationships/notesMaster" Target="/ppt/notesMasters/notesMaster1.xml" Id="R7a2d4d16c3104e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b1068570a24d3f" /><Relationship Type="http://schemas.openxmlformats.org/officeDocument/2006/relationships/notesMaster" Target="/ppt/notesMasters/notesMaster1.xml" Id="R182cc97ecd2841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66fc5e3dae4d9e" /><Relationship Type="http://schemas.openxmlformats.org/officeDocument/2006/relationships/notesMaster" Target="/ppt/notesMasters/notesMaster1.xml" Id="Rb2e4c3cacd3445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67b4762f3a4b55" /><Relationship Type="http://schemas.openxmlformats.org/officeDocument/2006/relationships/notesMaster" Target="/ppt/notesMasters/notesMaster1.xml" Id="R2ee070171e9644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7222d203954094" /><Relationship Type="http://schemas.openxmlformats.org/officeDocument/2006/relationships/notesMaster" Target="/ppt/notesMasters/notesMaster1.xml" Id="R98e6a1b5dc764e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93bff1a4c04139" /><Relationship Type="http://schemas.openxmlformats.org/officeDocument/2006/relationships/notesMaster" Target="/ppt/notesMasters/notesMaster1.xml" Id="R063ff9d6f2d841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bcecec169c4ab7" /><Relationship Type="http://schemas.openxmlformats.org/officeDocument/2006/relationships/notesMaster" Target="/ppt/notesMasters/notesMaster1.xml" Id="Rd82dca04d0a4415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c7f81da4534288" /><Relationship Type="http://schemas.openxmlformats.org/officeDocument/2006/relationships/notesMaster" Target="/ppt/notesMasters/notesMaster1.xml" Id="Re545250ca7aa48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d46526273f242f6" /><Relationship Type="http://schemas.openxmlformats.org/officeDocument/2006/relationships/notesMaster" Target="/ppt/notesMasters/notesMaster1.xml" Id="Rae6b3b97d2df45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0368e70aa144a1" /><Relationship Type="http://schemas.openxmlformats.org/officeDocument/2006/relationships/notesMaster" Target="/ppt/notesMasters/notesMaster1.xml" Id="R91f58213616547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137c3df4d04cff" /><Relationship Type="http://schemas.openxmlformats.org/officeDocument/2006/relationships/notesMaster" Target="/ppt/notesMasters/notesMaster1.xml" Id="R3271647ae11f42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737b4e358e45fe" /><Relationship Type="http://schemas.openxmlformats.org/officeDocument/2006/relationships/notesMaster" Target="/ppt/notesMasters/notesMaster1.xml" Id="Rc6a015fdcae84b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88721096d14c47" /><Relationship Type="http://schemas.openxmlformats.org/officeDocument/2006/relationships/notesMaster" Target="/ppt/notesMasters/notesMaster1.xml" Id="R5fc316defcee4d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3bd3b70e5f478c" /><Relationship Type="http://schemas.openxmlformats.org/officeDocument/2006/relationships/notesMaster" Target="/ppt/notesMasters/notesMaster1.xml" Id="R096ecf4f7d2645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f2751f6b07a46fe" /><Relationship Type="http://schemas.openxmlformats.org/officeDocument/2006/relationships/notesMaster" Target="/ppt/notesMasters/notesMaster1.xml" Id="R4d077a39fcb3475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f2c9103267f4015" /><Relationship Type="http://schemas.openxmlformats.org/officeDocument/2006/relationships/notesMaster" Target="/ppt/notesMasters/notesMaster1.xml" Id="R39889b0028034c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d80d914f8914ddd" /><Relationship Type="http://schemas.openxmlformats.org/officeDocument/2006/relationships/notesMaster" Target="/ppt/notesMasters/notesMaster1.xml" Id="R1fd04454404048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5746ee48a74fa5" /><Relationship Type="http://schemas.openxmlformats.org/officeDocument/2006/relationships/notesMaster" Target="/ppt/notesMasters/notesMaster1.xml" Id="Rb93b56bd022e486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f5b4139f2848d2" /><Relationship Type="http://schemas.openxmlformats.org/officeDocument/2006/relationships/notesMaster" Target="/ppt/notesMasters/notesMaster1.xml" Id="Rb15c96ec4b6d446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e39f99aa7f14fbb" /><Relationship Type="http://schemas.openxmlformats.org/officeDocument/2006/relationships/notesMaster" Target="/ppt/notesMasters/notesMaster1.xml" Id="Rfa6c28d13d1e445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0ed32577b34677" /><Relationship Type="http://schemas.openxmlformats.org/officeDocument/2006/relationships/notesMaster" Target="/ppt/notesMasters/notesMaster1.xml" Id="R7615ebd133fe4f3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a7cb5deca81424b" /><Relationship Type="http://schemas.openxmlformats.org/officeDocument/2006/relationships/notesMaster" Target="/ppt/notesMasters/notesMaster1.xml" Id="R1159729154674d5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490a96ca2f942d2" /><Relationship Type="http://schemas.openxmlformats.org/officeDocument/2006/relationships/notesMaster" Target="/ppt/notesMasters/notesMaster1.xml" Id="Rd4f628b85d4f45a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a263d2b91fd4b3a" /><Relationship Type="http://schemas.openxmlformats.org/officeDocument/2006/relationships/notesMaster" Target="/ppt/notesMasters/notesMaster1.xml" Id="Ra8195ed786684bd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ac3995aef2a4c67" /><Relationship Type="http://schemas.openxmlformats.org/officeDocument/2006/relationships/notesMaster" Target="/ppt/notesMasters/notesMaster1.xml" Id="R32b787cc8830410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df624a2bc6d4e65" /><Relationship Type="http://schemas.openxmlformats.org/officeDocument/2006/relationships/notesMaster" Target="/ppt/notesMasters/notesMaster1.xml" Id="Rb9e655220973408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1741a0adfe84ead" /><Relationship Type="http://schemas.openxmlformats.org/officeDocument/2006/relationships/notesMaster" Target="/ppt/notesMasters/notesMaster1.xml" Id="Re0c86d9ee297429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400b440e9e34e54" /><Relationship Type="http://schemas.openxmlformats.org/officeDocument/2006/relationships/notesMaster" Target="/ppt/notesMasters/notesMaster1.xml" Id="Rea4c378451f94cb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80b40d25a5f4d50" /><Relationship Type="http://schemas.openxmlformats.org/officeDocument/2006/relationships/notesMaster" Target="/ppt/notesMasters/notesMaster1.xml" Id="Rf1d785c9b6c943b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1d79387b2c444cf" /><Relationship Type="http://schemas.openxmlformats.org/officeDocument/2006/relationships/notesMaster" Target="/ppt/notesMasters/notesMaster1.xml" Id="R30b9e8aa8303449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a82318b21b24f28" /><Relationship Type="http://schemas.openxmlformats.org/officeDocument/2006/relationships/notesMaster" Target="/ppt/notesMasters/notesMaster1.xml" Id="R0324afd0c695498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27a35ca0cba49c1" /><Relationship Type="http://schemas.openxmlformats.org/officeDocument/2006/relationships/notesMaster" Target="/ppt/notesMasters/notesMaster1.xml" Id="Rfe1ccce85ea14dd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944b06a50d64f2b" /><Relationship Type="http://schemas.openxmlformats.org/officeDocument/2006/relationships/notesMaster" Target="/ppt/notesMasters/notesMaster1.xml" Id="Rda15ba85126341d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8fd273100e44fcd" /><Relationship Type="http://schemas.openxmlformats.org/officeDocument/2006/relationships/notesMaster" Target="/ppt/notesMasters/notesMaster1.xml" Id="R1b7599f4397c436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e84ae88e04f4002" /><Relationship Type="http://schemas.openxmlformats.org/officeDocument/2006/relationships/notesMaster" Target="/ppt/notesMasters/notesMaster1.xml" Id="Rda2554b4773348e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0af2771c35248f9" /><Relationship Type="http://schemas.openxmlformats.org/officeDocument/2006/relationships/notesMaster" Target="/ppt/notesMasters/notesMaster1.xml" Id="R821ee5dccf194f5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28776700d0845aa" /><Relationship Type="http://schemas.openxmlformats.org/officeDocument/2006/relationships/notesMaster" Target="/ppt/notesMasters/notesMaster1.xml" Id="Rafbcec18150e4ab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49caf24521c4697" /><Relationship Type="http://schemas.openxmlformats.org/officeDocument/2006/relationships/notesMaster" Target="/ppt/notesMasters/notesMaster1.xml" Id="R0dfce6a03915486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564cb74999b45ac" /><Relationship Type="http://schemas.openxmlformats.org/officeDocument/2006/relationships/notesMaster" Target="/ppt/notesMasters/notesMaster1.xml" Id="Rf8bbc60f40bc42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ed88291b254f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6d2b1af3b245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9d050f8bbd4f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f9de6b27b648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66c0e3a7d743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0bb7e6cd784e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CA39FB-C6C2-4E36-AE5E-6F89482DFD5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6F91B4-DAC8-4B49-9FD9-6E3D2399A5A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48E32F-0F67-4D74-B9CA-8EF1993C1BD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023B6A-4B53-4B2E-947C-AC2E046AE5F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017644-C82B-4F95-83F0-C7041709ED0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2FE03E-04CC-4A2B-B33A-34FFCEC0A95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43FE67-66A5-4B88-9FE7-72961292859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665DD6-711B-416D-B5F2-2EA7FF5CDDE2}"/>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9E8380-3689-4F43-836B-4E059E276CF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534FEA-7C37-4158-9581-00336D0152D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6614e33ac1452e" /><Relationship Type="http://schemas.openxmlformats.org/officeDocument/2006/relationships/slideLayout" Target="/ppt/slideLayouts/slideLayout1.xml" Id="R66bfd110f9ad41de" /><Relationship Type="http://schemas.openxmlformats.org/officeDocument/2006/relationships/slideLayout" Target="/ppt/slideLayouts/slideLayout2.xml" Id="Rd33723ae4b874ca0" /><Relationship Type="http://schemas.openxmlformats.org/officeDocument/2006/relationships/slideLayout" Target="/ppt/slideLayouts/slideLayout3.xml" Id="R99c2dd99c712478a" /><Relationship Type="http://schemas.openxmlformats.org/officeDocument/2006/relationships/slideLayout" Target="/ppt/slideLayouts/slideLayout4.xml" Id="R932425517205438f" /><Relationship Type="http://schemas.openxmlformats.org/officeDocument/2006/relationships/slideLayout" Target="/ppt/slideLayouts/slideLayout5.xml" Id="Rf7807c26c2bb4d5f" /><Relationship Type="http://schemas.openxmlformats.org/officeDocument/2006/relationships/slideLayout" Target="/ppt/slideLayouts/slideLayout6.xml" Id="R5668a0795ec04b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bfd110f9ad41de"/>
    <p:sldLayoutId xmlns:r="http://schemas.openxmlformats.org/officeDocument/2006/relationships" id="2147483650" r:id="Rd33723ae4b874ca0"/>
    <p:sldLayoutId xmlns:r="http://schemas.openxmlformats.org/officeDocument/2006/relationships" id="2147483651" r:id="R99c2dd99c712478a"/>
    <p:sldLayoutId xmlns:r="http://schemas.openxmlformats.org/officeDocument/2006/relationships" id="2147483652" r:id="R932425517205438f"/>
    <p:sldLayoutId xmlns:r="http://schemas.openxmlformats.org/officeDocument/2006/relationships" id="2147483653" r:id="Rf7807c26c2bb4d5f"/>
    <p:sldLayoutId xmlns:r="http://schemas.openxmlformats.org/officeDocument/2006/relationships" id="2147483654" r:id="R5668a0795ec04b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c940f8002f4655" /><Relationship Type="http://schemas.openxmlformats.org/officeDocument/2006/relationships/image" Target="/ppt/media/image.png" Id="Ra5b26fc19c1d42d1" /><Relationship Type="http://schemas.openxmlformats.org/officeDocument/2006/relationships/image" Target="/ppt/media/image2.png" Id="R4876134054bb41f5" /><Relationship Type="http://schemas.openxmlformats.org/officeDocument/2006/relationships/image" Target="/ppt/media/image3.png" Id="Reec417909dd84ee4" /><Relationship Type="http://schemas.openxmlformats.org/officeDocument/2006/relationships/notesSlide" Target="/ppt/notesSlides/notesSlide1.xml" Id="R3750031f01f54f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0b74b6233143a7" /><Relationship Type="http://schemas.openxmlformats.org/officeDocument/2006/relationships/image" Target="/ppt/media/image4.png" Id="R445c2794ec1e4d20" /><Relationship Type="http://schemas.openxmlformats.org/officeDocument/2006/relationships/image" Target="/ppt/media/image5.png" Id="Rdfd6ebcb09cc4e4f" /><Relationship Type="http://schemas.openxmlformats.org/officeDocument/2006/relationships/image" Target="/ppt/media/image6.png" Id="Rf00355774ab94d0c" /><Relationship Type="http://schemas.openxmlformats.org/officeDocument/2006/relationships/notesSlide" Target="/ppt/notesSlides/notesSlide2.xml" Id="R693aea4050fe4f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0bfc41a2534ceb" /><Relationship Type="http://schemas.openxmlformats.org/officeDocument/2006/relationships/image" Target="/ppt/media/image7.png" Id="R170ac1b7815d4d1f" /><Relationship Type="http://schemas.openxmlformats.org/officeDocument/2006/relationships/notesSlide" Target="/ppt/notesSlides/notesSlide3.xml" Id="R00baa87b975844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7d7a715a864e0f" /><Relationship Type="http://schemas.openxmlformats.org/officeDocument/2006/relationships/image" Target="/ppt/media/image8.png" Id="R3600caf7483e48e8" /><Relationship Type="http://schemas.openxmlformats.org/officeDocument/2006/relationships/image" Target="/ppt/media/image9.png" Id="Rcac5f27e8b5349da" /><Relationship Type="http://schemas.openxmlformats.org/officeDocument/2006/relationships/notesSlide" Target="/ppt/notesSlides/notesSlide4.xml" Id="R0eed02cca7174b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fa6302dbaa40b4" /><Relationship Type="http://schemas.openxmlformats.org/officeDocument/2006/relationships/image" Target="/ppt/media/image10.png" Id="R783ca751ab1e4fb7" /><Relationship Type="http://schemas.openxmlformats.org/officeDocument/2006/relationships/image" Target="/ppt/media/image11.png" Id="R4b8d698192f24756" /><Relationship Type="http://schemas.openxmlformats.org/officeDocument/2006/relationships/notesSlide" Target="/ppt/notesSlides/notesSlide5.xml" Id="R719d841845eb4d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fa255da6e7467e" /><Relationship Type="http://schemas.openxmlformats.org/officeDocument/2006/relationships/image" Target="/ppt/media/image12.png" Id="Ra30f202425594f5e" /><Relationship Type="http://schemas.openxmlformats.org/officeDocument/2006/relationships/image" Target="/ppt/media/image13.png" Id="Ra8ac622a4fd64dcf" /><Relationship Type="http://schemas.openxmlformats.org/officeDocument/2006/relationships/notesSlide" Target="/ppt/notesSlides/notesSlide6.xml" Id="R9932fb62820f44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4d79d667bd44d3" /><Relationship Type="http://schemas.openxmlformats.org/officeDocument/2006/relationships/image" Target="/ppt/media/image14.png" Id="R0b70cd7e67ee4294" /><Relationship Type="http://schemas.openxmlformats.org/officeDocument/2006/relationships/image" Target="/ppt/media/image15.png" Id="R32086334887a44c6" /><Relationship Type="http://schemas.openxmlformats.org/officeDocument/2006/relationships/image" Target="/ppt/media/image16.png" Id="R6f69645c8be247f7" /><Relationship Type="http://schemas.openxmlformats.org/officeDocument/2006/relationships/image" Target="/ppt/media/image17.png" Id="R799bfd790c734829" /><Relationship Type="http://schemas.openxmlformats.org/officeDocument/2006/relationships/notesSlide" Target="/ppt/notesSlides/notesSlide7.xml" Id="R6e9d038929ee4e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3561e8eb7e4bed" /><Relationship Type="http://schemas.openxmlformats.org/officeDocument/2006/relationships/image" Target="/ppt/media/image18.png" Id="Ra5e7c4552a254f10" /><Relationship Type="http://schemas.openxmlformats.org/officeDocument/2006/relationships/image" Target="/ppt/media/image19.png" Id="Rf70226155eda4cb0" /><Relationship Type="http://schemas.openxmlformats.org/officeDocument/2006/relationships/image" Target="/ppt/media/image20.png" Id="Rbc6a46c241104ee2" /><Relationship Type="http://schemas.openxmlformats.org/officeDocument/2006/relationships/image" Target="/ppt/media/image21.png" Id="R8cf8550a4fb740a2" /><Relationship Type="http://schemas.openxmlformats.org/officeDocument/2006/relationships/notesSlide" Target="/ppt/notesSlides/notesSlide8.xml" Id="R0cad5a93dc5c4b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fbcdc9fc594aa6" /><Relationship Type="http://schemas.openxmlformats.org/officeDocument/2006/relationships/image" Target="/ppt/media/image22.png" Id="R05c0a94dd20e48e2" /><Relationship Type="http://schemas.openxmlformats.org/officeDocument/2006/relationships/image" Target="/ppt/media/image23.png" Id="R3b9ba973580f44d3" /><Relationship Type="http://schemas.openxmlformats.org/officeDocument/2006/relationships/notesSlide" Target="/ppt/notesSlides/notesSlide9.xml" Id="R56591da2bd8248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ddf0c2d5e74ef2" /><Relationship Type="http://schemas.openxmlformats.org/officeDocument/2006/relationships/image" Target="/ppt/media/image24.png" Id="R568cd2f18d39424a" /><Relationship Type="http://schemas.openxmlformats.org/officeDocument/2006/relationships/image" Target="/ppt/media/image25.png" Id="R18b0070e7f1143bb" /><Relationship Type="http://schemas.openxmlformats.org/officeDocument/2006/relationships/image" Target="/ppt/media/image26.png" Id="R26d1c7a276b042f2" /><Relationship Type="http://schemas.openxmlformats.org/officeDocument/2006/relationships/image" Target="/ppt/media/image27.png" Id="R2971bd692718488c" /><Relationship Type="http://schemas.openxmlformats.org/officeDocument/2006/relationships/image" Target="/ppt/media/image28.png" Id="R5ddc8c332cf94c2e" /><Relationship Type="http://schemas.openxmlformats.org/officeDocument/2006/relationships/notesSlide" Target="/ppt/notesSlides/notesSlide10.xml" Id="R451d5e19e80f48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09e6151de634b4b" /><Relationship Type="http://schemas.openxmlformats.org/officeDocument/2006/relationships/image" Target="/ppt/media/image29.png" Id="R2ee83a91ea7b4024" /><Relationship Type="http://schemas.openxmlformats.org/officeDocument/2006/relationships/image" Target="/ppt/media/image30.png" Id="R3e8458f42a2a4c73" /><Relationship Type="http://schemas.openxmlformats.org/officeDocument/2006/relationships/image" Target="/ppt/media/image31.png" Id="R42044775979e43ba" /><Relationship Type="http://schemas.openxmlformats.org/officeDocument/2006/relationships/notesSlide" Target="/ppt/notesSlides/notesSlide11.xml" Id="R10b4f7b2c4364f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216491a24b489e" /><Relationship Type="http://schemas.openxmlformats.org/officeDocument/2006/relationships/image" Target="/ppt/media/image32.png" Id="R013e39ff207f4af4" /><Relationship Type="http://schemas.openxmlformats.org/officeDocument/2006/relationships/image" Target="/ppt/media/image33.png" Id="R4c9d859aae95417c" /><Relationship Type="http://schemas.openxmlformats.org/officeDocument/2006/relationships/image" Target="/ppt/media/image34.png" Id="R449411d7d293461d" /><Relationship Type="http://schemas.openxmlformats.org/officeDocument/2006/relationships/notesSlide" Target="/ppt/notesSlides/notesSlide12.xml" Id="R1d0948e85e3a4b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8a5e3c72584e9c" /><Relationship Type="http://schemas.openxmlformats.org/officeDocument/2006/relationships/image" Target="/ppt/media/image35.png" Id="Ra3129074baa9430e" /><Relationship Type="http://schemas.openxmlformats.org/officeDocument/2006/relationships/notesSlide" Target="/ppt/notesSlides/notesSlide13.xml" Id="R5229108fa99d40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f2aed194d034bd7" /><Relationship Type="http://schemas.openxmlformats.org/officeDocument/2006/relationships/image" Target="/ppt/media/image36.png" Id="Re7b0debc191c4fb8" /><Relationship Type="http://schemas.openxmlformats.org/officeDocument/2006/relationships/image" Target="/ppt/media/image37.png" Id="Ree3d8a370176417a" /><Relationship Type="http://schemas.openxmlformats.org/officeDocument/2006/relationships/notesSlide" Target="/ppt/notesSlides/notesSlide14.xml" Id="Rc3b76cc5362047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b87cc6454da4ca9" /><Relationship Type="http://schemas.openxmlformats.org/officeDocument/2006/relationships/image" Target="/ppt/media/image38.png" Id="R362c348c07444d3d" /><Relationship Type="http://schemas.openxmlformats.org/officeDocument/2006/relationships/image" Target="/ppt/media/image39.png" Id="Rad3ea262498f457e" /><Relationship Type="http://schemas.openxmlformats.org/officeDocument/2006/relationships/image" Target="/ppt/media/image40.png" Id="R8cbeebd3c75545d3" /><Relationship Type="http://schemas.openxmlformats.org/officeDocument/2006/relationships/notesSlide" Target="/ppt/notesSlides/notesSlide15.xml" Id="R6bb45cfd1a3a46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27f164e427a4f6b" /><Relationship Type="http://schemas.openxmlformats.org/officeDocument/2006/relationships/image" Target="/ppt/media/image41.png" Id="Rf12a55b2124a45f7" /><Relationship Type="http://schemas.openxmlformats.org/officeDocument/2006/relationships/image" Target="/ppt/media/image42.png" Id="R0cba7eba49f5414d" /><Relationship Type="http://schemas.openxmlformats.org/officeDocument/2006/relationships/image" Target="/ppt/media/image43.png" Id="Ra25fd23adaf7401a" /><Relationship Type="http://schemas.openxmlformats.org/officeDocument/2006/relationships/image" Target="/ppt/media/image44.png" Id="R6da11645ae2a4a4b" /><Relationship Type="http://schemas.openxmlformats.org/officeDocument/2006/relationships/notesSlide" Target="/ppt/notesSlides/notesSlide16.xml" Id="R89a5486cfe434e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3b9855f518f4da0" /><Relationship Type="http://schemas.openxmlformats.org/officeDocument/2006/relationships/image" Target="/ppt/media/image45.png" Id="R90219f60938945e2" /><Relationship Type="http://schemas.openxmlformats.org/officeDocument/2006/relationships/image" Target="/ppt/media/image46.png" Id="R72714ea0d7014469" /><Relationship Type="http://schemas.openxmlformats.org/officeDocument/2006/relationships/image" Target="/ppt/media/image47.png" Id="R7f70875166a14447" /><Relationship Type="http://schemas.openxmlformats.org/officeDocument/2006/relationships/notesSlide" Target="/ppt/notesSlides/notesSlide17.xml" Id="Rd25b989060ab41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8d769409fa247dd" /><Relationship Type="http://schemas.openxmlformats.org/officeDocument/2006/relationships/image" Target="/ppt/media/image48.png" Id="Rb6b71e91f7234ffa" /><Relationship Type="http://schemas.openxmlformats.org/officeDocument/2006/relationships/image" Target="/ppt/media/image49.png" Id="R914f370907704e19" /><Relationship Type="http://schemas.openxmlformats.org/officeDocument/2006/relationships/image" Target="/ppt/media/image50.png" Id="Rc7bda0e5db424904" /><Relationship Type="http://schemas.openxmlformats.org/officeDocument/2006/relationships/image" Target="/ppt/media/image51.png" Id="R1818ea20b9e3418f" /><Relationship Type="http://schemas.openxmlformats.org/officeDocument/2006/relationships/notesSlide" Target="/ppt/notesSlides/notesSlide18.xml" Id="Rbdbecc368a4946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72b0c699b2400c" /><Relationship Type="http://schemas.openxmlformats.org/officeDocument/2006/relationships/image" Target="/ppt/media/image52.png" Id="R51092bed2fe849a8" /><Relationship Type="http://schemas.openxmlformats.org/officeDocument/2006/relationships/image" Target="/ppt/media/image53.png" Id="R674a778c415f4db6" /><Relationship Type="http://schemas.openxmlformats.org/officeDocument/2006/relationships/image" Target="/ppt/media/image54.png" Id="R3585e2d49b9244f4" /><Relationship Type="http://schemas.openxmlformats.org/officeDocument/2006/relationships/notesSlide" Target="/ppt/notesSlides/notesSlide19.xml" Id="Ra4f41f1e9d3f4c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48afb50a5c64b03" /><Relationship Type="http://schemas.openxmlformats.org/officeDocument/2006/relationships/image" Target="/ppt/media/image55.png" Id="Rda69d86a03374bf5" /><Relationship Type="http://schemas.openxmlformats.org/officeDocument/2006/relationships/image" Target="/ppt/media/image56.png" Id="R1ec99652014d41cf" /><Relationship Type="http://schemas.openxmlformats.org/officeDocument/2006/relationships/image" Target="/ppt/media/image57.png" Id="R945eaa3ff4394a7b" /><Relationship Type="http://schemas.openxmlformats.org/officeDocument/2006/relationships/image" Target="/ppt/media/image58.png" Id="Re1733e445159452f" /><Relationship Type="http://schemas.openxmlformats.org/officeDocument/2006/relationships/notesSlide" Target="/ppt/notesSlides/notesSlide20.xml" Id="R2173eac350d942c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af72fd919a843fd" /><Relationship Type="http://schemas.openxmlformats.org/officeDocument/2006/relationships/image" Target="/ppt/media/image59.png" Id="R58af9b363b094838" /><Relationship Type="http://schemas.openxmlformats.org/officeDocument/2006/relationships/notesSlide" Target="/ppt/notesSlides/notesSlide21.xml" Id="R9d4e3eb8a7b54f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7008ae7d624bd0" /><Relationship Type="http://schemas.openxmlformats.org/officeDocument/2006/relationships/image" Target="/ppt/media/image60.png" Id="Rc2dfb47f10ec45d5" /><Relationship Type="http://schemas.openxmlformats.org/officeDocument/2006/relationships/image" Target="/ppt/media/image61.png" Id="Rc48fd6b1eb9740b2" /><Relationship Type="http://schemas.openxmlformats.org/officeDocument/2006/relationships/image" Target="/ppt/media/image62.png" Id="R2daea82198ee4f5f" /><Relationship Type="http://schemas.openxmlformats.org/officeDocument/2006/relationships/notesSlide" Target="/ppt/notesSlides/notesSlide22.xml" Id="Rac60c5b99a1345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46d1e47ca464910" /><Relationship Type="http://schemas.openxmlformats.org/officeDocument/2006/relationships/image" Target="/ppt/media/image63.png" Id="R3a2dbd6abaf84fcb" /><Relationship Type="http://schemas.openxmlformats.org/officeDocument/2006/relationships/image" Target="/ppt/media/image64.png" Id="Rc29e3405cbcf4023" /><Relationship Type="http://schemas.openxmlformats.org/officeDocument/2006/relationships/image" Target="/ppt/media/image65.png" Id="R05263001b09f4fe4" /><Relationship Type="http://schemas.openxmlformats.org/officeDocument/2006/relationships/image" Target="/ppt/media/image66.png" Id="R2d6d6cabaad34678" /><Relationship Type="http://schemas.openxmlformats.org/officeDocument/2006/relationships/notesSlide" Target="/ppt/notesSlides/notesSlide23.xml" Id="Rf22f1906a7e242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091c751f7174754" /><Relationship Type="http://schemas.openxmlformats.org/officeDocument/2006/relationships/image" Target="/ppt/media/image67.png" Id="Re8b0474c66084e71" /><Relationship Type="http://schemas.openxmlformats.org/officeDocument/2006/relationships/image" Target="/ppt/media/image68.png" Id="R7194741dd9ca4c2c" /><Relationship Type="http://schemas.openxmlformats.org/officeDocument/2006/relationships/image" Target="/ppt/media/image69.png" Id="R51cb20eec3cb473f" /><Relationship Type="http://schemas.openxmlformats.org/officeDocument/2006/relationships/notesSlide" Target="/ppt/notesSlides/notesSlide24.xml" Id="Rb8249736f8d44b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ea4bc2ad18046f6" /><Relationship Type="http://schemas.openxmlformats.org/officeDocument/2006/relationships/image" Target="/ppt/media/image70.png" Id="R999758e2bcbc4ad4" /><Relationship Type="http://schemas.openxmlformats.org/officeDocument/2006/relationships/image" Target="/ppt/media/image71.png" Id="R10e19a5dd72745ef" /><Relationship Type="http://schemas.openxmlformats.org/officeDocument/2006/relationships/notesSlide" Target="/ppt/notesSlides/notesSlide25.xml" Id="R8a32f1ac6deb4e6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76263aa7231447c" /><Relationship Type="http://schemas.openxmlformats.org/officeDocument/2006/relationships/image" Target="/ppt/media/image72.png" Id="R52a04fce53c9431c" /><Relationship Type="http://schemas.openxmlformats.org/officeDocument/2006/relationships/image" Target="/ppt/media/image73.png" Id="Re926b828b57f467d" /><Relationship Type="http://schemas.openxmlformats.org/officeDocument/2006/relationships/notesSlide" Target="/ppt/notesSlides/notesSlide26.xml" Id="Rc3b220db3015442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2eb327c9d6d4373" /><Relationship Type="http://schemas.openxmlformats.org/officeDocument/2006/relationships/image" Target="/ppt/media/image74.png" Id="R44068a6a49a8444a" /><Relationship Type="http://schemas.openxmlformats.org/officeDocument/2006/relationships/image" Target="/ppt/media/image75.png" Id="R76871793e2734a98" /><Relationship Type="http://schemas.openxmlformats.org/officeDocument/2006/relationships/notesSlide" Target="/ppt/notesSlides/notesSlide27.xml" Id="Rcdf79d2863734bb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ae51e4078814b3a" /><Relationship Type="http://schemas.openxmlformats.org/officeDocument/2006/relationships/image" Target="/ppt/media/image76.png" Id="R62358c19b3154191" /><Relationship Type="http://schemas.openxmlformats.org/officeDocument/2006/relationships/notesSlide" Target="/ppt/notesSlides/notesSlide28.xml" Id="R00ab4992d2a2498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073e82127264144" /><Relationship Type="http://schemas.openxmlformats.org/officeDocument/2006/relationships/image" Target="/ppt/media/image77.png" Id="R4623eea04a4c405a" /><Relationship Type="http://schemas.openxmlformats.org/officeDocument/2006/relationships/notesSlide" Target="/ppt/notesSlides/notesSlide29.xml" Id="Rad87dad306d24d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a20ed596af14534" /><Relationship Type="http://schemas.openxmlformats.org/officeDocument/2006/relationships/image" Target="/ppt/media/image78.png" Id="R9e61656447634086" /><Relationship Type="http://schemas.openxmlformats.org/officeDocument/2006/relationships/notesSlide" Target="/ppt/notesSlides/notesSlide30.xml" Id="Re0499d1836ed447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4dd8a939cfe4a2d" /><Relationship Type="http://schemas.openxmlformats.org/officeDocument/2006/relationships/image" Target="/ppt/media/image79.png" Id="R9e3ef5cffeda476f" /><Relationship Type="http://schemas.openxmlformats.org/officeDocument/2006/relationships/notesSlide" Target="/ppt/notesSlides/notesSlide31.xml" Id="R226f68c5047c44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51eedf281694571" /><Relationship Type="http://schemas.openxmlformats.org/officeDocument/2006/relationships/image" Target="/ppt/media/image80.png" Id="R68f5a76fe30e48b4" /><Relationship Type="http://schemas.openxmlformats.org/officeDocument/2006/relationships/image" Target="/ppt/media/image81.png" Id="R706ba0e1429b4696" /><Relationship Type="http://schemas.openxmlformats.org/officeDocument/2006/relationships/image" Target="/ppt/media/image82.png" Id="R00d96c62b88a4e24" /><Relationship Type="http://schemas.openxmlformats.org/officeDocument/2006/relationships/notesSlide" Target="/ppt/notesSlides/notesSlide32.xml" Id="R97adafa2977f435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0f16db83fac4704" /><Relationship Type="http://schemas.openxmlformats.org/officeDocument/2006/relationships/image" Target="/ppt/media/image83.png" Id="R4f91a466be954ddf" /><Relationship Type="http://schemas.openxmlformats.org/officeDocument/2006/relationships/image" Target="/ppt/media/image84.png" Id="Rb16f301033834b67" /><Relationship Type="http://schemas.openxmlformats.org/officeDocument/2006/relationships/image" Target="/ppt/media/image85.png" Id="Rb4a931b68bd64e05" /><Relationship Type="http://schemas.openxmlformats.org/officeDocument/2006/relationships/notesSlide" Target="/ppt/notesSlides/notesSlide33.xml" Id="R698e000b82bb4e4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d61c6e12a6442e2" /><Relationship Type="http://schemas.openxmlformats.org/officeDocument/2006/relationships/image" Target="/ppt/media/image86.png" Id="Rb52ae111b3e24be6" /><Relationship Type="http://schemas.openxmlformats.org/officeDocument/2006/relationships/image" Target="/ppt/media/image87.png" Id="R96fc2cb002774780" /><Relationship Type="http://schemas.openxmlformats.org/officeDocument/2006/relationships/notesSlide" Target="/ppt/notesSlides/notesSlide34.xml" Id="Rf3c3774543764a3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a81a0bc51e649e7" /><Relationship Type="http://schemas.openxmlformats.org/officeDocument/2006/relationships/image" Target="/ppt/media/image88.png" Id="R7b7e2fe6c3f843b5" /><Relationship Type="http://schemas.openxmlformats.org/officeDocument/2006/relationships/image" Target="/ppt/media/image89.png" Id="Rf7b258a1604b43d2" /><Relationship Type="http://schemas.openxmlformats.org/officeDocument/2006/relationships/notesSlide" Target="/ppt/notesSlides/notesSlide35.xml" Id="R13de462fbd6345e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806fda99f5c4dc5" /><Relationship Type="http://schemas.openxmlformats.org/officeDocument/2006/relationships/image" Target="/ppt/media/image90.png" Id="R844f38b7157f45a2" /><Relationship Type="http://schemas.openxmlformats.org/officeDocument/2006/relationships/image" Target="/ppt/media/image91.png" Id="Recd042b7cb8d4ff5" /><Relationship Type="http://schemas.openxmlformats.org/officeDocument/2006/relationships/notesSlide" Target="/ppt/notesSlides/notesSlide36.xml" Id="R8c33f3993e0d46f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ee64a3dcfd4417b" /><Relationship Type="http://schemas.openxmlformats.org/officeDocument/2006/relationships/image" Target="/ppt/media/image92.png" Id="Ra6e28b9efb054edb" /><Relationship Type="http://schemas.openxmlformats.org/officeDocument/2006/relationships/image" Target="/ppt/media/image93.png" Id="R67e97c3c401143bd" /><Relationship Type="http://schemas.openxmlformats.org/officeDocument/2006/relationships/image" Target="/ppt/media/image94.png" Id="R7f5536fca37f4432" /><Relationship Type="http://schemas.openxmlformats.org/officeDocument/2006/relationships/notesSlide" Target="/ppt/notesSlides/notesSlide37.xml" Id="R249f0628865a401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03b37866cd140d9" /><Relationship Type="http://schemas.openxmlformats.org/officeDocument/2006/relationships/image" Target="/ppt/media/image95.png" Id="R8e1bf9f133714c19" /><Relationship Type="http://schemas.openxmlformats.org/officeDocument/2006/relationships/image" Target="/ppt/media/image96.png" Id="R71371fa2604c46e5" /><Relationship Type="http://schemas.openxmlformats.org/officeDocument/2006/relationships/notesSlide" Target="/ppt/notesSlides/notesSlide38.xml" Id="R387c6b782f054b8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25a0c8f273c41ba" /><Relationship Type="http://schemas.openxmlformats.org/officeDocument/2006/relationships/image" Target="/ppt/media/image97.png" Id="R56572e2d715e442c" /><Relationship Type="http://schemas.openxmlformats.org/officeDocument/2006/relationships/image" Target="/ppt/media/image98.png" Id="Rb89f56d928194017" /><Relationship Type="http://schemas.openxmlformats.org/officeDocument/2006/relationships/notesSlide" Target="/ppt/notesSlides/notesSlide39.xml" Id="R91a412f3fc19477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e20792cd94d4730" /><Relationship Type="http://schemas.openxmlformats.org/officeDocument/2006/relationships/image" Target="/ppt/media/image99.png" Id="Rd9d45ca232cb49a7" /><Relationship Type="http://schemas.openxmlformats.org/officeDocument/2006/relationships/image" Target="/ppt/media/image100.png" Id="R117dd3e0aebb4367" /><Relationship Type="http://schemas.openxmlformats.org/officeDocument/2006/relationships/image" Target="/ppt/media/image101.png" Id="R2e667c57e4fb42b5" /><Relationship Type="http://schemas.openxmlformats.org/officeDocument/2006/relationships/image" Target="/ppt/media/image102.png" Id="R26cdbb67742b41e3" /><Relationship Type="http://schemas.openxmlformats.org/officeDocument/2006/relationships/notesSlide" Target="/ppt/notesSlides/notesSlide40.xml" Id="R25598e1638ac421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03773aa2e454002" /><Relationship Type="http://schemas.openxmlformats.org/officeDocument/2006/relationships/image" Target="/ppt/media/image103.png" Id="R58323c869cd64167" /><Relationship Type="http://schemas.openxmlformats.org/officeDocument/2006/relationships/notesSlide" Target="/ppt/notesSlides/notesSlide41.xml" Id="R229dc36e78894f2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981100b32fc47ae" /><Relationship Type="http://schemas.openxmlformats.org/officeDocument/2006/relationships/image" Target="/ppt/media/image104.png" Id="Rc76c491e27cb4fc7" /><Relationship Type="http://schemas.openxmlformats.org/officeDocument/2006/relationships/image" Target="/ppt/media/image105.png" Id="Rbbf2cef472594493" /><Relationship Type="http://schemas.openxmlformats.org/officeDocument/2006/relationships/notesSlide" Target="/ppt/notesSlides/notesSlide42.xml" Id="R23adc0f82321453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7d6471ec2fb48fb" /><Relationship Type="http://schemas.openxmlformats.org/officeDocument/2006/relationships/image" Target="/ppt/media/image106.png" Id="Rfd17d275be1b4fc3" /><Relationship Type="http://schemas.openxmlformats.org/officeDocument/2006/relationships/image" Target="/ppt/media/image107.png" Id="R3ec3cd337241456d" /><Relationship Type="http://schemas.openxmlformats.org/officeDocument/2006/relationships/image" Target="/ppt/media/image108.png" Id="R60f5c36fce8b41ca" /><Relationship Type="http://schemas.openxmlformats.org/officeDocument/2006/relationships/image" Target="/ppt/media/image109.png" Id="R99940b60e0c04dc1" /><Relationship Type="http://schemas.openxmlformats.org/officeDocument/2006/relationships/image" Target="/ppt/media/image110.png" Id="Re50916535fa34cff" /><Relationship Type="http://schemas.openxmlformats.org/officeDocument/2006/relationships/notesSlide" Target="/ppt/notesSlides/notesSlide43.xml" Id="R2207980d18b9428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a1b3479ae9746ff" /><Relationship Type="http://schemas.openxmlformats.org/officeDocument/2006/relationships/image" Target="/ppt/media/image111.png" Id="R925d447a8fd14b09" /><Relationship Type="http://schemas.openxmlformats.org/officeDocument/2006/relationships/image" Target="/ppt/media/image112.png" Id="R5a4a2c41d89e4fe4" /><Relationship Type="http://schemas.openxmlformats.org/officeDocument/2006/relationships/image" Target="/ppt/media/image113.png" Id="R1fc5ccfb748b47f6" /><Relationship Type="http://schemas.openxmlformats.org/officeDocument/2006/relationships/image" Target="/ppt/media/image114.png" Id="Rdad34bb1f47a488a" /><Relationship Type="http://schemas.openxmlformats.org/officeDocument/2006/relationships/notesSlide" Target="/ppt/notesSlides/notesSlide44.xml" Id="Rfa5c57aa2e6f44b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e9ee5bee86b406a" /><Relationship Type="http://schemas.openxmlformats.org/officeDocument/2006/relationships/image" Target="/ppt/media/image115.png" Id="R74d8ca445dcc460b" /><Relationship Type="http://schemas.openxmlformats.org/officeDocument/2006/relationships/image" Target="/ppt/media/image116.png" Id="Rc979e2c5ea914668" /><Relationship Type="http://schemas.openxmlformats.org/officeDocument/2006/relationships/notesSlide" Target="/ppt/notesSlides/notesSlide45.xml" Id="R0028fb2574fd4ed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b028bc0041a45dd" /><Relationship Type="http://schemas.openxmlformats.org/officeDocument/2006/relationships/image" Target="/ppt/media/image117.png" Id="R1cbcb807dff8455b" /><Relationship Type="http://schemas.openxmlformats.org/officeDocument/2006/relationships/notesSlide" Target="/ppt/notesSlides/notesSlide46.xml" Id="Ra49e409c17cc4ed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41d6ad4491f4706" /><Relationship Type="http://schemas.openxmlformats.org/officeDocument/2006/relationships/image" Target="/ppt/media/image118.png" Id="Rdb0614416b624b6c" /><Relationship Type="http://schemas.openxmlformats.org/officeDocument/2006/relationships/image" Target="/ppt/media/image119.png" Id="Rf6d690daa0a141e1" /><Relationship Type="http://schemas.openxmlformats.org/officeDocument/2006/relationships/notesSlide" Target="/ppt/notesSlides/notesSlide47.xml" Id="R97709ed404a94b5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e07ae76dbbc41e1" /><Relationship Type="http://schemas.openxmlformats.org/officeDocument/2006/relationships/image" Target="/ppt/media/image120.png" Id="Rf10a0dcd9d7c42b7" /><Relationship Type="http://schemas.openxmlformats.org/officeDocument/2006/relationships/notesSlide" Target="/ppt/notesSlides/notesSlide48.xml" Id="Rbae505e99bcc481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b8508bc0cb84916" /><Relationship Type="http://schemas.openxmlformats.org/officeDocument/2006/relationships/image" Target="/ppt/media/image121.png" Id="R041277aacdcd488b" /><Relationship Type="http://schemas.openxmlformats.org/officeDocument/2006/relationships/image" Target="/ppt/media/image122.png" Id="R1558d89d22904897" /><Relationship Type="http://schemas.openxmlformats.org/officeDocument/2006/relationships/notesSlide" Target="/ppt/notesSlides/notesSlide49.xml" Id="Rb40e4edd13ef4bd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6d6818f1da44ce4" /><Relationship Type="http://schemas.openxmlformats.org/officeDocument/2006/relationships/image" Target="/ppt/media/image123.png" Id="Rd7db519666094c02" /><Relationship Type="http://schemas.openxmlformats.org/officeDocument/2006/relationships/image" Target="/ppt/media/image124.png" Id="R87cde42116974119" /><Relationship Type="http://schemas.openxmlformats.org/officeDocument/2006/relationships/image" Target="/ppt/media/image125.png" Id="Rf93a14ed3dca43de" /><Relationship Type="http://schemas.openxmlformats.org/officeDocument/2006/relationships/image" Target="/ppt/media/image126.png" Id="R0d573638d61548f0" /><Relationship Type="http://schemas.openxmlformats.org/officeDocument/2006/relationships/notesSlide" Target="/ppt/notesSlides/notesSlide50.xml" Id="Re579352216de41f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9736611ea8d4b01" /><Relationship Type="http://schemas.openxmlformats.org/officeDocument/2006/relationships/image" Target="/ppt/media/image127.png" Id="R8ca8df390ffb4f73" /><Relationship Type="http://schemas.openxmlformats.org/officeDocument/2006/relationships/notesSlide" Target="/ppt/notesSlides/notesSlide51.xml" Id="Rec7b80bae78b4d22"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0A8E11C-40C4-47E2-A231-4556AF17195A}"/>
              </a:ext>
            </a:extLst>
          </p:cNvPr>
          <p:cNvPicPr>
            <a:picLocks xmlns:a="http://schemas.openxmlformats.org/drawingml/2006/main" noChangeAspect="1"/>
          </p:cNvPicPr>
          <p:nvPr/>
        </p:nvPicPr>
        <p:blipFill>
          <a:blip xmlns:r="http://schemas.openxmlformats.org/officeDocument/2006/relationships" xmlns:a="http://schemas.openxmlformats.org/drawingml/2006/main" r:embed="Ra5b26fc19c1d42d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D53C61B0-371C-4FA5-A421-49E81D6F069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CCA2A43C-C2BF-48E1-A565-3DDD85F389EC}"/>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5BFE2F5B-36C6-40C3-935A-D6E61E8EF7E4}"/>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460D9117-D012-431F-994C-018FDE4F19D5}"/>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18704F62-002F-43A5-ABFB-A31A4E8E56CA}"/>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EE61D090-D18F-47AD-8544-CD39D25EC894}"/>
              </a:ext>
            </a:extLst>
          </p:cNvPr>
          <p:cNvPicPr>
            <a:picLocks xmlns:a="http://schemas.openxmlformats.org/drawingml/2006/main" noChangeAspect="1"/>
          </p:cNvPicPr>
          <p:nvPr/>
        </p:nvPicPr>
        <p:blipFill>
          <a:blip xmlns:r="http://schemas.openxmlformats.org/officeDocument/2006/relationships" xmlns:a="http://schemas.openxmlformats.org/drawingml/2006/main" r:embed="R4876134054bb41f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DEEB308-5FAF-477C-A22B-FCC7B36B9CDA}"/>
              </a:ext>
            </a:extLst>
          </p:cNvPr>
          <p:cNvPicPr>
            <a:picLocks xmlns:a="http://schemas.openxmlformats.org/drawingml/2006/main" noChangeAspect="1"/>
          </p:cNvPicPr>
          <p:nvPr/>
        </p:nvPicPr>
        <p:blipFill>
          <a:blip xmlns:r="http://schemas.openxmlformats.org/officeDocument/2006/relationships" xmlns:a="http://schemas.openxmlformats.org/drawingml/2006/main" r:embed="Reec417909dd84ee4"/>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47598817-E68D-4D02-8955-ED42EE01D7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91350012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E64ACEC-1ACC-4B43-96E3-A6C4D596FFF4}"/>
              </a:ext>
            </a:extLst>
          </p:cNvPr>
          <p:cNvPicPr>
            <a:picLocks xmlns:a="http://schemas.openxmlformats.org/drawingml/2006/main" noChangeAspect="1"/>
          </p:cNvPicPr>
          <p:nvPr/>
        </p:nvPicPr>
        <p:blipFill>
          <a:blip xmlns:r="http://schemas.openxmlformats.org/officeDocument/2006/relationships" xmlns:a="http://schemas.openxmlformats.org/drawingml/2006/main" r:embed="R445c2794ec1e4d20"/>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B0F4508-93F8-4D97-82DB-FC68FF0E437D}"/>
              </a:ext>
            </a:extLst>
          </p:cNvPr>
          <p:cNvPicPr>
            <a:picLocks xmlns:a="http://schemas.openxmlformats.org/drawingml/2006/main" noChangeAspect="1"/>
          </p:cNvPicPr>
          <p:nvPr/>
        </p:nvPicPr>
        <p:blipFill>
          <a:blip xmlns:r="http://schemas.openxmlformats.org/officeDocument/2006/relationships" xmlns:a="http://schemas.openxmlformats.org/drawingml/2006/main" r:embed="Rdfd6ebcb09cc4e4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499F34-128B-4D2F-A309-44869661F3D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DAA810-BE48-47E6-BC3F-93EDDA02EB5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C6A6937E-2DE4-48C4-99CC-27498BF184F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8CFFE5-0119-478E-BD71-1EFFE3DE51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B31E7EA3-D14D-4D0B-9207-56B548F83C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1E965816-46F6-4C5A-989B-16F5D7AD7C2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F2A43A83-5CD4-4B1D-B49F-E41C5B9222D2}"/>
              </a:ext>
            </a:extLst>
          </p:cNvPr>
          <p:cNvPicPr>
            <a:picLocks xmlns:a="http://schemas.openxmlformats.org/drawingml/2006/main" noChangeAspect="1"/>
          </p:cNvPicPr>
          <p:nvPr/>
        </p:nvPicPr>
        <p:blipFill>
          <a:blip xmlns:r="http://schemas.openxmlformats.org/officeDocument/2006/relationships" xmlns:a="http://schemas.openxmlformats.org/drawingml/2006/main" r:embed="Rf00355774ab94d0c"/>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2040160082"/>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3947ADC-879C-4794-B315-FF195439F5BF}"/>
              </a:ext>
            </a:extLst>
          </p:cNvPr>
          <p:cNvPicPr>
            <a:picLocks xmlns:a="http://schemas.openxmlformats.org/drawingml/2006/main" noChangeAspect="1"/>
          </p:cNvPicPr>
          <p:nvPr/>
        </p:nvPicPr>
        <p:blipFill>
          <a:blip xmlns:r="http://schemas.openxmlformats.org/officeDocument/2006/relationships" xmlns:a="http://schemas.openxmlformats.org/drawingml/2006/main" r:embed="R170ac1b7815d4d1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1BB5FC-323D-4AF4-BD82-879BAB5C642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81574F-4544-4DD0-910E-555D4CE93D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02EA741A-9F11-4201-BBA1-2447D526B56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4306261A-0A7C-443F-82C7-284971CDD221}"/>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F3F3FA87-1E96-4938-86A0-A564E47F6A71}"/>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38C0750A-F31C-4CDA-A98C-FB65B1550997}"/>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C21889C-3C79-48F8-A771-DB0629BF2733}"/>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5A8CD266-148A-4128-A3B8-B084A077217D}"/>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CC9D4EE4-7361-4424-95DE-BC096C3C683F}"/>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6579EB4-A814-4D08-AA36-D1525BE5C046}"/>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07EF0E69-A075-4AC1-B2AB-A54069F0C67E}"/>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039D8637-00AB-4EA6-8733-0AFDF101884B}"/>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6200293-DB1F-4B8F-BFC4-14F97DA61979}"/>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FA67331B-AD4E-4C84-8D90-A81D58835494}"/>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2015511576"/>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458DC3C-5727-4525-ADAF-BEE1B4228987}"/>
              </a:ext>
            </a:extLst>
          </p:cNvPr>
          <p:cNvPicPr>
            <a:picLocks xmlns:a="http://schemas.openxmlformats.org/drawingml/2006/main" noChangeAspect="1"/>
          </p:cNvPicPr>
          <p:nvPr/>
        </p:nvPicPr>
        <p:blipFill>
          <a:blip xmlns:r="http://schemas.openxmlformats.org/officeDocument/2006/relationships" xmlns:a="http://schemas.openxmlformats.org/drawingml/2006/main" r:embed="R3600caf7483e48e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0FF89C-6990-4C13-BB86-48012BF5E0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382D9D-D457-4583-985E-5F67D7C328FA}"/>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B691989A-11F4-4F28-8AE2-E8BE56AFB865}"/>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F6B1A6-6C9B-4F72-9A0B-6AF43948D802}"/>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4F65CE8-AB29-442F-BDE4-F889FDA62F9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1122A063-523B-487D-856A-61D68047DA65}"/>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9525C32B-0E6B-4F01-A705-BC66CF5760C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5B83F18-8C77-40D5-85FC-5F89E8AA38F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EFE18F8C-91A7-4C88-85BA-E9B3F076FDD9}"/>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헤스 법칙으로 측정하기 어려운 반응의 </a:t>
            </a:r>
            <a:r>
              <a:rPr sz="3600" b="1">
                <a:solidFill>
                  <a:srgbClr val="BBBBBB"/>
                </a:solidFill>
                <a:latin typeface="Pretendard"/>
                <a:ea typeface="Pretendard"/>
                <a:cs typeface="Pretendard"/>
              </a:rPr>
              <a:t>Δ</a:t>
            </a:r>
            <a:r>
              <a:rPr sz="3600" b="1" i="1">
                <a:solidFill>
                  <a:srgbClr val="BBBBBB"/>
                </a:solidFill>
                <a:latin typeface="Pretendard"/>
                <a:ea typeface="Pretendard"/>
                <a:cs typeface="Pretendard"/>
              </a:rPr>
              <a:t>H</a:t>
            </a:r>
            <a:r>
              <a:rPr sz="3600" b="1">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6C000C7B-47A2-477A-91BF-DA052ED641C1}"/>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190BA44-F0D0-49AA-B2CC-77172B9A7849}"/>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78D1705C-28AD-4B46-81B2-15122FB72B0E}"/>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1DB5B071-2F1E-46E6-BF99-17066C70819D}"/>
              </a:ext>
            </a:extLst>
          </p:cNvPr>
          <p:cNvPicPr>
            <a:picLocks xmlns:a="http://schemas.openxmlformats.org/drawingml/2006/main" noChangeAspect="1"/>
          </p:cNvPicPr>
          <p:nvPr/>
        </p:nvPicPr>
        <p:blipFill>
          <a:blip xmlns:r="http://schemas.openxmlformats.org/officeDocument/2006/relationships" xmlns:a="http://schemas.openxmlformats.org/drawingml/2006/main" r:embed="Rcac5f27e8b5349da"/>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13671248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7E97F40-2660-4C67-9E79-8C782BBD48F7}"/>
              </a:ext>
            </a:extLst>
          </p:cNvPr>
          <p:cNvPicPr>
            <a:picLocks xmlns:a="http://schemas.openxmlformats.org/drawingml/2006/main" noChangeAspect="1"/>
          </p:cNvPicPr>
          <p:nvPr/>
        </p:nvPicPr>
        <p:blipFill>
          <a:blip xmlns:r="http://schemas.openxmlformats.org/officeDocument/2006/relationships" xmlns:a="http://schemas.openxmlformats.org/drawingml/2006/main" r:embed="R783ca751ab1e4fb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26E84D2-3CC2-4833-ADFD-91D6D27D1B5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7C375F4-2A87-46B5-8E61-3EF977FDCD6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C95CB25-DBB1-4ACB-8B40-581EC49EFE9C}"/>
              </a:ext>
            </a:extLst>
          </p:cNvPr>
          <p:cNvPicPr>
            <a:picLocks xmlns:a="http://schemas.openxmlformats.org/drawingml/2006/main" noChangeAspect="1"/>
          </p:cNvPicPr>
          <p:nvPr/>
        </p:nvPicPr>
        <p:blipFill>
          <a:blip xmlns:r="http://schemas.openxmlformats.org/officeDocument/2006/relationships" xmlns:a="http://schemas.openxmlformats.org/drawingml/2006/main" r:embed="R4b8d698192f2475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2D3B4A1-9159-4AFD-B09A-DD0B5BC87C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AB571BE-1B4E-4968-8194-61E246B7AA9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95A93F4F-1297-4800-BC8B-64F0D150148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F6B8ADE1-C49E-478A-87EB-C739F4A1FB6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90726018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9EA3EC53-D667-474F-85C0-61CF5CCE4DFF}"/>
              </a:ext>
            </a:extLst>
          </p:cNvPr>
          <p:cNvSpPr>
            <a:spLocks xmlns:a="http://schemas.openxmlformats.org/drawingml/2006/main" noGrp="1"/>
          </p:cNvSpPr>
          <p:nvPr/>
        </p:nvSpPr>
        <p:spPr>
          <a:xfrm xmlns:a="http://schemas.openxmlformats.org/drawingml/2006/main">
            <a:off x="5238750" y="747712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8AAB88FB-9B15-435B-B4C2-115BAEF083F9}"/>
              </a:ext>
            </a:extLst>
          </p:cNvPr>
          <p:cNvSpPr>
            <a:spLocks xmlns:a="http://schemas.openxmlformats.org/drawingml/2006/main" noGrp="1"/>
          </p:cNvSpPr>
          <p:nvPr/>
        </p:nvSpPr>
        <p:spPr>
          <a:xfrm xmlns:a="http://schemas.openxmlformats.org/drawingml/2006/main">
            <a:off x="5238750" y="6096000"/>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EBB56AE-0E7A-4C10-BE64-C84796C29A50}"/>
              </a:ext>
            </a:extLst>
          </p:cNvPr>
          <p:cNvSpPr>
            <a:spLocks xmlns:a="http://schemas.openxmlformats.org/drawingml/2006/main" noGrp="1"/>
          </p:cNvSpPr>
          <p:nvPr/>
        </p:nvSpPr>
        <p:spPr>
          <a:xfrm xmlns:a="http://schemas.openxmlformats.org/drawingml/2006/main">
            <a:off x="5238750" y="471487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33194D89-56CB-4505-9A49-A2AF32A76A8C}"/>
              </a:ext>
            </a:extLst>
          </p:cNvPr>
          <p:cNvPicPr>
            <a:picLocks xmlns:a="http://schemas.openxmlformats.org/drawingml/2006/main" noChangeAspect="1"/>
          </p:cNvPicPr>
          <p:nvPr/>
        </p:nvPicPr>
        <p:blipFill>
          <a:blip xmlns:r="http://schemas.openxmlformats.org/officeDocument/2006/relationships" xmlns:a="http://schemas.openxmlformats.org/drawingml/2006/main" r:embed="Ra30f202425594f5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A31D5F-89D4-43EF-A840-5B5E6745AAD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14AD6A-2C6D-42FB-9A9B-FEE48C8AA93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96F61043-FD0F-4AFF-94D8-AFDC1767940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CF90CAC-5B08-4150-B75B-159484CF4E6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ECC28EF-04B8-4A48-B121-44B63657A33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pic>
        <p:nvPicPr>
          <p:cNvPr id="7" name="">
            <a:extLst xmlns:a="http://schemas.openxmlformats.org/drawingml/2006/main">
              <a:ext uri="{FF2B5EF4-FFF2-40B4-BE49-F238E27FC236}">
                <a16:creationId xmlns:a16="http://schemas.microsoft.com/office/drawing/2014/main" id="{BE883822-BAF6-4B27-86AC-2FFD92E216CC}"/>
              </a:ext>
            </a:extLst>
          </p:cNvPr>
          <p:cNvPicPr>
            <a:picLocks xmlns:a="http://schemas.openxmlformats.org/drawingml/2006/main" noChangeAspect="1"/>
          </p:cNvPicPr>
          <p:nvPr/>
        </p:nvPicPr>
        <p:blipFill>
          <a:blip xmlns:r="http://schemas.openxmlformats.org/officeDocument/2006/relationships" xmlns:a="http://schemas.openxmlformats.org/drawingml/2006/main" r:embed="Ra8ac622a4fd64dcf"/>
          <a:stretch xmlns:a="http://schemas.openxmlformats.org/drawingml/2006/main"/>
        </p:blipFill>
        <p:spPr>
          <a:xfrm xmlns:a="http://schemas.openxmlformats.org/drawingml/2006/main">
            <a:off x="960437" y="4429125"/>
            <a:ext cx="3889375" cy="46672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82B3413-A181-4B6F-8347-CB5DB56E6198}"/>
              </a:ext>
            </a:extLst>
          </p:cNvPr>
          <p:cNvSpPr>
            <a:spLocks xmlns:a="http://schemas.openxmlformats.org/drawingml/2006/main" noGrp="1"/>
          </p:cNvSpPr>
          <p:nvPr/>
        </p:nvSpPr>
        <p:spPr>
          <a:xfrm xmlns:a="http://schemas.openxmlformats.org/drawingml/2006/main">
            <a:off x="1047750" y="9191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BBBBBB"/>
                </a:solidFill>
                <a:latin typeface="Pretendard"/>
                <a:ea typeface="Pretendard"/>
                <a:cs typeface="Pretendard"/>
              </a:defRPr>
            </a:defPPr>
            <a:lvl1pPr algn="ctr">
              <a:defRPr sz="1800" b="0">
                <a:solidFill>
                  <a:srgbClr val="BBBBBB"/>
                </a:solidFill>
                <a:latin typeface="Pretendard"/>
                <a:ea typeface="Pretendard"/>
                <a:cs typeface="Pretendard"/>
              </a:defRPr>
            </a:lvl1pPr>
            <a:lvl2pPr algn="ctr">
              <a:defRPr sz="1800" b="0">
                <a:solidFill>
                  <a:srgbClr val="BBBBBB"/>
                </a:solidFill>
                <a:latin typeface="Pretendard"/>
                <a:ea typeface="Pretendard"/>
                <a:cs typeface="Pretendard"/>
              </a:defRPr>
            </a:lvl2pPr>
            <a:lvl3pPr algn="ctr">
              <a:defRPr sz="1800" b="0">
                <a:solidFill>
                  <a:srgbClr val="BBBBBB"/>
                </a:solidFill>
                <a:latin typeface="Pretendard"/>
                <a:ea typeface="Pretendard"/>
                <a:cs typeface="Pretendard"/>
              </a:defRPr>
            </a:lvl3pPr>
            <a:lvl4pPr algn="ctr">
              <a:defRPr sz="1800" b="0">
                <a:solidFill>
                  <a:srgbClr val="BBBBBB"/>
                </a:solidFill>
                <a:latin typeface="Pretendard"/>
                <a:ea typeface="Pretendard"/>
                <a:cs typeface="Pretendard"/>
              </a:defRPr>
            </a:lvl4pPr>
            <a:lvl5pPr algn="ctr">
              <a:defRPr sz="1800" b="0">
                <a:solidFill>
                  <a:srgbClr val="BBBBBB"/>
                </a:solidFill>
                <a:latin typeface="Pretendard"/>
                <a:ea typeface="Pretendard"/>
                <a:cs typeface="Pretendard"/>
              </a:defRPr>
            </a:lvl5pPr>
            <a:lvl6pPr algn="ctr">
              <a:defRPr sz="1800" b="0">
                <a:solidFill>
                  <a:srgbClr val="BBBBBB"/>
                </a:solidFill>
                <a:latin typeface="Pretendard"/>
                <a:ea typeface="Pretendard"/>
                <a:cs typeface="Pretendard"/>
              </a:defRPr>
            </a:lvl6pPr>
            <a:lvl7pPr algn="ctr">
              <a:defRPr sz="1800" b="0">
                <a:solidFill>
                  <a:srgbClr val="BBBBBB"/>
                </a:solidFill>
                <a:latin typeface="Pretendard"/>
                <a:ea typeface="Pretendard"/>
                <a:cs typeface="Pretendard"/>
              </a:defRPr>
            </a:lvl7pPr>
            <a:lvl8pPr algn="ctr">
              <a:defRPr sz="1800" b="0">
                <a:solidFill>
                  <a:srgbClr val="BBBBBB"/>
                </a:solidFill>
                <a:latin typeface="Pretendard"/>
                <a:ea typeface="Pretendard"/>
                <a:cs typeface="Pretendard"/>
              </a:defRPr>
            </a:lvl8pPr>
            <a:lvl9pPr algn="ctr">
              <a:defRPr sz="1800" b="0">
                <a:solidFill>
                  <a:srgbClr val="BBBBBB"/>
                </a:solidFill>
                <a:latin typeface="Pretendard"/>
                <a:ea typeface="Pretendard"/>
                <a:cs typeface="Pretendard"/>
              </a:defRPr>
            </a:lvl9pPr>
          </a:lstStyle>
          <a:p xmlns:a="http://schemas.openxmlformats.org/drawingml/2006/main">
            <a:pPr algn="ctr">
              <a:defRPr sz="1800" b="0">
                <a:solidFill>
                  <a:srgbClr val="BBBBBB"/>
                </a:solidFill>
                <a:latin typeface="Pretendard"/>
                <a:ea typeface="Pretendard"/>
                <a:cs typeface="Pretendard"/>
              </a:defRPr>
            </a:pPr>
            <a:r>
              <a:rPr sz="1800" b="0">
                <a:solidFill>
                  <a:srgbClr val="BBBBBB"/>
                </a:solidFill>
                <a:latin typeface="Pretendard"/>
                <a:ea typeface="Pretendard"/>
                <a:cs typeface="Pretendard"/>
              </a:rPr>
              <a:t>헤스 · G. H. Hess</a:t>
            </a:r>
          </a:p>
        </p:txBody>
      </p:sp>
      <p:sp>
        <p:nvSpPr>
          <p:cNvPr id="10" name="text">
            <a:extLst xmlns:a="http://schemas.openxmlformats.org/drawingml/2006/main">
              <a:ext uri="{FF2B5EF4-FFF2-40B4-BE49-F238E27FC236}">
                <a16:creationId xmlns:a16="http://schemas.microsoft.com/office/drawing/2014/main" id="{F94281EE-E95B-4572-BAC8-072BB39ABC9B}"/>
              </a:ext>
            </a:extLst>
          </p:cNvPr>
          <p:cNvSpPr>
            <a:spLocks xmlns:a="http://schemas.openxmlformats.org/drawingml/2006/main" noGrp="1"/>
          </p:cNvSpPr>
          <p:nvPr/>
        </p:nvSpPr>
        <p:spPr>
          <a:xfrm xmlns:a="http://schemas.openxmlformats.org/drawingml/2006/main">
            <a:off x="5524500" y="49053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2" name="text">
            <a:extLst xmlns:a="http://schemas.openxmlformats.org/drawingml/2006/main">
              <a:ext uri="{FF2B5EF4-FFF2-40B4-BE49-F238E27FC236}">
                <a16:creationId xmlns:a16="http://schemas.microsoft.com/office/drawing/2014/main" id="{0550EF48-C2A9-414C-98D2-7B401098CF08}"/>
              </a:ext>
            </a:extLst>
          </p:cNvPr>
          <p:cNvSpPr>
            <a:spLocks xmlns:a="http://schemas.openxmlformats.org/drawingml/2006/main" noGrp="1"/>
          </p:cNvSpPr>
          <p:nvPr/>
        </p:nvSpPr>
        <p:spPr>
          <a:xfrm xmlns:a="http://schemas.openxmlformats.org/drawingml/2006/main">
            <a:off x="5524500" y="62865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 총 열량 불변의 법칙이라고 부르기도 한다.</a:t>
            </a:r>
          </a:p>
        </p:txBody>
      </p:sp>
      <p:sp>
        <p:nvSpPr>
          <p:cNvPr id="14" name="text">
            <a:extLst xmlns:a="http://schemas.openxmlformats.org/drawingml/2006/main">
              <a:ext uri="{FF2B5EF4-FFF2-40B4-BE49-F238E27FC236}">
                <a16:creationId xmlns:a16="http://schemas.microsoft.com/office/drawing/2014/main" id="{2F9605FE-AC22-4516-A984-EA661F3C3E37}"/>
              </a:ext>
            </a:extLst>
          </p:cNvPr>
          <p:cNvSpPr>
            <a:spLocks xmlns:a="http://schemas.openxmlformats.org/drawingml/2006/main" noGrp="1"/>
          </p:cNvSpPr>
          <p:nvPr/>
        </p:nvSpPr>
        <p:spPr>
          <a:xfrm xmlns:a="http://schemas.openxmlformats.org/drawingml/2006/main">
            <a:off x="5524500" y="766762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56189487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EBB80449-E93B-45D5-A4E7-1F2642265B85}"/>
              </a:ext>
            </a:extLst>
          </p:cNvPr>
          <p:cNvPicPr>
            <a:picLocks xmlns:a="http://schemas.openxmlformats.org/drawingml/2006/main" noChangeAspect="1"/>
          </p:cNvPicPr>
          <p:nvPr/>
        </p:nvPicPr>
        <p:blipFill>
          <a:blip xmlns:r="http://schemas.openxmlformats.org/officeDocument/2006/relationships" xmlns:a="http://schemas.openxmlformats.org/drawingml/2006/main" r:embed="R0b70cd7e67ee429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FA23A9-458D-42F8-846F-D65A8808478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924A62-4ED3-4300-81EB-28871688076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A054C4A4-F3E1-4844-80CD-AC681CA617A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4082F55-31DC-4A9B-88AB-F2BE437D98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C1704F1-EB78-4402-9A5E-EAB4CC6BC48C}"/>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6E933DCB-5E42-4DC0-952A-32E60015CDD4}"/>
              </a:ext>
            </a:extLst>
          </p:cNvPr>
          <p:cNvPicPr>
            <a:picLocks xmlns:a="http://schemas.openxmlformats.org/drawingml/2006/main" noChangeAspect="1"/>
          </p:cNvPicPr>
          <p:nvPr/>
        </p:nvPicPr>
        <p:blipFill>
          <a:blip xmlns:r="http://schemas.openxmlformats.org/officeDocument/2006/relationships" xmlns:a="http://schemas.openxmlformats.org/drawingml/2006/main" r:embed="R32086334887a44c6"/>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74620AC-6550-45C7-9D7C-42F2FA5E0F20}"/>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F983FCCC-C765-4BBE-B8B8-1B808DA67E53}"/>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EF6B599C-E214-4967-ABF0-C4C9308550A1}"/>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B48F8C3B-14F6-4AAB-BA10-5D401A07E264}"/>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4B9D7AD5-A153-44B4-9000-BEA2DB9BE40E}"/>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8940C87F-CC28-49AF-99B9-7E713DD922DA}"/>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1172A1A9-2037-4D5A-B79E-BD4FC7F2F049}"/>
              </a:ext>
            </a:extLst>
          </p:cNvPr>
          <p:cNvPicPr>
            <a:picLocks xmlns:a="http://schemas.openxmlformats.org/drawingml/2006/main" noChangeAspect="1"/>
          </p:cNvPicPr>
          <p:nvPr/>
        </p:nvPicPr>
        <p:blipFill>
          <a:blip xmlns:r="http://schemas.openxmlformats.org/officeDocument/2006/relationships" xmlns:a="http://schemas.openxmlformats.org/drawingml/2006/main" r:embed="R6f69645c8be247f7"/>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00C295C-9143-4CB2-875F-F2E91023E9BA}"/>
              </a:ext>
            </a:extLst>
          </p:cNvPr>
          <p:cNvPicPr>
            <a:picLocks xmlns:a="http://schemas.openxmlformats.org/drawingml/2006/main" noChangeAspect="1"/>
          </p:cNvPicPr>
          <p:nvPr/>
        </p:nvPicPr>
        <p:blipFill>
          <a:blip xmlns:r="http://schemas.openxmlformats.org/officeDocument/2006/relationships" xmlns:a="http://schemas.openxmlformats.org/drawingml/2006/main" r:embed="R799bfd790c734829"/>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328E8ADA-86AB-40DF-9C83-0555CDAC4261}"/>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C2BC6947-88A9-43F8-A2B1-69542C6707AE}"/>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1E0AD911-7222-4CA4-9677-759A198A40F0}"/>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7E73EC7E-608A-400F-9E04-F0473630719A}"/>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0638E766-40BA-4D9F-BB8B-0A2DC84E015B}"/>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B8650AE-951D-4378-B814-9BD640605CB0}"/>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AB8DCF91-5399-4A06-8A7C-E403344924FE}"/>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15DF5A93-0A65-486D-BCD9-5BA38631329A}"/>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54185272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CE6494C-D91E-4D0A-8064-7CD5EEBCE6D6}"/>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56BF3FC1-9FB1-4647-A652-431F53C3319D}"/>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241B712-D6AD-4BDA-8571-48E0823FBDFE}"/>
              </a:ext>
            </a:extLst>
          </p:cNvPr>
          <p:cNvPicPr>
            <a:picLocks xmlns:a="http://schemas.openxmlformats.org/drawingml/2006/main" noChangeAspect="1"/>
          </p:cNvPicPr>
          <p:nvPr/>
        </p:nvPicPr>
        <p:blipFill>
          <a:blip xmlns:r="http://schemas.openxmlformats.org/officeDocument/2006/relationships" xmlns:a="http://schemas.openxmlformats.org/drawingml/2006/main" r:embed="Ra5e7c4552a254f1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BC5DA3-A0C2-4D05-B471-37B91B148B2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0887F3-3EEB-4682-894B-1EE4D545BAD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0BF045AF-A9A3-4605-8331-47B229BC15D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C9F0B0A-26A1-4DAD-A1E6-5D92F44B3F9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6A9D4BFC-F7B6-4E4D-B2F0-DFF38F2FC24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D1431371-1C71-42F6-9FEB-829AB8F3F562}"/>
              </a:ext>
            </a:extLst>
          </p:cNvPr>
          <p:cNvPicPr>
            <a:picLocks xmlns:a="http://schemas.openxmlformats.org/drawingml/2006/main" noChangeAspect="1"/>
          </p:cNvPicPr>
          <p:nvPr/>
        </p:nvPicPr>
        <p:blipFill>
          <a:blip xmlns:r="http://schemas.openxmlformats.org/officeDocument/2006/relationships" xmlns:a="http://schemas.openxmlformats.org/drawingml/2006/main" r:embed="Rf70226155eda4cb0"/>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6AB360F-AB37-4621-868E-CE851791568C}"/>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10C2250C-61DC-4450-AF8E-36376B943CD8}"/>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B9C8BA17-6228-4CA1-8C6C-2DC8C5CE429D}"/>
              </a:ext>
            </a:extLst>
          </p:cNvPr>
          <p:cNvPicPr>
            <a:picLocks xmlns:a="http://schemas.openxmlformats.org/drawingml/2006/main" noChangeAspect="1"/>
          </p:cNvPicPr>
          <p:nvPr/>
        </p:nvPicPr>
        <p:blipFill>
          <a:blip xmlns:r="http://schemas.openxmlformats.org/officeDocument/2006/relationships" xmlns:a="http://schemas.openxmlformats.org/drawingml/2006/main" r:embed="Rbc6a46c241104ee2"/>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A8F6DEB3-3380-44C3-8A51-D94D8B1BC988}"/>
              </a:ext>
            </a:extLst>
          </p:cNvPr>
          <p:cNvPicPr>
            <a:picLocks xmlns:a="http://schemas.openxmlformats.org/drawingml/2006/main" noChangeAspect="1"/>
          </p:cNvPicPr>
          <p:nvPr/>
        </p:nvPicPr>
        <p:blipFill>
          <a:blip xmlns:r="http://schemas.openxmlformats.org/officeDocument/2006/relationships" xmlns:a="http://schemas.openxmlformats.org/drawingml/2006/main" r:embed="R8cf8550a4fb740a2"/>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2ADE102-9769-4660-9E7B-454034BEB48A}"/>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50D134-8D1D-4CE8-8D9C-A2CA0D154102}"/>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88497A72-0BBB-4CD8-9220-26E4CE18D99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604408845"/>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E35C7F5E-46B8-4B5E-B998-722618409A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EF9EE91D-BF18-452A-AEB1-14396CF7B199}"/>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E04FFD92-2D70-4EB5-9712-FDF6B91C3F96}"/>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46C9F56B-EB74-42B3-B4DC-4D3F4446180F}"/>
              </a:ext>
            </a:extLst>
          </p:cNvPr>
          <p:cNvPicPr>
            <a:picLocks xmlns:a="http://schemas.openxmlformats.org/drawingml/2006/main" noChangeAspect="1"/>
          </p:cNvPicPr>
          <p:nvPr/>
        </p:nvPicPr>
        <p:blipFill>
          <a:blip xmlns:r="http://schemas.openxmlformats.org/officeDocument/2006/relationships" xmlns:a="http://schemas.openxmlformats.org/drawingml/2006/main" r:embed="R05c0a94dd20e48e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CDFF07A-6007-4A0C-963C-A441C547E2A3}"/>
              </a:ext>
            </a:extLst>
          </p:cNvPr>
          <p:cNvPicPr>
            <a:picLocks xmlns:a="http://schemas.openxmlformats.org/drawingml/2006/main" noChangeAspect="1"/>
          </p:cNvPicPr>
          <p:nvPr/>
        </p:nvPicPr>
        <p:blipFill>
          <a:blip xmlns:r="http://schemas.openxmlformats.org/officeDocument/2006/relationships" xmlns:a="http://schemas.openxmlformats.org/drawingml/2006/main" r:embed="R3b9ba973580f44d3"/>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1213F638-C13C-4256-AC8C-B7DB92C761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762785398"/>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C29464AA-4E04-4AC4-96A3-17C8E836DB11}"/>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295CFE4-A1E4-472D-B483-980272A0C434}"/>
              </a:ext>
            </a:extLst>
          </p:cNvPr>
          <p:cNvPicPr>
            <a:picLocks xmlns:a="http://schemas.openxmlformats.org/drawingml/2006/main" noChangeAspect="1"/>
          </p:cNvPicPr>
          <p:nvPr/>
        </p:nvPicPr>
        <p:blipFill>
          <a:blip xmlns:r="http://schemas.openxmlformats.org/officeDocument/2006/relationships" xmlns:a="http://schemas.openxmlformats.org/drawingml/2006/main" r:embed="R568cd2f18d39424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9D130D-4A2C-4082-A304-6291C5E0355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98A548-A3B8-4ABB-86E0-FCFC55FE83E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DD48DE42-C544-42BE-BD7C-A6B8D10874B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B3A2272-759D-44A8-8931-ED4D8B94A89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0D8538A-C795-41A9-AB59-80753AA2E58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6E6CF4D8-0387-4A74-990B-9D9BE3171451}"/>
              </a:ext>
            </a:extLst>
          </p:cNvPr>
          <p:cNvPicPr>
            <a:picLocks xmlns:a="http://schemas.openxmlformats.org/drawingml/2006/main" noChangeAspect="1"/>
          </p:cNvPicPr>
          <p:nvPr/>
        </p:nvPicPr>
        <p:blipFill>
          <a:blip xmlns:r="http://schemas.openxmlformats.org/officeDocument/2006/relationships" xmlns:a="http://schemas.openxmlformats.org/drawingml/2006/main" r:embed="R18b0070e7f1143bb"/>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0988A94-2A47-418D-8854-8F10ACC663D3}"/>
              </a:ext>
            </a:extLst>
          </p:cNvPr>
          <p:cNvPicPr>
            <a:picLocks xmlns:a="http://schemas.openxmlformats.org/drawingml/2006/main" noChangeAspect="1"/>
          </p:cNvPicPr>
          <p:nvPr/>
        </p:nvPicPr>
        <p:blipFill>
          <a:blip xmlns:r="http://schemas.openxmlformats.org/officeDocument/2006/relationships" xmlns:a="http://schemas.openxmlformats.org/drawingml/2006/main" r:embed="R26d1c7a276b042f2"/>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9EB4995-BD57-4DB7-BB20-FC0A635AE7E4}"/>
              </a:ext>
            </a:extLst>
          </p:cNvPr>
          <p:cNvPicPr>
            <a:picLocks xmlns:a="http://schemas.openxmlformats.org/drawingml/2006/main" noChangeAspect="1"/>
          </p:cNvPicPr>
          <p:nvPr/>
        </p:nvPicPr>
        <p:blipFill>
          <a:blip xmlns:r="http://schemas.openxmlformats.org/officeDocument/2006/relationships" xmlns:a="http://schemas.openxmlformats.org/drawingml/2006/main" r:embed="R2971bd692718488c"/>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3B0B95C-AC55-43D7-9963-3CD947129DA5}"/>
              </a:ext>
            </a:extLst>
          </p:cNvPr>
          <p:cNvPicPr>
            <a:picLocks xmlns:a="http://schemas.openxmlformats.org/drawingml/2006/main" noChangeAspect="1"/>
          </p:cNvPicPr>
          <p:nvPr/>
        </p:nvPicPr>
        <p:blipFill>
          <a:blip xmlns:r="http://schemas.openxmlformats.org/officeDocument/2006/relationships" xmlns:a="http://schemas.openxmlformats.org/drawingml/2006/main" r:embed="R5ddc8c332cf94c2e"/>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45640321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260DA02-3709-4BD1-BC3D-92D0D3C043B4}"/>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B8FAB7D4-0103-4380-A8AD-079FCE7B0040}"/>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612B447-0D93-4DFB-89DC-DB89DAD47C77}"/>
              </a:ext>
            </a:extLst>
          </p:cNvPr>
          <p:cNvPicPr>
            <a:picLocks xmlns:a="http://schemas.openxmlformats.org/drawingml/2006/main" noChangeAspect="1"/>
          </p:cNvPicPr>
          <p:nvPr/>
        </p:nvPicPr>
        <p:blipFill>
          <a:blip xmlns:r="http://schemas.openxmlformats.org/officeDocument/2006/relationships" xmlns:a="http://schemas.openxmlformats.org/drawingml/2006/main" r:embed="R2ee83a91ea7b402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A5F08D-52B7-419F-AC6F-D8DF9342F00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006D30-4038-4B50-856D-FE6A9B5621E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69EB79D3-6E86-4641-9CEF-0AB00130F9F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79C2D31-EB9D-4CE6-A375-08026F953A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542DF0E-CEE2-4591-92E8-9D19BE67CEA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2EC0B5C1-6055-4C2A-8E38-5A607EC9523F}"/>
              </a:ext>
            </a:extLst>
          </p:cNvPr>
          <p:cNvPicPr>
            <a:picLocks xmlns:a="http://schemas.openxmlformats.org/drawingml/2006/main" noChangeAspect="1"/>
          </p:cNvPicPr>
          <p:nvPr/>
        </p:nvPicPr>
        <p:blipFill>
          <a:blip xmlns:r="http://schemas.openxmlformats.org/officeDocument/2006/relationships" xmlns:a="http://schemas.openxmlformats.org/drawingml/2006/main" r:embed="R3e8458f42a2a4c73"/>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4DE09F1-7571-438A-ACB2-C4F69CA4915C}"/>
              </a:ext>
            </a:extLst>
          </p:cNvPr>
          <p:cNvPicPr>
            <a:picLocks xmlns:a="http://schemas.openxmlformats.org/drawingml/2006/main" noChangeAspect="1"/>
          </p:cNvPicPr>
          <p:nvPr/>
        </p:nvPicPr>
        <p:blipFill>
          <a:blip xmlns:r="http://schemas.openxmlformats.org/officeDocument/2006/relationships" xmlns:a="http://schemas.openxmlformats.org/drawingml/2006/main" r:embed="R42044775979e43ba"/>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643063C-5FBB-44EB-AE54-01DEE92BCE07}"/>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543D935B-2D82-45FD-945D-09D45508D830}"/>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8FB9E603-32A4-4E08-AFD6-3675D42D570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307756006"/>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D40DB4A7-083E-49B0-93FC-E7EA25E5F05F}"/>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5B518A86-E94F-4D65-85A4-2DFBF75405B1}"/>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C1DFC1F8-82CE-4E4A-A2C7-6556DA10A8B4}"/>
              </a:ext>
            </a:extLst>
          </p:cNvPr>
          <p:cNvPicPr>
            <a:picLocks xmlns:a="http://schemas.openxmlformats.org/drawingml/2006/main" noChangeAspect="1"/>
          </p:cNvPicPr>
          <p:nvPr/>
        </p:nvPicPr>
        <p:blipFill>
          <a:blip xmlns:r="http://schemas.openxmlformats.org/officeDocument/2006/relationships" xmlns:a="http://schemas.openxmlformats.org/drawingml/2006/main" r:embed="R013e39ff207f4af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180BC1-9AA0-44F8-8147-D3A448255B9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9763D4-C0D3-4262-AD4A-55DF65DE7EA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BE74529D-3C03-4024-AAB1-81F8334C598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51CEE09-976D-41A4-93D1-1ACB644880E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D98D9F2-896F-4894-B429-73C68EDE42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222FBF81-8AB8-4DCB-9B63-65D08C29C2E4}"/>
              </a:ext>
            </a:extLst>
          </p:cNvPr>
          <p:cNvPicPr>
            <a:picLocks xmlns:a="http://schemas.openxmlformats.org/drawingml/2006/main" noChangeAspect="1"/>
          </p:cNvPicPr>
          <p:nvPr/>
        </p:nvPicPr>
        <p:blipFill>
          <a:blip xmlns:r="http://schemas.openxmlformats.org/officeDocument/2006/relationships" xmlns:a="http://schemas.openxmlformats.org/drawingml/2006/main" r:embed="R4c9d859aae95417c"/>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45E5C31-F9B0-4766-972C-800CFDC499E6}"/>
              </a:ext>
            </a:extLst>
          </p:cNvPr>
          <p:cNvPicPr>
            <a:picLocks xmlns:a="http://schemas.openxmlformats.org/drawingml/2006/main" noChangeAspect="1"/>
          </p:cNvPicPr>
          <p:nvPr/>
        </p:nvPicPr>
        <p:blipFill>
          <a:blip xmlns:r="http://schemas.openxmlformats.org/officeDocument/2006/relationships" xmlns:a="http://schemas.openxmlformats.org/drawingml/2006/main" r:embed="R449411d7d293461d"/>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CD956ECE-6740-4BA0-9FE9-FF72DA339013}"/>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DEC9F2F9-9D9E-4A79-984F-AA5E25B13771}"/>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4FAD764F-C097-4684-BCA3-6E608784840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887927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5FCE0E33-3DE6-469A-91BB-D968C86CF711}"/>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462DAE7B-45F4-4270-9096-747CC05E5E65}"/>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25A8E600-685E-4C2E-A434-8FBFB723D1A5}"/>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92291A6F-9073-43DA-8559-71B663CEC445}"/>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CB3439F1-222A-43FB-9A99-BA4628670C39}"/>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59A65948-69A8-4560-BD7C-167BC82C4B5C}"/>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DAAE44E8-0706-4B0B-814B-F152E5496131}"/>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1021C323-4E5B-4433-A263-F2C02D7E03AC}"/>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AE7E7D35-40C7-4CDE-BF18-7082D2D7C9FB}"/>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FAFEF92F-9195-4283-BBEB-8D66A7307A80}"/>
              </a:ext>
            </a:extLst>
          </p:cNvPr>
          <p:cNvPicPr>
            <a:picLocks xmlns:a="http://schemas.openxmlformats.org/drawingml/2006/main" noChangeAspect="1"/>
          </p:cNvPicPr>
          <p:nvPr/>
        </p:nvPicPr>
        <p:blipFill>
          <a:blip xmlns:r="http://schemas.openxmlformats.org/officeDocument/2006/relationships" xmlns:a="http://schemas.openxmlformats.org/drawingml/2006/main" r:embed="Ra3129074baa9430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592AF1-621F-4839-B7EB-BC7457AE5C7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4B85C9-0DE6-40A3-8B66-937560BDF90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26F5E78F-5A6B-4887-AF92-0E873579FD8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07D4679-0039-4FE7-8F76-0406F893C01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7CBC0D4-C03A-4D57-9E81-61002528F17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9614EB48-CCD7-47CD-9C3D-45244DFDAA86}"/>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025C6C09-FA8D-4875-A206-274AF55A9286}"/>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6BE174F0-B4A8-4FC7-AAB1-DCD9A6F0507D}"/>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DAFD69AA-01A9-4D70-B32D-B97CDBE92330}"/>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BCB13345-F47B-4249-9B1F-6BE137F38105}"/>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A361FA03-D122-4F68-A8CB-E18F0D234EFA}"/>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006CC52C-A9E7-446E-84E0-4145556B7B60}"/>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BE64A0F7-B000-4C47-B9BA-2BEEE258D295}"/>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6F6381C1-E969-435E-8B2C-EEA559989D1F}"/>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34AEFFDF-4810-4FB9-8C57-053FC55B3753}"/>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AE881E6B-ABE3-45EF-92B8-169E7EEE68DF}"/>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275BBC72-AFE0-4D51-948D-C9D4F8EF693C}"/>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940747900"/>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01F26C8-6447-4E1D-B339-76190253BDE8}"/>
              </a:ext>
            </a:extLst>
          </p:cNvPr>
          <p:cNvPicPr>
            <a:picLocks xmlns:a="http://schemas.openxmlformats.org/drawingml/2006/main" noChangeAspect="1"/>
          </p:cNvPicPr>
          <p:nvPr/>
        </p:nvPicPr>
        <p:blipFill>
          <a:blip xmlns:r="http://schemas.openxmlformats.org/officeDocument/2006/relationships" xmlns:a="http://schemas.openxmlformats.org/drawingml/2006/main" r:embed="Re7b0debc191c4fb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8D2FDF6-FC53-46E3-A825-92A1AC397C3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390D0D3-CD50-4704-88DA-7667BC7E8C1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2E09F51-8AFC-4822-BC18-9C9154C10656}"/>
              </a:ext>
            </a:extLst>
          </p:cNvPr>
          <p:cNvPicPr>
            <a:picLocks xmlns:a="http://schemas.openxmlformats.org/drawingml/2006/main" noChangeAspect="1"/>
          </p:cNvPicPr>
          <p:nvPr/>
        </p:nvPicPr>
        <p:blipFill>
          <a:blip xmlns:r="http://schemas.openxmlformats.org/officeDocument/2006/relationships" xmlns:a="http://schemas.openxmlformats.org/drawingml/2006/main" r:embed="Ree3d8a370176417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9134908-A850-4187-ACE1-8FDF277F5C9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9270291-2DE9-4284-B03E-24CF16B0C55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1929ED3F-E335-4419-A0F3-2F9DE22DC56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91D9EBCA-B4F8-4C35-9122-3079CD2E498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936709887"/>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50252533-2EBC-4E97-B447-E4373DD2596D}"/>
              </a:ext>
            </a:extLst>
          </p:cNvPr>
          <p:cNvPicPr>
            <a:picLocks xmlns:a="http://schemas.openxmlformats.org/drawingml/2006/main" noChangeAspect="1"/>
          </p:cNvPicPr>
          <p:nvPr/>
        </p:nvPicPr>
        <p:blipFill>
          <a:blip xmlns:r="http://schemas.openxmlformats.org/officeDocument/2006/relationships" xmlns:a="http://schemas.openxmlformats.org/drawingml/2006/main" r:embed="R362c348c07444d3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5F51B1FD-7A43-4085-B533-51601A704A29}"/>
              </a:ext>
            </a:extLst>
          </p:cNvPr>
          <p:cNvPicPr>
            <a:picLocks xmlns:a="http://schemas.openxmlformats.org/drawingml/2006/main" noChangeAspect="1"/>
          </p:cNvPicPr>
          <p:nvPr/>
        </p:nvPicPr>
        <p:blipFill>
          <a:blip xmlns:r="http://schemas.openxmlformats.org/officeDocument/2006/relationships" xmlns:a="http://schemas.openxmlformats.org/drawingml/2006/main" r:embed="Rad3ea262498f457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C7E2B2-4C11-4559-9D96-2EE06264256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36F3EA-E74D-4057-8078-CC57B73A325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11FF0835-3316-442B-85AB-CA7407E2E68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5D20C4-CB8C-4052-9671-7E447BF44CB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633D74B5-A8F8-4D90-A90F-3EA8E29AEC3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75534374-98C1-4E65-B6DA-40966C14D31B}"/>
              </a:ext>
            </a:extLst>
          </p:cNvPr>
          <p:cNvPicPr>
            <a:picLocks xmlns:a="http://schemas.openxmlformats.org/drawingml/2006/main" noChangeAspect="1"/>
          </p:cNvPicPr>
          <p:nvPr/>
        </p:nvPicPr>
        <p:blipFill>
          <a:blip xmlns:r="http://schemas.openxmlformats.org/officeDocument/2006/relationships" xmlns:a="http://schemas.openxmlformats.org/drawingml/2006/main" r:embed="R8cbeebd3c75545d3"/>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42C29D62-252A-421B-A3AA-A355C042450E}"/>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E11E0BD-1E29-4337-8293-BAC0ADDDEA37}"/>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205F3E04-B3BE-459A-AA2E-D9FA488C22F8}"/>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64B4DEBB-4215-4821-A0C3-3B21087D903C}"/>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19C1E761-2EE6-491C-8D37-167DE009A8B4}"/>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28BFEDCC-9C99-4DF8-92C6-DCB4FE6984E2}"/>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61D6F5EC-F5CC-4E21-A821-4DB702DD0000}"/>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8F12044-58B5-425E-908A-EB9E8C7033B7}"/>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585FA240-D509-4DFA-9C5E-08EA071647D6}"/>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CA7EE1A9-0D69-4EF3-8F92-56328D83C05B}"/>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8E7343A1-6274-4C00-B89F-866299AF175F}"/>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3C61E22B-5FFC-48DE-BF7B-EE9B229BB0CC}"/>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26902896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7E0CE3E9-E959-40B7-A96A-A865C9A0E138}"/>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685CFD9-27E3-4771-9320-A4C038376F72}"/>
              </a:ext>
            </a:extLst>
          </p:cNvPr>
          <p:cNvPicPr>
            <a:picLocks xmlns:a="http://schemas.openxmlformats.org/drawingml/2006/main" noChangeAspect="1"/>
          </p:cNvPicPr>
          <p:nvPr/>
        </p:nvPicPr>
        <p:blipFill>
          <a:blip xmlns:r="http://schemas.openxmlformats.org/officeDocument/2006/relationships" xmlns:a="http://schemas.openxmlformats.org/drawingml/2006/main" r:embed="Rf12a55b2124a45f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278864B-90E2-4436-A3FF-C0A6595C190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B9EC94-FB64-4B23-B40E-37703A621C3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BBCBB5B9-36C9-4A56-90E7-3D9E8AC2602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E51237F-F9F6-430E-9342-46ADE2F900F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B7D77D4-F847-4489-A7C1-0764820BC56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92D56EE8-893F-4134-BFA4-FFBB74C92575}"/>
              </a:ext>
            </a:extLst>
          </p:cNvPr>
          <p:cNvPicPr>
            <a:picLocks xmlns:a="http://schemas.openxmlformats.org/drawingml/2006/main" noChangeAspect="1"/>
          </p:cNvPicPr>
          <p:nvPr/>
        </p:nvPicPr>
        <p:blipFill>
          <a:blip xmlns:r="http://schemas.openxmlformats.org/officeDocument/2006/relationships" xmlns:a="http://schemas.openxmlformats.org/drawingml/2006/main" r:embed="R0cba7eba49f5414d"/>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B0001BF-BBEC-49E5-8603-35FB8F7E6875}"/>
              </a:ext>
            </a:extLst>
          </p:cNvPr>
          <p:cNvPicPr>
            <a:picLocks xmlns:a="http://schemas.openxmlformats.org/drawingml/2006/main" noChangeAspect="1"/>
          </p:cNvPicPr>
          <p:nvPr/>
        </p:nvPicPr>
        <p:blipFill>
          <a:blip xmlns:r="http://schemas.openxmlformats.org/officeDocument/2006/relationships" xmlns:a="http://schemas.openxmlformats.org/drawingml/2006/main" r:embed="Ra25fd23adaf7401a"/>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0B160F6-7FC5-486B-B8E2-D479B3DF4574}"/>
              </a:ext>
            </a:extLst>
          </p:cNvPr>
          <p:cNvPicPr>
            <a:picLocks xmlns:a="http://schemas.openxmlformats.org/drawingml/2006/main" noChangeAspect="1"/>
          </p:cNvPicPr>
          <p:nvPr/>
        </p:nvPicPr>
        <p:blipFill>
          <a:blip xmlns:r="http://schemas.openxmlformats.org/officeDocument/2006/relationships" xmlns:a="http://schemas.openxmlformats.org/drawingml/2006/main" r:embed="R6da11645ae2a4a4b"/>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744E308-DD23-4DF8-A84E-253213D20EAD}"/>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9C953376-357C-41B8-94E2-12C2E5EAB84C}"/>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415220371"/>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A568E6E-2977-4E70-BA25-3543579DB10C}"/>
              </a:ext>
            </a:extLst>
          </p:cNvPr>
          <p:cNvPicPr>
            <a:picLocks xmlns:a="http://schemas.openxmlformats.org/drawingml/2006/main" noChangeAspect="1"/>
          </p:cNvPicPr>
          <p:nvPr/>
        </p:nvPicPr>
        <p:blipFill>
          <a:blip xmlns:r="http://schemas.openxmlformats.org/officeDocument/2006/relationships" xmlns:a="http://schemas.openxmlformats.org/drawingml/2006/main" r:embed="R90219f60938945e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6CF5B0-4A3E-42DE-98DF-1E419677552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32235C-7610-4870-9531-569B4D7E79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790219A3-A676-4819-96A6-CBDC3F7986B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3B340E8-9E13-4112-B65C-666CA5F0C7C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FFA0294-40CE-40EE-8D9F-B889D66201F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033067AD-9DE0-4614-824C-FCF6460AB34B}"/>
              </a:ext>
            </a:extLst>
          </p:cNvPr>
          <p:cNvPicPr>
            <a:picLocks xmlns:a="http://schemas.openxmlformats.org/drawingml/2006/main" noChangeAspect="1"/>
          </p:cNvPicPr>
          <p:nvPr/>
        </p:nvPicPr>
        <p:blipFill>
          <a:blip xmlns:r="http://schemas.openxmlformats.org/officeDocument/2006/relationships" xmlns:a="http://schemas.openxmlformats.org/drawingml/2006/main" r:embed="R72714ea0d7014469"/>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BA210EF-B522-4456-847A-E86D005785CE}"/>
              </a:ext>
            </a:extLst>
          </p:cNvPr>
          <p:cNvPicPr>
            <a:picLocks xmlns:a="http://schemas.openxmlformats.org/drawingml/2006/main" noChangeAspect="1"/>
          </p:cNvPicPr>
          <p:nvPr/>
        </p:nvPicPr>
        <p:blipFill>
          <a:blip xmlns:r="http://schemas.openxmlformats.org/officeDocument/2006/relationships" xmlns:a="http://schemas.openxmlformats.org/drawingml/2006/main" r:embed="R7f70875166a14447"/>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0EF4190-C908-4AE4-8AD2-9869B457D55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1976039561"/>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F094A4D6-BA96-41E7-9926-1C463B4AA65B}"/>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F03CD4C-E476-4939-820A-D828A8EDD194}"/>
              </a:ext>
            </a:extLst>
          </p:cNvPr>
          <p:cNvPicPr>
            <a:picLocks xmlns:a="http://schemas.openxmlformats.org/drawingml/2006/main" noChangeAspect="1"/>
          </p:cNvPicPr>
          <p:nvPr/>
        </p:nvPicPr>
        <p:blipFill>
          <a:blip xmlns:r="http://schemas.openxmlformats.org/officeDocument/2006/relationships" xmlns:a="http://schemas.openxmlformats.org/drawingml/2006/main" r:embed="Rb6b71e91f7234ff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C4C97B-C735-4261-A45D-BF8432CD16E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0483BA-3477-4E94-B629-DC241EA59D3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4E7DB69-5887-4231-ABE7-BF1B7473A65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5436783-3CBE-43DD-A61F-E749CADDA3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472A755-33B0-4827-B1DB-B5DE3F440DA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F5A71D9D-2C40-40A0-910F-973FCBDC9796}"/>
              </a:ext>
            </a:extLst>
          </p:cNvPr>
          <p:cNvPicPr>
            <a:picLocks xmlns:a="http://schemas.openxmlformats.org/drawingml/2006/main" noChangeAspect="1"/>
          </p:cNvPicPr>
          <p:nvPr/>
        </p:nvPicPr>
        <p:blipFill>
          <a:blip xmlns:r="http://schemas.openxmlformats.org/officeDocument/2006/relationships" xmlns:a="http://schemas.openxmlformats.org/drawingml/2006/main" r:embed="R914f370907704e19"/>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FBEFDC2-3AED-41FF-AB38-02BA67BB4212}"/>
              </a:ext>
            </a:extLst>
          </p:cNvPr>
          <p:cNvPicPr>
            <a:picLocks xmlns:a="http://schemas.openxmlformats.org/drawingml/2006/main" noChangeAspect="1"/>
          </p:cNvPicPr>
          <p:nvPr/>
        </p:nvPicPr>
        <p:blipFill>
          <a:blip xmlns:r="http://schemas.openxmlformats.org/officeDocument/2006/relationships" xmlns:a="http://schemas.openxmlformats.org/drawingml/2006/main" r:embed="Rc7bda0e5db424904"/>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53C6C1D-7ED0-4609-9D04-E536A8DCDACE}"/>
              </a:ext>
            </a:extLst>
          </p:cNvPr>
          <p:cNvPicPr>
            <a:picLocks xmlns:a="http://schemas.openxmlformats.org/drawingml/2006/main" noChangeAspect="1"/>
          </p:cNvPicPr>
          <p:nvPr/>
        </p:nvPicPr>
        <p:blipFill>
          <a:blip xmlns:r="http://schemas.openxmlformats.org/officeDocument/2006/relationships" xmlns:a="http://schemas.openxmlformats.org/drawingml/2006/main" r:embed="R1818ea20b9e3418f"/>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723044011"/>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BD5EDED-9E15-4402-99D4-23826985FD3A}"/>
              </a:ext>
            </a:extLst>
          </p:cNvPr>
          <p:cNvPicPr>
            <a:picLocks xmlns:a="http://schemas.openxmlformats.org/drawingml/2006/main" noChangeAspect="1"/>
          </p:cNvPicPr>
          <p:nvPr/>
        </p:nvPicPr>
        <p:blipFill>
          <a:blip xmlns:r="http://schemas.openxmlformats.org/officeDocument/2006/relationships" xmlns:a="http://schemas.openxmlformats.org/drawingml/2006/main" r:embed="R51092bed2fe849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64F36B-65CF-45A4-B17C-1A4DCB3C94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8C68BE-4A24-47AA-A228-D815A8272B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3EB843B7-4F4F-416E-98C6-FC572B76C45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5C08C28-4540-4606-8AA7-644926D6A3B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A609C4F-4FB1-450E-B49B-47878EBDFC2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9D8AF8A7-FCBF-4F64-9E1E-789811AD515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700CACE0-DB00-4CED-8639-D9655BBD205E}"/>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E60CE3C5-BF13-414E-AFF9-06BB9BFE8722}"/>
              </a:ext>
            </a:extLst>
          </p:cNvPr>
          <p:cNvPicPr>
            <a:picLocks xmlns:a="http://schemas.openxmlformats.org/drawingml/2006/main" noChangeAspect="1"/>
          </p:cNvPicPr>
          <p:nvPr/>
        </p:nvPicPr>
        <p:blipFill>
          <a:blip xmlns:r="http://schemas.openxmlformats.org/officeDocument/2006/relationships" xmlns:a="http://schemas.openxmlformats.org/drawingml/2006/main" r:embed="R674a778c415f4db6"/>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7802D3B2-3BA7-4162-933A-1C14323F6AF9}"/>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9ECA649-6A4D-4205-9FFC-5A61044CED8F}"/>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B9ACC360-76DA-4EE5-852D-BDF7006C6CE1}"/>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951D981F-CD84-4124-BB17-91141B60F0ED}"/>
              </a:ext>
            </a:extLst>
          </p:cNvPr>
          <p:cNvPicPr>
            <a:picLocks xmlns:a="http://schemas.openxmlformats.org/drawingml/2006/main" noChangeAspect="1"/>
          </p:cNvPicPr>
          <p:nvPr/>
        </p:nvPicPr>
        <p:blipFill>
          <a:blip xmlns:r="http://schemas.openxmlformats.org/officeDocument/2006/relationships" xmlns:a="http://schemas.openxmlformats.org/drawingml/2006/main" r:embed="R3585e2d49b9244f4"/>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974585000"/>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6AC119E8-0B0E-432B-B0AC-DE49865CEFA1}"/>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F2755D1-EF05-41C7-8454-9D25187BDBFE}"/>
              </a:ext>
            </a:extLst>
          </p:cNvPr>
          <p:cNvPicPr>
            <a:picLocks xmlns:a="http://schemas.openxmlformats.org/drawingml/2006/main" noChangeAspect="1"/>
          </p:cNvPicPr>
          <p:nvPr/>
        </p:nvPicPr>
        <p:blipFill>
          <a:blip xmlns:r="http://schemas.openxmlformats.org/officeDocument/2006/relationships" xmlns:a="http://schemas.openxmlformats.org/drawingml/2006/main" r:embed="Rda69d86a03374bf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652307-CDF2-4B23-9794-5A1196D81E2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786BD0-65DA-44E2-8C1E-91C19C669C0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DBB07C9-A55C-4F2A-9037-D067E3F9BD7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E0C78C2-D10E-4B8C-A40C-AD559EA3A44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0DDC23F-4087-4ECB-9DC0-E73F15E7DC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9C507FA4-D6BC-4616-BD00-D0A4102CE8DD}"/>
              </a:ext>
            </a:extLst>
          </p:cNvPr>
          <p:cNvPicPr>
            <a:picLocks xmlns:a="http://schemas.openxmlformats.org/drawingml/2006/main" noChangeAspect="1"/>
          </p:cNvPicPr>
          <p:nvPr/>
        </p:nvPicPr>
        <p:blipFill>
          <a:blip xmlns:r="http://schemas.openxmlformats.org/officeDocument/2006/relationships" xmlns:a="http://schemas.openxmlformats.org/drawingml/2006/main" r:embed="R1ec99652014d41cf"/>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BB1BA53-31D4-4806-A51C-3D88C49046CC}"/>
              </a:ext>
            </a:extLst>
          </p:cNvPr>
          <p:cNvPicPr>
            <a:picLocks xmlns:a="http://schemas.openxmlformats.org/drawingml/2006/main" noChangeAspect="1"/>
          </p:cNvPicPr>
          <p:nvPr/>
        </p:nvPicPr>
        <p:blipFill>
          <a:blip xmlns:r="http://schemas.openxmlformats.org/officeDocument/2006/relationships" xmlns:a="http://schemas.openxmlformats.org/drawingml/2006/main" r:embed="R945eaa3ff4394a7b"/>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97C9AD60-6DE3-4B35-A396-2482A038B8EB}"/>
              </a:ext>
            </a:extLst>
          </p:cNvPr>
          <p:cNvPicPr>
            <a:picLocks xmlns:a="http://schemas.openxmlformats.org/drawingml/2006/main" noChangeAspect="1"/>
          </p:cNvPicPr>
          <p:nvPr/>
        </p:nvPicPr>
        <p:blipFill>
          <a:blip xmlns:r="http://schemas.openxmlformats.org/officeDocument/2006/relationships" xmlns:a="http://schemas.openxmlformats.org/drawingml/2006/main" r:embed="Re1733e445159452f"/>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A5D2ED9B-40F3-4F3F-91EB-6F2B6418E238}"/>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EDAA96B9-8800-44DE-9BC5-75D178A3E98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897011131"/>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E0F91A3D-DCCE-4032-A82C-F832B96866C7}"/>
              </a:ext>
            </a:extLst>
          </p:cNvPr>
          <p:cNvPicPr>
            <a:picLocks xmlns:a="http://schemas.openxmlformats.org/drawingml/2006/main" noChangeAspect="1"/>
          </p:cNvPicPr>
          <p:nvPr/>
        </p:nvPicPr>
        <p:blipFill>
          <a:blip xmlns:r="http://schemas.openxmlformats.org/officeDocument/2006/relationships" xmlns:a="http://schemas.openxmlformats.org/drawingml/2006/main" r:embed="R58af9b363b09483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AAEB7B-349F-4C8E-A2A3-1B5F23D337F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EDD257-F2AB-427E-A31D-E400FF2F059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A31A1A70-44F7-479C-835F-2E72703C41C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CD1E854-37D4-46FC-B60B-779770A5834C}"/>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7E632A02-0550-40B4-A95D-758ACF635C4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712ADF59-5786-4050-BE9F-1AC2DB5E94DA}"/>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AD877E39-B68E-4DEA-82AA-1A3303CB7175}"/>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98B54BD-78DA-44F7-94DA-56ED1FD43876}"/>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0C34037C-32D9-4E32-A5F0-E7A148B7F48B}"/>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2BD71F68-5967-47D5-80BC-01C52F0DF612}"/>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255A09B1-8204-4BAC-A9DD-6206E0C82303}"/>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8B8B872-FD00-48AE-B97C-32C1C035D28D}"/>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04B9A139-BF71-4BC3-83D3-8FC2BE9201F5}"/>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C029E97-707C-43AA-A25A-B09E5B5CF8A1}"/>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715E2DAE-807E-4D7A-8493-6D09D892D596}"/>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FA577520-5614-4436-B32E-300BCE83D659}"/>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78EEBF9F-7C2C-41C1-A0B9-330B7EF3B3F0}"/>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16C450AC-46A5-44FB-85E3-8E1D0A11038E}"/>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3FCCAF6C-E668-43E2-94B5-676D03503E8D}"/>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73C5A7CB-B8A9-4200-B093-7CA0018305A7}"/>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6E4A5B66-455A-4A80-8D3F-9D418ED6B67A}"/>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18C63062-0DCD-4867-BD2E-6659E229AA5B}"/>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8255E94D-7ED1-496A-9731-50D4154858F5}"/>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BBCDFDA9-E0FF-4BFA-BDD0-BC7B623E6AD7}"/>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516D5E90-BADE-4FA5-A08D-F642F4F6F37F}"/>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F530DA21-D51F-4163-9531-EEBBE93E8BBA}"/>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4ED7C344-E7B4-4BEC-B0A1-38E9C7E5876B}"/>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EB731287-F48E-4EB6-8BBA-7C6D28220097}"/>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DF29BD4F-7D82-4292-A893-E7973ED01928}"/>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0CC5E0E7-5107-4D4B-B45C-7D94B7604E01}"/>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52622705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3D56C146-DD55-470C-87A2-E616A9095E03}"/>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9093FDCB-FEA5-4270-8BC7-2BBC5F69C54C}"/>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CB2C269-655F-4250-91AC-F23A662F95A9}"/>
              </a:ext>
            </a:extLst>
          </p:cNvPr>
          <p:cNvPicPr>
            <a:picLocks xmlns:a="http://schemas.openxmlformats.org/drawingml/2006/main" noChangeAspect="1"/>
          </p:cNvPicPr>
          <p:nvPr/>
        </p:nvPicPr>
        <p:blipFill>
          <a:blip xmlns:r="http://schemas.openxmlformats.org/officeDocument/2006/relationships" xmlns:a="http://schemas.openxmlformats.org/drawingml/2006/main" r:embed="Rc2dfb47f10ec45d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B9996F-EE45-473D-ADAC-9BF92B438C6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34C66E-BBA3-4015-AE46-043A68C1FB9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7489BB94-9606-4428-AEE2-4AC534555F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738011C-920E-4DF8-903B-75E8903B08C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929F5FC-BF45-4EF7-BCC8-A821830C332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81DA939A-135E-4BE9-8F78-666C6F31A8E5}"/>
              </a:ext>
            </a:extLst>
          </p:cNvPr>
          <p:cNvPicPr>
            <a:picLocks xmlns:a="http://schemas.openxmlformats.org/drawingml/2006/main" noChangeAspect="1"/>
          </p:cNvPicPr>
          <p:nvPr/>
        </p:nvPicPr>
        <p:blipFill>
          <a:blip xmlns:r="http://schemas.openxmlformats.org/officeDocument/2006/relationships" xmlns:a="http://schemas.openxmlformats.org/drawingml/2006/main" r:embed="Rc48fd6b1eb9740b2"/>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1BA6D7D-323B-4898-BDCB-3E3C92F15681}"/>
              </a:ext>
            </a:extLst>
          </p:cNvPr>
          <p:cNvPicPr>
            <a:picLocks xmlns:a="http://schemas.openxmlformats.org/drawingml/2006/main" noChangeAspect="1"/>
          </p:cNvPicPr>
          <p:nvPr/>
        </p:nvPicPr>
        <p:blipFill>
          <a:blip xmlns:r="http://schemas.openxmlformats.org/officeDocument/2006/relationships" xmlns:a="http://schemas.openxmlformats.org/drawingml/2006/main" r:embed="R2daea82198ee4f5f"/>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F737BBF4-E495-449C-8579-93F24CDD36F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92BD3E9E-FC12-41C6-84FC-07807C6D9078}"/>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BEA9EA0C-1D48-4112-BC4B-0D8B1A33DF76}"/>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2047367409"/>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9D948D34-6410-4576-8766-B0FD988DD6DC}"/>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A5D9AF3D-B473-4C02-907E-C3BA85534C86}"/>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6BB2D89-11E7-4266-9060-00EAF612CC60}"/>
              </a:ext>
            </a:extLst>
          </p:cNvPr>
          <p:cNvPicPr>
            <a:picLocks xmlns:a="http://schemas.openxmlformats.org/drawingml/2006/main" noChangeAspect="1"/>
          </p:cNvPicPr>
          <p:nvPr/>
        </p:nvPicPr>
        <p:blipFill>
          <a:blip xmlns:r="http://schemas.openxmlformats.org/officeDocument/2006/relationships" xmlns:a="http://schemas.openxmlformats.org/drawingml/2006/main" r:embed="R3a2dbd6abaf84fc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0100F1-F9FB-4608-BE15-466DDBE1437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0E9F54-3866-4716-A567-B3A961BCE43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FD99F66-ABA7-4A5F-A9F5-7900707F35E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CB95965-9BFE-4BEB-9908-C2FBE378F52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1F3CF0E-18DF-46C7-A6E5-52BA6DE9A1E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8A0DC510-E1A8-4D28-9487-DC77AED8F7BA}"/>
              </a:ext>
            </a:extLst>
          </p:cNvPr>
          <p:cNvPicPr>
            <a:picLocks xmlns:a="http://schemas.openxmlformats.org/drawingml/2006/main" noChangeAspect="1"/>
          </p:cNvPicPr>
          <p:nvPr/>
        </p:nvPicPr>
        <p:blipFill>
          <a:blip xmlns:r="http://schemas.openxmlformats.org/officeDocument/2006/relationships" xmlns:a="http://schemas.openxmlformats.org/drawingml/2006/main" r:embed="Rc29e3405cbcf4023"/>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CD92927-AE27-49FD-AF3C-FB452A917D76}"/>
              </a:ext>
            </a:extLst>
          </p:cNvPr>
          <p:cNvPicPr>
            <a:picLocks xmlns:a="http://schemas.openxmlformats.org/drawingml/2006/main" noChangeAspect="1"/>
          </p:cNvPicPr>
          <p:nvPr/>
        </p:nvPicPr>
        <p:blipFill>
          <a:blip xmlns:r="http://schemas.openxmlformats.org/officeDocument/2006/relationships" xmlns:a="http://schemas.openxmlformats.org/drawingml/2006/main" r:embed="R05263001b09f4fe4"/>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F49D399-5BE2-443D-8B67-4E8C200341B2}"/>
              </a:ext>
            </a:extLst>
          </p:cNvPr>
          <p:cNvPicPr>
            <a:picLocks xmlns:a="http://schemas.openxmlformats.org/drawingml/2006/main" noChangeAspect="1"/>
          </p:cNvPicPr>
          <p:nvPr/>
        </p:nvPicPr>
        <p:blipFill>
          <a:blip xmlns:r="http://schemas.openxmlformats.org/officeDocument/2006/relationships" xmlns:a="http://schemas.openxmlformats.org/drawingml/2006/main" r:embed="R2d6d6cabaad34678"/>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D4518319-278B-4185-876E-697A81B4AA4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4CC33F33-85E2-4B27-B894-67E5D6E26B9D}"/>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4ABEAADD-A444-4337-87A3-6ED3A2AF5588}"/>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46827584"/>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7FDC174-38D8-4277-A632-0D197F44EB98}"/>
              </a:ext>
            </a:extLst>
          </p:cNvPr>
          <p:cNvPicPr>
            <a:picLocks xmlns:a="http://schemas.openxmlformats.org/drawingml/2006/main" noChangeAspect="1"/>
          </p:cNvPicPr>
          <p:nvPr/>
        </p:nvPicPr>
        <p:blipFill>
          <a:blip xmlns:r="http://schemas.openxmlformats.org/officeDocument/2006/relationships" xmlns:a="http://schemas.openxmlformats.org/drawingml/2006/main" r:embed="Re8b0474c66084e7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3FBABF-6FAD-4C27-8D7F-7ACB351EA9C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079E65-9BF4-41C0-8E38-E91C3C30DD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2F47C8D-EEFF-4B74-94CA-BA720420710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4EAFEE8-8E98-4C99-8E89-A9559ED8F1C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0B80AE9-7EBE-443E-AF7E-8EE73AF6359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72955F00-8036-483D-8FB3-3BDF2099B6A0}"/>
              </a:ext>
            </a:extLst>
          </p:cNvPr>
          <p:cNvPicPr>
            <a:picLocks xmlns:a="http://schemas.openxmlformats.org/drawingml/2006/main" noChangeAspect="1"/>
          </p:cNvPicPr>
          <p:nvPr/>
        </p:nvPicPr>
        <p:blipFill>
          <a:blip xmlns:r="http://schemas.openxmlformats.org/officeDocument/2006/relationships" xmlns:a="http://schemas.openxmlformats.org/drawingml/2006/main" r:embed="R7194741dd9ca4c2c"/>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352924B-C5A0-443C-AEA1-3EE05CFE2473}"/>
              </a:ext>
            </a:extLst>
          </p:cNvPr>
          <p:cNvPicPr>
            <a:picLocks xmlns:a="http://schemas.openxmlformats.org/drawingml/2006/main" noChangeAspect="1"/>
          </p:cNvPicPr>
          <p:nvPr/>
        </p:nvPicPr>
        <p:blipFill>
          <a:blip xmlns:r="http://schemas.openxmlformats.org/officeDocument/2006/relationships" xmlns:a="http://schemas.openxmlformats.org/drawingml/2006/main" r:embed="R51cb20eec3cb473f"/>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EDB77CDA-D5FA-48BB-9C37-B24DF17DF926}"/>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1131775531"/>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37ED4BA-03FC-4EB8-A6AC-8FD66D9A4633}"/>
              </a:ext>
            </a:extLst>
          </p:cNvPr>
          <p:cNvPicPr>
            <a:picLocks xmlns:a="http://schemas.openxmlformats.org/drawingml/2006/main" noChangeAspect="1"/>
          </p:cNvPicPr>
          <p:nvPr/>
        </p:nvPicPr>
        <p:blipFill>
          <a:blip xmlns:r="http://schemas.openxmlformats.org/officeDocument/2006/relationships" xmlns:a="http://schemas.openxmlformats.org/drawingml/2006/main" r:embed="R999758e2bcbc4ad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1758EFD-E90B-400E-8A3D-A004B6A799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AEC8A3EE-BC96-4DDB-899D-0A1BA7D025A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C6FBA19-A38C-4FAD-89DF-A106F76DBBC0}"/>
              </a:ext>
            </a:extLst>
          </p:cNvPr>
          <p:cNvPicPr>
            <a:picLocks xmlns:a="http://schemas.openxmlformats.org/drawingml/2006/main" noChangeAspect="1"/>
          </p:cNvPicPr>
          <p:nvPr/>
        </p:nvPicPr>
        <p:blipFill>
          <a:blip xmlns:r="http://schemas.openxmlformats.org/officeDocument/2006/relationships" xmlns:a="http://schemas.openxmlformats.org/drawingml/2006/main" r:embed="R10e19a5dd72745e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F7885460-E26E-4EF8-97ED-1BFE861C05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5E726B6-B110-48AD-B47F-636D99CC90D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C80A5D9B-F51C-47F9-BFBB-93F9B5591EC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38D41571-2F0D-4093-BE0B-995714AB855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313619266"/>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9251F8A-F716-4C2E-83B0-A6F68681DCA1}"/>
              </a:ext>
            </a:extLst>
          </p:cNvPr>
          <p:cNvPicPr>
            <a:picLocks xmlns:a="http://schemas.openxmlformats.org/drawingml/2006/main" noChangeAspect="1"/>
          </p:cNvPicPr>
          <p:nvPr/>
        </p:nvPicPr>
        <p:blipFill>
          <a:blip xmlns:r="http://schemas.openxmlformats.org/officeDocument/2006/relationships" xmlns:a="http://schemas.openxmlformats.org/drawingml/2006/main" r:embed="R52a04fce53c9431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CC24FA-BB6E-41F2-AB62-862C570D583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3D04C0-6CEC-48FD-83DE-6D10984EC0B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A8DF296-6168-47DF-A3CF-B9B11B062EF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E6F9946-412E-43CB-A8CE-EA29F4AD6FA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ACBCA41-49C4-45A7-9F8E-9C29A4CB343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18A4B5F9-8646-46AA-A81F-F643B070DEF5}"/>
              </a:ext>
            </a:extLst>
          </p:cNvPr>
          <p:cNvPicPr>
            <a:picLocks xmlns:a="http://schemas.openxmlformats.org/drawingml/2006/main" noChangeAspect="1"/>
          </p:cNvPicPr>
          <p:nvPr/>
        </p:nvPicPr>
        <p:blipFill>
          <a:blip xmlns:r="http://schemas.openxmlformats.org/officeDocument/2006/relationships" xmlns:a="http://schemas.openxmlformats.org/drawingml/2006/main" r:embed="Re926b828b57f467d"/>
          <a:stretch xmlns:a="http://schemas.openxmlformats.org/drawingml/2006/main"/>
        </p:blipFill>
        <p:spPr>
          <a:xfrm xmlns:a="http://schemas.openxmlformats.org/drawingml/2006/main">
            <a:off x="3329384" y="4905375"/>
            <a:ext cx="11629231" cy="12382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A0EFC0B-85C9-43D4-A2E8-6356A3BB63CD}"/>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E878B80F-BFE4-43AA-92DA-BEF1430A712A}"/>
              </a:ext>
            </a:extLst>
          </p:cNvPr>
          <p:cNvSpPr>
            <a:spLocks xmlns:a="http://schemas.openxmlformats.org/drawingml/2006/main" noGrp="1"/>
          </p:cNvSpPr>
          <p:nvPr/>
        </p:nvSpPr>
        <p:spPr>
          <a:xfrm xmlns:a="http://schemas.openxmlformats.org/drawingml/2006/main">
            <a:off x="3333750" y="700087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09616BA2-7040-4C19-9221-06D858A82645}"/>
              </a:ext>
            </a:extLst>
          </p:cNvPr>
          <p:cNvSpPr>
            <a:spLocks xmlns:a="http://schemas.openxmlformats.org/drawingml/2006/main" noGrp="1"/>
          </p:cNvSpPr>
          <p:nvPr/>
        </p:nvSpPr>
        <p:spPr>
          <a:xfrm xmlns:a="http://schemas.openxmlformats.org/drawingml/2006/main">
            <a:off x="3333750" y="8096250"/>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435420190"/>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C688B214-64F0-413B-AEFE-29DE04D58859}"/>
              </a:ext>
            </a:extLst>
          </p:cNvPr>
          <p:cNvSpPr>
            <a:spLocks xmlns:a="http://schemas.openxmlformats.org/drawingml/2006/main" noGrp="1"/>
          </p:cNvSpPr>
          <p:nvPr/>
        </p:nvSpPr>
        <p:spPr>
          <a:xfrm xmlns:a="http://schemas.openxmlformats.org/drawingml/2006/main">
            <a:off x="7620000" y="7620000"/>
            <a:ext cx="1381125" cy="19050"/>
          </a:xfrm>
          <a:prstGeom xmlns:a="http://schemas.openxmlformats.org/drawingml/2006/main" prst="rect">
            <a:avLst/>
          </a:prstGeom>
          <a:solidFill xmlns:a="http://schemas.openxmlformats.org/drawingml/2006/main">
            <a:srgbClr val="9FFF68"/>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DC6EAA30-D9FE-459D-AB8D-DF0F6D0399B9}"/>
              </a:ext>
            </a:extLst>
          </p:cNvPr>
          <p:cNvSpPr>
            <a:spLocks xmlns:a="http://schemas.openxmlformats.org/drawingml/2006/main" noGrp="1"/>
          </p:cNvSpPr>
          <p:nvPr/>
        </p:nvSpPr>
        <p:spPr>
          <a:xfrm xmlns:a="http://schemas.openxmlformats.org/drawingml/2006/main">
            <a:off x="7620000" y="5476875"/>
            <a:ext cx="1381125" cy="19050"/>
          </a:xfrm>
          <a:prstGeom xmlns:a="http://schemas.openxmlformats.org/drawingml/2006/main" prst="rect">
            <a:avLst/>
          </a:prstGeom>
          <a:solidFill xmlns:a="http://schemas.openxmlformats.org/drawingml/2006/main">
            <a:srgbClr val="9FFF68"/>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5DB129C7-1E11-421D-9486-5EA6A4AD09A0}"/>
              </a:ext>
            </a:extLst>
          </p:cNvPr>
          <p:cNvPicPr>
            <a:picLocks xmlns:a="http://schemas.openxmlformats.org/drawingml/2006/main" noChangeAspect="1"/>
          </p:cNvPicPr>
          <p:nvPr/>
        </p:nvPicPr>
        <p:blipFill>
          <a:blip xmlns:r="http://schemas.openxmlformats.org/officeDocument/2006/relationships" xmlns:a="http://schemas.openxmlformats.org/drawingml/2006/main" r:embed="R44068a6a49a8444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9538B0-0B77-4BE5-9AB0-37D38D120F9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98F816-412B-4F6C-8EEB-EFCDC1C568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F4E6434-2EBB-4A88-8B26-DE4B8060DD8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0A8CD44-A7E6-4500-828C-A1DFE40AF95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1354A8F-BAEE-405D-9F0E-405D0DEA068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아래첨자 f와 윗첨자 °의 뜻</a:t>
            </a:r>
          </a:p>
        </p:txBody>
      </p:sp>
      <p:pic>
        <p:nvPicPr>
          <p:cNvPr id="7" name="">
            <a:extLst xmlns:a="http://schemas.openxmlformats.org/drawingml/2006/main">
              <a:ext uri="{FF2B5EF4-FFF2-40B4-BE49-F238E27FC236}">
                <a16:creationId xmlns:a16="http://schemas.microsoft.com/office/drawing/2014/main" id="{204BC9EF-3323-4207-84D1-BE30389C9359}"/>
              </a:ext>
            </a:extLst>
          </p:cNvPr>
          <p:cNvPicPr>
            <a:picLocks xmlns:a="http://schemas.openxmlformats.org/drawingml/2006/main" noChangeAspect="1"/>
          </p:cNvPicPr>
          <p:nvPr/>
        </p:nvPicPr>
        <p:blipFill>
          <a:blip xmlns:r="http://schemas.openxmlformats.org/officeDocument/2006/relationships" xmlns:a="http://schemas.openxmlformats.org/drawingml/2006/main" r:embed="R76871793e2734a98"/>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15BC7FF-14DC-4848-9A6D-554810D6440B}"/>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711C8A92-6874-4EC6-9668-496D2837F01E}"/>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3702A6B4-24B9-4797-91C5-BEAA611694F4}"/>
              </a:ext>
            </a:extLst>
          </p:cNvPr>
          <p:cNvSpPr>
            <a:spLocks xmlns:a="http://schemas.openxmlformats.org/drawingml/2006/main" noGrp="1"/>
          </p:cNvSpPr>
          <p:nvPr/>
        </p:nvSpPr>
        <p:spPr>
          <a:xfrm xmlns:a="http://schemas.openxmlformats.org/drawingml/2006/main">
            <a:off x="9525000" y="7000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50834954-7B2F-495E-BD30-48ADEC219D7A}"/>
              </a:ext>
            </a:extLst>
          </p:cNvPr>
          <p:cNvSpPr>
            <a:spLocks xmlns:a="http://schemas.openxmlformats.org/drawingml/2006/main" noGrp="1"/>
          </p:cNvSpPr>
          <p:nvPr/>
        </p:nvSpPr>
        <p:spPr>
          <a:xfrm xmlns:a="http://schemas.openxmlformats.org/drawingml/2006/main">
            <a:off x="9525000" y="7715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17321E89-DE58-4F80-8932-F3B92602E753}"/>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Tree>
    <p:extLst>
      <p:ext uri="{BB962C8B-B14F-4D97-AF65-F5344CB8AC3E}">
        <p14:creationId xmlns:p14="http://schemas.microsoft.com/office/powerpoint/2010/main" val="1475968408"/>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6257DBD-2433-4B9A-AD13-A3A2266C5B6B}"/>
              </a:ext>
            </a:extLst>
          </p:cNvPr>
          <p:cNvPicPr>
            <a:picLocks xmlns:a="http://schemas.openxmlformats.org/drawingml/2006/main" noChangeAspect="1"/>
          </p:cNvPicPr>
          <p:nvPr/>
        </p:nvPicPr>
        <p:blipFill>
          <a:blip xmlns:r="http://schemas.openxmlformats.org/officeDocument/2006/relationships" xmlns:a="http://schemas.openxmlformats.org/drawingml/2006/main" r:embed="R62358c19b31541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9D21F1-B87D-4A24-8424-CDEDF7512B5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2376CB-3D75-413B-BA35-FF41DB358B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406F861-973C-4D96-8DEF-F3869C32212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052DF93-0F44-4310-AC34-58D959C2130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5D86940-661B-4A79-B763-05104755CC5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E4F981BC-8B29-41EC-8202-E57BF53AFA1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A76C19A1-56BF-401F-AC44-076BE1226980}"/>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5BFCB70-3896-4AB4-B6EF-4911427931B0}"/>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7D98112-2C29-445C-B170-6874A2BD095A}"/>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DC55188-51FF-4310-9CC2-3ECDD6E858FA}"/>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008D8A6-E340-4445-93E6-F9442AF0BAA4}"/>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59EE506-4FB1-4582-BA9F-89A9BE3B230F}"/>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694002979"/>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2013733-466E-46BB-A4D0-2C95D0C0D8B8}"/>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AC91E4A5-3177-4967-8603-486CB7F2BB2F}"/>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AC02D60-8A63-4311-8D1E-7DF9D3941BCF}"/>
              </a:ext>
            </a:extLst>
          </p:cNvPr>
          <p:cNvPicPr>
            <a:picLocks xmlns:a="http://schemas.openxmlformats.org/drawingml/2006/main" noChangeAspect="1"/>
          </p:cNvPicPr>
          <p:nvPr/>
        </p:nvPicPr>
        <p:blipFill>
          <a:blip xmlns:r="http://schemas.openxmlformats.org/officeDocument/2006/relationships" xmlns:a="http://schemas.openxmlformats.org/drawingml/2006/main" r:embed="R4623eea04a4c405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01146C-3FA4-4668-9E04-0406C50792F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F879D9-6C83-4347-B4F3-E7A2476FCD1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7910089-B125-48C3-A2DE-19CE6A5E677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8128C02-6289-40B1-9D4E-E794B0A3C75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06C9310-65CD-4D86-9EA7-A1A0C286500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DEF4751D-2203-4F77-977A-579BBD5E26F2}"/>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08E18264-51A5-419E-BD8F-8A2B7D039673}"/>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0F538BC5-87BD-408A-8127-D31B8EFDBE5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9EAEA461-3363-4F2A-B225-0266C3B4615D}"/>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336F8486-4FE2-41F5-9066-01A049BC1F13}"/>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25766757"/>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12D3EEB-F6FF-4E53-9007-4B8A9821282E}"/>
              </a:ext>
            </a:extLst>
          </p:cNvPr>
          <p:cNvPicPr>
            <a:picLocks xmlns:a="http://schemas.openxmlformats.org/drawingml/2006/main" noChangeAspect="1"/>
          </p:cNvPicPr>
          <p:nvPr/>
        </p:nvPicPr>
        <p:blipFill>
          <a:blip xmlns:r="http://schemas.openxmlformats.org/officeDocument/2006/relationships" xmlns:a="http://schemas.openxmlformats.org/drawingml/2006/main" r:embed="R9e6165644763408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A52506-B7B5-456C-8A68-39CE20072B0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19AF06-A96D-4582-8CBA-F68B36AB741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99ACA90-144A-4986-B3EF-06A14A7DC35E}"/>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4B71A16-ECB6-47B2-AD57-EFA52FC61F5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FFA7AB86-FFCF-4C8F-82B8-81BFA9670FB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D683B416-D4F8-4A4F-80CC-3B29EE1A830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E26C2957-D869-4144-A90E-C6E17685A51B}"/>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BFD7A90-BC7E-4ACA-B53B-442D8244A34D}"/>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E069DA8-CCB0-44CF-BD43-94B7D9F72953}"/>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17557BA-2E46-410B-9FE4-9709E90585F9}"/>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8F973D7-F5FA-41A2-BEF2-44D6F39D2134}"/>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A8F46FC-5CAD-464E-AC1B-D51C688A8356}"/>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591548179"/>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57B75FE2-8621-4D39-B3A8-7AAEB203A481}"/>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B8C227BC-80D4-4C5B-A8A0-8485072D892B}"/>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9CD845F-77AA-457D-9724-5F784012ABEC}"/>
              </a:ext>
            </a:extLst>
          </p:cNvPr>
          <p:cNvPicPr>
            <a:picLocks xmlns:a="http://schemas.openxmlformats.org/drawingml/2006/main" noChangeAspect="1"/>
          </p:cNvPicPr>
          <p:nvPr/>
        </p:nvPicPr>
        <p:blipFill>
          <a:blip xmlns:r="http://schemas.openxmlformats.org/officeDocument/2006/relationships" xmlns:a="http://schemas.openxmlformats.org/drawingml/2006/main" r:embed="R9e3ef5cffeda476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B19AF5-EBDA-45C4-AEAD-35BDE009EDD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552106-4E4A-478F-A1F3-95923095BB5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595A57A-4FD3-4984-B00D-45D25B6A45F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C607FE-0447-46B0-B610-647E91D9D2C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43E521E-7314-4846-930D-4AC79845B13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47FE9814-6484-41E7-ADFE-B7C78D523BA9}"/>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6A9514F5-6778-4375-89DB-22721BD5F746}"/>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5D30294D-FB02-442A-A373-3917469761E1}"/>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55F74AA7-0368-44F3-B774-6AD3601A07EC}"/>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613564B3-A0F0-4982-B510-C270B35FD86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40084174"/>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레퍼런스 내용 영역">
            <a:extLst xmlns:a="http://schemas.openxmlformats.org/drawingml/2006/main">
              <a:ext uri="{FF2B5EF4-FFF2-40B4-BE49-F238E27FC236}">
                <a16:creationId xmlns:a16="http://schemas.microsoft.com/office/drawing/2014/main" id="{A9914D3F-747E-485C-82CF-5FD7135D1205}"/>
              </a:ext>
            </a:extLst>
          </p:cNvPr>
          <p:cNvSpPr>
            <a:spLocks xmlns:a="http://schemas.openxmlformats.org/drawingml/2006/main" noGrp="1"/>
          </p:cNvSpPr>
          <p:nvPr/>
        </p:nvSpPr>
        <p:spPr>
          <a:xfrm xmlns:a="http://schemas.openxmlformats.org/drawingml/2006/main">
            <a:off x="1333500" y="4238625"/>
            <a:ext cx="6096000" cy="4238625"/>
          </a:xfrm>
          <a:prstGeom xmlns:a="http://schemas.openxmlformats.org/drawingml/2006/main" prst="roundRect">
            <a:avLst>
              <a:gd name="adj" fmla="val 5393"/>
            </a:avLst>
          </a:prstGeom>
          <a:solidFill xmlns:a="http://schemas.openxmlformats.org/drawingml/2006/main">
            <a:srgbClr val="E8E8E8"/>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71644DAE-8F7E-4C4F-8CC5-BD4C02A26CEC}"/>
              </a:ext>
            </a:extLst>
          </p:cNvPr>
          <p:cNvPicPr>
            <a:picLocks xmlns:a="http://schemas.openxmlformats.org/drawingml/2006/main" noChangeAspect="1"/>
          </p:cNvPicPr>
          <p:nvPr/>
        </p:nvPicPr>
        <p:blipFill>
          <a:blip xmlns:r="http://schemas.openxmlformats.org/officeDocument/2006/relationships" xmlns:a="http://schemas.openxmlformats.org/drawingml/2006/main" r:embed="R68f5a76fe30e48b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54B70CF-F211-4D53-8747-FE7F1DA57CB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96006E-6DA7-4E4B-A3A2-D59E6F8B360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63E5B94-9AF3-461E-9C20-A3589F6BFE1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432198-403E-45CD-BD85-92F2897F358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CB68F86-7E7A-4537-959E-83019056D13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67385DE7-A3CB-427C-963F-338E489CD9C9}"/>
              </a:ext>
            </a:extLst>
          </p:cNvPr>
          <p:cNvPicPr>
            <a:picLocks xmlns:a="http://schemas.openxmlformats.org/drawingml/2006/main" noChangeAspect="1"/>
          </p:cNvPicPr>
          <p:nvPr/>
        </p:nvPicPr>
        <p:blipFill>
          <a:blip xmlns:r="http://schemas.openxmlformats.org/officeDocument/2006/relationships" xmlns:a="http://schemas.openxmlformats.org/drawingml/2006/main" r:embed="R706ba0e1429b4696"/>
          <a:stretch xmlns:a="http://schemas.openxmlformats.org/drawingml/2006/main"/>
        </p:blipFill>
        <p:spPr>
          <a:xfrm xmlns:a="http://schemas.openxmlformats.org/drawingml/2006/main">
            <a:off x="1693972" y="4572000"/>
            <a:ext cx="2517556" cy="3476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C232FD3-9AD8-4A18-A5C5-F53552E70BA6}"/>
              </a:ext>
            </a:extLst>
          </p:cNvPr>
          <p:cNvPicPr>
            <a:picLocks xmlns:a="http://schemas.openxmlformats.org/drawingml/2006/main" noChangeAspect="1"/>
          </p:cNvPicPr>
          <p:nvPr/>
        </p:nvPicPr>
        <p:blipFill>
          <a:blip xmlns:r="http://schemas.openxmlformats.org/officeDocument/2006/relationships" xmlns:a="http://schemas.openxmlformats.org/drawingml/2006/main" r:embed="R00d96c62b88a4e24"/>
          <a:stretch xmlns:a="http://schemas.openxmlformats.org/drawingml/2006/main"/>
        </p:blipFill>
        <p:spPr>
          <a:xfrm xmlns:a="http://schemas.openxmlformats.org/drawingml/2006/main">
            <a:off x="4671356" y="4572000"/>
            <a:ext cx="2277789" cy="3476625"/>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3D96D86A-DEE2-4AFB-B27B-E4BB3BA6C46E}"/>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7881C228-34D0-4F72-AF48-CF8B095F3918}"/>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E6C6BF2-3463-42EF-A23A-8B172BAF8A10}"/>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D6C164A-D159-4A02-9B97-1C81EC4B2AB8}"/>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6916EF7B-FF1E-4967-9FDF-26836EF47C51}"/>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EEF9090-54EF-4E59-A04C-E8E802A77D70}"/>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3D8B6C9E-4DE4-4498-B0BE-B86BB79D1EC5}"/>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486000DA-0E84-4FB8-95B9-05609DDF6445}"/>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spTree>
    <p:extLst>
      <p:ext uri="{BB962C8B-B14F-4D97-AF65-F5344CB8AC3E}">
        <p14:creationId xmlns:p14="http://schemas.microsoft.com/office/powerpoint/2010/main" val="1714814922"/>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DAB672B9-8015-4D0D-9F31-96E59A304E05}"/>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50112169-B9AC-4BE5-8B1B-4F1C9AE20B8E}"/>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1FC318A-4243-4913-B11F-991E22123203}"/>
              </a:ext>
            </a:extLst>
          </p:cNvPr>
          <p:cNvPicPr>
            <a:picLocks xmlns:a="http://schemas.openxmlformats.org/drawingml/2006/main" noChangeAspect="1"/>
          </p:cNvPicPr>
          <p:nvPr/>
        </p:nvPicPr>
        <p:blipFill>
          <a:blip xmlns:r="http://schemas.openxmlformats.org/officeDocument/2006/relationships" xmlns:a="http://schemas.openxmlformats.org/drawingml/2006/main" r:embed="R4f91a466be954dd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8CBB9E-9271-4E09-97A2-3167085A422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FBA2A9-A63E-4D76-8E0A-8E6DA9565EB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4FB1DFB-7994-4B80-8314-0EE90AF572D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46D030-AC4D-4195-8590-BB00D4D9FD4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33B9281-A7E6-4C1C-B702-9663A49C341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D3F8D609-1A07-461B-9005-AFCAE977583E}"/>
              </a:ext>
            </a:extLst>
          </p:cNvPr>
          <p:cNvPicPr>
            <a:picLocks xmlns:a="http://schemas.openxmlformats.org/drawingml/2006/main" noChangeAspect="1"/>
          </p:cNvPicPr>
          <p:nvPr/>
        </p:nvPicPr>
        <p:blipFill>
          <a:blip xmlns:r="http://schemas.openxmlformats.org/officeDocument/2006/relationships" xmlns:a="http://schemas.openxmlformats.org/drawingml/2006/main" r:embed="Rb16f301033834b67"/>
          <a:stretch xmlns:a="http://schemas.openxmlformats.org/drawingml/2006/main"/>
        </p:blipFill>
        <p:spPr>
          <a:xfrm xmlns:a="http://schemas.openxmlformats.org/drawingml/2006/main">
            <a:off x="5118497" y="4857750"/>
            <a:ext cx="805100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9E24D1B-05EF-4657-853C-B3A0CA7092B0}"/>
              </a:ext>
            </a:extLst>
          </p:cNvPr>
          <p:cNvPicPr>
            <a:picLocks xmlns:a="http://schemas.openxmlformats.org/drawingml/2006/main" noChangeAspect="1"/>
          </p:cNvPicPr>
          <p:nvPr/>
        </p:nvPicPr>
        <p:blipFill>
          <a:blip xmlns:r="http://schemas.openxmlformats.org/officeDocument/2006/relationships" xmlns:a="http://schemas.openxmlformats.org/drawingml/2006/main" r:embed="Rb4a931b68bd64e05"/>
          <a:stretch xmlns:a="http://schemas.openxmlformats.org/drawingml/2006/main"/>
        </p:blipFill>
        <p:spPr>
          <a:xfrm xmlns:a="http://schemas.openxmlformats.org/drawingml/2006/main">
            <a:off x="5118497" y="6715125"/>
            <a:ext cx="8051006" cy="8572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0EFE1C05-5111-4C45-82D5-26A8FA997683}"/>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AC921D84-7F18-4584-A4CC-04D3269F85FA}"/>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3114A60F-BDD1-469C-936E-C372EAA5647F}"/>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354364924"/>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C50400-F958-4C78-B43E-BDBA6CEAC69B}"/>
              </a:ext>
            </a:extLst>
          </p:cNvPr>
          <p:cNvPicPr>
            <a:picLocks xmlns:a="http://schemas.openxmlformats.org/drawingml/2006/main" noChangeAspect="1"/>
          </p:cNvPicPr>
          <p:nvPr/>
        </p:nvPicPr>
        <p:blipFill>
          <a:blip xmlns:r="http://schemas.openxmlformats.org/officeDocument/2006/relationships" xmlns:a="http://schemas.openxmlformats.org/drawingml/2006/main" r:embed="Rb52ae111b3e24be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2E20ED-3BD3-4483-98E0-B4D0ED6284C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8E0CFE-824D-42E5-8BE6-29F010703D5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68EF4CC-5019-43B2-843F-AB67E15F86A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262C6E-AB1F-40E5-81F3-B4ACE5D3A6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A10A907-94FF-4CF9-BBDD-76C290CE39A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830FE76C-602E-48F2-A7CA-5A6CE050C584}"/>
              </a:ext>
            </a:extLst>
          </p:cNvPr>
          <p:cNvPicPr>
            <a:picLocks xmlns:a="http://schemas.openxmlformats.org/drawingml/2006/main" noChangeAspect="1"/>
          </p:cNvPicPr>
          <p:nvPr/>
        </p:nvPicPr>
        <p:blipFill>
          <a:blip xmlns:r="http://schemas.openxmlformats.org/officeDocument/2006/relationships" xmlns:a="http://schemas.openxmlformats.org/drawingml/2006/main" r:embed="R96fc2cb002774780"/>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655C42CC-D4DF-450B-8E16-574FD26E2F0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50EFC6B8-6BD3-45D0-A739-6DF3F517E76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2005071522"/>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C454D758-CE41-4687-951E-755773157801}"/>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96F29CD-7EFE-486B-83FD-B59DB951D359}"/>
              </a:ext>
            </a:extLst>
          </p:cNvPr>
          <p:cNvPicPr>
            <a:picLocks xmlns:a="http://schemas.openxmlformats.org/drawingml/2006/main" noChangeAspect="1"/>
          </p:cNvPicPr>
          <p:nvPr/>
        </p:nvPicPr>
        <p:blipFill>
          <a:blip xmlns:r="http://schemas.openxmlformats.org/officeDocument/2006/relationships" xmlns:a="http://schemas.openxmlformats.org/drawingml/2006/main" r:embed="R7b7e2fe6c3f843b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121A65-78AC-4E83-9356-6477F7DCE37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AFADB0-2ECC-4055-908B-A7962C1437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C05CDC7-9D93-4C69-B2A9-55647AD5C3B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F3F1F99-5336-4548-84A6-24D0876B7F1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C771B03-EE62-4B55-B61F-405E2FC76EE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계수를 곱해 더한다</a:t>
            </a:r>
          </a:p>
        </p:txBody>
      </p:sp>
      <p:pic>
        <p:nvPicPr>
          <p:cNvPr id="14" name="">
            <a:extLst xmlns:a="http://schemas.openxmlformats.org/drawingml/2006/main">
              <a:ext uri="{FF2B5EF4-FFF2-40B4-BE49-F238E27FC236}">
                <a16:creationId xmlns:a16="http://schemas.microsoft.com/office/drawing/2014/main" id="{C0967DBC-9F1B-4A88-B64E-1A248D8B4A30}"/>
              </a:ext>
            </a:extLst>
          </p:cNvPr>
          <p:cNvPicPr>
            <a:picLocks xmlns:a="http://schemas.openxmlformats.org/drawingml/2006/main" noChangeAspect="1"/>
          </p:cNvPicPr>
          <p:nvPr/>
        </p:nvPicPr>
        <p:blipFill>
          <a:blip xmlns:r="http://schemas.openxmlformats.org/officeDocument/2006/relationships" xmlns:a="http://schemas.openxmlformats.org/drawingml/2006/main" r:embed="Rf7b258a1604b43d2"/>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F05B7622-9003-4118-B5D1-458BF6F5A4E8}"/>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각 물질의 반응 계수를 표의 값에 곱한다.</a:t>
            </a:r>
          </a:p>
        </p:txBody>
      </p:sp>
      <p:sp>
        <p:nvSpPr>
          <p:cNvPr id="17" name="text">
            <a:extLst xmlns:a="http://schemas.openxmlformats.org/drawingml/2006/main">
              <a:ext uri="{FF2B5EF4-FFF2-40B4-BE49-F238E27FC236}">
                <a16:creationId xmlns:a16="http://schemas.microsoft.com/office/drawing/2014/main" id="{72893075-8814-4B54-8A98-8111DEF314EE}"/>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18891430"/>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A4453AA8-6E72-45C8-9011-8BA76D98FC0E}"/>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29B1682-801F-4BC9-9F19-029B418D31D0}"/>
              </a:ext>
            </a:extLst>
          </p:cNvPr>
          <p:cNvPicPr>
            <a:picLocks xmlns:a="http://schemas.openxmlformats.org/drawingml/2006/main" noChangeAspect="1"/>
          </p:cNvPicPr>
          <p:nvPr/>
        </p:nvPicPr>
        <p:blipFill>
          <a:blip xmlns:r="http://schemas.openxmlformats.org/officeDocument/2006/relationships" xmlns:a="http://schemas.openxmlformats.org/drawingml/2006/main" r:embed="R844f38b7157f45a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23378B-972D-4A5F-83B0-25522CA2F84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19CEFA-C101-4D39-A06C-BF9293348C2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D71998C-E977-4BE2-9280-6F032CA8176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F6075F-A9EC-4EB1-96E3-917BD70867D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A044A39-DEB5-4471-891A-062E04A66BB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표의 값에 반응 계수를 곱한다</a:t>
            </a:r>
          </a:p>
        </p:txBody>
      </p:sp>
      <p:pic>
        <p:nvPicPr>
          <p:cNvPr id="14" name="">
            <a:extLst xmlns:a="http://schemas.openxmlformats.org/drawingml/2006/main">
              <a:ext uri="{FF2B5EF4-FFF2-40B4-BE49-F238E27FC236}">
                <a16:creationId xmlns:a16="http://schemas.microsoft.com/office/drawing/2014/main" id="{ED2769A2-F776-45BC-AE16-B37B3A05E21E}"/>
              </a:ext>
            </a:extLst>
          </p:cNvPr>
          <p:cNvPicPr>
            <a:picLocks xmlns:a="http://schemas.openxmlformats.org/drawingml/2006/main" noChangeAspect="1"/>
          </p:cNvPicPr>
          <p:nvPr/>
        </p:nvPicPr>
        <p:blipFill>
          <a:blip xmlns:r="http://schemas.openxmlformats.org/officeDocument/2006/relationships" xmlns:a="http://schemas.openxmlformats.org/drawingml/2006/main" r:embed="Recd042b7cb8d4ff5"/>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870537F6-42A6-4C09-8879-C0ABBFAD0352}"/>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Σ는 각 물질의 값을 모두 더한다는 뜻이다.</a:t>
            </a:r>
          </a:p>
        </p:txBody>
      </p:sp>
      <p:sp>
        <p:nvSpPr>
          <p:cNvPr id="17" name="text">
            <a:extLst xmlns:a="http://schemas.openxmlformats.org/drawingml/2006/main">
              <a:ext uri="{FF2B5EF4-FFF2-40B4-BE49-F238E27FC236}">
                <a16:creationId xmlns:a16="http://schemas.microsoft.com/office/drawing/2014/main" id="{6B1705FC-A48B-45D6-903D-E35B709895D5}"/>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
        <p:nvSpPr>
          <p:cNvPr id="18" name="text">
            <a:extLst xmlns:a="http://schemas.openxmlformats.org/drawingml/2006/main">
              <a:ext uri="{FF2B5EF4-FFF2-40B4-BE49-F238E27FC236}">
                <a16:creationId xmlns:a16="http://schemas.microsoft.com/office/drawing/2014/main" id="{9C266F8F-225D-4738-91A6-9201EE2CA6A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표의 생성 엔탈피 값은 물질 1 mol을 기준으로 한다.</a:t>
            </a:r>
          </a:p>
        </p:txBody>
      </p:sp>
    </p:spTree>
    <p:extLst>
      <p:ext uri="{BB962C8B-B14F-4D97-AF65-F5344CB8AC3E}">
        <p14:creationId xmlns:p14="http://schemas.microsoft.com/office/powerpoint/2010/main" val="907673252"/>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E791DD7-8BD1-421A-95CC-BCA2C8E7DDF0}"/>
              </a:ext>
            </a:extLst>
          </p:cNvPr>
          <p:cNvPicPr>
            <a:picLocks xmlns:a="http://schemas.openxmlformats.org/drawingml/2006/main" noChangeAspect="1"/>
          </p:cNvPicPr>
          <p:nvPr/>
        </p:nvPicPr>
        <p:blipFill>
          <a:blip xmlns:r="http://schemas.openxmlformats.org/officeDocument/2006/relationships" xmlns:a="http://schemas.openxmlformats.org/drawingml/2006/main" r:embed="Ra6e28b9efb054ed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E4C31E-CDFD-4A93-8AB9-FB983C0BDD7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CC09DA-E2B1-4889-BA79-4C90417BAF9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F2EEFCF-A96D-4DA1-A7CA-6CAE818473C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C5D1C7-485E-4979-BB41-742104D47DD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9E9FA98-7CBB-4FF8-9013-36DECFF8B02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88415300-9EA3-4506-972D-C081743C9DC7}"/>
              </a:ext>
            </a:extLst>
          </p:cNvPr>
          <p:cNvPicPr>
            <a:picLocks xmlns:a="http://schemas.openxmlformats.org/drawingml/2006/main" noChangeAspect="1"/>
          </p:cNvPicPr>
          <p:nvPr/>
        </p:nvPicPr>
        <p:blipFill>
          <a:blip xmlns:r="http://schemas.openxmlformats.org/officeDocument/2006/relationships" xmlns:a="http://schemas.openxmlformats.org/drawingml/2006/main" r:embed="R67e97c3c401143bd"/>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059F541B-D926-48A9-A5D3-604FFD10B1B8}"/>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193CA55-8D1D-42C7-B4C9-20D21984D86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1C5E85A-C60D-486D-B497-34D5D79ADF68}"/>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1F9D893-D2F2-4418-B0B1-0E757CDA3BEB}"/>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B747610-CEA6-4BDF-94D6-1F00F5596BB9}"/>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6B69787D-78E6-4078-BCBA-B131B5E67510}"/>
              </a:ext>
            </a:extLst>
          </p:cNvPr>
          <p:cNvPicPr>
            <a:picLocks xmlns:a="http://schemas.openxmlformats.org/drawingml/2006/main" noChangeAspect="1"/>
          </p:cNvPicPr>
          <p:nvPr/>
        </p:nvPicPr>
        <p:blipFill>
          <a:blip xmlns:r="http://schemas.openxmlformats.org/officeDocument/2006/relationships" xmlns:a="http://schemas.openxmlformats.org/drawingml/2006/main" r:embed="R7f5536fca37f4432"/>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341163269"/>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BE6B6BB-DD06-4DCB-A35E-D1A242FA99E5}"/>
              </a:ext>
            </a:extLst>
          </p:cNvPr>
          <p:cNvPicPr>
            <a:picLocks xmlns:a="http://schemas.openxmlformats.org/drawingml/2006/main" noChangeAspect="1"/>
          </p:cNvPicPr>
          <p:nvPr/>
        </p:nvPicPr>
        <p:blipFill>
          <a:blip xmlns:r="http://schemas.openxmlformats.org/officeDocument/2006/relationships" xmlns:a="http://schemas.openxmlformats.org/drawingml/2006/main" r:embed="R8e1bf9f133714c1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4F1D8B-BC49-48DD-8722-0B52ACE157C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AC931C-54C0-4845-A659-CDB6FE9A605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08A17EE-7CCE-4171-8ACD-37AE67041FC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275DF6-2E11-4F1D-9221-675F7D1231C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966AF37-59DD-4EA0-AA51-B194BFA96B0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EACAD190-5109-4DAE-85AA-456DAD8ABB4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FAEB6326-FADC-4338-94A7-04122D02D5D9}"/>
              </a:ext>
            </a:extLst>
          </p:cNvPr>
          <p:cNvPicPr>
            <a:picLocks xmlns:a="http://schemas.openxmlformats.org/drawingml/2006/main" noChangeAspect="1"/>
          </p:cNvPicPr>
          <p:nvPr/>
        </p:nvPicPr>
        <p:blipFill>
          <a:blip xmlns:r="http://schemas.openxmlformats.org/officeDocument/2006/relationships" xmlns:a="http://schemas.openxmlformats.org/drawingml/2006/main" r:embed="R71371fa2604c46e5"/>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40E899E-309D-4F6E-8101-5BA2432330F8}"/>
              </a:ext>
            </a:extLst>
          </p:cNvPr>
          <p:cNvSpPr>
            <a:spLocks xmlns:a="http://schemas.openxmlformats.org/drawingml/2006/main" noGrp="1"/>
          </p:cNvSpPr>
          <p:nvPr/>
        </p:nvSpPr>
        <p:spPr>
          <a:xfrm xmlns:a="http://schemas.openxmlformats.org/drawingml/2006/main">
            <a:off x="2333625" y="53530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①</a:t>
            </a:r>
          </a:p>
        </p:txBody>
      </p:sp>
      <p:sp>
        <p:nvSpPr>
          <p:cNvPr id="10" name="text">
            <a:extLst xmlns:a="http://schemas.openxmlformats.org/drawingml/2006/main">
              <a:ext uri="{FF2B5EF4-FFF2-40B4-BE49-F238E27FC236}">
                <a16:creationId xmlns:a16="http://schemas.microsoft.com/office/drawing/2014/main" id="{A1AB257C-D024-437F-8FA7-2E99AA30A843}"/>
              </a:ext>
            </a:extLst>
          </p:cNvPr>
          <p:cNvSpPr>
            <a:spLocks xmlns:a="http://schemas.openxmlformats.org/drawingml/2006/main" noGrp="1"/>
          </p:cNvSpPr>
          <p:nvPr/>
        </p:nvSpPr>
        <p:spPr>
          <a:xfrm xmlns:a="http://schemas.openxmlformats.org/drawingml/2006/main">
            <a:off x="2333625" y="65817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②</a:t>
            </a:r>
          </a:p>
        </p:txBody>
      </p:sp>
      <p:sp>
        <p:nvSpPr>
          <p:cNvPr id="11" name="text">
            <a:extLst xmlns:a="http://schemas.openxmlformats.org/drawingml/2006/main">
              <a:ext uri="{FF2B5EF4-FFF2-40B4-BE49-F238E27FC236}">
                <a16:creationId xmlns:a16="http://schemas.microsoft.com/office/drawing/2014/main" id="{B7DAFBE0-6734-46CB-B244-91D234DA4E3A}"/>
              </a:ext>
            </a:extLst>
          </p:cNvPr>
          <p:cNvSpPr>
            <a:spLocks xmlns:a="http://schemas.openxmlformats.org/drawingml/2006/main" noGrp="1"/>
          </p:cNvSpPr>
          <p:nvPr/>
        </p:nvSpPr>
        <p:spPr>
          <a:xfrm xmlns:a="http://schemas.openxmlformats.org/drawingml/2006/main">
            <a:off x="2333625" y="7820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③</a:t>
            </a:r>
          </a:p>
        </p:txBody>
      </p:sp>
    </p:spTree>
    <p:extLst>
      <p:ext uri="{BB962C8B-B14F-4D97-AF65-F5344CB8AC3E}">
        <p14:creationId xmlns:p14="http://schemas.microsoft.com/office/powerpoint/2010/main" val="355061129"/>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86DC1F1-6A17-4214-81B5-168CF086CA4C}"/>
              </a:ext>
            </a:extLst>
          </p:cNvPr>
          <p:cNvPicPr>
            <a:picLocks xmlns:a="http://schemas.openxmlformats.org/drawingml/2006/main" noChangeAspect="1"/>
          </p:cNvPicPr>
          <p:nvPr/>
        </p:nvPicPr>
        <p:blipFill>
          <a:blip xmlns:r="http://schemas.openxmlformats.org/officeDocument/2006/relationships" xmlns:a="http://schemas.openxmlformats.org/drawingml/2006/main" r:embed="R56572e2d715e442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789FA7-9241-4048-9A0F-2906B5D431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C95B91-8555-469E-8D6F-7A0FB577F4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8A682913-542A-4864-B36A-BEB76A3D8F8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2876636-760B-47A8-8075-27DCCF65532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D29343E-89A4-436B-85D9-D43FDA65A65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998C1DB1-753E-4B11-A10B-C2A9CA408F33}"/>
              </a:ext>
            </a:extLst>
          </p:cNvPr>
          <p:cNvPicPr>
            <a:picLocks xmlns:a="http://schemas.openxmlformats.org/drawingml/2006/main" noChangeAspect="1"/>
          </p:cNvPicPr>
          <p:nvPr/>
        </p:nvPicPr>
        <p:blipFill>
          <a:blip xmlns:r="http://schemas.openxmlformats.org/officeDocument/2006/relationships" xmlns:a="http://schemas.openxmlformats.org/drawingml/2006/main" r:embed="Rb89f56d928194017"/>
          <a:stretch xmlns:a="http://schemas.openxmlformats.org/drawingml/2006/main"/>
        </p:blipFill>
        <p:spPr>
          <a:xfrm xmlns:a="http://schemas.openxmlformats.org/drawingml/2006/main">
            <a:off x="3320375" y="4524375"/>
            <a:ext cx="11647249" cy="4657725"/>
          </a:xfrm>
          <a:prstGeom xmlns:a="http://schemas.openxmlformats.org/drawingml/2006/main" prst="rect">
            <a:avLst/>
          </a:prstGeom>
        </p:spPr>
      </p:pic>
    </p:spTree>
    <p:extLst>
      <p:ext uri="{BB962C8B-B14F-4D97-AF65-F5344CB8AC3E}">
        <p14:creationId xmlns:p14="http://schemas.microsoft.com/office/powerpoint/2010/main" val="1829520027"/>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BDC888E-53A1-460D-B328-E0366B41C196}"/>
              </a:ext>
            </a:extLst>
          </p:cNvPr>
          <p:cNvPicPr>
            <a:picLocks xmlns:a="http://schemas.openxmlformats.org/drawingml/2006/main" noChangeAspect="1"/>
          </p:cNvPicPr>
          <p:nvPr/>
        </p:nvPicPr>
        <p:blipFill>
          <a:blip xmlns:r="http://schemas.openxmlformats.org/officeDocument/2006/relationships" xmlns:a="http://schemas.openxmlformats.org/drawingml/2006/main" r:embed="Rd9d45ca232cb49a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52D07E-FADE-4C65-B967-4951BE081E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F6B617-CA16-4F8B-A628-29337BCD8A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93BC32D-F544-4DEB-9F62-45204EB86B9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4DA2E79-5EB9-46D8-ABAE-248C7DD4714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79C1EA4-B281-46C6-ACA0-6A7FACF95ED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64EE1685-C382-4FB4-86A7-78DAAFBECE4A}"/>
              </a:ext>
            </a:extLst>
          </p:cNvPr>
          <p:cNvPicPr>
            <a:picLocks xmlns:a="http://schemas.openxmlformats.org/drawingml/2006/main" noChangeAspect="1"/>
          </p:cNvPicPr>
          <p:nvPr/>
        </p:nvPicPr>
        <p:blipFill>
          <a:blip xmlns:r="http://schemas.openxmlformats.org/officeDocument/2006/relationships" xmlns:a="http://schemas.openxmlformats.org/drawingml/2006/main" r:embed="R117dd3e0aebb4367"/>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C5FDC1F-27D5-4E68-BB01-E7AE93A72CB1}"/>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5FD64E3C-3DD5-47E1-A45B-909261950F74}"/>
              </a:ext>
            </a:extLst>
          </p:cNvPr>
          <p:cNvPicPr>
            <a:picLocks xmlns:a="http://schemas.openxmlformats.org/drawingml/2006/main" noChangeAspect="1"/>
          </p:cNvPicPr>
          <p:nvPr/>
        </p:nvPicPr>
        <p:blipFill>
          <a:blip xmlns:r="http://schemas.openxmlformats.org/officeDocument/2006/relationships" xmlns:a="http://schemas.openxmlformats.org/drawingml/2006/main" r:embed="R2e667c57e4fb42b5"/>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2" name="해석·결론">
            <a:extLst xmlns:a="http://schemas.openxmlformats.org/drawingml/2006/main">
              <a:ext uri="{FF2B5EF4-FFF2-40B4-BE49-F238E27FC236}">
                <a16:creationId xmlns:a16="http://schemas.microsoft.com/office/drawing/2014/main" id="{9196A5DC-5A13-43C6-9B24-601A2216F87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B129BAE-38AB-4F55-AC0C-AFA30671B47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기화는 열을 흡수하므로 </a:t>
            </a:r>
            <a:r>
              <a:rPr sz="3338">
                <a:solidFill>
                  <a:srgbClr val="FFFFFF"/>
                </a:solidFill>
                <a:latin typeface="Pretendard"/>
                <a:ea typeface="Pretendard"/>
                <a:cs typeface="Pretendard"/>
              </a:rPr>
              <a:t>Δ</a:t>
            </a:r>
            <a:r>
              <a:rPr sz="3338" i="1">
                <a:solidFill>
                  <a:srgbClr val="FFFFFF"/>
                </a:solidFill>
                <a:latin typeface="Pretendard"/>
                <a:ea typeface="Pretendard"/>
                <a:cs typeface="Pretendard"/>
              </a:rPr>
              <a:t>H</a:t>
            </a:r>
            <a:r>
              <a:rPr sz="3338">
                <a:solidFill>
                  <a:srgbClr val="FFFFFF"/>
                </a:solidFill>
                <a:latin typeface="Pretendard"/>
                <a:ea typeface="Pretendard"/>
                <a:cs typeface="Pretendard"/>
              </a:rPr>
              <a:t> &gt; 0</a:t>
            </a:r>
          </a:p>
        </p:txBody>
      </p:sp>
      <p:pic>
        <p:nvPicPr>
          <p:cNvPr id="14" name="">
            <a:extLst xmlns:a="http://schemas.openxmlformats.org/drawingml/2006/main">
              <a:ext uri="{FF2B5EF4-FFF2-40B4-BE49-F238E27FC236}">
                <a16:creationId xmlns:a16="http://schemas.microsoft.com/office/drawing/2014/main" id="{674ACCAB-49C2-4D77-BEB1-009E04CADDA0}"/>
              </a:ext>
            </a:extLst>
          </p:cNvPr>
          <p:cNvPicPr>
            <a:picLocks xmlns:a="http://schemas.openxmlformats.org/drawingml/2006/main" noChangeAspect="1"/>
          </p:cNvPicPr>
          <p:nvPr/>
        </p:nvPicPr>
        <p:blipFill>
          <a:blip xmlns:r="http://schemas.openxmlformats.org/officeDocument/2006/relationships" xmlns:a="http://schemas.openxmlformats.org/drawingml/2006/main" r:embed="R26cdbb67742b41e3"/>
          <a:stretch xmlns:a="http://schemas.openxmlformats.org/drawingml/2006/main"/>
        </p:blipFill>
        <p:spPr>
          <a:xfrm xmlns:a="http://schemas.openxmlformats.org/drawingml/2006/main">
            <a:off x="11541108" y="6660735"/>
            <a:ext cx="3587784" cy="1013656"/>
          </a:xfrm>
          <a:prstGeom xmlns:a="http://schemas.openxmlformats.org/drawingml/2006/main" prst="rect">
            <a:avLst/>
          </a:prstGeom>
        </p:spPr>
      </p:pic>
    </p:spTree>
    <p:extLst>
      <p:ext uri="{BB962C8B-B14F-4D97-AF65-F5344CB8AC3E}">
        <p14:creationId xmlns:p14="http://schemas.microsoft.com/office/powerpoint/2010/main" val="1122303086"/>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39B32419-747C-424D-BA38-269BD0AAE410}"/>
              </a:ext>
            </a:extLst>
          </p:cNvPr>
          <p:cNvSpPr>
            <a:spLocks xmlns:a="http://schemas.openxmlformats.org/drawingml/2006/main" noGrp="1"/>
          </p:cNvSpPr>
          <p:nvPr/>
        </p:nvSpPr>
        <p:spPr>
          <a:xfrm xmlns:a="http://schemas.openxmlformats.org/drawingml/2006/main">
            <a:off x="112395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921C939F-A3E6-43E1-B4FD-612278BC61F8}"/>
              </a:ext>
            </a:extLst>
          </p:cNvPr>
          <p:cNvSpPr>
            <a:spLocks xmlns:a="http://schemas.openxmlformats.org/drawingml/2006/main" noGrp="1"/>
          </p:cNvSpPr>
          <p:nvPr/>
        </p:nvSpPr>
        <p:spPr>
          <a:xfrm xmlns:a="http://schemas.openxmlformats.org/drawingml/2006/main">
            <a:off x="752475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46CAEF4C-23B8-4748-A1BC-046CB9AFB7EA}"/>
              </a:ext>
            </a:extLst>
          </p:cNvPr>
          <p:cNvSpPr>
            <a:spLocks xmlns:a="http://schemas.openxmlformats.org/drawingml/2006/main" noGrp="1"/>
          </p:cNvSpPr>
          <p:nvPr/>
        </p:nvSpPr>
        <p:spPr>
          <a:xfrm xmlns:a="http://schemas.openxmlformats.org/drawingml/2006/main">
            <a:off x="38100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7D2DFE1A-163F-422E-BE6A-E5739BD765FC}"/>
              </a:ext>
            </a:extLst>
          </p:cNvPr>
          <p:cNvPicPr>
            <a:picLocks xmlns:a="http://schemas.openxmlformats.org/drawingml/2006/main" noChangeAspect="1"/>
          </p:cNvPicPr>
          <p:nvPr/>
        </p:nvPicPr>
        <p:blipFill>
          <a:blip xmlns:r="http://schemas.openxmlformats.org/officeDocument/2006/relationships" xmlns:a="http://schemas.openxmlformats.org/drawingml/2006/main" r:embed="R58323c869cd6416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F53CDF-0E4A-420F-A199-1302FEF5AF7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02456C-5EB0-45B2-8C0E-D95046969FC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848C966-3CA3-4D1A-883F-83630F42262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931FB70-A439-4FCA-9029-56C57333AAA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A506A9BD-5993-4A81-8954-3C964767301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3146D48A-6B9B-4CBE-B017-986A4381E2A1}"/>
              </a:ext>
            </a:extLst>
          </p:cNvPr>
          <p:cNvSpPr>
            <a:spLocks xmlns:a="http://schemas.openxmlformats.org/drawingml/2006/main" noGrp="1"/>
          </p:cNvSpPr>
          <p:nvPr/>
        </p:nvSpPr>
        <p:spPr>
          <a:xfrm xmlns:a="http://schemas.openxmlformats.org/drawingml/2006/main">
            <a:off x="40005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CD0043D7-DBD4-449C-8F41-04277F4DE36A}"/>
              </a:ext>
            </a:extLst>
          </p:cNvPr>
          <p:cNvSpPr>
            <a:spLocks xmlns:a="http://schemas.openxmlformats.org/drawingml/2006/main" noGrp="1"/>
          </p:cNvSpPr>
          <p:nvPr/>
        </p:nvSpPr>
        <p:spPr>
          <a:xfrm xmlns:a="http://schemas.openxmlformats.org/drawingml/2006/main">
            <a:off x="40005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B9B69E35-36AC-4BCB-B750-45DB50B07CE8}"/>
              </a:ext>
            </a:extLst>
          </p:cNvPr>
          <p:cNvSpPr>
            <a:spLocks xmlns:a="http://schemas.openxmlformats.org/drawingml/2006/main" noGrp="1"/>
          </p:cNvSpPr>
          <p:nvPr/>
        </p:nvSpPr>
        <p:spPr>
          <a:xfrm xmlns:a="http://schemas.openxmlformats.org/drawingml/2006/main">
            <a:off x="40005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생성되는 물질 1 mol을</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7F6D8FC1-BFC2-485F-93CE-9190C12A52B3}"/>
              </a:ext>
            </a:extLst>
          </p:cNvPr>
          <p:cNvSpPr>
            <a:spLocks xmlns:a="http://schemas.openxmlformats.org/drawingml/2006/main" noGrp="1"/>
          </p:cNvSpPr>
          <p:nvPr/>
        </p:nvSpPr>
        <p:spPr>
          <a:xfrm xmlns:a="http://schemas.openxmlformats.org/drawingml/2006/main">
            <a:off x="771525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533F147A-738E-4000-B7E8-0C62A23D09B4}"/>
              </a:ext>
            </a:extLst>
          </p:cNvPr>
          <p:cNvSpPr>
            <a:spLocks xmlns:a="http://schemas.openxmlformats.org/drawingml/2006/main" noGrp="1"/>
          </p:cNvSpPr>
          <p:nvPr/>
        </p:nvSpPr>
        <p:spPr>
          <a:xfrm xmlns:a="http://schemas.openxmlformats.org/drawingml/2006/main">
            <a:off x="771525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9C58A747-E068-449B-8956-BF78A2038619}"/>
              </a:ext>
            </a:extLst>
          </p:cNvPr>
          <p:cNvSpPr>
            <a:spLocks xmlns:a="http://schemas.openxmlformats.org/drawingml/2006/main" noGrp="1"/>
          </p:cNvSpPr>
          <p:nvPr/>
        </p:nvSpPr>
        <p:spPr>
          <a:xfrm xmlns:a="http://schemas.openxmlformats.org/drawingml/2006/main">
            <a:off x="771525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원소의 형태와</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F2CAB58E-B82B-4BD9-A158-1D89D5281388}"/>
              </a:ext>
            </a:extLst>
          </p:cNvPr>
          <p:cNvSpPr>
            <a:spLocks xmlns:a="http://schemas.openxmlformats.org/drawingml/2006/main" noGrp="1"/>
          </p:cNvSpPr>
          <p:nvPr/>
        </p:nvSpPr>
        <p:spPr>
          <a:xfrm xmlns:a="http://schemas.openxmlformats.org/drawingml/2006/main">
            <a:off x="114300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E372C819-3A9F-4FC6-AC80-69402BDEBEBF}"/>
              </a:ext>
            </a:extLst>
          </p:cNvPr>
          <p:cNvSpPr>
            <a:spLocks xmlns:a="http://schemas.openxmlformats.org/drawingml/2006/main" noGrp="1"/>
          </p:cNvSpPr>
          <p:nvPr/>
        </p:nvSpPr>
        <p:spPr>
          <a:xfrm xmlns:a="http://schemas.openxmlformats.org/drawingml/2006/main">
            <a:off x="114300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48AA9A9E-5A8D-4209-822D-E30D4EFCCE7E}"/>
              </a:ext>
            </a:extLst>
          </p:cNvPr>
          <p:cNvSpPr>
            <a:spLocks xmlns:a="http://schemas.openxmlformats.org/drawingml/2006/main" noGrp="1"/>
          </p:cNvSpPr>
          <p:nvPr/>
        </p:nvSpPr>
        <p:spPr>
          <a:xfrm xmlns:a="http://schemas.openxmlformats.org/drawingml/2006/main">
            <a:off x="114300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반응 계수를 곱하고</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9454A47C-7134-49CD-B173-D3939901ABDC}"/>
              </a:ext>
            </a:extLst>
          </p:cNvPr>
          <p:cNvSpPr>
            <a:spLocks xmlns:a="http://schemas.openxmlformats.org/drawingml/2006/main" noGrp="1"/>
          </p:cNvSpPr>
          <p:nvPr/>
        </p:nvSpPr>
        <p:spPr>
          <a:xfrm xmlns:a="http://schemas.openxmlformats.org/drawingml/2006/main">
            <a:off x="2667000" y="871537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515528758"/>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B36E8B0-FD42-4069-B71D-532C4C2CD7C4}"/>
              </a:ext>
            </a:extLst>
          </p:cNvPr>
          <p:cNvPicPr>
            <a:picLocks xmlns:a="http://schemas.openxmlformats.org/drawingml/2006/main" noChangeAspect="1"/>
          </p:cNvPicPr>
          <p:nvPr/>
        </p:nvPicPr>
        <p:blipFill>
          <a:blip xmlns:r="http://schemas.openxmlformats.org/officeDocument/2006/relationships" xmlns:a="http://schemas.openxmlformats.org/drawingml/2006/main" r:embed="Rc76c491e27cb4fc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B22B816-F8B5-4DC0-9A32-86BD8820678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51CDC92-35EE-44AA-8DF4-447A3310244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2143325-4736-4C4C-8BC0-83D08858E21B}"/>
              </a:ext>
            </a:extLst>
          </p:cNvPr>
          <p:cNvPicPr>
            <a:picLocks xmlns:a="http://schemas.openxmlformats.org/drawingml/2006/main" noChangeAspect="1"/>
          </p:cNvPicPr>
          <p:nvPr/>
        </p:nvPicPr>
        <p:blipFill>
          <a:blip xmlns:r="http://schemas.openxmlformats.org/officeDocument/2006/relationships" xmlns:a="http://schemas.openxmlformats.org/drawingml/2006/main" r:embed="Rbbf2cef47259449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B1D15EA4-7E13-4CF3-85D1-90C21EF1C76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1DB26906-0045-473E-BA50-18B0850E291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33533433-8469-4450-A0F7-752410347AD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DF7171DE-52BC-4535-B402-75E21ED94F9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02204673"/>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2BCAC3C-643C-40A7-881A-FCC089CD3BF1}"/>
              </a:ext>
            </a:extLst>
          </p:cNvPr>
          <p:cNvPicPr>
            <a:picLocks xmlns:a="http://schemas.openxmlformats.org/drawingml/2006/main" noChangeAspect="1"/>
          </p:cNvPicPr>
          <p:nvPr/>
        </p:nvPicPr>
        <p:blipFill>
          <a:blip xmlns:r="http://schemas.openxmlformats.org/officeDocument/2006/relationships" xmlns:a="http://schemas.openxmlformats.org/drawingml/2006/main" r:embed="Rfd17d275be1b4fc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90F2F1-D00E-4B02-B31E-4913E607D3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6F98BC-7F14-4EC5-A3BD-35F5F0FEE9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C424DFDE-F361-4A56-B2D3-02FAC8D6266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2876B81-B5DA-43CE-872C-247A9DB64E8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5311AFF-9ED9-4E26-BFD2-F4561D93A14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F7B377EF-CD40-48FA-8804-648B41A94E28}"/>
              </a:ext>
            </a:extLst>
          </p:cNvPr>
          <p:cNvPicPr>
            <a:picLocks xmlns:a="http://schemas.openxmlformats.org/drawingml/2006/main" noChangeAspect="1"/>
          </p:cNvPicPr>
          <p:nvPr/>
        </p:nvPicPr>
        <p:blipFill>
          <a:blip xmlns:r="http://schemas.openxmlformats.org/officeDocument/2006/relationships" xmlns:a="http://schemas.openxmlformats.org/drawingml/2006/main" r:embed="R3ec3cd337241456d"/>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D0B35C8-4E21-4D73-8E42-D408EB181532}"/>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B4CAF091-2FBB-4D43-9434-4EF473A12972}"/>
              </a:ext>
            </a:extLst>
          </p:cNvPr>
          <p:cNvPicPr>
            <a:picLocks xmlns:a="http://schemas.openxmlformats.org/drawingml/2006/main" noChangeAspect="1"/>
          </p:cNvPicPr>
          <p:nvPr/>
        </p:nvPicPr>
        <p:blipFill>
          <a:blip xmlns:r="http://schemas.openxmlformats.org/officeDocument/2006/relationships" xmlns:a="http://schemas.openxmlformats.org/drawingml/2006/main" r:embed="R60f5c36fce8b41ca"/>
          <a:stretch xmlns:a="http://schemas.openxmlformats.org/drawingml/2006/main"/>
        </p:blipFill>
        <p:spPr>
          <a:xfrm xmlns:a="http://schemas.openxmlformats.org/drawingml/2006/main">
            <a:off x="7626536" y="5134869"/>
            <a:ext cx="6107166" cy="58876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CAE5EC7-EFDE-4F7A-BD51-1B10F679D516}"/>
              </a:ext>
            </a:extLst>
          </p:cNvPr>
          <p:cNvPicPr>
            <a:picLocks xmlns:a="http://schemas.openxmlformats.org/drawingml/2006/main" noChangeAspect="1"/>
          </p:cNvPicPr>
          <p:nvPr/>
        </p:nvPicPr>
        <p:blipFill>
          <a:blip xmlns:r="http://schemas.openxmlformats.org/officeDocument/2006/relationships" xmlns:a="http://schemas.openxmlformats.org/drawingml/2006/main" r:embed="R99940b60e0c04dc1"/>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231FFAA-C456-4622-94CF-90D2AAA30011}"/>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937301CE-6839-4A12-8E2E-669354AA9E44}"/>
              </a:ext>
            </a:extLst>
          </p:cNvPr>
          <p:cNvPicPr>
            <a:picLocks xmlns:a="http://schemas.openxmlformats.org/drawingml/2006/main" noChangeAspect="1"/>
          </p:cNvPicPr>
          <p:nvPr/>
        </p:nvPicPr>
        <p:blipFill>
          <a:blip xmlns:r="http://schemas.openxmlformats.org/officeDocument/2006/relationships" xmlns:a="http://schemas.openxmlformats.org/drawingml/2006/main" r:embed="Re50916535fa34cff"/>
          <a:stretch xmlns:a="http://schemas.openxmlformats.org/drawingml/2006/main"/>
        </p:blipFill>
        <p:spPr>
          <a:xfrm xmlns:a="http://schemas.openxmlformats.org/drawingml/2006/main">
            <a:off x="7600482" y="8060524"/>
            <a:ext cx="9087787" cy="547701"/>
          </a:xfrm>
          <a:prstGeom xmlns:a="http://schemas.openxmlformats.org/drawingml/2006/main" prst="rect">
            <a:avLst/>
          </a:prstGeom>
        </p:spPr>
      </p:pic>
    </p:spTree>
    <p:extLst>
      <p:ext uri="{BB962C8B-B14F-4D97-AF65-F5344CB8AC3E}">
        <p14:creationId xmlns:p14="http://schemas.microsoft.com/office/powerpoint/2010/main" val="885515244"/>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17A4687-D0D3-44D8-A2DA-07F2F631B526}"/>
              </a:ext>
            </a:extLst>
          </p:cNvPr>
          <p:cNvPicPr>
            <a:picLocks xmlns:a="http://schemas.openxmlformats.org/drawingml/2006/main" noChangeAspect="1"/>
          </p:cNvPicPr>
          <p:nvPr/>
        </p:nvPicPr>
        <p:blipFill>
          <a:blip xmlns:r="http://schemas.openxmlformats.org/officeDocument/2006/relationships" xmlns:a="http://schemas.openxmlformats.org/drawingml/2006/main" r:embed="R925d447a8fd14b0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13EA7D-0713-4372-BE03-23D7A7FCAFF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D58BA5-7549-4D7E-B71A-807B4E87DCC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6B8AE384-FB32-4E59-A0E2-05DDB67E9AF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2A827F9-6DDC-4F95-912D-FFD4D1EDFD9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3F629B1-6B0E-4CD3-85E4-4BDB1FF75AD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8" name="">
            <a:extLst xmlns:a="http://schemas.openxmlformats.org/drawingml/2006/main">
              <a:ext uri="{FF2B5EF4-FFF2-40B4-BE49-F238E27FC236}">
                <a16:creationId xmlns:a16="http://schemas.microsoft.com/office/drawing/2014/main" id="{3CA08435-8FE8-494C-A8F7-66592881680C}"/>
              </a:ext>
            </a:extLst>
          </p:cNvPr>
          <p:cNvPicPr>
            <a:picLocks xmlns:a="http://schemas.openxmlformats.org/drawingml/2006/main" noChangeAspect="1"/>
          </p:cNvPicPr>
          <p:nvPr/>
        </p:nvPicPr>
        <p:blipFill>
          <a:blip xmlns:r="http://schemas.openxmlformats.org/officeDocument/2006/relationships" xmlns:a="http://schemas.openxmlformats.org/drawingml/2006/main" r:embed="R5a4a2c41d89e4fe4"/>
          <a:stretch xmlns:a="http://schemas.openxmlformats.org/drawingml/2006/main"/>
        </p:blipFill>
        <p:spPr>
          <a:xfrm xmlns:a="http://schemas.openxmlformats.org/drawingml/2006/main">
            <a:off x="2969355" y="5715000"/>
            <a:ext cx="7005764"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87556F8-8BC2-4064-917F-773EB291AD77}"/>
              </a:ext>
            </a:extLst>
          </p:cNvPr>
          <p:cNvPicPr>
            <a:picLocks xmlns:a="http://schemas.openxmlformats.org/drawingml/2006/main" noChangeAspect="1"/>
          </p:cNvPicPr>
          <p:nvPr/>
        </p:nvPicPr>
        <p:blipFill>
          <a:blip xmlns:r="http://schemas.openxmlformats.org/officeDocument/2006/relationships" xmlns:a="http://schemas.openxmlformats.org/drawingml/2006/main" r:embed="R1fc5ccfb748b47f6"/>
          <a:stretch xmlns:a="http://schemas.openxmlformats.org/drawingml/2006/main"/>
        </p:blipFill>
        <p:spPr>
          <a:xfrm xmlns:a="http://schemas.openxmlformats.org/drawingml/2006/main">
            <a:off x="12083621" y="5715000"/>
            <a:ext cx="3502882" cy="2286000"/>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E150BAEB-2DC5-489E-9C3F-969821FF76E9}"/>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5210C21-DC80-418B-9396-FA1501FAABA0}"/>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2371D544-8942-4689-B8D6-96AC8D1975CA}"/>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DB1EBF8-687C-49FD-80C4-363ACEE865A7}"/>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pic>
        <p:nvPicPr>
          <p:cNvPr id="14" name="">
            <a:extLst xmlns:a="http://schemas.openxmlformats.org/drawingml/2006/main">
              <a:ext uri="{FF2B5EF4-FFF2-40B4-BE49-F238E27FC236}">
                <a16:creationId xmlns:a16="http://schemas.microsoft.com/office/drawing/2014/main" id="{5622C145-F431-4C1B-845A-FEE833ECD94D}"/>
              </a:ext>
            </a:extLst>
          </p:cNvPr>
          <p:cNvPicPr>
            <a:picLocks xmlns:a="http://schemas.openxmlformats.org/drawingml/2006/main" noChangeAspect="1"/>
          </p:cNvPicPr>
          <p:nvPr/>
        </p:nvPicPr>
        <p:blipFill>
          <a:blip xmlns:r="http://schemas.openxmlformats.org/officeDocument/2006/relationships" xmlns:a="http://schemas.openxmlformats.org/drawingml/2006/main" r:embed="Rdad34bb1f47a488a"/>
          <a:stretch xmlns:a="http://schemas.openxmlformats.org/drawingml/2006/main"/>
        </p:blipFill>
        <p:spPr>
          <a:xfrm xmlns:a="http://schemas.openxmlformats.org/drawingml/2006/main">
            <a:off x="5901411" y="4191000"/>
            <a:ext cx="6485178" cy="1238250"/>
          </a:xfrm>
          <a:prstGeom xmlns:a="http://schemas.openxmlformats.org/drawingml/2006/main" prst="rect">
            <a:avLst/>
          </a:prstGeom>
        </p:spPr>
      </p:pic>
    </p:spTree>
    <p:extLst>
      <p:ext uri="{BB962C8B-B14F-4D97-AF65-F5344CB8AC3E}">
        <p14:creationId xmlns:p14="http://schemas.microsoft.com/office/powerpoint/2010/main" val="338050125"/>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레퍼런스 내용 영역">
            <a:extLst xmlns:a="http://schemas.openxmlformats.org/drawingml/2006/main">
              <a:ext uri="{FF2B5EF4-FFF2-40B4-BE49-F238E27FC236}">
                <a16:creationId xmlns:a16="http://schemas.microsoft.com/office/drawing/2014/main" id="{A9710FC6-B2FF-4873-BE24-AF7B5AAEC843}"/>
              </a:ext>
            </a:extLst>
          </p:cNvPr>
          <p:cNvSpPr>
            <a:spLocks xmlns:a="http://schemas.openxmlformats.org/drawingml/2006/main" noGrp="1"/>
          </p:cNvSpPr>
          <p:nvPr/>
        </p:nvSpPr>
        <p:spPr>
          <a:xfrm xmlns:a="http://schemas.openxmlformats.org/drawingml/2006/main">
            <a:off x="5715000" y="762000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6" name="레퍼런스 내용 영역">
            <a:extLst xmlns:a="http://schemas.openxmlformats.org/drawingml/2006/main">
              <a:ext uri="{FF2B5EF4-FFF2-40B4-BE49-F238E27FC236}">
                <a16:creationId xmlns:a16="http://schemas.microsoft.com/office/drawing/2014/main" id="{2FD7D4D4-9A2E-440E-B7FC-E15CDE26FBEB}"/>
              </a:ext>
            </a:extLst>
          </p:cNvPr>
          <p:cNvSpPr>
            <a:spLocks xmlns:a="http://schemas.openxmlformats.org/drawingml/2006/main" noGrp="1"/>
          </p:cNvSpPr>
          <p:nvPr/>
        </p:nvSpPr>
        <p:spPr>
          <a:xfrm xmlns:a="http://schemas.openxmlformats.org/drawingml/2006/main">
            <a:off x="3810000" y="762000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33" name="레퍼런스 내용 영역">
            <a:extLst xmlns:a="http://schemas.openxmlformats.org/drawingml/2006/main">
              <a:ext uri="{FF2B5EF4-FFF2-40B4-BE49-F238E27FC236}">
                <a16:creationId xmlns:a16="http://schemas.microsoft.com/office/drawing/2014/main" id="{222AABA0-EDC1-4482-9474-69EEA57EC536}"/>
              </a:ext>
            </a:extLst>
          </p:cNvPr>
          <p:cNvSpPr>
            <a:spLocks xmlns:a="http://schemas.openxmlformats.org/drawingml/2006/main" noGrp="1"/>
          </p:cNvSpPr>
          <p:nvPr/>
        </p:nvSpPr>
        <p:spPr>
          <a:xfrm xmlns:a="http://schemas.openxmlformats.org/drawingml/2006/main">
            <a:off x="5715000" y="6619875"/>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2" name="레퍼런스 내용 영역">
            <a:extLst xmlns:a="http://schemas.openxmlformats.org/drawingml/2006/main">
              <a:ext uri="{FF2B5EF4-FFF2-40B4-BE49-F238E27FC236}">
                <a16:creationId xmlns:a16="http://schemas.microsoft.com/office/drawing/2014/main" id="{84551B8A-8C78-4D50-B672-1BA22919CBAB}"/>
              </a:ext>
            </a:extLst>
          </p:cNvPr>
          <p:cNvSpPr>
            <a:spLocks xmlns:a="http://schemas.openxmlformats.org/drawingml/2006/main" noGrp="1"/>
          </p:cNvSpPr>
          <p:nvPr/>
        </p:nvSpPr>
        <p:spPr>
          <a:xfrm xmlns:a="http://schemas.openxmlformats.org/drawingml/2006/main">
            <a:off x="3810000" y="6619875"/>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29" name="레퍼런스 내용 영역">
            <a:extLst xmlns:a="http://schemas.openxmlformats.org/drawingml/2006/main">
              <a:ext uri="{FF2B5EF4-FFF2-40B4-BE49-F238E27FC236}">
                <a16:creationId xmlns:a16="http://schemas.microsoft.com/office/drawing/2014/main" id="{54C6AB7C-55FE-406D-90D5-29342590935F}"/>
              </a:ext>
            </a:extLst>
          </p:cNvPr>
          <p:cNvSpPr>
            <a:spLocks xmlns:a="http://schemas.openxmlformats.org/drawingml/2006/main" noGrp="1"/>
          </p:cNvSpPr>
          <p:nvPr/>
        </p:nvSpPr>
        <p:spPr>
          <a:xfrm xmlns:a="http://schemas.openxmlformats.org/drawingml/2006/main">
            <a:off x="5715000" y="561975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28" name="레퍼런스 내용 영역">
            <a:extLst xmlns:a="http://schemas.openxmlformats.org/drawingml/2006/main">
              <a:ext uri="{FF2B5EF4-FFF2-40B4-BE49-F238E27FC236}">
                <a16:creationId xmlns:a16="http://schemas.microsoft.com/office/drawing/2014/main" id="{A62DA47C-E089-41F3-A764-B88AF8F07B6A}"/>
              </a:ext>
            </a:extLst>
          </p:cNvPr>
          <p:cNvSpPr>
            <a:spLocks xmlns:a="http://schemas.openxmlformats.org/drawingml/2006/main" noGrp="1"/>
          </p:cNvSpPr>
          <p:nvPr/>
        </p:nvSpPr>
        <p:spPr>
          <a:xfrm xmlns:a="http://schemas.openxmlformats.org/drawingml/2006/main">
            <a:off x="3810000" y="561975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F4B6B29-DA93-4724-A501-308A71E82305}"/>
              </a:ext>
            </a:extLst>
          </p:cNvPr>
          <p:cNvPicPr>
            <a:picLocks xmlns:a="http://schemas.openxmlformats.org/drawingml/2006/main" noChangeAspect="1"/>
          </p:cNvPicPr>
          <p:nvPr/>
        </p:nvPicPr>
        <p:blipFill>
          <a:blip xmlns:r="http://schemas.openxmlformats.org/officeDocument/2006/relationships" xmlns:a="http://schemas.openxmlformats.org/drawingml/2006/main" r:embed="R74d8ca445dcc460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ED60CA-BB44-47C1-AC1A-B5A90518E1E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D649C3-35DA-4690-9702-3F2B5123C04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1D2563A-068C-4A22-96F8-32066DDBFB1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85F5D9D-3F94-4D16-863F-211AC414BAC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52C3E89-AAEF-4BC5-B833-F75994DDEB0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4582E8B9-1AB5-403B-9F56-8EE3F11CEA7A}"/>
              </a:ext>
            </a:extLst>
          </p:cNvPr>
          <p:cNvPicPr>
            <a:picLocks xmlns:a="http://schemas.openxmlformats.org/drawingml/2006/main" noChangeAspect="1"/>
          </p:cNvPicPr>
          <p:nvPr/>
        </p:nvPicPr>
        <p:blipFill>
          <a:blip xmlns:r="http://schemas.openxmlformats.org/officeDocument/2006/relationships" xmlns:a="http://schemas.openxmlformats.org/drawingml/2006/main" r:embed="Rc979e2c5ea914668"/>
          <a:stretch xmlns:a="http://schemas.openxmlformats.org/drawingml/2006/main"/>
        </p:blipFill>
        <p:spPr>
          <a:xfrm xmlns:a="http://schemas.openxmlformats.org/drawingml/2006/main">
            <a:off x="6754559" y="4095750"/>
            <a:ext cx="4778882" cy="952500"/>
          </a:xfrm>
          <a:prstGeom xmlns:a="http://schemas.openxmlformats.org/drawingml/2006/main" prst="rect">
            <a:avLst/>
          </a:prstGeom>
        </p:spPr>
      </p:pic>
      <p:sp>
        <p:nvSpPr>
          <p:cNvPr id="30" name="text">
            <a:extLst xmlns:a="http://schemas.openxmlformats.org/drawingml/2006/main">
              <a:ext uri="{FF2B5EF4-FFF2-40B4-BE49-F238E27FC236}">
                <a16:creationId xmlns:a16="http://schemas.microsoft.com/office/drawing/2014/main" id="{1DB622CE-700C-4AFE-9648-66ADE2A12300}"/>
              </a:ext>
            </a:extLst>
          </p:cNvPr>
          <p:cNvSpPr>
            <a:spLocks xmlns:a="http://schemas.openxmlformats.org/drawingml/2006/main" noGrp="1"/>
          </p:cNvSpPr>
          <p:nvPr/>
        </p:nvSpPr>
        <p:spPr>
          <a:xfrm xmlns:a="http://schemas.openxmlformats.org/drawingml/2006/main">
            <a:off x="4048125" y="573405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06657D01-58D1-4E45-A166-7E881C98B5DF}"/>
              </a:ext>
            </a:extLst>
          </p:cNvPr>
          <p:cNvSpPr>
            <a:spLocks xmlns:a="http://schemas.openxmlformats.org/drawingml/2006/main" noGrp="1"/>
          </p:cNvSpPr>
          <p:nvPr/>
        </p:nvSpPr>
        <p:spPr>
          <a:xfrm xmlns:a="http://schemas.openxmlformats.org/drawingml/2006/main">
            <a:off x="6048375" y="57340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용액의 비열</a:t>
            </a:r>
          </a:p>
        </p:txBody>
      </p:sp>
      <p:sp>
        <p:nvSpPr>
          <p:cNvPr id="34" name="text">
            <a:extLst xmlns:a="http://schemas.openxmlformats.org/drawingml/2006/main">
              <a:ext uri="{FF2B5EF4-FFF2-40B4-BE49-F238E27FC236}">
                <a16:creationId xmlns:a16="http://schemas.microsoft.com/office/drawing/2014/main" id="{7ACDA993-074A-4A8A-8556-DF331AE644E5}"/>
              </a:ext>
            </a:extLst>
          </p:cNvPr>
          <p:cNvSpPr>
            <a:spLocks xmlns:a="http://schemas.openxmlformats.org/drawingml/2006/main" noGrp="1"/>
          </p:cNvSpPr>
          <p:nvPr/>
        </p:nvSpPr>
        <p:spPr>
          <a:xfrm xmlns:a="http://schemas.openxmlformats.org/drawingml/2006/main">
            <a:off x="4048125" y="673417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5F5F92C5-B357-4F0D-BCEC-893C63A0F435}"/>
              </a:ext>
            </a:extLst>
          </p:cNvPr>
          <p:cNvSpPr>
            <a:spLocks xmlns:a="http://schemas.openxmlformats.org/drawingml/2006/main" noGrp="1"/>
          </p:cNvSpPr>
          <p:nvPr/>
        </p:nvSpPr>
        <p:spPr>
          <a:xfrm xmlns:a="http://schemas.openxmlformats.org/drawingml/2006/main">
            <a:off x="6048375" y="6734175"/>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 전체의 질량</a:t>
            </a:r>
          </a:p>
        </p:txBody>
      </p:sp>
      <p:sp>
        <p:nvSpPr>
          <p:cNvPr id="38" name="text">
            <a:extLst xmlns:a="http://schemas.openxmlformats.org/drawingml/2006/main">
              <a:ext uri="{FF2B5EF4-FFF2-40B4-BE49-F238E27FC236}">
                <a16:creationId xmlns:a16="http://schemas.microsoft.com/office/drawing/2014/main" id="{7B2AE1FF-48FA-458D-B7BC-38787EA14094}"/>
              </a:ext>
            </a:extLst>
          </p:cNvPr>
          <p:cNvSpPr>
            <a:spLocks xmlns:a="http://schemas.openxmlformats.org/drawingml/2006/main" noGrp="1"/>
          </p:cNvSpPr>
          <p:nvPr/>
        </p:nvSpPr>
        <p:spPr>
          <a:xfrm xmlns:a="http://schemas.openxmlformats.org/drawingml/2006/main">
            <a:off x="4048125" y="77343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AEA66070-EE05-48AF-AF79-3AC17DA71C9E}"/>
              </a:ext>
            </a:extLst>
          </p:cNvPr>
          <p:cNvSpPr>
            <a:spLocks xmlns:a="http://schemas.openxmlformats.org/drawingml/2006/main" noGrp="1"/>
          </p:cNvSpPr>
          <p:nvPr/>
        </p:nvSpPr>
        <p:spPr>
          <a:xfrm xmlns:a="http://schemas.openxmlformats.org/drawingml/2006/main">
            <a:off x="6048375" y="7734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EFCE2D34-4CBF-475F-96B5-6CE581D6D491}"/>
              </a:ext>
            </a:extLst>
          </p:cNvPr>
          <p:cNvSpPr>
            <a:spLocks xmlns:a="http://schemas.openxmlformats.org/drawingml/2006/main" noGrp="1"/>
          </p:cNvSpPr>
          <p:nvPr/>
        </p:nvSpPr>
        <p:spPr>
          <a:xfrm xmlns:a="http://schemas.openxmlformats.org/drawingml/2006/main">
            <a:off x="2667000" y="90487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온도가 오르면 용액이 열을 얻고, 반응에서는 열을 방출한다.</a:t>
            </a:r>
          </a:p>
        </p:txBody>
      </p:sp>
    </p:spTree>
    <p:extLst>
      <p:ext uri="{BB962C8B-B14F-4D97-AF65-F5344CB8AC3E}">
        <p14:creationId xmlns:p14="http://schemas.microsoft.com/office/powerpoint/2010/main" val="1107345184"/>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E4C7540-61C4-4FE4-A772-379698C30F11}"/>
              </a:ext>
            </a:extLst>
          </p:cNvPr>
          <p:cNvPicPr>
            <a:picLocks xmlns:a="http://schemas.openxmlformats.org/drawingml/2006/main" noChangeAspect="1"/>
          </p:cNvPicPr>
          <p:nvPr/>
        </p:nvPicPr>
        <p:blipFill>
          <a:blip xmlns:r="http://schemas.openxmlformats.org/officeDocument/2006/relationships" xmlns:a="http://schemas.openxmlformats.org/drawingml/2006/main" r:embed="R1cbcb807dff8455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F08A40-AF02-4DCD-974D-E247583D75A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F6C1F5E-221A-4352-95D9-C4DBD5F278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16385CA-7BC8-4EAF-8810-02E2BB54FD3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4F8EE71-FD0E-4BF1-AF0E-DFC3D9DB324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F8DB6DC-8EEA-4C06-AEEE-830427599C0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FF0312F4-71DD-4C36-9EF4-06D019047EF7}"/>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C6077B9-9A81-47AB-AE28-5E65821E7F5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6A655CF-22E0-471B-92F5-66569B58608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CE988B6-DEBF-4F43-9494-C6007C7FA9A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2F32793-BA97-4061-BCD1-97605EEC2C0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58125AB-BD3A-4C5B-A10E-BE0FD8421EE6}"/>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445444853"/>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1C5421D-717D-4034-AE67-7BA17B3761AD}"/>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1ECDE45-C2BF-42AD-9497-35C9553D6348}"/>
              </a:ext>
            </a:extLst>
          </p:cNvPr>
          <p:cNvPicPr>
            <a:picLocks xmlns:a="http://schemas.openxmlformats.org/drawingml/2006/main" noChangeAspect="1"/>
          </p:cNvPicPr>
          <p:nvPr/>
        </p:nvPicPr>
        <p:blipFill>
          <a:blip xmlns:r="http://schemas.openxmlformats.org/officeDocument/2006/relationships" xmlns:a="http://schemas.openxmlformats.org/drawingml/2006/main" r:embed="Rdb0614416b624b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DA8CF4-E859-46BD-BE21-97D2D882C87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52EE41-82C9-4DD4-8B7C-09D320E432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B328246-6D8F-4FA7-8602-3BF5CEE304E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A62E099-D102-41A6-A119-7AA6F420571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E500CD3-1E04-40CE-B0F5-1779507D149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7816166F-1128-41C7-9FC0-33BEAE8F848D}"/>
              </a:ext>
            </a:extLst>
          </p:cNvPr>
          <p:cNvPicPr>
            <a:picLocks xmlns:a="http://schemas.openxmlformats.org/drawingml/2006/main" noChangeAspect="1"/>
          </p:cNvPicPr>
          <p:nvPr/>
        </p:nvPicPr>
        <p:blipFill>
          <a:blip xmlns:r="http://schemas.openxmlformats.org/officeDocument/2006/relationships" xmlns:a="http://schemas.openxmlformats.org/drawingml/2006/main" r:embed="Rf6d690daa0a141e1"/>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86C5CD8-0018-4C21-94BE-D6F4FE332A77}"/>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554460860"/>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C8144EF-D584-4A29-B07B-0A6594C1059F}"/>
              </a:ext>
            </a:extLst>
          </p:cNvPr>
          <p:cNvPicPr>
            <a:picLocks xmlns:a="http://schemas.openxmlformats.org/drawingml/2006/main" noChangeAspect="1"/>
          </p:cNvPicPr>
          <p:nvPr/>
        </p:nvPicPr>
        <p:blipFill>
          <a:blip xmlns:r="http://schemas.openxmlformats.org/officeDocument/2006/relationships" xmlns:a="http://schemas.openxmlformats.org/drawingml/2006/main" r:embed="Rf10a0dcd9d7c42b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418ECE-4FB7-4764-B450-661182B13C3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DCC631-7D7A-4967-AB9F-D30F844729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F23FDFC0-A75C-443B-94AC-79F65963978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217632E-C067-4C10-9121-6B989DD0FE2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788A6E4-084B-428C-AC7E-0E1A4C13E39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0FCC22D8-8F64-42A1-ABB0-811E7859B469}"/>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02955EA-DFA1-4B21-8866-1C709AB42B41}"/>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60328D6-92F7-4DA9-9C9A-F395031F4A5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BB5367B-FECD-42E3-AC81-233DB6A51EBC}"/>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090BB70-CB17-4D07-BB19-4FB923D9C1F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2734E46-2FC0-41B7-864F-FCB32A873C47}"/>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429886493"/>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634BE55-6039-4B71-928E-6313F71AB39D}"/>
              </a:ext>
            </a:extLst>
          </p:cNvPr>
          <p:cNvPicPr>
            <a:picLocks xmlns:a="http://schemas.openxmlformats.org/drawingml/2006/main" noChangeAspect="1"/>
          </p:cNvPicPr>
          <p:nvPr/>
        </p:nvPicPr>
        <p:blipFill>
          <a:blip xmlns:r="http://schemas.openxmlformats.org/officeDocument/2006/relationships" xmlns:a="http://schemas.openxmlformats.org/drawingml/2006/main" r:embed="R041277aacdcd488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A30207-9F10-4FC9-8835-E0E6C9BFBBF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650AC9-88A6-4A03-BA5A-E87BC5DCEAD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D30AC5A-55EC-4F1C-8AED-8BC563DEA28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98866BE-7922-45F2-9CBF-4565BE25892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543C54C-CFC8-4ACB-9D5B-EA445ECA385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0D77E90B-A4FC-4F75-9C07-F4ACB176B01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D5847939-3E6F-47F6-AA92-CD1A6B1F7E7A}"/>
              </a:ext>
            </a:extLst>
          </p:cNvPr>
          <p:cNvPicPr>
            <a:picLocks xmlns:a="http://schemas.openxmlformats.org/drawingml/2006/main" noChangeAspect="1"/>
          </p:cNvPicPr>
          <p:nvPr/>
        </p:nvPicPr>
        <p:blipFill>
          <a:blip xmlns:r="http://schemas.openxmlformats.org/officeDocument/2006/relationships" xmlns:a="http://schemas.openxmlformats.org/drawingml/2006/main" r:embed="R1558d89d22904897"/>
          <a:stretch xmlns:a="http://schemas.openxmlformats.org/drawingml/2006/main"/>
        </p:blipFill>
        <p:spPr>
          <a:xfrm xmlns:a="http://schemas.openxmlformats.org/drawingml/2006/main">
            <a:off x="5156200" y="5112808"/>
            <a:ext cx="8547100" cy="2633133"/>
          </a:xfrm>
          <a:prstGeom xmlns:a="http://schemas.openxmlformats.org/drawingml/2006/main" prst="rect">
            <a:avLst/>
          </a:prstGeom>
        </p:spPr>
      </p:pic>
    </p:spTree>
    <p:extLst>
      <p:ext uri="{BB962C8B-B14F-4D97-AF65-F5344CB8AC3E}">
        <p14:creationId xmlns:p14="http://schemas.microsoft.com/office/powerpoint/2010/main" val="1928545390"/>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64F495EF-9182-48AA-93B7-FC28421347E8}"/>
              </a:ext>
            </a:extLst>
          </p:cNvPr>
          <p:cNvPicPr>
            <a:picLocks xmlns:a="http://schemas.openxmlformats.org/drawingml/2006/main" noChangeAspect="1"/>
          </p:cNvPicPr>
          <p:nvPr/>
        </p:nvPicPr>
        <p:blipFill>
          <a:blip xmlns:r="http://schemas.openxmlformats.org/officeDocument/2006/relationships" xmlns:a="http://schemas.openxmlformats.org/drawingml/2006/main" r:embed="Rd7db519666094c0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113314-9D00-4E67-BA92-55BBEEDA536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5E2A87-3DB6-4AAA-B1D1-E49B95F231F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2D293CD-B7E8-4815-BCE1-F2FC1A64179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05555AB8-B436-4B05-BBCF-AB2551E82D6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499FCBE6-4888-4B3C-A56E-30BBFE35F72E}"/>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DF1ACA58-541E-4078-AA1D-5C1381E7C7F5}"/>
              </a:ext>
            </a:extLst>
          </p:cNvPr>
          <p:cNvPicPr>
            <a:picLocks xmlns:a="http://schemas.openxmlformats.org/drawingml/2006/main" noChangeAspect="1"/>
          </p:cNvPicPr>
          <p:nvPr/>
        </p:nvPicPr>
        <p:blipFill>
          <a:blip xmlns:r="http://schemas.openxmlformats.org/officeDocument/2006/relationships" xmlns:a="http://schemas.openxmlformats.org/drawingml/2006/main" r:embed="R87cde4211697411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C9D6081-68D9-4839-9923-5343D2894A1B}"/>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8F8ECA22-FFF5-4060-A9C2-41F64DCA5ABC}"/>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FDD47E06-4846-49D3-9CAC-425EED27A2F9}"/>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5D9E06DD-684F-4415-8EF8-83E42F4FFDA9}"/>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7B8201A6-D705-4DFB-B5D4-F6FE0C3B6AA7}"/>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4652A739-F5DA-4282-9C3D-7CDCA881F52B}"/>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94FA3CDE-BBF6-4A97-BD69-8736B3609CB0}"/>
              </a:ext>
            </a:extLst>
          </p:cNvPr>
          <p:cNvPicPr>
            <a:picLocks xmlns:a="http://schemas.openxmlformats.org/drawingml/2006/main" noChangeAspect="1"/>
          </p:cNvPicPr>
          <p:nvPr/>
        </p:nvPicPr>
        <p:blipFill>
          <a:blip xmlns:r="http://schemas.openxmlformats.org/officeDocument/2006/relationships" xmlns:a="http://schemas.openxmlformats.org/drawingml/2006/main" r:embed="Rf93a14ed3dca43de"/>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4BEF588-6A82-41AE-88BF-619BB5E5EB6F}"/>
              </a:ext>
            </a:extLst>
          </p:cNvPr>
          <p:cNvPicPr>
            <a:picLocks xmlns:a="http://schemas.openxmlformats.org/drawingml/2006/main" noChangeAspect="1"/>
          </p:cNvPicPr>
          <p:nvPr/>
        </p:nvPicPr>
        <p:blipFill>
          <a:blip xmlns:r="http://schemas.openxmlformats.org/officeDocument/2006/relationships" xmlns:a="http://schemas.openxmlformats.org/drawingml/2006/main" r:embed="R0d573638d61548f0"/>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C6899533-3D36-478B-ABC4-884BF4BFAA78}"/>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46B26F88-309F-48DC-AF9D-A4FA483702EE}"/>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0933940A-D7A5-4AE6-B9A8-E2DBC4341A1A}"/>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BE9D184B-070B-4DC4-9C6B-BED6F946AAC4}"/>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A4E36F86-03A6-485E-AAA0-DA085BF6685C}"/>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A179F6FD-A617-43F6-91A5-5CBDE9F85A8C}"/>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37758C7-E01B-4A71-BDC2-EBB3004C1166}"/>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CBC321EB-769C-454F-BF2F-E0551494B509}"/>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spTree>
    <p:extLst>
      <p:ext uri="{BB962C8B-B14F-4D97-AF65-F5344CB8AC3E}">
        <p14:creationId xmlns:p14="http://schemas.microsoft.com/office/powerpoint/2010/main" val="1174997229"/>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AFFC991F-8B6F-4251-AF57-E1EFD8A6D91A}"/>
              </a:ext>
            </a:extLst>
          </p:cNvPr>
          <p:cNvSpPr>
            <a:spLocks xmlns:a="http://schemas.openxmlformats.org/drawingml/2006/main" noGrp="1"/>
          </p:cNvSpPr>
          <p:nvPr/>
        </p:nvSpPr>
        <p:spPr>
          <a:xfrm xmlns:a="http://schemas.openxmlformats.org/drawingml/2006/main">
            <a:off x="3810000" y="4476750"/>
            <a:ext cx="10668000" cy="447675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1FEB685F-B68F-4CF2-AADF-11B5B8F4BCBA}"/>
              </a:ext>
            </a:extLst>
          </p:cNvPr>
          <p:cNvPicPr>
            <a:picLocks xmlns:a="http://schemas.openxmlformats.org/drawingml/2006/main" noChangeAspect="1"/>
          </p:cNvPicPr>
          <p:nvPr/>
        </p:nvPicPr>
        <p:blipFill>
          <a:blip xmlns:r="http://schemas.openxmlformats.org/officeDocument/2006/relationships" xmlns:a="http://schemas.openxmlformats.org/drawingml/2006/main" r:embed="R8ca8df390ffb4f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35119B-FCE0-4F7D-8036-6309D2EFFFD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7CA3F04-11F2-4E6B-A500-438778A40C9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29E0E947-84BA-447D-B451-1F841952F5B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87480B8-DFE6-464A-B8C2-FD5F23D43540}"/>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20332CA7-A34E-4485-91A6-96A5512528F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16106A9B-258D-4C46-AA13-8A403DF15A30}"/>
              </a:ext>
            </a:extLst>
          </p:cNvPr>
          <p:cNvSpPr>
            <a:spLocks xmlns:a="http://schemas.openxmlformats.org/drawingml/2006/main" noGrp="1"/>
          </p:cNvSpPr>
          <p:nvPr/>
        </p:nvSpPr>
        <p:spPr>
          <a:xfrm xmlns:a="http://schemas.openxmlformats.org/drawingml/2006/main">
            <a:off x="4238625" y="490537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9FFF68"/>
                </a:solidFill>
                <a:latin typeface="Pretendard"/>
                <a:ea typeface="Pretendard"/>
                <a:cs typeface="Pretendard"/>
              </a:defRPr>
            </a:defPPr>
            <a:lvl1pPr algn="l">
              <a:defRPr sz="2550" b="1">
                <a:solidFill>
                  <a:srgbClr val="9FFF68"/>
                </a:solidFill>
                <a:latin typeface="Pretendard"/>
                <a:ea typeface="Pretendard"/>
                <a:cs typeface="Pretendard"/>
              </a:defRPr>
            </a:lvl1pPr>
            <a:lvl2pPr algn="l">
              <a:defRPr sz="2550" b="1">
                <a:solidFill>
                  <a:srgbClr val="9FFF68"/>
                </a:solidFill>
                <a:latin typeface="Pretendard"/>
                <a:ea typeface="Pretendard"/>
                <a:cs typeface="Pretendard"/>
              </a:defRPr>
            </a:lvl2pPr>
            <a:lvl3pPr algn="l">
              <a:defRPr sz="2550" b="1">
                <a:solidFill>
                  <a:srgbClr val="9FFF68"/>
                </a:solidFill>
                <a:latin typeface="Pretendard"/>
                <a:ea typeface="Pretendard"/>
                <a:cs typeface="Pretendard"/>
              </a:defRPr>
            </a:lvl3pPr>
            <a:lvl4pPr algn="l">
              <a:defRPr sz="2550" b="1">
                <a:solidFill>
                  <a:srgbClr val="9FFF68"/>
                </a:solidFill>
                <a:latin typeface="Pretendard"/>
                <a:ea typeface="Pretendard"/>
                <a:cs typeface="Pretendard"/>
              </a:defRPr>
            </a:lvl4pPr>
            <a:lvl5pPr algn="l">
              <a:defRPr sz="2550" b="1">
                <a:solidFill>
                  <a:srgbClr val="9FFF68"/>
                </a:solidFill>
                <a:latin typeface="Pretendard"/>
                <a:ea typeface="Pretendard"/>
                <a:cs typeface="Pretendard"/>
              </a:defRPr>
            </a:lvl5pPr>
            <a:lvl6pPr algn="l">
              <a:defRPr sz="2550" b="1">
                <a:solidFill>
                  <a:srgbClr val="9FFF68"/>
                </a:solidFill>
                <a:latin typeface="Pretendard"/>
                <a:ea typeface="Pretendard"/>
                <a:cs typeface="Pretendard"/>
              </a:defRPr>
            </a:lvl6pPr>
            <a:lvl7pPr algn="l">
              <a:defRPr sz="2550" b="1">
                <a:solidFill>
                  <a:srgbClr val="9FFF68"/>
                </a:solidFill>
                <a:latin typeface="Pretendard"/>
                <a:ea typeface="Pretendard"/>
                <a:cs typeface="Pretendard"/>
              </a:defRPr>
            </a:lvl7pPr>
            <a:lvl8pPr algn="l">
              <a:defRPr sz="2550" b="1">
                <a:solidFill>
                  <a:srgbClr val="9FFF68"/>
                </a:solidFill>
                <a:latin typeface="Pretendard"/>
                <a:ea typeface="Pretendard"/>
                <a:cs typeface="Pretendard"/>
              </a:defRPr>
            </a:lvl8pPr>
            <a:lvl9pPr algn="l">
              <a:defRPr sz="2550" b="1">
                <a:solidFill>
                  <a:srgbClr val="9FFF68"/>
                </a:solidFill>
                <a:latin typeface="Pretendard"/>
                <a:ea typeface="Pretendard"/>
                <a:cs typeface="Pretendard"/>
              </a:defRPr>
            </a:lvl9pPr>
          </a:lstStyle>
          <a:p xmlns:a="http://schemas.openxmlformats.org/drawingml/2006/main">
            <a:pPr algn="l">
              <a:defRPr sz="2550" b="1">
                <a:solidFill>
                  <a:srgbClr val="9FFF68"/>
                </a:solidFill>
                <a:latin typeface="Pretendard"/>
                <a:ea typeface="Pretendard"/>
                <a:cs typeface="Pretendard"/>
              </a:defRPr>
            </a:pPr>
            <a:r>
              <a:rPr sz="255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05912CAF-0E68-42FB-9A06-CE63100D85FD}"/>
              </a:ext>
            </a:extLst>
          </p:cNvPr>
          <p:cNvSpPr>
            <a:spLocks xmlns:a="http://schemas.openxmlformats.org/drawingml/2006/main" noGrp="1"/>
          </p:cNvSpPr>
          <p:nvPr/>
        </p:nvSpPr>
        <p:spPr>
          <a:xfrm xmlns:a="http://schemas.openxmlformats.org/drawingml/2006/main">
            <a:off x="4953000" y="49053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AC0F405D-5F8B-45B0-8176-8B6AC7B1FD81}"/>
              </a:ext>
            </a:extLst>
          </p:cNvPr>
          <p:cNvSpPr>
            <a:spLocks xmlns:a="http://schemas.openxmlformats.org/drawingml/2006/main" noGrp="1"/>
          </p:cNvSpPr>
          <p:nvPr/>
        </p:nvSpPr>
        <p:spPr>
          <a:xfrm xmlns:a="http://schemas.openxmlformats.org/drawingml/2006/main">
            <a:off x="4953000" y="544830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F9552E67-B55B-4F2A-BC1D-F48AE8CF619A}"/>
              </a:ext>
            </a:extLst>
          </p:cNvPr>
          <p:cNvSpPr>
            <a:spLocks xmlns:a="http://schemas.openxmlformats.org/drawingml/2006/main" noGrp="1"/>
          </p:cNvSpPr>
          <p:nvPr/>
        </p:nvSpPr>
        <p:spPr>
          <a:xfrm xmlns:a="http://schemas.openxmlformats.org/drawingml/2006/main">
            <a:off x="4238625" y="61912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621DB811-6754-41AD-9A1E-BD0AD0A7BF96}"/>
              </a:ext>
            </a:extLst>
          </p:cNvPr>
          <p:cNvSpPr>
            <a:spLocks xmlns:a="http://schemas.openxmlformats.org/drawingml/2006/main" noGrp="1"/>
          </p:cNvSpPr>
          <p:nvPr/>
        </p:nvSpPr>
        <p:spPr>
          <a:xfrm xmlns:a="http://schemas.openxmlformats.org/drawingml/2006/main">
            <a:off x="4953000" y="6191250"/>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04B1CFF4-47F8-4948-BC2B-07B183D39BCD}"/>
              </a:ext>
            </a:extLst>
          </p:cNvPr>
          <p:cNvSpPr>
            <a:spLocks xmlns:a="http://schemas.openxmlformats.org/drawingml/2006/main" noGrp="1"/>
          </p:cNvSpPr>
          <p:nvPr/>
        </p:nvSpPr>
        <p:spPr>
          <a:xfrm xmlns:a="http://schemas.openxmlformats.org/drawingml/2006/main">
            <a:off x="4953000" y="6734175"/>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3BB67B7F-2599-4996-944D-AA19009769FF}"/>
              </a:ext>
            </a:extLst>
          </p:cNvPr>
          <p:cNvSpPr>
            <a:spLocks xmlns:a="http://schemas.openxmlformats.org/drawingml/2006/main" noGrp="1"/>
          </p:cNvSpPr>
          <p:nvPr/>
        </p:nvSpPr>
        <p:spPr>
          <a:xfrm xmlns:a="http://schemas.openxmlformats.org/drawingml/2006/main">
            <a:off x="4238625" y="747712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FB6105AA-D98D-4346-BD30-76E36A1AAD8D}"/>
              </a:ext>
            </a:extLst>
          </p:cNvPr>
          <p:cNvSpPr>
            <a:spLocks xmlns:a="http://schemas.openxmlformats.org/drawingml/2006/main" noGrp="1"/>
          </p:cNvSpPr>
          <p:nvPr/>
        </p:nvSpPr>
        <p:spPr>
          <a:xfrm xmlns:a="http://schemas.openxmlformats.org/drawingml/2006/main">
            <a:off x="4953000" y="74771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4EAA3359-02C6-4C54-A533-24F15BE4FC29}"/>
              </a:ext>
            </a:extLst>
          </p:cNvPr>
          <p:cNvSpPr>
            <a:spLocks xmlns:a="http://schemas.openxmlformats.org/drawingml/2006/main" noGrp="1"/>
          </p:cNvSpPr>
          <p:nvPr/>
        </p:nvSpPr>
        <p:spPr>
          <a:xfrm xmlns:a="http://schemas.openxmlformats.org/drawingml/2006/main">
            <a:off x="4953000" y="80200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2763590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2026-10-28T14:52:53.1450000Z</dcterms:created>
  <dcterms:modified xsi:type="dcterms:W3CDTF">2026-10-28T14:52:53.1450000Z</dcterms:modified>
</coreProperties>
</file>