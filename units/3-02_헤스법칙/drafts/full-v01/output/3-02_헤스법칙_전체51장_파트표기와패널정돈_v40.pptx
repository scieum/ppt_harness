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1bf7d2e22d4412" /><Relationship Type="http://schemas.openxmlformats.org/officeDocument/2006/relationships/extended-properties" Target="/docProps/app.xml" Id="R6e5dd817982549df" /><Relationship Type="http://schemas.openxmlformats.org/officeDocument/2006/relationships/officeDocument" Target="/ppt/presentation.xml" Id="R363c6364919f4c99" /></Relationships>
</file>

<file path=ppt/presentation.xml><?xml version="1.0" encoding="utf-8"?>
<p:presentation xmlns:p="http://schemas.openxmlformats.org/presentationml/2006/main">
  <p:sldMasterIdLst>
    <p:sldMasterId xmlns:r="http://schemas.openxmlformats.org/officeDocument/2006/relationships" id="2147483648" r:id="Rc2d53de46bcc44c3"/>
  </p:sldMasterIdLst>
  <p:notesMasterIdLst>
    <p:notesMasterId xmlns:r="http://schemas.openxmlformats.org/officeDocument/2006/relationships" r:id="Rea98a02f464f41bc"/>
  </p:notesMasterIdLst>
  <p:sldIdLst>
    <p:sldId xmlns:r="http://schemas.openxmlformats.org/officeDocument/2006/relationships" id="256" r:id="R70460be0bc8d475d"/>
    <p:sldId xmlns:r="http://schemas.openxmlformats.org/officeDocument/2006/relationships" id="257" r:id="Rb933438a1dad46a4"/>
    <p:sldId xmlns:r="http://schemas.openxmlformats.org/officeDocument/2006/relationships" id="258" r:id="Rce4a7170019c4b81"/>
    <p:sldId xmlns:r="http://schemas.openxmlformats.org/officeDocument/2006/relationships" id="259" r:id="Recfe180e2aa64dc5"/>
    <p:sldId xmlns:r="http://schemas.openxmlformats.org/officeDocument/2006/relationships" id="260" r:id="Re5af970e808044dc"/>
    <p:sldId xmlns:r="http://schemas.openxmlformats.org/officeDocument/2006/relationships" id="261" r:id="Ra0623df324c44c6b"/>
    <p:sldId xmlns:r="http://schemas.openxmlformats.org/officeDocument/2006/relationships" id="262" r:id="Rf44dbc439ecc42cb"/>
    <p:sldId xmlns:r="http://schemas.openxmlformats.org/officeDocument/2006/relationships" id="263" r:id="R851886ef8d2c49fa"/>
    <p:sldId xmlns:r="http://schemas.openxmlformats.org/officeDocument/2006/relationships" id="264" r:id="R7730289f24634cee"/>
    <p:sldId xmlns:r="http://schemas.openxmlformats.org/officeDocument/2006/relationships" id="265" r:id="R2b78caf98bb64192"/>
    <p:sldId xmlns:r="http://schemas.openxmlformats.org/officeDocument/2006/relationships" id="266" r:id="R610f7b0ff97345b7"/>
    <p:sldId xmlns:r="http://schemas.openxmlformats.org/officeDocument/2006/relationships" id="267" r:id="Rc904dda1919b461c"/>
    <p:sldId xmlns:r="http://schemas.openxmlformats.org/officeDocument/2006/relationships" id="268" r:id="R982577814f3d434f"/>
    <p:sldId xmlns:r="http://schemas.openxmlformats.org/officeDocument/2006/relationships" id="269" r:id="R61e5c0c70c86473d"/>
    <p:sldId xmlns:r="http://schemas.openxmlformats.org/officeDocument/2006/relationships" id="270" r:id="Re0f9450d0e184a82"/>
    <p:sldId xmlns:r="http://schemas.openxmlformats.org/officeDocument/2006/relationships" id="271" r:id="R34890a778c524766"/>
    <p:sldId xmlns:r="http://schemas.openxmlformats.org/officeDocument/2006/relationships" id="272" r:id="R4fbd74b067624f1c"/>
    <p:sldId xmlns:r="http://schemas.openxmlformats.org/officeDocument/2006/relationships" id="273" r:id="R2afb629f818b46ab"/>
    <p:sldId xmlns:r="http://schemas.openxmlformats.org/officeDocument/2006/relationships" id="274" r:id="Rf68eb4a3fbf24ae4"/>
    <p:sldId xmlns:r="http://schemas.openxmlformats.org/officeDocument/2006/relationships" id="275" r:id="Re4c8dafe3cc64673"/>
    <p:sldId xmlns:r="http://schemas.openxmlformats.org/officeDocument/2006/relationships" id="276" r:id="Ra285ebd6ca904672"/>
    <p:sldId xmlns:r="http://schemas.openxmlformats.org/officeDocument/2006/relationships" id="277" r:id="R1dc2263748024da3"/>
    <p:sldId xmlns:r="http://schemas.openxmlformats.org/officeDocument/2006/relationships" id="278" r:id="R57f69354968f4891"/>
    <p:sldId xmlns:r="http://schemas.openxmlformats.org/officeDocument/2006/relationships" id="279" r:id="R41c2adf46726453f"/>
    <p:sldId xmlns:r="http://schemas.openxmlformats.org/officeDocument/2006/relationships" id="280" r:id="Ra9382f66db22463a"/>
    <p:sldId xmlns:r="http://schemas.openxmlformats.org/officeDocument/2006/relationships" id="281" r:id="Ra816f730c22749c6"/>
    <p:sldId xmlns:r="http://schemas.openxmlformats.org/officeDocument/2006/relationships" id="282" r:id="R44bddbded413412e"/>
    <p:sldId xmlns:r="http://schemas.openxmlformats.org/officeDocument/2006/relationships" id="283" r:id="R45d65715bbec4928"/>
    <p:sldId xmlns:r="http://schemas.openxmlformats.org/officeDocument/2006/relationships" id="284" r:id="R9192dcb381f145d5"/>
    <p:sldId xmlns:r="http://schemas.openxmlformats.org/officeDocument/2006/relationships" id="285" r:id="R4534290d30a64477"/>
    <p:sldId xmlns:r="http://schemas.openxmlformats.org/officeDocument/2006/relationships" id="286" r:id="Rcedea25c84004bd6"/>
    <p:sldId xmlns:r="http://schemas.openxmlformats.org/officeDocument/2006/relationships" id="287" r:id="Rfc6b0b79418c4089"/>
    <p:sldId xmlns:r="http://schemas.openxmlformats.org/officeDocument/2006/relationships" id="288" r:id="Re3960ea17f75496e"/>
    <p:sldId xmlns:r="http://schemas.openxmlformats.org/officeDocument/2006/relationships" id="289" r:id="Ra621bdaf3fb14e8e"/>
    <p:sldId xmlns:r="http://schemas.openxmlformats.org/officeDocument/2006/relationships" id="290" r:id="R4edc8003e6a0419c"/>
    <p:sldId xmlns:r="http://schemas.openxmlformats.org/officeDocument/2006/relationships" id="291" r:id="R09bd23bdb9bd428e"/>
    <p:sldId xmlns:r="http://schemas.openxmlformats.org/officeDocument/2006/relationships" id="292" r:id="R17b1a10c9d364039"/>
    <p:sldId xmlns:r="http://schemas.openxmlformats.org/officeDocument/2006/relationships" id="293" r:id="R88bcd309a87a4c36"/>
    <p:sldId xmlns:r="http://schemas.openxmlformats.org/officeDocument/2006/relationships" id="294" r:id="R1ab5d365a1b0424a"/>
    <p:sldId xmlns:r="http://schemas.openxmlformats.org/officeDocument/2006/relationships" id="295" r:id="Rc864226c5360458e"/>
    <p:sldId xmlns:r="http://schemas.openxmlformats.org/officeDocument/2006/relationships" id="296" r:id="Rfcf308f9b5334cc3"/>
    <p:sldId xmlns:r="http://schemas.openxmlformats.org/officeDocument/2006/relationships" id="297" r:id="Rcf62514af50241ce"/>
    <p:sldId xmlns:r="http://schemas.openxmlformats.org/officeDocument/2006/relationships" id="298" r:id="R5d6b1ca5737a40ec"/>
    <p:sldId xmlns:r="http://schemas.openxmlformats.org/officeDocument/2006/relationships" id="299" r:id="R27f0d68bc4c941e5"/>
    <p:sldId xmlns:r="http://schemas.openxmlformats.org/officeDocument/2006/relationships" id="300" r:id="R1270f274aaa34694"/>
    <p:sldId xmlns:r="http://schemas.openxmlformats.org/officeDocument/2006/relationships" id="301" r:id="R5ab8e22aa8864f15"/>
    <p:sldId xmlns:r="http://schemas.openxmlformats.org/officeDocument/2006/relationships" id="302" r:id="R45d8065cdea34d64"/>
    <p:sldId xmlns:r="http://schemas.openxmlformats.org/officeDocument/2006/relationships" id="303" r:id="Rc03a53dd3f50459d"/>
    <p:sldId xmlns:r="http://schemas.openxmlformats.org/officeDocument/2006/relationships" id="304" r:id="R35c9036c60c045f7"/>
    <p:sldId xmlns:r="http://schemas.openxmlformats.org/officeDocument/2006/relationships" id="305" r:id="R4efa2cba292a4d7b"/>
    <p:sldId xmlns:r="http://schemas.openxmlformats.org/officeDocument/2006/relationships" id="306" r:id="R147b935b62b3466c"/>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73de71a90f84451" /><Relationship Type="http://schemas.openxmlformats.org/officeDocument/2006/relationships/slideMaster" Target="/ppt/slideMasters/slideMaster1.xml" Id="Rc2d53de46bcc44c3" /><Relationship Type="http://schemas.openxmlformats.org/officeDocument/2006/relationships/notesMaster" Target="/ppt/notesMasters/notesMaster1.xml" Id="Rea98a02f464f41bc" /><Relationship Type="http://schemas.openxmlformats.org/officeDocument/2006/relationships/presProps" Target="/ppt/presProps.xml" Id="Rb0579c1ce5714a6f" /><Relationship Type="http://schemas.openxmlformats.org/officeDocument/2006/relationships/tableStyles" Target="/ppt/tableStyles.xml" Id="Rec5192da1a5e4622" /><Relationship Type="http://schemas.openxmlformats.org/officeDocument/2006/relationships/slide" Target="/ppt/slides/slide1.xml" Id="R70460be0bc8d475d" /><Relationship Type="http://schemas.openxmlformats.org/officeDocument/2006/relationships/slide" Target="/ppt/slides/slide2.xml" Id="Rb933438a1dad46a4" /><Relationship Type="http://schemas.openxmlformats.org/officeDocument/2006/relationships/slide" Target="/ppt/slides/slide3.xml" Id="Rce4a7170019c4b81" /><Relationship Type="http://schemas.openxmlformats.org/officeDocument/2006/relationships/slide" Target="/ppt/slides/slide4.xml" Id="Recfe180e2aa64dc5" /><Relationship Type="http://schemas.openxmlformats.org/officeDocument/2006/relationships/slide" Target="/ppt/slides/slide5.xml" Id="Re5af970e808044dc" /><Relationship Type="http://schemas.openxmlformats.org/officeDocument/2006/relationships/slide" Target="/ppt/slides/slide6.xml" Id="Ra0623df324c44c6b" /><Relationship Type="http://schemas.openxmlformats.org/officeDocument/2006/relationships/slide" Target="/ppt/slides/slide7.xml" Id="Rf44dbc439ecc42cb" /><Relationship Type="http://schemas.openxmlformats.org/officeDocument/2006/relationships/slide" Target="/ppt/slides/slide8.xml" Id="R851886ef8d2c49fa" /><Relationship Type="http://schemas.openxmlformats.org/officeDocument/2006/relationships/slide" Target="/ppt/slides/slide9.xml" Id="R7730289f24634cee" /><Relationship Type="http://schemas.openxmlformats.org/officeDocument/2006/relationships/slide" Target="/ppt/slides/slide10.xml" Id="R2b78caf98bb64192" /><Relationship Type="http://schemas.openxmlformats.org/officeDocument/2006/relationships/slide" Target="/ppt/slides/slide11.xml" Id="R610f7b0ff97345b7" /><Relationship Type="http://schemas.openxmlformats.org/officeDocument/2006/relationships/slide" Target="/ppt/slides/slide12.xml" Id="Rc904dda1919b461c" /><Relationship Type="http://schemas.openxmlformats.org/officeDocument/2006/relationships/slide" Target="/ppt/slides/slide13.xml" Id="R982577814f3d434f" /><Relationship Type="http://schemas.openxmlformats.org/officeDocument/2006/relationships/slide" Target="/ppt/slides/slide14.xml" Id="R61e5c0c70c86473d" /><Relationship Type="http://schemas.openxmlformats.org/officeDocument/2006/relationships/slide" Target="/ppt/slides/slide15.xml" Id="Re0f9450d0e184a82" /><Relationship Type="http://schemas.openxmlformats.org/officeDocument/2006/relationships/slide" Target="/ppt/slides/slide16.xml" Id="R34890a778c524766" /><Relationship Type="http://schemas.openxmlformats.org/officeDocument/2006/relationships/slide" Target="/ppt/slides/slide17.xml" Id="R4fbd74b067624f1c" /><Relationship Type="http://schemas.openxmlformats.org/officeDocument/2006/relationships/slide" Target="/ppt/slides/slide18.xml" Id="R2afb629f818b46ab" /><Relationship Type="http://schemas.openxmlformats.org/officeDocument/2006/relationships/slide" Target="/ppt/slides/slide19.xml" Id="Rf68eb4a3fbf24ae4" /><Relationship Type="http://schemas.openxmlformats.org/officeDocument/2006/relationships/slide" Target="/ppt/slides/slide20.xml" Id="Re4c8dafe3cc64673" /><Relationship Type="http://schemas.openxmlformats.org/officeDocument/2006/relationships/slide" Target="/ppt/slides/slide21.xml" Id="Ra285ebd6ca904672" /><Relationship Type="http://schemas.openxmlformats.org/officeDocument/2006/relationships/slide" Target="/ppt/slides/slide22.xml" Id="R1dc2263748024da3" /><Relationship Type="http://schemas.openxmlformats.org/officeDocument/2006/relationships/slide" Target="/ppt/slides/slide23.xml" Id="R57f69354968f4891" /><Relationship Type="http://schemas.openxmlformats.org/officeDocument/2006/relationships/slide" Target="/ppt/slides/slide24.xml" Id="R41c2adf46726453f" /><Relationship Type="http://schemas.openxmlformats.org/officeDocument/2006/relationships/slide" Target="/ppt/slides/slide25.xml" Id="Ra9382f66db22463a" /><Relationship Type="http://schemas.openxmlformats.org/officeDocument/2006/relationships/slide" Target="/ppt/slides/slide26.xml" Id="Ra816f730c22749c6" /><Relationship Type="http://schemas.openxmlformats.org/officeDocument/2006/relationships/slide" Target="/ppt/slides/slide27.xml" Id="R44bddbded413412e" /><Relationship Type="http://schemas.openxmlformats.org/officeDocument/2006/relationships/slide" Target="/ppt/slides/slide28.xml" Id="R45d65715bbec4928" /><Relationship Type="http://schemas.openxmlformats.org/officeDocument/2006/relationships/slide" Target="/ppt/slides/slide29.xml" Id="R9192dcb381f145d5" /><Relationship Type="http://schemas.openxmlformats.org/officeDocument/2006/relationships/slide" Target="/ppt/slides/slide30.xml" Id="R4534290d30a64477" /><Relationship Type="http://schemas.openxmlformats.org/officeDocument/2006/relationships/slide" Target="/ppt/slides/slide31.xml" Id="Rcedea25c84004bd6" /><Relationship Type="http://schemas.openxmlformats.org/officeDocument/2006/relationships/slide" Target="/ppt/slides/slide32.xml" Id="Rfc6b0b79418c4089" /><Relationship Type="http://schemas.openxmlformats.org/officeDocument/2006/relationships/slide" Target="/ppt/slides/slide33.xml" Id="Re3960ea17f75496e" /><Relationship Type="http://schemas.openxmlformats.org/officeDocument/2006/relationships/slide" Target="/ppt/slides/slide34.xml" Id="Ra621bdaf3fb14e8e" /><Relationship Type="http://schemas.openxmlformats.org/officeDocument/2006/relationships/slide" Target="/ppt/slides/slide35.xml" Id="R4edc8003e6a0419c" /><Relationship Type="http://schemas.openxmlformats.org/officeDocument/2006/relationships/slide" Target="/ppt/slides/slide36.xml" Id="R09bd23bdb9bd428e" /><Relationship Type="http://schemas.openxmlformats.org/officeDocument/2006/relationships/slide" Target="/ppt/slides/slide37.xml" Id="R17b1a10c9d364039" /><Relationship Type="http://schemas.openxmlformats.org/officeDocument/2006/relationships/slide" Target="/ppt/slides/slide38.xml" Id="R88bcd309a87a4c36" /><Relationship Type="http://schemas.openxmlformats.org/officeDocument/2006/relationships/slide" Target="/ppt/slides/slide39.xml" Id="R1ab5d365a1b0424a" /><Relationship Type="http://schemas.openxmlformats.org/officeDocument/2006/relationships/slide" Target="/ppt/slides/slide40.xml" Id="Rc864226c5360458e" /><Relationship Type="http://schemas.openxmlformats.org/officeDocument/2006/relationships/slide" Target="/ppt/slides/slide41.xml" Id="Rfcf308f9b5334cc3" /><Relationship Type="http://schemas.openxmlformats.org/officeDocument/2006/relationships/slide" Target="/ppt/slides/slide42.xml" Id="Rcf62514af50241ce" /><Relationship Type="http://schemas.openxmlformats.org/officeDocument/2006/relationships/slide" Target="/ppt/slides/slide43.xml" Id="R5d6b1ca5737a40ec" /><Relationship Type="http://schemas.openxmlformats.org/officeDocument/2006/relationships/slide" Target="/ppt/slides/slide44.xml" Id="R27f0d68bc4c941e5" /><Relationship Type="http://schemas.openxmlformats.org/officeDocument/2006/relationships/slide" Target="/ppt/slides/slide45.xml" Id="R1270f274aaa34694" /><Relationship Type="http://schemas.openxmlformats.org/officeDocument/2006/relationships/slide" Target="/ppt/slides/slide46.xml" Id="R5ab8e22aa8864f15" /><Relationship Type="http://schemas.openxmlformats.org/officeDocument/2006/relationships/slide" Target="/ppt/slides/slide47.xml" Id="R45d8065cdea34d64" /><Relationship Type="http://schemas.openxmlformats.org/officeDocument/2006/relationships/slide" Target="/ppt/slides/slide48.xml" Id="Rc03a53dd3f50459d" /><Relationship Type="http://schemas.openxmlformats.org/officeDocument/2006/relationships/slide" Target="/ppt/slides/slide49.xml" Id="R35c9036c60c045f7" /><Relationship Type="http://schemas.openxmlformats.org/officeDocument/2006/relationships/slide" Target="/ppt/slides/slide50.xml" Id="R4efa2cba292a4d7b" /><Relationship Type="http://schemas.openxmlformats.org/officeDocument/2006/relationships/slide" Target="/ppt/slides/slide51.xml" Id="R147b935b62b346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135dd05988475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5d1432bf0d44b47" /><Relationship Type="http://schemas.openxmlformats.org/officeDocument/2006/relationships/notesMaster" Target="/ppt/notesMasters/notesMaster1.xml" Id="Re3046351bc8b4bc7"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74f3fcc0f241f3" /><Relationship Type="http://schemas.openxmlformats.org/officeDocument/2006/relationships/notesMaster" Target="/ppt/notesMasters/notesMaster1.xml" Id="R6826873f6d0e452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fff3b282814b42" /><Relationship Type="http://schemas.openxmlformats.org/officeDocument/2006/relationships/notesMaster" Target="/ppt/notesMasters/notesMaster1.xml" Id="R9750ba81f9764940" /></Relationships>
</file>

<file path=ppt/notesSlides/_rels/notesSlide4.xml.rels>&#65279;<?xml version="1.0" encoding="utf-8"?><Relationships xmlns="http://schemas.openxmlformats.org/package/2006/relationships"><Relationship Type="http://schemas.openxmlformats.org/officeDocument/2006/relationships/slide" Target="/ppt/slides/slide4.xml" Id="Rc80ea706f9a04065" /><Relationship Type="http://schemas.openxmlformats.org/officeDocument/2006/relationships/notesMaster" Target="/ppt/notesMasters/notesMaster1.xml" Id="R4eecc8833cf640e3" /></Relationships>
</file>

<file path=ppt/notesSlides/_rels/notesSlide5.xml.rels>&#65279;<?xml version="1.0" encoding="utf-8"?><Relationships xmlns="http://schemas.openxmlformats.org/package/2006/relationships"><Relationship Type="http://schemas.openxmlformats.org/officeDocument/2006/relationships/slide" Target="/ppt/slides/slide5.xml" Id="R47ffa2f1705046b0" /><Relationship Type="http://schemas.openxmlformats.org/officeDocument/2006/relationships/notesMaster" Target="/ppt/notesMasters/notesMaster1.xml" Id="R53db183cc58940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f13984e0624584" /><Relationship Type="http://schemas.openxmlformats.org/officeDocument/2006/relationships/notesMaster" Target="/ppt/notesMasters/notesMaster1.xml" Id="R2e6182eabdfd4c13" /></Relationships>
</file>

<file path=ppt/notesSlides/_rels/notesSlide7.xml.rels>&#65279;<?xml version="1.0" encoding="utf-8"?><Relationships xmlns="http://schemas.openxmlformats.org/package/2006/relationships"><Relationship Type="http://schemas.openxmlformats.org/officeDocument/2006/relationships/slide" Target="/ppt/slides/slide7.xml" Id="R8f68838575c649a4" /><Relationship Type="http://schemas.openxmlformats.org/officeDocument/2006/relationships/notesMaster" Target="/ppt/notesMasters/notesMaster1.xml" Id="Racc3dfe105ae4130" /></Relationships>
</file>

<file path=ppt/notesSlides/_rels/notesSlide8.xml.rels>&#65279;<?xml version="1.0" encoding="utf-8"?><Relationships xmlns="http://schemas.openxmlformats.org/package/2006/relationships"><Relationship Type="http://schemas.openxmlformats.org/officeDocument/2006/relationships/slide" Target="/ppt/slides/slide8.xml" Id="Rfdf271755ae34a48" /><Relationship Type="http://schemas.openxmlformats.org/officeDocument/2006/relationships/notesMaster" Target="/ppt/notesMasters/notesMaster1.xml" Id="Ra8763a938df34399" /></Relationships>
</file>

<file path=ppt/notesSlides/_rels/notesSlide9.xml.rels>&#65279;<?xml version="1.0" encoding="utf-8"?><Relationships xmlns="http://schemas.openxmlformats.org/package/2006/relationships"><Relationship Type="http://schemas.openxmlformats.org/officeDocument/2006/relationships/slide" Target="/ppt/slides/slide9.xml" Id="Rd1a8ec5cd5714a67" /><Relationship Type="http://schemas.openxmlformats.org/officeDocument/2006/relationships/notesMaster" Target="/ppt/notesMasters/notesMaster1.xml" Id="R5c54d920f3c04f6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a7590bd61ad4276" /><Relationship Type="http://schemas.openxmlformats.org/officeDocument/2006/relationships/notesMaster" Target="/ppt/notesMasters/notesMaster1.xml" Id="Rdd3c9bb3e8a14e4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1b19bf7d42c4222" /><Relationship Type="http://schemas.openxmlformats.org/officeDocument/2006/relationships/notesMaster" Target="/ppt/notesMasters/notesMaster1.xml" Id="R419277bcdd64442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2528ca0e9a0492b" /><Relationship Type="http://schemas.openxmlformats.org/officeDocument/2006/relationships/notesMaster" Target="/ppt/notesMasters/notesMaster1.xml" Id="R8795ad2fa268469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3a800fb2a164d87" /><Relationship Type="http://schemas.openxmlformats.org/officeDocument/2006/relationships/notesMaster" Target="/ppt/notesMasters/notesMaster1.xml" Id="Re775dddb10a84a1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eb80fb04b1f4ce4" /><Relationship Type="http://schemas.openxmlformats.org/officeDocument/2006/relationships/notesMaster" Target="/ppt/notesMasters/notesMaster1.xml" Id="Ra9161cce08d24df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d7ddda51cae4e54" /><Relationship Type="http://schemas.openxmlformats.org/officeDocument/2006/relationships/notesMaster" Target="/ppt/notesMasters/notesMaster1.xml" Id="Rfa772eb4cd074b1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f475b86b1874487" /><Relationship Type="http://schemas.openxmlformats.org/officeDocument/2006/relationships/notesMaster" Target="/ppt/notesMasters/notesMaster1.xml" Id="R00f9f315c621484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90f8700567444cc" /><Relationship Type="http://schemas.openxmlformats.org/officeDocument/2006/relationships/notesMaster" Target="/ppt/notesMasters/notesMaster1.xml" Id="Rfdafa5480907444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fd0c74020184573" /><Relationship Type="http://schemas.openxmlformats.org/officeDocument/2006/relationships/notesMaster" Target="/ppt/notesMasters/notesMaster1.xml" Id="Rd1ca7770dad843c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ea03370eed1402d" /><Relationship Type="http://schemas.openxmlformats.org/officeDocument/2006/relationships/notesMaster" Target="/ppt/notesMasters/notesMaster1.xml" Id="R8477c6491eaf4ab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18fdf6cbebc4db3" /><Relationship Type="http://schemas.openxmlformats.org/officeDocument/2006/relationships/notesMaster" Target="/ppt/notesMasters/notesMaster1.xml" Id="Rc701c6e95bf24df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73ff9d0a9144a24" /><Relationship Type="http://schemas.openxmlformats.org/officeDocument/2006/relationships/notesMaster" Target="/ppt/notesMasters/notesMaster1.xml" Id="R61b26d682c4c4cf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f786d622dc04e7c" /><Relationship Type="http://schemas.openxmlformats.org/officeDocument/2006/relationships/notesMaster" Target="/ppt/notesMasters/notesMaster1.xml" Id="R5cb5dc0beb714bf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5c11092b296486a" /><Relationship Type="http://schemas.openxmlformats.org/officeDocument/2006/relationships/notesMaster" Target="/ppt/notesMasters/notesMaster1.xml" Id="Rc8233f3cc90343f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294fe1b76fe4d94" /><Relationship Type="http://schemas.openxmlformats.org/officeDocument/2006/relationships/notesMaster" Target="/ppt/notesMasters/notesMaster1.xml" Id="R7717b063acd54dc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d7b14b82e0f466e" /><Relationship Type="http://schemas.openxmlformats.org/officeDocument/2006/relationships/notesMaster" Target="/ppt/notesMasters/notesMaster1.xml" Id="R575dfb2129624c3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2e6b1bd1a844e0c" /><Relationship Type="http://schemas.openxmlformats.org/officeDocument/2006/relationships/notesMaster" Target="/ppt/notesMasters/notesMaster1.xml" Id="R4933040310a6451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f408b4001b14fe8" /><Relationship Type="http://schemas.openxmlformats.org/officeDocument/2006/relationships/notesMaster" Target="/ppt/notesMasters/notesMaster1.xml" Id="R77a99e39e49141f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707075fcc1e444a" /><Relationship Type="http://schemas.openxmlformats.org/officeDocument/2006/relationships/notesMaster" Target="/ppt/notesMasters/notesMaster1.xml" Id="R59a7a0a0023642f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16d8ffc138444be" /><Relationship Type="http://schemas.openxmlformats.org/officeDocument/2006/relationships/notesMaster" Target="/ppt/notesMasters/notesMaster1.xml" Id="R1fdcdc135faf40d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a87ff9de3974898" /><Relationship Type="http://schemas.openxmlformats.org/officeDocument/2006/relationships/notesMaster" Target="/ppt/notesMasters/notesMaster1.xml" Id="R93d2ca0659da4c3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ca4c65da5184dfa" /><Relationship Type="http://schemas.openxmlformats.org/officeDocument/2006/relationships/notesMaster" Target="/ppt/notesMasters/notesMaster1.xml" Id="Rfe0712a6516648e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96da95dc4f24b6f" /><Relationship Type="http://schemas.openxmlformats.org/officeDocument/2006/relationships/notesMaster" Target="/ppt/notesMasters/notesMaster1.xml" Id="R4804aa47886042e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b1813e1bb8d4b10" /><Relationship Type="http://schemas.openxmlformats.org/officeDocument/2006/relationships/notesMaster" Target="/ppt/notesMasters/notesMaster1.xml" Id="Rf458e01af67c478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c9aa4651d014ad9" /><Relationship Type="http://schemas.openxmlformats.org/officeDocument/2006/relationships/notesMaster" Target="/ppt/notesMasters/notesMaster1.xml" Id="Rb5aa824123e0477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5e6a69a65d6499f" /><Relationship Type="http://schemas.openxmlformats.org/officeDocument/2006/relationships/notesMaster" Target="/ppt/notesMasters/notesMaster1.xml" Id="Rfcd5d01dc20b45d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6bae371c3104819" /><Relationship Type="http://schemas.openxmlformats.org/officeDocument/2006/relationships/notesMaster" Target="/ppt/notesMasters/notesMaster1.xml" Id="R9ea64f2d0166441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674b96cc599410c" /><Relationship Type="http://schemas.openxmlformats.org/officeDocument/2006/relationships/notesMaster" Target="/ppt/notesMasters/notesMaster1.xml" Id="R9f6525b483694a3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e593e23b8a84df2" /><Relationship Type="http://schemas.openxmlformats.org/officeDocument/2006/relationships/notesMaster" Target="/ppt/notesMasters/notesMaster1.xml" Id="R28850887b407446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f8fb190cbe446b3" /><Relationship Type="http://schemas.openxmlformats.org/officeDocument/2006/relationships/notesMaster" Target="/ppt/notesMasters/notesMaster1.xml" Id="Ree0cc058f1794c3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03b333cd8424d8f" /><Relationship Type="http://schemas.openxmlformats.org/officeDocument/2006/relationships/notesMaster" Target="/ppt/notesMasters/notesMaster1.xml" Id="R16cc8de225754b0c"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1344617d3f4485f" /><Relationship Type="http://schemas.openxmlformats.org/officeDocument/2006/relationships/notesMaster" Target="/ppt/notesMasters/notesMaster1.xml" Id="R4dfcbe37b6fd49c7"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29093f7adcc24193" /><Relationship Type="http://schemas.openxmlformats.org/officeDocument/2006/relationships/notesMaster" Target="/ppt/notesMasters/notesMaster1.xml" Id="Read1c8660b37455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24d73f05f1f42fc" /><Relationship Type="http://schemas.openxmlformats.org/officeDocument/2006/relationships/notesMaster" Target="/ppt/notesMasters/notesMaster1.xml" Id="Re42b6435de424b7c"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5a49908ba154a4d" /><Relationship Type="http://schemas.openxmlformats.org/officeDocument/2006/relationships/notesMaster" Target="/ppt/notesMasters/notesMaster1.xml" Id="R0c8e8f5e94284c1f"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037826b633b44ad6" /><Relationship Type="http://schemas.openxmlformats.org/officeDocument/2006/relationships/notesMaster" Target="/ppt/notesMasters/notesMaster1.xml" Id="Rdde3c76bd4404710"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d4e475dee03349ab" /><Relationship Type="http://schemas.openxmlformats.org/officeDocument/2006/relationships/notesMaster" Target="/ppt/notesMasters/notesMaster1.xml" Id="R53d31d740e304834"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c8a722ff29a74330" /><Relationship Type="http://schemas.openxmlformats.org/officeDocument/2006/relationships/notesMaster" Target="/ppt/notesMasters/notesMaster1.xml" Id="R4956e6cc016240fb"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1eb145cd852f4ae8" /><Relationship Type="http://schemas.openxmlformats.org/officeDocument/2006/relationships/notesMaster" Target="/ppt/notesMasters/notesMaster1.xml" Id="Rdb68fae696154514"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9482834695f84143" /><Relationship Type="http://schemas.openxmlformats.org/officeDocument/2006/relationships/notesMaster" Target="/ppt/notesMasters/notesMaster1.xml" Id="Rdff40e7927b440a5"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c73852584b724089" /><Relationship Type="http://schemas.openxmlformats.org/officeDocument/2006/relationships/notesMaster" Target="/ppt/notesMasters/notesMaster1.xml" Id="Rb1eeefc835c14437"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1d46887c5f434659" /><Relationship Type="http://schemas.openxmlformats.org/officeDocument/2006/relationships/notesMaster" Target="/ppt/notesMasters/notesMaster1.xml" Id="Re1ff21db528342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1/50.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2/50.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3/50.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4/50.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5/50.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6/50.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a:p xmlns:a="http://schemas.openxmlformats.org/drawingml/2006/main">
            <a:r>
              <a:t>헤스 캐릭터: 사용자 제공 역사 초상화 기준 신규 생성. 클라우지우스/볼츠만 시리즈 스타일 참조. 실물 사진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7/50.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8/50.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요청 순환형 경로 도식. 신규 생성 이미지이며 완자 원본 그림을 사용하지 않았다. 수치 근거 천재 물질과 에너지85쪽: 직접393.5, CO산화283.0, CO생성110.5 kJ 방출. ΔH1=ΔH3+ΔH2. 처음·끝 상태 및 산소 양이 같음을 비교한다.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9/50.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10/50.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11/50.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12/50.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13/50.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14/50.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15/50.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16/50.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17/50.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18/50.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19/50.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20/50.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21/50.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22/50.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23/50.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24/50.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25/50.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26/50. 아래첨자 f와 윗첨자 °의 뜻</a:t>
            </a:r>
          </a:p>
          <a:p xmlns:a="http://schemas.openxmlformats.org/drawingml/2006/main">
            <a:r>
              <a:t>발화·지도: 완자121쪽 정의·파란 주석. f는formation의약자로생성을뜻한다. 위첨자°는표준상태이며0°C라는뜻이아니다. H만수학기호로기울인다. 원문과같이f를아래첨자,°를윗첨자로시각적으로배치했다.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27/50. 표준 상태는 비교를 위한 기준</a:t>
            </a:r>
          </a:p>
          <a:p xmlns:a="http://schemas.openxmlformats.org/drawingml/2006/main">
            <a:r>
              <a:t>발화·지도: 완자121쪽오른쪽표준상태설명에맞춘학교수업용기준. 열역학표준상태는규약상기준으로기체는이상거동등의정의가따르지만이번기본수업에서는확장하지않는다. 현대IUPAC표준압력1bar와교재의1기압을동일시하지않고이장표의조건은완자기준임을명시한다. IUPAC https://goldbook.iupac.org/terms/view/S05925</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28/50. 표준 상태가 곧 25°C인 것은 아니다</a:t>
            </a:r>
          </a:p>
          <a:p xmlns:a="http://schemas.openxmlformats.org/drawingml/2006/main">
            <a:r>
              <a:t>발화·지도: 완자121쪽오른쪽:표준상태정의에온도는포함되지않으며25°C자료를많이사용한다고설명한다. 따라서0°C기체조건이나온도자체를표준상태와혼동하지않게한다. 본예제값은교재25°C·1기압조건을따른다. 표준기호는온도를정의하지않음:IUPAC https://goldbook.iupac.org/terms/view/S05927</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29/50.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30/50. 기준 원소의 생성 엔탈피는 왜 0일까?</a:t>
            </a:r>
          </a:p>
          <a:p xmlns:a="http://schemas.openxmlformats.org/drawingml/2006/main">
            <a:r>
              <a:t>발화·지도: 완자121쪽B1(2)와오른쪽원소물질의생성엔탈피. 기준원소의표준생성엔탈피0은기준점이며물질절대엔탈피H=0이라는주장이아니다. 주어진온도·압력에서안정한원소형태:IUPAC https://goldbook.iupac.org/terms/view/R05233</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31/50. 같은 탄소라도 기준값은 다르다</a:t>
            </a:r>
          </a:p>
          <a:p xmlns:a="http://schemas.openxmlformats.org/drawingml/2006/main">
            <a:r>
              <a:t>발화·지도: 수치·설명:완자121쪽. 그림:천재교육물질과에너지39쪽그림I-30의흑연·다이아몬드사진및구조모형. 같은탄소지만결합구조가다르며표준생성엔탈피도다르다.25°C교재조건에서흑연0,다이아몬드+1.88kJ/mol. 앞Part2의완자127쪽반올림자료+1.9kJ와구분한다. 구조원본은assets/formation-v24/provenance.json참조.</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32/50.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33/50.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34/50.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35/50. 표의 값에 반응 계수를 곱한다</a:t>
            </a:r>
          </a:p>
          <a:p xmlns:a="http://schemas.openxmlformats.org/drawingml/2006/main">
            <a:r>
              <a:t>발화·지도: 완자121쪽B2관계식과메테인예제. 표준생성엔탈피의합은각반응계수를곱한뒤의합이다. 원소의값0이라도물질·상태·계수를먼저확인한다. 식에적힌반응진행량에대응하는반응엔탈피를구하며이수업은열화학반응식의kJ표기와물질당kJ/mol을구분한다.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36/50.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37/50. 세 물질의 표준 생성 엔탈피</a:t>
            </a:r>
          </a:p>
          <a:p xmlns:a="http://schemas.openxmlformats.org/drawingml/2006/main">
            <a:r>
              <a:t>발화·지도: 사용자 최신 요청으로 교재 원본 크롭을 제거하고 built-in image_gen으로 새 수식 이미지를 생성했다. 사실·수치 근거 완자121쪽. ①: C+2H2→CH4 ΔH1=-74.8kJ, ②: C+O2→CO2 ΔH2=-393.5kJ, ③: H2+1/2O2→H2O(l) ΔH3=-285.8kJ. 생성 프롬프트 assets/formation-v30/prompts.json.</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38/50. 생성 엔탈피 계산과 헤스 법칙</a:t>
            </a:r>
          </a:p>
          <a:p xmlns:a="http://schemas.openxmlformats.org/drawingml/2006/main">
            <a:r>
              <a:t>발화·지도: 사용자 최신 요청으로 완자 원본 소거 패널을 제거하고 image_gen으로 새 이미지 생성. (ΔH2+2ΔH3)−ΔH1=-890.3kJ. 같은 반응은 ②+2×③−①로 구한다. ①을 역반응으로 사용하면 C(흑연)와2H2가 소거되며 CH4+2O2→CO2+2H2O(l). 교재 이미지 복제 대신 별도 구성. 사용 허가에 대한 법적 판정은 하지 않았다.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39/50.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40/50.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41/50.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42/50.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43/50.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44/50.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45/50.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46/50.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47/50.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48/50.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49/50.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50/50.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ecc0fdaab34f2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dba3a4fb469480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1517e3f7fb0462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b5258d0d79b4b3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8d0e8dfe8274b5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f3baf83ad5f473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680E0D-48AB-4D73-8A70-72B03A76C53E}"/>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A166051-E1AA-4362-A940-C17802426794}"/>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FB4907F-C0A3-4317-A77E-422C70C6EB58}"/>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AFECCB4-F7C5-4CD7-A957-9DDB3114755E}"/>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C318897-7099-4AB6-85B7-F3C8EF4C58F4}"/>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FD71DC3-06CD-4FC6-AF2F-F1B5D60160E5}"/>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596091-129F-4762-8D3F-C2305B48B62E}"/>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718EDD9-7391-4EB5-8FC4-31CD03C8F4EF}"/>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DB5665-E142-4E04-BDC8-23ADEB5188BC}"/>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905C4D4-DB25-49E6-9F9E-CEB4132CB626}"/>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ec530d550ca4515" /><Relationship Type="http://schemas.openxmlformats.org/officeDocument/2006/relationships/slideLayout" Target="/ppt/slideLayouts/slideLayout1.xml" Id="R5bc43a1e12734126" /><Relationship Type="http://schemas.openxmlformats.org/officeDocument/2006/relationships/slideLayout" Target="/ppt/slideLayouts/slideLayout2.xml" Id="R5e5a31c9050e4043" /><Relationship Type="http://schemas.openxmlformats.org/officeDocument/2006/relationships/slideLayout" Target="/ppt/slideLayouts/slideLayout3.xml" Id="Ra377150491ab4634" /><Relationship Type="http://schemas.openxmlformats.org/officeDocument/2006/relationships/slideLayout" Target="/ppt/slideLayouts/slideLayout4.xml" Id="R092ed5b14b11457c" /><Relationship Type="http://schemas.openxmlformats.org/officeDocument/2006/relationships/slideLayout" Target="/ppt/slideLayouts/slideLayout5.xml" Id="R7e3596f79ef84e50" /><Relationship Type="http://schemas.openxmlformats.org/officeDocument/2006/relationships/slideLayout" Target="/ppt/slideLayouts/slideLayout6.xml" Id="Rc1d45a372e6c498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bc43a1e12734126"/>
    <p:sldLayoutId xmlns:r="http://schemas.openxmlformats.org/officeDocument/2006/relationships" id="2147483650" r:id="R5e5a31c9050e4043"/>
    <p:sldLayoutId xmlns:r="http://schemas.openxmlformats.org/officeDocument/2006/relationships" id="2147483651" r:id="Ra377150491ab4634"/>
    <p:sldLayoutId xmlns:r="http://schemas.openxmlformats.org/officeDocument/2006/relationships" id="2147483652" r:id="R092ed5b14b11457c"/>
    <p:sldLayoutId xmlns:r="http://schemas.openxmlformats.org/officeDocument/2006/relationships" id="2147483653" r:id="R7e3596f79ef84e50"/>
    <p:sldLayoutId xmlns:r="http://schemas.openxmlformats.org/officeDocument/2006/relationships" id="2147483654" r:id="Rc1d45a372e6c498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05254b1a9c14124" /><Relationship Type="http://schemas.openxmlformats.org/officeDocument/2006/relationships/image" Target="/ppt/media/image.png" Id="R1063e5b3da034be7" /><Relationship Type="http://schemas.openxmlformats.org/officeDocument/2006/relationships/image" Target="/ppt/media/image2.png" Id="R0e68eb7f49e84e68" /><Relationship Type="http://schemas.openxmlformats.org/officeDocument/2006/relationships/image" Target="/ppt/media/image3.png" Id="Re95706ba0dae4cc6" /><Relationship Type="http://schemas.openxmlformats.org/officeDocument/2006/relationships/notesSlide" Target="/ppt/notesSlides/notesSlide1.xml" Id="Rd55f9e5bc3884b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4b83e1082ed4307" /><Relationship Type="http://schemas.openxmlformats.org/officeDocument/2006/relationships/image" Target="/ppt/media/image4.png" Id="R10ec25ac8b7e4931" /><Relationship Type="http://schemas.openxmlformats.org/officeDocument/2006/relationships/image" Target="/ppt/media/image5.png" Id="Rdef69569c98647d6" /><Relationship Type="http://schemas.openxmlformats.org/officeDocument/2006/relationships/image" Target="/ppt/media/image6.png" Id="R91819d686a3e4394" /><Relationship Type="http://schemas.openxmlformats.org/officeDocument/2006/relationships/notesSlide" Target="/ppt/notesSlides/notesSlide2.xml" Id="R4581094c15d6415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8c13557c7d14fb9" /><Relationship Type="http://schemas.openxmlformats.org/officeDocument/2006/relationships/image" Target="/ppt/media/image7.png" Id="R32889cbb5eda42f0" /><Relationship Type="http://schemas.openxmlformats.org/officeDocument/2006/relationships/notesSlide" Target="/ppt/notesSlides/notesSlide3.xml" Id="R0518f558bf9c495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d1efb38419e4e4f" /><Relationship Type="http://schemas.openxmlformats.org/officeDocument/2006/relationships/image" Target="/ppt/media/image8.png" Id="R96f1aca157604c38" /><Relationship Type="http://schemas.openxmlformats.org/officeDocument/2006/relationships/image" Target="/ppt/media/image9.png" Id="Rd94f932f05894721" /><Relationship Type="http://schemas.openxmlformats.org/officeDocument/2006/relationships/notesSlide" Target="/ppt/notesSlides/notesSlide4.xml" Id="Rad186d65d34a4c6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a896efb10bd4cdc" /><Relationship Type="http://schemas.openxmlformats.org/officeDocument/2006/relationships/image" Target="/ppt/media/image10.png" Id="Rd73844ce3c364cf7" /><Relationship Type="http://schemas.openxmlformats.org/officeDocument/2006/relationships/image" Target="/ppt/media/image11.png" Id="R55073ac9935145fa" /><Relationship Type="http://schemas.openxmlformats.org/officeDocument/2006/relationships/notesSlide" Target="/ppt/notesSlides/notesSlide5.xml" Id="R07cbf248209d41d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b7a9a4c851e4be6" /><Relationship Type="http://schemas.openxmlformats.org/officeDocument/2006/relationships/image" Target="/ppt/media/image12.png" Id="R7460e73b40c24592" /><Relationship Type="http://schemas.openxmlformats.org/officeDocument/2006/relationships/image" Target="/ppt/media/image13.png" Id="R2848bcfc311940cf" /><Relationship Type="http://schemas.openxmlformats.org/officeDocument/2006/relationships/notesSlide" Target="/ppt/notesSlides/notesSlide6.xml" Id="Rb79958203c1843a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bc7251e5cf343d5" /><Relationship Type="http://schemas.openxmlformats.org/officeDocument/2006/relationships/image" Target="/ppt/media/image14.png" Id="R5b065aa2f8c7408b" /><Relationship Type="http://schemas.openxmlformats.org/officeDocument/2006/relationships/image" Target="/ppt/media/image15.png" Id="Rbce19e9befbd4872" /><Relationship Type="http://schemas.openxmlformats.org/officeDocument/2006/relationships/image" Target="/ppt/media/image16.png" Id="Rf70859b8ecfa4792" /><Relationship Type="http://schemas.openxmlformats.org/officeDocument/2006/relationships/image" Target="/ppt/media/image17.png" Id="R9748e5fcc8d14d97" /><Relationship Type="http://schemas.openxmlformats.org/officeDocument/2006/relationships/notesSlide" Target="/ppt/notesSlides/notesSlide7.xml" Id="R8ea61afd0c97483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0aff22f1d0948d8" /><Relationship Type="http://schemas.openxmlformats.org/officeDocument/2006/relationships/image" Target="/ppt/media/image18.png" Id="Ra43dc1da291c4a73" /><Relationship Type="http://schemas.openxmlformats.org/officeDocument/2006/relationships/image" Target="/ppt/media/image19.png" Id="Rd2bb413668d348cd" /><Relationship Type="http://schemas.openxmlformats.org/officeDocument/2006/relationships/image" Target="/ppt/media/image20.png" Id="R2da374c15c0d410e" /><Relationship Type="http://schemas.openxmlformats.org/officeDocument/2006/relationships/image" Target="/ppt/media/image21.png" Id="Raa20e7a3212447c7" /><Relationship Type="http://schemas.openxmlformats.org/officeDocument/2006/relationships/notesSlide" Target="/ppt/notesSlides/notesSlide8.xml" Id="R80708c3ff3534e2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c849202e12144c2" /><Relationship Type="http://schemas.openxmlformats.org/officeDocument/2006/relationships/image" Target="/ppt/media/image22.png" Id="R23d3f6ee6eb24e46" /><Relationship Type="http://schemas.openxmlformats.org/officeDocument/2006/relationships/image" Target="/ppt/media/image23.png" Id="Rb5e7935d1f704596" /><Relationship Type="http://schemas.openxmlformats.org/officeDocument/2006/relationships/notesSlide" Target="/ppt/notesSlides/notesSlide9.xml" Id="R3114e4629110413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57a7d81173b4570" /><Relationship Type="http://schemas.openxmlformats.org/officeDocument/2006/relationships/image" Target="/ppt/media/image24.png" Id="R78e759b27b2944cb" /><Relationship Type="http://schemas.openxmlformats.org/officeDocument/2006/relationships/image" Target="/ppt/media/image25.png" Id="Rad592eafaeff4cd3" /><Relationship Type="http://schemas.openxmlformats.org/officeDocument/2006/relationships/image" Target="/ppt/media/image26.png" Id="Rb99882e831c14a7b" /><Relationship Type="http://schemas.openxmlformats.org/officeDocument/2006/relationships/image" Target="/ppt/media/image27.png" Id="R9b7130c7f9084bfb" /><Relationship Type="http://schemas.openxmlformats.org/officeDocument/2006/relationships/image" Target="/ppt/media/image28.png" Id="R63fc7a449a924815" /><Relationship Type="http://schemas.openxmlformats.org/officeDocument/2006/relationships/notesSlide" Target="/ppt/notesSlides/notesSlide10.xml" Id="R978c4e20245b45f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843b2324fee466b" /><Relationship Type="http://schemas.openxmlformats.org/officeDocument/2006/relationships/image" Target="/ppt/media/image29.png" Id="Rf7aa680677ca44a8" /><Relationship Type="http://schemas.openxmlformats.org/officeDocument/2006/relationships/image" Target="/ppt/media/image30.png" Id="Rb871f82fe8264684" /><Relationship Type="http://schemas.openxmlformats.org/officeDocument/2006/relationships/image" Target="/ppt/media/image31.png" Id="R66da4cad8aae4de4" /><Relationship Type="http://schemas.openxmlformats.org/officeDocument/2006/relationships/notesSlide" Target="/ppt/notesSlides/notesSlide11.xml" Id="R25709bbe5ba846d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e45e55aca244669" /><Relationship Type="http://schemas.openxmlformats.org/officeDocument/2006/relationships/image" Target="/ppt/media/image32.png" Id="R15fa8c30479e4066" /><Relationship Type="http://schemas.openxmlformats.org/officeDocument/2006/relationships/image" Target="/ppt/media/image33.png" Id="R2e540cbedc92463b" /><Relationship Type="http://schemas.openxmlformats.org/officeDocument/2006/relationships/image" Target="/ppt/media/image34.png" Id="Rd617b0a7a15f436c" /><Relationship Type="http://schemas.openxmlformats.org/officeDocument/2006/relationships/notesSlide" Target="/ppt/notesSlides/notesSlide12.xml" Id="Rb920f81b8721450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0ca969caff04249" /><Relationship Type="http://schemas.openxmlformats.org/officeDocument/2006/relationships/image" Target="/ppt/media/image35.png" Id="Rcc30fae6ebcd423d" /><Relationship Type="http://schemas.openxmlformats.org/officeDocument/2006/relationships/notesSlide" Target="/ppt/notesSlides/notesSlide13.xml" Id="R712d901d5336483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c022edf51704054" /><Relationship Type="http://schemas.openxmlformats.org/officeDocument/2006/relationships/image" Target="/ppt/media/image36.png" Id="R0ea62e90c0294a42" /><Relationship Type="http://schemas.openxmlformats.org/officeDocument/2006/relationships/image" Target="/ppt/media/image37.png" Id="R58a91eb951344c18" /><Relationship Type="http://schemas.openxmlformats.org/officeDocument/2006/relationships/notesSlide" Target="/ppt/notesSlides/notesSlide14.xml" Id="R66af8b3f75294ef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68130f86cc443e5" /><Relationship Type="http://schemas.openxmlformats.org/officeDocument/2006/relationships/image" Target="/ppt/media/image38.png" Id="Ra1edee154f5d4ebc" /><Relationship Type="http://schemas.openxmlformats.org/officeDocument/2006/relationships/image" Target="/ppt/media/image39.png" Id="Re51aab7b04c64356" /><Relationship Type="http://schemas.openxmlformats.org/officeDocument/2006/relationships/image" Target="/ppt/media/image40.png" Id="Rcbf939d656654297" /><Relationship Type="http://schemas.openxmlformats.org/officeDocument/2006/relationships/notesSlide" Target="/ppt/notesSlides/notesSlide15.xml" Id="R878ee94d061243a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d1bb16a94134dd4" /><Relationship Type="http://schemas.openxmlformats.org/officeDocument/2006/relationships/image" Target="/ppt/media/image41.png" Id="R655e2280aea64401" /><Relationship Type="http://schemas.openxmlformats.org/officeDocument/2006/relationships/image" Target="/ppt/media/image42.png" Id="Rf34ffd6b1bf248b7" /><Relationship Type="http://schemas.openxmlformats.org/officeDocument/2006/relationships/image" Target="/ppt/media/image43.png" Id="R8f59da15432e4712" /><Relationship Type="http://schemas.openxmlformats.org/officeDocument/2006/relationships/image" Target="/ppt/media/image44.png" Id="Rd9646420ebc047fd" /><Relationship Type="http://schemas.openxmlformats.org/officeDocument/2006/relationships/notesSlide" Target="/ppt/notesSlides/notesSlide16.xml" Id="R030213e9dad840f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00c0b114f26459e" /><Relationship Type="http://schemas.openxmlformats.org/officeDocument/2006/relationships/image" Target="/ppt/media/image45.png" Id="Reb6772ca1c104840" /><Relationship Type="http://schemas.openxmlformats.org/officeDocument/2006/relationships/image" Target="/ppt/media/image46.png" Id="R329fbb2f3af640c6" /><Relationship Type="http://schemas.openxmlformats.org/officeDocument/2006/relationships/image" Target="/ppt/media/image47.png" Id="R8330e11659054db8" /><Relationship Type="http://schemas.openxmlformats.org/officeDocument/2006/relationships/notesSlide" Target="/ppt/notesSlides/notesSlide17.xml" Id="Rd3f6f19c1937478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e21e9973e734030" /><Relationship Type="http://schemas.openxmlformats.org/officeDocument/2006/relationships/image" Target="/ppt/media/image48.png" Id="R820c29fdb93f472c" /><Relationship Type="http://schemas.openxmlformats.org/officeDocument/2006/relationships/image" Target="/ppt/media/image49.png" Id="R164230cb96db461a" /><Relationship Type="http://schemas.openxmlformats.org/officeDocument/2006/relationships/image" Target="/ppt/media/image50.png" Id="Rb79db9f7464a430e" /><Relationship Type="http://schemas.openxmlformats.org/officeDocument/2006/relationships/image" Target="/ppt/media/image51.png" Id="R71735aef4eef4627" /><Relationship Type="http://schemas.openxmlformats.org/officeDocument/2006/relationships/notesSlide" Target="/ppt/notesSlides/notesSlide18.xml" Id="Rb8fcc6059bf74f9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a0d8bce43254c96" /><Relationship Type="http://schemas.openxmlformats.org/officeDocument/2006/relationships/image" Target="/ppt/media/image52.png" Id="R9d36cbc6aea8486d" /><Relationship Type="http://schemas.openxmlformats.org/officeDocument/2006/relationships/image" Target="/ppt/media/image53.png" Id="Rf78f355e8c1e4fcf" /><Relationship Type="http://schemas.openxmlformats.org/officeDocument/2006/relationships/image" Target="/ppt/media/image54.png" Id="Rfa8233cc6bdb4da2" /><Relationship Type="http://schemas.openxmlformats.org/officeDocument/2006/relationships/notesSlide" Target="/ppt/notesSlides/notesSlide19.xml" Id="R39dbde7d4cbb443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c6a926796964462" /><Relationship Type="http://schemas.openxmlformats.org/officeDocument/2006/relationships/image" Target="/ppt/media/image55.png" Id="R53906f8dc18545dd" /><Relationship Type="http://schemas.openxmlformats.org/officeDocument/2006/relationships/image" Target="/ppt/media/image56.png" Id="R5c5ef275533142d7" /><Relationship Type="http://schemas.openxmlformats.org/officeDocument/2006/relationships/image" Target="/ppt/media/image57.png" Id="R6ecc61d73c664467" /><Relationship Type="http://schemas.openxmlformats.org/officeDocument/2006/relationships/image" Target="/ppt/media/image58.png" Id="Ref96759558bc418c" /><Relationship Type="http://schemas.openxmlformats.org/officeDocument/2006/relationships/notesSlide" Target="/ppt/notesSlides/notesSlide20.xml" Id="R4ce1d228a2ec412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9a6fc38a05c4fbf" /><Relationship Type="http://schemas.openxmlformats.org/officeDocument/2006/relationships/image" Target="/ppt/media/image59.png" Id="R9ef0393660f1447f" /><Relationship Type="http://schemas.openxmlformats.org/officeDocument/2006/relationships/notesSlide" Target="/ppt/notesSlides/notesSlide21.xml" Id="R3e8bbd4a3a5f4ac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c0d5dacc2b643c0" /><Relationship Type="http://schemas.openxmlformats.org/officeDocument/2006/relationships/image" Target="/ppt/media/image60.png" Id="R95dc3455ba7e4a70" /><Relationship Type="http://schemas.openxmlformats.org/officeDocument/2006/relationships/image" Target="/ppt/media/image61.png" Id="R7ca7f5dde5844dfd" /><Relationship Type="http://schemas.openxmlformats.org/officeDocument/2006/relationships/image" Target="/ppt/media/image62.png" Id="Re09a87717171474f" /><Relationship Type="http://schemas.openxmlformats.org/officeDocument/2006/relationships/notesSlide" Target="/ppt/notesSlides/notesSlide22.xml" Id="Ra877379726d8444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60f275ff4c734b2e" /><Relationship Type="http://schemas.openxmlformats.org/officeDocument/2006/relationships/image" Target="/ppt/media/image63.png" Id="Rbf36a913a0994335" /><Relationship Type="http://schemas.openxmlformats.org/officeDocument/2006/relationships/image" Target="/ppt/media/image64.png" Id="Rf3f19cc62604495b" /><Relationship Type="http://schemas.openxmlformats.org/officeDocument/2006/relationships/image" Target="/ppt/media/image65.png" Id="Ref373251ffce4520" /><Relationship Type="http://schemas.openxmlformats.org/officeDocument/2006/relationships/image" Target="/ppt/media/image66.png" Id="Rb1e43eed310a450f" /><Relationship Type="http://schemas.openxmlformats.org/officeDocument/2006/relationships/notesSlide" Target="/ppt/notesSlides/notesSlide23.xml" Id="Rc84402c4c8e4400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ce601bdb2854731" /><Relationship Type="http://schemas.openxmlformats.org/officeDocument/2006/relationships/image" Target="/ppt/media/image67.png" Id="Re2dc438cffcb42e1" /><Relationship Type="http://schemas.openxmlformats.org/officeDocument/2006/relationships/image" Target="/ppt/media/image68.png" Id="Rb41e931636f842d0" /><Relationship Type="http://schemas.openxmlformats.org/officeDocument/2006/relationships/image" Target="/ppt/media/image69.png" Id="Rff890688c1db49f1" /><Relationship Type="http://schemas.openxmlformats.org/officeDocument/2006/relationships/notesSlide" Target="/ppt/notesSlides/notesSlide24.xml" Id="R59c4c7e198e243e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e2c4fd4df8746ed" /><Relationship Type="http://schemas.openxmlformats.org/officeDocument/2006/relationships/image" Target="/ppt/media/image70.png" Id="R0d0830d58f144c95" /><Relationship Type="http://schemas.openxmlformats.org/officeDocument/2006/relationships/image" Target="/ppt/media/image71.png" Id="Rba4a0bb9451f422d" /><Relationship Type="http://schemas.openxmlformats.org/officeDocument/2006/relationships/notesSlide" Target="/ppt/notesSlides/notesSlide25.xml" Id="Re3b71d971c3d41d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217ea5f618e404d" /><Relationship Type="http://schemas.openxmlformats.org/officeDocument/2006/relationships/image" Target="/ppt/media/image72.png" Id="R24b255b7afdc4369" /><Relationship Type="http://schemas.openxmlformats.org/officeDocument/2006/relationships/image" Target="/ppt/media/image73.png" Id="R3ca7d47908de480f" /><Relationship Type="http://schemas.openxmlformats.org/officeDocument/2006/relationships/notesSlide" Target="/ppt/notesSlides/notesSlide26.xml" Id="Rc3d1056fa41e40a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401c3133ab504250" /><Relationship Type="http://schemas.openxmlformats.org/officeDocument/2006/relationships/image" Target="/ppt/media/image74.png" Id="Re3c403c7edd84e6c" /><Relationship Type="http://schemas.openxmlformats.org/officeDocument/2006/relationships/image" Target="/ppt/media/image75.png" Id="R990d1e9d6d72489f" /><Relationship Type="http://schemas.openxmlformats.org/officeDocument/2006/relationships/notesSlide" Target="/ppt/notesSlides/notesSlide27.xml" Id="R80f72e11ee474fd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5822b4fe4e97404e" /><Relationship Type="http://schemas.openxmlformats.org/officeDocument/2006/relationships/image" Target="/ppt/media/image76.png" Id="R39f7ebe9eb654cba" /><Relationship Type="http://schemas.openxmlformats.org/officeDocument/2006/relationships/notesSlide" Target="/ppt/notesSlides/notesSlide28.xml" Id="R0fc9a0b80d86430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8fb213be9e124623" /><Relationship Type="http://schemas.openxmlformats.org/officeDocument/2006/relationships/image" Target="/ppt/media/image77.png" Id="Ra9391b94606c4d1c" /><Relationship Type="http://schemas.openxmlformats.org/officeDocument/2006/relationships/notesSlide" Target="/ppt/notesSlides/notesSlide29.xml" Id="R0c96827a17bc47b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978ab192ea5143a3" /><Relationship Type="http://schemas.openxmlformats.org/officeDocument/2006/relationships/image" Target="/ppt/media/image78.png" Id="Ra27adb5746f14b46" /><Relationship Type="http://schemas.openxmlformats.org/officeDocument/2006/relationships/notesSlide" Target="/ppt/notesSlides/notesSlide30.xml" Id="R85720b73d0d94ea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cbb514ebad5f4113" /><Relationship Type="http://schemas.openxmlformats.org/officeDocument/2006/relationships/image" Target="/ppt/media/image79.png" Id="Rb673d2a1e6d44ebd" /><Relationship Type="http://schemas.openxmlformats.org/officeDocument/2006/relationships/notesSlide" Target="/ppt/notesSlides/notesSlide31.xml" Id="Re96834c3c35d47b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6cdcfe0b07f741ee" /><Relationship Type="http://schemas.openxmlformats.org/officeDocument/2006/relationships/image" Target="/ppt/media/image80.png" Id="Rdd2ac76ac52f44b8" /><Relationship Type="http://schemas.openxmlformats.org/officeDocument/2006/relationships/image" Target="/ppt/media/image81.png" Id="R1232da55a7284d64" /><Relationship Type="http://schemas.openxmlformats.org/officeDocument/2006/relationships/image" Target="/ppt/media/image82.png" Id="Ra411a2af516f4375" /><Relationship Type="http://schemas.openxmlformats.org/officeDocument/2006/relationships/notesSlide" Target="/ppt/notesSlides/notesSlide32.xml" Id="Rc219a91728d2439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d9496bfd691442ce" /><Relationship Type="http://schemas.openxmlformats.org/officeDocument/2006/relationships/image" Target="/ppt/media/image83.png" Id="R7e5a643be8664c11" /><Relationship Type="http://schemas.openxmlformats.org/officeDocument/2006/relationships/image" Target="/ppt/media/image84.png" Id="R465e15505236435b" /><Relationship Type="http://schemas.openxmlformats.org/officeDocument/2006/relationships/image" Target="/ppt/media/image85.png" Id="R10041dc5315d4fee" /><Relationship Type="http://schemas.openxmlformats.org/officeDocument/2006/relationships/notesSlide" Target="/ppt/notesSlides/notesSlide33.xml" Id="Rc21f2b61e00f40c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a41ea99e5dbe4d66" /><Relationship Type="http://schemas.openxmlformats.org/officeDocument/2006/relationships/image" Target="/ppt/media/image86.png" Id="R91b3c2b524cb45ff" /><Relationship Type="http://schemas.openxmlformats.org/officeDocument/2006/relationships/image" Target="/ppt/media/image87.png" Id="R476a8c3469554cbc" /><Relationship Type="http://schemas.openxmlformats.org/officeDocument/2006/relationships/notesSlide" Target="/ppt/notesSlides/notesSlide34.xml" Id="R2ee6efe0371f49e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01ab5fc158df4d3b" /><Relationship Type="http://schemas.openxmlformats.org/officeDocument/2006/relationships/image" Target="/ppt/media/image88.png" Id="R1614c5cc2db04b0c" /><Relationship Type="http://schemas.openxmlformats.org/officeDocument/2006/relationships/image" Target="/ppt/media/image89.png" Id="R4ac246444a274a35" /><Relationship Type="http://schemas.openxmlformats.org/officeDocument/2006/relationships/notesSlide" Target="/ppt/notesSlides/notesSlide35.xml" Id="R42c22e78c698401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c4793b83c1324c20" /><Relationship Type="http://schemas.openxmlformats.org/officeDocument/2006/relationships/image" Target="/ppt/media/image90.png" Id="Rd4699719e6f94920" /><Relationship Type="http://schemas.openxmlformats.org/officeDocument/2006/relationships/image" Target="/ppt/media/image91.png" Id="Reba67fde13ba4268" /><Relationship Type="http://schemas.openxmlformats.org/officeDocument/2006/relationships/notesSlide" Target="/ppt/notesSlides/notesSlide36.xml" Id="R000e014a1f8d43c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0891ac9191ae463b" /><Relationship Type="http://schemas.openxmlformats.org/officeDocument/2006/relationships/image" Target="/ppt/media/image92.png" Id="R50792f1eda114e5d" /><Relationship Type="http://schemas.openxmlformats.org/officeDocument/2006/relationships/image" Target="/ppt/media/image93.png" Id="R8b374062bca34a1c" /><Relationship Type="http://schemas.openxmlformats.org/officeDocument/2006/relationships/image" Target="/ppt/media/image94.png" Id="R491d65ec87054491" /><Relationship Type="http://schemas.openxmlformats.org/officeDocument/2006/relationships/notesSlide" Target="/ppt/notesSlides/notesSlide37.xml" Id="Raaaf14171f6b4f8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adafaba85cca4005" /><Relationship Type="http://schemas.openxmlformats.org/officeDocument/2006/relationships/image" Target="/ppt/media/image95.png" Id="R874dc277a0364326" /><Relationship Type="http://schemas.openxmlformats.org/officeDocument/2006/relationships/image" Target="/ppt/media/image96.png" Id="R42764376ffee4a4f" /><Relationship Type="http://schemas.openxmlformats.org/officeDocument/2006/relationships/notesSlide" Target="/ppt/notesSlides/notesSlide38.xml" Id="R5df29021ea2b454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bffa3b6c361f4d2b" /><Relationship Type="http://schemas.openxmlformats.org/officeDocument/2006/relationships/image" Target="/ppt/media/image97.png" Id="R4ea57237427a402c" /><Relationship Type="http://schemas.openxmlformats.org/officeDocument/2006/relationships/image" Target="/ppt/media/image98.png" Id="Ra514be685bd947f6" /><Relationship Type="http://schemas.openxmlformats.org/officeDocument/2006/relationships/notesSlide" Target="/ppt/notesSlides/notesSlide39.xml" Id="Re924723e3f204af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8cabb316cac24554" /><Relationship Type="http://schemas.openxmlformats.org/officeDocument/2006/relationships/image" Target="/ppt/media/image99.png" Id="Rb81ae065d45e4d91" /><Relationship Type="http://schemas.openxmlformats.org/officeDocument/2006/relationships/image" Target="/ppt/media/image100.png" Id="Rf5fa5e7a36ea4dd6" /><Relationship Type="http://schemas.openxmlformats.org/officeDocument/2006/relationships/image" Target="/ppt/media/image101.png" Id="Re48675a3d58b4dad" /><Relationship Type="http://schemas.openxmlformats.org/officeDocument/2006/relationships/notesSlide" Target="/ppt/notesSlides/notesSlide40.xml" Id="R26c1bf157a374ca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c8d3899527c043a3" /><Relationship Type="http://schemas.openxmlformats.org/officeDocument/2006/relationships/image" Target="/ppt/media/image102.png" Id="R73dcf297b8c04821" /><Relationship Type="http://schemas.openxmlformats.org/officeDocument/2006/relationships/notesSlide" Target="/ppt/notesSlides/notesSlide41.xml" Id="Rdf70028a1e074a7e"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206cac08dc7c4cea" /><Relationship Type="http://schemas.openxmlformats.org/officeDocument/2006/relationships/image" Target="/ppt/media/image103.png" Id="R94f4c8d6736f4d9c" /><Relationship Type="http://schemas.openxmlformats.org/officeDocument/2006/relationships/image" Target="/ppt/media/image104.png" Id="R813e94a612ba427c" /><Relationship Type="http://schemas.openxmlformats.org/officeDocument/2006/relationships/notesSlide" Target="/ppt/notesSlides/notesSlide42.xml" Id="R46b05210f68d43a9"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9f7ed2ae2a664670" /><Relationship Type="http://schemas.openxmlformats.org/officeDocument/2006/relationships/image" Target="/ppt/media/image105.png" Id="R844b6009c6074292" /><Relationship Type="http://schemas.openxmlformats.org/officeDocument/2006/relationships/image" Target="/ppt/media/image106.png" Id="R889dd7ad21d540ad" /><Relationship Type="http://schemas.openxmlformats.org/officeDocument/2006/relationships/image" Target="/ppt/media/image107.png" Id="R78eb017a5d864aab" /><Relationship Type="http://schemas.openxmlformats.org/officeDocument/2006/relationships/image" Target="/ppt/media/image108.png" Id="Rff314e18bf1e442d" /><Relationship Type="http://schemas.openxmlformats.org/officeDocument/2006/relationships/notesSlide" Target="/ppt/notesSlides/notesSlide43.xml" Id="R0f6c25f5753d437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703e492561b04c6a" /><Relationship Type="http://schemas.openxmlformats.org/officeDocument/2006/relationships/image" Target="/ppt/media/image109.png" Id="Rc92b90328ba747f0" /><Relationship Type="http://schemas.openxmlformats.org/officeDocument/2006/relationships/image" Target="/ppt/media/image110.png" Id="Rb35596d2a6f54d7c" /><Relationship Type="http://schemas.openxmlformats.org/officeDocument/2006/relationships/notesSlide" Target="/ppt/notesSlides/notesSlide44.xml" Id="R77c955f51bb945a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3ad470e3a73849d7" /><Relationship Type="http://schemas.openxmlformats.org/officeDocument/2006/relationships/image" Target="/ppt/media/image111.png" Id="R82898d9d722c4da3" /><Relationship Type="http://schemas.openxmlformats.org/officeDocument/2006/relationships/image" Target="/ppt/media/image112.png" Id="R78cf6d32d8824a2c" /><Relationship Type="http://schemas.openxmlformats.org/officeDocument/2006/relationships/notesSlide" Target="/ppt/notesSlides/notesSlide45.xml" Id="Rea806f160d5147b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3f5ec40127754512" /><Relationship Type="http://schemas.openxmlformats.org/officeDocument/2006/relationships/image" Target="/ppt/media/image113.png" Id="R38430151de8040a1" /><Relationship Type="http://schemas.openxmlformats.org/officeDocument/2006/relationships/notesSlide" Target="/ppt/notesSlides/notesSlide46.xml" Id="R67ece2133b3e445a"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372a22a95b494f0e" /><Relationship Type="http://schemas.openxmlformats.org/officeDocument/2006/relationships/image" Target="/ppt/media/image114.png" Id="R6b55df03370d437c" /><Relationship Type="http://schemas.openxmlformats.org/officeDocument/2006/relationships/image" Target="/ppt/media/image115.png" Id="R313344fcfe6a4bb5" /><Relationship Type="http://schemas.openxmlformats.org/officeDocument/2006/relationships/notesSlide" Target="/ppt/notesSlides/notesSlide47.xml" Id="Rf345320c8563483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c1d76b3179f14dd9" /><Relationship Type="http://schemas.openxmlformats.org/officeDocument/2006/relationships/image" Target="/ppt/media/image116.png" Id="Rccd73f9eda1b45f3" /><Relationship Type="http://schemas.openxmlformats.org/officeDocument/2006/relationships/notesSlide" Target="/ppt/notesSlides/notesSlide48.xml" Id="Ra4cda6a9937149c4"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46486b202ced4a28" /><Relationship Type="http://schemas.openxmlformats.org/officeDocument/2006/relationships/image" Target="/ppt/media/image117.png" Id="Rbace51261b4445ed" /><Relationship Type="http://schemas.openxmlformats.org/officeDocument/2006/relationships/image" Target="/ppt/media/image118.png" Id="R34abb46c6f914c4e" /><Relationship Type="http://schemas.openxmlformats.org/officeDocument/2006/relationships/notesSlide" Target="/ppt/notesSlides/notesSlide49.xml" Id="R9dcd8f8fef7c4ed5"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c730df106d364dc6" /><Relationship Type="http://schemas.openxmlformats.org/officeDocument/2006/relationships/image" Target="/ppt/media/image119.png" Id="R4745764d35ab4437" /><Relationship Type="http://schemas.openxmlformats.org/officeDocument/2006/relationships/image" Target="/ppt/media/image120.png" Id="Refb7badc7f5e4d6d" /><Relationship Type="http://schemas.openxmlformats.org/officeDocument/2006/relationships/image" Target="/ppt/media/image121.png" Id="Rc5ac3247fc93455e" /><Relationship Type="http://schemas.openxmlformats.org/officeDocument/2006/relationships/image" Target="/ppt/media/image122.png" Id="R72cf98d0c3634e3b" /><Relationship Type="http://schemas.openxmlformats.org/officeDocument/2006/relationships/notesSlide" Target="/ppt/notesSlides/notesSlide50.xml" Id="R4b39cc499794469e"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4dadb0bd46d74f91" /><Relationship Type="http://schemas.openxmlformats.org/officeDocument/2006/relationships/image" Target="/ppt/media/image123.png" Id="R7f62b50e676a473a" /><Relationship Type="http://schemas.openxmlformats.org/officeDocument/2006/relationships/notesSlide" Target="/ppt/notesSlides/notesSlide51.xml" Id="R7a94902828c54172"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75EEC72-84E6-4243-8E4B-BACF064183CC}"/>
              </a:ext>
            </a:extLst>
          </p:cNvPr>
          <p:cNvPicPr>
            <a:picLocks xmlns:a="http://schemas.openxmlformats.org/drawingml/2006/main" noChangeAspect="1"/>
          </p:cNvPicPr>
          <p:nvPr/>
        </p:nvPicPr>
        <p:blipFill>
          <a:blip xmlns:r="http://schemas.openxmlformats.org/officeDocument/2006/relationships" xmlns:a="http://schemas.openxmlformats.org/drawingml/2006/main" r:embed="R1063e5b3da034be7"/>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9D5B0B7B-645F-4A1A-B023-32843660037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4DA760A0-E845-4D66-A0B0-3A01FB543283}"/>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032CCFBA-AC77-4315-A949-FC964DDD3515}"/>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FAEA1EF6-A465-4B9B-9E12-FB33F7E39F85}"/>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E031C701-5023-4161-AC8E-1C97F0A65648}"/>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083E2E45-BD90-4663-9906-2ABF2A3DDAB2}"/>
              </a:ext>
            </a:extLst>
          </p:cNvPr>
          <p:cNvPicPr>
            <a:picLocks xmlns:a="http://schemas.openxmlformats.org/drawingml/2006/main" noChangeAspect="1"/>
          </p:cNvPicPr>
          <p:nvPr/>
        </p:nvPicPr>
        <p:blipFill>
          <a:blip xmlns:r="http://schemas.openxmlformats.org/officeDocument/2006/relationships" xmlns:a="http://schemas.openxmlformats.org/drawingml/2006/main" r:embed="R0e68eb7f49e84e6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55195DC9-0488-41CF-A84D-3231D4FADFB0}"/>
              </a:ext>
            </a:extLst>
          </p:cNvPr>
          <p:cNvPicPr>
            <a:picLocks xmlns:a="http://schemas.openxmlformats.org/drawingml/2006/main" noChangeAspect="1"/>
          </p:cNvPicPr>
          <p:nvPr/>
        </p:nvPicPr>
        <p:blipFill>
          <a:blip xmlns:r="http://schemas.openxmlformats.org/officeDocument/2006/relationships" xmlns:a="http://schemas.openxmlformats.org/drawingml/2006/main" r:embed="Re95706ba0dae4cc6"/>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0546717E-EE15-4D7B-BDC8-55EECDE0500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1657595559"/>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38265067-E0B5-4BC8-B4E9-E2A60383C7FE}"/>
              </a:ext>
            </a:extLst>
          </p:cNvPr>
          <p:cNvPicPr>
            <a:picLocks xmlns:a="http://schemas.openxmlformats.org/drawingml/2006/main" noChangeAspect="1"/>
          </p:cNvPicPr>
          <p:nvPr/>
        </p:nvPicPr>
        <p:blipFill>
          <a:blip xmlns:r="http://schemas.openxmlformats.org/officeDocument/2006/relationships" xmlns:a="http://schemas.openxmlformats.org/drawingml/2006/main" r:embed="R10ec25ac8b7e4931"/>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9D5E6B8F-9E53-452C-8BAB-2CF14A41788F}"/>
              </a:ext>
            </a:extLst>
          </p:cNvPr>
          <p:cNvPicPr>
            <a:picLocks xmlns:a="http://schemas.openxmlformats.org/drawingml/2006/main" noChangeAspect="1"/>
          </p:cNvPicPr>
          <p:nvPr/>
        </p:nvPicPr>
        <p:blipFill>
          <a:blip xmlns:r="http://schemas.openxmlformats.org/officeDocument/2006/relationships" xmlns:a="http://schemas.openxmlformats.org/drawingml/2006/main" r:embed="Rdef69569c98647d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25528F4-6F16-4973-AC32-90B051F58C3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D58F1A0-A7CF-468F-B8E8-DAF71616D93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1A5BD7C9-F544-40E5-B17B-2695C0608C3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4EBF953-223D-4386-9A07-91D73A0294F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0AD6F6EF-DF86-49BA-AF5A-EC3BBE86D80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B8A6365E-855A-46E8-87EA-ED400D0DE52E}"/>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A1AF17DF-215A-4AD8-B402-5FB7F971A487}"/>
              </a:ext>
            </a:extLst>
          </p:cNvPr>
          <p:cNvPicPr>
            <a:picLocks xmlns:a="http://schemas.openxmlformats.org/drawingml/2006/main" noChangeAspect="1"/>
          </p:cNvPicPr>
          <p:nvPr/>
        </p:nvPicPr>
        <p:blipFill>
          <a:blip xmlns:r="http://schemas.openxmlformats.org/officeDocument/2006/relationships" xmlns:a="http://schemas.openxmlformats.org/drawingml/2006/main" r:embed="R91819d686a3e4394"/>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1422583299"/>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F22AC108-F9D9-4978-9EA4-4CC9D55CEF43}"/>
              </a:ext>
            </a:extLst>
          </p:cNvPr>
          <p:cNvPicPr>
            <a:picLocks xmlns:a="http://schemas.openxmlformats.org/drawingml/2006/main" noChangeAspect="1"/>
          </p:cNvPicPr>
          <p:nvPr/>
        </p:nvPicPr>
        <p:blipFill>
          <a:blip xmlns:r="http://schemas.openxmlformats.org/officeDocument/2006/relationships" xmlns:a="http://schemas.openxmlformats.org/drawingml/2006/main" r:embed="R32889cbb5eda42f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83B904D-C724-44AA-AAAF-186A8B694E8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834D75C-1028-44AC-A10F-AE8E8471317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CFF448FA-0765-479F-887A-A725E2E5C0C7}"/>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8369D774-572D-4565-B6CB-AF406B1033BA}"/>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9D0A592D-DAF9-49FF-BFE7-7AE36ADF1F21}"/>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2614C81C-5F83-416A-99F1-1967BD51F6A7}"/>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DDDAE4FF-EEFF-4996-81EC-FCA823552754}"/>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0BA59D95-C202-4613-9C38-299C988F24F0}"/>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반응 엔탈피</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B8933A3A-3F18-4EE7-A136-09007F1DD26B}"/>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A0E90EDC-F32F-4FB3-92C2-2DA5DFEA8A65}"/>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5E2FA7AC-05F3-4697-977B-2AFD76B979BF}"/>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표준 생성</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4E45AA89-B103-4917-B6C3-9A0FD53A3052}"/>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B4EE20FA-9BEB-41BA-8B7F-45824871758C}"/>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052A5712-5B33-46DA-9BA2-7CF56A2B2AAA}"/>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실험으로</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682615217"/>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CE5A1D77-F87F-41BF-A94A-6468A80A9543}"/>
              </a:ext>
            </a:extLst>
          </p:cNvPr>
          <p:cNvPicPr>
            <a:picLocks xmlns:a="http://schemas.openxmlformats.org/drawingml/2006/main" noChangeAspect="1"/>
          </p:cNvPicPr>
          <p:nvPr/>
        </p:nvPicPr>
        <p:blipFill>
          <a:blip xmlns:r="http://schemas.openxmlformats.org/officeDocument/2006/relationships" xmlns:a="http://schemas.openxmlformats.org/drawingml/2006/main" r:embed="R96f1aca157604c3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E694893-4E47-4BE6-8762-88A3AB9F63C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D5067EF-1FBE-448E-BC48-B03E8BBE8339}"/>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FFFFFF"/>
                </a:solidFill>
                <a:latin typeface="Pretendard"/>
                <a:ea typeface="Pretendard"/>
                <a:cs typeface="Pretendard"/>
              </a:defRPr>
            </a:defPPr>
            <a:lvl1pPr algn="ctr">
              <a:defRPr sz="7500" b="1">
                <a:solidFill>
                  <a:srgbClr val="FFFFFF"/>
                </a:solidFill>
                <a:latin typeface="Pretendard"/>
                <a:ea typeface="Pretendard"/>
                <a:cs typeface="Pretendard"/>
              </a:defRPr>
            </a:lvl1pPr>
            <a:lvl2pPr algn="ctr">
              <a:defRPr sz="7500" b="1">
                <a:solidFill>
                  <a:srgbClr val="FFFFFF"/>
                </a:solidFill>
                <a:latin typeface="Pretendard"/>
                <a:ea typeface="Pretendard"/>
                <a:cs typeface="Pretendard"/>
              </a:defRPr>
            </a:lvl2pPr>
            <a:lvl3pPr algn="ctr">
              <a:defRPr sz="7500" b="1">
                <a:solidFill>
                  <a:srgbClr val="FFFFFF"/>
                </a:solidFill>
                <a:latin typeface="Pretendard"/>
                <a:ea typeface="Pretendard"/>
                <a:cs typeface="Pretendard"/>
              </a:defRPr>
            </a:lvl3pPr>
            <a:lvl4pPr algn="ctr">
              <a:defRPr sz="7500" b="1">
                <a:solidFill>
                  <a:srgbClr val="FFFFFF"/>
                </a:solidFill>
                <a:latin typeface="Pretendard"/>
                <a:ea typeface="Pretendard"/>
                <a:cs typeface="Pretendard"/>
              </a:defRPr>
            </a:lvl4pPr>
            <a:lvl5pPr algn="ctr">
              <a:defRPr sz="7500" b="1">
                <a:solidFill>
                  <a:srgbClr val="FFFFFF"/>
                </a:solidFill>
                <a:latin typeface="Pretendard"/>
                <a:ea typeface="Pretendard"/>
                <a:cs typeface="Pretendard"/>
              </a:defRPr>
            </a:lvl5pPr>
            <a:lvl6pPr algn="ctr">
              <a:defRPr sz="7500" b="1">
                <a:solidFill>
                  <a:srgbClr val="FFFFFF"/>
                </a:solidFill>
                <a:latin typeface="Pretendard"/>
                <a:ea typeface="Pretendard"/>
                <a:cs typeface="Pretendard"/>
              </a:defRPr>
            </a:lvl6pPr>
            <a:lvl7pPr algn="ctr">
              <a:defRPr sz="7500" b="1">
                <a:solidFill>
                  <a:srgbClr val="FFFFFF"/>
                </a:solidFill>
                <a:latin typeface="Pretendard"/>
                <a:ea typeface="Pretendard"/>
                <a:cs typeface="Pretendard"/>
              </a:defRPr>
            </a:lvl7pPr>
            <a:lvl8pPr algn="ctr">
              <a:defRPr sz="7500" b="1">
                <a:solidFill>
                  <a:srgbClr val="FFFFFF"/>
                </a:solidFill>
                <a:latin typeface="Pretendard"/>
                <a:ea typeface="Pretendard"/>
                <a:cs typeface="Pretendard"/>
              </a:defRPr>
            </a:lvl8pPr>
            <a:lvl9pPr algn="ctr">
              <a:defRPr sz="7500" b="1">
                <a:solidFill>
                  <a:srgbClr val="FFFFFF"/>
                </a:solidFill>
                <a:latin typeface="Pretendard"/>
                <a:ea typeface="Pretendard"/>
                <a:cs typeface="Pretendard"/>
              </a:defRPr>
            </a:lvl9pPr>
          </a:lstStyle>
          <a:p xmlns:a="http://schemas.openxmlformats.org/drawingml/2006/main">
            <a:pPr algn="ctr">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71D511EE-883F-42A2-B755-41E1FE690DEC}"/>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24242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295F862-0809-45E5-9AEF-2B857F66D691}"/>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6A839B1D-DECB-4CA5-919D-C836A27F9220}"/>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950E8742-3743-494F-89BC-CB7EFBFB234E}"/>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03EC09CF-4A19-4875-B2B0-F9EA959C7B65}"/>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ED6C40B8-0632-4B54-AFC9-1946313B5E97}"/>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DCB35666-DA81-4D1F-B909-8DC6518EC988}"/>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헤스 법칙으로 측정하기 어려운 반응의 </a:t>
            </a:r>
            <a:r>
              <a:rPr sz="3150" b="0">
                <a:solidFill>
                  <a:srgbClr val="BBBBBB"/>
                </a:solidFill>
                <a:latin typeface="Pretendard"/>
                <a:ea typeface="Pretendard"/>
                <a:cs typeface="Pretendard"/>
              </a:rPr>
              <a:t>Δ</a:t>
            </a:r>
            <a:r>
              <a:rPr sz="3150" b="0" i="1">
                <a:solidFill>
                  <a:srgbClr val="BBBBBB"/>
                </a:solidFill>
                <a:latin typeface="Pretendard"/>
                <a:ea typeface="Pretendard"/>
                <a:cs typeface="Pretendard"/>
              </a:rPr>
              <a:t>H</a:t>
            </a:r>
            <a:r>
              <a:rPr sz="3150" b="0">
                <a:solidFill>
                  <a:srgbClr val="BBBBBB"/>
                </a:solidFill>
                <a:latin typeface="Pretendard"/>
                <a:ea typeface="Pretendard"/>
                <a:cs typeface="Pretendard"/>
              </a:rPr>
              <a:t>를 구한다.</a:t>
            </a:r>
          </a:p>
        </p:txBody>
      </p:sp>
      <p:sp>
        <p:nvSpPr>
          <p:cNvPr id="11" name="">
            <a:extLst xmlns:a="http://schemas.openxmlformats.org/drawingml/2006/main">
              <a:ext uri="{FF2B5EF4-FFF2-40B4-BE49-F238E27FC236}">
                <a16:creationId xmlns:a16="http://schemas.microsoft.com/office/drawing/2014/main" id="{D3BD466B-0120-41F5-9E0B-A4182253228D}"/>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FD5448FB-93CC-4D07-90B8-A499C4BC28EE}"/>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ABF4C0B6-EA6B-4884-B17A-8BD377BDF81D}"/>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670E65F5-256E-424C-89E4-8072A081DFD2}"/>
              </a:ext>
            </a:extLst>
          </p:cNvPr>
          <p:cNvPicPr>
            <a:picLocks xmlns:a="http://schemas.openxmlformats.org/drawingml/2006/main" noChangeAspect="1"/>
          </p:cNvPicPr>
          <p:nvPr/>
        </p:nvPicPr>
        <p:blipFill>
          <a:blip xmlns:r="http://schemas.openxmlformats.org/officeDocument/2006/relationships" xmlns:a="http://schemas.openxmlformats.org/drawingml/2006/main" r:embed="Rd94f932f05894721"/>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1885341696"/>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3B8BA340-57CD-4563-BFB5-4B3FB7CF3854}"/>
              </a:ext>
            </a:extLst>
          </p:cNvPr>
          <p:cNvPicPr>
            <a:picLocks xmlns:a="http://schemas.openxmlformats.org/drawingml/2006/main" noChangeAspect="1"/>
          </p:cNvPicPr>
          <p:nvPr/>
        </p:nvPicPr>
        <p:blipFill>
          <a:blip xmlns:r="http://schemas.openxmlformats.org/officeDocument/2006/relationships" xmlns:a="http://schemas.openxmlformats.org/drawingml/2006/main" r:embed="Rd73844ce3c364cf7"/>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A36AA9FF-6FDE-4AD3-889C-71A3D2085D46}"/>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1766CDB1-F970-403B-8D42-48BE9112005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EF13CB51-447D-456B-8C3E-549AC59B3826}"/>
              </a:ext>
            </a:extLst>
          </p:cNvPr>
          <p:cNvPicPr>
            <a:picLocks xmlns:a="http://schemas.openxmlformats.org/drawingml/2006/main" noChangeAspect="1"/>
          </p:cNvPicPr>
          <p:nvPr/>
        </p:nvPicPr>
        <p:blipFill>
          <a:blip xmlns:r="http://schemas.openxmlformats.org/officeDocument/2006/relationships" xmlns:a="http://schemas.openxmlformats.org/drawingml/2006/main" r:embed="R55073ac9935145f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753AAA54-2608-48C0-A1E1-4B9444AAF19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A55D86E0-96EA-4F84-8865-45F4CF60E149}"/>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7" name="text">
            <a:extLst xmlns:a="http://schemas.openxmlformats.org/drawingml/2006/main">
              <a:ext uri="{FF2B5EF4-FFF2-40B4-BE49-F238E27FC236}">
                <a16:creationId xmlns:a16="http://schemas.microsoft.com/office/drawing/2014/main" id="{992DFCE9-A14E-4388-8047-CFE0F2EDECC6}"/>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8" name="text">
            <a:extLst xmlns:a="http://schemas.openxmlformats.org/drawingml/2006/main">
              <a:ext uri="{FF2B5EF4-FFF2-40B4-BE49-F238E27FC236}">
                <a16:creationId xmlns:a16="http://schemas.microsoft.com/office/drawing/2014/main" id="{68DCA510-C3AE-473B-965F-4410F9CC02BE}"/>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965536450"/>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C9AD799E-5421-4B18-BA8A-AE3614DB0DF7}"/>
              </a:ext>
            </a:extLst>
          </p:cNvPr>
          <p:cNvPicPr>
            <a:picLocks xmlns:a="http://schemas.openxmlformats.org/drawingml/2006/main" noChangeAspect="1"/>
          </p:cNvPicPr>
          <p:nvPr/>
        </p:nvPicPr>
        <p:blipFill>
          <a:blip xmlns:r="http://schemas.openxmlformats.org/officeDocument/2006/relationships" xmlns:a="http://schemas.openxmlformats.org/drawingml/2006/main" r:embed="R7460e73b40c2459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2CA8704-1169-42AB-9948-5E66AE42596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4EA9EDF-D851-4E9C-B1F6-1C5B68C61F8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BC5F254A-7190-40E4-964A-4A7664D8ECC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98EC6A7-7466-4E30-85F1-9C049B8046C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B82AC8C1-A495-493E-BF58-0D33FC1EE6C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헤스 법칙 (Hess’s law)</a:t>
            </a:r>
          </a:p>
        </p:txBody>
      </p:sp>
      <p:sp>
        <p:nvSpPr>
          <p:cNvPr id="7" name="가운데 정렬 헤스 법칙 설명 상자">
            <a:extLst xmlns:a="http://schemas.openxmlformats.org/drawingml/2006/main">
              <a:ext uri="{FF2B5EF4-FFF2-40B4-BE49-F238E27FC236}">
                <a16:creationId xmlns:a16="http://schemas.microsoft.com/office/drawing/2014/main" id="{2C78E8FE-4F68-4C9C-B9A1-7DC2D98B2A46}"/>
              </a:ext>
            </a:extLst>
          </p:cNvPr>
          <p:cNvSpPr>
            <a:spLocks xmlns:a="http://schemas.openxmlformats.org/drawingml/2006/main" noGrp="1"/>
          </p:cNvSpPr>
          <p:nvPr/>
        </p:nvSpPr>
        <p:spPr>
          <a:xfrm xmlns:a="http://schemas.openxmlformats.org/drawingml/2006/main">
            <a:off x="1905000" y="4286250"/>
            <a:ext cx="14478000" cy="1066800"/>
          </a:xfrm>
          <a:prstGeom xmlns:a="http://schemas.openxmlformats.org/drawingml/2006/main" prst="roundRect">
            <a:avLst>
              <a:gd name="adj" fmla="val 19643"/>
            </a:avLst>
          </a:prstGeom>
          <a:solidFill xmlns:a="http://schemas.openxmlformats.org/drawingml/2006/main">
            <a:srgbClr val="242424"/>
          </a:solidFill>
          <a:ln xmlns:a="http://schemas.openxmlformats.org/drawingml/2006/main" w="0">
            <a:noFill/>
          </a:ln>
        </p:spPr>
      </p:sp>
      <p:sp>
        <p:nvSpPr>
          <p:cNvPr id="9" name="가운데 정렬 헤스 법칙 설명 상자">
            <a:extLst xmlns:a="http://schemas.openxmlformats.org/drawingml/2006/main">
              <a:ext uri="{FF2B5EF4-FFF2-40B4-BE49-F238E27FC236}">
                <a16:creationId xmlns:a16="http://schemas.microsoft.com/office/drawing/2014/main" id="{003BE326-52F4-4C48-A161-59D33F98D140}"/>
              </a:ext>
            </a:extLst>
          </p:cNvPr>
          <p:cNvSpPr>
            <a:spLocks xmlns:a="http://schemas.openxmlformats.org/drawingml/2006/main" noGrp="1"/>
          </p:cNvSpPr>
          <p:nvPr/>
        </p:nvSpPr>
        <p:spPr>
          <a:xfrm xmlns:a="http://schemas.openxmlformats.org/drawingml/2006/main">
            <a:off x="1905000" y="5667375"/>
            <a:ext cx="14478000" cy="1066800"/>
          </a:xfrm>
          <a:prstGeom xmlns:a="http://schemas.openxmlformats.org/drawingml/2006/main" prst="roundRect">
            <a:avLst>
              <a:gd name="adj" fmla="val 19643"/>
            </a:avLst>
          </a:prstGeom>
          <a:solidFill xmlns:a="http://schemas.openxmlformats.org/drawingml/2006/main">
            <a:srgbClr val="242424"/>
          </a:solidFill>
          <a:ln xmlns:a="http://schemas.openxmlformats.org/drawingml/2006/main" w="0">
            <a:noFill/>
          </a:ln>
        </p:spPr>
      </p:sp>
      <p:sp>
        <p:nvSpPr>
          <p:cNvPr id="11" name="가운데 정렬 헤스 법칙 설명 상자">
            <a:extLst xmlns:a="http://schemas.openxmlformats.org/drawingml/2006/main">
              <a:ext uri="{FF2B5EF4-FFF2-40B4-BE49-F238E27FC236}">
                <a16:creationId xmlns:a16="http://schemas.microsoft.com/office/drawing/2014/main" id="{67EBB7B2-887C-4A8F-8D83-8853AA74AC21}"/>
              </a:ext>
            </a:extLst>
          </p:cNvPr>
          <p:cNvSpPr>
            <a:spLocks xmlns:a="http://schemas.openxmlformats.org/drawingml/2006/main" noGrp="1"/>
          </p:cNvSpPr>
          <p:nvPr/>
        </p:nvSpPr>
        <p:spPr>
          <a:xfrm xmlns:a="http://schemas.openxmlformats.org/drawingml/2006/main">
            <a:off x="1905000" y="7048500"/>
            <a:ext cx="14478000" cy="1066800"/>
          </a:xfrm>
          <a:prstGeom xmlns:a="http://schemas.openxmlformats.org/drawingml/2006/main" prst="roundRect">
            <a:avLst>
              <a:gd name="adj" fmla="val 19643"/>
            </a:avLst>
          </a:prstGeom>
          <a:solidFill xmlns:a="http://schemas.openxmlformats.org/drawingml/2006/main">
            <a:srgbClr val="242424"/>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56770503-6B1A-4343-A2EB-35527CEDA9FB}"/>
              </a:ext>
            </a:extLst>
          </p:cNvPr>
          <p:cNvPicPr>
            <a:picLocks xmlns:a="http://schemas.openxmlformats.org/drawingml/2006/main" noChangeAspect="1"/>
          </p:cNvPicPr>
          <p:nvPr/>
        </p:nvPicPr>
        <p:blipFill>
          <a:blip xmlns:r="http://schemas.openxmlformats.org/officeDocument/2006/relationships" xmlns:a="http://schemas.openxmlformats.org/drawingml/2006/main" r:embed="R2848bcfc311940cf"/>
          <a:stretch xmlns:a="http://schemas.openxmlformats.org/drawingml/2006/main"/>
        </p:blipFill>
        <p:spPr>
          <a:xfrm xmlns:a="http://schemas.openxmlformats.org/drawingml/2006/main" flipH="1">
            <a:off x="14827250" y="6572250"/>
            <a:ext cx="2159000" cy="3238500"/>
          </a:xfrm>
          <a:prstGeom xmlns:a="http://schemas.openxmlformats.org/drawingml/2006/main" prst="rect">
            <a:avLst/>
          </a:prstGeom>
        </p:spPr>
      </p:pic>
      <p:sp>
        <p:nvSpPr>
          <p:cNvPr id="14" name="v26 핵심어 강조 설명 1">
            <a:extLst xmlns:a="http://schemas.openxmlformats.org/drawingml/2006/main">
              <a:ext uri="{FF2B5EF4-FFF2-40B4-BE49-F238E27FC236}">
                <a16:creationId xmlns:a16="http://schemas.microsoft.com/office/drawing/2014/main" id="{420C8DC7-BB9F-42B7-9712-B6D23F88D9A0}"/>
              </a:ext>
            </a:extLst>
          </p:cNvPr>
          <p:cNvSpPr>
            <a:spLocks xmlns:a="http://schemas.openxmlformats.org/drawingml/2006/main" noGrp="1"/>
          </p:cNvSpPr>
          <p:nvPr/>
        </p:nvSpPr>
        <p:spPr>
          <a:xfrm xmlns:a="http://schemas.openxmlformats.org/drawingml/2006/main">
            <a:off x="2333625" y="4476750"/>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9FFF68"/>
                </a:solidFill>
              </a:rPr>
              <a:t>경로</a:t>
            </a:r>
            <a:r>
              <a:t>와 무관하다.</a:t>
            </a:r>
          </a:p>
        </p:txBody>
      </p:sp>
      <p:sp>
        <p:nvSpPr>
          <p:cNvPr id="15" name="v26 핵심어 강조 설명 2">
            <a:extLst xmlns:a="http://schemas.openxmlformats.org/drawingml/2006/main">
              <a:ext uri="{FF2B5EF4-FFF2-40B4-BE49-F238E27FC236}">
                <a16:creationId xmlns:a16="http://schemas.microsoft.com/office/drawing/2014/main" id="{42E1D4C2-7CF7-4E61-9ADF-F102F349A876}"/>
              </a:ext>
            </a:extLst>
          </p:cNvPr>
          <p:cNvSpPr>
            <a:spLocks xmlns:a="http://schemas.openxmlformats.org/drawingml/2006/main" noGrp="1"/>
          </p:cNvSpPr>
          <p:nvPr/>
        </p:nvSpPr>
        <p:spPr>
          <a:xfrm xmlns:a="http://schemas.openxmlformats.org/drawingml/2006/main">
            <a:off x="2333625" y="5857875"/>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t>· </a:t>
            </a:r>
            <a:r>
              <a:rPr b="1">
                <a:solidFill>
                  <a:srgbClr val="9FFF68"/>
                </a:solidFill>
              </a:rPr>
              <a:t>총 열량 불변의 법칙</a:t>
            </a:r>
            <a:r>
              <a:t>이라고 부르기도 한다.</a:t>
            </a:r>
          </a:p>
        </p:txBody>
      </p:sp>
      <p:sp>
        <p:nvSpPr>
          <p:cNvPr id="16" name="v26 핵심어 강조 설명 3">
            <a:extLst xmlns:a="http://schemas.openxmlformats.org/drawingml/2006/main">
              <a:ext uri="{FF2B5EF4-FFF2-40B4-BE49-F238E27FC236}">
                <a16:creationId xmlns:a16="http://schemas.microsoft.com/office/drawing/2014/main" id="{FBA752EF-9482-4BBA-BBAC-C8C98C4B8799}"/>
              </a:ext>
            </a:extLst>
          </p:cNvPr>
          <p:cNvSpPr>
            <a:spLocks xmlns:a="http://schemas.openxmlformats.org/drawingml/2006/main" noGrp="1"/>
          </p:cNvSpPr>
          <p:nvPr/>
        </p:nvSpPr>
        <p:spPr>
          <a:xfrm xmlns:a="http://schemas.openxmlformats.org/drawingml/2006/main">
            <a:off x="2333625" y="7239000"/>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9FFF68"/>
                </a:solidFill>
              </a:rPr>
              <a:t>간접적으로</a:t>
            </a:r>
            <a:r>
              <a:t> 구할 수 있다.</a:t>
            </a:r>
          </a:p>
        </p:txBody>
      </p:sp>
    </p:spTree>
    <p:extLst>
      <p:ext uri="{BB962C8B-B14F-4D97-AF65-F5344CB8AC3E}">
        <p14:creationId xmlns:p14="http://schemas.microsoft.com/office/powerpoint/2010/main" val="979313432"/>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223BD85F-DF8E-470E-A2E3-D7669D0F7B4C}"/>
              </a:ext>
            </a:extLst>
          </p:cNvPr>
          <p:cNvPicPr>
            <a:picLocks xmlns:a="http://schemas.openxmlformats.org/drawingml/2006/main" noChangeAspect="1"/>
          </p:cNvPicPr>
          <p:nvPr/>
        </p:nvPicPr>
        <p:blipFill>
          <a:blip xmlns:r="http://schemas.openxmlformats.org/officeDocument/2006/relationships" xmlns:a="http://schemas.openxmlformats.org/drawingml/2006/main" r:embed="R5b065aa2f8c7408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E35CA86-2E8E-4F95-95BE-89C47F859EE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7CAD1F6-5F0C-42E1-B84D-0ED4A994EAC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C490CA49-D9D9-4044-BA5B-1010F5501B5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00B6D6A-EB32-4B51-BAC1-36480334218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0E7716DB-EA20-4340-A296-EAB17CCA36A8}"/>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반응을 비교하려면</a:t>
            </a:r>
          </a:p>
        </p:txBody>
      </p:sp>
      <p:pic>
        <p:nvPicPr>
          <p:cNvPr id="7" name="">
            <a:extLst xmlns:a="http://schemas.openxmlformats.org/drawingml/2006/main">
              <a:ext uri="{FF2B5EF4-FFF2-40B4-BE49-F238E27FC236}">
                <a16:creationId xmlns:a16="http://schemas.microsoft.com/office/drawing/2014/main" id="{4EA85755-3696-4E73-B68D-FFC4823D965D}"/>
              </a:ext>
            </a:extLst>
          </p:cNvPr>
          <p:cNvPicPr>
            <a:picLocks xmlns:a="http://schemas.openxmlformats.org/drawingml/2006/main" noChangeAspect="1"/>
          </p:cNvPicPr>
          <p:nvPr/>
        </p:nvPicPr>
        <p:blipFill>
          <a:blip xmlns:r="http://schemas.openxmlformats.org/officeDocument/2006/relationships" xmlns:a="http://schemas.openxmlformats.org/drawingml/2006/main" r:embed="Rbce19e9befbd4872"/>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E7E87B19-3135-4F09-AD3D-8924A446C403}"/>
              </a:ext>
            </a:extLst>
          </p:cNvPr>
          <p:cNvSpPr>
            <a:spLocks xmlns:a="http://schemas.openxmlformats.org/drawingml/2006/main" noGrp="1"/>
          </p:cNvSpPr>
          <p:nvPr/>
        </p:nvSpPr>
        <p:spPr>
          <a:xfrm xmlns:a="http://schemas.openxmlformats.org/drawingml/2006/main">
            <a:off x="5562600" y="41148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2207F0D5-85C0-4C41-B560-FCCCC60A8F61}"/>
              </a:ext>
            </a:extLst>
          </p:cNvPr>
          <p:cNvSpPr>
            <a:spLocks xmlns:a="http://schemas.openxmlformats.org/drawingml/2006/main" noGrp="1"/>
          </p:cNvSpPr>
          <p:nvPr/>
        </p:nvSpPr>
        <p:spPr>
          <a:xfrm xmlns:a="http://schemas.openxmlformats.org/drawingml/2006/main">
            <a:off x="5562600" y="47053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반응 전후의 종류와 상태를 같게 한다.</a:t>
            </a:r>
          </a:p>
        </p:txBody>
      </p:sp>
      <p:sp>
        <p:nvSpPr>
          <p:cNvPr id="10" name="text">
            <a:extLst xmlns:a="http://schemas.openxmlformats.org/drawingml/2006/main">
              <a:ext uri="{FF2B5EF4-FFF2-40B4-BE49-F238E27FC236}">
                <a16:creationId xmlns:a16="http://schemas.microsoft.com/office/drawing/2014/main" id="{D42CF878-A5D5-4DFE-B967-57A66B5CE32D}"/>
              </a:ext>
            </a:extLst>
          </p:cNvPr>
          <p:cNvSpPr>
            <a:spLocks xmlns:a="http://schemas.openxmlformats.org/drawingml/2006/main" noGrp="1"/>
          </p:cNvSpPr>
          <p:nvPr/>
        </p:nvSpPr>
        <p:spPr>
          <a:xfrm xmlns:a="http://schemas.openxmlformats.org/drawingml/2006/main">
            <a:off x="5562600" y="581025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D3E410E8-FEDF-41E1-8FAF-983E56A9D1B2}"/>
              </a:ext>
            </a:extLst>
          </p:cNvPr>
          <p:cNvSpPr>
            <a:spLocks xmlns:a="http://schemas.openxmlformats.org/drawingml/2006/main" noGrp="1"/>
          </p:cNvSpPr>
          <p:nvPr/>
        </p:nvSpPr>
        <p:spPr>
          <a:xfrm xmlns:a="http://schemas.openxmlformats.org/drawingml/2006/main">
            <a:off x="5562600" y="640080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물질의 양을 같게 한다.</a:t>
            </a:r>
          </a:p>
        </p:txBody>
      </p:sp>
      <p:sp>
        <p:nvSpPr>
          <p:cNvPr id="12" name="text">
            <a:extLst xmlns:a="http://schemas.openxmlformats.org/drawingml/2006/main">
              <a:ext uri="{FF2B5EF4-FFF2-40B4-BE49-F238E27FC236}">
                <a16:creationId xmlns:a16="http://schemas.microsoft.com/office/drawing/2014/main" id="{0A7309BC-8143-402C-AE7E-4C7F80B170F5}"/>
              </a:ext>
            </a:extLst>
          </p:cNvPr>
          <p:cNvSpPr>
            <a:spLocks xmlns:a="http://schemas.openxmlformats.org/drawingml/2006/main" noGrp="1"/>
          </p:cNvSpPr>
          <p:nvPr/>
        </p:nvSpPr>
        <p:spPr>
          <a:xfrm xmlns:a="http://schemas.openxmlformats.org/drawingml/2006/main">
            <a:off x="5562600" y="75057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AB1338D6-770E-4DA2-AB91-EE4BFE43912B}"/>
              </a:ext>
            </a:extLst>
          </p:cNvPr>
          <p:cNvSpPr>
            <a:spLocks xmlns:a="http://schemas.openxmlformats.org/drawingml/2006/main" noGrp="1"/>
          </p:cNvSpPr>
          <p:nvPr/>
        </p:nvSpPr>
        <p:spPr>
          <a:xfrm xmlns:a="http://schemas.openxmlformats.org/drawingml/2006/main">
            <a:off x="5562600" y="80962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온도와 압력 조건을 같게 한다.</a:t>
            </a:r>
          </a:p>
        </p:txBody>
      </p:sp>
      <p:pic>
        <p:nvPicPr>
          <p:cNvPr id="14" name="">
            <a:extLst xmlns:a="http://schemas.openxmlformats.org/drawingml/2006/main">
              <a:ext uri="{FF2B5EF4-FFF2-40B4-BE49-F238E27FC236}">
                <a16:creationId xmlns:a16="http://schemas.microsoft.com/office/drawing/2014/main" id="{2ADCB0FC-894A-4693-8834-8E2BB399326E}"/>
              </a:ext>
            </a:extLst>
          </p:cNvPr>
          <p:cNvPicPr>
            <a:picLocks xmlns:a="http://schemas.openxmlformats.org/drawingml/2006/main" noChangeAspect="1"/>
          </p:cNvPicPr>
          <p:nvPr/>
        </p:nvPicPr>
        <p:blipFill>
          <a:blip xmlns:r="http://schemas.openxmlformats.org/officeDocument/2006/relationships" xmlns:a="http://schemas.openxmlformats.org/drawingml/2006/main" r:embed="Rf70859b8ecfa4792"/>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F7736A19-920D-4658-BFDA-FC64DA760FE9}"/>
              </a:ext>
            </a:extLst>
          </p:cNvPr>
          <p:cNvPicPr>
            <a:picLocks xmlns:a="http://schemas.openxmlformats.org/drawingml/2006/main" noChangeAspect="1"/>
          </p:cNvPicPr>
          <p:nvPr/>
        </p:nvPicPr>
        <p:blipFill>
          <a:blip xmlns:r="http://schemas.openxmlformats.org/officeDocument/2006/relationships" xmlns:a="http://schemas.openxmlformats.org/drawingml/2006/main" r:embed="R9748e5fcc8d14d97"/>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049EDF40-C00E-49A4-9D72-E104A717FE09}"/>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22D513D1-7AC9-41C3-8970-7133C27BACE9}"/>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C0EA56D5-85E2-4E5A-A4E9-E2C0BDC0E98F}"/>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경로만 다르게</a:t>
            </a:r>
          </a:p>
        </p:txBody>
      </p:sp>
      <p:sp>
        <p:nvSpPr>
          <p:cNvPr id="19" name="캐릭터 질문 2">
            <a:extLst xmlns:a="http://schemas.openxmlformats.org/drawingml/2006/main">
              <a:ext uri="{FF2B5EF4-FFF2-40B4-BE49-F238E27FC236}">
                <a16:creationId xmlns:a16="http://schemas.microsoft.com/office/drawing/2014/main" id="{2E3E5558-2EA1-41ED-B8ED-99770A83F12C}"/>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비교해 볼까?</a:t>
            </a:r>
          </a:p>
        </p:txBody>
      </p:sp>
      <p:sp>
        <p:nvSpPr>
          <p:cNvPr id="20" name="참조 R03-22 여백 있는 말풍선">
            <a:extLst xmlns:a="http://schemas.openxmlformats.org/drawingml/2006/main">
              <a:ext uri="{FF2B5EF4-FFF2-40B4-BE49-F238E27FC236}">
                <a16:creationId xmlns:a16="http://schemas.microsoft.com/office/drawing/2014/main" id="{44198F7B-4972-4C5E-8C0C-2594B5FA1CB7}"/>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F7E7D9D8-23FD-4832-9B26-788DB5EF9CBB}"/>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32F2BDFC-7765-4F95-B78C-DA275DF601C0}"/>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나머지 조건은</a:t>
            </a:r>
          </a:p>
        </p:txBody>
      </p:sp>
      <p:sp>
        <p:nvSpPr>
          <p:cNvPr id="23" name="캐릭터 질문 2">
            <a:extLst xmlns:a="http://schemas.openxmlformats.org/drawingml/2006/main">
              <a:ext uri="{FF2B5EF4-FFF2-40B4-BE49-F238E27FC236}">
                <a16:creationId xmlns:a16="http://schemas.microsoft.com/office/drawing/2014/main" id="{5BC543FF-CF41-4C84-9A6E-B8CD35954993}"/>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모두 같게!</a:t>
            </a:r>
          </a:p>
        </p:txBody>
      </p:sp>
    </p:spTree>
    <p:extLst>
      <p:ext uri="{BB962C8B-B14F-4D97-AF65-F5344CB8AC3E}">
        <p14:creationId xmlns:p14="http://schemas.microsoft.com/office/powerpoint/2010/main" val="870027423"/>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B6D2F411-FBD8-45BA-861B-4E30F07CB075}"/>
              </a:ext>
            </a:extLst>
          </p:cNvPr>
          <p:cNvSpPr>
            <a:spLocks xmlns:a="http://schemas.openxmlformats.org/drawingml/2006/main" noGrp="1"/>
          </p:cNvSpPr>
          <p:nvPr/>
        </p:nvSpPr>
        <p:spPr>
          <a:xfrm xmlns:a="http://schemas.openxmlformats.org/drawingml/2006/main">
            <a:off x="13192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DBE4C859-2030-4BE6-A53F-498C67D0DCC5}"/>
              </a:ext>
            </a:extLst>
          </p:cNvPr>
          <p:cNvSpPr>
            <a:spLocks xmlns:a="http://schemas.openxmlformats.org/drawingml/2006/main" noGrp="1"/>
          </p:cNvSpPr>
          <p:nvPr/>
        </p:nvSpPr>
        <p:spPr>
          <a:xfrm xmlns:a="http://schemas.openxmlformats.org/drawingml/2006/main">
            <a:off x="1000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E49E3726-4006-45AF-8ED3-CB173B5A9F3E}"/>
              </a:ext>
            </a:extLst>
          </p:cNvPr>
          <p:cNvPicPr>
            <a:picLocks xmlns:a="http://schemas.openxmlformats.org/drawingml/2006/main" noChangeAspect="1"/>
          </p:cNvPicPr>
          <p:nvPr/>
        </p:nvPicPr>
        <p:blipFill>
          <a:blip xmlns:r="http://schemas.openxmlformats.org/officeDocument/2006/relationships" xmlns:a="http://schemas.openxmlformats.org/drawingml/2006/main" r:embed="Ra43dc1da291c4a7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04E00F9-132D-4C54-9E87-C164FE88D48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07DCD68-205F-4C0D-9F48-342587BBAA8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2CF7407C-B367-43EC-9BB3-CB4B9276063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B8B6B40-680A-4D5B-9620-DC12D0F461C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374D5742-93BC-469C-AB59-BD9C0B6843B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경로가 달라도,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같다</a:t>
            </a:r>
          </a:p>
        </p:txBody>
      </p:sp>
      <p:pic>
        <p:nvPicPr>
          <p:cNvPr id="8" name="">
            <a:extLst xmlns:a="http://schemas.openxmlformats.org/drawingml/2006/main">
              <a:ext uri="{FF2B5EF4-FFF2-40B4-BE49-F238E27FC236}">
                <a16:creationId xmlns:a16="http://schemas.microsoft.com/office/drawing/2014/main" id="{E8F16CB4-323F-4F47-898D-2D839D9813DE}"/>
              </a:ext>
            </a:extLst>
          </p:cNvPr>
          <p:cNvPicPr>
            <a:picLocks xmlns:a="http://schemas.openxmlformats.org/drawingml/2006/main" noChangeAspect="1"/>
          </p:cNvPicPr>
          <p:nvPr/>
        </p:nvPicPr>
        <p:blipFill>
          <a:blip xmlns:r="http://schemas.openxmlformats.org/officeDocument/2006/relationships" xmlns:a="http://schemas.openxmlformats.org/drawingml/2006/main" r:embed="Rd2bb413668d348cd"/>
          <a:stretch xmlns:a="http://schemas.openxmlformats.org/drawingml/2006/main"/>
        </p:blipFill>
        <p:spPr>
          <a:xfrm xmlns:a="http://schemas.openxmlformats.org/drawingml/2006/main">
            <a:off x="6014555" y="4476750"/>
            <a:ext cx="6258890" cy="466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86317C6C-A822-4F8E-855C-65148662F83F}"/>
              </a:ext>
            </a:extLst>
          </p:cNvPr>
          <p:cNvSpPr>
            <a:spLocks xmlns:a="http://schemas.openxmlformats.org/drawingml/2006/main" noGrp="1"/>
          </p:cNvSpPr>
          <p:nvPr/>
        </p:nvSpPr>
        <p:spPr>
          <a:xfrm xmlns:a="http://schemas.openxmlformats.org/drawingml/2006/main">
            <a:off x="1762125" y="5381625"/>
            <a:ext cx="2571750" cy="571500"/>
          </a:xfrm>
          <a:prstGeom xmlns:a="http://schemas.openxmlformats.org/drawingml/2006/main" prst="roundRect">
            <a:avLst/>
          </a:prstGeom>
          <a:solidFill xmlns:a="http://schemas.openxmlformats.org/drawingml/2006/main">
            <a:srgbClr val="55555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두 단계 경로</a:t>
            </a:r>
          </a:p>
        </p:txBody>
      </p:sp>
      <p:sp>
        <p:nvSpPr>
          <p:cNvPr id="12" name="text">
            <a:extLst xmlns:a="http://schemas.openxmlformats.org/drawingml/2006/main">
              <a:ext uri="{FF2B5EF4-FFF2-40B4-BE49-F238E27FC236}">
                <a16:creationId xmlns:a16="http://schemas.microsoft.com/office/drawing/2014/main" id="{CD44FE55-C175-41E4-BC1F-1A90FE03251E}"/>
              </a:ext>
            </a:extLst>
          </p:cNvPr>
          <p:cNvSpPr>
            <a:spLocks xmlns:a="http://schemas.openxmlformats.org/drawingml/2006/main" noGrp="1"/>
          </p:cNvSpPr>
          <p:nvPr/>
        </p:nvSpPr>
        <p:spPr>
          <a:xfrm xmlns:a="http://schemas.openxmlformats.org/drawingml/2006/main">
            <a:off x="13954125" y="5381625"/>
            <a:ext cx="2571750" cy="571500"/>
          </a:xfrm>
          <a:prstGeom xmlns:a="http://schemas.openxmlformats.org/drawingml/2006/main" prst="roundRect">
            <a:avLst/>
          </a:prstGeom>
          <a:solidFill xmlns:a="http://schemas.openxmlformats.org/drawingml/2006/main">
            <a:srgbClr val="55555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직접 경로</a:t>
            </a:r>
          </a:p>
        </p:txBody>
      </p:sp>
      <p:pic>
        <p:nvPicPr>
          <p:cNvPr id="13" name="">
            <a:extLst xmlns:a="http://schemas.openxmlformats.org/drawingml/2006/main">
              <a:ext uri="{FF2B5EF4-FFF2-40B4-BE49-F238E27FC236}">
                <a16:creationId xmlns:a16="http://schemas.microsoft.com/office/drawing/2014/main" id="{751996FE-E082-430A-BE21-F1380060718C}"/>
              </a:ext>
            </a:extLst>
          </p:cNvPr>
          <p:cNvPicPr>
            <a:picLocks xmlns:a="http://schemas.openxmlformats.org/drawingml/2006/main" noChangeAspect="1"/>
          </p:cNvPicPr>
          <p:nvPr/>
        </p:nvPicPr>
        <p:blipFill>
          <a:blip xmlns:r="http://schemas.openxmlformats.org/officeDocument/2006/relationships" xmlns:a="http://schemas.openxmlformats.org/drawingml/2006/main" r:embed="R2da374c15c0d410e"/>
          <a:stretch xmlns:a="http://schemas.openxmlformats.org/drawingml/2006/main"/>
        </p:blipFill>
        <p:spPr>
          <a:xfrm xmlns:a="http://schemas.openxmlformats.org/drawingml/2006/main">
            <a:off x="1354188" y="6517767"/>
            <a:ext cx="3387623" cy="1204341"/>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1D204DBA-129D-44A9-A563-AA876B1165BA}"/>
              </a:ext>
            </a:extLst>
          </p:cNvPr>
          <p:cNvPicPr>
            <a:picLocks xmlns:a="http://schemas.openxmlformats.org/drawingml/2006/main" noChangeAspect="1"/>
          </p:cNvPicPr>
          <p:nvPr/>
        </p:nvPicPr>
        <p:blipFill>
          <a:blip xmlns:r="http://schemas.openxmlformats.org/officeDocument/2006/relationships" xmlns:a="http://schemas.openxmlformats.org/drawingml/2006/main" r:embed="Raa20e7a3212447c7"/>
          <a:stretch xmlns:a="http://schemas.openxmlformats.org/drawingml/2006/main"/>
        </p:blipFill>
        <p:spPr>
          <a:xfrm xmlns:a="http://schemas.openxmlformats.org/drawingml/2006/main">
            <a:off x="13900646" y="6803243"/>
            <a:ext cx="2678709" cy="347639"/>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5FE7DDC0-2E5D-44A8-B498-4E9DBC2D8449}"/>
              </a:ext>
            </a:extLst>
          </p:cNvPr>
          <p:cNvSpPr>
            <a:spLocks xmlns:a="http://schemas.openxmlformats.org/drawingml/2006/main" noGrp="1"/>
          </p:cNvSpPr>
          <p:nvPr/>
        </p:nvSpPr>
        <p:spPr>
          <a:xfrm xmlns:a="http://schemas.openxmlformats.org/drawingml/2006/main">
            <a:off x="5191125" y="6477000"/>
            <a:ext cx="571500" cy="428625"/>
          </a:xfrm>
          <a:prstGeom xmlns:a="http://schemas.openxmlformats.org/drawingml/2006/main" prst="rightArrow">
            <a:avLst/>
          </a:prstGeom>
          <a:gradFill xmlns:a="http://schemas.openxmlformats.org/drawingml/2006/main">
            <a:gsLst>
              <a:gs pos="0">
                <a:srgbClr val="777777"/>
              </a:gs>
              <a:gs pos="100000">
                <a:srgbClr val="9FFF68"/>
              </a:gs>
            </a:gsLst>
            <a:lin ang="0"/>
          </a:gra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E839E39-3FCF-4F1C-B6AD-DD1073B7ADFA}"/>
              </a:ext>
            </a:extLst>
          </p:cNvPr>
          <p:cNvSpPr>
            <a:spLocks xmlns:a="http://schemas.openxmlformats.org/drawingml/2006/main" noGrp="1"/>
          </p:cNvSpPr>
          <p:nvPr/>
        </p:nvSpPr>
        <p:spPr>
          <a:xfrm xmlns:a="http://schemas.openxmlformats.org/drawingml/2006/main">
            <a:off x="12525375" y="6477000"/>
            <a:ext cx="571500" cy="428625"/>
          </a:xfrm>
          <a:prstGeom xmlns:a="http://schemas.openxmlformats.org/drawingml/2006/main" prst="leftArrow">
            <a:avLst/>
          </a:prstGeom>
          <a:gradFill xmlns:a="http://schemas.openxmlformats.org/drawingml/2006/main">
            <a:gsLst>
              <a:gs pos="0">
                <a:srgbClr val="9FFF68"/>
              </a:gs>
              <a:gs pos="100000">
                <a:srgbClr val="777777"/>
              </a:gs>
            </a:gsLst>
            <a:lin ang="0"/>
          </a:gra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BA59FD64-9457-472A-A724-D5A63C0F5300}"/>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같은 처음 상태에서 같은 나중 상태로 변할 때</a:t>
            </a:r>
          </a:p>
        </p:txBody>
      </p:sp>
    </p:spTree>
    <p:extLst>
      <p:ext uri="{BB962C8B-B14F-4D97-AF65-F5344CB8AC3E}">
        <p14:creationId xmlns:p14="http://schemas.microsoft.com/office/powerpoint/2010/main" val="679359629"/>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text">
            <a:extLst xmlns:a="http://schemas.openxmlformats.org/drawingml/2006/main">
              <a:ext uri="{FF2B5EF4-FFF2-40B4-BE49-F238E27FC236}">
                <a16:creationId xmlns:a16="http://schemas.microsoft.com/office/drawing/2014/main" id="{ABBCF2F0-10BC-4F53-A20F-C810D568E49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2" name="text">
            <a:extLst xmlns:a="http://schemas.openxmlformats.org/drawingml/2006/main">
              <a:ext uri="{FF2B5EF4-FFF2-40B4-BE49-F238E27FC236}">
                <a16:creationId xmlns:a16="http://schemas.microsoft.com/office/drawing/2014/main" id="{39F54EED-1607-4437-B07F-CFE7099B293C}"/>
              </a:ext>
            </a:extLst>
          </p:cNvPr>
          <p:cNvSpPr>
            <a:spLocks xmlns:a="http://schemas.openxmlformats.org/drawingml/2006/main" noGrp="1"/>
          </p:cNvSpPr>
          <p:nvPr/>
        </p:nvSpPr>
        <p:spPr>
          <a:xfrm xmlns:a="http://schemas.openxmlformats.org/drawingml/2006/main">
            <a:off x="857250" y="1276350"/>
            <a:ext cx="1524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a:solidFill>
                  <a:srgbClr val="9FFF68"/>
                </a:solidFill>
              </a:rPr>
              <a:t>01</a:t>
            </a:r>
            <a:r>
              <a:rPr>
                <a:solidFill>
                  <a:srgbClr val="FFFFFF"/>
                </a:solidFill>
              </a:rPr>
              <a:t> 헤스 법칙</a:t>
            </a:r>
          </a:p>
        </p:txBody>
      </p:sp>
      <p:sp>
        <p:nvSpPr>
          <p:cNvPr id="3" name="text">
            <a:extLst xmlns:a="http://schemas.openxmlformats.org/drawingml/2006/main">
              <a:ext uri="{FF2B5EF4-FFF2-40B4-BE49-F238E27FC236}">
                <a16:creationId xmlns:a16="http://schemas.microsoft.com/office/drawing/2014/main" id="{3C353499-7FB2-46FF-897C-5001DADD6806}"/>
              </a:ext>
            </a:extLst>
          </p:cNvPr>
          <p:cNvSpPr>
            <a:spLocks xmlns:a="http://schemas.openxmlformats.org/drawingml/2006/main" noGrp="1"/>
          </p:cNvSpPr>
          <p:nvPr/>
        </p:nvSpPr>
        <p:spPr>
          <a:xfrm xmlns:a="http://schemas.openxmlformats.org/drawingml/2006/main">
            <a:off x="1714500" y="24765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경로와 CO를 거치는 경로</a:t>
            </a:r>
          </a:p>
        </p:txBody>
      </p:sp>
      <p:pic>
        <p:nvPicPr>
          <p:cNvPr id="4" name="">
            <a:extLst xmlns:a="http://schemas.openxmlformats.org/drawingml/2006/main">
              <a:ext uri="{FF2B5EF4-FFF2-40B4-BE49-F238E27FC236}">
                <a16:creationId xmlns:a16="http://schemas.microsoft.com/office/drawing/2014/main" id="{E5F9A2DB-72D0-4279-BC8E-7D3395FC5575}"/>
              </a:ext>
            </a:extLst>
          </p:cNvPr>
          <p:cNvPicPr>
            <a:picLocks xmlns:a="http://schemas.openxmlformats.org/drawingml/2006/main" noChangeAspect="1"/>
          </p:cNvPicPr>
          <p:nvPr/>
        </p:nvPicPr>
        <p:blipFill>
          <a:blip xmlns:r="http://schemas.openxmlformats.org/officeDocument/2006/relationships" xmlns:a="http://schemas.openxmlformats.org/drawingml/2006/main" r:embed="R23d3f6ee6eb24e4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3A4D4025-2F05-4BE5-B9EC-D864A8E5FEB6}"/>
              </a:ext>
            </a:extLst>
          </p:cNvPr>
          <p:cNvPicPr>
            <a:picLocks xmlns:a="http://schemas.openxmlformats.org/drawingml/2006/main" noChangeAspect="1"/>
          </p:cNvPicPr>
          <p:nvPr/>
        </p:nvPicPr>
        <p:blipFill>
          <a:blip xmlns:r="http://schemas.openxmlformats.org/officeDocument/2006/relationships" xmlns:a="http://schemas.openxmlformats.org/drawingml/2006/main" r:embed="Rb5e7935d1f704596"/>
          <a:stretch xmlns:a="http://schemas.openxmlformats.org/drawingml/2006/main"/>
        </p:blipFill>
        <p:spPr>
          <a:xfrm xmlns:a="http://schemas.openxmlformats.org/drawingml/2006/main">
            <a:off x="5143500" y="3714750"/>
            <a:ext cx="8001000" cy="5715000"/>
          </a:xfrm>
          <a:prstGeom xmlns:a="http://schemas.openxmlformats.org/drawingml/2006/main" prst="rect">
            <a:avLst/>
          </a:prstGeom>
        </p:spPr>
      </p:pic>
      <p:sp>
        <p:nvSpPr>
          <p:cNvPr id="6" name="text">
            <a:extLst xmlns:a="http://schemas.openxmlformats.org/drawingml/2006/main">
              <a:ext uri="{FF2B5EF4-FFF2-40B4-BE49-F238E27FC236}">
                <a16:creationId xmlns:a16="http://schemas.microsoft.com/office/drawing/2014/main" id="{9543B5D5-8669-424F-BDB8-795D92297DB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1300170161"/>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레퍼런스 내용 영역">
            <a:extLst xmlns:a="http://schemas.openxmlformats.org/drawingml/2006/main">
              <a:ext uri="{FF2B5EF4-FFF2-40B4-BE49-F238E27FC236}">
                <a16:creationId xmlns:a16="http://schemas.microsoft.com/office/drawing/2014/main" id="{5E3C918F-07B8-4102-9A67-87C51E37537F}"/>
              </a:ext>
            </a:extLst>
          </p:cNvPr>
          <p:cNvSpPr>
            <a:spLocks xmlns:a="http://schemas.openxmlformats.org/drawingml/2006/main" noGrp="1"/>
          </p:cNvSpPr>
          <p:nvPr/>
        </p:nvSpPr>
        <p:spPr>
          <a:xfrm xmlns:a="http://schemas.openxmlformats.org/drawingml/2006/main">
            <a:off x="2857500" y="6848475"/>
            <a:ext cx="12573000" cy="19050"/>
          </a:xfrm>
          <a:prstGeom xmlns:a="http://schemas.openxmlformats.org/drawingml/2006/main" prst="rect">
            <a:avLst/>
          </a:prstGeom>
          <a:solidFill xmlns:a="http://schemas.openxmlformats.org/drawingml/2006/main">
            <a:srgbClr val="666666"/>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0332B355-B606-4494-980D-5187F4684F85}"/>
              </a:ext>
            </a:extLst>
          </p:cNvPr>
          <p:cNvPicPr>
            <a:picLocks xmlns:a="http://schemas.openxmlformats.org/drawingml/2006/main" noChangeAspect="1"/>
          </p:cNvPicPr>
          <p:nvPr/>
        </p:nvPicPr>
        <p:blipFill>
          <a:blip xmlns:r="http://schemas.openxmlformats.org/officeDocument/2006/relationships" xmlns:a="http://schemas.openxmlformats.org/drawingml/2006/main" r:embed="R78e759b27b2944c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79245D5-76AF-4CB2-A05E-0A95FD61E4B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77E4219-C37F-4A93-A1E0-1C3178DCD0B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279F4090-67B2-4EDF-8E7D-2D8E06D61AF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07CFADA-C2DD-4522-BC3D-F4F97E2013E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9E701DD6-496B-416F-A6B4-485055E6928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C0BD42C0-6EB4-42E1-98E2-8B9F504B9F7E}"/>
              </a:ext>
            </a:extLst>
          </p:cNvPr>
          <p:cNvPicPr>
            <a:picLocks xmlns:a="http://schemas.openxmlformats.org/drawingml/2006/main" noChangeAspect="1"/>
          </p:cNvPicPr>
          <p:nvPr/>
        </p:nvPicPr>
        <p:blipFill>
          <a:blip xmlns:r="http://schemas.openxmlformats.org/officeDocument/2006/relationships" xmlns:a="http://schemas.openxmlformats.org/drawingml/2006/main" r:embed="Rad592eafaeff4cd3"/>
          <a:stretch xmlns:a="http://schemas.openxmlformats.org/drawingml/2006/main"/>
        </p:blipFill>
        <p:spPr>
          <a:xfrm xmlns:a="http://schemas.openxmlformats.org/drawingml/2006/main">
            <a:off x="3194867" y="4722114"/>
            <a:ext cx="11898265" cy="6998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9D1678F9-4D22-44C9-9165-0F16251C6C54}"/>
              </a:ext>
            </a:extLst>
          </p:cNvPr>
          <p:cNvPicPr>
            <a:picLocks xmlns:a="http://schemas.openxmlformats.org/drawingml/2006/main" noChangeAspect="1"/>
          </p:cNvPicPr>
          <p:nvPr/>
        </p:nvPicPr>
        <p:blipFill>
          <a:blip xmlns:r="http://schemas.openxmlformats.org/officeDocument/2006/relationships" xmlns:a="http://schemas.openxmlformats.org/drawingml/2006/main" r:embed="Rb99882e831c14a7b"/>
          <a:stretch xmlns:a="http://schemas.openxmlformats.org/drawingml/2006/main"/>
        </p:blipFill>
        <p:spPr>
          <a:xfrm xmlns:a="http://schemas.openxmlformats.org/drawingml/2006/main">
            <a:off x="2494970" y="5998530"/>
            <a:ext cx="13298061" cy="718814"/>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9A40DD6F-BF06-42E2-B173-422C97BC8AB1}"/>
              </a:ext>
            </a:extLst>
          </p:cNvPr>
          <p:cNvPicPr>
            <a:picLocks xmlns:a="http://schemas.openxmlformats.org/drawingml/2006/main" noChangeAspect="1"/>
          </p:cNvPicPr>
          <p:nvPr/>
        </p:nvPicPr>
        <p:blipFill>
          <a:blip xmlns:r="http://schemas.openxmlformats.org/officeDocument/2006/relationships" xmlns:a="http://schemas.openxmlformats.org/drawingml/2006/main" r:embed="R9b7130c7f9084bfb"/>
          <a:stretch xmlns:a="http://schemas.openxmlformats.org/drawingml/2006/main"/>
        </p:blipFill>
        <p:spPr>
          <a:xfrm xmlns:a="http://schemas.openxmlformats.org/drawingml/2006/main">
            <a:off x="3194867" y="7436739"/>
            <a:ext cx="11898265" cy="699898"/>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B9E04CD3-918D-42B7-B275-47F01529CB9A}"/>
              </a:ext>
            </a:extLst>
          </p:cNvPr>
          <p:cNvPicPr>
            <a:picLocks xmlns:a="http://schemas.openxmlformats.org/drawingml/2006/main" noChangeAspect="1"/>
          </p:cNvPicPr>
          <p:nvPr/>
        </p:nvPicPr>
        <p:blipFill>
          <a:blip xmlns:r="http://schemas.openxmlformats.org/officeDocument/2006/relationships" xmlns:a="http://schemas.openxmlformats.org/drawingml/2006/main" r:embed="R63fc7a449a924815"/>
          <a:stretch xmlns:a="http://schemas.openxmlformats.org/drawingml/2006/main"/>
        </p:blipFill>
        <p:spPr>
          <a:xfrm xmlns:a="http://schemas.openxmlformats.org/drawingml/2006/main">
            <a:off x="6370932" y="8763000"/>
            <a:ext cx="5546136" cy="952500"/>
          </a:xfrm>
          <a:prstGeom xmlns:a="http://schemas.openxmlformats.org/drawingml/2006/main" prst="rect">
            <a:avLst/>
          </a:prstGeom>
        </p:spPr>
      </p:pic>
    </p:spTree>
    <p:extLst>
      <p:ext uri="{BB962C8B-B14F-4D97-AF65-F5344CB8AC3E}">
        <p14:creationId xmlns:p14="http://schemas.microsoft.com/office/powerpoint/2010/main" val="1775747301"/>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4738AD56-3D36-4B83-8659-9B6B801443CE}"/>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252FD30F-BE64-462B-8E1B-53D7411EA05B}"/>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E6176B6D-05BB-42FB-8C05-8633AE3D4E2E}"/>
              </a:ext>
            </a:extLst>
          </p:cNvPr>
          <p:cNvPicPr>
            <a:picLocks xmlns:a="http://schemas.openxmlformats.org/drawingml/2006/main" noChangeAspect="1"/>
          </p:cNvPicPr>
          <p:nvPr/>
        </p:nvPicPr>
        <p:blipFill>
          <a:blip xmlns:r="http://schemas.openxmlformats.org/officeDocument/2006/relationships" xmlns:a="http://schemas.openxmlformats.org/drawingml/2006/main" r:embed="Rf7aa680677ca44a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DC0D8BB-20A0-4F20-9FCE-7A4C486C4AC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1518EA2-1E30-48ED-99B8-AA1582CF904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38D8C514-C07C-4A55-9846-3E505B9B8DD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E9D80C6-7549-488A-BC7E-91F2780F05A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4C65041D-A8D0-430E-8C4B-E066D99C82C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계수와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같은 비율로</a:t>
            </a:r>
          </a:p>
        </p:txBody>
      </p:sp>
      <p:pic>
        <p:nvPicPr>
          <p:cNvPr id="7" name="">
            <a:extLst xmlns:a="http://schemas.openxmlformats.org/drawingml/2006/main">
              <a:ext uri="{FF2B5EF4-FFF2-40B4-BE49-F238E27FC236}">
                <a16:creationId xmlns:a16="http://schemas.microsoft.com/office/drawing/2014/main" id="{21E9E8FB-2DF5-4288-9CD8-2626BA5DFC3E}"/>
              </a:ext>
            </a:extLst>
          </p:cNvPr>
          <p:cNvPicPr>
            <a:picLocks xmlns:a="http://schemas.openxmlformats.org/drawingml/2006/main" noChangeAspect="1"/>
          </p:cNvPicPr>
          <p:nvPr/>
        </p:nvPicPr>
        <p:blipFill>
          <a:blip xmlns:r="http://schemas.openxmlformats.org/officeDocument/2006/relationships" xmlns:a="http://schemas.openxmlformats.org/drawingml/2006/main" r:embed="Rb871f82fe8264684"/>
          <a:stretch xmlns:a="http://schemas.openxmlformats.org/drawingml/2006/main"/>
        </p:blipFill>
        <p:spPr>
          <a:xfrm xmlns:a="http://schemas.openxmlformats.org/drawingml/2006/main">
            <a:off x="4637072" y="4857750"/>
            <a:ext cx="9013856" cy="857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1C2487AE-F214-4FB5-9084-52D2C21E6158}"/>
              </a:ext>
            </a:extLst>
          </p:cNvPr>
          <p:cNvPicPr>
            <a:picLocks xmlns:a="http://schemas.openxmlformats.org/drawingml/2006/main" noChangeAspect="1"/>
          </p:cNvPicPr>
          <p:nvPr/>
        </p:nvPicPr>
        <p:blipFill>
          <a:blip xmlns:r="http://schemas.openxmlformats.org/officeDocument/2006/relationships" xmlns:a="http://schemas.openxmlformats.org/drawingml/2006/main" r:embed="R66da4cad8aae4de4"/>
          <a:stretch xmlns:a="http://schemas.openxmlformats.org/drawingml/2006/main"/>
        </p:blipFill>
        <p:spPr>
          <a:xfrm xmlns:a="http://schemas.openxmlformats.org/drawingml/2006/main">
            <a:off x="4637072" y="6715125"/>
            <a:ext cx="9013856" cy="85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4B9041A7-B65F-4158-A8AD-E9657BEA4B79}"/>
              </a:ext>
            </a:extLst>
          </p:cNvPr>
          <p:cNvSpPr>
            <a:spLocks xmlns:a="http://schemas.openxmlformats.org/drawingml/2006/main" noGrp="1"/>
          </p:cNvSpPr>
          <p:nvPr/>
        </p:nvSpPr>
        <p:spPr>
          <a:xfrm xmlns:a="http://schemas.openxmlformats.org/drawingml/2006/main">
            <a:off x="2952750" y="4305300"/>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1배</a:t>
            </a:r>
          </a:p>
        </p:txBody>
      </p:sp>
      <p:sp>
        <p:nvSpPr>
          <p:cNvPr id="12" name="text">
            <a:extLst xmlns:a="http://schemas.openxmlformats.org/drawingml/2006/main">
              <a:ext uri="{FF2B5EF4-FFF2-40B4-BE49-F238E27FC236}">
                <a16:creationId xmlns:a16="http://schemas.microsoft.com/office/drawing/2014/main" id="{150531DC-7C0E-4266-B5E7-DF4FCB6CDF29}"/>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2배</a:t>
            </a:r>
          </a:p>
        </p:txBody>
      </p:sp>
      <p:sp>
        <p:nvSpPr>
          <p:cNvPr id="13" name="text">
            <a:extLst xmlns:a="http://schemas.openxmlformats.org/drawingml/2006/main">
              <a:ext uri="{FF2B5EF4-FFF2-40B4-BE49-F238E27FC236}">
                <a16:creationId xmlns:a16="http://schemas.microsoft.com/office/drawing/2014/main" id="{B0C7FB98-16BA-4D42-87FF-D61F035772A0}"/>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계수에 2를 곱하면, 반응 엔탈피도 2배가 된다.</a:t>
            </a:r>
          </a:p>
        </p:txBody>
      </p:sp>
    </p:spTree>
    <p:extLst>
      <p:ext uri="{BB962C8B-B14F-4D97-AF65-F5344CB8AC3E}">
        <p14:creationId xmlns:p14="http://schemas.microsoft.com/office/powerpoint/2010/main" val="1826161483"/>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1A5236F4-9DE1-4008-9AED-B6AE823D0D6E}"/>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E9271DDE-A900-441F-94B2-48E928DA9524}"/>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E73EA3E4-44C9-409D-88C9-93F25FDFD488}"/>
              </a:ext>
            </a:extLst>
          </p:cNvPr>
          <p:cNvPicPr>
            <a:picLocks xmlns:a="http://schemas.openxmlformats.org/drawingml/2006/main" noChangeAspect="1"/>
          </p:cNvPicPr>
          <p:nvPr/>
        </p:nvPicPr>
        <p:blipFill>
          <a:blip xmlns:r="http://schemas.openxmlformats.org/officeDocument/2006/relationships" xmlns:a="http://schemas.openxmlformats.org/drawingml/2006/main" r:embed="R15fa8c30479e406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EEE5F89-EA7E-45B4-B5CA-6013AC0ED35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C0CDA51-EFEB-444D-A8C5-ECFEDD118EF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3763C02A-7878-4E23-AECB-A2111D5169C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3A43165-1D26-475D-AE7D-4ECC6ED79F1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FF316B2E-892F-4125-A1FA-E416DAC244B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97C9274E-6134-4E0C-A215-F8FBF1A3E99A}"/>
              </a:ext>
            </a:extLst>
          </p:cNvPr>
          <p:cNvPicPr>
            <a:picLocks xmlns:a="http://schemas.openxmlformats.org/drawingml/2006/main" noChangeAspect="1"/>
          </p:cNvPicPr>
          <p:nvPr/>
        </p:nvPicPr>
        <p:blipFill>
          <a:blip xmlns:r="http://schemas.openxmlformats.org/officeDocument/2006/relationships" xmlns:a="http://schemas.openxmlformats.org/drawingml/2006/main" r:embed="R2e540cbedc92463b"/>
          <a:stretch xmlns:a="http://schemas.openxmlformats.org/drawingml/2006/main"/>
        </p:blipFill>
        <p:spPr>
          <a:xfrm xmlns:a="http://schemas.openxmlformats.org/drawingml/2006/main">
            <a:off x="3486645" y="4921384"/>
            <a:ext cx="11314711" cy="729981"/>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8EAE2E06-A64B-4694-A52E-B25192AA86FF}"/>
              </a:ext>
            </a:extLst>
          </p:cNvPr>
          <p:cNvPicPr>
            <a:picLocks xmlns:a="http://schemas.openxmlformats.org/drawingml/2006/main" noChangeAspect="1"/>
          </p:cNvPicPr>
          <p:nvPr/>
        </p:nvPicPr>
        <p:blipFill>
          <a:blip xmlns:r="http://schemas.openxmlformats.org/officeDocument/2006/relationships" xmlns:a="http://schemas.openxmlformats.org/drawingml/2006/main" r:embed="Rd617b0a7a15f436c"/>
          <a:stretch xmlns:a="http://schemas.openxmlformats.org/drawingml/2006/main"/>
        </p:blipFill>
        <p:spPr>
          <a:xfrm xmlns:a="http://schemas.openxmlformats.org/drawingml/2006/main">
            <a:off x="3286125" y="6783265"/>
            <a:ext cx="11715750" cy="720969"/>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D9173D91-5E98-4592-AE5A-E4C6CBA1D7DE}"/>
              </a:ext>
            </a:extLst>
          </p:cNvPr>
          <p:cNvSpPr>
            <a:spLocks xmlns:a="http://schemas.openxmlformats.org/drawingml/2006/main" noGrp="1"/>
          </p:cNvSpPr>
          <p:nvPr/>
        </p:nvSpPr>
        <p:spPr>
          <a:xfrm xmlns:a="http://schemas.openxmlformats.org/drawingml/2006/main">
            <a:off x="2952750" y="4305300"/>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정반응 · 발열</a:t>
            </a:r>
          </a:p>
        </p:txBody>
      </p:sp>
      <p:sp>
        <p:nvSpPr>
          <p:cNvPr id="12" name="text">
            <a:extLst xmlns:a="http://schemas.openxmlformats.org/drawingml/2006/main">
              <a:ext uri="{FF2B5EF4-FFF2-40B4-BE49-F238E27FC236}">
                <a16:creationId xmlns:a16="http://schemas.microsoft.com/office/drawing/2014/main" id="{E5B16FD4-E2DE-4E06-96E8-7ED7EF35EE14}"/>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역반응 · 흡열</a:t>
            </a:r>
          </a:p>
        </p:txBody>
      </p:sp>
      <p:sp>
        <p:nvSpPr>
          <p:cNvPr id="13" name="text">
            <a:extLst xmlns:a="http://schemas.openxmlformats.org/drawingml/2006/main">
              <a:ext uri="{FF2B5EF4-FFF2-40B4-BE49-F238E27FC236}">
                <a16:creationId xmlns:a16="http://schemas.microsoft.com/office/drawing/2014/main" id="{70B609A2-0A5F-4CF0-BF97-ED80EFBBF292}"/>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역반응의 반응 엔탈피는 절댓값이 같고 부호는 반대다.</a:t>
            </a:r>
          </a:p>
        </p:txBody>
      </p:sp>
    </p:spTree>
    <p:extLst>
      <p:ext uri="{BB962C8B-B14F-4D97-AF65-F5344CB8AC3E}">
        <p14:creationId xmlns:p14="http://schemas.microsoft.com/office/powerpoint/2010/main" val="767741265"/>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4" name="레퍼런스 내용 영역">
            <a:extLst xmlns:a="http://schemas.openxmlformats.org/drawingml/2006/main">
              <a:ext uri="{FF2B5EF4-FFF2-40B4-BE49-F238E27FC236}">
                <a16:creationId xmlns:a16="http://schemas.microsoft.com/office/drawing/2014/main" id="{E5FE205B-E33A-48A1-9FE6-6F2A846C337F}"/>
              </a:ext>
            </a:extLst>
          </p:cNvPr>
          <p:cNvSpPr>
            <a:spLocks xmlns:a="http://schemas.openxmlformats.org/drawingml/2006/main" noGrp="1"/>
          </p:cNvSpPr>
          <p:nvPr/>
        </p:nvSpPr>
        <p:spPr>
          <a:xfrm xmlns:a="http://schemas.openxmlformats.org/drawingml/2006/main">
            <a:off x="12001500" y="75152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3" name="레퍼런스 내용 영역">
            <a:extLst xmlns:a="http://schemas.openxmlformats.org/drawingml/2006/main">
              <a:ext uri="{FF2B5EF4-FFF2-40B4-BE49-F238E27FC236}">
                <a16:creationId xmlns:a16="http://schemas.microsoft.com/office/drawing/2014/main" id="{C2851AA0-495E-4763-9EFF-500520130F06}"/>
              </a:ext>
            </a:extLst>
          </p:cNvPr>
          <p:cNvSpPr>
            <a:spLocks xmlns:a="http://schemas.openxmlformats.org/drawingml/2006/main" noGrp="1"/>
          </p:cNvSpPr>
          <p:nvPr/>
        </p:nvSpPr>
        <p:spPr>
          <a:xfrm xmlns:a="http://schemas.openxmlformats.org/drawingml/2006/main">
            <a:off x="5143500" y="75152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2" name="레퍼런스 내용 영역">
            <a:extLst xmlns:a="http://schemas.openxmlformats.org/drawingml/2006/main">
              <a:ext uri="{FF2B5EF4-FFF2-40B4-BE49-F238E27FC236}">
                <a16:creationId xmlns:a16="http://schemas.microsoft.com/office/drawing/2014/main" id="{AFB84659-F2E9-4BFA-8B2E-7CC83A10E6AD}"/>
              </a:ext>
            </a:extLst>
          </p:cNvPr>
          <p:cNvSpPr>
            <a:spLocks xmlns:a="http://schemas.openxmlformats.org/drawingml/2006/main" noGrp="1"/>
          </p:cNvSpPr>
          <p:nvPr/>
        </p:nvSpPr>
        <p:spPr>
          <a:xfrm xmlns:a="http://schemas.openxmlformats.org/drawingml/2006/main">
            <a:off x="2095500" y="75152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8" name="레퍼런스 내용 영역">
            <a:extLst xmlns:a="http://schemas.openxmlformats.org/drawingml/2006/main">
              <a:ext uri="{FF2B5EF4-FFF2-40B4-BE49-F238E27FC236}">
                <a16:creationId xmlns:a16="http://schemas.microsoft.com/office/drawing/2014/main" id="{3A21FA28-F589-4107-BD7F-545D06C1E42D}"/>
              </a:ext>
            </a:extLst>
          </p:cNvPr>
          <p:cNvSpPr>
            <a:spLocks xmlns:a="http://schemas.openxmlformats.org/drawingml/2006/main" noGrp="1"/>
          </p:cNvSpPr>
          <p:nvPr/>
        </p:nvSpPr>
        <p:spPr>
          <a:xfrm xmlns:a="http://schemas.openxmlformats.org/drawingml/2006/main">
            <a:off x="12001500" y="64484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7" name="레퍼런스 내용 영역">
            <a:extLst xmlns:a="http://schemas.openxmlformats.org/drawingml/2006/main">
              <a:ext uri="{FF2B5EF4-FFF2-40B4-BE49-F238E27FC236}">
                <a16:creationId xmlns:a16="http://schemas.microsoft.com/office/drawing/2014/main" id="{3A78DF70-7884-476C-BFC0-24F0E4D59536}"/>
              </a:ext>
            </a:extLst>
          </p:cNvPr>
          <p:cNvSpPr>
            <a:spLocks xmlns:a="http://schemas.openxmlformats.org/drawingml/2006/main" noGrp="1"/>
          </p:cNvSpPr>
          <p:nvPr/>
        </p:nvSpPr>
        <p:spPr>
          <a:xfrm xmlns:a="http://schemas.openxmlformats.org/drawingml/2006/main">
            <a:off x="5143500" y="64484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6" name="레퍼런스 내용 영역">
            <a:extLst xmlns:a="http://schemas.openxmlformats.org/drawingml/2006/main">
              <a:ext uri="{FF2B5EF4-FFF2-40B4-BE49-F238E27FC236}">
                <a16:creationId xmlns:a16="http://schemas.microsoft.com/office/drawing/2014/main" id="{A7EEF9EB-9229-49E7-8159-14FF1A742FC8}"/>
              </a:ext>
            </a:extLst>
          </p:cNvPr>
          <p:cNvSpPr>
            <a:spLocks xmlns:a="http://schemas.openxmlformats.org/drawingml/2006/main" noGrp="1"/>
          </p:cNvSpPr>
          <p:nvPr/>
        </p:nvSpPr>
        <p:spPr>
          <a:xfrm xmlns:a="http://schemas.openxmlformats.org/drawingml/2006/main">
            <a:off x="2095500" y="64484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2" name="레퍼런스 내용 영역">
            <a:extLst xmlns:a="http://schemas.openxmlformats.org/drawingml/2006/main">
              <a:ext uri="{FF2B5EF4-FFF2-40B4-BE49-F238E27FC236}">
                <a16:creationId xmlns:a16="http://schemas.microsoft.com/office/drawing/2014/main" id="{618B2226-11D3-4B5F-ADC1-3E49D759EDCB}"/>
              </a:ext>
            </a:extLst>
          </p:cNvPr>
          <p:cNvSpPr>
            <a:spLocks xmlns:a="http://schemas.openxmlformats.org/drawingml/2006/main" noGrp="1"/>
          </p:cNvSpPr>
          <p:nvPr/>
        </p:nvSpPr>
        <p:spPr>
          <a:xfrm xmlns:a="http://schemas.openxmlformats.org/drawingml/2006/main">
            <a:off x="12001500" y="53816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C17EFBC1-0C66-487C-889D-DD5FCC5F3670}"/>
              </a:ext>
            </a:extLst>
          </p:cNvPr>
          <p:cNvSpPr>
            <a:spLocks xmlns:a="http://schemas.openxmlformats.org/drawingml/2006/main" noGrp="1"/>
          </p:cNvSpPr>
          <p:nvPr/>
        </p:nvSpPr>
        <p:spPr>
          <a:xfrm xmlns:a="http://schemas.openxmlformats.org/drawingml/2006/main">
            <a:off x="5143500" y="53816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0" name="레퍼런스 내용 영역">
            <a:extLst xmlns:a="http://schemas.openxmlformats.org/drawingml/2006/main">
              <a:ext uri="{FF2B5EF4-FFF2-40B4-BE49-F238E27FC236}">
                <a16:creationId xmlns:a16="http://schemas.microsoft.com/office/drawing/2014/main" id="{3AB48CA2-93CD-417A-ADD4-02C4E32FD979}"/>
              </a:ext>
            </a:extLst>
          </p:cNvPr>
          <p:cNvSpPr>
            <a:spLocks xmlns:a="http://schemas.openxmlformats.org/drawingml/2006/main" noGrp="1"/>
          </p:cNvSpPr>
          <p:nvPr/>
        </p:nvSpPr>
        <p:spPr>
          <a:xfrm xmlns:a="http://schemas.openxmlformats.org/drawingml/2006/main">
            <a:off x="2095500" y="53816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pic>
        <p:nvPicPr>
          <p:cNvPr id="28" name="">
            <a:extLst xmlns:a="http://schemas.openxmlformats.org/drawingml/2006/main">
              <a:ext uri="{FF2B5EF4-FFF2-40B4-BE49-F238E27FC236}">
                <a16:creationId xmlns:a16="http://schemas.microsoft.com/office/drawing/2014/main" id="{96B24863-B6E5-4177-92CA-3ACCB48B41AD}"/>
              </a:ext>
            </a:extLst>
          </p:cNvPr>
          <p:cNvPicPr>
            <a:picLocks xmlns:a="http://schemas.openxmlformats.org/drawingml/2006/main" noChangeAspect="1"/>
          </p:cNvPicPr>
          <p:nvPr/>
        </p:nvPicPr>
        <p:blipFill>
          <a:blip xmlns:r="http://schemas.openxmlformats.org/officeDocument/2006/relationships" xmlns:a="http://schemas.openxmlformats.org/drawingml/2006/main" r:embed="Rcc30fae6ebcd423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DFAD68E-D199-44DB-BC65-AAF5668DD01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475DD4D-8AC9-42EB-A6C6-925D58E2ACB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26D8140A-D97E-4EE0-80FD-6E85FCB094A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F9628ED-DE64-49B1-B4F4-E05C2483C4A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8E70F361-BA61-4EFE-8285-B7106020ACD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열화학 반응식의 세 가지 조작</a:t>
            </a:r>
          </a:p>
        </p:txBody>
      </p:sp>
      <p:sp>
        <p:nvSpPr>
          <p:cNvPr id="7" name="text">
            <a:extLst xmlns:a="http://schemas.openxmlformats.org/drawingml/2006/main">
              <a:ext uri="{FF2B5EF4-FFF2-40B4-BE49-F238E27FC236}">
                <a16:creationId xmlns:a16="http://schemas.microsoft.com/office/drawing/2014/main" id="{C8426BC9-D8DA-4996-9B1F-64A48353AB0E}"/>
              </a:ext>
            </a:extLst>
          </p:cNvPr>
          <p:cNvSpPr>
            <a:spLocks xmlns:a="http://schemas.openxmlformats.org/drawingml/2006/main" noGrp="1"/>
          </p:cNvSpPr>
          <p:nvPr/>
        </p:nvSpPr>
        <p:spPr>
          <a:xfrm xmlns:a="http://schemas.openxmlformats.org/drawingml/2006/main">
            <a:off x="2095500" y="4667250"/>
            <a:ext cx="28575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조작</a:t>
            </a:r>
          </a:p>
        </p:txBody>
      </p:sp>
      <p:sp>
        <p:nvSpPr>
          <p:cNvPr id="8" name="text">
            <a:extLst xmlns:a="http://schemas.openxmlformats.org/drawingml/2006/main">
              <a:ext uri="{FF2B5EF4-FFF2-40B4-BE49-F238E27FC236}">
                <a16:creationId xmlns:a16="http://schemas.microsoft.com/office/drawing/2014/main" id="{E2D1E31E-2AD9-4508-8BE2-59CE748BA7C1}"/>
              </a:ext>
            </a:extLst>
          </p:cNvPr>
          <p:cNvSpPr>
            <a:spLocks xmlns:a="http://schemas.openxmlformats.org/drawingml/2006/main" noGrp="1"/>
          </p:cNvSpPr>
          <p:nvPr/>
        </p:nvSpPr>
        <p:spPr>
          <a:xfrm xmlns:a="http://schemas.openxmlformats.org/drawingml/2006/main">
            <a:off x="5143500" y="4667250"/>
            <a:ext cx="66675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반응식</a:t>
            </a:r>
          </a:p>
        </p:txBody>
      </p:sp>
      <p:sp>
        <p:nvSpPr>
          <p:cNvPr id="9" name="text">
            <a:extLst xmlns:a="http://schemas.openxmlformats.org/drawingml/2006/main">
              <a:ext uri="{FF2B5EF4-FFF2-40B4-BE49-F238E27FC236}">
                <a16:creationId xmlns:a16="http://schemas.microsoft.com/office/drawing/2014/main" id="{2930118F-91A6-4DB7-81B3-B45B90E769B8}"/>
              </a:ext>
            </a:extLst>
          </p:cNvPr>
          <p:cNvSpPr>
            <a:spLocks xmlns:a="http://schemas.openxmlformats.org/drawingml/2006/main" noGrp="1"/>
          </p:cNvSpPr>
          <p:nvPr/>
        </p:nvSpPr>
        <p:spPr>
          <a:xfrm xmlns:a="http://schemas.openxmlformats.org/drawingml/2006/main">
            <a:off x="12001500" y="4667250"/>
            <a:ext cx="41910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반응 엔탈피</a:t>
            </a:r>
          </a:p>
        </p:txBody>
      </p:sp>
      <p:sp>
        <p:nvSpPr>
          <p:cNvPr id="13" name="text">
            <a:extLst xmlns:a="http://schemas.openxmlformats.org/drawingml/2006/main">
              <a:ext uri="{FF2B5EF4-FFF2-40B4-BE49-F238E27FC236}">
                <a16:creationId xmlns:a16="http://schemas.microsoft.com/office/drawing/2014/main" id="{7935CC8E-B60C-4FED-9463-C2D52FC21682}"/>
              </a:ext>
            </a:extLst>
          </p:cNvPr>
          <p:cNvSpPr>
            <a:spLocks xmlns:a="http://schemas.openxmlformats.org/drawingml/2006/main" noGrp="1"/>
          </p:cNvSpPr>
          <p:nvPr/>
        </p:nvSpPr>
        <p:spPr>
          <a:xfrm xmlns:a="http://schemas.openxmlformats.org/drawingml/2006/main">
            <a:off x="2333625" y="55149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계수</a:t>
            </a:r>
          </a:p>
        </p:txBody>
      </p:sp>
      <p:sp>
        <p:nvSpPr>
          <p:cNvPr id="14" name="text">
            <a:extLst xmlns:a="http://schemas.openxmlformats.org/drawingml/2006/main">
              <a:ext uri="{FF2B5EF4-FFF2-40B4-BE49-F238E27FC236}">
                <a16:creationId xmlns:a16="http://schemas.microsoft.com/office/drawing/2014/main" id="{6824BF7B-C92F-447C-84FF-DEC775444CDD}"/>
              </a:ext>
            </a:extLst>
          </p:cNvPr>
          <p:cNvSpPr>
            <a:spLocks xmlns:a="http://schemas.openxmlformats.org/drawingml/2006/main" noGrp="1"/>
          </p:cNvSpPr>
          <p:nvPr/>
        </p:nvSpPr>
        <p:spPr>
          <a:xfrm xmlns:a="http://schemas.openxmlformats.org/drawingml/2006/main">
            <a:off x="5381625" y="55149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모든 계수를 k배</a:t>
            </a:r>
          </a:p>
        </p:txBody>
      </p:sp>
      <p:sp>
        <p:nvSpPr>
          <p:cNvPr id="15" name="text">
            <a:extLst xmlns:a="http://schemas.openxmlformats.org/drawingml/2006/main">
              <a:ext uri="{FF2B5EF4-FFF2-40B4-BE49-F238E27FC236}">
                <a16:creationId xmlns:a16="http://schemas.microsoft.com/office/drawing/2014/main" id="{44E7D7A9-FF87-4E5B-A6D1-C4A4A925C8D7}"/>
              </a:ext>
            </a:extLst>
          </p:cNvPr>
          <p:cNvSpPr>
            <a:spLocks xmlns:a="http://schemas.openxmlformats.org/drawingml/2006/main" noGrp="1"/>
          </p:cNvSpPr>
          <p:nvPr/>
        </p:nvSpPr>
        <p:spPr>
          <a:xfrm xmlns:a="http://schemas.openxmlformats.org/drawingml/2006/main">
            <a:off x="12192000" y="55149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반응 엔탈피도 k배</a:t>
            </a:r>
          </a:p>
        </p:txBody>
      </p:sp>
      <p:sp>
        <p:nvSpPr>
          <p:cNvPr id="19" name="text">
            <a:extLst xmlns:a="http://schemas.openxmlformats.org/drawingml/2006/main">
              <a:ext uri="{FF2B5EF4-FFF2-40B4-BE49-F238E27FC236}">
                <a16:creationId xmlns:a16="http://schemas.microsoft.com/office/drawing/2014/main" id="{72CDD928-20DB-4D21-AF01-B5507937F4AD}"/>
              </a:ext>
            </a:extLst>
          </p:cNvPr>
          <p:cNvSpPr>
            <a:spLocks xmlns:a="http://schemas.openxmlformats.org/drawingml/2006/main" noGrp="1"/>
          </p:cNvSpPr>
          <p:nvPr/>
        </p:nvSpPr>
        <p:spPr>
          <a:xfrm xmlns:a="http://schemas.openxmlformats.org/drawingml/2006/main">
            <a:off x="2333625" y="65817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방향</a:t>
            </a:r>
          </a:p>
        </p:txBody>
      </p:sp>
      <p:sp>
        <p:nvSpPr>
          <p:cNvPr id="20" name="text">
            <a:extLst xmlns:a="http://schemas.openxmlformats.org/drawingml/2006/main">
              <a:ext uri="{FF2B5EF4-FFF2-40B4-BE49-F238E27FC236}">
                <a16:creationId xmlns:a16="http://schemas.microsoft.com/office/drawing/2014/main" id="{B7F4FB32-4FDE-4B76-B2AC-2B8DB1B979C8}"/>
              </a:ext>
            </a:extLst>
          </p:cNvPr>
          <p:cNvSpPr>
            <a:spLocks xmlns:a="http://schemas.openxmlformats.org/drawingml/2006/main" noGrp="1"/>
          </p:cNvSpPr>
          <p:nvPr/>
        </p:nvSpPr>
        <p:spPr>
          <a:xfrm xmlns:a="http://schemas.openxmlformats.org/drawingml/2006/main">
            <a:off x="5381625" y="65817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역반응으로 변환</a:t>
            </a:r>
          </a:p>
        </p:txBody>
      </p:sp>
      <p:sp>
        <p:nvSpPr>
          <p:cNvPr id="21" name="text">
            <a:extLst xmlns:a="http://schemas.openxmlformats.org/drawingml/2006/main">
              <a:ext uri="{FF2B5EF4-FFF2-40B4-BE49-F238E27FC236}">
                <a16:creationId xmlns:a16="http://schemas.microsoft.com/office/drawing/2014/main" id="{A7F8C77D-084C-4A5D-91D8-11DC569C1C8F}"/>
              </a:ext>
            </a:extLst>
          </p:cNvPr>
          <p:cNvSpPr>
            <a:spLocks xmlns:a="http://schemas.openxmlformats.org/drawingml/2006/main" noGrp="1"/>
          </p:cNvSpPr>
          <p:nvPr/>
        </p:nvSpPr>
        <p:spPr>
          <a:xfrm xmlns:a="http://schemas.openxmlformats.org/drawingml/2006/main">
            <a:off x="12192000" y="65817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엔탈피 부호 반대</a:t>
            </a:r>
          </a:p>
        </p:txBody>
      </p:sp>
      <p:sp>
        <p:nvSpPr>
          <p:cNvPr id="25" name="text">
            <a:extLst xmlns:a="http://schemas.openxmlformats.org/drawingml/2006/main">
              <a:ext uri="{FF2B5EF4-FFF2-40B4-BE49-F238E27FC236}">
                <a16:creationId xmlns:a16="http://schemas.microsoft.com/office/drawing/2014/main" id="{4A806F1F-2163-4BE7-8D32-A9173620A1E8}"/>
              </a:ext>
            </a:extLst>
          </p:cNvPr>
          <p:cNvSpPr>
            <a:spLocks xmlns:a="http://schemas.openxmlformats.org/drawingml/2006/main" noGrp="1"/>
          </p:cNvSpPr>
          <p:nvPr/>
        </p:nvSpPr>
        <p:spPr>
          <a:xfrm xmlns:a="http://schemas.openxmlformats.org/drawingml/2006/main">
            <a:off x="2333625" y="76485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합산</a:t>
            </a:r>
          </a:p>
        </p:txBody>
      </p:sp>
      <p:sp>
        <p:nvSpPr>
          <p:cNvPr id="26" name="text">
            <a:extLst xmlns:a="http://schemas.openxmlformats.org/drawingml/2006/main">
              <a:ext uri="{FF2B5EF4-FFF2-40B4-BE49-F238E27FC236}">
                <a16:creationId xmlns:a16="http://schemas.microsoft.com/office/drawing/2014/main" id="{4ED9D6EB-5C24-409D-BE5C-A230211431E3}"/>
              </a:ext>
            </a:extLst>
          </p:cNvPr>
          <p:cNvSpPr>
            <a:spLocks xmlns:a="http://schemas.openxmlformats.org/drawingml/2006/main" noGrp="1"/>
          </p:cNvSpPr>
          <p:nvPr/>
        </p:nvSpPr>
        <p:spPr>
          <a:xfrm xmlns:a="http://schemas.openxmlformats.org/drawingml/2006/main">
            <a:off x="5381625" y="76485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여러 반응식을 더함</a:t>
            </a:r>
          </a:p>
        </p:txBody>
      </p:sp>
      <p:sp>
        <p:nvSpPr>
          <p:cNvPr id="27" name="text">
            <a:extLst xmlns:a="http://schemas.openxmlformats.org/drawingml/2006/main">
              <a:ext uri="{FF2B5EF4-FFF2-40B4-BE49-F238E27FC236}">
                <a16:creationId xmlns:a16="http://schemas.microsoft.com/office/drawing/2014/main" id="{58CFDFB7-3FFE-413B-92F6-EB1986BB527C}"/>
              </a:ext>
            </a:extLst>
          </p:cNvPr>
          <p:cNvSpPr>
            <a:spLocks xmlns:a="http://schemas.openxmlformats.org/drawingml/2006/main" noGrp="1"/>
          </p:cNvSpPr>
          <p:nvPr/>
        </p:nvSpPr>
        <p:spPr>
          <a:xfrm xmlns:a="http://schemas.openxmlformats.org/drawingml/2006/main">
            <a:off x="12192000" y="76485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각 반응 엔탈피의 합</a:t>
            </a:r>
          </a:p>
        </p:txBody>
      </p:sp>
    </p:spTree>
    <p:extLst>
      <p:ext uri="{BB962C8B-B14F-4D97-AF65-F5344CB8AC3E}">
        <p14:creationId xmlns:p14="http://schemas.microsoft.com/office/powerpoint/2010/main" val="219035032"/>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D6CFCCAB-AC15-4857-9304-4E2661F7C1A6}"/>
              </a:ext>
            </a:extLst>
          </p:cNvPr>
          <p:cNvPicPr>
            <a:picLocks xmlns:a="http://schemas.openxmlformats.org/drawingml/2006/main" noChangeAspect="1"/>
          </p:cNvPicPr>
          <p:nvPr/>
        </p:nvPicPr>
        <p:blipFill>
          <a:blip xmlns:r="http://schemas.openxmlformats.org/officeDocument/2006/relationships" xmlns:a="http://schemas.openxmlformats.org/drawingml/2006/main" r:embed="R0ea62e90c0294a42"/>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8E178248-2275-4F74-9AB1-5C13C03ACB6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BFA4D96F-9FED-48D5-A970-3420A9D4CEC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9792F58D-39CF-4F52-84EE-3A85E8B6216F}"/>
              </a:ext>
            </a:extLst>
          </p:cNvPr>
          <p:cNvPicPr>
            <a:picLocks xmlns:a="http://schemas.openxmlformats.org/drawingml/2006/main" noChangeAspect="1"/>
          </p:cNvPicPr>
          <p:nvPr/>
        </p:nvPicPr>
        <p:blipFill>
          <a:blip xmlns:r="http://schemas.openxmlformats.org/officeDocument/2006/relationships" xmlns:a="http://schemas.openxmlformats.org/drawingml/2006/main" r:embed="R58a91eb951344c1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48FC4BB8-143C-4ED2-B7FA-D8355A7CF5F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40703E54-11F2-4BF8-8D90-A2D10ADC7821}"/>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7" name="text">
            <a:extLst xmlns:a="http://schemas.openxmlformats.org/drawingml/2006/main">
              <a:ext uri="{FF2B5EF4-FFF2-40B4-BE49-F238E27FC236}">
                <a16:creationId xmlns:a16="http://schemas.microsoft.com/office/drawing/2014/main" id="{CCF5A574-1E17-4DE2-84AB-2C3C0C07E2E1}"/>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8" name="text">
            <a:extLst xmlns:a="http://schemas.openxmlformats.org/drawingml/2006/main">
              <a:ext uri="{FF2B5EF4-FFF2-40B4-BE49-F238E27FC236}">
                <a16:creationId xmlns:a16="http://schemas.microsoft.com/office/drawing/2014/main" id="{FA4AC904-5273-4769-9CCE-01C6E8F75C7F}"/>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229339738"/>
      </p:ext>
    </p:extLst>
  </p:cSld>
</p:sld>
</file>

<file path=ppt/slides/slide15.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065BD793-E5DC-46D7-B803-DD3C8E2CF32F}"/>
              </a:ext>
            </a:extLst>
          </p:cNvPr>
          <p:cNvPicPr>
            <a:picLocks xmlns:a="http://schemas.openxmlformats.org/drawingml/2006/main" noChangeAspect="1"/>
          </p:cNvPicPr>
          <p:nvPr/>
        </p:nvPicPr>
        <p:blipFill>
          <a:blip xmlns:r="http://schemas.openxmlformats.org/officeDocument/2006/relationships" xmlns:a="http://schemas.openxmlformats.org/drawingml/2006/main" r:embed="Ra1edee154f5d4ebc"/>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21" name="">
            <a:extLst xmlns:a="http://schemas.openxmlformats.org/drawingml/2006/main">
              <a:ext uri="{FF2B5EF4-FFF2-40B4-BE49-F238E27FC236}">
                <a16:creationId xmlns:a16="http://schemas.microsoft.com/office/drawing/2014/main" id="{11F5814B-50D2-4037-A39C-92ED91CE6FC9}"/>
              </a:ext>
            </a:extLst>
          </p:cNvPr>
          <p:cNvPicPr>
            <a:picLocks xmlns:a="http://schemas.openxmlformats.org/drawingml/2006/main" noChangeAspect="1"/>
          </p:cNvPicPr>
          <p:nvPr/>
        </p:nvPicPr>
        <p:blipFill>
          <a:blip xmlns:r="http://schemas.openxmlformats.org/officeDocument/2006/relationships" xmlns:a="http://schemas.openxmlformats.org/drawingml/2006/main" r:embed="Re51aab7b04c6435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58A43C0-E4EA-4A44-88CF-94ACFC54FDF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392441B-4A17-4797-A192-490D9192928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6F434F5F-7E43-4C4C-ACAC-992C5B6B709F}"/>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C3AA168-375D-4C5E-9321-E8EC02D3FBDD}"/>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text">
            <a:extLst xmlns:a="http://schemas.openxmlformats.org/drawingml/2006/main">
              <a:ext uri="{FF2B5EF4-FFF2-40B4-BE49-F238E27FC236}">
                <a16:creationId xmlns:a16="http://schemas.microsoft.com/office/drawing/2014/main" id="{FCA44720-458E-49C7-9080-4A7F2F2CF2D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CO만 생성될 때의 열은 어떻게 구할까?</a:t>
            </a:r>
          </a:p>
        </p:txBody>
      </p:sp>
      <p:pic>
        <p:nvPicPr>
          <p:cNvPr id="7" name="">
            <a:extLst xmlns:a="http://schemas.openxmlformats.org/drawingml/2006/main">
              <a:ext uri="{FF2B5EF4-FFF2-40B4-BE49-F238E27FC236}">
                <a16:creationId xmlns:a16="http://schemas.microsoft.com/office/drawing/2014/main" id="{36CCC62B-D277-4675-8A6A-6D29709139B6}"/>
              </a:ext>
            </a:extLst>
          </p:cNvPr>
          <p:cNvPicPr>
            <a:picLocks xmlns:a="http://schemas.openxmlformats.org/drawingml/2006/main" noChangeAspect="1"/>
          </p:cNvPicPr>
          <p:nvPr/>
        </p:nvPicPr>
        <p:blipFill>
          <a:blip xmlns:r="http://schemas.openxmlformats.org/officeDocument/2006/relationships" xmlns:a="http://schemas.openxmlformats.org/drawingml/2006/main" r:embed="Rcbf939d656654297"/>
          <a:stretch xmlns:a="http://schemas.openxmlformats.org/drawingml/2006/main"/>
        </p:blipFill>
        <p:spPr>
          <a:xfrm xmlns:a="http://schemas.openxmlformats.org/drawingml/2006/main">
            <a:off x="7966633" y="3705225"/>
            <a:ext cx="2354733" cy="2333625"/>
          </a:xfrm>
          <a:prstGeom xmlns:a="http://schemas.openxmlformats.org/drawingml/2006/main" prst="rect">
            <a:avLst/>
          </a:prstGeom>
        </p:spPr>
      </p:pic>
      <p:sp>
        <p:nvSpPr>
          <p:cNvPr id="8" name="중앙 질문 말풍선">
            <a:extLst xmlns:a="http://schemas.openxmlformats.org/drawingml/2006/main">
              <a:ext uri="{FF2B5EF4-FFF2-40B4-BE49-F238E27FC236}">
                <a16:creationId xmlns:a16="http://schemas.microsoft.com/office/drawing/2014/main" id="{E358AD63-C682-4CEA-8206-41590E6D06B0}"/>
              </a:ext>
            </a:extLst>
          </p:cNvPr>
          <p:cNvSpPr>
            <a:spLocks xmlns:a="http://schemas.openxmlformats.org/drawingml/2006/main" noGrp="1"/>
          </p:cNvSpPr>
          <p:nvPr/>
        </p:nvSpPr>
        <p:spPr>
          <a:xfrm xmlns:a="http://schemas.openxmlformats.org/drawingml/2006/main">
            <a:off x="5572125" y="5810250"/>
            <a:ext cx="7143750" cy="857250"/>
          </a:xfrm>
          <a:prstGeom xmlns:a="http://schemas.openxmlformats.org/drawingml/2006/main" prst="roundRect">
            <a:avLst>
              <a:gd name="adj" fmla="val 2444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1B96F0E2-C5B8-44AF-B87F-09DF7B373682}"/>
              </a:ext>
            </a:extLst>
          </p:cNvPr>
          <p:cNvSpPr>
            <a:spLocks xmlns:a="http://schemas.openxmlformats.org/drawingml/2006/main" noGrp="1"/>
          </p:cNvSpPr>
          <p:nvPr/>
        </p:nvSpPr>
        <p:spPr>
          <a:xfrm xmlns:a="http://schemas.openxmlformats.org/drawingml/2006/main">
            <a:off x="5810250" y="60007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CO만 생기는 반응을 따로 측정할 수 있을까?</a:t>
            </a:r>
          </a:p>
        </p:txBody>
      </p:sp>
      <p:sp>
        <p:nvSpPr>
          <p:cNvPr id="10" name="line">
            <a:extLst xmlns:a="http://schemas.openxmlformats.org/drawingml/2006/main">
              <a:ext uri="{FF2B5EF4-FFF2-40B4-BE49-F238E27FC236}">
                <a16:creationId xmlns:a16="http://schemas.microsoft.com/office/drawing/2014/main" id="{C1FB1CBA-1742-448D-8BB4-0ACEBD87DDF6}"/>
              </a:ext>
            </a:extLst>
          </p:cNvPr>
          <p:cNvSpPr>
            <a:spLocks xmlns:a="http://schemas.openxmlformats.org/drawingml/2006/main" noGrp="1"/>
          </p:cNvSpPr>
          <p:nvPr/>
        </p:nvSpPr>
        <p:spPr>
          <a:xfrm xmlns:a="http://schemas.openxmlformats.org/drawingml/2006/main">
            <a:off x="9144000" y="6705600"/>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AAAAAA"/>
            </a:solidFill>
            <a:prstDash val="solid"/>
          </a:ln>
        </p:spPr>
      </p:sp>
      <p:sp>
        <p:nvSpPr>
          <p:cNvPr id="11" name="line">
            <a:extLst xmlns:a="http://schemas.openxmlformats.org/drawingml/2006/main">
              <a:ext uri="{FF2B5EF4-FFF2-40B4-BE49-F238E27FC236}">
                <a16:creationId xmlns:a16="http://schemas.microsoft.com/office/drawing/2014/main" id="{3DDCA737-982F-4309-B93F-12D8BAA2226F}"/>
              </a:ext>
            </a:extLst>
          </p:cNvPr>
          <p:cNvSpPr>
            <a:spLocks xmlns:a="http://schemas.openxmlformats.org/drawingml/2006/main" noGrp="1"/>
          </p:cNvSpPr>
          <p:nvPr/>
        </p:nvSpPr>
        <p:spPr>
          <a:xfrm xmlns:a="http://schemas.openxmlformats.org/drawingml/2006/main">
            <a:off x="5048250" y="6943725"/>
            <a:ext cx="8191500" cy="9525"/>
          </a:xfrm>
          <a:custGeom xmlns:a="http://schemas.openxmlformats.org/drawingml/2006/main">
            <a:pathLst>
              <a:path w="8191500" h="9525">
                <a:moveTo>
                  <a:pt x="0" y="0"/>
                </a:moveTo>
                <a:lnTo>
                  <a:pt x="8191500" y="0"/>
                </a:lnTo>
              </a:path>
            </a:pathLst>
          </a:custGeom>
          <a:noFill xmlns:a="http://schemas.openxmlformats.org/drawingml/2006/main"/>
          <a:ln xmlns:a="http://schemas.openxmlformats.org/drawingml/2006/main" w="19050">
            <a:solidFill>
              <a:srgbClr val="AAAAAA"/>
            </a:solidFill>
            <a:prstDash val="solid"/>
          </a:ln>
        </p:spPr>
      </p:sp>
      <p:sp>
        <p:nvSpPr>
          <p:cNvPr id="12" name="line">
            <a:extLst xmlns:a="http://schemas.openxmlformats.org/drawingml/2006/main">
              <a:ext uri="{FF2B5EF4-FFF2-40B4-BE49-F238E27FC236}">
                <a16:creationId xmlns:a16="http://schemas.microsoft.com/office/drawing/2014/main" id="{678AE376-91DB-4306-B9B0-7118DAC875BE}"/>
              </a:ext>
            </a:extLst>
          </p:cNvPr>
          <p:cNvSpPr>
            <a:spLocks xmlns:a="http://schemas.openxmlformats.org/drawingml/2006/main" noGrp="1"/>
          </p:cNvSpPr>
          <p:nvPr/>
        </p:nvSpPr>
        <p:spPr>
          <a:xfrm xmlns:a="http://schemas.openxmlformats.org/drawingml/2006/main">
            <a:off x="50482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3" name="line">
            <a:extLst xmlns:a="http://schemas.openxmlformats.org/drawingml/2006/main">
              <a:ext uri="{FF2B5EF4-FFF2-40B4-BE49-F238E27FC236}">
                <a16:creationId xmlns:a16="http://schemas.microsoft.com/office/drawing/2014/main" id="{E11BBC42-2B2C-461D-B7FB-78EB8A4E3A14}"/>
              </a:ext>
            </a:extLst>
          </p:cNvPr>
          <p:cNvSpPr>
            <a:spLocks xmlns:a="http://schemas.openxmlformats.org/drawingml/2006/main" noGrp="1"/>
          </p:cNvSpPr>
          <p:nvPr/>
        </p:nvSpPr>
        <p:spPr>
          <a:xfrm xmlns:a="http://schemas.openxmlformats.org/drawingml/2006/main">
            <a:off x="132397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4" name="참조 분기 설명">
            <a:extLst xmlns:a="http://schemas.openxmlformats.org/drawingml/2006/main">
              <a:ext uri="{FF2B5EF4-FFF2-40B4-BE49-F238E27FC236}">
                <a16:creationId xmlns:a16="http://schemas.microsoft.com/office/drawing/2014/main" id="{7295C6CC-55FC-4346-99A2-9C00CF92A1DE}"/>
              </a:ext>
            </a:extLst>
          </p:cNvPr>
          <p:cNvSpPr>
            <a:spLocks xmlns:a="http://schemas.openxmlformats.org/drawingml/2006/main" noGrp="1"/>
          </p:cNvSpPr>
          <p:nvPr/>
        </p:nvSpPr>
        <p:spPr>
          <a:xfrm xmlns:a="http://schemas.openxmlformats.org/drawingml/2006/main">
            <a:off x="180975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263C985C-C9D5-4454-BF79-7D00D3A94548}"/>
              </a:ext>
            </a:extLst>
          </p:cNvPr>
          <p:cNvSpPr>
            <a:spLocks xmlns:a="http://schemas.openxmlformats.org/drawingml/2006/main" noGrp="1"/>
          </p:cNvSpPr>
          <p:nvPr/>
        </p:nvSpPr>
        <p:spPr>
          <a:xfrm xmlns:a="http://schemas.openxmlformats.org/drawingml/2006/main">
            <a:off x="209550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직접 측정의 어려움</a:t>
            </a:r>
          </a:p>
        </p:txBody>
      </p:sp>
      <p:sp>
        <p:nvSpPr>
          <p:cNvPr id="16" name="text">
            <a:extLst xmlns:a="http://schemas.openxmlformats.org/drawingml/2006/main">
              <a:ext uri="{FF2B5EF4-FFF2-40B4-BE49-F238E27FC236}">
                <a16:creationId xmlns:a16="http://schemas.microsoft.com/office/drawing/2014/main" id="{7736DC39-DA5F-4D4C-84AD-12CDFBC1547B}"/>
              </a:ext>
            </a:extLst>
          </p:cNvPr>
          <p:cNvSpPr>
            <a:spLocks xmlns:a="http://schemas.openxmlformats.org/drawingml/2006/main" noGrp="1"/>
          </p:cNvSpPr>
          <p:nvPr/>
        </p:nvSpPr>
        <p:spPr>
          <a:xfrm xmlns:a="http://schemas.openxmlformats.org/drawingml/2006/main">
            <a:off x="214312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불완전 연소 중 CO₂도 생성되어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CO 생성열만 분리하기 어렵다.</a:t>
            </a:r>
          </a:p>
        </p:txBody>
      </p:sp>
      <p:sp>
        <p:nvSpPr>
          <p:cNvPr id="17" name="참조 분기 설명">
            <a:extLst xmlns:a="http://schemas.openxmlformats.org/drawingml/2006/main">
              <a:ext uri="{FF2B5EF4-FFF2-40B4-BE49-F238E27FC236}">
                <a16:creationId xmlns:a16="http://schemas.microsoft.com/office/drawing/2014/main" id="{E321B3D1-C59D-494C-BF7F-0E2F202A41D7}"/>
              </a:ext>
            </a:extLst>
          </p:cNvPr>
          <p:cNvSpPr>
            <a:spLocks xmlns:a="http://schemas.openxmlformats.org/drawingml/2006/main" noGrp="1"/>
          </p:cNvSpPr>
          <p:nvPr/>
        </p:nvSpPr>
        <p:spPr>
          <a:xfrm xmlns:a="http://schemas.openxmlformats.org/drawingml/2006/main">
            <a:off x="990600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6080A53A-F7B6-4E44-A1D3-31FCAF528B05}"/>
              </a:ext>
            </a:extLst>
          </p:cNvPr>
          <p:cNvSpPr>
            <a:spLocks xmlns:a="http://schemas.openxmlformats.org/drawingml/2006/main" noGrp="1"/>
          </p:cNvSpPr>
          <p:nvPr/>
        </p:nvSpPr>
        <p:spPr>
          <a:xfrm xmlns:a="http://schemas.openxmlformats.org/drawingml/2006/main">
            <a:off x="1019175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헤스 법칙으로 간접 측정</a:t>
            </a:r>
          </a:p>
        </p:txBody>
      </p:sp>
      <p:sp>
        <p:nvSpPr>
          <p:cNvPr id="19" name="text">
            <a:extLst xmlns:a="http://schemas.openxmlformats.org/drawingml/2006/main">
              <a:ext uri="{FF2B5EF4-FFF2-40B4-BE49-F238E27FC236}">
                <a16:creationId xmlns:a16="http://schemas.microsoft.com/office/drawing/2014/main" id="{47D22E09-C120-4E45-A6D7-8B3CB2C49B95}"/>
              </a:ext>
            </a:extLst>
          </p:cNvPr>
          <p:cNvSpPr>
            <a:spLocks xmlns:a="http://schemas.openxmlformats.org/drawingml/2006/main" noGrp="1"/>
          </p:cNvSpPr>
          <p:nvPr/>
        </p:nvSpPr>
        <p:spPr>
          <a:xfrm xmlns:a="http://schemas.openxmlformats.org/drawingml/2006/main">
            <a:off x="1023937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알려진 다른 반응의 열을 이용해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목표 반응의 엔탈피를 구한다.</a:t>
            </a:r>
          </a:p>
        </p:txBody>
      </p:sp>
    </p:spTree>
    <p:extLst>
      <p:ext uri="{BB962C8B-B14F-4D97-AF65-F5344CB8AC3E}">
        <p14:creationId xmlns:p14="http://schemas.microsoft.com/office/powerpoint/2010/main" val="892474697"/>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43B73A06-08B9-4455-8607-C11279368ADC}"/>
              </a:ext>
            </a:extLst>
          </p:cNvPr>
          <p:cNvSpPr>
            <a:spLocks xmlns:a="http://schemas.openxmlformats.org/drawingml/2006/main" noGrp="1"/>
          </p:cNvSpPr>
          <p:nvPr/>
        </p:nvSpPr>
        <p:spPr>
          <a:xfrm xmlns:a="http://schemas.openxmlformats.org/drawingml/2006/main">
            <a:off x="2857500" y="4667250"/>
            <a:ext cx="12573000" cy="1238250"/>
          </a:xfrm>
          <a:prstGeom xmlns:a="http://schemas.openxmlformats.org/drawingml/2006/main" prst="roundRect">
            <a:avLst>
              <a:gd name="adj" fmla="val 16923"/>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43CA91D7-8054-4461-92BF-3825EA50E22C}"/>
              </a:ext>
            </a:extLst>
          </p:cNvPr>
          <p:cNvPicPr>
            <a:picLocks xmlns:a="http://schemas.openxmlformats.org/drawingml/2006/main" noChangeAspect="1"/>
          </p:cNvPicPr>
          <p:nvPr/>
        </p:nvPicPr>
        <p:blipFill>
          <a:blip xmlns:r="http://schemas.openxmlformats.org/officeDocument/2006/relationships" xmlns:a="http://schemas.openxmlformats.org/drawingml/2006/main" r:embed="R655e2280aea6440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8D28596-0DA8-43D7-84C0-63E3FAC636F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BC67F3E-D0DB-4144-B425-60CEBE305D4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8673B57-22C0-4B47-A21F-9C3704D4B1E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3020222-EC17-400E-BD3D-27BC82D9A93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B769EB17-F399-468C-B558-A9AEA45E1E3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구하려는 반응부터 확인</a:t>
            </a:r>
          </a:p>
        </p:txBody>
      </p:sp>
      <p:pic>
        <p:nvPicPr>
          <p:cNvPr id="8" name="">
            <a:extLst xmlns:a="http://schemas.openxmlformats.org/drawingml/2006/main">
              <a:ext uri="{FF2B5EF4-FFF2-40B4-BE49-F238E27FC236}">
                <a16:creationId xmlns:a16="http://schemas.microsoft.com/office/drawing/2014/main" id="{217E1AA1-7F5B-4347-B8AF-01F4C4A1BABA}"/>
              </a:ext>
            </a:extLst>
          </p:cNvPr>
          <p:cNvPicPr>
            <a:picLocks xmlns:a="http://schemas.openxmlformats.org/drawingml/2006/main" noChangeAspect="1"/>
          </p:cNvPicPr>
          <p:nvPr/>
        </p:nvPicPr>
        <p:blipFill>
          <a:blip xmlns:r="http://schemas.openxmlformats.org/officeDocument/2006/relationships" xmlns:a="http://schemas.openxmlformats.org/drawingml/2006/main" r:embed="Rf34ffd6b1bf248b7"/>
          <a:stretch xmlns:a="http://schemas.openxmlformats.org/drawingml/2006/main"/>
        </p:blipFill>
        <p:spPr>
          <a:xfrm xmlns:a="http://schemas.openxmlformats.org/drawingml/2006/main">
            <a:off x="4465792" y="4810125"/>
            <a:ext cx="9356416" cy="9525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BA3177F7-93D8-4504-BCD9-F9CA40A13575}"/>
              </a:ext>
            </a:extLst>
          </p:cNvPr>
          <p:cNvPicPr>
            <a:picLocks xmlns:a="http://schemas.openxmlformats.org/drawingml/2006/main" noChangeAspect="1"/>
          </p:cNvPicPr>
          <p:nvPr/>
        </p:nvPicPr>
        <p:blipFill>
          <a:blip xmlns:r="http://schemas.openxmlformats.org/officeDocument/2006/relationships" xmlns:a="http://schemas.openxmlformats.org/drawingml/2006/main" r:embed="R8f59da15432e4712"/>
          <a:stretch xmlns:a="http://schemas.openxmlformats.org/drawingml/2006/main"/>
        </p:blipFill>
        <p:spPr>
          <a:xfrm xmlns:a="http://schemas.openxmlformats.org/drawingml/2006/main">
            <a:off x="3812529" y="6914476"/>
            <a:ext cx="10662942" cy="64904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1AA9DA66-85A0-473C-B263-E4537307A61D}"/>
              </a:ext>
            </a:extLst>
          </p:cNvPr>
          <p:cNvPicPr>
            <a:picLocks xmlns:a="http://schemas.openxmlformats.org/drawingml/2006/main" noChangeAspect="1"/>
          </p:cNvPicPr>
          <p:nvPr/>
        </p:nvPicPr>
        <p:blipFill>
          <a:blip xmlns:r="http://schemas.openxmlformats.org/officeDocument/2006/relationships" xmlns:a="http://schemas.openxmlformats.org/drawingml/2006/main" r:embed="Rd9646420ebc047fd"/>
          <a:stretch xmlns:a="http://schemas.openxmlformats.org/drawingml/2006/main"/>
        </p:blipFill>
        <p:spPr>
          <a:xfrm xmlns:a="http://schemas.openxmlformats.org/drawingml/2006/main">
            <a:off x="3812529" y="7953375"/>
            <a:ext cx="10662942" cy="95250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2B616B56-B906-4B31-9AA1-1897EC61DB17}"/>
              </a:ext>
            </a:extLst>
          </p:cNvPr>
          <p:cNvSpPr>
            <a:spLocks xmlns:a="http://schemas.openxmlformats.org/drawingml/2006/main" noGrp="1"/>
          </p:cNvSpPr>
          <p:nvPr/>
        </p:nvSpPr>
        <p:spPr>
          <a:xfrm xmlns:a="http://schemas.openxmlformats.org/drawingml/2006/main">
            <a:off x="2952750" y="41148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
        <p:nvSpPr>
          <p:cNvPr id="13" name="text">
            <a:extLst xmlns:a="http://schemas.openxmlformats.org/drawingml/2006/main">
              <a:ext uri="{FF2B5EF4-FFF2-40B4-BE49-F238E27FC236}">
                <a16:creationId xmlns:a16="http://schemas.microsoft.com/office/drawing/2014/main" id="{3702B231-B724-4326-857F-246B84877965}"/>
              </a:ext>
            </a:extLst>
          </p:cNvPr>
          <p:cNvSpPr>
            <a:spLocks xmlns:a="http://schemas.openxmlformats.org/drawingml/2006/main" noGrp="1"/>
          </p:cNvSpPr>
          <p:nvPr/>
        </p:nvSpPr>
        <p:spPr>
          <a:xfrm xmlns:a="http://schemas.openxmlformats.org/drawingml/2006/main">
            <a:off x="2952750" y="62293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알려진 반응</a:t>
            </a:r>
          </a:p>
        </p:txBody>
      </p:sp>
    </p:spTree>
    <p:extLst>
      <p:ext uri="{BB962C8B-B14F-4D97-AF65-F5344CB8AC3E}">
        <p14:creationId xmlns:p14="http://schemas.microsoft.com/office/powerpoint/2010/main" val="2037921940"/>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22C1FAAA-59BB-4DB3-B870-349519A0A588}"/>
              </a:ext>
            </a:extLst>
          </p:cNvPr>
          <p:cNvPicPr>
            <a:picLocks xmlns:a="http://schemas.openxmlformats.org/drawingml/2006/main" noChangeAspect="1"/>
          </p:cNvPicPr>
          <p:nvPr/>
        </p:nvPicPr>
        <p:blipFill>
          <a:blip xmlns:r="http://schemas.openxmlformats.org/officeDocument/2006/relationships" xmlns:a="http://schemas.openxmlformats.org/drawingml/2006/main" r:embed="Reb6772ca1c10484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10C90CF-D179-4C47-8EDF-9E54EC7FFBA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5AD80F0-B7F6-42D9-BC5F-0843A8146B0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9427A2A-4513-43FE-AE14-1DEDF75C0C8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7814453-60CE-410B-8AAB-CEBCB3C790D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096E3C13-A42D-43D4-A415-B4DC756637F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2C8E05DD-697A-4C36-86E6-8AF70D379CDA}"/>
              </a:ext>
            </a:extLst>
          </p:cNvPr>
          <p:cNvPicPr>
            <a:picLocks xmlns:a="http://schemas.openxmlformats.org/drawingml/2006/main" noChangeAspect="1"/>
          </p:cNvPicPr>
          <p:nvPr/>
        </p:nvPicPr>
        <p:blipFill>
          <a:blip xmlns:r="http://schemas.openxmlformats.org/officeDocument/2006/relationships" xmlns:a="http://schemas.openxmlformats.org/drawingml/2006/main" r:embed="R329fbb2f3af640c6"/>
          <a:stretch xmlns:a="http://schemas.openxmlformats.org/drawingml/2006/main"/>
        </p:blipFill>
        <p:spPr>
          <a:xfrm xmlns:a="http://schemas.openxmlformats.org/drawingml/2006/main">
            <a:off x="4833101" y="4191000"/>
            <a:ext cx="8621799" cy="3429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82A11D66-75D1-404E-B515-DD034841AF81}"/>
              </a:ext>
            </a:extLst>
          </p:cNvPr>
          <p:cNvPicPr>
            <a:picLocks xmlns:a="http://schemas.openxmlformats.org/drawingml/2006/main" noChangeAspect="1"/>
          </p:cNvPicPr>
          <p:nvPr/>
        </p:nvPicPr>
        <p:blipFill>
          <a:blip xmlns:r="http://schemas.openxmlformats.org/officeDocument/2006/relationships" xmlns:a="http://schemas.openxmlformats.org/drawingml/2006/main" r:embed="R8330e11659054db8"/>
          <a:stretch xmlns:a="http://schemas.openxmlformats.org/drawingml/2006/main"/>
        </p:blipFill>
        <p:spPr>
          <a:xfrm xmlns:a="http://schemas.openxmlformats.org/drawingml/2006/main">
            <a:off x="6861844" y="8477010"/>
            <a:ext cx="4564312" cy="57198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2B2DAE92-6EF8-4992-B597-3C755373CFCF}"/>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두 반응식을 빼면 양쪽의 이산화 탄소가 소거된다.</a:t>
            </a:r>
          </a:p>
        </p:txBody>
      </p:sp>
    </p:spTree>
    <p:extLst>
      <p:ext uri="{BB962C8B-B14F-4D97-AF65-F5344CB8AC3E}">
        <p14:creationId xmlns:p14="http://schemas.microsoft.com/office/powerpoint/2010/main" val="2112204623"/>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0DBF1CBA-CEF9-442D-8C2C-98D11B80775E}"/>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CE801F8B-8A19-4E53-B483-5A9A6A5BBF5A}"/>
              </a:ext>
            </a:extLst>
          </p:cNvPr>
          <p:cNvPicPr>
            <a:picLocks xmlns:a="http://schemas.openxmlformats.org/drawingml/2006/main" noChangeAspect="1"/>
          </p:cNvPicPr>
          <p:nvPr/>
        </p:nvPicPr>
        <p:blipFill>
          <a:blip xmlns:r="http://schemas.openxmlformats.org/officeDocument/2006/relationships" xmlns:a="http://schemas.openxmlformats.org/drawingml/2006/main" r:embed="R820c29fdb93f472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B27436C-1AD7-4754-9C5C-0DA97016176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BE2370E-BABA-48CD-9883-23909821C53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C6141C0A-D8E6-4236-92A3-BF70ABD8871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2858745-5E0F-46A2-B1C1-F3B41E2D232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C9719964-A6A2-40BA-A2DD-FF59C93684F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 생성 반응의 반응 엔탈피</a:t>
            </a:r>
          </a:p>
        </p:txBody>
      </p:sp>
      <p:pic>
        <p:nvPicPr>
          <p:cNvPr id="8" name="">
            <a:extLst xmlns:a="http://schemas.openxmlformats.org/drawingml/2006/main">
              <a:ext uri="{FF2B5EF4-FFF2-40B4-BE49-F238E27FC236}">
                <a16:creationId xmlns:a16="http://schemas.microsoft.com/office/drawing/2014/main" id="{6310EFD2-9E29-4B5F-8A66-7971B6CE5904}"/>
              </a:ext>
            </a:extLst>
          </p:cNvPr>
          <p:cNvPicPr>
            <a:picLocks xmlns:a="http://schemas.openxmlformats.org/drawingml/2006/main" noChangeAspect="1"/>
          </p:cNvPicPr>
          <p:nvPr/>
        </p:nvPicPr>
        <p:blipFill>
          <a:blip xmlns:r="http://schemas.openxmlformats.org/officeDocument/2006/relationships" xmlns:a="http://schemas.openxmlformats.org/drawingml/2006/main" r:embed="R164230cb96db461a"/>
          <a:stretch xmlns:a="http://schemas.openxmlformats.org/drawingml/2006/main"/>
        </p:blipFill>
        <p:spPr>
          <a:xfrm xmlns:a="http://schemas.openxmlformats.org/drawingml/2006/main">
            <a:off x="3545955" y="4802749"/>
            <a:ext cx="11196090" cy="68150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1F129257-7846-4FB8-AF8F-C9F5C1CB137D}"/>
              </a:ext>
            </a:extLst>
          </p:cNvPr>
          <p:cNvPicPr>
            <a:picLocks xmlns:a="http://schemas.openxmlformats.org/drawingml/2006/main" noChangeAspect="1"/>
          </p:cNvPicPr>
          <p:nvPr/>
        </p:nvPicPr>
        <p:blipFill>
          <a:blip xmlns:r="http://schemas.openxmlformats.org/officeDocument/2006/relationships" xmlns:a="http://schemas.openxmlformats.org/drawingml/2006/main" r:embed="Rb79db9f7464a430e"/>
          <a:stretch xmlns:a="http://schemas.openxmlformats.org/drawingml/2006/main"/>
        </p:blipFill>
        <p:spPr>
          <a:xfrm xmlns:a="http://schemas.openxmlformats.org/drawingml/2006/main">
            <a:off x="3545955" y="5857875"/>
            <a:ext cx="11196090" cy="10001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16FB28CE-495C-4D96-9A51-4EDB07549FEE}"/>
              </a:ext>
            </a:extLst>
          </p:cNvPr>
          <p:cNvPicPr>
            <a:picLocks xmlns:a="http://schemas.openxmlformats.org/drawingml/2006/main" noChangeAspect="1"/>
          </p:cNvPicPr>
          <p:nvPr/>
        </p:nvPicPr>
        <p:blipFill>
          <a:blip xmlns:r="http://schemas.openxmlformats.org/officeDocument/2006/relationships" xmlns:a="http://schemas.openxmlformats.org/drawingml/2006/main" r:embed="R71735aef4eef4627"/>
          <a:stretch xmlns:a="http://schemas.openxmlformats.org/drawingml/2006/main"/>
        </p:blipFill>
        <p:spPr>
          <a:xfrm xmlns:a="http://schemas.openxmlformats.org/drawingml/2006/main">
            <a:off x="6165436" y="7802282"/>
            <a:ext cx="5957129" cy="1445187"/>
          </a:xfrm>
          <a:prstGeom xmlns:a="http://schemas.openxmlformats.org/drawingml/2006/main" prst="rect">
            <a:avLst/>
          </a:prstGeom>
        </p:spPr>
      </p:pic>
    </p:spTree>
    <p:extLst>
      <p:ext uri="{BB962C8B-B14F-4D97-AF65-F5344CB8AC3E}">
        <p14:creationId xmlns:p14="http://schemas.microsoft.com/office/powerpoint/2010/main" val="1479468435"/>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8865AD77-FA38-4836-BC23-B81853BA34FB}"/>
              </a:ext>
            </a:extLst>
          </p:cNvPr>
          <p:cNvPicPr>
            <a:picLocks xmlns:a="http://schemas.openxmlformats.org/drawingml/2006/main" noChangeAspect="1"/>
          </p:cNvPicPr>
          <p:nvPr/>
        </p:nvPicPr>
        <p:blipFill>
          <a:blip xmlns:r="http://schemas.openxmlformats.org/officeDocument/2006/relationships" xmlns:a="http://schemas.openxmlformats.org/drawingml/2006/main" r:embed="R9d36cbc6aea8486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D8DDF32-2404-4E82-BA8D-E96F1BABA74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E0C79F5-09C8-464E-8037-C6F38933C2C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931D16C7-9997-4321-B28B-C7682E7B81A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EC526AC-7DDD-44E3-9117-94F8417D0BA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639A3199-5F07-4A45-BA21-0A3842E00A4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186D5F33-D6C7-4E4B-B55D-B9F77D34188F}"/>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70FCB746-C40A-4CE1-816E-59F028D7B34B}"/>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C3E29AAA-1E4C-4445-AF64-0E21D297168C}"/>
              </a:ext>
            </a:extLst>
          </p:cNvPr>
          <p:cNvPicPr>
            <a:picLocks xmlns:a="http://schemas.openxmlformats.org/drawingml/2006/main" noChangeAspect="1"/>
          </p:cNvPicPr>
          <p:nvPr/>
        </p:nvPicPr>
        <p:blipFill>
          <a:blip xmlns:r="http://schemas.openxmlformats.org/officeDocument/2006/relationships" xmlns:a="http://schemas.openxmlformats.org/drawingml/2006/main" r:embed="Rf78f355e8c1e4fcf"/>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FEEC12E8-D0A9-4B0F-8E79-AA98DD9F6137}"/>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242424"/>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25D3A564-37E8-4D2C-905F-A7FAF82FABEC}"/>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b="0">
                <a:solidFill>
                  <a:srgbClr val="FFFFFF"/>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A0BBAC5E-B6AB-4255-91FC-4993A5DE2D4B}"/>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a:solidFill>
                  <a:srgbClr val="FFFFFF"/>
                </a:solidFill>
                <a:latin typeface="Pretendard"/>
                <a:ea typeface="Pretendard"/>
                <a:cs typeface="Pretendard"/>
              </a:rPr>
              <a:t>헤스 법칙으로 두 물질 사이의 </a:t>
            </a:r>
            <a:r>
              <a:rPr sz="3150">
                <a:solidFill>
                  <a:srgbClr val="FFFFFF"/>
                </a:solidFill>
                <a:latin typeface="Pretendard"/>
                <a:ea typeface="Pretendard"/>
                <a:cs typeface="Pretendard"/>
              </a:rPr>
              <a:t>Δ</a:t>
            </a:r>
            <a:r>
              <a:rPr sz="3150" i="1">
                <a:solidFill>
                  <a:srgbClr val="FFFFFF"/>
                </a:solidFill>
                <a:latin typeface="Pretendard"/>
                <a:ea typeface="Pretendard"/>
                <a:cs typeface="Pretendard"/>
              </a:rPr>
              <a:t>H</a:t>
            </a:r>
            <a:r>
              <a:rPr sz="3150">
                <a:solidFill>
                  <a:srgbClr val="FFFFFF"/>
                </a:solidFill>
                <a:latin typeface="Pretendard"/>
                <a:ea typeface="Pretendard"/>
                <a:cs typeface="Pretendard"/>
              </a:rPr>
              <a:t>를 구한다.</a:t>
            </a:r>
          </a:p>
        </p:txBody>
      </p:sp>
      <p:pic>
        <p:nvPicPr>
          <p:cNvPr id="13" name="">
            <a:extLst xmlns:a="http://schemas.openxmlformats.org/drawingml/2006/main">
              <a:ext uri="{FF2B5EF4-FFF2-40B4-BE49-F238E27FC236}">
                <a16:creationId xmlns:a16="http://schemas.microsoft.com/office/drawing/2014/main" id="{47AB7725-7AD9-4119-8EEB-7D14AC6C32A3}"/>
              </a:ext>
            </a:extLst>
          </p:cNvPr>
          <p:cNvPicPr>
            <a:picLocks xmlns:a="http://schemas.openxmlformats.org/drawingml/2006/main" noChangeAspect="1"/>
          </p:cNvPicPr>
          <p:nvPr/>
        </p:nvPicPr>
        <p:blipFill>
          <a:blip xmlns:r="http://schemas.openxmlformats.org/officeDocument/2006/relationships" xmlns:a="http://schemas.openxmlformats.org/drawingml/2006/main" r:embed="Rfa8233cc6bdb4da2"/>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331587408"/>
      </p:ext>
    </p:extLst>
  </p:cSld>
</p:sld>
</file>

<file path=ppt/slides/slide2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2289A4DA-57CE-4196-A748-CD471DD44294}"/>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70B821D3-173B-45DA-BC15-3CB98A9E9E2B}"/>
              </a:ext>
            </a:extLst>
          </p:cNvPr>
          <p:cNvPicPr>
            <a:picLocks xmlns:a="http://schemas.openxmlformats.org/drawingml/2006/main" noChangeAspect="1"/>
          </p:cNvPicPr>
          <p:nvPr/>
        </p:nvPicPr>
        <p:blipFill>
          <a:blip xmlns:r="http://schemas.openxmlformats.org/officeDocument/2006/relationships" xmlns:a="http://schemas.openxmlformats.org/drawingml/2006/main" r:embed="R53906f8dc18545d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A077340-1E03-406C-83A7-64C4344FF26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62F51B9-5FCF-49E1-A6D0-59B45D77F2D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91360905-1DE6-44D5-B8CB-B5D42B9C4CC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77FD0F9-8A65-46F1-8783-27C90120636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D3149F4E-7317-4121-85D8-D096988F915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연소열의 차이로 구한다</a:t>
            </a:r>
          </a:p>
        </p:txBody>
      </p:sp>
      <p:pic>
        <p:nvPicPr>
          <p:cNvPr id="8" name="">
            <a:extLst xmlns:a="http://schemas.openxmlformats.org/drawingml/2006/main">
              <a:ext uri="{FF2B5EF4-FFF2-40B4-BE49-F238E27FC236}">
                <a16:creationId xmlns:a16="http://schemas.microsoft.com/office/drawing/2014/main" id="{5A7DBF5E-92E3-44E5-AB63-D6B0517CE089}"/>
              </a:ext>
            </a:extLst>
          </p:cNvPr>
          <p:cNvPicPr>
            <a:picLocks xmlns:a="http://schemas.openxmlformats.org/drawingml/2006/main" noChangeAspect="1"/>
          </p:cNvPicPr>
          <p:nvPr/>
        </p:nvPicPr>
        <p:blipFill>
          <a:blip xmlns:r="http://schemas.openxmlformats.org/officeDocument/2006/relationships" xmlns:a="http://schemas.openxmlformats.org/drawingml/2006/main" r:embed="R5c5ef275533142d7"/>
          <a:stretch xmlns:a="http://schemas.openxmlformats.org/drawingml/2006/main"/>
        </p:blipFill>
        <p:spPr>
          <a:xfrm xmlns:a="http://schemas.openxmlformats.org/drawingml/2006/main">
            <a:off x="3983831" y="4750594"/>
            <a:ext cx="10320338" cy="78581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DAAF2F49-CA4C-4BAB-A9CF-D1451D61C13E}"/>
              </a:ext>
            </a:extLst>
          </p:cNvPr>
          <p:cNvPicPr>
            <a:picLocks xmlns:a="http://schemas.openxmlformats.org/drawingml/2006/main" noChangeAspect="1"/>
          </p:cNvPicPr>
          <p:nvPr/>
        </p:nvPicPr>
        <p:blipFill>
          <a:blip xmlns:r="http://schemas.openxmlformats.org/officeDocument/2006/relationships" xmlns:a="http://schemas.openxmlformats.org/drawingml/2006/main" r:embed="R6ecc61d73c664467"/>
          <a:stretch xmlns:a="http://schemas.openxmlformats.org/drawingml/2006/main"/>
        </p:blipFill>
        <p:spPr>
          <a:xfrm xmlns:a="http://schemas.openxmlformats.org/drawingml/2006/main">
            <a:off x="2857500" y="5988844"/>
            <a:ext cx="12573000" cy="785813"/>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16C5241C-6BF1-40F7-8148-D13C807D68F5}"/>
              </a:ext>
            </a:extLst>
          </p:cNvPr>
          <p:cNvPicPr>
            <a:picLocks xmlns:a="http://schemas.openxmlformats.org/drawingml/2006/main" noChangeAspect="1"/>
          </p:cNvPicPr>
          <p:nvPr/>
        </p:nvPicPr>
        <p:blipFill>
          <a:blip xmlns:r="http://schemas.openxmlformats.org/officeDocument/2006/relationships" xmlns:a="http://schemas.openxmlformats.org/drawingml/2006/main" r:embed="Ref96759558bc418c"/>
          <a:stretch xmlns:a="http://schemas.openxmlformats.org/drawingml/2006/main"/>
        </p:blipFill>
        <p:spPr>
          <a:xfrm xmlns:a="http://schemas.openxmlformats.org/drawingml/2006/main">
            <a:off x="5336948" y="8358334"/>
            <a:ext cx="7614103" cy="666458"/>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7DA4AC7C-D3CC-483E-B9F1-2FE9E9BC09FF}"/>
              </a:ext>
            </a:extLst>
          </p:cNvPr>
          <p:cNvSpPr>
            <a:spLocks xmlns:a="http://schemas.openxmlformats.org/drawingml/2006/main" noGrp="1"/>
          </p:cNvSpPr>
          <p:nvPr/>
        </p:nvSpPr>
        <p:spPr>
          <a:xfrm xmlns:a="http://schemas.openxmlformats.org/drawingml/2006/main">
            <a:off x="2667000" y="7286625"/>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위 식에서 아래 식을 빼면 흑연 → 다이아몬드 반응이 된다.</a:t>
            </a:r>
          </a:p>
        </p:txBody>
      </p:sp>
      <p:sp>
        <p:nvSpPr>
          <p:cNvPr id="14" name="text">
            <a:extLst xmlns:a="http://schemas.openxmlformats.org/drawingml/2006/main">
              <a:ext uri="{FF2B5EF4-FFF2-40B4-BE49-F238E27FC236}">
                <a16:creationId xmlns:a16="http://schemas.microsoft.com/office/drawing/2014/main" id="{B649A265-989B-4FCF-9617-9422CCCFFC52}"/>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25°C, 1기압에서 같은 생성물이 생기는 두 연소 반응을 비교한다.</a:t>
            </a:r>
          </a:p>
        </p:txBody>
      </p:sp>
    </p:spTree>
    <p:extLst>
      <p:ext uri="{BB962C8B-B14F-4D97-AF65-F5344CB8AC3E}">
        <p14:creationId xmlns:p14="http://schemas.microsoft.com/office/powerpoint/2010/main" val="1876233710"/>
      </p:ext>
    </p:extLst>
  </p:cSld>
</p:sld>
</file>

<file path=ppt/slides/slide2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32" name="">
            <a:extLst xmlns:a="http://schemas.openxmlformats.org/drawingml/2006/main">
              <a:ext uri="{FF2B5EF4-FFF2-40B4-BE49-F238E27FC236}">
                <a16:creationId xmlns:a16="http://schemas.microsoft.com/office/drawing/2014/main" id="{28585EFB-2F51-4B68-9713-55FE59546937}"/>
              </a:ext>
            </a:extLst>
          </p:cNvPr>
          <p:cNvPicPr>
            <a:picLocks xmlns:a="http://schemas.openxmlformats.org/drawingml/2006/main" noChangeAspect="1"/>
          </p:cNvPicPr>
          <p:nvPr/>
        </p:nvPicPr>
        <p:blipFill>
          <a:blip xmlns:r="http://schemas.openxmlformats.org/officeDocument/2006/relationships" xmlns:a="http://schemas.openxmlformats.org/drawingml/2006/main" r:embed="R9ef0393660f1447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1D4A8BB-5739-4469-ADBB-4D5530397CB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B3B53AD-A332-43A6-9BF0-000E2266617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F18622AD-73D6-4E03-B756-5C3A973B2DE3}"/>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610D3CA-262B-4579-A8B6-F74E2A956CA7}"/>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 계산</a:t>
            </a:r>
          </a:p>
        </p:txBody>
      </p:sp>
      <p:sp>
        <p:nvSpPr>
          <p:cNvPr id="6" name="text">
            <a:extLst xmlns:a="http://schemas.openxmlformats.org/drawingml/2006/main">
              <a:ext uri="{FF2B5EF4-FFF2-40B4-BE49-F238E27FC236}">
                <a16:creationId xmlns:a16="http://schemas.microsoft.com/office/drawing/2014/main" id="{FD6C898B-3496-40AC-9761-6C07184927A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 조작과 계산 결과를 함께 확인</a:t>
            </a:r>
          </a:p>
        </p:txBody>
      </p:sp>
      <p:sp>
        <p:nvSpPr>
          <p:cNvPr id="7" name="단계·결과 공통 패널">
            <a:extLst xmlns:a="http://schemas.openxmlformats.org/drawingml/2006/main">
              <a:ext uri="{FF2B5EF4-FFF2-40B4-BE49-F238E27FC236}">
                <a16:creationId xmlns:a16="http://schemas.microsoft.com/office/drawing/2014/main" id="{CA521501-E25D-4A53-A08E-F138C01E78B9}"/>
              </a:ext>
            </a:extLst>
          </p:cNvPr>
          <p:cNvSpPr>
            <a:spLocks xmlns:a="http://schemas.openxmlformats.org/drawingml/2006/main" noGrp="1"/>
          </p:cNvSpPr>
          <p:nvPr/>
        </p:nvSpPr>
        <p:spPr>
          <a:xfrm xmlns:a="http://schemas.openxmlformats.org/drawingml/2006/main">
            <a:off x="1619250" y="4010025"/>
            <a:ext cx="15049500" cy="5143500"/>
          </a:xfrm>
          <a:prstGeom xmlns:a="http://schemas.openxmlformats.org/drawingml/2006/main" prst="roundRect">
            <a:avLst>
              <a:gd name="adj" fmla="val 5185"/>
            </a:avLst>
          </a:prstGeom>
          <a:solidFill xmlns:a="http://schemas.openxmlformats.org/drawingml/2006/main">
            <a:srgbClr val="222222"/>
          </a:solidFill>
          <a:ln xmlns:a="http://schemas.openxmlformats.org/drawingml/2006/main" w="0">
            <a:noFill/>
          </a:ln>
        </p:spPr>
      </p:sp>
      <p:sp>
        <p:nvSpPr>
          <p:cNvPr id="8" name="참조 단계 번호">
            <a:extLst xmlns:a="http://schemas.openxmlformats.org/drawingml/2006/main">
              <a:ext uri="{FF2B5EF4-FFF2-40B4-BE49-F238E27FC236}">
                <a16:creationId xmlns:a16="http://schemas.microsoft.com/office/drawing/2014/main" id="{CDFAB4D8-BE27-4FC9-A939-0E2000EF8A75}"/>
              </a:ext>
            </a:extLst>
          </p:cNvPr>
          <p:cNvSpPr>
            <a:spLocks xmlns:a="http://schemas.openxmlformats.org/drawingml/2006/main" noGrp="1"/>
          </p:cNvSpPr>
          <p:nvPr/>
        </p:nvSpPr>
        <p:spPr>
          <a:xfrm xmlns:a="http://schemas.openxmlformats.org/drawingml/2006/main">
            <a:off x="2076450" y="445770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3CA0CA4F-2F50-43AB-B7D6-CA2C68DD13D0}"/>
              </a:ext>
            </a:extLst>
          </p:cNvPr>
          <p:cNvSpPr>
            <a:spLocks xmlns:a="http://schemas.openxmlformats.org/drawingml/2006/main" noGrp="1"/>
          </p:cNvSpPr>
          <p:nvPr/>
        </p:nvSpPr>
        <p:spPr>
          <a:xfrm xmlns:a="http://schemas.openxmlformats.org/drawingml/2006/main">
            <a:off x="2143125" y="449580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01</a:t>
            </a:r>
          </a:p>
        </p:txBody>
      </p:sp>
      <p:sp>
        <p:nvSpPr>
          <p:cNvPr id="10" name="text">
            <a:extLst xmlns:a="http://schemas.openxmlformats.org/drawingml/2006/main">
              <a:ext uri="{FF2B5EF4-FFF2-40B4-BE49-F238E27FC236}">
                <a16:creationId xmlns:a16="http://schemas.microsoft.com/office/drawing/2014/main" id="{AFB2AED8-60B5-46EA-85A7-C9A15B911F0A}"/>
              </a:ext>
            </a:extLst>
          </p:cNvPr>
          <p:cNvSpPr>
            <a:spLocks xmlns:a="http://schemas.openxmlformats.org/drawingml/2006/main" noGrp="1"/>
          </p:cNvSpPr>
          <p:nvPr/>
        </p:nvSpPr>
        <p:spPr>
          <a:xfrm xmlns:a="http://schemas.openxmlformats.org/drawingml/2006/main">
            <a:off x="3638550" y="44100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목표 반응의 물질·위치·계수를 확인한다.</a:t>
            </a:r>
          </a:p>
        </p:txBody>
      </p:sp>
      <p:sp>
        <p:nvSpPr>
          <p:cNvPr id="11" name="text">
            <a:extLst xmlns:a="http://schemas.openxmlformats.org/drawingml/2006/main">
              <a:ext uri="{FF2B5EF4-FFF2-40B4-BE49-F238E27FC236}">
                <a16:creationId xmlns:a16="http://schemas.microsoft.com/office/drawing/2014/main" id="{922EF826-933E-435C-BBDA-2A14444977F5}"/>
              </a:ext>
            </a:extLst>
          </p:cNvPr>
          <p:cNvSpPr>
            <a:spLocks xmlns:a="http://schemas.openxmlformats.org/drawingml/2006/main" noGrp="1"/>
          </p:cNvSpPr>
          <p:nvPr/>
        </p:nvSpPr>
        <p:spPr>
          <a:xfrm xmlns:a="http://schemas.openxmlformats.org/drawingml/2006/main">
            <a:off x="12001500" y="446722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2" name="참조 단계 결과">
            <a:extLst xmlns:a="http://schemas.openxmlformats.org/drawingml/2006/main">
              <a:ext uri="{FF2B5EF4-FFF2-40B4-BE49-F238E27FC236}">
                <a16:creationId xmlns:a16="http://schemas.microsoft.com/office/drawing/2014/main" id="{37C5CFD7-3485-49D8-A566-9835B36639D5}"/>
              </a:ext>
            </a:extLst>
          </p:cNvPr>
          <p:cNvSpPr>
            <a:spLocks xmlns:a="http://schemas.openxmlformats.org/drawingml/2006/main" noGrp="1"/>
          </p:cNvSpPr>
          <p:nvPr/>
        </p:nvSpPr>
        <p:spPr>
          <a:xfrm xmlns:a="http://schemas.openxmlformats.org/drawingml/2006/main">
            <a:off x="13049250" y="4410075"/>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1FF63DFE-2749-4708-9F74-1EB5D57538E6}"/>
              </a:ext>
            </a:extLst>
          </p:cNvPr>
          <p:cNvSpPr>
            <a:spLocks xmlns:a="http://schemas.openxmlformats.org/drawingml/2006/main" noGrp="1"/>
          </p:cNvSpPr>
          <p:nvPr/>
        </p:nvSpPr>
        <p:spPr>
          <a:xfrm xmlns:a="http://schemas.openxmlformats.org/drawingml/2006/main">
            <a:off x="13192125" y="450532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목표 반응식</a:t>
            </a:r>
          </a:p>
        </p:txBody>
      </p:sp>
      <p:sp>
        <p:nvSpPr>
          <p:cNvPr id="14" name="참조 단계 번호">
            <a:extLst xmlns:a="http://schemas.openxmlformats.org/drawingml/2006/main">
              <a:ext uri="{FF2B5EF4-FFF2-40B4-BE49-F238E27FC236}">
                <a16:creationId xmlns:a16="http://schemas.microsoft.com/office/drawing/2014/main" id="{6177DF32-BF68-4697-9362-38FDACB7C9F2}"/>
              </a:ext>
            </a:extLst>
          </p:cNvPr>
          <p:cNvSpPr>
            <a:spLocks xmlns:a="http://schemas.openxmlformats.org/drawingml/2006/main" noGrp="1"/>
          </p:cNvSpPr>
          <p:nvPr/>
        </p:nvSpPr>
        <p:spPr>
          <a:xfrm xmlns:a="http://schemas.openxmlformats.org/drawingml/2006/main">
            <a:off x="2076450" y="557212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79BDAD04-0741-4409-893C-CD3742368F5F}"/>
              </a:ext>
            </a:extLst>
          </p:cNvPr>
          <p:cNvSpPr>
            <a:spLocks xmlns:a="http://schemas.openxmlformats.org/drawingml/2006/main" noGrp="1"/>
          </p:cNvSpPr>
          <p:nvPr/>
        </p:nvSpPr>
        <p:spPr>
          <a:xfrm xmlns:a="http://schemas.openxmlformats.org/drawingml/2006/main">
            <a:off x="2143125" y="561022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02</a:t>
            </a:r>
          </a:p>
        </p:txBody>
      </p:sp>
      <p:sp>
        <p:nvSpPr>
          <p:cNvPr id="16" name="text">
            <a:extLst xmlns:a="http://schemas.openxmlformats.org/drawingml/2006/main">
              <a:ext uri="{FF2B5EF4-FFF2-40B4-BE49-F238E27FC236}">
                <a16:creationId xmlns:a16="http://schemas.microsoft.com/office/drawing/2014/main" id="{EF0D63B0-9A54-4CED-9017-AF1135E86025}"/>
              </a:ext>
            </a:extLst>
          </p:cNvPr>
          <p:cNvSpPr>
            <a:spLocks xmlns:a="http://schemas.openxmlformats.org/drawingml/2006/main" noGrp="1"/>
          </p:cNvSpPr>
          <p:nvPr/>
        </p:nvSpPr>
        <p:spPr>
          <a:xfrm xmlns:a="http://schemas.openxmlformats.org/drawingml/2006/main">
            <a:off x="3638550" y="5524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방향과 계수를 바꾸며 엔탈피도 바꾼다.</a:t>
            </a:r>
          </a:p>
        </p:txBody>
      </p:sp>
      <p:sp>
        <p:nvSpPr>
          <p:cNvPr id="17" name="text">
            <a:extLst xmlns:a="http://schemas.openxmlformats.org/drawingml/2006/main">
              <a:ext uri="{FF2B5EF4-FFF2-40B4-BE49-F238E27FC236}">
                <a16:creationId xmlns:a16="http://schemas.microsoft.com/office/drawing/2014/main" id="{911523D8-66E1-4DBA-8B94-3A70BEBC471C}"/>
              </a:ext>
            </a:extLst>
          </p:cNvPr>
          <p:cNvSpPr>
            <a:spLocks xmlns:a="http://schemas.openxmlformats.org/drawingml/2006/main" noGrp="1"/>
          </p:cNvSpPr>
          <p:nvPr/>
        </p:nvSpPr>
        <p:spPr>
          <a:xfrm xmlns:a="http://schemas.openxmlformats.org/drawingml/2006/main">
            <a:off x="12001500" y="558165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8" name="참조 단계 결과">
            <a:extLst xmlns:a="http://schemas.openxmlformats.org/drawingml/2006/main">
              <a:ext uri="{FF2B5EF4-FFF2-40B4-BE49-F238E27FC236}">
                <a16:creationId xmlns:a16="http://schemas.microsoft.com/office/drawing/2014/main" id="{F50949E9-B077-4760-A1BC-1CB9767E0B53}"/>
              </a:ext>
            </a:extLst>
          </p:cNvPr>
          <p:cNvSpPr>
            <a:spLocks xmlns:a="http://schemas.openxmlformats.org/drawingml/2006/main" noGrp="1"/>
          </p:cNvSpPr>
          <p:nvPr/>
        </p:nvSpPr>
        <p:spPr>
          <a:xfrm xmlns:a="http://schemas.openxmlformats.org/drawingml/2006/main">
            <a:off x="13049250" y="5524500"/>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D96E2544-DDF1-4A12-AD1F-7B7EE7DFB803}"/>
              </a:ext>
            </a:extLst>
          </p:cNvPr>
          <p:cNvSpPr>
            <a:spLocks xmlns:a="http://schemas.openxmlformats.org/drawingml/2006/main" noGrp="1"/>
          </p:cNvSpPr>
          <p:nvPr/>
        </p:nvSpPr>
        <p:spPr>
          <a:xfrm xmlns:a="http://schemas.openxmlformats.org/drawingml/2006/main">
            <a:off x="13192125" y="561975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변환한 반응식</a:t>
            </a:r>
          </a:p>
        </p:txBody>
      </p:sp>
      <p:sp>
        <p:nvSpPr>
          <p:cNvPr id="20" name="참조 단계 번호">
            <a:extLst xmlns:a="http://schemas.openxmlformats.org/drawingml/2006/main">
              <a:ext uri="{FF2B5EF4-FFF2-40B4-BE49-F238E27FC236}">
                <a16:creationId xmlns:a16="http://schemas.microsoft.com/office/drawing/2014/main" id="{DF466786-33D5-47A4-AC0E-430B77D7B2E2}"/>
              </a:ext>
            </a:extLst>
          </p:cNvPr>
          <p:cNvSpPr>
            <a:spLocks xmlns:a="http://schemas.openxmlformats.org/drawingml/2006/main" noGrp="1"/>
          </p:cNvSpPr>
          <p:nvPr/>
        </p:nvSpPr>
        <p:spPr>
          <a:xfrm xmlns:a="http://schemas.openxmlformats.org/drawingml/2006/main">
            <a:off x="2076450" y="668655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06DA77E8-08B7-48FA-9D03-8DE755A040E3}"/>
              </a:ext>
            </a:extLst>
          </p:cNvPr>
          <p:cNvSpPr>
            <a:spLocks xmlns:a="http://schemas.openxmlformats.org/drawingml/2006/main" noGrp="1"/>
          </p:cNvSpPr>
          <p:nvPr/>
        </p:nvSpPr>
        <p:spPr>
          <a:xfrm xmlns:a="http://schemas.openxmlformats.org/drawingml/2006/main">
            <a:off x="2143125" y="672465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03</a:t>
            </a:r>
          </a:p>
        </p:txBody>
      </p:sp>
      <p:sp>
        <p:nvSpPr>
          <p:cNvPr id="22" name="text">
            <a:extLst xmlns:a="http://schemas.openxmlformats.org/drawingml/2006/main">
              <a:ext uri="{FF2B5EF4-FFF2-40B4-BE49-F238E27FC236}">
                <a16:creationId xmlns:a16="http://schemas.microsoft.com/office/drawing/2014/main" id="{ED498D83-B715-4173-B301-01A2D88AB5BC}"/>
              </a:ext>
            </a:extLst>
          </p:cNvPr>
          <p:cNvSpPr>
            <a:spLocks xmlns:a="http://schemas.openxmlformats.org/drawingml/2006/main" noGrp="1"/>
          </p:cNvSpPr>
          <p:nvPr/>
        </p:nvSpPr>
        <p:spPr>
          <a:xfrm xmlns:a="http://schemas.openxmlformats.org/drawingml/2006/main">
            <a:off x="3638550" y="66389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양쪽에서 종류·상태·양이 같은 항을 소거한다.</a:t>
            </a:r>
          </a:p>
        </p:txBody>
      </p:sp>
      <p:sp>
        <p:nvSpPr>
          <p:cNvPr id="23" name="text">
            <a:extLst xmlns:a="http://schemas.openxmlformats.org/drawingml/2006/main">
              <a:ext uri="{FF2B5EF4-FFF2-40B4-BE49-F238E27FC236}">
                <a16:creationId xmlns:a16="http://schemas.microsoft.com/office/drawing/2014/main" id="{D85EB47C-1E08-4971-A949-CD93638E2EEF}"/>
              </a:ext>
            </a:extLst>
          </p:cNvPr>
          <p:cNvSpPr>
            <a:spLocks xmlns:a="http://schemas.openxmlformats.org/drawingml/2006/main" noGrp="1"/>
          </p:cNvSpPr>
          <p:nvPr/>
        </p:nvSpPr>
        <p:spPr>
          <a:xfrm xmlns:a="http://schemas.openxmlformats.org/drawingml/2006/main">
            <a:off x="12001500" y="669607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24" name="참조 단계 결과">
            <a:extLst xmlns:a="http://schemas.openxmlformats.org/drawingml/2006/main">
              <a:ext uri="{FF2B5EF4-FFF2-40B4-BE49-F238E27FC236}">
                <a16:creationId xmlns:a16="http://schemas.microsoft.com/office/drawing/2014/main" id="{8DF6574B-9F57-4DF2-8C63-AA05969B90A7}"/>
              </a:ext>
            </a:extLst>
          </p:cNvPr>
          <p:cNvSpPr>
            <a:spLocks xmlns:a="http://schemas.openxmlformats.org/drawingml/2006/main" noGrp="1"/>
          </p:cNvSpPr>
          <p:nvPr/>
        </p:nvSpPr>
        <p:spPr>
          <a:xfrm xmlns:a="http://schemas.openxmlformats.org/drawingml/2006/main">
            <a:off x="13049250" y="6638925"/>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25" name="text">
            <a:extLst xmlns:a="http://schemas.openxmlformats.org/drawingml/2006/main">
              <a:ext uri="{FF2B5EF4-FFF2-40B4-BE49-F238E27FC236}">
                <a16:creationId xmlns:a16="http://schemas.microsoft.com/office/drawing/2014/main" id="{47006AEF-80CB-40A5-8795-72C6284B1093}"/>
              </a:ext>
            </a:extLst>
          </p:cNvPr>
          <p:cNvSpPr>
            <a:spLocks xmlns:a="http://schemas.openxmlformats.org/drawingml/2006/main" noGrp="1"/>
          </p:cNvSpPr>
          <p:nvPr/>
        </p:nvSpPr>
        <p:spPr>
          <a:xfrm xmlns:a="http://schemas.openxmlformats.org/drawingml/2006/main">
            <a:off x="13192125" y="673417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남은 반응식</a:t>
            </a:r>
          </a:p>
        </p:txBody>
      </p:sp>
      <p:sp>
        <p:nvSpPr>
          <p:cNvPr id="26" name="참조 단계 번호">
            <a:extLst xmlns:a="http://schemas.openxmlformats.org/drawingml/2006/main">
              <a:ext uri="{FF2B5EF4-FFF2-40B4-BE49-F238E27FC236}">
                <a16:creationId xmlns:a16="http://schemas.microsoft.com/office/drawing/2014/main" id="{446272E3-F74C-4801-B15F-93E0688C4D78}"/>
              </a:ext>
            </a:extLst>
          </p:cNvPr>
          <p:cNvSpPr>
            <a:spLocks xmlns:a="http://schemas.openxmlformats.org/drawingml/2006/main" noGrp="1"/>
          </p:cNvSpPr>
          <p:nvPr/>
        </p:nvSpPr>
        <p:spPr>
          <a:xfrm xmlns:a="http://schemas.openxmlformats.org/drawingml/2006/main">
            <a:off x="2076450" y="780097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56F36F0D-111E-4320-91C1-268885785121}"/>
              </a:ext>
            </a:extLst>
          </p:cNvPr>
          <p:cNvSpPr>
            <a:spLocks xmlns:a="http://schemas.openxmlformats.org/drawingml/2006/main" noGrp="1"/>
          </p:cNvSpPr>
          <p:nvPr/>
        </p:nvSpPr>
        <p:spPr>
          <a:xfrm xmlns:a="http://schemas.openxmlformats.org/drawingml/2006/main">
            <a:off x="2143125" y="783907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04</a:t>
            </a:r>
          </a:p>
        </p:txBody>
      </p:sp>
      <p:sp>
        <p:nvSpPr>
          <p:cNvPr id="28" name="text">
            <a:extLst xmlns:a="http://schemas.openxmlformats.org/drawingml/2006/main">
              <a:ext uri="{FF2B5EF4-FFF2-40B4-BE49-F238E27FC236}">
                <a16:creationId xmlns:a16="http://schemas.microsoft.com/office/drawing/2014/main" id="{AF2E2767-87A2-4478-92EE-AFC3B9F3C549}"/>
              </a:ext>
            </a:extLst>
          </p:cNvPr>
          <p:cNvSpPr>
            <a:spLocks xmlns:a="http://schemas.openxmlformats.org/drawingml/2006/main" noGrp="1"/>
          </p:cNvSpPr>
          <p:nvPr/>
        </p:nvSpPr>
        <p:spPr>
          <a:xfrm xmlns:a="http://schemas.openxmlformats.org/drawingml/2006/main">
            <a:off x="3638550" y="77533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엔탈피를 더하고 부호와 단위를 검산한다.</a:t>
            </a:r>
          </a:p>
        </p:txBody>
      </p:sp>
      <p:sp>
        <p:nvSpPr>
          <p:cNvPr id="29" name="text">
            <a:extLst xmlns:a="http://schemas.openxmlformats.org/drawingml/2006/main">
              <a:ext uri="{FF2B5EF4-FFF2-40B4-BE49-F238E27FC236}">
                <a16:creationId xmlns:a16="http://schemas.microsoft.com/office/drawing/2014/main" id="{4195462D-7448-4C61-9DA4-2D71753FE609}"/>
              </a:ext>
            </a:extLst>
          </p:cNvPr>
          <p:cNvSpPr>
            <a:spLocks xmlns:a="http://schemas.openxmlformats.org/drawingml/2006/main" noGrp="1"/>
          </p:cNvSpPr>
          <p:nvPr/>
        </p:nvSpPr>
        <p:spPr>
          <a:xfrm xmlns:a="http://schemas.openxmlformats.org/drawingml/2006/main">
            <a:off x="12001500" y="781050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30" name="참조 단계 결과">
            <a:extLst xmlns:a="http://schemas.openxmlformats.org/drawingml/2006/main">
              <a:ext uri="{FF2B5EF4-FFF2-40B4-BE49-F238E27FC236}">
                <a16:creationId xmlns:a16="http://schemas.microsoft.com/office/drawing/2014/main" id="{D3997E10-CB7F-45EC-916D-9E264BD66C80}"/>
              </a:ext>
            </a:extLst>
          </p:cNvPr>
          <p:cNvSpPr>
            <a:spLocks xmlns:a="http://schemas.openxmlformats.org/drawingml/2006/main" noGrp="1"/>
          </p:cNvSpPr>
          <p:nvPr/>
        </p:nvSpPr>
        <p:spPr>
          <a:xfrm xmlns:a="http://schemas.openxmlformats.org/drawingml/2006/main">
            <a:off x="13049250" y="7753350"/>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31" name="text">
            <a:extLst xmlns:a="http://schemas.openxmlformats.org/drawingml/2006/main">
              <a:ext uri="{FF2B5EF4-FFF2-40B4-BE49-F238E27FC236}">
                <a16:creationId xmlns:a16="http://schemas.microsoft.com/office/drawing/2014/main" id="{4B151912-951D-4458-87C5-0527FB0579CD}"/>
              </a:ext>
            </a:extLst>
          </p:cNvPr>
          <p:cNvSpPr>
            <a:spLocks xmlns:a="http://schemas.openxmlformats.org/drawingml/2006/main" noGrp="1"/>
          </p:cNvSpPr>
          <p:nvPr/>
        </p:nvSpPr>
        <p:spPr>
          <a:xfrm xmlns:a="http://schemas.openxmlformats.org/drawingml/2006/main">
            <a:off x="13192125" y="784860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엔탈피</a:t>
            </a:r>
          </a:p>
        </p:txBody>
      </p:sp>
    </p:spTree>
    <p:extLst>
      <p:ext uri="{BB962C8B-B14F-4D97-AF65-F5344CB8AC3E}">
        <p14:creationId xmlns:p14="http://schemas.microsoft.com/office/powerpoint/2010/main" val="985837988"/>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v33 내용 구분">
            <a:extLst xmlns:a="http://schemas.openxmlformats.org/drawingml/2006/main">
              <a:ext uri="{FF2B5EF4-FFF2-40B4-BE49-F238E27FC236}">
                <a16:creationId xmlns:a16="http://schemas.microsoft.com/office/drawing/2014/main" id="{A96A73E8-F11E-4DB7-BF4B-2EC83130423A}"/>
              </a:ext>
            </a:extLst>
          </p:cNvPr>
          <p:cNvSpPr>
            <a:spLocks xmlns:a="http://schemas.openxmlformats.org/drawingml/2006/main" noGrp="1"/>
          </p:cNvSpPr>
          <p:nvPr/>
        </p:nvSpPr>
        <p:spPr>
          <a:xfrm xmlns:a="http://schemas.openxmlformats.org/drawingml/2006/main">
            <a:off x="2095500" y="7381875"/>
            <a:ext cx="14097000" cy="1619250"/>
          </a:xfrm>
          <a:prstGeom xmlns:a="http://schemas.openxmlformats.org/drawingml/2006/main" prst="roundRect">
            <a:avLst>
              <a:gd name="adj" fmla="val 9412"/>
            </a:avLst>
          </a:prstGeom>
          <a:solidFill xmlns:a="http://schemas.openxmlformats.org/drawingml/2006/main">
            <a:srgbClr val="172015"/>
          </a:solidFill>
          <a:ln xmlns:a="http://schemas.openxmlformats.org/drawingml/2006/main" w="0">
            <a:noFill/>
          </a:ln>
        </p:spPr>
      </p:sp>
      <p:sp>
        <p:nvSpPr>
          <p:cNvPr id="13" name="v33 내용 구분">
            <a:extLst xmlns:a="http://schemas.openxmlformats.org/drawingml/2006/main">
              <a:ext uri="{FF2B5EF4-FFF2-40B4-BE49-F238E27FC236}">
                <a16:creationId xmlns:a16="http://schemas.microsoft.com/office/drawing/2014/main" id="{C44163EF-5018-49F3-BDB2-78DF11E0672F}"/>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B6378524-3278-4917-A803-4EB93DB7F252}"/>
              </a:ext>
            </a:extLst>
          </p:cNvPr>
          <p:cNvPicPr>
            <a:picLocks xmlns:a="http://schemas.openxmlformats.org/drawingml/2006/main" noChangeAspect="1"/>
          </p:cNvPicPr>
          <p:nvPr/>
        </p:nvPicPr>
        <p:blipFill>
          <a:blip xmlns:r="http://schemas.openxmlformats.org/officeDocument/2006/relationships" xmlns:a="http://schemas.openxmlformats.org/drawingml/2006/main" r:embed="R95dc3455ba7e4a7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4EFDB3B-A6C1-4671-8E2F-BA9384C5300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91400FB-60CA-46B0-9234-60A4BC89E9A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66954468-63D8-4FDB-8796-57CFE06C4E9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2D34B00-C778-4C7C-92DE-362EB862817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DD197245-176C-4A12-85CB-612F713CE5C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SO₂가 SO₃로 바뀔 때</a:t>
            </a:r>
          </a:p>
        </p:txBody>
      </p:sp>
      <p:pic>
        <p:nvPicPr>
          <p:cNvPr id="8" name="">
            <a:extLst xmlns:a="http://schemas.openxmlformats.org/drawingml/2006/main">
              <a:ext uri="{FF2B5EF4-FFF2-40B4-BE49-F238E27FC236}">
                <a16:creationId xmlns:a16="http://schemas.microsoft.com/office/drawing/2014/main" id="{BC3D0BBD-0721-46D4-BCC9-971784EAE13A}"/>
              </a:ext>
            </a:extLst>
          </p:cNvPr>
          <p:cNvPicPr>
            <a:picLocks xmlns:a="http://schemas.openxmlformats.org/drawingml/2006/main" noChangeAspect="1"/>
          </p:cNvPicPr>
          <p:nvPr/>
        </p:nvPicPr>
        <p:blipFill>
          <a:blip xmlns:r="http://schemas.openxmlformats.org/officeDocument/2006/relationships" xmlns:a="http://schemas.openxmlformats.org/drawingml/2006/main" r:embed="R7ca7f5dde5844dfd"/>
          <a:stretch xmlns:a="http://schemas.openxmlformats.org/drawingml/2006/main"/>
        </p:blipFill>
        <p:spPr>
          <a:xfrm xmlns:a="http://schemas.openxmlformats.org/drawingml/2006/main">
            <a:off x="4582115" y="4893153"/>
            <a:ext cx="9123770" cy="154844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859F4729-7B9E-490D-A597-BF55DA302FF9}"/>
              </a:ext>
            </a:extLst>
          </p:cNvPr>
          <p:cNvPicPr>
            <a:picLocks xmlns:a="http://schemas.openxmlformats.org/drawingml/2006/main" noChangeAspect="1"/>
          </p:cNvPicPr>
          <p:nvPr/>
        </p:nvPicPr>
        <p:blipFill>
          <a:blip xmlns:r="http://schemas.openxmlformats.org/officeDocument/2006/relationships" xmlns:a="http://schemas.openxmlformats.org/drawingml/2006/main" r:embed="Re09a87717171474f"/>
          <a:stretch xmlns:a="http://schemas.openxmlformats.org/drawingml/2006/main"/>
        </p:blipFill>
        <p:spPr>
          <a:xfrm xmlns:a="http://schemas.openxmlformats.org/drawingml/2006/main">
            <a:off x="5161623" y="7667625"/>
            <a:ext cx="7964754" cy="1047750"/>
          </a:xfrm>
          <a:prstGeom xmlns:a="http://schemas.openxmlformats.org/drawingml/2006/main" prst="rect">
            <a:avLst/>
          </a:prstGeom>
        </p:spPr>
      </p:pic>
      <p:sp>
        <p:nvSpPr>
          <p:cNvPr id="12" name="text">
            <a:extLst xmlns:a="http://schemas.openxmlformats.org/drawingml/2006/main">
              <a:ext uri="{FF2B5EF4-FFF2-40B4-BE49-F238E27FC236}">
                <a16:creationId xmlns:a16="http://schemas.microsoft.com/office/drawing/2014/main" id="{B9CAE47E-9668-4CFF-BA3F-0E58B7141F2D}"/>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다음 두 반응을 이용하여 목표 반응의 엔탈피를 구하시오.</a:t>
            </a:r>
          </a:p>
        </p:txBody>
      </p:sp>
      <p:sp>
        <p:nvSpPr>
          <p:cNvPr id="14" name="text">
            <a:extLst xmlns:a="http://schemas.openxmlformats.org/drawingml/2006/main">
              <a:ext uri="{FF2B5EF4-FFF2-40B4-BE49-F238E27FC236}">
                <a16:creationId xmlns:a16="http://schemas.microsoft.com/office/drawing/2014/main" id="{DD93AFFB-CA99-46E1-A7B7-7D57DF02AF25}"/>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주어진 반응</a:t>
            </a:r>
          </a:p>
        </p:txBody>
      </p:sp>
      <p:sp>
        <p:nvSpPr>
          <p:cNvPr id="16" name="text">
            <a:extLst xmlns:a="http://schemas.openxmlformats.org/drawingml/2006/main">
              <a:ext uri="{FF2B5EF4-FFF2-40B4-BE49-F238E27FC236}">
                <a16:creationId xmlns:a16="http://schemas.microsoft.com/office/drawing/2014/main" id="{97289A99-7396-441F-B1D1-D834BCF5DD18}"/>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Tree>
    <p:extLst>
      <p:ext uri="{BB962C8B-B14F-4D97-AF65-F5344CB8AC3E}">
        <p14:creationId xmlns:p14="http://schemas.microsoft.com/office/powerpoint/2010/main" val="195398115"/>
      </p:ext>
    </p:extLst>
  </p:cSld>
</p:sld>
</file>

<file path=ppt/slides/slide2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3 내용 구분">
            <a:extLst xmlns:a="http://schemas.openxmlformats.org/drawingml/2006/main">
              <a:ext uri="{FF2B5EF4-FFF2-40B4-BE49-F238E27FC236}">
                <a16:creationId xmlns:a16="http://schemas.microsoft.com/office/drawing/2014/main" id="{D51C4848-F2A7-473F-ACDD-63FE17C6E405}"/>
              </a:ext>
            </a:extLst>
          </p:cNvPr>
          <p:cNvSpPr>
            <a:spLocks xmlns:a="http://schemas.openxmlformats.org/drawingml/2006/main" noGrp="1"/>
          </p:cNvSpPr>
          <p:nvPr/>
        </p:nvSpPr>
        <p:spPr>
          <a:xfrm xmlns:a="http://schemas.openxmlformats.org/drawingml/2006/main">
            <a:off x="2095500" y="7381875"/>
            <a:ext cx="14097000" cy="1238250"/>
          </a:xfrm>
          <a:prstGeom xmlns:a="http://schemas.openxmlformats.org/drawingml/2006/main" prst="roundRect">
            <a:avLst>
              <a:gd name="adj" fmla="val 12308"/>
            </a:avLst>
          </a:prstGeom>
          <a:solidFill xmlns:a="http://schemas.openxmlformats.org/drawingml/2006/main">
            <a:srgbClr val="172015"/>
          </a:solidFill>
          <a:ln xmlns:a="http://schemas.openxmlformats.org/drawingml/2006/main" w="0">
            <a:noFill/>
          </a:ln>
        </p:spPr>
      </p:sp>
      <p:sp>
        <p:nvSpPr>
          <p:cNvPr id="14" name="v33 내용 구분">
            <a:extLst xmlns:a="http://schemas.openxmlformats.org/drawingml/2006/main">
              <a:ext uri="{FF2B5EF4-FFF2-40B4-BE49-F238E27FC236}">
                <a16:creationId xmlns:a16="http://schemas.microsoft.com/office/drawing/2014/main" id="{AA7C0286-413F-4791-8909-89EC636DD628}"/>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CEEF88D9-64BB-42AC-9B93-EB778EA82B42}"/>
              </a:ext>
            </a:extLst>
          </p:cNvPr>
          <p:cNvPicPr>
            <a:picLocks xmlns:a="http://schemas.openxmlformats.org/drawingml/2006/main" noChangeAspect="1"/>
          </p:cNvPicPr>
          <p:nvPr/>
        </p:nvPicPr>
        <p:blipFill>
          <a:blip xmlns:r="http://schemas.openxmlformats.org/officeDocument/2006/relationships" xmlns:a="http://schemas.openxmlformats.org/drawingml/2006/main" r:embed="Rbf36a913a099433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98B1C7F-5343-4528-B3F5-5F7FFF01A88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AFF2A44-E4BC-4E43-BADF-2E2CD1F4F14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2EA0EC7-F0D2-47EC-A673-A686095D25F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AF0A376-BC65-475B-99B1-C31B1FAF877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461FB719-E379-4957-BC16-B22B62D554B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반응식과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함께 검산</a:t>
            </a:r>
          </a:p>
        </p:txBody>
      </p:sp>
      <p:pic>
        <p:nvPicPr>
          <p:cNvPr id="8" name="">
            <a:extLst xmlns:a="http://schemas.openxmlformats.org/drawingml/2006/main">
              <a:ext uri="{FF2B5EF4-FFF2-40B4-BE49-F238E27FC236}">
                <a16:creationId xmlns:a16="http://schemas.microsoft.com/office/drawing/2014/main" id="{5787A1DD-A924-4CF9-8EEA-1E2578E78653}"/>
              </a:ext>
            </a:extLst>
          </p:cNvPr>
          <p:cNvPicPr>
            <a:picLocks xmlns:a="http://schemas.openxmlformats.org/drawingml/2006/main" noChangeAspect="1"/>
          </p:cNvPicPr>
          <p:nvPr/>
        </p:nvPicPr>
        <p:blipFill>
          <a:blip xmlns:r="http://schemas.openxmlformats.org/officeDocument/2006/relationships" xmlns:a="http://schemas.openxmlformats.org/drawingml/2006/main" r:embed="Rf3f19cc62604495b"/>
          <a:stretch xmlns:a="http://schemas.openxmlformats.org/drawingml/2006/main"/>
        </p:blipFill>
        <p:spPr>
          <a:xfrm xmlns:a="http://schemas.openxmlformats.org/drawingml/2006/main">
            <a:off x="4996832" y="4963537"/>
            <a:ext cx="8294336" cy="1407677"/>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DCA60892-76AF-4940-95A5-942C5A10F5D1}"/>
              </a:ext>
            </a:extLst>
          </p:cNvPr>
          <p:cNvPicPr>
            <a:picLocks xmlns:a="http://schemas.openxmlformats.org/drawingml/2006/main" noChangeAspect="1"/>
          </p:cNvPicPr>
          <p:nvPr/>
        </p:nvPicPr>
        <p:blipFill>
          <a:blip xmlns:r="http://schemas.openxmlformats.org/officeDocument/2006/relationships" xmlns:a="http://schemas.openxmlformats.org/drawingml/2006/main" r:embed="Ref373251ffce4520"/>
          <a:stretch xmlns:a="http://schemas.openxmlformats.org/drawingml/2006/main"/>
        </p:blipFill>
        <p:spPr>
          <a:xfrm xmlns:a="http://schemas.openxmlformats.org/drawingml/2006/main">
            <a:off x="5523657" y="7524750"/>
            <a:ext cx="7240686" cy="9525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D43B8CCA-C270-4011-AF17-BECAA1B0266B}"/>
              </a:ext>
            </a:extLst>
          </p:cNvPr>
          <p:cNvPicPr>
            <a:picLocks xmlns:a="http://schemas.openxmlformats.org/drawingml/2006/main" noChangeAspect="1"/>
          </p:cNvPicPr>
          <p:nvPr/>
        </p:nvPicPr>
        <p:blipFill>
          <a:blip xmlns:r="http://schemas.openxmlformats.org/officeDocument/2006/relationships" xmlns:a="http://schemas.openxmlformats.org/drawingml/2006/main" r:embed="Rb1e43eed310a450f"/>
          <a:stretch xmlns:a="http://schemas.openxmlformats.org/drawingml/2006/main"/>
        </p:blipFill>
        <p:spPr>
          <a:xfrm xmlns:a="http://schemas.openxmlformats.org/drawingml/2006/main">
            <a:off x="5906143" y="9047975"/>
            <a:ext cx="6475714" cy="53495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C2E0F6F3-80A4-4FAC-BB65-15B7869E83CA}"/>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첫 번째 반응식을 2배하여 두 번째 반응식에서 뺀다.</a:t>
            </a:r>
          </a:p>
        </p:txBody>
      </p:sp>
      <p:sp>
        <p:nvSpPr>
          <p:cNvPr id="15" name="text">
            <a:extLst xmlns:a="http://schemas.openxmlformats.org/drawingml/2006/main">
              <a:ext uri="{FF2B5EF4-FFF2-40B4-BE49-F238E27FC236}">
                <a16:creationId xmlns:a16="http://schemas.microsoft.com/office/drawing/2014/main" id="{21205E5D-F7C5-4745-ABC6-E9A74E931097}"/>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주어진 반응 · 첫 번째 식을 2배</a:t>
            </a:r>
          </a:p>
        </p:txBody>
      </p:sp>
      <p:sp>
        <p:nvSpPr>
          <p:cNvPr id="17" name="text">
            <a:extLst xmlns:a="http://schemas.openxmlformats.org/drawingml/2006/main">
              <a:ext uri="{FF2B5EF4-FFF2-40B4-BE49-F238E27FC236}">
                <a16:creationId xmlns:a16="http://schemas.microsoft.com/office/drawing/2014/main" id="{AF908A2B-0E0F-481D-BC27-01EDD9CA6F6C}"/>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Tree>
    <p:extLst>
      <p:ext uri="{BB962C8B-B14F-4D97-AF65-F5344CB8AC3E}">
        <p14:creationId xmlns:p14="http://schemas.microsoft.com/office/powerpoint/2010/main" val="784516677"/>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D804061D-4A5A-438B-BCAD-FF1BF4DD0302}"/>
              </a:ext>
            </a:extLst>
          </p:cNvPr>
          <p:cNvPicPr>
            <a:picLocks xmlns:a="http://schemas.openxmlformats.org/drawingml/2006/main" noChangeAspect="1"/>
          </p:cNvPicPr>
          <p:nvPr/>
        </p:nvPicPr>
        <p:blipFill>
          <a:blip xmlns:r="http://schemas.openxmlformats.org/officeDocument/2006/relationships" xmlns:a="http://schemas.openxmlformats.org/drawingml/2006/main" r:embed="Re2dc438cffcb42e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F758399-87D3-4F48-89B2-74152BABD89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BA50895-2AEE-4955-9868-A42C3ACA929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6295654A-64B6-49EE-9A2C-82B3C8BA03E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77A3136-1009-4A0B-818F-2F4D8A1E57C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12927D96-FC0D-4AD0-ACF9-94C0D21C95F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B0F90E68-FB5A-4794-8BDE-E55CBA9BC1EE}"/>
              </a:ext>
            </a:extLst>
          </p:cNvPr>
          <p:cNvPicPr>
            <a:picLocks xmlns:a="http://schemas.openxmlformats.org/drawingml/2006/main" noChangeAspect="1"/>
          </p:cNvPicPr>
          <p:nvPr/>
        </p:nvPicPr>
        <p:blipFill>
          <a:blip xmlns:r="http://schemas.openxmlformats.org/officeDocument/2006/relationships" xmlns:a="http://schemas.openxmlformats.org/drawingml/2006/main" r:embed="Rb41e931636f842d0"/>
          <a:stretch xmlns:a="http://schemas.openxmlformats.org/drawingml/2006/main"/>
        </p:blipFill>
        <p:spPr>
          <a:xfrm xmlns:a="http://schemas.openxmlformats.org/drawingml/2006/main">
            <a:off x="2667000" y="5184544"/>
            <a:ext cx="6572250" cy="296591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EDB82A5E-C78B-4E4E-A189-B2712F1CF1A1}"/>
              </a:ext>
            </a:extLst>
          </p:cNvPr>
          <p:cNvPicPr>
            <a:picLocks xmlns:a="http://schemas.openxmlformats.org/drawingml/2006/main" noChangeAspect="1"/>
          </p:cNvPicPr>
          <p:nvPr/>
        </p:nvPicPr>
        <p:blipFill>
          <a:blip xmlns:r="http://schemas.openxmlformats.org/officeDocument/2006/relationships" xmlns:a="http://schemas.openxmlformats.org/drawingml/2006/main" r:embed="Rff890688c1db49f1"/>
          <a:stretch xmlns:a="http://schemas.openxmlformats.org/drawingml/2006/main"/>
        </p:blipFill>
        <p:spPr>
          <a:xfrm xmlns:a="http://schemas.openxmlformats.org/drawingml/2006/main">
            <a:off x="10290773" y="5846524"/>
            <a:ext cx="5326453" cy="1451452"/>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A0A9F8D5-2214-44CD-8D16-8B327EC45FA1}"/>
              </a:ext>
            </a:extLst>
          </p:cNvPr>
          <p:cNvSpPr>
            <a:spLocks xmlns:a="http://schemas.openxmlformats.org/drawingml/2006/main" noGrp="1"/>
          </p:cNvSpPr>
          <p:nvPr/>
        </p:nvSpPr>
        <p:spPr>
          <a:xfrm xmlns:a="http://schemas.openxmlformats.org/drawingml/2006/main">
            <a:off x="10287000" y="46672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전체 경로와 구하려는 단계</a:t>
            </a:r>
          </a:p>
        </p:txBody>
      </p:sp>
    </p:spTree>
    <p:extLst>
      <p:ext uri="{BB962C8B-B14F-4D97-AF65-F5344CB8AC3E}">
        <p14:creationId xmlns:p14="http://schemas.microsoft.com/office/powerpoint/2010/main" val="524914804"/>
      </p:ext>
    </p:extLst>
  </p:cSld>
</p:sld>
</file>

<file path=ppt/slides/slide2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03D132C-5426-4762-85E8-D4A3B2C316BA}"/>
              </a:ext>
            </a:extLst>
          </p:cNvPr>
          <p:cNvPicPr>
            <a:picLocks xmlns:a="http://schemas.openxmlformats.org/drawingml/2006/main" noChangeAspect="1"/>
          </p:cNvPicPr>
          <p:nvPr/>
        </p:nvPicPr>
        <p:blipFill>
          <a:blip xmlns:r="http://schemas.openxmlformats.org/officeDocument/2006/relationships" xmlns:a="http://schemas.openxmlformats.org/drawingml/2006/main" r:embed="R0d0830d58f144c95"/>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29464401-37FE-4F04-99D4-8B57B8EB955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603DA79A-E2DD-4397-B0EC-3B84D904B06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9735D6FB-BDA3-4DB2-8FB3-F2FECB891804}"/>
              </a:ext>
            </a:extLst>
          </p:cNvPr>
          <p:cNvPicPr>
            <a:picLocks xmlns:a="http://schemas.openxmlformats.org/drawingml/2006/main" noChangeAspect="1"/>
          </p:cNvPicPr>
          <p:nvPr/>
        </p:nvPicPr>
        <p:blipFill>
          <a:blip xmlns:r="http://schemas.openxmlformats.org/officeDocument/2006/relationships" xmlns:a="http://schemas.openxmlformats.org/drawingml/2006/main" r:embed="Rba4a0bb9451f422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BCF2FD36-0A50-412B-BF0E-F1F4AE8E723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1ED64F40-2A11-462D-ACB7-BDAB8E8DD31A}"/>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7" name="text">
            <a:extLst xmlns:a="http://schemas.openxmlformats.org/drawingml/2006/main">
              <a:ext uri="{FF2B5EF4-FFF2-40B4-BE49-F238E27FC236}">
                <a16:creationId xmlns:a16="http://schemas.microsoft.com/office/drawing/2014/main" id="{B0BC5726-ACC7-4266-9898-5CA52DF9D468}"/>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8" name="text">
            <a:extLst xmlns:a="http://schemas.openxmlformats.org/drawingml/2006/main">
              <a:ext uri="{FF2B5EF4-FFF2-40B4-BE49-F238E27FC236}">
                <a16:creationId xmlns:a16="http://schemas.microsoft.com/office/drawing/2014/main" id="{9D6D6619-A67D-4628-81BE-F84EDC936233}"/>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590955998"/>
      </p:ext>
    </p:extLst>
  </p:cSld>
</p:sld>
</file>

<file path=ppt/slides/slide2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685439F3-033E-4F9D-9965-E4BD4455D940}"/>
              </a:ext>
            </a:extLst>
          </p:cNvPr>
          <p:cNvPicPr>
            <a:picLocks xmlns:a="http://schemas.openxmlformats.org/drawingml/2006/main" noChangeAspect="1"/>
          </p:cNvPicPr>
          <p:nvPr/>
        </p:nvPicPr>
        <p:blipFill>
          <a:blip xmlns:r="http://schemas.openxmlformats.org/officeDocument/2006/relationships" xmlns:a="http://schemas.openxmlformats.org/drawingml/2006/main" r:embed="R24b255b7afdc436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3EA0333-DA52-40DE-997B-4576D5CE080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8A53B5D-686F-4841-9865-5BC7B9C1847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4250792-EA60-4A92-9FCA-44AF0848621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B6C5C82-5060-427C-A8E0-AB8BAA4E5F9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1B79D5A0-5CB3-48B7-8657-2F56CECB436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a:t>
            </a:r>
          </a:p>
        </p:txBody>
      </p:sp>
      <p:pic>
        <p:nvPicPr>
          <p:cNvPr id="8" name="">
            <a:extLst xmlns:a="http://schemas.openxmlformats.org/drawingml/2006/main">
              <a:ext uri="{FF2B5EF4-FFF2-40B4-BE49-F238E27FC236}">
                <a16:creationId xmlns:a16="http://schemas.microsoft.com/office/drawing/2014/main" id="{C692B96B-BB35-4CB2-ACC1-7B863FE20D00}"/>
              </a:ext>
            </a:extLst>
          </p:cNvPr>
          <p:cNvPicPr>
            <a:picLocks xmlns:a="http://schemas.openxmlformats.org/drawingml/2006/main" noChangeAspect="1"/>
          </p:cNvPicPr>
          <p:nvPr/>
        </p:nvPicPr>
        <p:blipFill>
          <a:blip xmlns:r="http://schemas.openxmlformats.org/officeDocument/2006/relationships" xmlns:a="http://schemas.openxmlformats.org/drawingml/2006/main" r:embed="R3ca7d47908de480f"/>
          <a:stretch xmlns:a="http://schemas.openxmlformats.org/drawingml/2006/main"/>
        </p:blipFill>
        <p:spPr>
          <a:xfrm xmlns:a="http://schemas.openxmlformats.org/drawingml/2006/main">
            <a:off x="2095500" y="4797807"/>
            <a:ext cx="14097000" cy="150101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976D777D-75D6-4877-99A3-0C8CC5454EFD}"/>
              </a:ext>
            </a:extLst>
          </p:cNvPr>
          <p:cNvSpPr>
            <a:spLocks xmlns:a="http://schemas.openxmlformats.org/drawingml/2006/main" noGrp="1"/>
          </p:cNvSpPr>
          <p:nvPr/>
        </p:nvSpPr>
        <p:spPr>
          <a:xfrm xmlns:a="http://schemas.openxmlformats.org/drawingml/2006/main">
            <a:off x="2095500" y="38576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표준 상태에서 가장 안정한 원소 물질로부터 물질 1 mol이 생성될 때의 반응 엔탈피</a:t>
            </a:r>
          </a:p>
        </p:txBody>
      </p:sp>
      <p:sp>
        <p:nvSpPr>
          <p:cNvPr id="10" name="text">
            <a:extLst xmlns:a="http://schemas.openxmlformats.org/drawingml/2006/main">
              <a:ext uri="{FF2B5EF4-FFF2-40B4-BE49-F238E27FC236}">
                <a16:creationId xmlns:a16="http://schemas.microsoft.com/office/drawing/2014/main" id="{D79A7D46-F32C-4463-B0D3-825E5DD9A9A4}"/>
              </a:ext>
            </a:extLst>
          </p:cNvPr>
          <p:cNvSpPr>
            <a:spLocks xmlns:a="http://schemas.openxmlformats.org/drawingml/2006/main" noGrp="1"/>
          </p:cNvSpPr>
          <p:nvPr/>
        </p:nvSpPr>
        <p:spPr>
          <a:xfrm xmlns:a="http://schemas.openxmlformats.org/drawingml/2006/main">
            <a:off x="2095500" y="6953250"/>
            <a:ext cx="14097000" cy="895350"/>
          </a:xfrm>
          <a:prstGeom xmlns:a="http://schemas.openxmlformats.org/drawingml/2006/main" prst="roundRect">
            <a:avLst/>
          </a:prstGeom>
          <a:solidFill xmlns:a="http://schemas.openxmlformats.org/drawingml/2006/main">
            <a:srgbClr val="17201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FFFFFF"/>
                </a:solidFill>
                <a:latin typeface="Pretendard"/>
                <a:ea typeface="Pretendard"/>
                <a:cs typeface="Pretendard"/>
              </a:defRPr>
            </a:defPPr>
            <a:lvl1pPr algn="ctr">
              <a:defRPr sz="2550" b="0">
                <a:solidFill>
                  <a:srgbClr val="FFFFFF"/>
                </a:solidFill>
                <a:latin typeface="Pretendard"/>
                <a:ea typeface="Pretendard"/>
                <a:cs typeface="Pretendard"/>
              </a:defRPr>
            </a:lvl1pPr>
            <a:lvl2pPr algn="ctr">
              <a:defRPr sz="2550" b="0">
                <a:solidFill>
                  <a:srgbClr val="FFFFFF"/>
                </a:solidFill>
                <a:latin typeface="Pretendard"/>
                <a:ea typeface="Pretendard"/>
                <a:cs typeface="Pretendard"/>
              </a:defRPr>
            </a:lvl2pPr>
            <a:lvl3pPr algn="ctr">
              <a:defRPr sz="2550" b="0">
                <a:solidFill>
                  <a:srgbClr val="FFFFFF"/>
                </a:solidFill>
                <a:latin typeface="Pretendard"/>
                <a:ea typeface="Pretendard"/>
                <a:cs typeface="Pretendard"/>
              </a:defRPr>
            </a:lvl3pPr>
            <a:lvl4pPr algn="ctr">
              <a:defRPr sz="2550" b="0">
                <a:solidFill>
                  <a:srgbClr val="FFFFFF"/>
                </a:solidFill>
                <a:latin typeface="Pretendard"/>
                <a:ea typeface="Pretendard"/>
                <a:cs typeface="Pretendard"/>
              </a:defRPr>
            </a:lvl4pPr>
            <a:lvl5pPr algn="ctr">
              <a:defRPr sz="2550" b="0">
                <a:solidFill>
                  <a:srgbClr val="FFFFFF"/>
                </a:solidFill>
                <a:latin typeface="Pretendard"/>
                <a:ea typeface="Pretendard"/>
                <a:cs typeface="Pretendard"/>
              </a:defRPr>
            </a:lvl5pPr>
            <a:lvl6pPr algn="ctr">
              <a:defRPr sz="2550" b="0">
                <a:solidFill>
                  <a:srgbClr val="FFFFFF"/>
                </a:solidFill>
                <a:latin typeface="Pretendard"/>
                <a:ea typeface="Pretendard"/>
                <a:cs typeface="Pretendard"/>
              </a:defRPr>
            </a:lvl6pPr>
            <a:lvl7pPr algn="ctr">
              <a:defRPr sz="2550" b="0">
                <a:solidFill>
                  <a:srgbClr val="FFFFFF"/>
                </a:solidFill>
                <a:latin typeface="Pretendard"/>
                <a:ea typeface="Pretendard"/>
                <a:cs typeface="Pretendard"/>
              </a:defRPr>
            </a:lvl7pPr>
            <a:lvl8pPr algn="ctr">
              <a:defRPr sz="2550" b="0">
                <a:solidFill>
                  <a:srgbClr val="FFFFFF"/>
                </a:solidFill>
                <a:latin typeface="Pretendard"/>
                <a:ea typeface="Pretendard"/>
                <a:cs typeface="Pretendard"/>
              </a:defRPr>
            </a:lvl8pPr>
            <a:lvl9pPr algn="ctr">
              <a:defRPr sz="2550" b="0">
                <a:solidFill>
                  <a:srgbClr val="FFFFFF"/>
                </a:solidFill>
                <a:latin typeface="Pretendard"/>
                <a:ea typeface="Pretendard"/>
                <a:cs typeface="Pretendard"/>
              </a:defRPr>
            </a:lvl9pPr>
          </a:lstStyle>
          <a:p xmlns:a="http://schemas.openxmlformats.org/drawingml/2006/main">
            <a:pPr algn="ctr">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생성되는 물질 1 mol을 기준으로 나타낸다.</a:t>
            </a:r>
          </a:p>
        </p:txBody>
      </p:sp>
      <p:sp>
        <p:nvSpPr>
          <p:cNvPr id="11" name="text">
            <a:extLst xmlns:a="http://schemas.openxmlformats.org/drawingml/2006/main">
              <a:ext uri="{FF2B5EF4-FFF2-40B4-BE49-F238E27FC236}">
                <a16:creationId xmlns:a16="http://schemas.microsoft.com/office/drawing/2014/main" id="{0D8C936A-19A6-4BC9-9B39-6EA903EF8143}"/>
              </a:ext>
            </a:extLst>
          </p:cNvPr>
          <p:cNvSpPr>
            <a:spLocks xmlns:a="http://schemas.openxmlformats.org/drawingml/2006/main" noGrp="1"/>
          </p:cNvSpPr>
          <p:nvPr/>
        </p:nvSpPr>
        <p:spPr>
          <a:xfrm xmlns:a="http://schemas.openxmlformats.org/drawingml/2006/main">
            <a:off x="2095500" y="8048625"/>
            <a:ext cx="14097000" cy="895350"/>
          </a:xfrm>
          <a:prstGeom xmlns:a="http://schemas.openxmlformats.org/drawingml/2006/main" prst="roundRect">
            <a:avLst/>
          </a:prstGeom>
          <a:solidFill xmlns:a="http://schemas.openxmlformats.org/drawingml/2006/main">
            <a:srgbClr val="17201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FFFFFF"/>
                </a:solidFill>
                <a:latin typeface="Pretendard"/>
                <a:ea typeface="Pretendard"/>
                <a:cs typeface="Pretendard"/>
              </a:defRPr>
            </a:defPPr>
            <a:lvl1pPr algn="ctr">
              <a:defRPr sz="2550" b="0">
                <a:solidFill>
                  <a:srgbClr val="FFFFFF"/>
                </a:solidFill>
                <a:latin typeface="Pretendard"/>
                <a:ea typeface="Pretendard"/>
                <a:cs typeface="Pretendard"/>
              </a:defRPr>
            </a:lvl1pPr>
            <a:lvl2pPr algn="ctr">
              <a:defRPr sz="2550" b="0">
                <a:solidFill>
                  <a:srgbClr val="FFFFFF"/>
                </a:solidFill>
                <a:latin typeface="Pretendard"/>
                <a:ea typeface="Pretendard"/>
                <a:cs typeface="Pretendard"/>
              </a:defRPr>
            </a:lvl2pPr>
            <a:lvl3pPr algn="ctr">
              <a:defRPr sz="2550" b="0">
                <a:solidFill>
                  <a:srgbClr val="FFFFFF"/>
                </a:solidFill>
                <a:latin typeface="Pretendard"/>
                <a:ea typeface="Pretendard"/>
                <a:cs typeface="Pretendard"/>
              </a:defRPr>
            </a:lvl3pPr>
            <a:lvl4pPr algn="ctr">
              <a:defRPr sz="2550" b="0">
                <a:solidFill>
                  <a:srgbClr val="FFFFFF"/>
                </a:solidFill>
                <a:latin typeface="Pretendard"/>
                <a:ea typeface="Pretendard"/>
                <a:cs typeface="Pretendard"/>
              </a:defRPr>
            </a:lvl4pPr>
            <a:lvl5pPr algn="ctr">
              <a:defRPr sz="2550" b="0">
                <a:solidFill>
                  <a:srgbClr val="FFFFFF"/>
                </a:solidFill>
                <a:latin typeface="Pretendard"/>
                <a:ea typeface="Pretendard"/>
                <a:cs typeface="Pretendard"/>
              </a:defRPr>
            </a:lvl5pPr>
            <a:lvl6pPr algn="ctr">
              <a:defRPr sz="2550" b="0">
                <a:solidFill>
                  <a:srgbClr val="FFFFFF"/>
                </a:solidFill>
                <a:latin typeface="Pretendard"/>
                <a:ea typeface="Pretendard"/>
                <a:cs typeface="Pretendard"/>
              </a:defRPr>
            </a:lvl6pPr>
            <a:lvl7pPr algn="ctr">
              <a:defRPr sz="2550" b="0">
                <a:solidFill>
                  <a:srgbClr val="FFFFFF"/>
                </a:solidFill>
                <a:latin typeface="Pretendard"/>
                <a:ea typeface="Pretendard"/>
                <a:cs typeface="Pretendard"/>
              </a:defRPr>
            </a:lvl7pPr>
            <a:lvl8pPr algn="ctr">
              <a:defRPr sz="2550" b="0">
                <a:solidFill>
                  <a:srgbClr val="FFFFFF"/>
                </a:solidFill>
                <a:latin typeface="Pretendard"/>
                <a:ea typeface="Pretendard"/>
                <a:cs typeface="Pretendard"/>
              </a:defRPr>
            </a:lvl8pPr>
            <a:lvl9pPr algn="ctr">
              <a:defRPr sz="2550" b="0">
                <a:solidFill>
                  <a:srgbClr val="FFFFFF"/>
                </a:solidFill>
                <a:latin typeface="Pretendard"/>
                <a:ea typeface="Pretendard"/>
                <a:cs typeface="Pretendard"/>
              </a:defRPr>
            </a:lvl9pPr>
          </a:lstStyle>
          <a:p xmlns:a="http://schemas.openxmlformats.org/drawingml/2006/main">
            <a:pPr algn="ctr">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물의 표준 생성 엔탈피: −285.8 kJ/mol</a:t>
            </a:r>
          </a:p>
        </p:txBody>
      </p:sp>
    </p:spTree>
    <p:extLst>
      <p:ext uri="{BB962C8B-B14F-4D97-AF65-F5344CB8AC3E}">
        <p14:creationId xmlns:p14="http://schemas.microsoft.com/office/powerpoint/2010/main" val="1096175369"/>
      </p:ext>
    </p:extLst>
  </p:cSld>
</p:sld>
</file>

<file path=ppt/slides/slide2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7" name="v34 내용 영역">
            <a:extLst xmlns:a="http://schemas.openxmlformats.org/drawingml/2006/main">
              <a:ext uri="{FF2B5EF4-FFF2-40B4-BE49-F238E27FC236}">
                <a16:creationId xmlns:a16="http://schemas.microsoft.com/office/drawing/2014/main" id="{6E8DC85F-461C-441E-9785-3DE8905AD94E}"/>
              </a:ext>
            </a:extLst>
          </p:cNvPr>
          <p:cNvSpPr>
            <a:spLocks xmlns:a="http://schemas.openxmlformats.org/drawingml/2006/main" noGrp="1"/>
          </p:cNvSpPr>
          <p:nvPr/>
        </p:nvSpPr>
        <p:spPr>
          <a:xfrm xmlns:a="http://schemas.openxmlformats.org/drawingml/2006/main">
            <a:off x="7667625" y="6858000"/>
            <a:ext cx="1381125" cy="28575"/>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sp>
        <p:nvSpPr>
          <p:cNvPr id="15" name="v34 내용 영역">
            <a:extLst xmlns:a="http://schemas.openxmlformats.org/drawingml/2006/main">
              <a:ext uri="{FF2B5EF4-FFF2-40B4-BE49-F238E27FC236}">
                <a16:creationId xmlns:a16="http://schemas.microsoft.com/office/drawing/2014/main" id="{4E918832-A2D5-48FD-A735-2C69E7A91CB6}"/>
              </a:ext>
            </a:extLst>
          </p:cNvPr>
          <p:cNvSpPr>
            <a:spLocks xmlns:a="http://schemas.openxmlformats.org/drawingml/2006/main" noGrp="1"/>
          </p:cNvSpPr>
          <p:nvPr/>
        </p:nvSpPr>
        <p:spPr>
          <a:xfrm xmlns:a="http://schemas.openxmlformats.org/drawingml/2006/main">
            <a:off x="7667625" y="5429250"/>
            <a:ext cx="1381125" cy="28575"/>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F242C973-F31E-41C3-949E-9F636BF2CEAB}"/>
              </a:ext>
            </a:extLst>
          </p:cNvPr>
          <p:cNvPicPr>
            <a:picLocks xmlns:a="http://schemas.openxmlformats.org/drawingml/2006/main" noChangeAspect="1"/>
          </p:cNvPicPr>
          <p:nvPr/>
        </p:nvPicPr>
        <p:blipFill>
          <a:blip xmlns:r="http://schemas.openxmlformats.org/officeDocument/2006/relationships" xmlns:a="http://schemas.openxmlformats.org/drawingml/2006/main" r:embed="Re3c403c7edd84e6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195B7D0-2B32-49C0-A80D-64EF496CE50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B3C0A5F-34AD-4FBF-BBDE-21B68355838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A5A8C86-B317-43BF-B680-DFEBEFCCBEA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154C6E4-AE5B-4D9C-B54B-321A4ED2A84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7ED7192B-088D-470F-B67C-02C2B0FE8E1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 기호의 의미</a:t>
            </a:r>
          </a:p>
        </p:txBody>
      </p:sp>
      <p:pic>
        <p:nvPicPr>
          <p:cNvPr id="7" name="">
            <a:extLst xmlns:a="http://schemas.openxmlformats.org/drawingml/2006/main">
              <a:ext uri="{FF2B5EF4-FFF2-40B4-BE49-F238E27FC236}">
                <a16:creationId xmlns:a16="http://schemas.microsoft.com/office/drawing/2014/main" id="{F5E7C78B-FADC-458E-8AE8-F08F3DCD5117}"/>
              </a:ext>
            </a:extLst>
          </p:cNvPr>
          <p:cNvPicPr>
            <a:picLocks xmlns:a="http://schemas.openxmlformats.org/drawingml/2006/main" noChangeAspect="1"/>
          </p:cNvPicPr>
          <p:nvPr/>
        </p:nvPicPr>
        <p:blipFill>
          <a:blip xmlns:r="http://schemas.openxmlformats.org/officeDocument/2006/relationships" xmlns:a="http://schemas.openxmlformats.org/drawingml/2006/main" r:embed="R990d1e9d6d72489f"/>
          <a:stretch xmlns:a="http://schemas.openxmlformats.org/drawingml/2006/main"/>
        </p:blipFill>
        <p:spPr>
          <a:xfrm xmlns:a="http://schemas.openxmlformats.org/drawingml/2006/main">
            <a:off x="3058370" y="5190741"/>
            <a:ext cx="4360760" cy="2382018"/>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D6F4CDE7-9F62-4E6D-B6D9-EE73E2D42CB0}"/>
              </a:ext>
            </a:extLst>
          </p:cNvPr>
          <p:cNvSpPr>
            <a:spLocks xmlns:a="http://schemas.openxmlformats.org/drawingml/2006/main" noGrp="1"/>
          </p:cNvSpPr>
          <p:nvPr/>
        </p:nvSpPr>
        <p:spPr>
          <a:xfrm xmlns:a="http://schemas.openxmlformats.org/drawingml/2006/main">
            <a:off x="9525000" y="46672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  표준 상태</a:t>
            </a:r>
          </a:p>
        </p:txBody>
      </p:sp>
      <p:sp>
        <p:nvSpPr>
          <p:cNvPr id="9" name="text">
            <a:extLst xmlns:a="http://schemas.openxmlformats.org/drawingml/2006/main">
              <a:ext uri="{FF2B5EF4-FFF2-40B4-BE49-F238E27FC236}">
                <a16:creationId xmlns:a16="http://schemas.microsoft.com/office/drawing/2014/main" id="{E2A6B0DE-CADD-465A-8119-03E4E6A9706A}"/>
              </a:ext>
            </a:extLst>
          </p:cNvPr>
          <p:cNvSpPr>
            <a:spLocks xmlns:a="http://schemas.openxmlformats.org/drawingml/2006/main" noGrp="1"/>
          </p:cNvSpPr>
          <p:nvPr/>
        </p:nvSpPr>
        <p:spPr>
          <a:xfrm xmlns:a="http://schemas.openxmlformats.org/drawingml/2006/main">
            <a:off x="9525000" y="5391150"/>
            <a:ext cx="638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표준 상태에서의 값임을 나타낸다.</a:t>
            </a:r>
          </a:p>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온도를 뜻하는 기호는 아니다.</a:t>
            </a:r>
          </a:p>
        </p:txBody>
      </p:sp>
      <p:sp>
        <p:nvSpPr>
          <p:cNvPr id="10" name="text">
            <a:extLst xmlns:a="http://schemas.openxmlformats.org/drawingml/2006/main">
              <a:ext uri="{FF2B5EF4-FFF2-40B4-BE49-F238E27FC236}">
                <a16:creationId xmlns:a16="http://schemas.microsoft.com/office/drawing/2014/main" id="{891B4161-3BF5-4745-8BA3-D7B6A369449D}"/>
              </a:ext>
            </a:extLst>
          </p:cNvPr>
          <p:cNvSpPr>
            <a:spLocks xmlns:a="http://schemas.openxmlformats.org/drawingml/2006/main" noGrp="1"/>
          </p:cNvSpPr>
          <p:nvPr/>
        </p:nvSpPr>
        <p:spPr>
          <a:xfrm xmlns:a="http://schemas.openxmlformats.org/drawingml/2006/main">
            <a:off x="9525000" y="6619875"/>
            <a:ext cx="638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f  formation · 생성</a:t>
            </a:r>
          </a:p>
        </p:txBody>
      </p:sp>
      <p:sp>
        <p:nvSpPr>
          <p:cNvPr id="11" name="text">
            <a:extLst xmlns:a="http://schemas.openxmlformats.org/drawingml/2006/main">
              <a:ext uri="{FF2B5EF4-FFF2-40B4-BE49-F238E27FC236}">
                <a16:creationId xmlns:a16="http://schemas.microsoft.com/office/drawing/2014/main" id="{3588097B-545E-44E0-B5EC-3571349CD5A3}"/>
              </a:ext>
            </a:extLst>
          </p:cNvPr>
          <p:cNvSpPr>
            <a:spLocks xmlns:a="http://schemas.openxmlformats.org/drawingml/2006/main" noGrp="1"/>
          </p:cNvSpPr>
          <p:nvPr/>
        </p:nvSpPr>
        <p:spPr>
          <a:xfrm xmlns:a="http://schemas.openxmlformats.org/drawingml/2006/main">
            <a:off x="9525000" y="7334250"/>
            <a:ext cx="638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원소 물질로부터 생성되는 반응</a:t>
            </a:r>
          </a:p>
        </p:txBody>
      </p:sp>
      <p:sp>
        <p:nvSpPr>
          <p:cNvPr id="14" name="text">
            <a:extLst xmlns:a="http://schemas.openxmlformats.org/drawingml/2006/main">
              <a:ext uri="{FF2B5EF4-FFF2-40B4-BE49-F238E27FC236}">
                <a16:creationId xmlns:a16="http://schemas.microsoft.com/office/drawing/2014/main" id="{2AA75E5C-3552-41CA-805F-A6F67F3D63C4}"/>
              </a:ext>
            </a:extLst>
          </p:cNvPr>
          <p:cNvSpPr>
            <a:spLocks xmlns:a="http://schemas.openxmlformats.org/drawingml/2006/main" noGrp="1"/>
          </p:cNvSpPr>
          <p:nvPr/>
        </p:nvSpPr>
        <p:spPr>
          <a:xfrm xmlns:a="http://schemas.openxmlformats.org/drawingml/2006/main">
            <a:off x="3238500" y="8953500"/>
            <a:ext cx="1181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생성되는 물질 1 mol 기준  ·  단위 kJ/mol</a:t>
            </a:r>
          </a:p>
        </p:txBody>
      </p:sp>
      <p:sp>
        <p:nvSpPr>
          <p:cNvPr id="16" name="">
            <a:extLst xmlns:a="http://schemas.openxmlformats.org/drawingml/2006/main">
              <a:ext uri="{FF2B5EF4-FFF2-40B4-BE49-F238E27FC236}">
                <a16:creationId xmlns:a16="http://schemas.microsoft.com/office/drawing/2014/main" id="{FDE8EEBD-809E-4291-A184-09C56CA51638}"/>
              </a:ext>
            </a:extLst>
          </p:cNvPr>
          <p:cNvSpPr>
            <a:spLocks xmlns:a="http://schemas.openxmlformats.org/drawingml/2006/main" noGrp="1"/>
          </p:cNvSpPr>
          <p:nvPr/>
        </p:nvSpPr>
        <p:spPr>
          <a:xfrm xmlns:a="http://schemas.openxmlformats.org/drawingml/2006/main">
            <a:off x="7477125" y="535305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9FFF6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FEDA8CB-61A1-497A-A122-906FD93FDF47}"/>
              </a:ext>
            </a:extLst>
          </p:cNvPr>
          <p:cNvSpPr>
            <a:spLocks xmlns:a="http://schemas.openxmlformats.org/drawingml/2006/main" noGrp="1"/>
          </p:cNvSpPr>
          <p:nvPr/>
        </p:nvSpPr>
        <p:spPr>
          <a:xfrm xmlns:a="http://schemas.openxmlformats.org/drawingml/2006/main">
            <a:off x="7477125" y="678180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9FFF68"/>
          </a:solidFill>
          <a:ln xmlns:a="http://schemas.openxmlformats.org/drawingml/2006/main" w="0">
            <a:noFill/>
          </a:ln>
        </p:spPr>
      </p:sp>
    </p:spTree>
    <p:extLst>
      <p:ext uri="{BB962C8B-B14F-4D97-AF65-F5344CB8AC3E}">
        <p14:creationId xmlns:p14="http://schemas.microsoft.com/office/powerpoint/2010/main" val="538533228"/>
      </p:ext>
    </p:extLst>
  </p:cSld>
</p:sld>
</file>

<file path=ppt/slides/slide2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300465FE-B854-4DEE-BCA3-7B2028DD97DB}"/>
              </a:ext>
            </a:extLst>
          </p:cNvPr>
          <p:cNvPicPr>
            <a:picLocks xmlns:a="http://schemas.openxmlformats.org/drawingml/2006/main" noChangeAspect="1"/>
          </p:cNvPicPr>
          <p:nvPr/>
        </p:nvPicPr>
        <p:blipFill>
          <a:blip xmlns:r="http://schemas.openxmlformats.org/officeDocument/2006/relationships" xmlns:a="http://schemas.openxmlformats.org/drawingml/2006/main" r:embed="R39f7ebe9eb654cb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9558D51-BE23-4A5A-AF6C-6820CE4F48D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54D2245-AA06-491F-BFD2-65F82CEE95D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6188D12-4AEC-4B84-A608-E2174C3D1D4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A568FCE-352E-4E3F-8E42-3F06F36D2D7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12090B16-95A0-4F8C-A263-A85B6584CAA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상태는 비교를 위한 기준</a:t>
            </a:r>
          </a:p>
        </p:txBody>
      </p:sp>
      <p:sp>
        <p:nvSpPr>
          <p:cNvPr id="7" name="text">
            <a:extLst xmlns:a="http://schemas.openxmlformats.org/drawingml/2006/main">
              <a:ext uri="{FF2B5EF4-FFF2-40B4-BE49-F238E27FC236}">
                <a16:creationId xmlns:a16="http://schemas.microsoft.com/office/drawing/2014/main" id="{59C8C8B5-3AEA-4916-AB46-5DE3ADC2F14F}"/>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압력과 농도 등 비교 조건을 정해 엔탈피 값을 나타낸다.</a:t>
            </a:r>
          </a:p>
        </p:txBody>
      </p:sp>
      <p:graphicFrame>
        <p:nvGraphicFramePr>
          <p:cNvPr id="8" name="">
            <a:extLst xmlns:a="http://schemas.openxmlformats.org/drawingml/2006/main">
              <a:ext uri="{FF2B5EF4-FFF2-40B4-BE49-F238E27FC236}">
                <a16:creationId xmlns:a16="http://schemas.microsoft.com/office/drawing/2014/main" id="{7E343DB6-252C-4EB5-A7C7-0DF52BDB1FEF}"/>
              </a:ext>
            </a:extLst>
          </p:cNvPr>
          <p:cNvGraphicFramePr/>
          <p:nvPr/>
        </p:nvGraphicFramePr>
        <p:xfrm>
          <a:off xmlns:a="http://schemas.openxmlformats.org/drawingml/2006/main" x="1828800" y="4619625"/>
          <a:ext xmlns:a="http://schemas.openxmlformats.org/drawingml/2006/main" cx="14639925" cy="3733800"/>
        </p:xfrm>
        <a:graphic xmlns:a="http://schemas.openxmlformats.org/drawingml/2006/main">
          <a:graphicData uri="http://schemas.openxmlformats.org/drawingml/2006/table">
            <a:tbl>
              <a:tblPr/>
              <a:tblGrid>
                <a:gridCol w="4000500"/>
                <a:gridCol w="10639425"/>
              </a:tblGrid>
              <a:tr h="933450">
                <a:tc>
                  <a:txBody>
                    <a:bodyPr wrap="none" lIns="114300" tIns="114300" rIns="114300" bIns="114300"/>
                    <a:lstStyle/>
                    <a:p>
                      <a:pPr algn="ctr"/>
                      <a:r>
                        <a:rPr sz="3150" b="1">
                          <a:solidFill>
                            <a:srgbClr val="FFFFFF"/>
                          </a:solidFill>
                          <a:latin typeface="Pretendard"/>
                          <a:ea typeface="Pretendard"/>
                          <a:cs typeface="Pretendard"/>
                        </a:rPr>
                        <a:t>물질의 종류</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완자에서 사용하는 표준 상태의 기준</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33450">
                <a:tc>
                  <a:txBody>
                    <a:bodyPr wrap="none" lIns="114300" tIns="114300" rIns="114300" bIns="114300"/>
                    <a:lstStyle/>
                    <a:p>
                      <a:pPr algn="ctr"/>
                      <a:r>
                        <a:rPr sz="3150" b="1">
                          <a:solidFill>
                            <a:srgbClr val="FFFFFF"/>
                          </a:solidFill>
                          <a:latin typeface="Pretendard"/>
                          <a:ea typeface="Pretendard"/>
                          <a:cs typeface="Pretendard"/>
                        </a:rPr>
                        <a:t>기체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1기압의 순수한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고체·액체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1기압에서의 순수한 물질</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수용액</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용질의 농도가 1 M인 상태</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E9ADD365-00B3-483D-89F8-A9C3B69B8773}"/>
              </a:ext>
            </a:extLst>
          </p:cNvPr>
          <p:cNvSpPr>
            <a:spLocks xmlns:a="http://schemas.openxmlformats.org/drawingml/2006/main" noGrp="1"/>
          </p:cNvSpPr>
          <p:nvPr/>
        </p:nvSpPr>
        <p:spPr>
          <a:xfrm xmlns:a="http://schemas.openxmlformats.org/drawingml/2006/main" rot="0">
            <a:off x="1828800"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23A1C6D3-7843-4873-8E08-6C5E1A85390E}"/>
              </a:ext>
            </a:extLst>
          </p:cNvPr>
          <p:cNvSpPr>
            <a:spLocks xmlns:a="http://schemas.openxmlformats.org/drawingml/2006/main" noGrp="1"/>
          </p:cNvSpPr>
          <p:nvPr/>
        </p:nvSpPr>
        <p:spPr>
          <a:xfrm xmlns:a="http://schemas.openxmlformats.org/drawingml/2006/main" rot="5400000">
            <a:off x="16278225"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22F52C1D-3754-4784-9E7A-6EE79B855636}"/>
              </a:ext>
            </a:extLst>
          </p:cNvPr>
          <p:cNvSpPr>
            <a:spLocks xmlns:a="http://schemas.openxmlformats.org/drawingml/2006/main" noGrp="1"/>
          </p:cNvSpPr>
          <p:nvPr/>
        </p:nvSpPr>
        <p:spPr>
          <a:xfrm xmlns:a="http://schemas.openxmlformats.org/drawingml/2006/main" rot="10800000">
            <a:off x="16278225"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A8337D48-0E19-4DE7-86B4-547CD64D270C}"/>
              </a:ext>
            </a:extLst>
          </p:cNvPr>
          <p:cNvSpPr>
            <a:spLocks xmlns:a="http://schemas.openxmlformats.org/drawingml/2006/main" noGrp="1"/>
          </p:cNvSpPr>
          <p:nvPr/>
        </p:nvSpPr>
        <p:spPr>
          <a:xfrm xmlns:a="http://schemas.openxmlformats.org/drawingml/2006/main" rot="16200000">
            <a:off x="1828800"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B4B84FB8-F7D1-45EC-BD01-CC9D1B7D675B}"/>
              </a:ext>
            </a:extLst>
          </p:cNvPr>
          <p:cNvSpPr>
            <a:spLocks xmlns:a="http://schemas.openxmlformats.org/drawingml/2006/main" noGrp="1"/>
          </p:cNvSpPr>
          <p:nvPr/>
        </p:nvSpPr>
        <p:spPr>
          <a:xfrm xmlns:a="http://schemas.openxmlformats.org/drawingml/2006/main">
            <a:off x="2286000" y="8639175"/>
            <a:ext cx="1371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1 M: 용액 1 L에 용질 1 mol이 들어 있는 농도</a:t>
            </a:r>
          </a:p>
        </p:txBody>
      </p:sp>
    </p:spTree>
    <p:extLst>
      <p:ext uri="{BB962C8B-B14F-4D97-AF65-F5344CB8AC3E}">
        <p14:creationId xmlns:p14="http://schemas.microsoft.com/office/powerpoint/2010/main" val="1337604480"/>
      </p:ext>
    </p:extLst>
  </p:cSld>
</p:sld>
</file>

<file path=ppt/slides/slide2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13BAACD0-E70F-4C92-9F13-9E0C05B28167}"/>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DA76F384-2A97-4F83-A58E-F0934EFA3479}"/>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7DBD6DCC-F779-431F-8394-FD2AAE6DADC8}"/>
              </a:ext>
            </a:extLst>
          </p:cNvPr>
          <p:cNvPicPr>
            <a:picLocks xmlns:a="http://schemas.openxmlformats.org/drawingml/2006/main" noChangeAspect="1"/>
          </p:cNvPicPr>
          <p:nvPr/>
        </p:nvPicPr>
        <p:blipFill>
          <a:blip xmlns:r="http://schemas.openxmlformats.org/officeDocument/2006/relationships" xmlns:a="http://schemas.openxmlformats.org/drawingml/2006/main" r:embed="Ra9391b94606c4d1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7FED18F-FB81-43A2-8A48-00794596E8A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BA18921-7FF5-40F1-B807-373EFFEA8FA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E33D8D6E-0D81-470C-B966-C30FF86DDB1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5AF19EC-6D1E-4CFC-A41C-DDA668094A1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D729C3F4-E42C-4D7A-A833-A466636031F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상태가 곧 25°C인 것은 아니다</a:t>
            </a:r>
          </a:p>
        </p:txBody>
      </p:sp>
      <p:sp>
        <p:nvSpPr>
          <p:cNvPr id="8" name="text">
            <a:extLst xmlns:a="http://schemas.openxmlformats.org/drawingml/2006/main">
              <a:ext uri="{FF2B5EF4-FFF2-40B4-BE49-F238E27FC236}">
                <a16:creationId xmlns:a16="http://schemas.microsoft.com/office/drawing/2014/main" id="{DB4C7B0D-A790-416C-BE30-FC576261A735}"/>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표준 상태의 표시 °</a:t>
            </a:r>
          </a:p>
        </p:txBody>
      </p:sp>
      <p:sp>
        <p:nvSpPr>
          <p:cNvPr id="9" name="text">
            <a:extLst xmlns:a="http://schemas.openxmlformats.org/drawingml/2006/main">
              <a:ext uri="{FF2B5EF4-FFF2-40B4-BE49-F238E27FC236}">
                <a16:creationId xmlns:a16="http://schemas.microsoft.com/office/drawing/2014/main" id="{90018C71-B297-45CA-A0AA-6520BFDCB118}"/>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특정한 온도를 뜻하는</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기호가 아니다.</a:t>
            </a:r>
          </a:p>
        </p:txBody>
      </p:sp>
      <p:sp>
        <p:nvSpPr>
          <p:cNvPr id="11" name="text">
            <a:extLst xmlns:a="http://schemas.openxmlformats.org/drawingml/2006/main">
              <a:ext uri="{FF2B5EF4-FFF2-40B4-BE49-F238E27FC236}">
                <a16:creationId xmlns:a16="http://schemas.microsoft.com/office/drawing/2014/main" id="{56061421-D8B1-4582-A3CC-EDB67532BE62}"/>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온도는 따로 확인</a:t>
            </a:r>
          </a:p>
        </p:txBody>
      </p:sp>
      <p:sp>
        <p:nvSpPr>
          <p:cNvPr id="12" name="text">
            <a:extLst xmlns:a="http://schemas.openxmlformats.org/drawingml/2006/main">
              <a:ext uri="{FF2B5EF4-FFF2-40B4-BE49-F238E27FC236}">
                <a16:creationId xmlns:a16="http://schemas.microsoft.com/office/drawing/2014/main" id="{B2B72502-439B-4E95-AE37-7506C4CFD8AA}"/>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 엔탈피 값은</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온도에 따라 달라질 수 있다.</a:t>
            </a:r>
          </a:p>
        </p:txBody>
      </p:sp>
      <p:sp>
        <p:nvSpPr>
          <p:cNvPr id="13" name="text">
            <a:extLst xmlns:a="http://schemas.openxmlformats.org/drawingml/2006/main">
              <a:ext uri="{FF2B5EF4-FFF2-40B4-BE49-F238E27FC236}">
                <a16:creationId xmlns:a16="http://schemas.microsoft.com/office/drawing/2014/main" id="{0ADCB6D4-51D5-4563-845E-16B99470A5FF}"/>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이 수업의 완자 예제는 25°C, 1기압의 자료다.</a:t>
            </a:r>
          </a:p>
        </p:txBody>
      </p:sp>
    </p:spTree>
    <p:extLst>
      <p:ext uri="{BB962C8B-B14F-4D97-AF65-F5344CB8AC3E}">
        <p14:creationId xmlns:p14="http://schemas.microsoft.com/office/powerpoint/2010/main" val="1415561335"/>
      </p:ext>
    </p:extLst>
  </p:cSld>
</p:sld>
</file>

<file path=ppt/slides/slide30.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1C0DE5A5-E413-4464-86E6-E703D09BDA6F}"/>
              </a:ext>
            </a:extLst>
          </p:cNvPr>
          <p:cNvPicPr>
            <a:picLocks xmlns:a="http://schemas.openxmlformats.org/drawingml/2006/main" noChangeAspect="1"/>
          </p:cNvPicPr>
          <p:nvPr/>
        </p:nvPicPr>
        <p:blipFill>
          <a:blip xmlns:r="http://schemas.openxmlformats.org/officeDocument/2006/relationships" xmlns:a="http://schemas.openxmlformats.org/drawingml/2006/main" r:embed="Ra27adb5746f14b4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C14E294-8702-445F-A480-17327D12BEF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17AECDB-25E8-463B-B05D-92E858C9657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0FB1E4BC-8B4F-44A6-8C10-FEEEE65B2B4B}"/>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33C8EBD-F7CE-464F-845E-4E7BE9903E71}"/>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기준 원소 물질</a:t>
            </a:r>
          </a:p>
        </p:txBody>
      </p:sp>
      <p:sp>
        <p:nvSpPr>
          <p:cNvPr id="6" name="text">
            <a:extLst xmlns:a="http://schemas.openxmlformats.org/drawingml/2006/main">
              <a:ext uri="{FF2B5EF4-FFF2-40B4-BE49-F238E27FC236}">
                <a16:creationId xmlns:a16="http://schemas.microsoft.com/office/drawing/2014/main" id="{DE84504E-C9BD-45B7-8C1C-83915126410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 물질의 생성 엔탈피는 0</a:t>
            </a:r>
          </a:p>
        </p:txBody>
      </p:sp>
      <p:sp>
        <p:nvSpPr>
          <p:cNvPr id="7" name="text">
            <a:extLst xmlns:a="http://schemas.openxmlformats.org/drawingml/2006/main">
              <a:ext uri="{FF2B5EF4-FFF2-40B4-BE49-F238E27FC236}">
                <a16:creationId xmlns:a16="http://schemas.microsoft.com/office/drawing/2014/main" id="{E529FDDF-426C-4504-99AF-690A6F9F8E1F}"/>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25°C의 기준 형태와 상태를 함께 확인한다.</a:t>
            </a:r>
          </a:p>
        </p:txBody>
      </p:sp>
      <p:graphicFrame>
        <p:nvGraphicFramePr>
          <p:cNvPr id="8" name="">
            <a:extLst xmlns:a="http://schemas.openxmlformats.org/drawingml/2006/main">
              <a:ext uri="{FF2B5EF4-FFF2-40B4-BE49-F238E27FC236}">
                <a16:creationId xmlns:a16="http://schemas.microsoft.com/office/drawing/2014/main" id="{683BB6CB-F37B-41C4-B9CE-1B1DE06BD590}"/>
              </a:ext>
            </a:extLst>
          </p:cNvPr>
          <p:cNvGraphicFramePr/>
          <p:nvPr/>
        </p:nvGraphicFramePr>
        <p:xfrm>
          <a:off xmlns:a="http://schemas.openxmlformats.org/drawingml/2006/main" x="1905000" y="4810125"/>
          <a:ext xmlns:a="http://schemas.openxmlformats.org/drawingml/2006/main" cx="14478000" cy="3429000"/>
        </p:xfrm>
        <a:graphic xmlns:a="http://schemas.openxmlformats.org/drawingml/2006/main">
          <a:graphicData uri="http://schemas.openxmlformats.org/drawingml/2006/table">
            <a:tbl>
              <a:tblPr/>
              <a:tblGrid>
                <a:gridCol w="2857500"/>
                <a:gridCol w="5810250"/>
                <a:gridCol w="5810250"/>
              </a:tblGrid>
              <a:tr h="857250">
                <a:tc>
                  <a:txBody>
                    <a:bodyPr wrap="none" lIns="114300" tIns="114300" rIns="114300" bIns="114300"/>
                    <a:lstStyle/>
                    <a:p>
                      <a:pPr algn="ctr"/>
                      <a:r>
                        <a:rPr sz="2925" b="1">
                          <a:solidFill>
                            <a:srgbClr val="FFFFFF"/>
                          </a:solidFill>
                          <a:latin typeface="Pretendard"/>
                          <a:ea typeface="Pretendard"/>
                          <a:cs typeface="Pretendard"/>
                        </a:rPr>
                        <a:t>원소</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기준 원소 물질</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857250">
                <a:tc>
                  <a:txBody>
                    <a:bodyPr wrap="none" lIns="114300" tIns="114300" rIns="114300" bIns="114300"/>
                    <a:lstStyle/>
                    <a:p>
                      <a:pPr algn="ctr"/>
                      <a:r>
                        <a:rPr sz="2925" b="1">
                          <a:solidFill>
                            <a:srgbClr val="FFFFFF"/>
                          </a:solidFill>
                          <a:latin typeface="Pretendard"/>
                          <a:ea typeface="Pretendard"/>
                          <a:cs typeface="Pretendard"/>
                        </a:rPr>
                        <a:t>탄소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흑연 · 고체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수소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수소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산소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산소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F75DC8C3-5C50-4A89-835F-D9DBB11A02C8}"/>
              </a:ext>
            </a:extLst>
          </p:cNvPr>
          <p:cNvSpPr>
            <a:spLocks xmlns:a="http://schemas.openxmlformats.org/drawingml/2006/main" noGrp="1"/>
          </p:cNvSpPr>
          <p:nvPr/>
        </p:nvSpPr>
        <p:spPr>
          <a:xfrm xmlns:a="http://schemas.openxmlformats.org/drawingml/2006/main" rot="0">
            <a:off x="19050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E2FD8C37-B43C-4B39-9DB7-9B4D2B230BFB}"/>
              </a:ext>
            </a:extLst>
          </p:cNvPr>
          <p:cNvSpPr>
            <a:spLocks xmlns:a="http://schemas.openxmlformats.org/drawingml/2006/main" noGrp="1"/>
          </p:cNvSpPr>
          <p:nvPr/>
        </p:nvSpPr>
        <p:spPr>
          <a:xfrm xmlns:a="http://schemas.openxmlformats.org/drawingml/2006/main" rot="5400000">
            <a:off x="161925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22B02FF8-C196-479F-B7B4-492F59753F0E}"/>
              </a:ext>
            </a:extLst>
          </p:cNvPr>
          <p:cNvSpPr>
            <a:spLocks xmlns:a="http://schemas.openxmlformats.org/drawingml/2006/main" noGrp="1"/>
          </p:cNvSpPr>
          <p:nvPr/>
        </p:nvSpPr>
        <p:spPr>
          <a:xfrm xmlns:a="http://schemas.openxmlformats.org/drawingml/2006/main" rot="10800000">
            <a:off x="161925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36BA51B1-8FB9-412C-BE2C-05140F95C685}"/>
              </a:ext>
            </a:extLst>
          </p:cNvPr>
          <p:cNvSpPr>
            <a:spLocks xmlns:a="http://schemas.openxmlformats.org/drawingml/2006/main" noGrp="1"/>
          </p:cNvSpPr>
          <p:nvPr/>
        </p:nvSpPr>
        <p:spPr>
          <a:xfrm xmlns:a="http://schemas.openxmlformats.org/drawingml/2006/main" rot="16200000">
            <a:off x="19050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1F780F2B-FF46-4D14-BA4D-A38B91E15F77}"/>
              </a:ext>
            </a:extLst>
          </p:cNvPr>
          <p:cNvSpPr>
            <a:spLocks xmlns:a="http://schemas.openxmlformats.org/drawingml/2006/main" noGrp="1"/>
          </p:cNvSpPr>
          <p:nvPr/>
        </p:nvSpPr>
        <p:spPr>
          <a:xfrm xmlns:a="http://schemas.openxmlformats.org/drawingml/2006/main">
            <a:off x="2000250" y="8715375"/>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BBBBBB"/>
                </a:solidFill>
                <a:latin typeface="Pretendard"/>
                <a:ea typeface="Pretendard"/>
                <a:cs typeface="Pretendard"/>
              </a:defRPr>
            </a:defPPr>
            <a:lvl1pPr algn="ctr">
              <a:defRPr sz="2700" b="0">
                <a:solidFill>
                  <a:srgbClr val="BBBBBB"/>
                </a:solidFill>
                <a:latin typeface="Pretendard"/>
                <a:ea typeface="Pretendard"/>
                <a:cs typeface="Pretendard"/>
              </a:defRPr>
            </a:lvl1pPr>
            <a:lvl2pPr algn="ctr">
              <a:defRPr sz="2700" b="0">
                <a:solidFill>
                  <a:srgbClr val="BBBBBB"/>
                </a:solidFill>
                <a:latin typeface="Pretendard"/>
                <a:ea typeface="Pretendard"/>
                <a:cs typeface="Pretendard"/>
              </a:defRPr>
            </a:lvl2pPr>
            <a:lvl3pPr algn="ctr">
              <a:defRPr sz="2700" b="0">
                <a:solidFill>
                  <a:srgbClr val="BBBBBB"/>
                </a:solidFill>
                <a:latin typeface="Pretendard"/>
                <a:ea typeface="Pretendard"/>
                <a:cs typeface="Pretendard"/>
              </a:defRPr>
            </a:lvl3pPr>
            <a:lvl4pPr algn="ctr">
              <a:defRPr sz="2700" b="0">
                <a:solidFill>
                  <a:srgbClr val="BBBBBB"/>
                </a:solidFill>
                <a:latin typeface="Pretendard"/>
                <a:ea typeface="Pretendard"/>
                <a:cs typeface="Pretendard"/>
              </a:defRPr>
            </a:lvl4pPr>
            <a:lvl5pPr algn="ctr">
              <a:defRPr sz="2700" b="0">
                <a:solidFill>
                  <a:srgbClr val="BBBBBB"/>
                </a:solidFill>
                <a:latin typeface="Pretendard"/>
                <a:ea typeface="Pretendard"/>
                <a:cs typeface="Pretendard"/>
              </a:defRPr>
            </a:lvl5pPr>
            <a:lvl6pPr algn="ctr">
              <a:defRPr sz="2700" b="0">
                <a:solidFill>
                  <a:srgbClr val="BBBBBB"/>
                </a:solidFill>
                <a:latin typeface="Pretendard"/>
                <a:ea typeface="Pretendard"/>
                <a:cs typeface="Pretendard"/>
              </a:defRPr>
            </a:lvl6pPr>
            <a:lvl7pPr algn="ctr">
              <a:defRPr sz="2700" b="0">
                <a:solidFill>
                  <a:srgbClr val="BBBBBB"/>
                </a:solidFill>
                <a:latin typeface="Pretendard"/>
                <a:ea typeface="Pretendard"/>
                <a:cs typeface="Pretendard"/>
              </a:defRPr>
            </a:lvl7pPr>
            <a:lvl8pPr algn="ctr">
              <a:defRPr sz="2700" b="0">
                <a:solidFill>
                  <a:srgbClr val="BBBBBB"/>
                </a:solidFill>
                <a:latin typeface="Pretendard"/>
                <a:ea typeface="Pretendard"/>
                <a:cs typeface="Pretendard"/>
              </a:defRPr>
            </a:lvl8pPr>
            <a:lvl9pPr algn="ctr">
              <a:defRPr sz="2700" b="0">
                <a:solidFill>
                  <a:srgbClr val="BBBBBB"/>
                </a:solidFill>
                <a:latin typeface="Pretendard"/>
                <a:ea typeface="Pretendard"/>
                <a:cs typeface="Pretendard"/>
              </a:defRPr>
            </a:lvl9pPr>
          </a:lstStyle>
          <a:p xmlns:a="http://schemas.openxmlformats.org/drawingml/2006/main">
            <a:pPr algn="ctr">
              <a:defRPr sz="2700" b="0">
                <a:solidFill>
                  <a:srgbClr val="BBBBBB"/>
                </a:solidFill>
                <a:latin typeface="Pretendard"/>
                <a:ea typeface="Pretendard"/>
                <a:cs typeface="Pretendard"/>
              </a:defRPr>
            </a:pPr>
            <a:r>
              <a:rPr sz="2700" b="0">
                <a:solidFill>
                  <a:srgbClr val="BBBBBB"/>
                </a:solidFill>
                <a:latin typeface="Pretendard"/>
                <a:ea typeface="Pretendard"/>
                <a:cs typeface="Pretendard"/>
              </a:rPr>
              <a:t>다른 동소체나 고립 원자의 값까지 0이라는 뜻은 아니다.</a:t>
            </a:r>
          </a:p>
        </p:txBody>
      </p:sp>
    </p:spTree>
    <p:extLst>
      <p:ext uri="{BB962C8B-B14F-4D97-AF65-F5344CB8AC3E}">
        <p14:creationId xmlns:p14="http://schemas.microsoft.com/office/powerpoint/2010/main" val="1002724967"/>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6D73E39D-B852-4DA5-88DF-99A0D310116C}"/>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0BDA970C-80C0-4452-975E-8DF00E1FB212}"/>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0FA9A164-5820-4B98-8684-E66AB9C1DCBC}"/>
              </a:ext>
            </a:extLst>
          </p:cNvPr>
          <p:cNvPicPr>
            <a:picLocks xmlns:a="http://schemas.openxmlformats.org/drawingml/2006/main" noChangeAspect="1"/>
          </p:cNvPicPr>
          <p:nvPr/>
        </p:nvPicPr>
        <p:blipFill>
          <a:blip xmlns:r="http://schemas.openxmlformats.org/officeDocument/2006/relationships" xmlns:a="http://schemas.openxmlformats.org/drawingml/2006/main" r:embed="Rb673d2a1e6d44eb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4FF8278-F8B4-40E5-BEF5-4A5863337AC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7EFCE8C-962E-45E9-8F5E-0ACBA45F686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F2EB8B1-8CAA-4AE7-A105-9E188966D6A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0F7DC00-138C-48EA-B840-3A8B3F590C1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CC26E5FE-BF13-49F7-9818-F650AF55516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원소의 생성 엔탈피는 왜 0일까?</a:t>
            </a:r>
          </a:p>
        </p:txBody>
      </p:sp>
      <p:sp>
        <p:nvSpPr>
          <p:cNvPr id="8" name="text">
            <a:extLst xmlns:a="http://schemas.openxmlformats.org/drawingml/2006/main">
              <a:ext uri="{FF2B5EF4-FFF2-40B4-BE49-F238E27FC236}">
                <a16:creationId xmlns:a16="http://schemas.microsoft.com/office/drawing/2014/main" id="{DEDDB804-8CE6-4F24-81D4-8CAD80B17303}"/>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기준 원소 물질</a:t>
            </a:r>
          </a:p>
        </p:txBody>
      </p:sp>
      <p:sp>
        <p:nvSpPr>
          <p:cNvPr id="9" name="text">
            <a:extLst xmlns:a="http://schemas.openxmlformats.org/drawingml/2006/main">
              <a:ext uri="{FF2B5EF4-FFF2-40B4-BE49-F238E27FC236}">
                <a16:creationId xmlns:a16="http://schemas.microsoft.com/office/drawing/2014/main" id="{F818D279-DE17-476B-A8D3-97A28C77A974}"/>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같은 온도·압력에서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가장 안정한 형태를 정한다.</a:t>
            </a:r>
          </a:p>
        </p:txBody>
      </p:sp>
      <p:sp>
        <p:nvSpPr>
          <p:cNvPr id="11" name="text">
            <a:extLst xmlns:a="http://schemas.openxmlformats.org/drawingml/2006/main">
              <a:ext uri="{FF2B5EF4-FFF2-40B4-BE49-F238E27FC236}">
                <a16:creationId xmlns:a16="http://schemas.microsoft.com/office/drawing/2014/main" id="{09A86577-DDEB-4DA4-85C0-7DFD462D36A3}"/>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같은 물질의 생성</a:t>
            </a:r>
          </a:p>
        </p:txBody>
      </p:sp>
      <p:sp>
        <p:nvSpPr>
          <p:cNvPr id="12" name="text">
            <a:extLst xmlns:a="http://schemas.openxmlformats.org/drawingml/2006/main">
              <a:ext uri="{FF2B5EF4-FFF2-40B4-BE49-F238E27FC236}">
                <a16:creationId xmlns:a16="http://schemas.microsoft.com/office/drawing/2014/main" id="{9C4A0E5C-CD42-40D3-92BA-7E6A728A479E}"/>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처음과 나중 상태가 같으므로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엔탈피 변화는 0이다.</a:t>
            </a:r>
          </a:p>
        </p:txBody>
      </p:sp>
      <p:sp>
        <p:nvSpPr>
          <p:cNvPr id="13" name="text">
            <a:extLst xmlns:a="http://schemas.openxmlformats.org/drawingml/2006/main">
              <a:ext uri="{FF2B5EF4-FFF2-40B4-BE49-F238E27FC236}">
                <a16:creationId xmlns:a16="http://schemas.microsoft.com/office/drawing/2014/main" id="{DAB6DFAD-E93B-42B6-9EE0-C19E66D72C3F}"/>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0은 생성 엔탈피의 기준값이며, 물질 자체의 엔탈피가 없다는 뜻은 아니다.</a:t>
            </a:r>
          </a:p>
        </p:txBody>
      </p:sp>
    </p:spTree>
    <p:extLst>
      <p:ext uri="{BB962C8B-B14F-4D97-AF65-F5344CB8AC3E}">
        <p14:creationId xmlns:p14="http://schemas.microsoft.com/office/powerpoint/2010/main" val="1540297599"/>
      </p:ext>
    </p:extLst>
  </p:cSld>
</p:sld>
</file>

<file path=ppt/slides/slide3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732ABE12-3257-46D0-B8C8-EBD6B81C0752}"/>
              </a:ext>
            </a:extLst>
          </p:cNvPr>
          <p:cNvPicPr>
            <a:picLocks xmlns:a="http://schemas.openxmlformats.org/drawingml/2006/main" noChangeAspect="1"/>
          </p:cNvPicPr>
          <p:nvPr/>
        </p:nvPicPr>
        <p:blipFill>
          <a:blip xmlns:r="http://schemas.openxmlformats.org/officeDocument/2006/relationships" xmlns:a="http://schemas.openxmlformats.org/drawingml/2006/main" r:embed="Rdd2ac76ac52f44b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B8841F1-52A4-4057-B252-161D253E99F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9FED710-A3DE-4141-AB0B-EFCA6055AA7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1CBF6FA1-7DE0-4A09-9D1A-1221664A3F5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F298E2A-72A8-41FF-9294-E3852B6C128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A86E18BD-3224-49AB-9A04-1AAB53C6A2A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탄소라도 기준값은 다르다</a:t>
            </a:r>
          </a:p>
        </p:txBody>
      </p:sp>
      <p:graphicFrame>
        <p:nvGraphicFramePr>
          <p:cNvPr id="9" name="">
            <a:extLst xmlns:a="http://schemas.openxmlformats.org/drawingml/2006/main">
              <a:ext uri="{FF2B5EF4-FFF2-40B4-BE49-F238E27FC236}">
                <a16:creationId xmlns:a16="http://schemas.microsoft.com/office/drawing/2014/main" id="{5A409D35-8D60-438C-A8E0-3AB67FF36CC2}"/>
              </a:ext>
            </a:extLst>
          </p:cNvPr>
          <p:cNvGraphicFramePr/>
          <p:nvPr/>
        </p:nvGraphicFramePr>
        <p:xfrm>
          <a:off xmlns:a="http://schemas.openxmlformats.org/drawingml/2006/main" x="7810500" y="4191000"/>
          <a:ext xmlns:a="http://schemas.openxmlformats.org/drawingml/2006/main" cx="8858250" cy="3143250"/>
        </p:xfrm>
        <a:graphic xmlns:a="http://schemas.openxmlformats.org/drawingml/2006/main">
          <a:graphicData uri="http://schemas.openxmlformats.org/drawingml/2006/table">
            <a:tbl>
              <a:tblPr/>
              <a:tblGrid>
                <a:gridCol w="3810000"/>
                <a:gridCol w="5048250"/>
              </a:tblGrid>
              <a:tr h="1047750">
                <a:tc>
                  <a:txBody>
                    <a:bodyPr wrap="none" lIns="114300" tIns="114300" rIns="114300" bIns="114300"/>
                    <a:lstStyle/>
                    <a:p>
                      <a:pPr algn="ctr"/>
                      <a:r>
                        <a:rPr sz="3000" b="1">
                          <a:solidFill>
                            <a:srgbClr val="FFFFFF"/>
                          </a:solidFill>
                          <a:latin typeface="Pretendard"/>
                          <a:ea typeface="Pretendard"/>
                          <a:cs typeface="Pretendard"/>
                        </a:rPr>
                        <a:t>탄소의 형태</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47750">
                <a:tc>
                  <a:txBody>
                    <a:bodyPr wrap="none" lIns="114300" tIns="114300" rIns="114300" bIns="114300"/>
                    <a:lstStyle/>
                    <a:p>
                      <a:pPr algn="ctr"/>
                      <a:r>
                        <a:rPr sz="3000" b="1">
                          <a:solidFill>
                            <a:srgbClr val="FFFFFF"/>
                          </a:solidFill>
                          <a:latin typeface="Pretendard"/>
                          <a:ea typeface="Pretendard"/>
                          <a:cs typeface="Pretendard"/>
                        </a:rPr>
                        <a:t>흑연</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47750">
                <a:tc>
                  <a:txBody>
                    <a:bodyPr wrap="none" lIns="114300" tIns="114300" rIns="114300" bIns="114300"/>
                    <a:lstStyle/>
                    <a:p>
                      <a:pPr algn="ctr"/>
                      <a:r>
                        <a:rPr sz="3000" b="1">
                          <a:solidFill>
                            <a:srgbClr val="FFFFFF"/>
                          </a:solidFill>
                          <a:latin typeface="Pretendard"/>
                          <a:ea typeface="Pretendard"/>
                          <a:cs typeface="Pretendard"/>
                        </a:rPr>
                        <a:t>다이아몬드</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+1.88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10" name="표 둥근 외곽 마스크">
            <a:extLst xmlns:a="http://schemas.openxmlformats.org/drawingml/2006/main">
              <a:ext uri="{FF2B5EF4-FFF2-40B4-BE49-F238E27FC236}">
                <a16:creationId xmlns:a16="http://schemas.microsoft.com/office/drawing/2014/main" id="{75A30629-639D-4EBA-83B7-293FBDAE90DB}"/>
              </a:ext>
            </a:extLst>
          </p:cNvPr>
          <p:cNvSpPr>
            <a:spLocks xmlns:a="http://schemas.openxmlformats.org/drawingml/2006/main" noGrp="1"/>
          </p:cNvSpPr>
          <p:nvPr/>
        </p:nvSpPr>
        <p:spPr>
          <a:xfrm xmlns:a="http://schemas.openxmlformats.org/drawingml/2006/main" rot="0">
            <a:off x="781050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DF462CE2-D44D-413B-8059-14EA57F7CCC1}"/>
              </a:ext>
            </a:extLst>
          </p:cNvPr>
          <p:cNvSpPr>
            <a:spLocks xmlns:a="http://schemas.openxmlformats.org/drawingml/2006/main" noGrp="1"/>
          </p:cNvSpPr>
          <p:nvPr/>
        </p:nvSpPr>
        <p:spPr>
          <a:xfrm xmlns:a="http://schemas.openxmlformats.org/drawingml/2006/main" rot="5400000">
            <a:off x="1647825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E83E4E04-436B-4FFC-922B-3A7A7F7C1DB4}"/>
              </a:ext>
            </a:extLst>
          </p:cNvPr>
          <p:cNvSpPr>
            <a:spLocks xmlns:a="http://schemas.openxmlformats.org/drawingml/2006/main" noGrp="1"/>
          </p:cNvSpPr>
          <p:nvPr/>
        </p:nvSpPr>
        <p:spPr>
          <a:xfrm xmlns:a="http://schemas.openxmlformats.org/drawingml/2006/main" rot="10800000">
            <a:off x="1647825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표 둥근 외곽 마스크">
            <a:extLst xmlns:a="http://schemas.openxmlformats.org/drawingml/2006/main">
              <a:ext uri="{FF2B5EF4-FFF2-40B4-BE49-F238E27FC236}">
                <a16:creationId xmlns:a16="http://schemas.microsoft.com/office/drawing/2014/main" id="{28A2FC96-FF70-419D-82AC-E51B2821A083}"/>
              </a:ext>
            </a:extLst>
          </p:cNvPr>
          <p:cNvSpPr>
            <a:spLocks xmlns:a="http://schemas.openxmlformats.org/drawingml/2006/main" noGrp="1"/>
          </p:cNvSpPr>
          <p:nvPr/>
        </p:nvSpPr>
        <p:spPr>
          <a:xfrm xmlns:a="http://schemas.openxmlformats.org/drawingml/2006/main" rot="16200000">
            <a:off x="781050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69BDA8E1-CB2E-42A0-867F-0C6CFB5ED074}"/>
              </a:ext>
            </a:extLst>
          </p:cNvPr>
          <p:cNvSpPr>
            <a:spLocks xmlns:a="http://schemas.openxmlformats.org/drawingml/2006/main" noGrp="1"/>
          </p:cNvSpPr>
          <p:nvPr/>
        </p:nvSpPr>
        <p:spPr>
          <a:xfrm xmlns:a="http://schemas.openxmlformats.org/drawingml/2006/main">
            <a:off x="7810500" y="7572375"/>
            <a:ext cx="904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흑연은 이 조건에서 더 안정한 기준 원소 물질이다.</a:t>
            </a:r>
          </a:p>
        </p:txBody>
      </p:sp>
      <p:sp>
        <p:nvSpPr>
          <p:cNvPr id="15" name="해석·결론">
            <a:extLst xmlns:a="http://schemas.openxmlformats.org/drawingml/2006/main">
              <a:ext uri="{FF2B5EF4-FFF2-40B4-BE49-F238E27FC236}">
                <a16:creationId xmlns:a16="http://schemas.microsoft.com/office/drawing/2014/main" id="{A5A5EF5E-69E2-4FCF-ACEA-925F6F39EC70}"/>
              </a:ext>
            </a:extLst>
          </p:cNvPr>
          <p:cNvSpPr>
            <a:spLocks xmlns:a="http://schemas.openxmlformats.org/drawingml/2006/main" noGrp="1"/>
          </p:cNvSpPr>
          <p:nvPr/>
        </p:nvSpPr>
        <p:spPr>
          <a:xfrm xmlns:a="http://schemas.openxmlformats.org/drawingml/2006/main">
            <a:off x="1828800" y="871537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363B7018-CEC5-4622-BEA4-D4CFAC41FDF4}"/>
              </a:ext>
            </a:extLst>
          </p:cNvPr>
          <p:cNvSpPr>
            <a:spLocks xmlns:a="http://schemas.openxmlformats.org/drawingml/2006/main" noGrp="1"/>
          </p:cNvSpPr>
          <p:nvPr/>
        </p:nvSpPr>
        <p:spPr>
          <a:xfrm xmlns:a="http://schemas.openxmlformats.org/drawingml/2006/main">
            <a:off x="2143125" y="87915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원소 물질이어도, 다른 동소체의 값까지 0은 아니다.</a:t>
            </a:r>
          </a:p>
        </p:txBody>
      </p:sp>
      <p:pic>
        <p:nvPicPr>
          <p:cNvPr id="17" name="">
            <a:extLst xmlns:a="http://schemas.openxmlformats.org/drawingml/2006/main">
              <a:ext uri="{FF2B5EF4-FFF2-40B4-BE49-F238E27FC236}">
                <a16:creationId xmlns:a16="http://schemas.microsoft.com/office/drawing/2014/main" id="{F869E69E-2BA6-4AE1-8EBD-68C9A1C17B3A}"/>
              </a:ext>
            </a:extLst>
          </p:cNvPr>
          <p:cNvPicPr>
            <a:picLocks xmlns:a="http://schemas.openxmlformats.org/drawingml/2006/main" noChangeAspect="1"/>
          </p:cNvPicPr>
          <p:nvPr/>
        </p:nvPicPr>
        <p:blipFill>
          <a:blip xmlns:r="http://schemas.openxmlformats.org/officeDocument/2006/relationships" xmlns:a="http://schemas.openxmlformats.org/drawingml/2006/main" r:embed="R1232da55a7284d64"/>
          <a:stretch xmlns:a="http://schemas.openxmlformats.org/drawingml/2006/main"/>
        </p:blipFill>
        <p:spPr>
          <a:xfrm xmlns:a="http://schemas.openxmlformats.org/drawingml/2006/main">
            <a:off x="1571625" y="4495631"/>
            <a:ext cx="2762250" cy="3105488"/>
          </a:xfrm>
          <a:prstGeom xmlns:a="http://schemas.openxmlformats.org/drawingml/2006/main" prst="rect">
            <a:avLst/>
          </a:prstGeom>
        </p:spPr>
      </p:pic>
      <p:pic>
        <p:nvPicPr>
          <p:cNvPr id="18" name="">
            <a:extLst xmlns:a="http://schemas.openxmlformats.org/drawingml/2006/main">
              <a:ext uri="{FF2B5EF4-FFF2-40B4-BE49-F238E27FC236}">
                <a16:creationId xmlns:a16="http://schemas.microsoft.com/office/drawing/2014/main" id="{984C6C99-2965-4BBC-82C4-FDBD06FC345D}"/>
              </a:ext>
            </a:extLst>
          </p:cNvPr>
          <p:cNvPicPr>
            <a:picLocks xmlns:a="http://schemas.openxmlformats.org/drawingml/2006/main" noChangeAspect="1"/>
          </p:cNvPicPr>
          <p:nvPr/>
        </p:nvPicPr>
        <p:blipFill>
          <a:blip xmlns:r="http://schemas.openxmlformats.org/officeDocument/2006/relationships" xmlns:a="http://schemas.openxmlformats.org/drawingml/2006/main" r:embed="Ra411a2af516f4375"/>
          <a:stretch xmlns:a="http://schemas.openxmlformats.org/drawingml/2006/main"/>
        </p:blipFill>
        <p:spPr>
          <a:xfrm xmlns:a="http://schemas.openxmlformats.org/drawingml/2006/main">
            <a:off x="4667250" y="4868770"/>
            <a:ext cx="2762250" cy="2359210"/>
          </a:xfrm>
          <a:prstGeom xmlns:a="http://schemas.openxmlformats.org/drawingml/2006/main" prst="rect">
            <a:avLst/>
          </a:prstGeom>
        </p:spPr>
      </p:pic>
      <p:sp>
        <p:nvSpPr>
          <p:cNvPr id="19" name="text">
            <a:extLst xmlns:a="http://schemas.openxmlformats.org/drawingml/2006/main">
              <a:ext uri="{FF2B5EF4-FFF2-40B4-BE49-F238E27FC236}">
                <a16:creationId xmlns:a16="http://schemas.microsoft.com/office/drawing/2014/main" id="{1F90AC70-ECED-4550-A980-75AA85B16619}"/>
              </a:ext>
            </a:extLst>
          </p:cNvPr>
          <p:cNvSpPr>
            <a:spLocks xmlns:a="http://schemas.openxmlformats.org/drawingml/2006/main" noGrp="1"/>
          </p:cNvSpPr>
          <p:nvPr/>
        </p:nvSpPr>
        <p:spPr>
          <a:xfrm xmlns:a="http://schemas.openxmlformats.org/drawingml/2006/main">
            <a:off x="1905000" y="7858125"/>
            <a:ext cx="2095500" cy="523875"/>
          </a:xfrm>
          <a:prstGeom xmlns:a="http://schemas.openxmlformats.org/drawingml/2006/main" prst="roundRect">
            <a:avLst/>
          </a:prstGeom>
          <a:solidFill xmlns:a="http://schemas.openxmlformats.org/drawingml/2006/main">
            <a:srgbClr val="33333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흑연</a:t>
            </a:r>
          </a:p>
        </p:txBody>
      </p:sp>
      <p:sp>
        <p:nvSpPr>
          <p:cNvPr id="20" name="text">
            <a:extLst xmlns:a="http://schemas.openxmlformats.org/drawingml/2006/main">
              <a:ext uri="{FF2B5EF4-FFF2-40B4-BE49-F238E27FC236}">
                <a16:creationId xmlns:a16="http://schemas.microsoft.com/office/drawing/2014/main" id="{7BA0E403-AADB-4D9E-BF0C-9F6916CAB8C3}"/>
              </a:ext>
            </a:extLst>
          </p:cNvPr>
          <p:cNvSpPr>
            <a:spLocks xmlns:a="http://schemas.openxmlformats.org/drawingml/2006/main" noGrp="1"/>
          </p:cNvSpPr>
          <p:nvPr/>
        </p:nvSpPr>
        <p:spPr>
          <a:xfrm xmlns:a="http://schemas.openxmlformats.org/drawingml/2006/main">
            <a:off x="5000625" y="7858125"/>
            <a:ext cx="2095500" cy="523875"/>
          </a:xfrm>
          <a:prstGeom xmlns:a="http://schemas.openxmlformats.org/drawingml/2006/main" prst="roundRect">
            <a:avLst/>
          </a:prstGeom>
          <a:solidFill xmlns:a="http://schemas.openxmlformats.org/drawingml/2006/main">
            <a:srgbClr val="33333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다이아몬드</a:t>
            </a:r>
          </a:p>
        </p:txBody>
      </p:sp>
    </p:spTree>
    <p:extLst>
      <p:ext uri="{BB962C8B-B14F-4D97-AF65-F5344CB8AC3E}">
        <p14:creationId xmlns:p14="http://schemas.microsoft.com/office/powerpoint/2010/main" val="1634404573"/>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레퍼런스 내용 영역">
            <a:extLst xmlns:a="http://schemas.openxmlformats.org/drawingml/2006/main">
              <a:ext uri="{FF2B5EF4-FFF2-40B4-BE49-F238E27FC236}">
                <a16:creationId xmlns:a16="http://schemas.microsoft.com/office/drawing/2014/main" id="{01231BF8-93D9-4FAC-B838-124BFAA397EC}"/>
              </a:ext>
            </a:extLst>
          </p:cNvPr>
          <p:cNvSpPr>
            <a:spLocks xmlns:a="http://schemas.openxmlformats.org/drawingml/2006/main" noGrp="1"/>
          </p:cNvSpPr>
          <p:nvPr/>
        </p:nvSpPr>
        <p:spPr>
          <a:xfrm xmlns:a="http://schemas.openxmlformats.org/drawingml/2006/main">
            <a:off x="2095500" y="6572250"/>
            <a:ext cx="14097000" cy="1381125"/>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15" name="레퍼런스 내용 영역">
            <a:extLst xmlns:a="http://schemas.openxmlformats.org/drawingml/2006/main">
              <a:ext uri="{FF2B5EF4-FFF2-40B4-BE49-F238E27FC236}">
                <a16:creationId xmlns:a16="http://schemas.microsoft.com/office/drawing/2014/main" id="{31DD5C19-E57A-48A0-B282-050221A2B5CA}"/>
              </a:ext>
            </a:extLst>
          </p:cNvPr>
          <p:cNvSpPr>
            <a:spLocks xmlns:a="http://schemas.openxmlformats.org/drawingml/2006/main" noGrp="1"/>
          </p:cNvSpPr>
          <p:nvPr/>
        </p:nvSpPr>
        <p:spPr>
          <a:xfrm xmlns:a="http://schemas.openxmlformats.org/drawingml/2006/main">
            <a:off x="2095500" y="4714875"/>
            <a:ext cx="14097000" cy="1381125"/>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1F8DE365-35D0-40D7-B5B5-798D4343F8C5}"/>
              </a:ext>
            </a:extLst>
          </p:cNvPr>
          <p:cNvPicPr>
            <a:picLocks xmlns:a="http://schemas.openxmlformats.org/drawingml/2006/main" noChangeAspect="1"/>
          </p:cNvPicPr>
          <p:nvPr/>
        </p:nvPicPr>
        <p:blipFill>
          <a:blip xmlns:r="http://schemas.openxmlformats.org/officeDocument/2006/relationships" xmlns:a="http://schemas.openxmlformats.org/drawingml/2006/main" r:embed="R7e5a643be8664c1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A154C01-D611-415A-86C1-E23DDB4CF79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98E82F1-1516-456D-86BD-FDDFCF97474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2DFDC260-F3AC-4F99-AAC7-6491748E07D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1B19FA1-AE57-4072-AE45-C1F1EEAFC16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F9A93D9C-6ACA-4F8C-A138-70ACD1755EF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E3850690-F941-4588-9ECB-030002ABDCCC}"/>
              </a:ext>
            </a:extLst>
          </p:cNvPr>
          <p:cNvPicPr>
            <a:picLocks xmlns:a="http://schemas.openxmlformats.org/drawingml/2006/main" noChangeAspect="1"/>
          </p:cNvPicPr>
          <p:nvPr/>
        </p:nvPicPr>
        <p:blipFill>
          <a:blip xmlns:r="http://schemas.openxmlformats.org/officeDocument/2006/relationships" xmlns:a="http://schemas.openxmlformats.org/drawingml/2006/main" r:embed="R465e15505236435b"/>
          <a:stretch xmlns:a="http://schemas.openxmlformats.org/drawingml/2006/main"/>
        </p:blipFill>
        <p:spPr>
          <a:xfrm xmlns:a="http://schemas.openxmlformats.org/drawingml/2006/main">
            <a:off x="4223941" y="4905375"/>
            <a:ext cx="9840119" cy="1047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317A1DDD-AE55-4256-BC29-CC8D52B9D78E}"/>
              </a:ext>
            </a:extLst>
          </p:cNvPr>
          <p:cNvPicPr>
            <a:picLocks xmlns:a="http://schemas.openxmlformats.org/drawingml/2006/main" noChangeAspect="1"/>
          </p:cNvPicPr>
          <p:nvPr/>
        </p:nvPicPr>
        <p:blipFill>
          <a:blip xmlns:r="http://schemas.openxmlformats.org/officeDocument/2006/relationships" xmlns:a="http://schemas.openxmlformats.org/drawingml/2006/main" r:embed="R10041dc5315d4fee"/>
          <a:stretch xmlns:a="http://schemas.openxmlformats.org/drawingml/2006/main"/>
        </p:blipFill>
        <p:spPr>
          <a:xfrm xmlns:a="http://schemas.openxmlformats.org/drawingml/2006/main">
            <a:off x="4223941" y="6762750"/>
            <a:ext cx="9840119" cy="1047750"/>
          </a:xfrm>
          <a:prstGeom xmlns:a="http://schemas.openxmlformats.org/drawingml/2006/main" prst="rect">
            <a:avLst/>
          </a:prstGeom>
        </p:spPr>
      </p:pic>
      <p:sp>
        <p:nvSpPr>
          <p:cNvPr id="17" name="text">
            <a:extLst xmlns:a="http://schemas.openxmlformats.org/drawingml/2006/main">
              <a:ext uri="{FF2B5EF4-FFF2-40B4-BE49-F238E27FC236}">
                <a16:creationId xmlns:a16="http://schemas.microsoft.com/office/drawing/2014/main" id="{1817EA6E-1960-46AA-B9C9-4AD9F3E9CB0A}"/>
              </a:ext>
            </a:extLst>
          </p:cNvPr>
          <p:cNvSpPr>
            <a:spLocks xmlns:a="http://schemas.openxmlformats.org/drawingml/2006/main" noGrp="1"/>
          </p:cNvSpPr>
          <p:nvPr/>
        </p:nvSpPr>
        <p:spPr>
          <a:xfrm xmlns:a="http://schemas.openxmlformats.org/drawingml/2006/main">
            <a:off x="2381250" y="4095750"/>
            <a:ext cx="2000250" cy="5715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B00F76E2-E50D-4335-9B91-5A427A920F46}"/>
              </a:ext>
            </a:extLst>
          </p:cNvPr>
          <p:cNvSpPr>
            <a:spLocks xmlns:a="http://schemas.openxmlformats.org/drawingml/2006/main" noGrp="1"/>
          </p:cNvSpPr>
          <p:nvPr/>
        </p:nvSpPr>
        <p:spPr>
          <a:xfrm xmlns:a="http://schemas.openxmlformats.org/drawingml/2006/main">
            <a:off x="2381250" y="5953125"/>
            <a:ext cx="2000250" cy="5715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93840306-0207-460D-98E8-B53FA58A7914}"/>
              </a:ext>
            </a:extLst>
          </p:cNvPr>
          <p:cNvSpPr>
            <a:spLocks xmlns:a="http://schemas.openxmlformats.org/drawingml/2006/main" noGrp="1"/>
          </p:cNvSpPr>
          <p:nvPr/>
        </p:nvSpPr>
        <p:spPr>
          <a:xfrm xmlns:a="http://schemas.openxmlformats.org/drawingml/2006/main">
            <a:off x="2667000" y="88582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물질의 상태가 다르면 생성 엔탈피도 다르다.</a:t>
            </a:r>
          </a:p>
        </p:txBody>
      </p:sp>
    </p:spTree>
    <p:extLst>
      <p:ext uri="{BB962C8B-B14F-4D97-AF65-F5344CB8AC3E}">
        <p14:creationId xmlns:p14="http://schemas.microsoft.com/office/powerpoint/2010/main" val="556363050"/>
      </p:ext>
    </p:extLst>
  </p:cSld>
</p:sld>
</file>

<file path=ppt/slides/slide3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6A3BACF4-8346-416F-A851-62E426EA1CF9}"/>
              </a:ext>
            </a:extLst>
          </p:cNvPr>
          <p:cNvPicPr>
            <a:picLocks xmlns:a="http://schemas.openxmlformats.org/drawingml/2006/main" noChangeAspect="1"/>
          </p:cNvPicPr>
          <p:nvPr/>
        </p:nvPicPr>
        <p:blipFill>
          <a:blip xmlns:r="http://schemas.openxmlformats.org/officeDocument/2006/relationships" xmlns:a="http://schemas.openxmlformats.org/drawingml/2006/main" r:embed="R91b3c2b524cb45f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4A586D5-64C3-4F12-B4F8-F8B0FE0A991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8708C16-21E6-4367-B47B-2400D2F8CB4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96CD7EA-DFDD-4395-B74F-BF0E0B3A52E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71287F5-5E22-42F8-8A91-52C86003C2B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4A132AE6-BEFF-4C93-B789-22F03206F85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1DF23EEF-1C07-4238-BEBB-6F1052FBC3EE}"/>
              </a:ext>
            </a:extLst>
          </p:cNvPr>
          <p:cNvPicPr>
            <a:picLocks xmlns:a="http://schemas.openxmlformats.org/drawingml/2006/main" noChangeAspect="1"/>
          </p:cNvPicPr>
          <p:nvPr/>
        </p:nvPicPr>
        <p:blipFill>
          <a:blip xmlns:r="http://schemas.openxmlformats.org/officeDocument/2006/relationships" xmlns:a="http://schemas.openxmlformats.org/drawingml/2006/main" r:embed="R476a8c3469554cbc"/>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0A5C1A12-C5BC-40E7-A7A5-21DF3C582B1E}"/>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B1459CCE-CA5A-4AFB-A789-D6B8340D2D8B}"/>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세 과정을 합하면 CH₄의 연소 반응이 된다.</a:t>
            </a:r>
          </a:p>
        </p:txBody>
      </p:sp>
    </p:spTree>
    <p:extLst>
      <p:ext uri="{BB962C8B-B14F-4D97-AF65-F5344CB8AC3E}">
        <p14:creationId xmlns:p14="http://schemas.microsoft.com/office/powerpoint/2010/main" val="1994818152"/>
      </p:ext>
    </p:extLst>
  </p:cSld>
</p:sld>
</file>

<file path=ppt/slides/slide3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70E1906A-3809-4919-828F-84FFEB66A4DB}"/>
              </a:ext>
            </a:extLst>
          </p:cNvPr>
          <p:cNvSpPr>
            <a:spLocks xmlns:a="http://schemas.openxmlformats.org/drawingml/2006/main" noGrp="1"/>
          </p:cNvSpPr>
          <p:nvPr/>
        </p:nvSpPr>
        <p:spPr>
          <a:xfrm xmlns:a="http://schemas.openxmlformats.org/drawingml/2006/main">
            <a:off x="2000250" y="4667250"/>
            <a:ext cx="14287500" cy="2190750"/>
          </a:xfrm>
          <a:prstGeom xmlns:a="http://schemas.openxmlformats.org/drawingml/2006/main" prst="roundRect">
            <a:avLst>
              <a:gd name="adj" fmla="val 7826"/>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E0DA6612-AF4E-4D55-868D-146C24C59F82}"/>
              </a:ext>
            </a:extLst>
          </p:cNvPr>
          <p:cNvPicPr>
            <a:picLocks xmlns:a="http://schemas.openxmlformats.org/drawingml/2006/main" noChangeAspect="1"/>
          </p:cNvPicPr>
          <p:nvPr/>
        </p:nvPicPr>
        <p:blipFill>
          <a:blip xmlns:r="http://schemas.openxmlformats.org/officeDocument/2006/relationships" xmlns:a="http://schemas.openxmlformats.org/drawingml/2006/main" r:embed="R1614c5cc2db04b0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C88B9FF-C062-4645-AC65-7A414E18126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0984401-186E-4A1E-8333-C1B24721939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C0328D9-A09A-4E6C-9C65-12C35783896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6797791-F528-48D0-891F-82C7EF84127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DD6C1F08-6492-49DD-8BA2-0F49D77259C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생성물의 합에서 반응물의 합을 뺀다</a:t>
            </a:r>
          </a:p>
        </p:txBody>
      </p:sp>
      <p:pic>
        <p:nvPicPr>
          <p:cNvPr id="14" name="">
            <a:extLst xmlns:a="http://schemas.openxmlformats.org/drawingml/2006/main">
              <a:ext uri="{FF2B5EF4-FFF2-40B4-BE49-F238E27FC236}">
                <a16:creationId xmlns:a16="http://schemas.microsoft.com/office/drawing/2014/main" id="{A5ABBD4E-50E1-492A-86CD-70E335BA9573}"/>
              </a:ext>
            </a:extLst>
          </p:cNvPr>
          <p:cNvPicPr>
            <a:picLocks xmlns:a="http://schemas.openxmlformats.org/drawingml/2006/main" noChangeAspect="1"/>
          </p:cNvPicPr>
          <p:nvPr/>
        </p:nvPicPr>
        <p:blipFill>
          <a:blip xmlns:r="http://schemas.openxmlformats.org/officeDocument/2006/relationships" xmlns:a="http://schemas.openxmlformats.org/drawingml/2006/main" r:embed="R4ac246444a274a35"/>
          <a:stretch xmlns:a="http://schemas.openxmlformats.org/drawingml/2006/main"/>
        </p:blipFill>
        <p:spPr>
          <a:xfrm xmlns:a="http://schemas.openxmlformats.org/drawingml/2006/main">
            <a:off x="4084371" y="4905375"/>
            <a:ext cx="10119259" cy="16668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01A13B5B-F23E-4F4B-B09E-291606A20DAA}"/>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기준 원소 물질을 거치는 경로로 반응 엔탈피를 구한다.</a:t>
            </a:r>
          </a:p>
        </p:txBody>
      </p:sp>
      <p:sp>
        <p:nvSpPr>
          <p:cNvPr id="17" name="">
            <a:extLst xmlns:a="http://schemas.openxmlformats.org/drawingml/2006/main">
              <a:ext uri="{FF2B5EF4-FFF2-40B4-BE49-F238E27FC236}">
                <a16:creationId xmlns:a16="http://schemas.microsoft.com/office/drawing/2014/main" id="{A32CCF78-3109-4653-B371-B3CF3B17B19E}"/>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8145DE34-8C6D-42DD-9683-28827F33817D}"/>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9" name="text">
            <a:extLst xmlns:a="http://schemas.openxmlformats.org/drawingml/2006/main">
              <a:ext uri="{FF2B5EF4-FFF2-40B4-BE49-F238E27FC236}">
                <a16:creationId xmlns:a16="http://schemas.microsoft.com/office/drawing/2014/main" id="{9DE6E411-3BE3-4692-B4AF-67CB8F20A216}"/>
              </a:ext>
            </a:extLst>
          </p:cNvPr>
          <p:cNvSpPr>
            <a:spLocks xmlns:a="http://schemas.openxmlformats.org/drawingml/2006/main" noGrp="1"/>
          </p:cNvSpPr>
          <p:nvPr/>
        </p:nvSpPr>
        <p:spPr>
          <a:xfrm xmlns:a="http://schemas.openxmlformats.org/drawingml/2006/main">
            <a:off x="3333750" y="71437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생성물 각각의 생성 엔탈피를 계수만큼 더한다.</a:t>
            </a:r>
          </a:p>
        </p:txBody>
      </p:sp>
      <p:sp>
        <p:nvSpPr>
          <p:cNvPr id="20" name="">
            <a:extLst xmlns:a="http://schemas.openxmlformats.org/drawingml/2006/main">
              <a:ext uri="{FF2B5EF4-FFF2-40B4-BE49-F238E27FC236}">
                <a16:creationId xmlns:a16="http://schemas.microsoft.com/office/drawing/2014/main" id="{78882C6B-F568-475E-83A0-5C504E6697C3}"/>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A7DAF9BE-938E-4AD0-A4A4-72214B8E9CB0}"/>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22" name="text">
            <a:extLst xmlns:a="http://schemas.openxmlformats.org/drawingml/2006/main">
              <a:ext uri="{FF2B5EF4-FFF2-40B4-BE49-F238E27FC236}">
                <a16:creationId xmlns:a16="http://schemas.microsoft.com/office/drawing/2014/main" id="{9F706B97-8E33-4329-A649-8ED3B91A5EEA}"/>
              </a:ext>
            </a:extLst>
          </p:cNvPr>
          <p:cNvSpPr>
            <a:spLocks xmlns:a="http://schemas.openxmlformats.org/drawingml/2006/main" noGrp="1"/>
          </p:cNvSpPr>
          <p:nvPr/>
        </p:nvSpPr>
        <p:spPr>
          <a:xfrm xmlns:a="http://schemas.openxmlformats.org/drawingml/2006/main">
            <a:off x="3333750" y="78867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반응물 각각의 생성 엔탈피를 계수만큼 더한다.</a:t>
            </a:r>
          </a:p>
        </p:txBody>
      </p:sp>
      <p:sp>
        <p:nvSpPr>
          <p:cNvPr id="23" name="">
            <a:extLst xmlns:a="http://schemas.openxmlformats.org/drawingml/2006/main">
              <a:ext uri="{FF2B5EF4-FFF2-40B4-BE49-F238E27FC236}">
                <a16:creationId xmlns:a16="http://schemas.microsoft.com/office/drawing/2014/main" id="{923FE0C6-6C41-4EAD-A5FB-3CE1D67F7C9D}"/>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D0162E1A-3A11-45C1-9A62-447EEBB423F7}"/>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
        <p:nvSpPr>
          <p:cNvPr id="25" name="text">
            <a:extLst xmlns:a="http://schemas.openxmlformats.org/drawingml/2006/main">
              <a:ext uri="{FF2B5EF4-FFF2-40B4-BE49-F238E27FC236}">
                <a16:creationId xmlns:a16="http://schemas.microsoft.com/office/drawing/2014/main" id="{16A7FD83-B0FA-4214-8121-28158B4BA90A}"/>
              </a:ext>
            </a:extLst>
          </p:cNvPr>
          <p:cNvSpPr>
            <a:spLocks xmlns:a="http://schemas.openxmlformats.org/drawingml/2006/main" noGrp="1"/>
          </p:cNvSpPr>
          <p:nvPr/>
        </p:nvSpPr>
        <p:spPr>
          <a:xfrm xmlns:a="http://schemas.openxmlformats.org/drawingml/2006/main">
            <a:off x="3333750" y="86296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9FFF68"/>
                </a:solidFill>
                <a:latin typeface="Pretendard"/>
                <a:ea typeface="Pretendard"/>
                <a:cs typeface="Pretendard"/>
              </a:defRPr>
            </a:defPPr>
            <a:lvl1pPr algn="l">
              <a:defRPr sz="2400" b="1">
                <a:solidFill>
                  <a:srgbClr val="9FFF68"/>
                </a:solidFill>
                <a:latin typeface="Pretendard"/>
                <a:ea typeface="Pretendard"/>
                <a:cs typeface="Pretendard"/>
              </a:defRPr>
            </a:lvl1pPr>
            <a:lvl2pPr algn="l">
              <a:defRPr sz="2400" b="1">
                <a:solidFill>
                  <a:srgbClr val="9FFF68"/>
                </a:solidFill>
                <a:latin typeface="Pretendard"/>
                <a:ea typeface="Pretendard"/>
                <a:cs typeface="Pretendard"/>
              </a:defRPr>
            </a:lvl2pPr>
            <a:lvl3pPr algn="l">
              <a:defRPr sz="2400" b="1">
                <a:solidFill>
                  <a:srgbClr val="9FFF68"/>
                </a:solidFill>
                <a:latin typeface="Pretendard"/>
                <a:ea typeface="Pretendard"/>
                <a:cs typeface="Pretendard"/>
              </a:defRPr>
            </a:lvl3pPr>
            <a:lvl4pPr algn="l">
              <a:defRPr sz="2400" b="1">
                <a:solidFill>
                  <a:srgbClr val="9FFF68"/>
                </a:solidFill>
                <a:latin typeface="Pretendard"/>
                <a:ea typeface="Pretendard"/>
                <a:cs typeface="Pretendard"/>
              </a:defRPr>
            </a:lvl4pPr>
            <a:lvl5pPr algn="l">
              <a:defRPr sz="2400" b="1">
                <a:solidFill>
                  <a:srgbClr val="9FFF68"/>
                </a:solidFill>
                <a:latin typeface="Pretendard"/>
                <a:ea typeface="Pretendard"/>
                <a:cs typeface="Pretendard"/>
              </a:defRPr>
            </a:lvl5pPr>
            <a:lvl6pPr algn="l">
              <a:defRPr sz="2400" b="1">
                <a:solidFill>
                  <a:srgbClr val="9FFF68"/>
                </a:solidFill>
                <a:latin typeface="Pretendard"/>
                <a:ea typeface="Pretendard"/>
                <a:cs typeface="Pretendard"/>
              </a:defRPr>
            </a:lvl6pPr>
            <a:lvl7pPr algn="l">
              <a:defRPr sz="2400" b="1">
                <a:solidFill>
                  <a:srgbClr val="9FFF68"/>
                </a:solidFill>
                <a:latin typeface="Pretendard"/>
                <a:ea typeface="Pretendard"/>
                <a:cs typeface="Pretendard"/>
              </a:defRPr>
            </a:lvl7pPr>
            <a:lvl8pPr algn="l">
              <a:defRPr sz="2400" b="1">
                <a:solidFill>
                  <a:srgbClr val="9FFF68"/>
                </a:solidFill>
                <a:latin typeface="Pretendard"/>
                <a:ea typeface="Pretendard"/>
                <a:cs typeface="Pretendard"/>
              </a:defRPr>
            </a:lvl8pPr>
            <a:lvl9pPr algn="l">
              <a:defRPr sz="2400" b="1">
                <a:solidFill>
                  <a:srgbClr val="9FFF68"/>
                </a:solidFill>
                <a:latin typeface="Pretendard"/>
                <a:ea typeface="Pretendard"/>
                <a:cs typeface="Pretendard"/>
              </a:defRPr>
            </a:lvl9pPr>
          </a:lstStyle>
          <a:p xmlns:a="http://schemas.openxmlformats.org/drawingml/2006/main">
            <a:pPr algn="l">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1600988880"/>
      </p:ext>
    </p:extLst>
  </p:cSld>
</p:sld>
</file>

<file path=ppt/slides/slide3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7F15D5EB-C484-43DA-BFA1-77D119C3CFFD}"/>
              </a:ext>
            </a:extLst>
          </p:cNvPr>
          <p:cNvSpPr>
            <a:spLocks xmlns:a="http://schemas.openxmlformats.org/drawingml/2006/main" noGrp="1"/>
          </p:cNvSpPr>
          <p:nvPr/>
        </p:nvSpPr>
        <p:spPr>
          <a:xfrm xmlns:a="http://schemas.openxmlformats.org/drawingml/2006/main">
            <a:off x="2000250" y="4667250"/>
            <a:ext cx="14287500" cy="2190750"/>
          </a:xfrm>
          <a:prstGeom xmlns:a="http://schemas.openxmlformats.org/drawingml/2006/main" prst="roundRect">
            <a:avLst>
              <a:gd name="adj" fmla="val 7826"/>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186ECA4B-ED5F-4DFB-A813-286DD8594178}"/>
              </a:ext>
            </a:extLst>
          </p:cNvPr>
          <p:cNvPicPr>
            <a:picLocks xmlns:a="http://schemas.openxmlformats.org/drawingml/2006/main" noChangeAspect="1"/>
          </p:cNvPicPr>
          <p:nvPr/>
        </p:nvPicPr>
        <p:blipFill>
          <a:blip xmlns:r="http://schemas.openxmlformats.org/officeDocument/2006/relationships" xmlns:a="http://schemas.openxmlformats.org/drawingml/2006/main" r:embed="Rd4699719e6f9492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DE2A0B8-D96C-4183-B353-1E76AEBB8CC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F338D60-9D4B-4ABA-B6D2-8F852E9A4D7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B099B6F-8736-4DEA-9973-4ABFCD6B268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BD07944-6554-4346-89AF-772CD2D6C4A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7C7F3A23-9F6D-4426-B6BA-9ACB0DFEDE8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각 물질의 값에 반응 계수를 곱한다</a:t>
            </a:r>
          </a:p>
        </p:txBody>
      </p:sp>
      <p:pic>
        <p:nvPicPr>
          <p:cNvPr id="14" name="">
            <a:extLst xmlns:a="http://schemas.openxmlformats.org/drawingml/2006/main">
              <a:ext uri="{FF2B5EF4-FFF2-40B4-BE49-F238E27FC236}">
                <a16:creationId xmlns:a16="http://schemas.microsoft.com/office/drawing/2014/main" id="{7F353F33-1086-4742-9381-01F97A34B04C}"/>
              </a:ext>
            </a:extLst>
          </p:cNvPr>
          <p:cNvPicPr>
            <a:picLocks xmlns:a="http://schemas.openxmlformats.org/drawingml/2006/main" noChangeAspect="1"/>
          </p:cNvPicPr>
          <p:nvPr/>
        </p:nvPicPr>
        <p:blipFill>
          <a:blip xmlns:r="http://schemas.openxmlformats.org/officeDocument/2006/relationships" xmlns:a="http://schemas.openxmlformats.org/drawingml/2006/main" r:embed="Reba67fde13ba4268"/>
          <a:stretch xmlns:a="http://schemas.openxmlformats.org/drawingml/2006/main"/>
        </p:blipFill>
        <p:spPr>
          <a:xfrm xmlns:a="http://schemas.openxmlformats.org/drawingml/2006/main">
            <a:off x="5162848" y="4905375"/>
            <a:ext cx="7962305" cy="16668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5A3B351A-B9F6-4BA9-8C3F-050E4D332ACB}"/>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표준 생성 엔탈피는 물질 1 mol을 기준으로 한 값이다.</a:t>
            </a:r>
          </a:p>
        </p:txBody>
      </p:sp>
      <p:sp>
        <p:nvSpPr>
          <p:cNvPr id="17" name="">
            <a:extLst xmlns:a="http://schemas.openxmlformats.org/drawingml/2006/main">
              <a:ext uri="{FF2B5EF4-FFF2-40B4-BE49-F238E27FC236}">
                <a16:creationId xmlns:a16="http://schemas.microsoft.com/office/drawing/2014/main" id="{F3F1BDB8-3EBF-45E3-8028-11D7038519EA}"/>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CF92CFC1-4697-47B6-A7B9-BF778F9F734C}"/>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9" name="text">
            <a:extLst xmlns:a="http://schemas.openxmlformats.org/drawingml/2006/main">
              <a:ext uri="{FF2B5EF4-FFF2-40B4-BE49-F238E27FC236}">
                <a16:creationId xmlns:a16="http://schemas.microsoft.com/office/drawing/2014/main" id="{CB0C8462-AC45-4968-9C00-8E45B666F833}"/>
              </a:ext>
            </a:extLst>
          </p:cNvPr>
          <p:cNvSpPr>
            <a:spLocks xmlns:a="http://schemas.openxmlformats.org/drawingml/2006/main" noGrp="1"/>
          </p:cNvSpPr>
          <p:nvPr/>
        </p:nvSpPr>
        <p:spPr>
          <a:xfrm xmlns:a="http://schemas.openxmlformats.org/drawingml/2006/main">
            <a:off x="3333750" y="71437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계수로 생성되거나 반응하는 물질의 양을 반영한다.</a:t>
            </a:r>
          </a:p>
        </p:txBody>
      </p:sp>
      <p:sp>
        <p:nvSpPr>
          <p:cNvPr id="20" name="">
            <a:extLst xmlns:a="http://schemas.openxmlformats.org/drawingml/2006/main">
              <a:ext uri="{FF2B5EF4-FFF2-40B4-BE49-F238E27FC236}">
                <a16:creationId xmlns:a16="http://schemas.microsoft.com/office/drawing/2014/main" id="{D98CB620-689B-4FB3-9E20-1CB0682F9132}"/>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91AFB77A-20F5-4F97-8913-4113F42F1F6A}"/>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22" name="text">
            <a:extLst xmlns:a="http://schemas.openxmlformats.org/drawingml/2006/main">
              <a:ext uri="{FF2B5EF4-FFF2-40B4-BE49-F238E27FC236}">
                <a16:creationId xmlns:a16="http://schemas.microsoft.com/office/drawing/2014/main" id="{0E9BA155-1E22-4E27-9B5F-038055303D4E}"/>
              </a:ext>
            </a:extLst>
          </p:cNvPr>
          <p:cNvSpPr>
            <a:spLocks xmlns:a="http://schemas.openxmlformats.org/drawingml/2006/main" noGrp="1"/>
          </p:cNvSpPr>
          <p:nvPr/>
        </p:nvSpPr>
        <p:spPr>
          <a:xfrm xmlns:a="http://schemas.openxmlformats.org/drawingml/2006/main">
            <a:off x="3333750" y="78867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Σ는 각 물질에 대해 계산한 값을 모두 더한다는 뜻이다.</a:t>
            </a:r>
          </a:p>
        </p:txBody>
      </p:sp>
      <p:sp>
        <p:nvSpPr>
          <p:cNvPr id="23" name="">
            <a:extLst xmlns:a="http://schemas.openxmlformats.org/drawingml/2006/main">
              <a:ext uri="{FF2B5EF4-FFF2-40B4-BE49-F238E27FC236}">
                <a16:creationId xmlns:a16="http://schemas.microsoft.com/office/drawing/2014/main" id="{0EF6FD33-6CD7-482E-B580-F97B97945E8F}"/>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E8F099A4-B890-46C1-B7F4-E36064761942}"/>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
        <p:nvSpPr>
          <p:cNvPr id="25" name="text">
            <a:extLst xmlns:a="http://schemas.openxmlformats.org/drawingml/2006/main">
              <a:ext uri="{FF2B5EF4-FFF2-40B4-BE49-F238E27FC236}">
                <a16:creationId xmlns:a16="http://schemas.microsoft.com/office/drawing/2014/main" id="{A22AD930-77A1-4C2F-B091-6974570DEB4B}"/>
              </a:ext>
            </a:extLst>
          </p:cNvPr>
          <p:cNvSpPr>
            <a:spLocks xmlns:a="http://schemas.openxmlformats.org/drawingml/2006/main" noGrp="1"/>
          </p:cNvSpPr>
          <p:nvPr/>
        </p:nvSpPr>
        <p:spPr>
          <a:xfrm xmlns:a="http://schemas.openxmlformats.org/drawingml/2006/main">
            <a:off x="3333750" y="86296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9FFF68"/>
                </a:solidFill>
                <a:latin typeface="Pretendard"/>
                <a:ea typeface="Pretendard"/>
                <a:cs typeface="Pretendard"/>
              </a:defRPr>
            </a:defPPr>
            <a:lvl1pPr algn="l">
              <a:defRPr sz="2400" b="1">
                <a:solidFill>
                  <a:srgbClr val="9FFF68"/>
                </a:solidFill>
                <a:latin typeface="Pretendard"/>
                <a:ea typeface="Pretendard"/>
                <a:cs typeface="Pretendard"/>
              </a:defRPr>
            </a:lvl1pPr>
            <a:lvl2pPr algn="l">
              <a:defRPr sz="2400" b="1">
                <a:solidFill>
                  <a:srgbClr val="9FFF68"/>
                </a:solidFill>
                <a:latin typeface="Pretendard"/>
                <a:ea typeface="Pretendard"/>
                <a:cs typeface="Pretendard"/>
              </a:defRPr>
            </a:lvl2pPr>
            <a:lvl3pPr algn="l">
              <a:defRPr sz="2400" b="1">
                <a:solidFill>
                  <a:srgbClr val="9FFF68"/>
                </a:solidFill>
                <a:latin typeface="Pretendard"/>
                <a:ea typeface="Pretendard"/>
                <a:cs typeface="Pretendard"/>
              </a:defRPr>
            </a:lvl3pPr>
            <a:lvl4pPr algn="l">
              <a:defRPr sz="2400" b="1">
                <a:solidFill>
                  <a:srgbClr val="9FFF68"/>
                </a:solidFill>
                <a:latin typeface="Pretendard"/>
                <a:ea typeface="Pretendard"/>
                <a:cs typeface="Pretendard"/>
              </a:defRPr>
            </a:lvl4pPr>
            <a:lvl5pPr algn="l">
              <a:defRPr sz="2400" b="1">
                <a:solidFill>
                  <a:srgbClr val="9FFF68"/>
                </a:solidFill>
                <a:latin typeface="Pretendard"/>
                <a:ea typeface="Pretendard"/>
                <a:cs typeface="Pretendard"/>
              </a:defRPr>
            </a:lvl5pPr>
            <a:lvl6pPr algn="l">
              <a:defRPr sz="2400" b="1">
                <a:solidFill>
                  <a:srgbClr val="9FFF68"/>
                </a:solidFill>
                <a:latin typeface="Pretendard"/>
                <a:ea typeface="Pretendard"/>
                <a:cs typeface="Pretendard"/>
              </a:defRPr>
            </a:lvl6pPr>
            <a:lvl7pPr algn="l">
              <a:defRPr sz="2400" b="1">
                <a:solidFill>
                  <a:srgbClr val="9FFF68"/>
                </a:solidFill>
                <a:latin typeface="Pretendard"/>
                <a:ea typeface="Pretendard"/>
                <a:cs typeface="Pretendard"/>
              </a:defRPr>
            </a:lvl7pPr>
            <a:lvl8pPr algn="l">
              <a:defRPr sz="2400" b="1">
                <a:solidFill>
                  <a:srgbClr val="9FFF68"/>
                </a:solidFill>
                <a:latin typeface="Pretendard"/>
                <a:ea typeface="Pretendard"/>
                <a:cs typeface="Pretendard"/>
              </a:defRPr>
            </a:lvl8pPr>
            <a:lvl9pPr algn="l">
              <a:defRPr sz="2400" b="1">
                <a:solidFill>
                  <a:srgbClr val="9FFF68"/>
                </a:solidFill>
                <a:latin typeface="Pretendard"/>
                <a:ea typeface="Pretendard"/>
                <a:cs typeface="Pretendard"/>
              </a:defRPr>
            </a:lvl9pPr>
          </a:lstStyle>
          <a:p xmlns:a="http://schemas.openxmlformats.org/drawingml/2006/main">
            <a:pPr algn="l">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기준 원소 물질은 표준 생성 엔탈피가 0이다.</a:t>
            </a:r>
          </a:p>
        </p:txBody>
      </p:sp>
    </p:spTree>
    <p:extLst>
      <p:ext uri="{BB962C8B-B14F-4D97-AF65-F5344CB8AC3E}">
        <p14:creationId xmlns:p14="http://schemas.microsoft.com/office/powerpoint/2010/main" val="1896487318"/>
      </p:ext>
    </p:extLst>
  </p:cSld>
</p:sld>
</file>

<file path=ppt/slides/slide3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2E2AD5E-136A-42F9-9203-EDB4C27B143A}"/>
              </a:ext>
            </a:extLst>
          </p:cNvPr>
          <p:cNvPicPr>
            <a:picLocks xmlns:a="http://schemas.openxmlformats.org/drawingml/2006/main" noChangeAspect="1"/>
          </p:cNvPicPr>
          <p:nvPr/>
        </p:nvPicPr>
        <p:blipFill>
          <a:blip xmlns:r="http://schemas.openxmlformats.org/officeDocument/2006/relationships" xmlns:a="http://schemas.openxmlformats.org/drawingml/2006/main" r:embed="R50792f1eda114e5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B5CFEC7-FC9F-4FCA-AD1A-2D3F48BFD09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D1554BA-1A17-4444-B0D3-AD87DE9B14D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239DA666-F402-4E22-95CB-A4784BFF0CA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0181102-C43A-4EEE-AAE4-73B81F6CE15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C7EEBAE1-CFA7-478B-96F8-E7894980E97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3D8A2483-9EE3-4D48-9D65-FDC957AB1A03}"/>
              </a:ext>
            </a:extLst>
          </p:cNvPr>
          <p:cNvPicPr>
            <a:picLocks xmlns:a="http://schemas.openxmlformats.org/drawingml/2006/main" noChangeAspect="1"/>
          </p:cNvPicPr>
          <p:nvPr/>
        </p:nvPicPr>
        <p:blipFill>
          <a:blip xmlns:r="http://schemas.openxmlformats.org/officeDocument/2006/relationships" xmlns:a="http://schemas.openxmlformats.org/drawingml/2006/main" r:embed="R8b374062bca34a1c"/>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70F0F438-A64A-4B2C-902C-67A97BE7B62F}"/>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생성 엔탈피 (kJ/mol)</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1AA3FD09-51DB-4E92-A88B-E51FA7994948}"/>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8D2BE4A1-C834-4C5E-BB6F-03D06C493CDC}"/>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DE8A2E2F-3798-4763-99C1-3E03537CFC8C}"/>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B58901F0-F945-4D8D-BB8F-3E0B692535F4}"/>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7DD4A90E-0CFD-4BC4-A69E-E2729A642D30}"/>
              </a:ext>
            </a:extLst>
          </p:cNvPr>
          <p:cNvPicPr>
            <a:picLocks xmlns:a="http://schemas.openxmlformats.org/drawingml/2006/main" noChangeAspect="1"/>
          </p:cNvPicPr>
          <p:nvPr/>
        </p:nvPicPr>
        <p:blipFill>
          <a:blip xmlns:r="http://schemas.openxmlformats.org/officeDocument/2006/relationships" xmlns:a="http://schemas.openxmlformats.org/drawingml/2006/main" r:embed="R491d65ec87054491"/>
          <a:stretch xmlns:a="http://schemas.openxmlformats.org/drawingml/2006/main"/>
        </p:blipFill>
        <p:spPr>
          <a:xfrm xmlns:a="http://schemas.openxmlformats.org/drawingml/2006/main">
            <a:off x="4983611" y="7693917"/>
            <a:ext cx="8320777" cy="1090417"/>
          </a:xfrm>
          <a:prstGeom xmlns:a="http://schemas.openxmlformats.org/drawingml/2006/main" prst="rect">
            <a:avLst/>
          </a:prstGeom>
        </p:spPr>
      </p:pic>
    </p:spTree>
    <p:extLst>
      <p:ext uri="{BB962C8B-B14F-4D97-AF65-F5344CB8AC3E}">
        <p14:creationId xmlns:p14="http://schemas.microsoft.com/office/powerpoint/2010/main" val="1294282248"/>
      </p:ext>
    </p:extLst>
  </p:cSld>
</p:sld>
</file>

<file path=ppt/slides/slide3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C6DCB0B-D6A3-46A9-9AC5-0CC313116664}"/>
              </a:ext>
            </a:extLst>
          </p:cNvPr>
          <p:cNvPicPr>
            <a:picLocks xmlns:a="http://schemas.openxmlformats.org/drawingml/2006/main" noChangeAspect="1"/>
          </p:cNvPicPr>
          <p:nvPr/>
        </p:nvPicPr>
        <p:blipFill>
          <a:blip xmlns:r="http://schemas.openxmlformats.org/officeDocument/2006/relationships" xmlns:a="http://schemas.openxmlformats.org/drawingml/2006/main" r:embed="R874dc277a036432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2133E40-9FD1-47C2-B763-0A7C7F33D09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1BC87D4-219F-4B41-A108-33737860868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E0F1C5F-995C-404C-81A6-2056FC85961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B9F2D4C-462D-444F-9014-AC254E27169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454553BB-9DFF-44D0-84CC-D685C4FD550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물질의 표준 생성 엔탈피</a:t>
            </a:r>
          </a:p>
        </p:txBody>
      </p:sp>
      <p:sp>
        <p:nvSpPr>
          <p:cNvPr id="7" name="text">
            <a:extLst xmlns:a="http://schemas.openxmlformats.org/drawingml/2006/main">
              <a:ext uri="{FF2B5EF4-FFF2-40B4-BE49-F238E27FC236}">
                <a16:creationId xmlns:a16="http://schemas.microsoft.com/office/drawing/2014/main" id="{6AEF9933-56DC-4370-9230-A31C57488E52}"/>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 1기압에서 각 물질 1 mol이 생성되는 반응</a:t>
            </a:r>
          </a:p>
        </p:txBody>
      </p:sp>
      <p:pic>
        <p:nvPicPr>
          <p:cNvPr id="8" name="">
            <a:extLst xmlns:a="http://schemas.openxmlformats.org/drawingml/2006/main">
              <a:ext uri="{FF2B5EF4-FFF2-40B4-BE49-F238E27FC236}">
                <a16:creationId xmlns:a16="http://schemas.microsoft.com/office/drawing/2014/main" id="{4E3167FD-618A-4771-959E-4B0C0EE9F2EA}"/>
              </a:ext>
            </a:extLst>
          </p:cNvPr>
          <p:cNvPicPr>
            <a:picLocks xmlns:a="http://schemas.openxmlformats.org/drawingml/2006/main" noChangeAspect="1"/>
          </p:cNvPicPr>
          <p:nvPr/>
        </p:nvPicPr>
        <p:blipFill>
          <a:blip xmlns:r="http://schemas.openxmlformats.org/officeDocument/2006/relationships" xmlns:a="http://schemas.openxmlformats.org/drawingml/2006/main" r:embed="R42764376ffee4a4f"/>
          <a:stretch xmlns:a="http://schemas.openxmlformats.org/drawingml/2006/main"/>
        </p:blipFill>
        <p:spPr>
          <a:xfrm xmlns:a="http://schemas.openxmlformats.org/drawingml/2006/main">
            <a:off x="3150699" y="4667250"/>
            <a:ext cx="12558103" cy="43053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B9DE8DC0-0F33-46BF-A7C4-D9687453EF3D}"/>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BB035BFA-690C-4C18-9A46-FE6D8DB4FB5A}"/>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4" name="">
            <a:extLst xmlns:a="http://schemas.openxmlformats.org/drawingml/2006/main">
              <a:ext uri="{FF2B5EF4-FFF2-40B4-BE49-F238E27FC236}">
                <a16:creationId xmlns:a16="http://schemas.microsoft.com/office/drawing/2014/main" id="{D3912D19-B89C-4C39-A462-EBC88258ACD2}"/>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6761AF0B-73D8-4C62-A0EE-63AF166FB0BE}"/>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16" name="">
            <a:extLst xmlns:a="http://schemas.openxmlformats.org/drawingml/2006/main">
              <a:ext uri="{FF2B5EF4-FFF2-40B4-BE49-F238E27FC236}">
                <a16:creationId xmlns:a16="http://schemas.microsoft.com/office/drawing/2014/main" id="{CC824F4E-2A39-4DD6-A4D4-64E071667CD7}"/>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03B5B0B6-E5B3-4369-8124-85BAAD718257}"/>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Tree>
    <p:extLst>
      <p:ext uri="{BB962C8B-B14F-4D97-AF65-F5344CB8AC3E}">
        <p14:creationId xmlns:p14="http://schemas.microsoft.com/office/powerpoint/2010/main" val="1285742776"/>
      </p:ext>
    </p:extLst>
  </p:cSld>
</p:sld>
</file>

<file path=ppt/slides/slide3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v34 내용 영역">
            <a:extLst xmlns:a="http://schemas.openxmlformats.org/drawingml/2006/main">
              <a:ext uri="{FF2B5EF4-FFF2-40B4-BE49-F238E27FC236}">
                <a16:creationId xmlns:a16="http://schemas.microsoft.com/office/drawing/2014/main" id="{D055B148-F23E-4FEB-9272-C0DE4CF5414F}"/>
              </a:ext>
            </a:extLst>
          </p:cNvPr>
          <p:cNvSpPr>
            <a:spLocks xmlns:a="http://schemas.openxmlformats.org/drawingml/2006/main" noGrp="1"/>
          </p:cNvSpPr>
          <p:nvPr/>
        </p:nvSpPr>
        <p:spPr>
          <a:xfrm xmlns:a="http://schemas.openxmlformats.org/drawingml/2006/main">
            <a:off x="1333500" y="4524375"/>
            <a:ext cx="11144250" cy="4667250"/>
          </a:xfrm>
          <a:prstGeom xmlns:a="http://schemas.openxmlformats.org/drawingml/2006/main" prst="roundRect">
            <a:avLst>
              <a:gd name="adj" fmla="val 3673"/>
            </a:avLst>
          </a:prstGeom>
          <a:solidFill xmlns:a="http://schemas.openxmlformats.org/drawingml/2006/main">
            <a:srgbClr val="242424"/>
          </a:solidFill>
          <a:ln xmlns:a="http://schemas.openxmlformats.org/drawingml/2006/main" w="0">
            <a:noFill/>
          </a:ln>
        </p:spPr>
      </p:sp>
      <p:pic>
        <p:nvPicPr>
          <p:cNvPr id="16" name="">
            <a:extLst xmlns:a="http://schemas.openxmlformats.org/drawingml/2006/main">
              <a:ext uri="{FF2B5EF4-FFF2-40B4-BE49-F238E27FC236}">
                <a16:creationId xmlns:a16="http://schemas.microsoft.com/office/drawing/2014/main" id="{D5B848ED-E8DB-43B8-942B-3C34384CDA62}"/>
              </a:ext>
            </a:extLst>
          </p:cNvPr>
          <p:cNvPicPr>
            <a:picLocks xmlns:a="http://schemas.openxmlformats.org/drawingml/2006/main" noChangeAspect="1"/>
          </p:cNvPicPr>
          <p:nvPr/>
        </p:nvPicPr>
        <p:blipFill>
          <a:blip xmlns:r="http://schemas.openxmlformats.org/officeDocument/2006/relationships" xmlns:a="http://schemas.openxmlformats.org/drawingml/2006/main" r:embed="R4ea57237427a402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AB79803-3848-4853-BD2B-D96F1583238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9E5618A-1357-4D6B-854C-0111FCAF92C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A716BD5-16CE-4719-8273-4B6F6D44E7C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1E76E58-A962-41FB-BE96-C76546367DD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4B2253E9-E7AD-4C42-BB47-F014381DE9B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반응을 조합하면 메테인 연소 반응</a:t>
            </a:r>
          </a:p>
        </p:txBody>
      </p:sp>
      <p:pic>
        <p:nvPicPr>
          <p:cNvPr id="7" name="">
            <a:extLst xmlns:a="http://schemas.openxmlformats.org/drawingml/2006/main">
              <a:ext uri="{FF2B5EF4-FFF2-40B4-BE49-F238E27FC236}">
                <a16:creationId xmlns:a16="http://schemas.microsoft.com/office/drawing/2014/main" id="{77F519A7-22DB-4431-B125-C61B688ADD33}"/>
              </a:ext>
            </a:extLst>
          </p:cNvPr>
          <p:cNvPicPr>
            <a:picLocks xmlns:a="http://schemas.openxmlformats.org/drawingml/2006/main" noChangeAspect="1"/>
          </p:cNvPicPr>
          <p:nvPr/>
        </p:nvPicPr>
        <p:blipFill>
          <a:blip xmlns:r="http://schemas.openxmlformats.org/officeDocument/2006/relationships" xmlns:a="http://schemas.openxmlformats.org/drawingml/2006/main" r:embed="Ra514be685bd947f6"/>
          <a:stretch xmlns:a="http://schemas.openxmlformats.org/drawingml/2006/main"/>
        </p:blipFill>
        <p:spPr>
          <a:xfrm xmlns:a="http://schemas.openxmlformats.org/drawingml/2006/main">
            <a:off x="1734270" y="4810125"/>
            <a:ext cx="10342710" cy="4136041"/>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995F5120-C893-41CC-994A-ECA01EBC62E5}"/>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생성물의 생성 반응을 더하고, 메테인의 생성 반응을 뒤집는다.</a:t>
            </a:r>
          </a:p>
        </p:txBody>
      </p:sp>
      <p:sp>
        <p:nvSpPr>
          <p:cNvPr id="10" name="text">
            <a:extLst xmlns:a="http://schemas.openxmlformats.org/drawingml/2006/main">
              <a:ext uri="{FF2B5EF4-FFF2-40B4-BE49-F238E27FC236}">
                <a16:creationId xmlns:a16="http://schemas.microsoft.com/office/drawing/2014/main" id="{5827C38D-817B-42AF-8D99-FCB9BE8ADCB4}"/>
              </a:ext>
            </a:extLst>
          </p:cNvPr>
          <p:cNvSpPr>
            <a:spLocks xmlns:a="http://schemas.openxmlformats.org/drawingml/2006/main" noGrp="1"/>
          </p:cNvSpPr>
          <p:nvPr/>
        </p:nvSpPr>
        <p:spPr>
          <a:xfrm xmlns:a="http://schemas.openxmlformats.org/drawingml/2006/main">
            <a:off x="12954000" y="476250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이산화 탄소 생성</a:t>
            </a:r>
          </a:p>
        </p:txBody>
      </p:sp>
      <p:sp>
        <p:nvSpPr>
          <p:cNvPr id="11" name="text">
            <a:extLst xmlns:a="http://schemas.openxmlformats.org/drawingml/2006/main">
              <a:ext uri="{FF2B5EF4-FFF2-40B4-BE49-F238E27FC236}">
                <a16:creationId xmlns:a16="http://schemas.microsoft.com/office/drawing/2014/main" id="{D99A25CA-59C6-4301-8DB8-ADB586F5828B}"/>
              </a:ext>
            </a:extLst>
          </p:cNvPr>
          <p:cNvSpPr>
            <a:spLocks xmlns:a="http://schemas.openxmlformats.org/drawingml/2006/main" noGrp="1"/>
          </p:cNvSpPr>
          <p:nvPr/>
        </p:nvSpPr>
        <p:spPr>
          <a:xfrm xmlns:a="http://schemas.openxmlformats.org/drawingml/2006/main">
            <a:off x="12954000" y="53816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②를 그대로 사용한다.</a:t>
            </a:r>
          </a:p>
        </p:txBody>
      </p:sp>
      <p:sp>
        <p:nvSpPr>
          <p:cNvPr id="12" name="text">
            <a:extLst xmlns:a="http://schemas.openxmlformats.org/drawingml/2006/main">
              <a:ext uri="{FF2B5EF4-FFF2-40B4-BE49-F238E27FC236}">
                <a16:creationId xmlns:a16="http://schemas.microsoft.com/office/drawing/2014/main" id="{256874E4-6D7C-4476-959C-1FA9EC50D434}"/>
              </a:ext>
            </a:extLst>
          </p:cNvPr>
          <p:cNvSpPr>
            <a:spLocks xmlns:a="http://schemas.openxmlformats.org/drawingml/2006/main" noGrp="1"/>
          </p:cNvSpPr>
          <p:nvPr/>
        </p:nvSpPr>
        <p:spPr>
          <a:xfrm xmlns:a="http://schemas.openxmlformats.org/drawingml/2006/main">
            <a:off x="12954000" y="619125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물 2 mol 생성</a:t>
            </a:r>
          </a:p>
        </p:txBody>
      </p:sp>
      <p:sp>
        <p:nvSpPr>
          <p:cNvPr id="13" name="text">
            <a:extLst xmlns:a="http://schemas.openxmlformats.org/drawingml/2006/main">
              <a:ext uri="{FF2B5EF4-FFF2-40B4-BE49-F238E27FC236}">
                <a16:creationId xmlns:a16="http://schemas.microsoft.com/office/drawing/2014/main" id="{8ACBD013-3E95-4C11-A48F-ECC8203181A7}"/>
              </a:ext>
            </a:extLst>
          </p:cNvPr>
          <p:cNvSpPr>
            <a:spLocks xmlns:a="http://schemas.openxmlformats.org/drawingml/2006/main" noGrp="1"/>
          </p:cNvSpPr>
          <p:nvPr/>
        </p:nvSpPr>
        <p:spPr>
          <a:xfrm xmlns:a="http://schemas.openxmlformats.org/drawingml/2006/main">
            <a:off x="12954000" y="681037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③을 2배한다.</a:t>
            </a:r>
          </a:p>
        </p:txBody>
      </p:sp>
      <p:sp>
        <p:nvSpPr>
          <p:cNvPr id="14" name="text">
            <a:extLst xmlns:a="http://schemas.openxmlformats.org/drawingml/2006/main">
              <a:ext uri="{FF2B5EF4-FFF2-40B4-BE49-F238E27FC236}">
                <a16:creationId xmlns:a16="http://schemas.microsoft.com/office/drawing/2014/main" id="{2985547C-233D-42D9-BA24-43DD0D1FF0BE}"/>
              </a:ext>
            </a:extLst>
          </p:cNvPr>
          <p:cNvSpPr>
            <a:spLocks xmlns:a="http://schemas.openxmlformats.org/drawingml/2006/main" noGrp="1"/>
          </p:cNvSpPr>
          <p:nvPr/>
        </p:nvSpPr>
        <p:spPr>
          <a:xfrm xmlns:a="http://schemas.openxmlformats.org/drawingml/2006/main">
            <a:off x="12954000" y="762000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메테인 분해</a:t>
            </a:r>
          </a:p>
        </p:txBody>
      </p:sp>
      <p:sp>
        <p:nvSpPr>
          <p:cNvPr id="15" name="text">
            <a:extLst xmlns:a="http://schemas.openxmlformats.org/drawingml/2006/main">
              <a:ext uri="{FF2B5EF4-FFF2-40B4-BE49-F238E27FC236}">
                <a16:creationId xmlns:a16="http://schemas.microsoft.com/office/drawing/2014/main" id="{F1675F69-D750-480F-9356-5A306DAC138B}"/>
              </a:ext>
            </a:extLst>
          </p:cNvPr>
          <p:cNvSpPr>
            <a:spLocks xmlns:a="http://schemas.openxmlformats.org/drawingml/2006/main" noGrp="1"/>
          </p:cNvSpPr>
          <p:nvPr/>
        </p:nvSpPr>
        <p:spPr>
          <a:xfrm xmlns:a="http://schemas.openxmlformats.org/drawingml/2006/main">
            <a:off x="12954000" y="82391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①을 뒤집어 뺀다.</a:t>
            </a:r>
          </a:p>
        </p:txBody>
      </p:sp>
    </p:spTree>
    <p:extLst>
      <p:ext uri="{BB962C8B-B14F-4D97-AF65-F5344CB8AC3E}">
        <p14:creationId xmlns:p14="http://schemas.microsoft.com/office/powerpoint/2010/main" val="1564616641"/>
      </p:ext>
    </p:extLst>
  </p:cSld>
</p:sld>
</file>

<file path=ppt/slides/slide4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271BDB82-1AB1-448C-92E8-9627F8FEF99A}"/>
              </a:ext>
            </a:extLst>
          </p:cNvPr>
          <p:cNvSpPr>
            <a:spLocks xmlns:a="http://schemas.openxmlformats.org/drawingml/2006/main" noGrp="1"/>
          </p:cNvSpPr>
          <p:nvPr/>
        </p:nvSpPr>
        <p:spPr>
          <a:xfrm xmlns:a="http://schemas.openxmlformats.org/drawingml/2006/main">
            <a:off x="1905000" y="4762500"/>
            <a:ext cx="6953250" cy="2571750"/>
          </a:xfrm>
          <a:prstGeom xmlns:a="http://schemas.openxmlformats.org/drawingml/2006/main" prst="roundRect">
            <a:avLst>
              <a:gd name="adj" fmla="val 666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68AEB859-B2F3-460C-BA28-A1BCF74F953C}"/>
              </a:ext>
            </a:extLst>
          </p:cNvPr>
          <p:cNvPicPr>
            <a:picLocks xmlns:a="http://schemas.openxmlformats.org/drawingml/2006/main" noChangeAspect="1"/>
          </p:cNvPicPr>
          <p:nvPr/>
        </p:nvPicPr>
        <p:blipFill>
          <a:blip xmlns:r="http://schemas.openxmlformats.org/officeDocument/2006/relationships" xmlns:a="http://schemas.openxmlformats.org/drawingml/2006/main" r:embed="Rb81ae065d45e4d9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829C39D-79BE-4B1A-9038-1431B92913B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698C1E7-5270-45E4-A52C-EFD26F754C9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6AA971C-1B75-4C78-B40E-050611F58F9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7D7ECD7-C029-4C24-A253-B40F46678D7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279FE2F0-FF02-4693-B87D-A5BA69A969E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물질의 안정성 비교</a:t>
            </a:r>
          </a:p>
        </p:txBody>
      </p:sp>
      <p:pic>
        <p:nvPicPr>
          <p:cNvPr id="9" name="">
            <a:extLst xmlns:a="http://schemas.openxmlformats.org/drawingml/2006/main">
              <a:ext uri="{FF2B5EF4-FFF2-40B4-BE49-F238E27FC236}">
                <a16:creationId xmlns:a16="http://schemas.microsoft.com/office/drawing/2014/main" id="{E8BDFF59-647F-49BC-BCF2-D9D0349385CD}"/>
              </a:ext>
            </a:extLst>
          </p:cNvPr>
          <p:cNvPicPr>
            <a:picLocks xmlns:a="http://schemas.openxmlformats.org/drawingml/2006/main" noChangeAspect="1"/>
          </p:cNvPicPr>
          <p:nvPr/>
        </p:nvPicPr>
        <p:blipFill>
          <a:blip xmlns:r="http://schemas.openxmlformats.org/officeDocument/2006/relationships" xmlns:a="http://schemas.openxmlformats.org/drawingml/2006/main" r:embed="Rf5fa5e7a36ea4dd6"/>
          <a:stretch xmlns:a="http://schemas.openxmlformats.org/drawingml/2006/main"/>
        </p:blipFill>
        <p:spPr>
          <a:xfrm xmlns:a="http://schemas.openxmlformats.org/drawingml/2006/main">
            <a:off x="9429750" y="5173531"/>
            <a:ext cx="7143750" cy="606688"/>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0094799A-0B96-4E04-8658-1A197F5E60B7}"/>
              </a:ext>
            </a:extLst>
          </p:cNvPr>
          <p:cNvPicPr>
            <a:picLocks xmlns:a="http://schemas.openxmlformats.org/drawingml/2006/main" noChangeAspect="1"/>
          </p:cNvPicPr>
          <p:nvPr/>
        </p:nvPicPr>
        <p:blipFill>
          <a:blip xmlns:r="http://schemas.openxmlformats.org/officeDocument/2006/relationships" xmlns:a="http://schemas.openxmlformats.org/drawingml/2006/main" r:embed="Re48675a3d58b4dad"/>
          <a:stretch xmlns:a="http://schemas.openxmlformats.org/drawingml/2006/main"/>
        </p:blipFill>
        <p:spPr>
          <a:xfrm xmlns:a="http://schemas.openxmlformats.org/drawingml/2006/main">
            <a:off x="11079598" y="6553095"/>
            <a:ext cx="3844054" cy="1086060"/>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DF6E44B1-2F47-4085-9DAB-BAA5440A3E0A}"/>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25°C에서 액체 물은 수증기보다 엔탈피가 낮아 더 안정하다.</a:t>
            </a:r>
          </a:p>
        </p:txBody>
      </p:sp>
      <p:sp>
        <p:nvSpPr>
          <p:cNvPr id="17" name="text">
            <a:extLst xmlns:a="http://schemas.openxmlformats.org/drawingml/2006/main">
              <a:ext uri="{FF2B5EF4-FFF2-40B4-BE49-F238E27FC236}">
                <a16:creationId xmlns:a16="http://schemas.microsoft.com/office/drawing/2014/main" id="{3F603B44-C6C7-4353-BA37-AF2223160B05}"/>
              </a:ext>
            </a:extLst>
          </p:cNvPr>
          <p:cNvSpPr>
            <a:spLocks xmlns:a="http://schemas.openxmlformats.org/drawingml/2006/main" noGrp="1"/>
          </p:cNvSpPr>
          <p:nvPr/>
        </p:nvSpPr>
        <p:spPr>
          <a:xfrm xmlns:a="http://schemas.openxmlformats.org/drawingml/2006/main">
            <a:off x="2190750" y="4953000"/>
            <a:ext cx="28575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8CF6DFAA-D899-474A-A009-B96B63F7796B}"/>
              </a:ext>
            </a:extLst>
          </p:cNvPr>
          <p:cNvSpPr>
            <a:spLocks xmlns:a="http://schemas.openxmlformats.org/drawingml/2006/main" noGrp="1"/>
          </p:cNvSpPr>
          <p:nvPr/>
        </p:nvSpPr>
        <p:spPr>
          <a:xfrm xmlns:a="http://schemas.openxmlformats.org/drawingml/2006/main">
            <a:off x="5524500" y="4953000"/>
            <a:ext cx="2857500" cy="52387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9794690C-53C9-4F6B-9847-4DDAB7DFD96D}"/>
              </a:ext>
            </a:extLst>
          </p:cNvPr>
          <p:cNvSpPr>
            <a:spLocks xmlns:a="http://schemas.openxmlformats.org/drawingml/2006/main" noGrp="1"/>
          </p:cNvSpPr>
          <p:nvPr/>
        </p:nvSpPr>
        <p:spPr>
          <a:xfrm xmlns:a="http://schemas.openxmlformats.org/drawingml/2006/main">
            <a:off x="219075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−285.8 kJ/mol</a:t>
            </a:r>
          </a:p>
        </p:txBody>
      </p:sp>
      <p:sp>
        <p:nvSpPr>
          <p:cNvPr id="20" name="text">
            <a:extLst xmlns:a="http://schemas.openxmlformats.org/drawingml/2006/main">
              <a:ext uri="{FF2B5EF4-FFF2-40B4-BE49-F238E27FC236}">
                <a16:creationId xmlns:a16="http://schemas.microsoft.com/office/drawing/2014/main" id="{11D418CF-7A31-4084-8810-E3B10E58A130}"/>
              </a:ext>
            </a:extLst>
          </p:cNvPr>
          <p:cNvSpPr>
            <a:spLocks xmlns:a="http://schemas.openxmlformats.org/drawingml/2006/main" noGrp="1"/>
          </p:cNvSpPr>
          <p:nvPr/>
        </p:nvSpPr>
        <p:spPr>
          <a:xfrm xmlns:a="http://schemas.openxmlformats.org/drawingml/2006/main">
            <a:off x="552450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−241.8 kJ/mol</a:t>
            </a:r>
          </a:p>
        </p:txBody>
      </p:sp>
      <p:sp>
        <p:nvSpPr>
          <p:cNvPr id="21" name="text">
            <a:extLst xmlns:a="http://schemas.openxmlformats.org/drawingml/2006/main">
              <a:ext uri="{FF2B5EF4-FFF2-40B4-BE49-F238E27FC236}">
                <a16:creationId xmlns:a16="http://schemas.microsoft.com/office/drawing/2014/main" id="{D578C40F-5795-40FD-9A37-7676C776877A}"/>
              </a:ext>
            </a:extLst>
          </p:cNvPr>
          <p:cNvSpPr>
            <a:spLocks xmlns:a="http://schemas.openxmlformats.org/drawingml/2006/main" noGrp="1"/>
          </p:cNvSpPr>
          <p:nvPr/>
        </p:nvSpPr>
        <p:spPr>
          <a:xfrm xmlns:a="http://schemas.openxmlformats.org/drawingml/2006/main">
            <a:off x="2190750" y="66675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a:solidFill>
                  <a:srgbClr val="BBBBBB"/>
                </a:solidFill>
                <a:latin typeface="Pretendard"/>
                <a:ea typeface="Pretendard"/>
                <a:cs typeface="Pretendard"/>
              </a:defRPr>
            </a:defPPr>
            <a:lvl1pPr algn="ctr">
              <a:defRPr sz="2175" b="0">
                <a:solidFill>
                  <a:srgbClr val="BBBBBB"/>
                </a:solidFill>
                <a:latin typeface="Pretendard"/>
                <a:ea typeface="Pretendard"/>
                <a:cs typeface="Pretendard"/>
              </a:defRPr>
            </a:lvl1pPr>
            <a:lvl2pPr algn="ctr">
              <a:defRPr sz="2175" b="0">
                <a:solidFill>
                  <a:srgbClr val="BBBBBB"/>
                </a:solidFill>
                <a:latin typeface="Pretendard"/>
                <a:ea typeface="Pretendard"/>
                <a:cs typeface="Pretendard"/>
              </a:defRPr>
            </a:lvl2pPr>
            <a:lvl3pPr algn="ctr">
              <a:defRPr sz="2175" b="0">
                <a:solidFill>
                  <a:srgbClr val="BBBBBB"/>
                </a:solidFill>
                <a:latin typeface="Pretendard"/>
                <a:ea typeface="Pretendard"/>
                <a:cs typeface="Pretendard"/>
              </a:defRPr>
            </a:lvl3pPr>
            <a:lvl4pPr algn="ctr">
              <a:defRPr sz="2175" b="0">
                <a:solidFill>
                  <a:srgbClr val="BBBBBB"/>
                </a:solidFill>
                <a:latin typeface="Pretendard"/>
                <a:ea typeface="Pretendard"/>
                <a:cs typeface="Pretendard"/>
              </a:defRPr>
            </a:lvl4pPr>
            <a:lvl5pPr algn="ctr">
              <a:defRPr sz="2175" b="0">
                <a:solidFill>
                  <a:srgbClr val="BBBBBB"/>
                </a:solidFill>
                <a:latin typeface="Pretendard"/>
                <a:ea typeface="Pretendard"/>
                <a:cs typeface="Pretendard"/>
              </a:defRPr>
            </a:lvl5pPr>
            <a:lvl6pPr algn="ctr">
              <a:defRPr sz="2175" b="0">
                <a:solidFill>
                  <a:srgbClr val="BBBBBB"/>
                </a:solidFill>
                <a:latin typeface="Pretendard"/>
                <a:ea typeface="Pretendard"/>
                <a:cs typeface="Pretendard"/>
              </a:defRPr>
            </a:lvl6pPr>
            <a:lvl7pPr algn="ctr">
              <a:defRPr sz="2175" b="0">
                <a:solidFill>
                  <a:srgbClr val="BBBBBB"/>
                </a:solidFill>
                <a:latin typeface="Pretendard"/>
                <a:ea typeface="Pretendard"/>
                <a:cs typeface="Pretendard"/>
              </a:defRPr>
            </a:lvl7pPr>
            <a:lvl8pPr algn="ctr">
              <a:defRPr sz="2175" b="0">
                <a:solidFill>
                  <a:srgbClr val="BBBBBB"/>
                </a:solidFill>
                <a:latin typeface="Pretendard"/>
                <a:ea typeface="Pretendard"/>
                <a:cs typeface="Pretendard"/>
              </a:defRPr>
            </a:lvl8pPr>
            <a:lvl9pPr algn="ctr">
              <a:defRPr sz="2175" b="0">
                <a:solidFill>
                  <a:srgbClr val="BBBBBB"/>
                </a:solidFill>
                <a:latin typeface="Pretendard"/>
                <a:ea typeface="Pretendard"/>
                <a:cs typeface="Pretendard"/>
              </a:defRPr>
            </a:lvl9pPr>
          </a:lstStyle>
          <a:p xmlns:a="http://schemas.openxmlformats.org/drawingml/2006/main">
            <a:pPr algn="ctr">
              <a:defRPr sz="2175" b="0">
                <a:solidFill>
                  <a:srgbClr val="BBBBBB"/>
                </a:solidFill>
                <a:latin typeface="Pretendard"/>
                <a:ea typeface="Pretendard"/>
                <a:cs typeface="Pretendard"/>
              </a:defRPr>
            </a:pPr>
            <a:r>
              <a:rPr sz="2175" b="0">
                <a:solidFill>
                  <a:srgbClr val="BBBBBB"/>
                </a:solidFill>
                <a:latin typeface="Pretendard"/>
                <a:ea typeface="Pretendard"/>
                <a:cs typeface="Pretendard"/>
              </a:rPr>
              <a:t>표준 생성 엔탈피 비교</a:t>
            </a:r>
          </a:p>
        </p:txBody>
      </p:sp>
      <p:sp>
        <p:nvSpPr>
          <p:cNvPr id="22" name="text">
            <a:extLst xmlns:a="http://schemas.openxmlformats.org/drawingml/2006/main">
              <a:ext uri="{FF2B5EF4-FFF2-40B4-BE49-F238E27FC236}">
                <a16:creationId xmlns:a16="http://schemas.microsoft.com/office/drawing/2014/main" id="{FB8D935C-7384-4502-BF4D-33429D740673}"/>
              </a:ext>
            </a:extLst>
          </p:cNvPr>
          <p:cNvSpPr>
            <a:spLocks xmlns:a="http://schemas.openxmlformats.org/drawingml/2006/main" noGrp="1"/>
          </p:cNvSpPr>
          <p:nvPr/>
        </p:nvSpPr>
        <p:spPr>
          <a:xfrm xmlns:a="http://schemas.openxmlformats.org/drawingml/2006/main">
            <a:off x="1905000" y="8096250"/>
            <a:ext cx="1447800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물을 수증기로 바꾸려면 열이 필요하다</a:t>
            </a:r>
          </a:p>
        </p:txBody>
      </p:sp>
    </p:spTree>
    <p:extLst>
      <p:ext uri="{BB962C8B-B14F-4D97-AF65-F5344CB8AC3E}">
        <p14:creationId xmlns:p14="http://schemas.microsoft.com/office/powerpoint/2010/main" val="1294937469"/>
      </p:ext>
    </p:extLst>
  </p:cSld>
</p:sld>
</file>

<file path=ppt/slides/slide4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A0FF8404-B89A-49BE-8FED-2D7E647FBD4F}"/>
              </a:ext>
            </a:extLst>
          </p:cNvPr>
          <p:cNvSpPr>
            <a:spLocks xmlns:a="http://schemas.openxmlformats.org/drawingml/2006/main" noGrp="1"/>
          </p:cNvSpPr>
          <p:nvPr/>
        </p:nvSpPr>
        <p:spPr>
          <a:xfrm xmlns:a="http://schemas.openxmlformats.org/drawingml/2006/main">
            <a:off x="11868150" y="4572000"/>
            <a:ext cx="4210050" cy="277368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DB3B9AE1-D76F-4BFF-A421-5AF5C6D4BA5B}"/>
              </a:ext>
            </a:extLst>
          </p:cNvPr>
          <p:cNvSpPr>
            <a:spLocks xmlns:a="http://schemas.openxmlformats.org/drawingml/2006/main" noGrp="1"/>
          </p:cNvSpPr>
          <p:nvPr/>
        </p:nvSpPr>
        <p:spPr>
          <a:xfrm xmlns:a="http://schemas.openxmlformats.org/drawingml/2006/main">
            <a:off x="7038975" y="4572000"/>
            <a:ext cx="4210050" cy="277368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CFC7B66D-A6BF-44DE-99DA-F58A3AD7AF45}"/>
              </a:ext>
            </a:extLst>
          </p:cNvPr>
          <p:cNvSpPr>
            <a:spLocks xmlns:a="http://schemas.openxmlformats.org/drawingml/2006/main" noGrp="1"/>
          </p:cNvSpPr>
          <p:nvPr/>
        </p:nvSpPr>
        <p:spPr>
          <a:xfrm xmlns:a="http://schemas.openxmlformats.org/drawingml/2006/main">
            <a:off x="2209800" y="4572000"/>
            <a:ext cx="4210050" cy="277368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pic>
        <p:nvPicPr>
          <p:cNvPr id="20" name="">
            <a:extLst xmlns:a="http://schemas.openxmlformats.org/drawingml/2006/main">
              <a:ext uri="{FF2B5EF4-FFF2-40B4-BE49-F238E27FC236}">
                <a16:creationId xmlns:a16="http://schemas.microsoft.com/office/drawing/2014/main" id="{89C4EEBB-AD05-4560-9686-1D10B85A7850}"/>
              </a:ext>
            </a:extLst>
          </p:cNvPr>
          <p:cNvPicPr>
            <a:picLocks xmlns:a="http://schemas.openxmlformats.org/drawingml/2006/main" noChangeAspect="1"/>
          </p:cNvPicPr>
          <p:nvPr/>
        </p:nvPicPr>
        <p:blipFill>
          <a:blip xmlns:r="http://schemas.openxmlformats.org/officeDocument/2006/relationships" xmlns:a="http://schemas.openxmlformats.org/drawingml/2006/main" r:embed="R73dcf297b8c0482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90E9AD9-09F5-4625-979E-13146D5DCBC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1A868A2-FB4E-496E-ABC5-ACA6995DF51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F313E046-9A13-4C2B-BCFA-E57B764F4BBC}"/>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EA805ED-C3AD-4BD1-B989-654CE81878FA}"/>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계산 확인</a:t>
            </a:r>
          </a:p>
        </p:txBody>
      </p:sp>
      <p:sp>
        <p:nvSpPr>
          <p:cNvPr id="6" name="text">
            <a:extLst xmlns:a="http://schemas.openxmlformats.org/drawingml/2006/main">
              <a:ext uri="{FF2B5EF4-FFF2-40B4-BE49-F238E27FC236}">
                <a16:creationId xmlns:a16="http://schemas.microsoft.com/office/drawing/2014/main" id="{D1837635-C430-4417-81EB-9AB0D405E0B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 엔탈피 계산에서 확인할 세 가지</a:t>
            </a:r>
          </a:p>
        </p:txBody>
      </p:sp>
      <p:sp>
        <p:nvSpPr>
          <p:cNvPr id="8" name="text">
            <a:extLst xmlns:a="http://schemas.openxmlformats.org/drawingml/2006/main">
              <a:ext uri="{FF2B5EF4-FFF2-40B4-BE49-F238E27FC236}">
                <a16:creationId xmlns:a16="http://schemas.microsoft.com/office/drawing/2014/main" id="{5BD667B1-0CCB-4F95-91AC-785FDF0FA8A3}"/>
              </a:ext>
            </a:extLst>
          </p:cNvPr>
          <p:cNvSpPr>
            <a:spLocks xmlns:a="http://schemas.openxmlformats.org/drawingml/2006/main" noGrp="1"/>
          </p:cNvSpPr>
          <p:nvPr/>
        </p:nvSpPr>
        <p:spPr>
          <a:xfrm xmlns:a="http://schemas.openxmlformats.org/drawingml/2006/main">
            <a:off x="245745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생성되는 양</a:t>
            </a:r>
          </a:p>
        </p:txBody>
      </p:sp>
      <p:sp>
        <p:nvSpPr>
          <p:cNvPr id="9" name="text">
            <a:extLst xmlns:a="http://schemas.openxmlformats.org/drawingml/2006/main">
              <a:ext uri="{FF2B5EF4-FFF2-40B4-BE49-F238E27FC236}">
                <a16:creationId xmlns:a16="http://schemas.microsoft.com/office/drawing/2014/main" id="{66DF4CBC-CB8C-465E-A650-35FB15FF8265}"/>
              </a:ext>
            </a:extLst>
          </p:cNvPr>
          <p:cNvSpPr>
            <a:spLocks xmlns:a="http://schemas.openxmlformats.org/drawingml/2006/main" noGrp="1"/>
          </p:cNvSpPr>
          <p:nvPr/>
        </p:nvSpPr>
        <p:spPr>
          <a:xfrm xmlns:a="http://schemas.openxmlformats.org/drawingml/2006/main">
            <a:off x="245745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1 mol</a:t>
            </a:r>
          </a:p>
        </p:txBody>
      </p:sp>
      <p:sp>
        <p:nvSpPr>
          <p:cNvPr id="10" name="text">
            <a:extLst xmlns:a="http://schemas.openxmlformats.org/drawingml/2006/main">
              <a:ext uri="{FF2B5EF4-FFF2-40B4-BE49-F238E27FC236}">
                <a16:creationId xmlns:a16="http://schemas.microsoft.com/office/drawing/2014/main" id="{AF2CD248-6C91-4A10-B834-88C06346DBD1}"/>
              </a:ext>
            </a:extLst>
          </p:cNvPr>
          <p:cNvSpPr>
            <a:spLocks xmlns:a="http://schemas.openxmlformats.org/drawingml/2006/main" noGrp="1"/>
          </p:cNvSpPr>
          <p:nvPr/>
        </p:nvSpPr>
        <p:spPr>
          <a:xfrm xmlns:a="http://schemas.openxmlformats.org/drawingml/2006/main">
            <a:off x="2457450"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생성되는 물질 1 mol을</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기준으로 한다.</a:t>
            </a:r>
          </a:p>
        </p:txBody>
      </p:sp>
      <p:sp>
        <p:nvSpPr>
          <p:cNvPr id="12" name="text">
            <a:extLst xmlns:a="http://schemas.openxmlformats.org/drawingml/2006/main">
              <a:ext uri="{FF2B5EF4-FFF2-40B4-BE49-F238E27FC236}">
                <a16:creationId xmlns:a16="http://schemas.microsoft.com/office/drawing/2014/main" id="{4E8EE619-9AE2-426D-BA5F-4EA858DEE828}"/>
              </a:ext>
            </a:extLst>
          </p:cNvPr>
          <p:cNvSpPr>
            <a:spLocks xmlns:a="http://schemas.openxmlformats.org/drawingml/2006/main" noGrp="1"/>
          </p:cNvSpPr>
          <p:nvPr/>
        </p:nvSpPr>
        <p:spPr>
          <a:xfrm xmlns:a="http://schemas.openxmlformats.org/drawingml/2006/main">
            <a:off x="7286625"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기준 원소·상태</a:t>
            </a:r>
          </a:p>
        </p:txBody>
      </p:sp>
      <p:sp>
        <p:nvSpPr>
          <p:cNvPr id="13" name="text">
            <a:extLst xmlns:a="http://schemas.openxmlformats.org/drawingml/2006/main">
              <a:ext uri="{FF2B5EF4-FFF2-40B4-BE49-F238E27FC236}">
                <a16:creationId xmlns:a16="http://schemas.microsoft.com/office/drawing/2014/main" id="{AE46A170-7608-45A1-9E8F-76940ED42192}"/>
              </a:ext>
            </a:extLst>
          </p:cNvPr>
          <p:cNvSpPr>
            <a:spLocks xmlns:a="http://schemas.openxmlformats.org/drawingml/2006/main" noGrp="1"/>
          </p:cNvSpPr>
          <p:nvPr/>
        </p:nvSpPr>
        <p:spPr>
          <a:xfrm xmlns:a="http://schemas.openxmlformats.org/drawingml/2006/main">
            <a:off x="7286625"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기준</a:t>
            </a:r>
          </a:p>
        </p:txBody>
      </p:sp>
      <p:sp>
        <p:nvSpPr>
          <p:cNvPr id="14" name="text">
            <a:extLst xmlns:a="http://schemas.openxmlformats.org/drawingml/2006/main">
              <a:ext uri="{FF2B5EF4-FFF2-40B4-BE49-F238E27FC236}">
                <a16:creationId xmlns:a16="http://schemas.microsoft.com/office/drawing/2014/main" id="{83DACF78-2D03-43A7-947A-00A5F307ABF5}"/>
              </a:ext>
            </a:extLst>
          </p:cNvPr>
          <p:cNvSpPr>
            <a:spLocks xmlns:a="http://schemas.openxmlformats.org/drawingml/2006/main" noGrp="1"/>
          </p:cNvSpPr>
          <p:nvPr/>
        </p:nvSpPr>
        <p:spPr>
          <a:xfrm xmlns:a="http://schemas.openxmlformats.org/drawingml/2006/main">
            <a:off x="7286625"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원소의 형태와</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고체·액체·기체를 구분한다.</a:t>
            </a:r>
          </a:p>
        </p:txBody>
      </p:sp>
      <p:sp>
        <p:nvSpPr>
          <p:cNvPr id="16" name="text">
            <a:extLst xmlns:a="http://schemas.openxmlformats.org/drawingml/2006/main">
              <a:ext uri="{FF2B5EF4-FFF2-40B4-BE49-F238E27FC236}">
                <a16:creationId xmlns:a16="http://schemas.microsoft.com/office/drawing/2014/main" id="{EB5AB4D9-CCDE-4BEC-A52C-3507B6B45DA3}"/>
              </a:ext>
            </a:extLst>
          </p:cNvPr>
          <p:cNvSpPr>
            <a:spLocks xmlns:a="http://schemas.openxmlformats.org/drawingml/2006/main" noGrp="1"/>
          </p:cNvSpPr>
          <p:nvPr/>
        </p:nvSpPr>
        <p:spPr>
          <a:xfrm xmlns:a="http://schemas.openxmlformats.org/drawingml/2006/main">
            <a:off x="1211580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계수·단위</a:t>
            </a:r>
          </a:p>
        </p:txBody>
      </p:sp>
      <p:sp>
        <p:nvSpPr>
          <p:cNvPr id="17" name="text">
            <a:extLst xmlns:a="http://schemas.openxmlformats.org/drawingml/2006/main">
              <a:ext uri="{FF2B5EF4-FFF2-40B4-BE49-F238E27FC236}">
                <a16:creationId xmlns:a16="http://schemas.microsoft.com/office/drawing/2014/main" id="{85DAB15D-F347-4360-BBA3-DB29078ADBE3}"/>
              </a:ext>
            </a:extLst>
          </p:cNvPr>
          <p:cNvSpPr>
            <a:spLocks xmlns:a="http://schemas.openxmlformats.org/drawingml/2006/main" noGrp="1"/>
          </p:cNvSpPr>
          <p:nvPr/>
        </p:nvSpPr>
        <p:spPr>
          <a:xfrm xmlns:a="http://schemas.openxmlformats.org/drawingml/2006/main">
            <a:off x="1211580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계수</a:t>
            </a:r>
          </a:p>
        </p:txBody>
      </p:sp>
      <p:sp>
        <p:nvSpPr>
          <p:cNvPr id="18" name="text">
            <a:extLst xmlns:a="http://schemas.openxmlformats.org/drawingml/2006/main">
              <a:ext uri="{FF2B5EF4-FFF2-40B4-BE49-F238E27FC236}">
                <a16:creationId xmlns:a16="http://schemas.microsoft.com/office/drawing/2014/main" id="{D1E609C9-F228-493D-9699-E4B3CC603C19}"/>
              </a:ext>
            </a:extLst>
          </p:cNvPr>
          <p:cNvSpPr>
            <a:spLocks xmlns:a="http://schemas.openxmlformats.org/drawingml/2006/main" noGrp="1"/>
          </p:cNvSpPr>
          <p:nvPr/>
        </p:nvSpPr>
        <p:spPr>
          <a:xfrm xmlns:a="http://schemas.openxmlformats.org/drawingml/2006/main">
            <a:off x="12115800"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반응 계수를 곱하고</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kJ/mol과 kJ를 구분한다.</a:t>
            </a:r>
          </a:p>
        </p:txBody>
      </p:sp>
      <p:sp>
        <p:nvSpPr>
          <p:cNvPr id="19" name="text">
            <a:extLst xmlns:a="http://schemas.openxmlformats.org/drawingml/2006/main">
              <a:ext uri="{FF2B5EF4-FFF2-40B4-BE49-F238E27FC236}">
                <a16:creationId xmlns:a16="http://schemas.microsoft.com/office/drawing/2014/main" id="{A614B90A-C4AA-4515-B1D8-B5E1FFCE5FFE}"/>
              </a:ext>
            </a:extLst>
          </p:cNvPr>
          <p:cNvSpPr>
            <a:spLocks xmlns:a="http://schemas.openxmlformats.org/drawingml/2006/main" noGrp="1"/>
          </p:cNvSpPr>
          <p:nvPr/>
        </p:nvSpPr>
        <p:spPr>
          <a:xfrm xmlns:a="http://schemas.openxmlformats.org/drawingml/2006/main">
            <a:off x="723900" y="8405622"/>
            <a:ext cx="1684020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90" b="0">
                <a:solidFill>
                  <a:srgbClr val="BBBBBB"/>
                </a:solidFill>
                <a:latin typeface="Pretendard"/>
                <a:ea typeface="Pretendard"/>
                <a:cs typeface="Pretendard"/>
              </a:defRPr>
            </a:defPPr>
            <a:lvl1pPr algn="ctr">
              <a:defRPr sz="2790" b="0">
                <a:solidFill>
                  <a:srgbClr val="BBBBBB"/>
                </a:solidFill>
                <a:latin typeface="Pretendard"/>
                <a:ea typeface="Pretendard"/>
                <a:cs typeface="Pretendard"/>
              </a:defRPr>
            </a:lvl1pPr>
            <a:lvl2pPr algn="ctr">
              <a:defRPr sz="2790" b="0">
                <a:solidFill>
                  <a:srgbClr val="BBBBBB"/>
                </a:solidFill>
                <a:latin typeface="Pretendard"/>
                <a:ea typeface="Pretendard"/>
                <a:cs typeface="Pretendard"/>
              </a:defRPr>
            </a:lvl2pPr>
            <a:lvl3pPr algn="ctr">
              <a:defRPr sz="2790" b="0">
                <a:solidFill>
                  <a:srgbClr val="BBBBBB"/>
                </a:solidFill>
                <a:latin typeface="Pretendard"/>
                <a:ea typeface="Pretendard"/>
                <a:cs typeface="Pretendard"/>
              </a:defRPr>
            </a:lvl3pPr>
            <a:lvl4pPr algn="ctr">
              <a:defRPr sz="2790" b="0">
                <a:solidFill>
                  <a:srgbClr val="BBBBBB"/>
                </a:solidFill>
                <a:latin typeface="Pretendard"/>
                <a:ea typeface="Pretendard"/>
                <a:cs typeface="Pretendard"/>
              </a:defRPr>
            </a:lvl4pPr>
            <a:lvl5pPr algn="ctr">
              <a:defRPr sz="2790" b="0">
                <a:solidFill>
                  <a:srgbClr val="BBBBBB"/>
                </a:solidFill>
                <a:latin typeface="Pretendard"/>
                <a:ea typeface="Pretendard"/>
                <a:cs typeface="Pretendard"/>
              </a:defRPr>
            </a:lvl5pPr>
            <a:lvl6pPr algn="ctr">
              <a:defRPr sz="2790" b="0">
                <a:solidFill>
                  <a:srgbClr val="BBBBBB"/>
                </a:solidFill>
                <a:latin typeface="Pretendard"/>
                <a:ea typeface="Pretendard"/>
                <a:cs typeface="Pretendard"/>
              </a:defRPr>
            </a:lvl6pPr>
            <a:lvl7pPr algn="ctr">
              <a:defRPr sz="2790" b="0">
                <a:solidFill>
                  <a:srgbClr val="BBBBBB"/>
                </a:solidFill>
                <a:latin typeface="Pretendard"/>
                <a:ea typeface="Pretendard"/>
                <a:cs typeface="Pretendard"/>
              </a:defRPr>
            </a:lvl7pPr>
            <a:lvl8pPr algn="ctr">
              <a:defRPr sz="2790" b="0">
                <a:solidFill>
                  <a:srgbClr val="BBBBBB"/>
                </a:solidFill>
                <a:latin typeface="Pretendard"/>
                <a:ea typeface="Pretendard"/>
                <a:cs typeface="Pretendard"/>
              </a:defRPr>
            </a:lvl8pPr>
            <a:lvl9pPr algn="ctr">
              <a:defRPr sz="2790" b="0">
                <a:solidFill>
                  <a:srgbClr val="BBBBBB"/>
                </a:solidFill>
                <a:latin typeface="Pretendard"/>
                <a:ea typeface="Pretendard"/>
                <a:cs typeface="Pretendard"/>
              </a:defRPr>
            </a:lvl9pPr>
          </a:lstStyle>
          <a:p xmlns:a="http://schemas.openxmlformats.org/drawingml/2006/main">
            <a:pPr algn="ctr">
              <a:defRPr sz="2790" b="0">
                <a:solidFill>
                  <a:srgbClr val="BBBBBB"/>
                </a:solidFill>
                <a:latin typeface="Pretendard"/>
                <a:ea typeface="Pretendard"/>
                <a:cs typeface="Pretendard"/>
              </a:defRPr>
            </a:pPr>
            <a:r>
              <a:rPr sz="2790" b="0">
                <a:solidFill>
                  <a:srgbClr val="BBBBBB"/>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1669881540"/>
      </p:ext>
    </p:extLst>
  </p:cSld>
</p:sld>
</file>

<file path=ppt/slides/slide4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BE48018-1413-4669-A68B-9D67916B686C}"/>
              </a:ext>
            </a:extLst>
          </p:cNvPr>
          <p:cNvPicPr>
            <a:picLocks xmlns:a="http://schemas.openxmlformats.org/drawingml/2006/main" noChangeAspect="1"/>
          </p:cNvPicPr>
          <p:nvPr/>
        </p:nvPicPr>
        <p:blipFill>
          <a:blip xmlns:r="http://schemas.openxmlformats.org/officeDocument/2006/relationships" xmlns:a="http://schemas.openxmlformats.org/drawingml/2006/main" r:embed="R94f4c8d6736f4d9c"/>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0F2D54C3-C3BC-4C0E-91B5-C2139C20C676}"/>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385BD787-0FD6-496E-B776-0D74E0EF3661}"/>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1953CA58-95BC-4F65-B2D9-68E6F4992716}"/>
              </a:ext>
            </a:extLst>
          </p:cNvPr>
          <p:cNvPicPr>
            <a:picLocks xmlns:a="http://schemas.openxmlformats.org/drawingml/2006/main" noChangeAspect="1"/>
          </p:cNvPicPr>
          <p:nvPr/>
        </p:nvPicPr>
        <p:blipFill>
          <a:blip xmlns:r="http://schemas.openxmlformats.org/officeDocument/2006/relationships" xmlns:a="http://schemas.openxmlformats.org/drawingml/2006/main" r:embed="R813e94a612ba427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8E0641AF-7BFF-4377-A9BB-C5A814132C4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9D292B0F-A122-4216-8331-05AB3C09F4F0}"/>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7" name="text">
            <a:extLst xmlns:a="http://schemas.openxmlformats.org/drawingml/2006/main">
              <a:ext uri="{FF2B5EF4-FFF2-40B4-BE49-F238E27FC236}">
                <a16:creationId xmlns:a16="http://schemas.microsoft.com/office/drawing/2014/main" id="{1483A90E-37C6-49D1-9121-1596C414D932}"/>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8" name="text">
            <a:extLst xmlns:a="http://schemas.openxmlformats.org/drawingml/2006/main">
              <a:ext uri="{FF2B5EF4-FFF2-40B4-BE49-F238E27FC236}">
                <a16:creationId xmlns:a16="http://schemas.microsoft.com/office/drawing/2014/main" id="{48F8A37C-BF8F-41A3-9EA8-BAF5B995A15F}"/>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1017800369"/>
      </p:ext>
    </p:extLst>
  </p:cSld>
</p:sld>
</file>

<file path=ppt/slides/slide4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v34 내용 영역">
            <a:extLst xmlns:a="http://schemas.openxmlformats.org/drawingml/2006/main">
              <a:ext uri="{FF2B5EF4-FFF2-40B4-BE49-F238E27FC236}">
                <a16:creationId xmlns:a16="http://schemas.microsoft.com/office/drawing/2014/main" id="{50F6A4D6-8298-497A-8B50-4AA94111C2EB}"/>
              </a:ext>
            </a:extLst>
          </p:cNvPr>
          <p:cNvSpPr>
            <a:spLocks xmlns:a="http://schemas.openxmlformats.org/drawingml/2006/main" noGrp="1"/>
          </p:cNvSpPr>
          <p:nvPr/>
        </p:nvSpPr>
        <p:spPr>
          <a:xfrm xmlns:a="http://schemas.openxmlformats.org/drawingml/2006/main">
            <a:off x="2190750" y="7477125"/>
            <a:ext cx="13906500" cy="1619250"/>
          </a:xfrm>
          <a:prstGeom xmlns:a="http://schemas.openxmlformats.org/drawingml/2006/main" prst="roundRect">
            <a:avLst>
              <a:gd name="adj" fmla="val 10588"/>
            </a:avLst>
          </a:prstGeom>
          <a:solidFill xmlns:a="http://schemas.openxmlformats.org/drawingml/2006/main">
            <a:srgbClr val="242424"/>
          </a:solidFill>
          <a:ln xmlns:a="http://schemas.openxmlformats.org/drawingml/2006/main" w="0">
            <a:noFill/>
          </a:ln>
        </p:spPr>
      </p:sp>
      <p:sp>
        <p:nvSpPr>
          <p:cNvPr id="13" name="v34 내용 영역">
            <a:extLst xmlns:a="http://schemas.openxmlformats.org/drawingml/2006/main">
              <a:ext uri="{FF2B5EF4-FFF2-40B4-BE49-F238E27FC236}">
                <a16:creationId xmlns:a16="http://schemas.microsoft.com/office/drawing/2014/main" id="{A1B92B57-B562-4A03-89F2-CCE98700EEF0}"/>
              </a:ext>
            </a:extLst>
          </p:cNvPr>
          <p:cNvSpPr>
            <a:spLocks xmlns:a="http://schemas.openxmlformats.org/drawingml/2006/main" noGrp="1"/>
          </p:cNvSpPr>
          <p:nvPr/>
        </p:nvSpPr>
        <p:spPr>
          <a:xfrm xmlns:a="http://schemas.openxmlformats.org/drawingml/2006/main">
            <a:off x="2190750" y="4286250"/>
            <a:ext cx="13906500" cy="2809875"/>
          </a:xfrm>
          <a:prstGeom xmlns:a="http://schemas.openxmlformats.org/drawingml/2006/main" prst="roundRect">
            <a:avLst>
              <a:gd name="adj" fmla="val 6102"/>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13EC80CB-BA68-44F7-85A8-E77ADCE4CC93}"/>
              </a:ext>
            </a:extLst>
          </p:cNvPr>
          <p:cNvPicPr>
            <a:picLocks xmlns:a="http://schemas.openxmlformats.org/drawingml/2006/main" noChangeAspect="1"/>
          </p:cNvPicPr>
          <p:nvPr/>
        </p:nvPicPr>
        <p:blipFill>
          <a:blip xmlns:r="http://schemas.openxmlformats.org/officeDocument/2006/relationships" xmlns:a="http://schemas.openxmlformats.org/drawingml/2006/main" r:embed="R844b6009c607429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F7CAF49-6DBF-4F41-8C14-DCC1D3F25B7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BCE011B-DADE-41AC-B7F5-79FE03F2D94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A0B60937-C290-48C7-BFB1-48BB971CC1F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DF5A84D-9108-4F30-84AD-39FA626BB09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930A2F02-7525-4349-B6E8-2E67F903D3D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처음과 끝을 만드는 두 경로</a:t>
            </a:r>
          </a:p>
        </p:txBody>
      </p:sp>
      <p:pic>
        <p:nvPicPr>
          <p:cNvPr id="9" name="">
            <a:extLst xmlns:a="http://schemas.openxmlformats.org/drawingml/2006/main">
              <a:ext uri="{FF2B5EF4-FFF2-40B4-BE49-F238E27FC236}">
                <a16:creationId xmlns:a16="http://schemas.microsoft.com/office/drawing/2014/main" id="{E7A11326-315D-4D73-A050-1451ED211C8A}"/>
              </a:ext>
            </a:extLst>
          </p:cNvPr>
          <p:cNvPicPr>
            <a:picLocks xmlns:a="http://schemas.openxmlformats.org/drawingml/2006/main" noChangeAspect="1"/>
          </p:cNvPicPr>
          <p:nvPr/>
        </p:nvPicPr>
        <p:blipFill>
          <a:blip xmlns:r="http://schemas.openxmlformats.org/officeDocument/2006/relationships" xmlns:a="http://schemas.openxmlformats.org/drawingml/2006/main" r:embed="R889dd7ad21d540ad"/>
          <a:stretch xmlns:a="http://schemas.openxmlformats.org/drawingml/2006/main"/>
        </p:blipFill>
        <p:spPr>
          <a:xfrm xmlns:a="http://schemas.openxmlformats.org/drawingml/2006/main">
            <a:off x="5191932" y="5191125"/>
            <a:ext cx="7904136" cy="762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B44D7E3A-F6A8-4E43-A241-0F40B39A8D6F}"/>
              </a:ext>
            </a:extLst>
          </p:cNvPr>
          <p:cNvPicPr>
            <a:picLocks xmlns:a="http://schemas.openxmlformats.org/drawingml/2006/main" noChangeAspect="1"/>
          </p:cNvPicPr>
          <p:nvPr/>
        </p:nvPicPr>
        <p:blipFill>
          <a:blip xmlns:r="http://schemas.openxmlformats.org/officeDocument/2006/relationships" xmlns:a="http://schemas.openxmlformats.org/drawingml/2006/main" r:embed="R78eb017a5d864aab"/>
          <a:stretch xmlns:a="http://schemas.openxmlformats.org/drawingml/2006/main"/>
        </p:blipFill>
        <p:spPr>
          <a:xfrm xmlns:a="http://schemas.openxmlformats.org/drawingml/2006/main">
            <a:off x="3165098" y="6211914"/>
            <a:ext cx="11957803" cy="720671"/>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6592DE4B-DBD5-4A28-9BBB-0F7D3E9E920B}"/>
              </a:ext>
            </a:extLst>
          </p:cNvPr>
          <p:cNvPicPr>
            <a:picLocks xmlns:a="http://schemas.openxmlformats.org/drawingml/2006/main" noChangeAspect="1"/>
          </p:cNvPicPr>
          <p:nvPr/>
        </p:nvPicPr>
        <p:blipFill>
          <a:blip xmlns:r="http://schemas.openxmlformats.org/officeDocument/2006/relationships" xmlns:a="http://schemas.openxmlformats.org/drawingml/2006/main" r:embed="Rff314e18bf1e442d"/>
          <a:stretch xmlns:a="http://schemas.openxmlformats.org/drawingml/2006/main"/>
        </p:blipFill>
        <p:spPr>
          <a:xfrm xmlns:a="http://schemas.openxmlformats.org/drawingml/2006/main">
            <a:off x="3263113" y="8289509"/>
            <a:ext cx="11761774" cy="708857"/>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4FE45B0E-8D2C-41F5-9784-EA4890940453}"/>
              </a:ext>
            </a:extLst>
          </p:cNvPr>
          <p:cNvSpPr>
            <a:spLocks xmlns:a="http://schemas.openxmlformats.org/drawingml/2006/main" noGrp="1"/>
          </p:cNvSpPr>
          <p:nvPr/>
        </p:nvSpPr>
        <p:spPr>
          <a:xfrm xmlns:a="http://schemas.openxmlformats.org/drawingml/2006/main">
            <a:off x="2524125" y="4457700"/>
            <a:ext cx="4476750" cy="55245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경로 1 · 용해 후 중화</a:t>
            </a:r>
          </a:p>
        </p:txBody>
      </p:sp>
      <p:sp>
        <p:nvSpPr>
          <p:cNvPr id="16" name="text">
            <a:extLst xmlns:a="http://schemas.openxmlformats.org/drawingml/2006/main">
              <a:ext uri="{FF2B5EF4-FFF2-40B4-BE49-F238E27FC236}">
                <a16:creationId xmlns:a16="http://schemas.microsoft.com/office/drawing/2014/main" id="{64826169-2A85-48D9-9C3F-B09C0A5CD698}"/>
              </a:ext>
            </a:extLst>
          </p:cNvPr>
          <p:cNvSpPr>
            <a:spLocks xmlns:a="http://schemas.openxmlformats.org/drawingml/2006/main" noGrp="1"/>
          </p:cNvSpPr>
          <p:nvPr/>
        </p:nvSpPr>
        <p:spPr>
          <a:xfrm xmlns:a="http://schemas.openxmlformats.org/drawingml/2006/main">
            <a:off x="2524125" y="7620000"/>
            <a:ext cx="4953000" cy="552450"/>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경로 2 · 고체와 직접 반응</a:t>
            </a:r>
          </a:p>
        </p:txBody>
      </p:sp>
    </p:spTree>
    <p:extLst>
      <p:ext uri="{BB962C8B-B14F-4D97-AF65-F5344CB8AC3E}">
        <p14:creationId xmlns:p14="http://schemas.microsoft.com/office/powerpoint/2010/main" val="1869770996"/>
      </p:ext>
    </p:extLst>
  </p:cSld>
</p:sld>
</file>

<file path=ppt/slides/slide4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0" name="v34 내용 영역">
            <a:extLst xmlns:a="http://schemas.openxmlformats.org/drawingml/2006/main">
              <a:ext uri="{FF2B5EF4-FFF2-40B4-BE49-F238E27FC236}">
                <a16:creationId xmlns:a16="http://schemas.microsoft.com/office/drawing/2014/main" id="{B5969DB8-C828-45B0-BB07-5C0DB2C679DF}"/>
              </a:ext>
            </a:extLst>
          </p:cNvPr>
          <p:cNvSpPr>
            <a:spLocks xmlns:a="http://schemas.openxmlformats.org/drawingml/2006/main" noGrp="1"/>
          </p:cNvSpPr>
          <p:nvPr/>
        </p:nvSpPr>
        <p:spPr>
          <a:xfrm xmlns:a="http://schemas.openxmlformats.org/drawingml/2006/main">
            <a:off x="9334500" y="7096125"/>
            <a:ext cx="6858000" cy="2095500"/>
          </a:xfrm>
          <a:prstGeom xmlns:a="http://schemas.openxmlformats.org/drawingml/2006/main" prst="roundRect">
            <a:avLst>
              <a:gd name="adj" fmla="val 8182"/>
            </a:avLst>
          </a:prstGeom>
          <a:solidFill xmlns:a="http://schemas.openxmlformats.org/drawingml/2006/main">
            <a:srgbClr val="242424"/>
          </a:solidFill>
          <a:ln xmlns:a="http://schemas.openxmlformats.org/drawingml/2006/main" w="0">
            <a:noFill/>
          </a:ln>
        </p:spPr>
      </p:sp>
      <p:sp>
        <p:nvSpPr>
          <p:cNvPr id="17" name="v34 내용 영역">
            <a:extLst xmlns:a="http://schemas.openxmlformats.org/drawingml/2006/main">
              <a:ext uri="{FF2B5EF4-FFF2-40B4-BE49-F238E27FC236}">
                <a16:creationId xmlns:a16="http://schemas.microsoft.com/office/drawing/2014/main" id="{00F76F30-62F6-485E-B316-6FAF4A923BEE}"/>
              </a:ext>
            </a:extLst>
          </p:cNvPr>
          <p:cNvSpPr>
            <a:spLocks xmlns:a="http://schemas.openxmlformats.org/drawingml/2006/main" noGrp="1"/>
          </p:cNvSpPr>
          <p:nvPr/>
        </p:nvSpPr>
        <p:spPr>
          <a:xfrm xmlns:a="http://schemas.openxmlformats.org/drawingml/2006/main">
            <a:off x="2095500" y="7096125"/>
            <a:ext cx="6858000" cy="2095500"/>
          </a:xfrm>
          <a:prstGeom xmlns:a="http://schemas.openxmlformats.org/drawingml/2006/main" prst="roundRect">
            <a:avLst>
              <a:gd name="adj" fmla="val 8182"/>
            </a:avLst>
          </a:prstGeom>
          <a:solidFill xmlns:a="http://schemas.openxmlformats.org/drawingml/2006/main">
            <a:srgbClr val="242424"/>
          </a:solidFill>
          <a:ln xmlns:a="http://schemas.openxmlformats.org/drawingml/2006/main" w="0">
            <a:noFill/>
          </a:ln>
        </p:spPr>
      </p:sp>
      <p:sp>
        <p:nvSpPr>
          <p:cNvPr id="16" name="v34 내용 영역">
            <a:extLst xmlns:a="http://schemas.openxmlformats.org/drawingml/2006/main">
              <a:ext uri="{FF2B5EF4-FFF2-40B4-BE49-F238E27FC236}">
                <a16:creationId xmlns:a16="http://schemas.microsoft.com/office/drawing/2014/main" id="{20C52E57-491D-4349-878A-B0E4B9AEC501}"/>
              </a:ext>
            </a:extLst>
          </p:cNvPr>
          <p:cNvSpPr>
            <a:spLocks xmlns:a="http://schemas.openxmlformats.org/drawingml/2006/main" noGrp="1"/>
          </p:cNvSpPr>
          <p:nvPr/>
        </p:nvSpPr>
        <p:spPr>
          <a:xfrm xmlns:a="http://schemas.openxmlformats.org/drawingml/2006/main">
            <a:off x="2095500" y="4667250"/>
            <a:ext cx="14097000" cy="2000250"/>
          </a:xfrm>
          <a:prstGeom xmlns:a="http://schemas.openxmlformats.org/drawingml/2006/main" prst="roundRect">
            <a:avLst>
              <a:gd name="adj" fmla="val 8571"/>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8F7C687E-4B5A-4777-A5EB-6452782A28D5}"/>
              </a:ext>
            </a:extLst>
          </p:cNvPr>
          <p:cNvPicPr>
            <a:picLocks xmlns:a="http://schemas.openxmlformats.org/drawingml/2006/main" noChangeAspect="1"/>
          </p:cNvPicPr>
          <p:nvPr/>
        </p:nvPicPr>
        <p:blipFill>
          <a:blip xmlns:r="http://schemas.openxmlformats.org/officeDocument/2006/relationships" xmlns:a="http://schemas.openxmlformats.org/drawingml/2006/main" r:embed="Rc92b90328ba747f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6EAB6DD-B479-4269-A8B6-6F9500296F8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32E9CB4-E3A7-42F1-9341-2A5ED19F5A0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4A7DB15C-EB80-4D15-A0D8-FD76C1976E9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6710C66-FD10-438F-BB99-25C0A6EE955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F82599D4-C0B2-43FF-9687-08E0631B1A1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조건을 맞추자</a:t>
            </a:r>
          </a:p>
        </p:txBody>
      </p:sp>
      <p:pic>
        <p:nvPicPr>
          <p:cNvPr id="14" name="">
            <a:extLst xmlns:a="http://schemas.openxmlformats.org/drawingml/2006/main">
              <a:ext uri="{FF2B5EF4-FFF2-40B4-BE49-F238E27FC236}">
                <a16:creationId xmlns:a16="http://schemas.microsoft.com/office/drawing/2014/main" id="{4F06947E-70C3-4773-BFF1-39B76685C660}"/>
              </a:ext>
            </a:extLst>
          </p:cNvPr>
          <p:cNvPicPr>
            <a:picLocks xmlns:a="http://schemas.openxmlformats.org/drawingml/2006/main" noChangeAspect="1"/>
          </p:cNvPicPr>
          <p:nvPr/>
        </p:nvPicPr>
        <p:blipFill>
          <a:blip xmlns:r="http://schemas.openxmlformats.org/officeDocument/2006/relationships" xmlns:a="http://schemas.openxmlformats.org/drawingml/2006/main" r:embed="Rb35596d2a6f54d7c"/>
          <a:stretch xmlns:a="http://schemas.openxmlformats.org/drawingml/2006/main"/>
        </p:blipFill>
        <p:spPr>
          <a:xfrm xmlns:a="http://schemas.openxmlformats.org/drawingml/2006/main">
            <a:off x="5277836" y="4905375"/>
            <a:ext cx="7732328" cy="14763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60F48DD7-C8E4-4ABC-AEDC-9FD7DCA92CC9}"/>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반응하는 양과 처음 온도를 같게 맞춘다.</a:t>
            </a:r>
          </a:p>
        </p:txBody>
      </p:sp>
      <p:sp>
        <p:nvSpPr>
          <p:cNvPr id="18" name="text">
            <a:extLst xmlns:a="http://schemas.openxmlformats.org/drawingml/2006/main">
              <a:ext uri="{FF2B5EF4-FFF2-40B4-BE49-F238E27FC236}">
                <a16:creationId xmlns:a16="http://schemas.microsoft.com/office/drawing/2014/main" id="{493DC446-DED5-4C79-9F2D-477F8F118530}"/>
              </a:ext>
            </a:extLst>
          </p:cNvPr>
          <p:cNvSpPr>
            <a:spLocks xmlns:a="http://schemas.openxmlformats.org/drawingml/2006/main" noGrp="1"/>
          </p:cNvSpPr>
          <p:nvPr/>
        </p:nvSpPr>
        <p:spPr>
          <a:xfrm xmlns:a="http://schemas.openxmlformats.org/drawingml/2006/main">
            <a:off x="2381250" y="7286625"/>
            <a:ext cx="22860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반응하는 양</a:t>
            </a:r>
          </a:p>
        </p:txBody>
      </p:sp>
      <p:sp>
        <p:nvSpPr>
          <p:cNvPr id="19" name="text">
            <a:extLst xmlns:a="http://schemas.openxmlformats.org/drawingml/2006/main">
              <a:ext uri="{FF2B5EF4-FFF2-40B4-BE49-F238E27FC236}">
                <a16:creationId xmlns:a16="http://schemas.microsoft.com/office/drawing/2014/main" id="{902D6C00-1301-4087-AD59-56455307F76A}"/>
              </a:ext>
            </a:extLst>
          </p:cNvPr>
          <p:cNvSpPr>
            <a:spLocks xmlns:a="http://schemas.openxmlformats.org/drawingml/2006/main" noGrp="1"/>
          </p:cNvSpPr>
          <p:nvPr/>
        </p:nvSpPr>
        <p:spPr>
          <a:xfrm xmlns:a="http://schemas.openxmlformats.org/drawingml/2006/main">
            <a:off x="2428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수산화 나트륨과 염화 수소의</a:t>
            </a:r>
          </a:p>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양을 각각 0.200 mol로 맞춘다.</a:t>
            </a:r>
          </a:p>
        </p:txBody>
      </p:sp>
      <p:sp>
        <p:nvSpPr>
          <p:cNvPr id="21" name="text">
            <a:extLst xmlns:a="http://schemas.openxmlformats.org/drawingml/2006/main">
              <a:ext uri="{FF2B5EF4-FFF2-40B4-BE49-F238E27FC236}">
                <a16:creationId xmlns:a16="http://schemas.microsoft.com/office/drawing/2014/main" id="{26745F91-EE18-41AE-AA9D-04B5AC1022CE}"/>
              </a:ext>
            </a:extLst>
          </p:cNvPr>
          <p:cNvSpPr>
            <a:spLocks xmlns:a="http://schemas.openxmlformats.org/drawingml/2006/main" noGrp="1"/>
          </p:cNvSpPr>
          <p:nvPr/>
        </p:nvSpPr>
        <p:spPr>
          <a:xfrm xmlns:a="http://schemas.openxmlformats.org/drawingml/2006/main">
            <a:off x="9620250" y="7286625"/>
            <a:ext cx="22860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처음 온도</a:t>
            </a:r>
          </a:p>
        </p:txBody>
      </p:sp>
      <p:sp>
        <p:nvSpPr>
          <p:cNvPr id="22" name="text">
            <a:extLst xmlns:a="http://schemas.openxmlformats.org/drawingml/2006/main">
              <a:ext uri="{FF2B5EF4-FFF2-40B4-BE49-F238E27FC236}">
                <a16:creationId xmlns:a16="http://schemas.microsoft.com/office/drawing/2014/main" id="{296130A0-705E-4869-A8A1-9D7DAA36D86A}"/>
              </a:ext>
            </a:extLst>
          </p:cNvPr>
          <p:cNvSpPr>
            <a:spLocks xmlns:a="http://schemas.openxmlformats.org/drawingml/2006/main" noGrp="1"/>
          </p:cNvSpPr>
          <p:nvPr/>
        </p:nvSpPr>
        <p:spPr>
          <a:xfrm xmlns:a="http://schemas.openxmlformats.org/drawingml/2006/main">
            <a:off x="9667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용해 후 처음 온도로 식힌 뒤</a:t>
            </a:r>
          </a:p>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염산을 넣어 중화열을 측정한다.</a:t>
            </a:r>
          </a:p>
        </p:txBody>
      </p:sp>
    </p:spTree>
    <p:extLst>
      <p:ext uri="{BB962C8B-B14F-4D97-AF65-F5344CB8AC3E}">
        <p14:creationId xmlns:p14="http://schemas.microsoft.com/office/powerpoint/2010/main" val="1278433343"/>
      </p:ext>
    </p:extLst>
  </p:cSld>
</p:sld>
</file>

<file path=ppt/slides/slide4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v34 내용 영역">
            <a:extLst xmlns:a="http://schemas.openxmlformats.org/drawingml/2006/main">
              <a:ext uri="{FF2B5EF4-FFF2-40B4-BE49-F238E27FC236}">
                <a16:creationId xmlns:a16="http://schemas.microsoft.com/office/drawing/2014/main" id="{22135CCD-06E6-4ABA-BBD6-1D5FBCC5B4DA}"/>
              </a:ext>
            </a:extLst>
          </p:cNvPr>
          <p:cNvSpPr>
            <a:spLocks xmlns:a="http://schemas.openxmlformats.org/drawingml/2006/main" noGrp="1"/>
          </p:cNvSpPr>
          <p:nvPr/>
        </p:nvSpPr>
        <p:spPr>
          <a:xfrm xmlns:a="http://schemas.openxmlformats.org/drawingml/2006/main">
            <a:off x="3810000" y="83343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sp>
        <p:nvSpPr>
          <p:cNvPr id="34" name="v34 내용 영역">
            <a:extLst xmlns:a="http://schemas.openxmlformats.org/drawingml/2006/main">
              <a:ext uri="{FF2B5EF4-FFF2-40B4-BE49-F238E27FC236}">
                <a16:creationId xmlns:a16="http://schemas.microsoft.com/office/drawing/2014/main" id="{73894D8A-B913-492B-B562-F48861C6C305}"/>
              </a:ext>
            </a:extLst>
          </p:cNvPr>
          <p:cNvSpPr>
            <a:spLocks xmlns:a="http://schemas.openxmlformats.org/drawingml/2006/main" noGrp="1"/>
          </p:cNvSpPr>
          <p:nvPr/>
        </p:nvSpPr>
        <p:spPr>
          <a:xfrm xmlns:a="http://schemas.openxmlformats.org/drawingml/2006/main">
            <a:off x="3810000" y="73818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sp>
        <p:nvSpPr>
          <p:cNvPr id="30" name="v34 내용 영역">
            <a:extLst xmlns:a="http://schemas.openxmlformats.org/drawingml/2006/main">
              <a:ext uri="{FF2B5EF4-FFF2-40B4-BE49-F238E27FC236}">
                <a16:creationId xmlns:a16="http://schemas.microsoft.com/office/drawing/2014/main" id="{378B8A22-95BA-4A56-8805-38DB165583DB}"/>
              </a:ext>
            </a:extLst>
          </p:cNvPr>
          <p:cNvSpPr>
            <a:spLocks xmlns:a="http://schemas.openxmlformats.org/drawingml/2006/main" noGrp="1"/>
          </p:cNvSpPr>
          <p:nvPr/>
        </p:nvSpPr>
        <p:spPr>
          <a:xfrm xmlns:a="http://schemas.openxmlformats.org/drawingml/2006/main">
            <a:off x="3810000" y="64293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C62084D7-8355-45DF-9C0F-B206B7F88B17}"/>
              </a:ext>
            </a:extLst>
          </p:cNvPr>
          <p:cNvPicPr>
            <a:picLocks xmlns:a="http://schemas.openxmlformats.org/drawingml/2006/main" noChangeAspect="1"/>
          </p:cNvPicPr>
          <p:nvPr/>
        </p:nvPicPr>
        <p:blipFill>
          <a:blip xmlns:r="http://schemas.openxmlformats.org/officeDocument/2006/relationships" xmlns:a="http://schemas.openxmlformats.org/drawingml/2006/main" r:embed="R82898d9d722c4da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8EACF2E-6BE9-40EC-8362-CF3645C6BD4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996E0BC-32C2-4F75-8675-C656D826C07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A309E279-0180-47B6-A855-E0D50982DD1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EDB9875-6419-46EA-A150-E9E7718C903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1C617586-BE4B-4309-A638-AD14BFDBFE3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용액이 얻은 열에서 반응열로</a:t>
            </a:r>
          </a:p>
        </p:txBody>
      </p:sp>
      <p:pic>
        <p:nvPicPr>
          <p:cNvPr id="27" name="">
            <a:extLst xmlns:a="http://schemas.openxmlformats.org/drawingml/2006/main">
              <a:ext uri="{FF2B5EF4-FFF2-40B4-BE49-F238E27FC236}">
                <a16:creationId xmlns:a16="http://schemas.microsoft.com/office/drawing/2014/main" id="{FCD12896-2558-497D-8C1C-7FB1C2B0E22C}"/>
              </a:ext>
            </a:extLst>
          </p:cNvPr>
          <p:cNvPicPr>
            <a:picLocks xmlns:a="http://schemas.openxmlformats.org/drawingml/2006/main" noChangeAspect="1"/>
          </p:cNvPicPr>
          <p:nvPr/>
        </p:nvPicPr>
        <p:blipFill>
          <a:blip xmlns:r="http://schemas.openxmlformats.org/officeDocument/2006/relationships" xmlns:a="http://schemas.openxmlformats.org/drawingml/2006/main" r:embed="R78cf6d32d8824a2c"/>
          <a:stretch xmlns:a="http://schemas.openxmlformats.org/drawingml/2006/main"/>
        </p:blipFill>
        <p:spPr>
          <a:xfrm xmlns:a="http://schemas.openxmlformats.org/drawingml/2006/main">
            <a:off x="5798783" y="4714875"/>
            <a:ext cx="6690435" cy="1333500"/>
          </a:xfrm>
          <a:prstGeom xmlns:a="http://schemas.openxmlformats.org/drawingml/2006/main" prst="rect">
            <a:avLst/>
          </a:prstGeom>
        </p:spPr>
      </p:pic>
      <p:sp>
        <p:nvSpPr>
          <p:cNvPr id="28" name="text">
            <a:extLst xmlns:a="http://schemas.openxmlformats.org/drawingml/2006/main">
              <a:ext uri="{FF2B5EF4-FFF2-40B4-BE49-F238E27FC236}">
                <a16:creationId xmlns:a16="http://schemas.microsoft.com/office/drawing/2014/main" id="{7091FD13-ECD9-4AE9-9F5A-3B63043A1561}"/>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온도가 오르면 용액은 열을 얻고, 반응에서는 열을 방출한다.</a:t>
            </a:r>
          </a:p>
        </p:txBody>
      </p:sp>
      <p:sp>
        <p:nvSpPr>
          <p:cNvPr id="29" name="text">
            <a:extLst xmlns:a="http://schemas.openxmlformats.org/drawingml/2006/main">
              <a:ext uri="{FF2B5EF4-FFF2-40B4-BE49-F238E27FC236}">
                <a16:creationId xmlns:a16="http://schemas.microsoft.com/office/drawing/2014/main" id="{EDF1DD00-48DA-406A-A0D7-248A8A725104}"/>
              </a:ext>
            </a:extLst>
          </p:cNvPr>
          <p:cNvSpPr>
            <a:spLocks xmlns:a="http://schemas.openxmlformats.org/drawingml/2006/main" noGrp="1"/>
          </p:cNvSpPr>
          <p:nvPr/>
        </p:nvSpPr>
        <p:spPr>
          <a:xfrm xmlns:a="http://schemas.openxmlformats.org/drawingml/2006/main">
            <a:off x="2190750" y="64293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c</a:t>
            </a:r>
          </a:p>
        </p:txBody>
      </p:sp>
      <p:sp>
        <p:nvSpPr>
          <p:cNvPr id="31" name="text">
            <a:extLst xmlns:a="http://schemas.openxmlformats.org/drawingml/2006/main">
              <a:ext uri="{FF2B5EF4-FFF2-40B4-BE49-F238E27FC236}">
                <a16:creationId xmlns:a16="http://schemas.microsoft.com/office/drawing/2014/main" id="{624CDB58-D40E-456E-AE5A-0445C303CD29}"/>
              </a:ext>
            </a:extLst>
          </p:cNvPr>
          <p:cNvSpPr>
            <a:spLocks xmlns:a="http://schemas.openxmlformats.org/drawingml/2006/main" noGrp="1"/>
          </p:cNvSpPr>
          <p:nvPr/>
        </p:nvSpPr>
        <p:spPr>
          <a:xfrm xmlns:a="http://schemas.openxmlformats.org/drawingml/2006/main">
            <a:off x="4095750" y="6429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용액의 비열</a:t>
            </a:r>
          </a:p>
        </p:txBody>
      </p:sp>
      <p:sp>
        <p:nvSpPr>
          <p:cNvPr id="32" name="text">
            <a:extLst xmlns:a="http://schemas.openxmlformats.org/drawingml/2006/main">
              <a:ext uri="{FF2B5EF4-FFF2-40B4-BE49-F238E27FC236}">
                <a16:creationId xmlns:a16="http://schemas.microsoft.com/office/drawing/2014/main" id="{48CFD6D2-A41B-49F7-A390-A1C4A8CFFB46}"/>
              </a:ext>
            </a:extLst>
          </p:cNvPr>
          <p:cNvSpPr>
            <a:spLocks xmlns:a="http://schemas.openxmlformats.org/drawingml/2006/main" noGrp="1"/>
          </p:cNvSpPr>
          <p:nvPr/>
        </p:nvSpPr>
        <p:spPr>
          <a:xfrm xmlns:a="http://schemas.openxmlformats.org/drawingml/2006/main">
            <a:off x="8667750" y="6429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단위 질량의 온도를 1°C 높이는 데 필요한 열</a:t>
            </a:r>
          </a:p>
        </p:txBody>
      </p:sp>
      <p:sp>
        <p:nvSpPr>
          <p:cNvPr id="33" name="text">
            <a:extLst xmlns:a="http://schemas.openxmlformats.org/drawingml/2006/main">
              <a:ext uri="{FF2B5EF4-FFF2-40B4-BE49-F238E27FC236}">
                <a16:creationId xmlns:a16="http://schemas.microsoft.com/office/drawing/2014/main" id="{E723258D-C236-4F0B-BB1C-071287C2159D}"/>
              </a:ext>
            </a:extLst>
          </p:cNvPr>
          <p:cNvSpPr>
            <a:spLocks xmlns:a="http://schemas.openxmlformats.org/drawingml/2006/main" noGrp="1"/>
          </p:cNvSpPr>
          <p:nvPr/>
        </p:nvSpPr>
        <p:spPr>
          <a:xfrm xmlns:a="http://schemas.openxmlformats.org/drawingml/2006/main">
            <a:off x="2190750" y="73818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m</a:t>
            </a:r>
          </a:p>
        </p:txBody>
      </p:sp>
      <p:sp>
        <p:nvSpPr>
          <p:cNvPr id="35" name="text">
            <a:extLst xmlns:a="http://schemas.openxmlformats.org/drawingml/2006/main">
              <a:ext uri="{FF2B5EF4-FFF2-40B4-BE49-F238E27FC236}">
                <a16:creationId xmlns:a16="http://schemas.microsoft.com/office/drawing/2014/main" id="{A942E3BC-9BEE-45C0-8C80-65FEFD5FA289}"/>
              </a:ext>
            </a:extLst>
          </p:cNvPr>
          <p:cNvSpPr>
            <a:spLocks xmlns:a="http://schemas.openxmlformats.org/drawingml/2006/main" noGrp="1"/>
          </p:cNvSpPr>
          <p:nvPr/>
        </p:nvSpPr>
        <p:spPr>
          <a:xfrm xmlns:a="http://schemas.openxmlformats.org/drawingml/2006/main">
            <a:off x="4095750" y="73818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용액 전체의 질량</a:t>
            </a:r>
          </a:p>
        </p:txBody>
      </p:sp>
      <p:sp>
        <p:nvSpPr>
          <p:cNvPr id="36" name="text">
            <a:extLst xmlns:a="http://schemas.openxmlformats.org/drawingml/2006/main">
              <a:ext uri="{FF2B5EF4-FFF2-40B4-BE49-F238E27FC236}">
                <a16:creationId xmlns:a16="http://schemas.microsoft.com/office/drawing/2014/main" id="{5AE48B0D-1B0B-4AE0-9A2F-29229261506D}"/>
              </a:ext>
            </a:extLst>
          </p:cNvPr>
          <p:cNvSpPr>
            <a:spLocks xmlns:a="http://schemas.openxmlformats.org/drawingml/2006/main" noGrp="1"/>
          </p:cNvSpPr>
          <p:nvPr/>
        </p:nvSpPr>
        <p:spPr>
          <a:xfrm xmlns:a="http://schemas.openxmlformats.org/drawingml/2006/main">
            <a:off x="8667750" y="73818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용매와 녹아 있는 물질의 질량을 모두 포함</a:t>
            </a:r>
          </a:p>
        </p:txBody>
      </p:sp>
      <p:sp>
        <p:nvSpPr>
          <p:cNvPr id="37" name="text">
            <a:extLst xmlns:a="http://schemas.openxmlformats.org/drawingml/2006/main">
              <a:ext uri="{FF2B5EF4-FFF2-40B4-BE49-F238E27FC236}">
                <a16:creationId xmlns:a16="http://schemas.microsoft.com/office/drawing/2014/main" id="{9F7454A0-E983-4B28-B041-4EF77A8186BF}"/>
              </a:ext>
            </a:extLst>
          </p:cNvPr>
          <p:cNvSpPr>
            <a:spLocks xmlns:a="http://schemas.openxmlformats.org/drawingml/2006/main" noGrp="1"/>
          </p:cNvSpPr>
          <p:nvPr/>
        </p:nvSpPr>
        <p:spPr>
          <a:xfrm xmlns:a="http://schemas.openxmlformats.org/drawingml/2006/main">
            <a:off x="2190750" y="83343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Δt</a:t>
            </a:r>
          </a:p>
        </p:txBody>
      </p:sp>
      <p:sp>
        <p:nvSpPr>
          <p:cNvPr id="39" name="text">
            <a:extLst xmlns:a="http://schemas.openxmlformats.org/drawingml/2006/main">
              <a:ext uri="{FF2B5EF4-FFF2-40B4-BE49-F238E27FC236}">
                <a16:creationId xmlns:a16="http://schemas.microsoft.com/office/drawing/2014/main" id="{62BBEEDD-4D95-4869-AFA2-8F8AD184FFF9}"/>
              </a:ext>
            </a:extLst>
          </p:cNvPr>
          <p:cNvSpPr>
            <a:spLocks xmlns:a="http://schemas.openxmlformats.org/drawingml/2006/main" noGrp="1"/>
          </p:cNvSpPr>
          <p:nvPr/>
        </p:nvSpPr>
        <p:spPr>
          <a:xfrm xmlns:a="http://schemas.openxmlformats.org/drawingml/2006/main">
            <a:off x="4095750" y="8334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나중 온도 − 처음 온도</a:t>
            </a:r>
          </a:p>
        </p:txBody>
      </p:sp>
      <p:sp>
        <p:nvSpPr>
          <p:cNvPr id="40" name="text">
            <a:extLst xmlns:a="http://schemas.openxmlformats.org/drawingml/2006/main">
              <a:ext uri="{FF2B5EF4-FFF2-40B4-BE49-F238E27FC236}">
                <a16:creationId xmlns:a16="http://schemas.microsoft.com/office/drawing/2014/main" id="{7E6ACB10-33A2-4856-BA95-B6DB7764506B}"/>
              </a:ext>
            </a:extLst>
          </p:cNvPr>
          <p:cNvSpPr>
            <a:spLocks xmlns:a="http://schemas.openxmlformats.org/drawingml/2006/main" noGrp="1"/>
          </p:cNvSpPr>
          <p:nvPr/>
        </p:nvSpPr>
        <p:spPr>
          <a:xfrm xmlns:a="http://schemas.openxmlformats.org/drawingml/2006/main">
            <a:off x="8667750" y="8334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측정한 온도 상승량</a:t>
            </a:r>
          </a:p>
        </p:txBody>
      </p:sp>
    </p:spTree>
    <p:extLst>
      <p:ext uri="{BB962C8B-B14F-4D97-AF65-F5344CB8AC3E}">
        <p14:creationId xmlns:p14="http://schemas.microsoft.com/office/powerpoint/2010/main" val="2017384907"/>
      </p:ext>
    </p:extLst>
  </p:cSld>
</p:sld>
</file>

<file path=ppt/slides/slide4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34BAA1B-533D-46A5-B059-C2F7C241FD49}"/>
              </a:ext>
            </a:extLst>
          </p:cNvPr>
          <p:cNvPicPr>
            <a:picLocks xmlns:a="http://schemas.openxmlformats.org/drawingml/2006/main" noChangeAspect="1"/>
          </p:cNvPicPr>
          <p:nvPr/>
        </p:nvPicPr>
        <p:blipFill>
          <a:blip xmlns:r="http://schemas.openxmlformats.org/officeDocument/2006/relationships" xmlns:a="http://schemas.openxmlformats.org/drawingml/2006/main" r:embed="R38430151de8040a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79F313D-269F-4866-ADCE-C7C2C5539D8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D72B60E-1F5D-4F0E-B759-04BAAC59096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469010E-E537-4E9A-A26A-92F9AF0AC45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5CB6F5C-DEE3-4F36-A48E-E850BE2F3DC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3690125C-1995-410A-8983-C9861D27056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D94DA06A-DF3E-4033-B5CD-399BB682DD6B}"/>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D7D1291F-E638-4A9B-A9EA-E76F2B861C4C}"/>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8863E3C8-2E76-4A60-B36D-BF0E4139BEED}"/>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BBF91956-86CA-4E62-B746-6BAE8712747B}"/>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0A4E736B-068B-46F4-9B4C-591F6FF3F8CD}"/>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A748032A-C504-4006-8A84-7FA95E71C44B}"/>
              </a:ext>
            </a:extLst>
          </p:cNvPr>
          <p:cNvSpPr>
            <a:spLocks xmlns:a="http://schemas.openxmlformats.org/drawingml/2006/main" noGrp="1"/>
          </p:cNvSpPr>
          <p:nvPr/>
        </p:nvSpPr>
        <p:spPr>
          <a:xfrm xmlns:a="http://schemas.openxmlformats.org/drawingml/2006/main">
            <a:off x="2095500" y="376237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991668458"/>
      </p:ext>
    </p:extLst>
  </p:cSld>
</p:sld>
</file>

<file path=ppt/slides/slide4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9303F3E6-C51E-45A4-92AF-CC8B82F2F95A}"/>
              </a:ext>
            </a:extLst>
          </p:cNvPr>
          <p:cNvSpPr>
            <a:spLocks xmlns:a="http://schemas.openxmlformats.org/drawingml/2006/main" noGrp="1"/>
          </p:cNvSpPr>
          <p:nvPr/>
        </p:nvSpPr>
        <p:spPr>
          <a:xfrm xmlns:a="http://schemas.openxmlformats.org/drawingml/2006/main">
            <a:off x="2857500" y="4619625"/>
            <a:ext cx="12573000" cy="4048125"/>
          </a:xfrm>
          <a:prstGeom xmlns:a="http://schemas.openxmlformats.org/drawingml/2006/main" prst="roundRect">
            <a:avLst>
              <a:gd name="adj" fmla="val 517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2FB36063-2300-4E10-9AD6-E04A42F0F941}"/>
              </a:ext>
            </a:extLst>
          </p:cNvPr>
          <p:cNvPicPr>
            <a:picLocks xmlns:a="http://schemas.openxmlformats.org/drawingml/2006/main" noChangeAspect="1"/>
          </p:cNvPicPr>
          <p:nvPr/>
        </p:nvPicPr>
        <p:blipFill>
          <a:blip xmlns:r="http://schemas.openxmlformats.org/officeDocument/2006/relationships" xmlns:a="http://schemas.openxmlformats.org/drawingml/2006/main" r:embed="R6b55df03370d437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416F576-813A-43D2-A30F-7553E2A5ABA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BFB13FD-0A63-4242-8B80-AC406CAC58B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3169658-F63E-4913-B80D-8BB30F2AF70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7BEEE8A-8BA5-4CC9-AB3B-3C13E361A6D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03828568-0829-4B2D-BD98-ADEDD6E990E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용해 단계의 반응 엔탈피</a:t>
            </a:r>
          </a:p>
        </p:txBody>
      </p:sp>
      <p:pic>
        <p:nvPicPr>
          <p:cNvPr id="9" name="">
            <a:extLst xmlns:a="http://schemas.openxmlformats.org/drawingml/2006/main">
              <a:ext uri="{FF2B5EF4-FFF2-40B4-BE49-F238E27FC236}">
                <a16:creationId xmlns:a16="http://schemas.microsoft.com/office/drawing/2014/main" id="{04D11698-4A52-4FDE-AFA8-2F7FA167240B}"/>
              </a:ext>
            </a:extLst>
          </p:cNvPr>
          <p:cNvPicPr>
            <a:picLocks xmlns:a="http://schemas.openxmlformats.org/drawingml/2006/main" noChangeAspect="1"/>
          </p:cNvPicPr>
          <p:nvPr/>
        </p:nvPicPr>
        <p:blipFill>
          <a:blip xmlns:r="http://schemas.openxmlformats.org/officeDocument/2006/relationships" xmlns:a="http://schemas.openxmlformats.org/drawingml/2006/main" r:embed="R313344fcfe6a4bb5"/>
          <a:stretch xmlns:a="http://schemas.openxmlformats.org/drawingml/2006/main"/>
        </p:blipFill>
        <p:spPr>
          <a:xfrm xmlns:a="http://schemas.openxmlformats.org/drawingml/2006/main">
            <a:off x="4512652" y="5953125"/>
            <a:ext cx="9262696" cy="2333625"/>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473A3AAD-7F20-4749-98B1-600ABB98D937}"/>
              </a:ext>
            </a:extLst>
          </p:cNvPr>
          <p:cNvSpPr>
            <a:spLocks xmlns:a="http://schemas.openxmlformats.org/drawingml/2006/main" noGrp="1"/>
          </p:cNvSpPr>
          <p:nvPr/>
        </p:nvSpPr>
        <p:spPr>
          <a:xfrm xmlns:a="http://schemas.openxmlformats.org/drawingml/2006/main">
            <a:off x="3333750" y="4905375"/>
            <a:ext cx="1162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용액의 열 → 반응한 양 → 반응 엔탈피</a:t>
            </a:r>
          </a:p>
        </p:txBody>
      </p:sp>
    </p:spTree>
    <p:extLst>
      <p:ext uri="{BB962C8B-B14F-4D97-AF65-F5344CB8AC3E}">
        <p14:creationId xmlns:p14="http://schemas.microsoft.com/office/powerpoint/2010/main" val="790227961"/>
      </p:ext>
    </p:extLst>
  </p:cSld>
</p:sld>
</file>

<file path=ppt/slides/slide4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FE78EB0-7E5D-43F3-90D2-881434204EEB}"/>
              </a:ext>
            </a:extLst>
          </p:cNvPr>
          <p:cNvPicPr>
            <a:picLocks xmlns:a="http://schemas.openxmlformats.org/drawingml/2006/main" noChangeAspect="1"/>
          </p:cNvPicPr>
          <p:nvPr/>
        </p:nvPicPr>
        <p:blipFill>
          <a:blip xmlns:r="http://schemas.openxmlformats.org/officeDocument/2006/relationships" xmlns:a="http://schemas.openxmlformats.org/drawingml/2006/main" r:embed="Rccd73f9eda1b45f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0431758-B261-46A9-B165-06EED3931DE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A1D1455-C1DA-46D8-B8D0-6AFBBCB421F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2C6DF42-C4CC-463C-BAFF-161F5BBFDBB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9B8502D-5E29-41D4-A45A-8B1779775AF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72C08A67-A867-4459-9B11-E164BDC7474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A5DA029E-2768-47F8-BFC6-A7F200723DDF}"/>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E2AB95B5-6164-4DBD-9946-CC761E2A0820}"/>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0A325A7E-8505-45C7-BD45-9B31F173A4D6}"/>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1330BDAC-13E0-4D40-B69D-FD6C8BC1BFF0}"/>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0F586DAF-52C5-43F8-81AB-D620BC45192C}"/>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21F344CC-349E-4BCE-8F76-6CA4895DBEF8}"/>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BBBBBB"/>
                </a:solidFill>
                <a:latin typeface="Pretendard"/>
                <a:ea typeface="Pretendard"/>
                <a:cs typeface="Pretendard"/>
              </a:defRPr>
            </a:defPPr>
            <a:lvl1pPr algn="ctr">
              <a:defRPr sz="2730" b="1">
                <a:solidFill>
                  <a:srgbClr val="BBBBBB"/>
                </a:solidFill>
                <a:latin typeface="Pretendard"/>
                <a:ea typeface="Pretendard"/>
                <a:cs typeface="Pretendard"/>
              </a:defRPr>
            </a:lvl1pPr>
            <a:lvl2pPr algn="ctr">
              <a:defRPr sz="2730" b="1">
                <a:solidFill>
                  <a:srgbClr val="BBBBBB"/>
                </a:solidFill>
                <a:latin typeface="Pretendard"/>
                <a:ea typeface="Pretendard"/>
                <a:cs typeface="Pretendard"/>
              </a:defRPr>
            </a:lvl2pPr>
            <a:lvl3pPr algn="ctr">
              <a:defRPr sz="2730" b="1">
                <a:solidFill>
                  <a:srgbClr val="BBBBBB"/>
                </a:solidFill>
                <a:latin typeface="Pretendard"/>
                <a:ea typeface="Pretendard"/>
                <a:cs typeface="Pretendard"/>
              </a:defRPr>
            </a:lvl3pPr>
            <a:lvl4pPr algn="ctr">
              <a:defRPr sz="2730" b="1">
                <a:solidFill>
                  <a:srgbClr val="BBBBBB"/>
                </a:solidFill>
                <a:latin typeface="Pretendard"/>
                <a:ea typeface="Pretendard"/>
                <a:cs typeface="Pretendard"/>
              </a:defRPr>
            </a:lvl4pPr>
            <a:lvl5pPr algn="ctr">
              <a:defRPr sz="2730" b="1">
                <a:solidFill>
                  <a:srgbClr val="BBBBBB"/>
                </a:solidFill>
                <a:latin typeface="Pretendard"/>
                <a:ea typeface="Pretendard"/>
                <a:cs typeface="Pretendard"/>
              </a:defRPr>
            </a:lvl5pPr>
            <a:lvl6pPr algn="ctr">
              <a:defRPr sz="2730" b="1">
                <a:solidFill>
                  <a:srgbClr val="BBBBBB"/>
                </a:solidFill>
                <a:latin typeface="Pretendard"/>
                <a:ea typeface="Pretendard"/>
                <a:cs typeface="Pretendard"/>
              </a:defRPr>
            </a:lvl6pPr>
            <a:lvl7pPr algn="ctr">
              <a:defRPr sz="2730" b="1">
                <a:solidFill>
                  <a:srgbClr val="BBBBBB"/>
                </a:solidFill>
                <a:latin typeface="Pretendard"/>
                <a:ea typeface="Pretendard"/>
                <a:cs typeface="Pretendard"/>
              </a:defRPr>
            </a:lvl7pPr>
            <a:lvl8pPr algn="ctr">
              <a:defRPr sz="2730" b="1">
                <a:solidFill>
                  <a:srgbClr val="BBBBBB"/>
                </a:solidFill>
                <a:latin typeface="Pretendard"/>
                <a:ea typeface="Pretendard"/>
                <a:cs typeface="Pretendard"/>
              </a:defRPr>
            </a:lvl8pPr>
            <a:lvl9pPr algn="ctr">
              <a:defRPr sz="2730" b="1">
                <a:solidFill>
                  <a:srgbClr val="BBBBBB"/>
                </a:solidFill>
                <a:latin typeface="Pretendard"/>
                <a:ea typeface="Pretendard"/>
                <a:cs typeface="Pretendard"/>
              </a:defRPr>
            </a:lvl9pPr>
          </a:lstStyle>
          <a:p xmlns:a="http://schemas.openxmlformats.org/drawingml/2006/main">
            <a:pPr algn="ctr">
              <a:defRPr sz="2730" b="1">
                <a:solidFill>
                  <a:srgbClr val="BBBBBB"/>
                </a:solidFill>
                <a:latin typeface="Pretendard"/>
                <a:ea typeface="Pretendard"/>
                <a:cs typeface="Pretendard"/>
              </a:defRPr>
            </a:pPr>
            <a:r>
              <a:rPr sz="2730" b="1">
                <a:solidFill>
                  <a:srgbClr val="BBBBBB"/>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6575415"/>
      </p:ext>
    </p:extLst>
  </p:cSld>
</p:sld>
</file>

<file path=ppt/slides/slide4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v34 내용 영역">
            <a:extLst xmlns:a="http://schemas.openxmlformats.org/drawingml/2006/main">
              <a:ext uri="{FF2B5EF4-FFF2-40B4-BE49-F238E27FC236}">
                <a16:creationId xmlns:a16="http://schemas.microsoft.com/office/drawing/2014/main" id="{EAFD43BE-22AD-44D8-936C-8C1F7E13DF56}"/>
              </a:ext>
            </a:extLst>
          </p:cNvPr>
          <p:cNvSpPr>
            <a:spLocks xmlns:a="http://schemas.openxmlformats.org/drawingml/2006/main" noGrp="1"/>
          </p:cNvSpPr>
          <p:nvPr/>
        </p:nvSpPr>
        <p:spPr>
          <a:xfrm xmlns:a="http://schemas.openxmlformats.org/drawingml/2006/main">
            <a:off x="2000250" y="4762500"/>
            <a:ext cx="14287500" cy="3524250"/>
          </a:xfrm>
          <a:prstGeom xmlns:a="http://schemas.openxmlformats.org/drawingml/2006/main" prst="roundRect">
            <a:avLst>
              <a:gd name="adj" fmla="val 4865"/>
            </a:avLst>
          </a:prstGeom>
          <a:solidFill xmlns:a="http://schemas.openxmlformats.org/drawingml/2006/main">
            <a:srgbClr val="242424"/>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B61CCD8B-AC7D-4CE9-85F6-D873BE28B4B3}"/>
              </a:ext>
            </a:extLst>
          </p:cNvPr>
          <p:cNvPicPr>
            <a:picLocks xmlns:a="http://schemas.openxmlformats.org/drawingml/2006/main" noChangeAspect="1"/>
          </p:cNvPicPr>
          <p:nvPr/>
        </p:nvPicPr>
        <p:blipFill>
          <a:blip xmlns:r="http://schemas.openxmlformats.org/officeDocument/2006/relationships" xmlns:a="http://schemas.openxmlformats.org/drawingml/2006/main" r:embed="Rbace51261b4445e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454A041-324F-40EE-9AFE-4B9EDD997F3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95CC726-B540-4D7C-8800-C08266B5ED4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F40EAB1-6005-43BA-B021-414D68A9493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B8F2ECF-1DEE-4775-B22E-162BCC1F8C7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B6487C86-C135-43D3-8944-303B50B7B25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0193FCC8-A953-4C56-A7AD-11714DA7DDF2}"/>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BBBBBB"/>
                </a:solidFill>
                <a:latin typeface="Pretendard"/>
                <a:ea typeface="Pretendard"/>
                <a:cs typeface="Pretendard"/>
              </a:defRPr>
            </a:defPPr>
            <a:lvl1pPr algn="l">
              <a:defRPr sz="2400" b="0">
                <a:solidFill>
                  <a:srgbClr val="BBBBBB"/>
                </a:solidFill>
                <a:latin typeface="Pretendard"/>
                <a:ea typeface="Pretendard"/>
                <a:cs typeface="Pretendard"/>
              </a:defRPr>
            </a:lvl1pPr>
            <a:lvl2pPr algn="l">
              <a:defRPr sz="2400" b="0">
                <a:solidFill>
                  <a:srgbClr val="BBBBBB"/>
                </a:solidFill>
                <a:latin typeface="Pretendard"/>
                <a:ea typeface="Pretendard"/>
                <a:cs typeface="Pretendard"/>
              </a:defRPr>
            </a:lvl2pPr>
            <a:lvl3pPr algn="l">
              <a:defRPr sz="2400" b="0">
                <a:solidFill>
                  <a:srgbClr val="BBBBBB"/>
                </a:solidFill>
                <a:latin typeface="Pretendard"/>
                <a:ea typeface="Pretendard"/>
                <a:cs typeface="Pretendard"/>
              </a:defRPr>
            </a:lvl3pPr>
            <a:lvl4pPr algn="l">
              <a:defRPr sz="2400" b="0">
                <a:solidFill>
                  <a:srgbClr val="BBBBBB"/>
                </a:solidFill>
                <a:latin typeface="Pretendard"/>
                <a:ea typeface="Pretendard"/>
                <a:cs typeface="Pretendard"/>
              </a:defRPr>
            </a:lvl4pPr>
            <a:lvl5pPr algn="l">
              <a:defRPr sz="2400" b="0">
                <a:solidFill>
                  <a:srgbClr val="BBBBBB"/>
                </a:solidFill>
                <a:latin typeface="Pretendard"/>
                <a:ea typeface="Pretendard"/>
                <a:cs typeface="Pretendard"/>
              </a:defRPr>
            </a:lvl5pPr>
            <a:lvl6pPr algn="l">
              <a:defRPr sz="2400" b="0">
                <a:solidFill>
                  <a:srgbClr val="BBBBBB"/>
                </a:solidFill>
                <a:latin typeface="Pretendard"/>
                <a:ea typeface="Pretendard"/>
                <a:cs typeface="Pretendard"/>
              </a:defRPr>
            </a:lvl6pPr>
            <a:lvl7pPr algn="l">
              <a:defRPr sz="2400" b="0">
                <a:solidFill>
                  <a:srgbClr val="BBBBBB"/>
                </a:solidFill>
                <a:latin typeface="Pretendard"/>
                <a:ea typeface="Pretendard"/>
                <a:cs typeface="Pretendard"/>
              </a:defRPr>
            </a:lvl7pPr>
            <a:lvl8pPr algn="l">
              <a:defRPr sz="2400" b="0">
                <a:solidFill>
                  <a:srgbClr val="BBBBBB"/>
                </a:solidFill>
                <a:latin typeface="Pretendard"/>
                <a:ea typeface="Pretendard"/>
                <a:cs typeface="Pretendard"/>
              </a:defRPr>
            </a:lvl8pPr>
            <a:lvl9pPr algn="l">
              <a:defRPr sz="2400" b="0">
                <a:solidFill>
                  <a:srgbClr val="BBBBBB"/>
                </a:solidFill>
                <a:latin typeface="Pretendard"/>
                <a:ea typeface="Pretendard"/>
                <a:cs typeface="Pretendard"/>
              </a:defRPr>
            </a:lvl9pPr>
          </a:lstStyle>
          <a:p xmlns:a="http://schemas.openxmlformats.org/drawingml/2006/main">
            <a:pPr algn="l">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두 단계의 합과 직접 반응을 비교한다.</a:t>
            </a:r>
          </a:p>
        </p:txBody>
      </p:sp>
      <p:pic>
        <p:nvPicPr>
          <p:cNvPr id="8" name="">
            <a:extLst xmlns:a="http://schemas.openxmlformats.org/drawingml/2006/main">
              <a:ext uri="{FF2B5EF4-FFF2-40B4-BE49-F238E27FC236}">
                <a16:creationId xmlns:a16="http://schemas.microsoft.com/office/drawing/2014/main" id="{544A8C70-F139-443C-8B28-96A5A99097F5}"/>
              </a:ext>
            </a:extLst>
          </p:cNvPr>
          <p:cNvPicPr>
            <a:picLocks xmlns:a="http://schemas.openxmlformats.org/drawingml/2006/main" noChangeAspect="1"/>
          </p:cNvPicPr>
          <p:nvPr/>
        </p:nvPicPr>
        <p:blipFill>
          <a:blip xmlns:r="http://schemas.openxmlformats.org/officeDocument/2006/relationships" xmlns:a="http://schemas.openxmlformats.org/drawingml/2006/main" r:embed="R34abb46c6f914c4e"/>
          <a:stretch xmlns:a="http://schemas.openxmlformats.org/drawingml/2006/main"/>
        </p:blipFill>
        <p:spPr>
          <a:xfrm xmlns:a="http://schemas.openxmlformats.org/drawingml/2006/main">
            <a:off x="5970965" y="5048250"/>
            <a:ext cx="9584570" cy="2952750"/>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7DD14AD0-88DB-45C2-9B6F-87057C988777}"/>
              </a:ext>
            </a:extLst>
          </p:cNvPr>
          <p:cNvSpPr>
            <a:spLocks xmlns:a="http://schemas.openxmlformats.org/drawingml/2006/main" noGrp="1"/>
          </p:cNvSpPr>
          <p:nvPr/>
        </p:nvSpPr>
        <p:spPr>
          <a:xfrm xmlns:a="http://schemas.openxmlformats.org/drawingml/2006/main">
            <a:off x="2381250" y="5143500"/>
            <a:ext cx="2952750" cy="61912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용해 + 중화</a:t>
            </a:r>
          </a:p>
        </p:txBody>
      </p:sp>
      <p:sp>
        <p:nvSpPr>
          <p:cNvPr id="11" name="text">
            <a:extLst xmlns:a="http://schemas.openxmlformats.org/drawingml/2006/main">
              <a:ext uri="{FF2B5EF4-FFF2-40B4-BE49-F238E27FC236}">
                <a16:creationId xmlns:a16="http://schemas.microsoft.com/office/drawing/2014/main" id="{DB0CC2DB-85D4-4B3B-B6A8-BDE616646568}"/>
              </a:ext>
            </a:extLst>
          </p:cNvPr>
          <p:cNvSpPr>
            <a:spLocks xmlns:a="http://schemas.openxmlformats.org/drawingml/2006/main" noGrp="1"/>
          </p:cNvSpPr>
          <p:nvPr/>
        </p:nvSpPr>
        <p:spPr>
          <a:xfrm xmlns:a="http://schemas.openxmlformats.org/drawingml/2006/main">
            <a:off x="2381250" y="6067425"/>
            <a:ext cx="2952750" cy="61912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직접 반응</a:t>
            </a:r>
          </a:p>
        </p:txBody>
      </p:sp>
      <p:sp>
        <p:nvSpPr>
          <p:cNvPr id="12" name="text">
            <a:extLst xmlns:a="http://schemas.openxmlformats.org/drawingml/2006/main">
              <a:ext uri="{FF2B5EF4-FFF2-40B4-BE49-F238E27FC236}">
                <a16:creationId xmlns:a16="http://schemas.microsoft.com/office/drawing/2014/main" id="{845C7A19-EADF-4555-9B69-55B0D7B69EDE}"/>
              </a:ext>
            </a:extLst>
          </p:cNvPr>
          <p:cNvSpPr>
            <a:spLocks xmlns:a="http://schemas.openxmlformats.org/drawingml/2006/main" noGrp="1"/>
          </p:cNvSpPr>
          <p:nvPr/>
        </p:nvSpPr>
        <p:spPr>
          <a:xfrm xmlns:a="http://schemas.openxmlformats.org/drawingml/2006/main">
            <a:off x="2381250" y="6991350"/>
            <a:ext cx="2952750" cy="61912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두 값의 차이</a:t>
            </a:r>
          </a:p>
        </p:txBody>
      </p:sp>
      <p:sp>
        <p:nvSpPr>
          <p:cNvPr id="13" name="text">
            <a:extLst xmlns:a="http://schemas.openxmlformats.org/drawingml/2006/main">
              <a:ext uri="{FF2B5EF4-FFF2-40B4-BE49-F238E27FC236}">
                <a16:creationId xmlns:a16="http://schemas.microsoft.com/office/drawing/2014/main" id="{29AB0D29-04D2-4DC5-97F6-6A7CC1178651}"/>
              </a:ext>
            </a:extLst>
          </p:cNvPr>
          <p:cNvSpPr>
            <a:spLocks xmlns:a="http://schemas.openxmlformats.org/drawingml/2006/main" noGrp="1"/>
          </p:cNvSpPr>
          <p:nvPr/>
        </p:nvSpPr>
        <p:spPr>
          <a:xfrm xmlns:a="http://schemas.openxmlformats.org/drawingml/2006/main">
            <a:off x="2095500" y="87153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외부로의 열 손실과 측정 오차 때문에 실험값에 차이가 생긴다.</a:t>
            </a:r>
          </a:p>
        </p:txBody>
      </p:sp>
    </p:spTree>
    <p:extLst>
      <p:ext uri="{BB962C8B-B14F-4D97-AF65-F5344CB8AC3E}">
        <p14:creationId xmlns:p14="http://schemas.microsoft.com/office/powerpoint/2010/main" val="173978714"/>
      </p:ext>
    </p:extLst>
  </p:cSld>
</p:sld>
</file>

<file path=ppt/slides/slide5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CA2316B6-B904-40E0-9CA6-D3CDF8C0091D}"/>
              </a:ext>
            </a:extLst>
          </p:cNvPr>
          <p:cNvPicPr>
            <a:picLocks xmlns:a="http://schemas.openxmlformats.org/drawingml/2006/main" noChangeAspect="1"/>
          </p:cNvPicPr>
          <p:nvPr/>
        </p:nvPicPr>
        <p:blipFill>
          <a:blip xmlns:r="http://schemas.openxmlformats.org/officeDocument/2006/relationships" xmlns:a="http://schemas.openxmlformats.org/drawingml/2006/main" r:embed="R4745764d35ab443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F5727F0-1184-4D63-95C0-0E165FDAEA7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5A26D4A-28CC-4167-9150-6D1C69D1C96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4AF121A1-1AE9-476B-A571-7197DAF3D9F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6A03F655-8347-451C-8DC9-23A57847370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B0F75642-8408-4578-AE87-E988CD56BD1B}"/>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재지 못한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알게 되는 까닭</a:t>
            </a:r>
          </a:p>
        </p:txBody>
      </p:sp>
      <p:pic>
        <p:nvPicPr>
          <p:cNvPr id="7" name="">
            <a:extLst xmlns:a="http://schemas.openxmlformats.org/drawingml/2006/main">
              <a:ext uri="{FF2B5EF4-FFF2-40B4-BE49-F238E27FC236}">
                <a16:creationId xmlns:a16="http://schemas.microsoft.com/office/drawing/2014/main" id="{0C24DD84-32A9-4647-B018-0FE1CDE1B52E}"/>
              </a:ext>
            </a:extLst>
          </p:cNvPr>
          <p:cNvPicPr>
            <a:picLocks xmlns:a="http://schemas.openxmlformats.org/drawingml/2006/main" noChangeAspect="1"/>
          </p:cNvPicPr>
          <p:nvPr/>
        </p:nvPicPr>
        <p:blipFill>
          <a:blip xmlns:r="http://schemas.openxmlformats.org/officeDocument/2006/relationships" xmlns:a="http://schemas.openxmlformats.org/drawingml/2006/main" r:embed="Refb7badc7f5e4d6d"/>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10493683-6ACE-49D5-BA33-36699DE6C96C}"/>
              </a:ext>
            </a:extLst>
          </p:cNvPr>
          <p:cNvSpPr>
            <a:spLocks xmlns:a="http://schemas.openxmlformats.org/drawingml/2006/main" noGrp="1"/>
          </p:cNvSpPr>
          <p:nvPr/>
        </p:nvSpPr>
        <p:spPr>
          <a:xfrm xmlns:a="http://schemas.openxmlformats.org/drawingml/2006/main">
            <a:off x="5562600" y="4143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92E1C3BA-0FE3-4346-988D-4CD5A7B54CB0}"/>
              </a:ext>
            </a:extLst>
          </p:cNvPr>
          <p:cNvSpPr>
            <a:spLocks xmlns:a="http://schemas.openxmlformats.org/drawingml/2006/main" noGrp="1"/>
          </p:cNvSpPr>
          <p:nvPr/>
        </p:nvSpPr>
        <p:spPr>
          <a:xfrm xmlns:a="http://schemas.openxmlformats.org/drawingml/2006/main">
            <a:off x="5562600" y="4733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여러 반응을 조합한다.</a:t>
            </a:r>
          </a:p>
        </p:txBody>
      </p:sp>
      <p:sp>
        <p:nvSpPr>
          <p:cNvPr id="10" name="text">
            <a:extLst xmlns:a="http://schemas.openxmlformats.org/drawingml/2006/main">
              <a:ext uri="{FF2B5EF4-FFF2-40B4-BE49-F238E27FC236}">
                <a16:creationId xmlns:a16="http://schemas.microsoft.com/office/drawing/2014/main" id="{0360D891-8C55-4899-8E16-CF5F12859F6B}"/>
              </a:ext>
            </a:extLst>
          </p:cNvPr>
          <p:cNvSpPr>
            <a:spLocks xmlns:a="http://schemas.openxmlformats.org/drawingml/2006/main" noGrp="1"/>
          </p:cNvSpPr>
          <p:nvPr/>
        </p:nvSpPr>
        <p:spPr>
          <a:xfrm xmlns:a="http://schemas.openxmlformats.org/drawingml/2006/main">
            <a:off x="5562600" y="58578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A89ADCED-F780-4359-9A14-368C92D0333D}"/>
              </a:ext>
            </a:extLst>
          </p:cNvPr>
          <p:cNvSpPr>
            <a:spLocks xmlns:a="http://schemas.openxmlformats.org/drawingml/2006/main" noGrp="1"/>
          </p:cNvSpPr>
          <p:nvPr/>
        </p:nvSpPr>
        <p:spPr>
          <a:xfrm xmlns:a="http://schemas.openxmlformats.org/drawingml/2006/main">
            <a:off x="5562600" y="64484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34F6E039-6615-4AEC-B2B8-62BB748E6436}"/>
              </a:ext>
            </a:extLst>
          </p:cNvPr>
          <p:cNvSpPr>
            <a:spLocks xmlns:a="http://schemas.openxmlformats.org/drawingml/2006/main" noGrp="1"/>
          </p:cNvSpPr>
          <p:nvPr/>
        </p:nvSpPr>
        <p:spPr>
          <a:xfrm xmlns:a="http://schemas.openxmlformats.org/drawingml/2006/main">
            <a:off x="5562600" y="7572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A60AB388-48AE-4CBB-8C1F-CD867A8CE9B0}"/>
              </a:ext>
            </a:extLst>
          </p:cNvPr>
          <p:cNvSpPr>
            <a:spLocks xmlns:a="http://schemas.openxmlformats.org/drawingml/2006/main" noGrp="1"/>
          </p:cNvSpPr>
          <p:nvPr/>
        </p:nvSpPr>
        <p:spPr>
          <a:xfrm xmlns:a="http://schemas.openxmlformats.org/drawingml/2006/main">
            <a:off x="5562600" y="8162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알려진 </a:t>
            </a:r>
            <a:r>
              <a:rPr sz="2100">
                <a:solidFill>
                  <a:srgbClr val="222222"/>
                </a:solidFill>
                <a:latin typeface="Pretendard"/>
                <a:ea typeface="Pretendard"/>
                <a:cs typeface="Pretendard"/>
              </a:rPr>
              <a:t>Δ</a:t>
            </a:r>
            <a:r>
              <a:rPr sz="2100" i="1">
                <a:solidFill>
                  <a:srgbClr val="222222"/>
                </a:solidFill>
                <a:latin typeface="Pretendard"/>
                <a:ea typeface="Pretendard"/>
                <a:cs typeface="Pretendard"/>
              </a:rPr>
              <a:t>H</a:t>
            </a:r>
            <a:r>
              <a:rPr sz="2100">
                <a:solidFill>
                  <a:srgbClr val="222222"/>
                </a:solidFill>
                <a:latin typeface="Pretendard"/>
                <a:ea typeface="Pretendard"/>
                <a:cs typeface="Pretendard"/>
              </a:rPr>
              <a:t>를 더해 구한다.</a:t>
            </a:r>
          </a:p>
        </p:txBody>
      </p:sp>
      <p:pic>
        <p:nvPicPr>
          <p:cNvPr id="14" name="">
            <a:extLst xmlns:a="http://schemas.openxmlformats.org/drawingml/2006/main">
              <a:ext uri="{FF2B5EF4-FFF2-40B4-BE49-F238E27FC236}">
                <a16:creationId xmlns:a16="http://schemas.microsoft.com/office/drawing/2014/main" id="{4BA9CDB5-4DC4-46F0-B0A0-97ACDC00E683}"/>
              </a:ext>
            </a:extLst>
          </p:cNvPr>
          <p:cNvPicPr>
            <a:picLocks xmlns:a="http://schemas.openxmlformats.org/drawingml/2006/main" noChangeAspect="1"/>
          </p:cNvPicPr>
          <p:nvPr/>
        </p:nvPicPr>
        <p:blipFill>
          <a:blip xmlns:r="http://schemas.openxmlformats.org/officeDocument/2006/relationships" xmlns:a="http://schemas.openxmlformats.org/drawingml/2006/main" r:embed="Rc5ac3247fc93455e"/>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13F9C334-3487-415E-8C0E-860BEF6A5F1E}"/>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58BA90F4-800C-456B-AD47-3A1F07904B3B}"/>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D8EED867-B1FA-44D1-AD1F-6F922432EFD1}"/>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다른 경로로도</a:t>
            </a:r>
          </a:p>
        </p:txBody>
      </p:sp>
      <p:sp>
        <p:nvSpPr>
          <p:cNvPr id="19" name="캐릭터 질문 2">
            <a:extLst xmlns:a="http://schemas.openxmlformats.org/drawingml/2006/main">
              <a:ext uri="{FF2B5EF4-FFF2-40B4-BE49-F238E27FC236}">
                <a16:creationId xmlns:a16="http://schemas.microsoft.com/office/drawing/2014/main" id="{0E458C5F-8C17-4B07-ABCB-2CB1C8242DA3}"/>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6ED0C054-A320-4D57-9FA5-533CF716126F}"/>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0F07533F-5C2F-49E8-9A57-0EBDCA577CA0}"/>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90DA16DF-F154-4939-A54F-601AB259592C}"/>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처음과 끝이</a:t>
            </a:r>
          </a:p>
        </p:txBody>
      </p:sp>
      <p:sp>
        <p:nvSpPr>
          <p:cNvPr id="23" name="캐릭터 질문 2">
            <a:extLst xmlns:a="http://schemas.openxmlformats.org/drawingml/2006/main">
              <a:ext uri="{FF2B5EF4-FFF2-40B4-BE49-F238E27FC236}">
                <a16:creationId xmlns:a16="http://schemas.microsoft.com/office/drawing/2014/main" id="{2333B09A-4750-414F-B1F1-DF05557F27AA}"/>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같으면 가능해!</a:t>
            </a:r>
          </a:p>
        </p:txBody>
      </p:sp>
      <p:pic>
        <p:nvPicPr>
          <p:cNvPr id="24" name="">
            <a:extLst xmlns:a="http://schemas.openxmlformats.org/drawingml/2006/main">
              <a:ext uri="{FF2B5EF4-FFF2-40B4-BE49-F238E27FC236}">
                <a16:creationId xmlns:a16="http://schemas.microsoft.com/office/drawing/2014/main" id="{EB7D7253-2C87-492C-B467-C806CD9BA783}"/>
              </a:ext>
            </a:extLst>
          </p:cNvPr>
          <p:cNvPicPr>
            <a:picLocks xmlns:a="http://schemas.openxmlformats.org/drawingml/2006/main" noChangeAspect="1"/>
          </p:cNvPicPr>
          <p:nvPr/>
        </p:nvPicPr>
        <p:blipFill>
          <a:blip xmlns:r="http://schemas.openxmlformats.org/officeDocument/2006/relationships" xmlns:a="http://schemas.openxmlformats.org/drawingml/2006/main" r:embed="R72cf98d0c3634e3b"/>
          <a:stretch xmlns:a="http://schemas.openxmlformats.org/drawingml/2006/main"/>
        </p:blipFill>
        <p:spPr>
          <a:xfrm xmlns:a="http://schemas.openxmlformats.org/drawingml/2006/main">
            <a:off x="14395845" y="5695950"/>
            <a:ext cx="2164559" cy="3619500"/>
          </a:xfrm>
          <a:prstGeom xmlns:a="http://schemas.openxmlformats.org/drawingml/2006/main" prst="rect">
            <a:avLst/>
          </a:prstGeom>
        </p:spPr>
      </p:pic>
    </p:spTree>
    <p:extLst>
      <p:ext uri="{BB962C8B-B14F-4D97-AF65-F5344CB8AC3E}">
        <p14:creationId xmlns:p14="http://schemas.microsoft.com/office/powerpoint/2010/main" val="119213290"/>
      </p:ext>
    </p:extLst>
  </p:cSld>
</p:sld>
</file>

<file path=ppt/slides/slide5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7" name="레퍼런스 내용 영역">
            <a:extLst xmlns:a="http://schemas.openxmlformats.org/drawingml/2006/main">
              <a:ext uri="{FF2B5EF4-FFF2-40B4-BE49-F238E27FC236}">
                <a16:creationId xmlns:a16="http://schemas.microsoft.com/office/drawing/2014/main" id="{9340EBEA-AEB2-49B0-8B50-34BAA950B786}"/>
              </a:ext>
            </a:extLst>
          </p:cNvPr>
          <p:cNvSpPr>
            <a:spLocks xmlns:a="http://schemas.openxmlformats.org/drawingml/2006/main" noGrp="1"/>
          </p:cNvSpPr>
          <p:nvPr/>
        </p:nvSpPr>
        <p:spPr>
          <a:xfrm xmlns:a="http://schemas.openxmlformats.org/drawingml/2006/main">
            <a:off x="2529840" y="4572000"/>
            <a:ext cx="13228320" cy="4655820"/>
          </a:xfrm>
          <a:prstGeom xmlns:a="http://schemas.openxmlformats.org/drawingml/2006/main" prst="roundRect">
            <a:avLst>
              <a:gd name="adj" fmla="val 5319"/>
            </a:avLst>
          </a:prstGeom>
          <a:solidFill xmlns:a="http://schemas.openxmlformats.org/drawingml/2006/main">
            <a:srgbClr val="191919"/>
          </a:solidFill>
          <a:ln xmlns:a="http://schemas.openxmlformats.org/drawingml/2006/main" w="0">
            <a:noFill/>
          </a:ln>
        </p:spPr>
      </p:sp>
      <p:pic>
        <p:nvPicPr>
          <p:cNvPr id="17" name="">
            <a:extLst xmlns:a="http://schemas.openxmlformats.org/drawingml/2006/main">
              <a:ext uri="{FF2B5EF4-FFF2-40B4-BE49-F238E27FC236}">
                <a16:creationId xmlns:a16="http://schemas.microsoft.com/office/drawing/2014/main" id="{7788A423-2701-481E-9E01-0B878FA4139D}"/>
              </a:ext>
            </a:extLst>
          </p:cNvPr>
          <p:cNvPicPr>
            <a:picLocks xmlns:a="http://schemas.openxmlformats.org/drawingml/2006/main" noChangeAspect="1"/>
          </p:cNvPicPr>
          <p:nvPr/>
        </p:nvPicPr>
        <p:blipFill>
          <a:blip xmlns:r="http://schemas.openxmlformats.org/officeDocument/2006/relationships" xmlns:a="http://schemas.openxmlformats.org/drawingml/2006/main" r:embed="R7f62b50e676a473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FAA2E60-B06A-4905-8A66-8ABCC9C1C2A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13585BE-A69F-421C-99DA-41691431068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A813C6E3-CE54-409C-9C2D-02AD6F76211C}"/>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70D4DCF3-C328-46F4-941D-4F7AE6388E65}"/>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수업 정리</a:t>
            </a:r>
          </a:p>
        </p:txBody>
      </p:sp>
      <p:sp>
        <p:nvSpPr>
          <p:cNvPr id="6" name="text">
            <a:extLst xmlns:a="http://schemas.openxmlformats.org/drawingml/2006/main">
              <a:ext uri="{FF2B5EF4-FFF2-40B4-BE49-F238E27FC236}">
                <a16:creationId xmlns:a16="http://schemas.microsoft.com/office/drawing/2014/main" id="{4EF919FC-DE3A-4D86-8D54-548F09223FB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식과 그래프를 근거로 설명해 보자</a:t>
            </a:r>
          </a:p>
        </p:txBody>
      </p:sp>
      <p:sp>
        <p:nvSpPr>
          <p:cNvPr id="8" name="text">
            <a:extLst xmlns:a="http://schemas.openxmlformats.org/drawingml/2006/main">
              <a:ext uri="{FF2B5EF4-FFF2-40B4-BE49-F238E27FC236}">
                <a16:creationId xmlns:a16="http://schemas.microsoft.com/office/drawing/2014/main" id="{6A08E07C-8A45-41E2-BB12-20384A2D99D4}"/>
              </a:ext>
            </a:extLst>
          </p:cNvPr>
          <p:cNvSpPr>
            <a:spLocks xmlns:a="http://schemas.openxmlformats.org/drawingml/2006/main" noGrp="1"/>
          </p:cNvSpPr>
          <p:nvPr/>
        </p:nvSpPr>
        <p:spPr>
          <a:xfrm xmlns:a="http://schemas.openxmlformats.org/drawingml/2006/main">
            <a:off x="3061335" y="501777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1">
                <a:solidFill>
                  <a:srgbClr val="9FFF68"/>
                </a:solidFill>
                <a:latin typeface="Pretendard"/>
                <a:ea typeface="Pretendard"/>
                <a:cs typeface="Pretendard"/>
              </a:defRPr>
            </a:defPPr>
            <a:lvl1pPr algn="l">
              <a:defRPr sz="3060" b="1">
                <a:solidFill>
                  <a:srgbClr val="9FFF68"/>
                </a:solidFill>
                <a:latin typeface="Pretendard"/>
                <a:ea typeface="Pretendard"/>
                <a:cs typeface="Pretendard"/>
              </a:defRPr>
            </a:lvl1pPr>
            <a:lvl2pPr algn="l">
              <a:defRPr sz="3060" b="1">
                <a:solidFill>
                  <a:srgbClr val="9FFF68"/>
                </a:solidFill>
                <a:latin typeface="Pretendard"/>
                <a:ea typeface="Pretendard"/>
                <a:cs typeface="Pretendard"/>
              </a:defRPr>
            </a:lvl2pPr>
            <a:lvl3pPr algn="l">
              <a:defRPr sz="3060" b="1">
                <a:solidFill>
                  <a:srgbClr val="9FFF68"/>
                </a:solidFill>
                <a:latin typeface="Pretendard"/>
                <a:ea typeface="Pretendard"/>
                <a:cs typeface="Pretendard"/>
              </a:defRPr>
            </a:lvl3pPr>
            <a:lvl4pPr algn="l">
              <a:defRPr sz="3060" b="1">
                <a:solidFill>
                  <a:srgbClr val="9FFF68"/>
                </a:solidFill>
                <a:latin typeface="Pretendard"/>
                <a:ea typeface="Pretendard"/>
                <a:cs typeface="Pretendard"/>
              </a:defRPr>
            </a:lvl4pPr>
            <a:lvl5pPr algn="l">
              <a:defRPr sz="3060" b="1">
                <a:solidFill>
                  <a:srgbClr val="9FFF68"/>
                </a:solidFill>
                <a:latin typeface="Pretendard"/>
                <a:ea typeface="Pretendard"/>
                <a:cs typeface="Pretendard"/>
              </a:defRPr>
            </a:lvl5pPr>
            <a:lvl6pPr algn="l">
              <a:defRPr sz="3060" b="1">
                <a:solidFill>
                  <a:srgbClr val="9FFF68"/>
                </a:solidFill>
                <a:latin typeface="Pretendard"/>
                <a:ea typeface="Pretendard"/>
                <a:cs typeface="Pretendard"/>
              </a:defRPr>
            </a:lvl6pPr>
            <a:lvl7pPr algn="l">
              <a:defRPr sz="3060" b="1">
                <a:solidFill>
                  <a:srgbClr val="9FFF68"/>
                </a:solidFill>
                <a:latin typeface="Pretendard"/>
                <a:ea typeface="Pretendard"/>
                <a:cs typeface="Pretendard"/>
              </a:defRPr>
            </a:lvl7pPr>
            <a:lvl8pPr algn="l">
              <a:defRPr sz="3060" b="1">
                <a:solidFill>
                  <a:srgbClr val="9FFF68"/>
                </a:solidFill>
                <a:latin typeface="Pretendard"/>
                <a:ea typeface="Pretendard"/>
                <a:cs typeface="Pretendard"/>
              </a:defRPr>
            </a:lvl8pPr>
            <a:lvl9pPr algn="l">
              <a:defRPr sz="3060" b="1">
                <a:solidFill>
                  <a:srgbClr val="9FFF68"/>
                </a:solidFill>
                <a:latin typeface="Pretendard"/>
                <a:ea typeface="Pretendard"/>
                <a:cs typeface="Pretendard"/>
              </a:defRPr>
            </a:lvl9pPr>
          </a:lstStyle>
          <a:p xmlns:a="http://schemas.openxmlformats.org/drawingml/2006/main">
            <a:pPr algn="l">
              <a:defRPr sz="3060" b="1">
                <a:solidFill>
                  <a:srgbClr val="9FFF68"/>
                </a:solidFill>
                <a:latin typeface="Pretendard"/>
                <a:ea typeface="Pretendard"/>
                <a:cs typeface="Pretendard"/>
              </a:defRPr>
            </a:pPr>
            <a:r>
              <a:rPr sz="3060" b="1">
                <a:solidFill>
                  <a:srgbClr val="9FFF68"/>
                </a:solidFill>
                <a:latin typeface="Pretendard"/>
                <a:ea typeface="Pretendard"/>
                <a:cs typeface="Pretendard"/>
              </a:rPr>
              <a:t>✓</a:t>
            </a:r>
          </a:p>
        </p:txBody>
      </p:sp>
      <p:sp>
        <p:nvSpPr>
          <p:cNvPr id="9" name="text">
            <a:extLst xmlns:a="http://schemas.openxmlformats.org/drawingml/2006/main">
              <a:ext uri="{FF2B5EF4-FFF2-40B4-BE49-F238E27FC236}">
                <a16:creationId xmlns:a16="http://schemas.microsoft.com/office/drawing/2014/main" id="{F2A5EB00-A343-4AE6-8035-CF1B026B94B5}"/>
              </a:ext>
            </a:extLst>
          </p:cNvPr>
          <p:cNvSpPr>
            <a:spLocks xmlns:a="http://schemas.openxmlformats.org/drawingml/2006/main" noGrp="1"/>
          </p:cNvSpPr>
          <p:nvPr/>
        </p:nvSpPr>
        <p:spPr>
          <a:xfrm xmlns:a="http://schemas.openxmlformats.org/drawingml/2006/main">
            <a:off x="3947160" y="501777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CO 생성 반응의 엔탈피 관계를 설명할 수 있는가?</a:t>
            </a:r>
          </a:p>
        </p:txBody>
      </p:sp>
      <p:sp>
        <p:nvSpPr>
          <p:cNvPr id="10" name="text">
            <a:extLst xmlns:a="http://schemas.openxmlformats.org/drawingml/2006/main">
              <a:ext uri="{FF2B5EF4-FFF2-40B4-BE49-F238E27FC236}">
                <a16:creationId xmlns:a16="http://schemas.microsoft.com/office/drawing/2014/main" id="{07813F1F-89BB-4A03-BD8C-F82EE014FC60}"/>
              </a:ext>
            </a:extLst>
          </p:cNvPr>
          <p:cNvSpPr>
            <a:spLocks xmlns:a="http://schemas.openxmlformats.org/drawingml/2006/main" noGrp="1"/>
          </p:cNvSpPr>
          <p:nvPr/>
        </p:nvSpPr>
        <p:spPr>
          <a:xfrm xmlns:a="http://schemas.openxmlformats.org/drawingml/2006/main">
            <a:off x="3947160" y="558241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반응식의 방향과 그래프의 화살표를 대응한다.</a:t>
            </a:r>
          </a:p>
        </p:txBody>
      </p:sp>
      <p:sp>
        <p:nvSpPr>
          <p:cNvPr id="11" name="text">
            <a:extLst xmlns:a="http://schemas.openxmlformats.org/drawingml/2006/main">
              <a:ext uri="{FF2B5EF4-FFF2-40B4-BE49-F238E27FC236}">
                <a16:creationId xmlns:a16="http://schemas.microsoft.com/office/drawing/2014/main" id="{1888508C-2328-4EA2-8B20-D5DEEF88B9A0}"/>
              </a:ext>
            </a:extLst>
          </p:cNvPr>
          <p:cNvSpPr>
            <a:spLocks xmlns:a="http://schemas.openxmlformats.org/drawingml/2006/main" noGrp="1"/>
          </p:cNvSpPr>
          <p:nvPr/>
        </p:nvSpPr>
        <p:spPr>
          <a:xfrm xmlns:a="http://schemas.openxmlformats.org/drawingml/2006/main">
            <a:off x="3061335" y="635508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BBBBBB"/>
                </a:solidFill>
                <a:latin typeface="Pretendard"/>
                <a:ea typeface="Pretendard"/>
                <a:cs typeface="Pretendard"/>
              </a:defRPr>
            </a:defPPr>
            <a:lvl1pPr algn="l">
              <a:defRPr sz="3060" b="0">
                <a:solidFill>
                  <a:srgbClr val="BBBBBB"/>
                </a:solidFill>
                <a:latin typeface="Pretendard"/>
                <a:ea typeface="Pretendard"/>
                <a:cs typeface="Pretendard"/>
              </a:defRPr>
            </a:lvl1pPr>
            <a:lvl2pPr algn="l">
              <a:defRPr sz="3060" b="0">
                <a:solidFill>
                  <a:srgbClr val="BBBBBB"/>
                </a:solidFill>
                <a:latin typeface="Pretendard"/>
                <a:ea typeface="Pretendard"/>
                <a:cs typeface="Pretendard"/>
              </a:defRPr>
            </a:lvl2pPr>
            <a:lvl3pPr algn="l">
              <a:defRPr sz="3060" b="0">
                <a:solidFill>
                  <a:srgbClr val="BBBBBB"/>
                </a:solidFill>
                <a:latin typeface="Pretendard"/>
                <a:ea typeface="Pretendard"/>
                <a:cs typeface="Pretendard"/>
              </a:defRPr>
            </a:lvl3pPr>
            <a:lvl4pPr algn="l">
              <a:defRPr sz="3060" b="0">
                <a:solidFill>
                  <a:srgbClr val="BBBBBB"/>
                </a:solidFill>
                <a:latin typeface="Pretendard"/>
                <a:ea typeface="Pretendard"/>
                <a:cs typeface="Pretendard"/>
              </a:defRPr>
            </a:lvl4pPr>
            <a:lvl5pPr algn="l">
              <a:defRPr sz="3060" b="0">
                <a:solidFill>
                  <a:srgbClr val="BBBBBB"/>
                </a:solidFill>
                <a:latin typeface="Pretendard"/>
                <a:ea typeface="Pretendard"/>
                <a:cs typeface="Pretendard"/>
              </a:defRPr>
            </a:lvl5pPr>
            <a:lvl6pPr algn="l">
              <a:defRPr sz="3060" b="0">
                <a:solidFill>
                  <a:srgbClr val="BBBBBB"/>
                </a:solidFill>
                <a:latin typeface="Pretendard"/>
                <a:ea typeface="Pretendard"/>
                <a:cs typeface="Pretendard"/>
              </a:defRPr>
            </a:lvl6pPr>
            <a:lvl7pPr algn="l">
              <a:defRPr sz="3060" b="0">
                <a:solidFill>
                  <a:srgbClr val="BBBBBB"/>
                </a:solidFill>
                <a:latin typeface="Pretendard"/>
                <a:ea typeface="Pretendard"/>
                <a:cs typeface="Pretendard"/>
              </a:defRPr>
            </a:lvl7pPr>
            <a:lvl8pPr algn="l">
              <a:defRPr sz="3060" b="0">
                <a:solidFill>
                  <a:srgbClr val="BBBBBB"/>
                </a:solidFill>
                <a:latin typeface="Pretendard"/>
                <a:ea typeface="Pretendard"/>
                <a:cs typeface="Pretendard"/>
              </a:defRPr>
            </a:lvl8pPr>
            <a:lvl9pPr algn="l">
              <a:defRPr sz="3060" b="0">
                <a:solidFill>
                  <a:srgbClr val="BBBBBB"/>
                </a:solidFill>
                <a:latin typeface="Pretendard"/>
                <a:ea typeface="Pretendard"/>
                <a:cs typeface="Pretendard"/>
              </a:defRPr>
            </a:lvl9pPr>
          </a:lstStyle>
          <a:p xmlns:a="http://schemas.openxmlformats.org/drawingml/2006/main">
            <a:pPr algn="l">
              <a:defRPr sz="3060" b="0">
                <a:solidFill>
                  <a:srgbClr val="BBBBBB"/>
                </a:solidFill>
                <a:latin typeface="Pretendard"/>
                <a:ea typeface="Pretendard"/>
                <a:cs typeface="Pretendard"/>
              </a:defRPr>
            </a:pPr>
            <a:r>
              <a:rPr sz="3060" b="0">
                <a:solidFill>
                  <a:srgbClr val="BBBBBB"/>
                </a:solidFill>
                <a:latin typeface="Pretendard"/>
                <a:ea typeface="Pretendard"/>
                <a:cs typeface="Pretendard"/>
              </a:rPr>
              <a:t>□</a:t>
            </a:r>
          </a:p>
        </p:txBody>
      </p:sp>
      <p:sp>
        <p:nvSpPr>
          <p:cNvPr id="12" name="text">
            <a:extLst xmlns:a="http://schemas.openxmlformats.org/drawingml/2006/main">
              <a:ext uri="{FF2B5EF4-FFF2-40B4-BE49-F238E27FC236}">
                <a16:creationId xmlns:a16="http://schemas.microsoft.com/office/drawing/2014/main" id="{EC544DAC-E5BA-4F1F-B1F2-3B2453D85A21}"/>
              </a:ext>
            </a:extLst>
          </p:cNvPr>
          <p:cNvSpPr>
            <a:spLocks xmlns:a="http://schemas.openxmlformats.org/drawingml/2006/main" noGrp="1"/>
          </p:cNvSpPr>
          <p:nvPr/>
        </p:nvSpPr>
        <p:spPr>
          <a:xfrm xmlns:a="http://schemas.openxmlformats.org/drawingml/2006/main">
            <a:off x="3947160" y="635508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물의 기화 엔탈피가 양수인 까닭을 설명할 수 있는가?</a:t>
            </a:r>
          </a:p>
        </p:txBody>
      </p:sp>
      <p:sp>
        <p:nvSpPr>
          <p:cNvPr id="13" name="text">
            <a:extLst xmlns:a="http://schemas.openxmlformats.org/drawingml/2006/main">
              <a:ext uri="{FF2B5EF4-FFF2-40B4-BE49-F238E27FC236}">
                <a16:creationId xmlns:a16="http://schemas.microsoft.com/office/drawing/2014/main" id="{D48B0E0A-88FB-46E3-A8FF-F7B78196496C}"/>
              </a:ext>
            </a:extLst>
          </p:cNvPr>
          <p:cNvSpPr>
            <a:spLocks xmlns:a="http://schemas.openxmlformats.org/drawingml/2006/main" noGrp="1"/>
          </p:cNvSpPr>
          <p:nvPr/>
        </p:nvSpPr>
        <p:spPr>
          <a:xfrm xmlns:a="http://schemas.openxmlformats.org/drawingml/2006/main">
            <a:off x="3947160" y="691972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액체와 기체의 엔탈피 차이를 근거로 말한다.</a:t>
            </a:r>
          </a:p>
        </p:txBody>
      </p:sp>
      <p:sp>
        <p:nvSpPr>
          <p:cNvPr id="14" name="text">
            <a:extLst xmlns:a="http://schemas.openxmlformats.org/drawingml/2006/main">
              <a:ext uri="{FF2B5EF4-FFF2-40B4-BE49-F238E27FC236}">
                <a16:creationId xmlns:a16="http://schemas.microsoft.com/office/drawing/2014/main" id="{95512BF5-F25E-401B-9378-EAD791AE3BE9}"/>
              </a:ext>
            </a:extLst>
          </p:cNvPr>
          <p:cNvSpPr>
            <a:spLocks xmlns:a="http://schemas.openxmlformats.org/drawingml/2006/main" noGrp="1"/>
          </p:cNvSpPr>
          <p:nvPr/>
        </p:nvSpPr>
        <p:spPr>
          <a:xfrm xmlns:a="http://schemas.openxmlformats.org/drawingml/2006/main">
            <a:off x="3061335" y="769239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BBBBBB"/>
                </a:solidFill>
                <a:latin typeface="Pretendard"/>
                <a:ea typeface="Pretendard"/>
                <a:cs typeface="Pretendard"/>
              </a:defRPr>
            </a:defPPr>
            <a:lvl1pPr algn="l">
              <a:defRPr sz="3060" b="0">
                <a:solidFill>
                  <a:srgbClr val="BBBBBB"/>
                </a:solidFill>
                <a:latin typeface="Pretendard"/>
                <a:ea typeface="Pretendard"/>
                <a:cs typeface="Pretendard"/>
              </a:defRPr>
            </a:lvl1pPr>
            <a:lvl2pPr algn="l">
              <a:defRPr sz="3060" b="0">
                <a:solidFill>
                  <a:srgbClr val="BBBBBB"/>
                </a:solidFill>
                <a:latin typeface="Pretendard"/>
                <a:ea typeface="Pretendard"/>
                <a:cs typeface="Pretendard"/>
              </a:defRPr>
            </a:lvl2pPr>
            <a:lvl3pPr algn="l">
              <a:defRPr sz="3060" b="0">
                <a:solidFill>
                  <a:srgbClr val="BBBBBB"/>
                </a:solidFill>
                <a:latin typeface="Pretendard"/>
                <a:ea typeface="Pretendard"/>
                <a:cs typeface="Pretendard"/>
              </a:defRPr>
            </a:lvl3pPr>
            <a:lvl4pPr algn="l">
              <a:defRPr sz="3060" b="0">
                <a:solidFill>
                  <a:srgbClr val="BBBBBB"/>
                </a:solidFill>
                <a:latin typeface="Pretendard"/>
                <a:ea typeface="Pretendard"/>
                <a:cs typeface="Pretendard"/>
              </a:defRPr>
            </a:lvl4pPr>
            <a:lvl5pPr algn="l">
              <a:defRPr sz="3060" b="0">
                <a:solidFill>
                  <a:srgbClr val="BBBBBB"/>
                </a:solidFill>
                <a:latin typeface="Pretendard"/>
                <a:ea typeface="Pretendard"/>
                <a:cs typeface="Pretendard"/>
              </a:defRPr>
            </a:lvl5pPr>
            <a:lvl6pPr algn="l">
              <a:defRPr sz="3060" b="0">
                <a:solidFill>
                  <a:srgbClr val="BBBBBB"/>
                </a:solidFill>
                <a:latin typeface="Pretendard"/>
                <a:ea typeface="Pretendard"/>
                <a:cs typeface="Pretendard"/>
              </a:defRPr>
            </a:lvl6pPr>
            <a:lvl7pPr algn="l">
              <a:defRPr sz="3060" b="0">
                <a:solidFill>
                  <a:srgbClr val="BBBBBB"/>
                </a:solidFill>
                <a:latin typeface="Pretendard"/>
                <a:ea typeface="Pretendard"/>
                <a:cs typeface="Pretendard"/>
              </a:defRPr>
            </a:lvl7pPr>
            <a:lvl8pPr algn="l">
              <a:defRPr sz="3060" b="0">
                <a:solidFill>
                  <a:srgbClr val="BBBBBB"/>
                </a:solidFill>
                <a:latin typeface="Pretendard"/>
                <a:ea typeface="Pretendard"/>
                <a:cs typeface="Pretendard"/>
              </a:defRPr>
            </a:lvl8pPr>
            <a:lvl9pPr algn="l">
              <a:defRPr sz="3060" b="0">
                <a:solidFill>
                  <a:srgbClr val="BBBBBB"/>
                </a:solidFill>
                <a:latin typeface="Pretendard"/>
                <a:ea typeface="Pretendard"/>
                <a:cs typeface="Pretendard"/>
              </a:defRPr>
            </a:lvl9pPr>
          </a:lstStyle>
          <a:p xmlns:a="http://schemas.openxmlformats.org/drawingml/2006/main">
            <a:pPr algn="l">
              <a:defRPr sz="3060" b="0">
                <a:solidFill>
                  <a:srgbClr val="BBBBBB"/>
                </a:solidFill>
                <a:latin typeface="Pretendard"/>
                <a:ea typeface="Pretendard"/>
                <a:cs typeface="Pretendard"/>
              </a:defRPr>
            </a:pPr>
            <a:r>
              <a:rPr sz="3060" b="0">
                <a:solidFill>
                  <a:srgbClr val="BBBBBB"/>
                </a:solidFill>
                <a:latin typeface="Pretendard"/>
                <a:ea typeface="Pretendard"/>
                <a:cs typeface="Pretendard"/>
              </a:rPr>
              <a:t>□</a:t>
            </a:r>
          </a:p>
        </p:txBody>
      </p:sp>
      <p:sp>
        <p:nvSpPr>
          <p:cNvPr id="15" name="text">
            <a:extLst xmlns:a="http://schemas.openxmlformats.org/drawingml/2006/main">
              <a:ext uri="{FF2B5EF4-FFF2-40B4-BE49-F238E27FC236}">
                <a16:creationId xmlns:a16="http://schemas.microsoft.com/office/drawing/2014/main" id="{447EFED2-1C2C-4BA4-8A4C-F4D38893FAD8}"/>
              </a:ext>
            </a:extLst>
          </p:cNvPr>
          <p:cNvSpPr>
            <a:spLocks xmlns:a="http://schemas.openxmlformats.org/drawingml/2006/main" noGrp="1"/>
          </p:cNvSpPr>
          <p:nvPr/>
        </p:nvSpPr>
        <p:spPr>
          <a:xfrm xmlns:a="http://schemas.openxmlformats.org/drawingml/2006/main">
            <a:off x="3947160" y="769239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두 경로의 실험값이 달라지는 까닭을 설명할 수 있는가?</a:t>
            </a:r>
          </a:p>
        </p:txBody>
      </p:sp>
      <p:sp>
        <p:nvSpPr>
          <p:cNvPr id="16" name="text">
            <a:extLst xmlns:a="http://schemas.openxmlformats.org/drawingml/2006/main">
              <a:ext uri="{FF2B5EF4-FFF2-40B4-BE49-F238E27FC236}">
                <a16:creationId xmlns:a16="http://schemas.microsoft.com/office/drawing/2014/main" id="{8DF2FA36-63B2-4DF2-B622-1A79E8B9376C}"/>
              </a:ext>
            </a:extLst>
          </p:cNvPr>
          <p:cNvSpPr>
            <a:spLocks xmlns:a="http://schemas.openxmlformats.org/drawingml/2006/main" noGrp="1"/>
          </p:cNvSpPr>
          <p:nvPr/>
        </p:nvSpPr>
        <p:spPr>
          <a:xfrm xmlns:a="http://schemas.openxmlformats.org/drawingml/2006/main">
            <a:off x="3947160" y="825703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외부로의 열 손실과 측정 조건을 살펴본다.</a:t>
            </a:r>
          </a:p>
        </p:txBody>
      </p:sp>
    </p:spTree>
    <p:extLst>
      <p:ext uri="{BB962C8B-B14F-4D97-AF65-F5344CB8AC3E}">
        <p14:creationId xmlns:p14="http://schemas.microsoft.com/office/powerpoint/2010/main" val="19825170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2026-10-28T23:45:10.7540000Z</dcterms:created>
  <dcterms:modified xsi:type="dcterms:W3CDTF">2026-10-28T23:45:10.7540000Z</dcterms:modified>
</coreProperties>
</file>